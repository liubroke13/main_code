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7" r:id="rId2"/>
    <p:sldId id="405" r:id="rId3"/>
    <p:sldId id="435" r:id="rId4"/>
    <p:sldId id="259" r:id="rId5"/>
    <p:sldId id="415" r:id="rId6"/>
    <p:sldId id="427" r:id="rId7"/>
    <p:sldId id="426" r:id="rId8"/>
    <p:sldId id="425" r:id="rId9"/>
    <p:sldId id="402" r:id="rId10"/>
    <p:sldId id="422" r:id="rId11"/>
    <p:sldId id="428" r:id="rId12"/>
    <p:sldId id="262" r:id="rId13"/>
    <p:sldId id="430" r:id="rId14"/>
    <p:sldId id="432" r:id="rId15"/>
    <p:sldId id="434" r:id="rId16"/>
    <p:sldId id="263" r:id="rId17"/>
    <p:sldId id="437" r:id="rId18"/>
    <p:sldId id="442" r:id="rId19"/>
    <p:sldId id="443" r:id="rId20"/>
    <p:sldId id="436" r:id="rId21"/>
    <p:sldId id="264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ycugpu" initials="n" lastIdx="0" clrIdx="0">
    <p:extLst>
      <p:ext uri="{19B8F6BF-5375-455C-9EA6-DF929625EA0E}">
        <p15:presenceInfo xmlns:p15="http://schemas.microsoft.com/office/powerpoint/2012/main" userId="067ceecb8ce0af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FFFFFF"/>
    <a:srgbClr val="000000"/>
    <a:srgbClr val="F67C2A"/>
    <a:srgbClr val="39FF14"/>
    <a:srgbClr val="DEDEDE"/>
    <a:srgbClr val="595959"/>
    <a:srgbClr val="F67C29"/>
    <a:srgbClr val="FF9933"/>
    <a:srgbClr val="FFB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11" autoAdjust="0"/>
    <p:restoredTop sz="91335" autoAdjust="0"/>
  </p:normalViewPr>
  <p:slideViewPr>
    <p:cSldViewPr snapToGrid="0">
      <p:cViewPr>
        <p:scale>
          <a:sx n="100" d="100"/>
          <a:sy n="100" d="100"/>
        </p:scale>
        <p:origin x="113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58890FC-0E3C-4C7F-A446-14BA862BBA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CCFFCC2-1A90-43CE-99E6-F48860C54E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4A7B6-1C40-4E50-A661-C1BB58DFEE8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FD85880-5A8C-4D97-864E-344E276004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F195ECA-E42C-42A9-929A-C5CC94E88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48F779-79CD-4108-A2AD-022A92E9A3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202261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A95AB-11A6-4F50-981D-2F517B9BD07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53A02-615E-438C-A6CE-7469719750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049256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B691C-CD4A-43A2-B520-CAE49D2F2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24B232C-0DBE-47DD-AFDD-9BD087A0F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164BEA-135B-469A-9E72-43F538581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7EAE-E217-4C13-B1D4-C1D2362BCCD6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737A42-901E-402E-9933-861BED20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D43637-3443-483A-A0E1-0C760F4EE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0174" y="6561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130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6AD3-D64F-4AD1-B068-749E1E87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435B4B-E4C6-473E-AA93-3A4E4089E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27BFFB-5C39-42A9-84B7-B72D595B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2E92-078D-445D-A315-241AB512DF4E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80540A-C5F3-41CD-945D-0012EFC10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DA2F5F-79C4-47F0-9828-1B247829A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681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F93B3-9135-4423-B2A5-8F32A90F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B873E3-FAEF-4C2D-B950-2201DF7C4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B26B3-8E3A-4103-B01A-27A4CA01E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F5C96-160B-4F0F-BE3F-3AAE2032A14A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627D54-7B66-473E-802C-B753DE12A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EC52D2-8F6B-4B98-9A89-42B98717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4356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E3660B-86EB-4DA1-91A6-8DF03215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A4C3EA-B57A-489B-A453-F808DD2F7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304A1C1-5C8F-40F7-9AEC-9A6F78DBA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B8368F-BC9A-4C47-844C-0C0F2605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DE22B-68CD-40D7-BF74-022E0380697F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031D34A-65B4-40EC-A193-7D310D9F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DCCEAA-8C5A-44AD-B5AD-B89BBCA5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940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1D70AB-5AEE-4987-B024-23B19E81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911982-8F94-4665-92DB-BFB853679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8426EA-A887-4D92-BF80-BBE88AB88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8078B31-7706-40E0-AF4C-5BC6F29D8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F79F22-D921-40E8-A67E-2D5CCB406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B3F61B2-E1EA-4161-A3F7-869A6E62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7BC32-EEEC-42AD-9FB7-1F67CBD9006C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5A15D31-E11F-4A77-9C5C-1BD1276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8BB29CF-0FEA-4BF1-96CF-1734DCF1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44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89D28-9A5E-4AD8-970C-FF8D860E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BA51452-BE12-490A-AFB2-0C69ACAE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34FD-B989-4DC7-B0C3-3D9481DCB247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7599B2-4579-44EA-A2EB-970FEC3C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0D46C2-F5E5-48AF-8E51-35D0C962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525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29EA59-25D4-490F-8850-031D90DF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B7E6-3D99-40BE-9488-75C5C51CD267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0F2C1BD-2ED5-4152-8BE0-FA6ACF44E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791D6-5330-4A64-9C4B-B83034A2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809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B207F-FACC-47F5-9B64-79FD003C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E8F25-487C-4E15-8784-4F2CBE7F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1C1711B-CB6F-4A47-BC26-6D68D8E12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8414E3-3B14-4639-A0A0-5C094E5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679B-3B15-42DA-A497-282AB7671468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E8A612-B553-421E-85F9-285C18DE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B8DB27-133D-42A8-AE3F-5F4EB775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907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70C8E-1C12-441E-8FEA-5E759B2B6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E13A0B1-9018-43B1-A0A5-9CA75ACA9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DD48C5-BA61-47FF-B4B0-1819525B5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83E122-E856-4E3E-9F77-1FB25FFA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00812-8F6A-47B7-8300-ABC68422A82D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CB8CB8-E381-4DB4-A08E-97D14C5B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1826EF-0C6C-4E70-B548-A6E61D8C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412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D49CA0-B2C1-4E4E-808C-F00586C9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F36D40E-FB2B-44DD-BAE0-04F965B1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8BB79-C5CB-4265-9B44-179DBE11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6042C-E665-4C51-80B3-C45E4AEFB00B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900BEF-E29F-4120-985F-E4D4F5FF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12B234-2BB5-41C9-BE01-0BD41460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0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9F654B1-7D62-4C86-91A5-BBD33D8B6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66CD05-1A94-4AD5-B835-FA3145CA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A61AF6-7FB4-41AB-9FBB-C674BC45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6AB9C-E9F3-448F-BAEF-2980284577BF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CAD09C-4F2A-4FE9-BCA8-2DDAEC5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A454CE-36C5-4608-82AF-1042403E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1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A90D6F6-BD99-45D8-B451-8F07A775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764D2CF-3DF5-4498-8889-8484908F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A283-A1FA-4A52-962C-BC2FDC488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E079-4510-46F8-9023-A4DE6DD9B4B9}" type="datetime1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E60776-BDAB-4A55-B603-4CE711BAC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3EF202-F5F3-4F19-A55C-9132512DA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76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9" Type="http://schemas.openxmlformats.org/officeDocument/2006/relationships/image" Target="../media/image38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41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40" Type="http://schemas.openxmlformats.org/officeDocument/2006/relationships/image" Target="../media/image2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4.png"/><Relationship Id="rId18" Type="http://schemas.openxmlformats.org/officeDocument/2006/relationships/image" Target="../media/image40.png"/><Relationship Id="rId26" Type="http://schemas.openxmlformats.org/officeDocument/2006/relationships/image" Target="../media/image5.png"/><Relationship Id="rId39" Type="http://schemas.openxmlformats.org/officeDocument/2006/relationships/image" Target="../media/image60.png"/><Relationship Id="rId21" Type="http://schemas.openxmlformats.org/officeDocument/2006/relationships/image" Target="../media/image43.png"/><Relationship Id="rId34" Type="http://schemas.openxmlformats.org/officeDocument/2006/relationships/image" Target="../media/image55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9.png"/><Relationship Id="rId25" Type="http://schemas.openxmlformats.org/officeDocument/2006/relationships/image" Target="../media/image47.png"/><Relationship Id="rId33" Type="http://schemas.openxmlformats.org/officeDocument/2006/relationships/image" Target="../media/image54.png"/><Relationship Id="rId38" Type="http://schemas.openxmlformats.org/officeDocument/2006/relationships/image" Target="../media/image59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20" Type="http://schemas.openxmlformats.org/officeDocument/2006/relationships/image" Target="../media/image42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6.png"/><Relationship Id="rId32" Type="http://schemas.openxmlformats.org/officeDocument/2006/relationships/image" Target="../media/image53.png"/><Relationship Id="rId37" Type="http://schemas.openxmlformats.org/officeDocument/2006/relationships/image" Target="../media/image58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5.png"/><Relationship Id="rId28" Type="http://schemas.openxmlformats.org/officeDocument/2006/relationships/image" Target="../media/image49.png"/><Relationship Id="rId36" Type="http://schemas.openxmlformats.org/officeDocument/2006/relationships/image" Target="../media/image57.png"/><Relationship Id="rId10" Type="http://schemas.openxmlformats.org/officeDocument/2006/relationships/image" Target="../media/image31.png"/><Relationship Id="rId19" Type="http://schemas.openxmlformats.org/officeDocument/2006/relationships/image" Target="../media/image41.png"/><Relationship Id="rId31" Type="http://schemas.openxmlformats.org/officeDocument/2006/relationships/image" Target="../media/image52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4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Relationship Id="rId35" Type="http://schemas.openxmlformats.org/officeDocument/2006/relationships/image" Target="../media/image56.png"/><Relationship Id="rId8" Type="http://schemas.openxmlformats.org/officeDocument/2006/relationships/image" Target="../media/image29.png"/><Relationship Id="rId3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6.png"/><Relationship Id="rId18" Type="http://schemas.openxmlformats.org/officeDocument/2006/relationships/image" Target="../media/image68.png"/><Relationship Id="rId26" Type="http://schemas.openxmlformats.org/officeDocument/2006/relationships/image" Target="../media/image76.png"/><Relationship Id="rId39" Type="http://schemas.openxmlformats.org/officeDocument/2006/relationships/image" Target="../media/image89.png"/><Relationship Id="rId21" Type="http://schemas.openxmlformats.org/officeDocument/2006/relationships/image" Target="../media/image71.png"/><Relationship Id="rId34" Type="http://schemas.openxmlformats.org/officeDocument/2006/relationships/image" Target="../media/image84.png"/><Relationship Id="rId42" Type="http://schemas.openxmlformats.org/officeDocument/2006/relationships/image" Target="../media/image78.png"/><Relationship Id="rId7" Type="http://schemas.openxmlformats.org/officeDocument/2006/relationships/image" Target="../media/image560.png"/><Relationship Id="rId2" Type="http://schemas.openxmlformats.org/officeDocument/2006/relationships/image" Target="../media/image61.png"/><Relationship Id="rId16" Type="http://schemas.openxmlformats.org/officeDocument/2006/relationships/image" Target="../media/image660.png"/><Relationship Id="rId20" Type="http://schemas.openxmlformats.org/officeDocument/2006/relationships/image" Target="../media/image70.png"/><Relationship Id="rId29" Type="http://schemas.openxmlformats.org/officeDocument/2006/relationships/image" Target="../media/image79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11" Type="http://schemas.openxmlformats.org/officeDocument/2006/relationships/image" Target="../media/image64.png"/><Relationship Id="rId24" Type="http://schemas.openxmlformats.org/officeDocument/2006/relationships/image" Target="../media/image28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15" Type="http://schemas.openxmlformats.org/officeDocument/2006/relationships/image" Target="../media/image650.png"/><Relationship Id="rId23" Type="http://schemas.openxmlformats.org/officeDocument/2006/relationships/image" Target="../media/image26.png"/><Relationship Id="rId28" Type="http://schemas.openxmlformats.org/officeDocument/2006/relationships/image" Target="../media/image74.svg"/><Relationship Id="rId36" Type="http://schemas.openxmlformats.org/officeDocument/2006/relationships/image" Target="../media/image86.png"/><Relationship Id="rId10" Type="http://schemas.openxmlformats.org/officeDocument/2006/relationships/image" Target="../media/image580.png"/><Relationship Id="rId19" Type="http://schemas.openxmlformats.org/officeDocument/2006/relationships/image" Target="../media/image69.png"/><Relationship Id="rId31" Type="http://schemas.openxmlformats.org/officeDocument/2006/relationships/image" Target="../media/image81.png"/><Relationship Id="rId4" Type="http://schemas.openxmlformats.org/officeDocument/2006/relationships/image" Target="../media/image63.svg"/><Relationship Id="rId9" Type="http://schemas.openxmlformats.org/officeDocument/2006/relationships/image" Target="../media/image570.png"/><Relationship Id="rId14" Type="http://schemas.openxmlformats.org/officeDocument/2006/relationships/image" Target="../media/image67.png"/><Relationship Id="rId22" Type="http://schemas.openxmlformats.org/officeDocument/2006/relationships/image" Target="../media/image72.png"/><Relationship Id="rId27" Type="http://schemas.openxmlformats.org/officeDocument/2006/relationships/image" Target="../media/image73.png"/><Relationship Id="rId30" Type="http://schemas.openxmlformats.org/officeDocument/2006/relationships/image" Target="../media/image77.png"/><Relationship Id="rId35" Type="http://schemas.openxmlformats.org/officeDocument/2006/relationships/image" Target="../media/image85.png"/><Relationship Id="rId43" Type="http://schemas.openxmlformats.org/officeDocument/2006/relationships/image" Target="../media/image80.png"/><Relationship Id="rId8" Type="http://schemas.openxmlformats.org/officeDocument/2006/relationships/image" Target="../media/image24.png"/><Relationship Id="rId3" Type="http://schemas.openxmlformats.org/officeDocument/2006/relationships/image" Target="../media/image62.png"/><Relationship Id="rId12" Type="http://schemas.openxmlformats.org/officeDocument/2006/relationships/image" Target="../media/image65.png"/><Relationship Id="rId17" Type="http://schemas.openxmlformats.org/officeDocument/2006/relationships/image" Target="../media/image670.png"/><Relationship Id="rId25" Type="http://schemas.openxmlformats.org/officeDocument/2006/relationships/image" Target="../media/image75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6.png"/><Relationship Id="rId26" Type="http://schemas.openxmlformats.org/officeDocument/2006/relationships/image" Target="../media/image62.png"/><Relationship Id="rId21" Type="http://schemas.openxmlformats.org/officeDocument/2006/relationships/image" Target="../media/image74.svg"/><Relationship Id="rId7" Type="http://schemas.openxmlformats.org/officeDocument/2006/relationships/image" Target="../media/image92.png"/><Relationship Id="rId25" Type="http://schemas.openxmlformats.org/officeDocument/2006/relationships/image" Target="../media/image100.png"/><Relationship Id="rId20" Type="http://schemas.openxmlformats.org/officeDocument/2006/relationships/image" Target="../media/image73.png"/><Relationship Id="rId16" Type="http://schemas.openxmlformats.org/officeDocument/2006/relationships/image" Target="../media/image99.png"/><Relationship Id="rId29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24" Type="http://schemas.openxmlformats.org/officeDocument/2006/relationships/image" Target="../media/image98.png"/><Relationship Id="rId5" Type="http://schemas.openxmlformats.org/officeDocument/2006/relationships/image" Target="../media/image900.png"/><Relationship Id="rId23" Type="http://schemas.openxmlformats.org/officeDocument/2006/relationships/image" Target="../media/image97.png"/><Relationship Id="rId28" Type="http://schemas.openxmlformats.org/officeDocument/2006/relationships/image" Target="../media/image102.png"/><Relationship Id="rId19" Type="http://schemas.openxmlformats.org/officeDocument/2006/relationships/image" Target="../media/image101.png"/><Relationship Id="rId31" Type="http://schemas.openxmlformats.org/officeDocument/2006/relationships/image" Target="../media/image104.png"/><Relationship Id="rId9" Type="http://schemas.openxmlformats.org/officeDocument/2006/relationships/image" Target="../media/image94.png"/><Relationship Id="rId22" Type="http://schemas.openxmlformats.org/officeDocument/2006/relationships/image" Target="../media/image95.png"/><Relationship Id="rId27" Type="http://schemas.openxmlformats.org/officeDocument/2006/relationships/image" Target="../media/image63.svg"/><Relationship Id="rId30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900.png"/><Relationship Id="rId18" Type="http://schemas.openxmlformats.org/officeDocument/2006/relationships/image" Target="../media/image96.png"/><Relationship Id="rId3" Type="http://schemas.openxmlformats.org/officeDocument/2006/relationships/image" Target="../media/image62.png"/><Relationship Id="rId7" Type="http://schemas.openxmlformats.org/officeDocument/2006/relationships/image" Target="../media/image24.png"/><Relationship Id="rId12" Type="http://schemas.openxmlformats.org/officeDocument/2006/relationships/image" Target="../media/image108.png"/><Relationship Id="rId17" Type="http://schemas.openxmlformats.org/officeDocument/2006/relationships/image" Target="../media/image94.png"/><Relationship Id="rId2" Type="http://schemas.openxmlformats.org/officeDocument/2006/relationships/image" Target="../media/image105.png"/><Relationship Id="rId16" Type="http://schemas.openxmlformats.org/officeDocument/2006/relationships/image" Target="../media/image93.png"/><Relationship Id="rId20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11" Type="http://schemas.openxmlformats.org/officeDocument/2006/relationships/image" Target="../media/image74.svg"/><Relationship Id="rId5" Type="http://schemas.openxmlformats.org/officeDocument/2006/relationships/image" Target="../media/image102.png"/><Relationship Id="rId15" Type="http://schemas.openxmlformats.org/officeDocument/2006/relationships/image" Target="../media/image92.png"/><Relationship Id="rId10" Type="http://schemas.openxmlformats.org/officeDocument/2006/relationships/image" Target="../media/image73.png"/><Relationship Id="rId19" Type="http://schemas.openxmlformats.org/officeDocument/2006/relationships/image" Target="../media/image98.png"/><Relationship Id="rId4" Type="http://schemas.openxmlformats.org/officeDocument/2006/relationships/image" Target="../media/image63.svg"/><Relationship Id="rId9" Type="http://schemas.openxmlformats.org/officeDocument/2006/relationships/image" Target="../media/image107.png"/><Relationship Id="rId14" Type="http://schemas.openxmlformats.org/officeDocument/2006/relationships/image" Target="../media/image91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0.png"/><Relationship Id="rId18" Type="http://schemas.openxmlformats.org/officeDocument/2006/relationships/image" Target="../media/image125.png"/><Relationship Id="rId26" Type="http://schemas.openxmlformats.org/officeDocument/2006/relationships/image" Target="../media/image132.png"/><Relationship Id="rId39" Type="http://schemas.openxmlformats.org/officeDocument/2006/relationships/image" Target="../media/image62.png"/><Relationship Id="rId21" Type="http://schemas.openxmlformats.org/officeDocument/2006/relationships/image" Target="../media/image127.png"/><Relationship Id="rId34" Type="http://schemas.openxmlformats.org/officeDocument/2006/relationships/image" Target="../media/image139.png"/><Relationship Id="rId42" Type="http://schemas.openxmlformats.org/officeDocument/2006/relationships/image" Target="../media/image145.png"/><Relationship Id="rId7" Type="http://schemas.openxmlformats.org/officeDocument/2006/relationships/image" Target="../media/image114.png"/><Relationship Id="rId2" Type="http://schemas.openxmlformats.org/officeDocument/2006/relationships/image" Target="../media/image109.png"/><Relationship Id="rId16" Type="http://schemas.openxmlformats.org/officeDocument/2006/relationships/image" Target="../media/image123.png"/><Relationship Id="rId20" Type="http://schemas.openxmlformats.org/officeDocument/2006/relationships/image" Target="../media/image126.png"/><Relationship Id="rId29" Type="http://schemas.openxmlformats.org/officeDocument/2006/relationships/image" Target="../media/image134.png"/><Relationship Id="rId41" Type="http://schemas.openxmlformats.org/officeDocument/2006/relationships/image" Target="../media/image1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11" Type="http://schemas.openxmlformats.org/officeDocument/2006/relationships/image" Target="../media/image118.png"/><Relationship Id="rId24" Type="http://schemas.openxmlformats.org/officeDocument/2006/relationships/image" Target="../media/image130.png"/><Relationship Id="rId32" Type="http://schemas.openxmlformats.org/officeDocument/2006/relationships/image" Target="../media/image137.png"/><Relationship Id="rId37" Type="http://schemas.openxmlformats.org/officeDocument/2006/relationships/image" Target="../media/image142.png"/><Relationship Id="rId40" Type="http://schemas.openxmlformats.org/officeDocument/2006/relationships/image" Target="../media/image63.svg"/><Relationship Id="rId5" Type="http://schemas.openxmlformats.org/officeDocument/2006/relationships/image" Target="../media/image112.png"/><Relationship Id="rId15" Type="http://schemas.openxmlformats.org/officeDocument/2006/relationships/image" Target="../media/image122.png"/><Relationship Id="rId23" Type="http://schemas.openxmlformats.org/officeDocument/2006/relationships/image" Target="../media/image129.png"/><Relationship Id="rId28" Type="http://schemas.openxmlformats.org/officeDocument/2006/relationships/image" Target="../media/image83.png"/><Relationship Id="rId36" Type="http://schemas.openxmlformats.org/officeDocument/2006/relationships/image" Target="../media/image141.png"/><Relationship Id="rId10" Type="http://schemas.openxmlformats.org/officeDocument/2006/relationships/image" Target="../media/image117.png"/><Relationship Id="rId19" Type="http://schemas.openxmlformats.org/officeDocument/2006/relationships/image" Target="../media/image65.png"/><Relationship Id="rId31" Type="http://schemas.openxmlformats.org/officeDocument/2006/relationships/image" Target="../media/image136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Relationship Id="rId14" Type="http://schemas.openxmlformats.org/officeDocument/2006/relationships/image" Target="../media/image121.png"/><Relationship Id="rId22" Type="http://schemas.openxmlformats.org/officeDocument/2006/relationships/image" Target="../media/image128.png"/><Relationship Id="rId27" Type="http://schemas.openxmlformats.org/officeDocument/2006/relationships/image" Target="../media/image133.png"/><Relationship Id="rId30" Type="http://schemas.openxmlformats.org/officeDocument/2006/relationships/image" Target="../media/image135.png"/><Relationship Id="rId35" Type="http://schemas.openxmlformats.org/officeDocument/2006/relationships/image" Target="../media/image140.png"/><Relationship Id="rId8" Type="http://schemas.openxmlformats.org/officeDocument/2006/relationships/image" Target="../media/image115.png"/><Relationship Id="rId3" Type="http://schemas.openxmlformats.org/officeDocument/2006/relationships/image" Target="../media/image110.png"/><Relationship Id="rId12" Type="http://schemas.openxmlformats.org/officeDocument/2006/relationships/image" Target="../media/image119.png"/><Relationship Id="rId17" Type="http://schemas.openxmlformats.org/officeDocument/2006/relationships/image" Target="../media/image124.png"/><Relationship Id="rId25" Type="http://schemas.openxmlformats.org/officeDocument/2006/relationships/image" Target="../media/image131.png"/><Relationship Id="rId33" Type="http://schemas.openxmlformats.org/officeDocument/2006/relationships/image" Target="../media/image138.png"/><Relationship Id="rId38" Type="http://schemas.openxmlformats.org/officeDocument/2006/relationships/image" Target="../media/image143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9.png"/><Relationship Id="rId18" Type="http://schemas.openxmlformats.org/officeDocument/2006/relationships/image" Target="../media/image151.png"/><Relationship Id="rId26" Type="http://schemas.openxmlformats.org/officeDocument/2006/relationships/image" Target="../media/image154.png"/><Relationship Id="rId39" Type="http://schemas.openxmlformats.org/officeDocument/2006/relationships/image" Target="../media/image166.png"/><Relationship Id="rId21" Type="http://schemas.openxmlformats.org/officeDocument/2006/relationships/image" Target="../media/image63.svg"/><Relationship Id="rId34" Type="http://schemas.openxmlformats.org/officeDocument/2006/relationships/image" Target="../media/image161.png"/><Relationship Id="rId42" Type="http://schemas.openxmlformats.org/officeDocument/2006/relationships/image" Target="../media/image169.png"/><Relationship Id="rId47" Type="http://schemas.openxmlformats.org/officeDocument/2006/relationships/image" Target="../media/image174.png"/><Relationship Id="rId7" Type="http://schemas.openxmlformats.org/officeDocument/2006/relationships/image" Target="../media/image149.png"/><Relationship Id="rId2" Type="http://schemas.openxmlformats.org/officeDocument/2006/relationships/image" Target="../media/image145.png"/><Relationship Id="rId16" Type="http://schemas.openxmlformats.org/officeDocument/2006/relationships/image" Target="../media/image132.png"/><Relationship Id="rId29" Type="http://schemas.openxmlformats.org/officeDocument/2006/relationships/image" Target="../media/image1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11" Type="http://schemas.openxmlformats.org/officeDocument/2006/relationships/image" Target="../media/image119.png"/><Relationship Id="rId24" Type="http://schemas.openxmlformats.org/officeDocument/2006/relationships/image" Target="../media/image152.png"/><Relationship Id="rId32" Type="http://schemas.openxmlformats.org/officeDocument/2006/relationships/image" Target="../media/image159.png"/><Relationship Id="rId37" Type="http://schemas.openxmlformats.org/officeDocument/2006/relationships/image" Target="../media/image164.png"/><Relationship Id="rId40" Type="http://schemas.openxmlformats.org/officeDocument/2006/relationships/image" Target="../media/image167.png"/><Relationship Id="rId45" Type="http://schemas.openxmlformats.org/officeDocument/2006/relationships/image" Target="../media/image172.png"/><Relationship Id="rId5" Type="http://schemas.openxmlformats.org/officeDocument/2006/relationships/image" Target="../media/image147.png"/><Relationship Id="rId15" Type="http://schemas.openxmlformats.org/officeDocument/2006/relationships/image" Target="../media/image131.png"/><Relationship Id="rId23" Type="http://schemas.openxmlformats.org/officeDocument/2006/relationships/image" Target="../media/image65.png"/><Relationship Id="rId28" Type="http://schemas.openxmlformats.org/officeDocument/2006/relationships/image" Target="../media/image156.png"/><Relationship Id="rId36" Type="http://schemas.openxmlformats.org/officeDocument/2006/relationships/image" Target="../media/image163.png"/><Relationship Id="rId10" Type="http://schemas.openxmlformats.org/officeDocument/2006/relationships/image" Target="../media/image118.png"/><Relationship Id="rId19" Type="http://schemas.openxmlformats.org/officeDocument/2006/relationships/image" Target="../media/image143.png"/><Relationship Id="rId31" Type="http://schemas.openxmlformats.org/officeDocument/2006/relationships/image" Target="../media/image86.png"/><Relationship Id="rId44" Type="http://schemas.openxmlformats.org/officeDocument/2006/relationships/image" Target="../media/image171.png"/><Relationship Id="rId4" Type="http://schemas.openxmlformats.org/officeDocument/2006/relationships/image" Target="../media/image147.svg"/><Relationship Id="rId9" Type="http://schemas.openxmlformats.org/officeDocument/2006/relationships/image" Target="../media/image117.png"/><Relationship Id="rId14" Type="http://schemas.openxmlformats.org/officeDocument/2006/relationships/image" Target="../media/image130.png"/><Relationship Id="rId22" Type="http://schemas.openxmlformats.org/officeDocument/2006/relationships/image" Target="../media/image144.png"/><Relationship Id="rId27" Type="http://schemas.openxmlformats.org/officeDocument/2006/relationships/image" Target="../media/image155.png"/><Relationship Id="rId30" Type="http://schemas.openxmlformats.org/officeDocument/2006/relationships/image" Target="../media/image158.png"/><Relationship Id="rId35" Type="http://schemas.openxmlformats.org/officeDocument/2006/relationships/image" Target="../media/image162.png"/><Relationship Id="rId43" Type="http://schemas.openxmlformats.org/officeDocument/2006/relationships/image" Target="../media/image170.png"/><Relationship Id="rId48" Type="http://schemas.openxmlformats.org/officeDocument/2006/relationships/image" Target="../media/image175.png"/><Relationship Id="rId8" Type="http://schemas.openxmlformats.org/officeDocument/2006/relationships/image" Target="../media/image116.png"/><Relationship Id="rId3" Type="http://schemas.openxmlformats.org/officeDocument/2006/relationships/image" Target="../media/image146.png"/><Relationship Id="rId12" Type="http://schemas.openxmlformats.org/officeDocument/2006/relationships/image" Target="../media/image150.png"/><Relationship Id="rId17" Type="http://schemas.openxmlformats.org/officeDocument/2006/relationships/image" Target="../media/image133.png"/><Relationship Id="rId25" Type="http://schemas.openxmlformats.org/officeDocument/2006/relationships/image" Target="../media/image153.png"/><Relationship Id="rId33" Type="http://schemas.openxmlformats.org/officeDocument/2006/relationships/image" Target="../media/image160.png"/><Relationship Id="rId38" Type="http://schemas.openxmlformats.org/officeDocument/2006/relationships/image" Target="../media/image165.png"/><Relationship Id="rId46" Type="http://schemas.openxmlformats.org/officeDocument/2006/relationships/image" Target="../media/image173.png"/><Relationship Id="rId20" Type="http://schemas.openxmlformats.org/officeDocument/2006/relationships/image" Target="../media/image62.png"/><Relationship Id="rId41" Type="http://schemas.openxmlformats.org/officeDocument/2006/relationships/image" Target="../media/image168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2.png"/><Relationship Id="rId18" Type="http://schemas.openxmlformats.org/officeDocument/2006/relationships/image" Target="../media/image144.png"/><Relationship Id="rId26" Type="http://schemas.openxmlformats.org/officeDocument/2006/relationships/image" Target="../media/image179.png"/><Relationship Id="rId39" Type="http://schemas.openxmlformats.org/officeDocument/2006/relationships/image" Target="../media/image126.png"/><Relationship Id="rId21" Type="http://schemas.openxmlformats.org/officeDocument/2006/relationships/image" Target="../media/image89.png"/><Relationship Id="rId34" Type="http://schemas.openxmlformats.org/officeDocument/2006/relationships/image" Target="../media/image122.png"/><Relationship Id="rId42" Type="http://schemas.openxmlformats.org/officeDocument/2006/relationships/image" Target="../media/image181.png"/><Relationship Id="rId47" Type="http://schemas.openxmlformats.org/officeDocument/2006/relationships/image" Target="../media/image186.png"/><Relationship Id="rId50" Type="http://schemas.openxmlformats.org/officeDocument/2006/relationships/image" Target="../media/image189.png"/><Relationship Id="rId55" Type="http://schemas.openxmlformats.org/officeDocument/2006/relationships/image" Target="../media/image194.png"/><Relationship Id="rId7" Type="http://schemas.openxmlformats.org/officeDocument/2006/relationships/image" Target="../media/image118.png"/><Relationship Id="rId2" Type="http://schemas.openxmlformats.org/officeDocument/2006/relationships/image" Target="../media/image146.png"/><Relationship Id="rId16" Type="http://schemas.openxmlformats.org/officeDocument/2006/relationships/image" Target="../media/image62.png"/><Relationship Id="rId29" Type="http://schemas.openxmlformats.org/officeDocument/2006/relationships/image" Target="../media/image138.png"/><Relationship Id="rId11" Type="http://schemas.openxmlformats.org/officeDocument/2006/relationships/image" Target="../media/image130.png"/><Relationship Id="rId24" Type="http://schemas.openxmlformats.org/officeDocument/2006/relationships/image" Target="../media/image161.png"/><Relationship Id="rId32" Type="http://schemas.openxmlformats.org/officeDocument/2006/relationships/image" Target="../media/image180.png"/><Relationship Id="rId37" Type="http://schemas.openxmlformats.org/officeDocument/2006/relationships/image" Target="../media/image125.png"/><Relationship Id="rId40" Type="http://schemas.openxmlformats.org/officeDocument/2006/relationships/image" Target="../media/image127.png"/><Relationship Id="rId45" Type="http://schemas.openxmlformats.org/officeDocument/2006/relationships/image" Target="../media/image184.png"/><Relationship Id="rId53" Type="http://schemas.openxmlformats.org/officeDocument/2006/relationships/image" Target="../media/image192.png"/><Relationship Id="rId58" Type="http://schemas.openxmlformats.org/officeDocument/2006/relationships/image" Target="../media/image136.png"/><Relationship Id="rId5" Type="http://schemas.openxmlformats.org/officeDocument/2006/relationships/image" Target="../media/image116.png"/><Relationship Id="rId61" Type="http://schemas.openxmlformats.org/officeDocument/2006/relationships/image" Target="../media/image88.png"/><Relationship Id="rId19" Type="http://schemas.openxmlformats.org/officeDocument/2006/relationships/image" Target="../media/image155.png"/><Relationship Id="rId14" Type="http://schemas.openxmlformats.org/officeDocument/2006/relationships/image" Target="../media/image133.png"/><Relationship Id="rId22" Type="http://schemas.openxmlformats.org/officeDocument/2006/relationships/image" Target="../media/image178.png"/><Relationship Id="rId27" Type="http://schemas.openxmlformats.org/officeDocument/2006/relationships/image" Target="../media/image114.png"/><Relationship Id="rId30" Type="http://schemas.openxmlformats.org/officeDocument/2006/relationships/image" Target="../media/image139.png"/><Relationship Id="rId35" Type="http://schemas.openxmlformats.org/officeDocument/2006/relationships/image" Target="../media/image123.png"/><Relationship Id="rId43" Type="http://schemas.openxmlformats.org/officeDocument/2006/relationships/image" Target="../media/image182.png"/><Relationship Id="rId48" Type="http://schemas.openxmlformats.org/officeDocument/2006/relationships/image" Target="../media/image187.png"/><Relationship Id="rId56" Type="http://schemas.openxmlformats.org/officeDocument/2006/relationships/image" Target="../media/image195.png"/><Relationship Id="rId8" Type="http://schemas.openxmlformats.org/officeDocument/2006/relationships/image" Target="../media/image119.png"/><Relationship Id="rId51" Type="http://schemas.openxmlformats.org/officeDocument/2006/relationships/image" Target="../media/image190.png"/><Relationship Id="rId3" Type="http://schemas.openxmlformats.org/officeDocument/2006/relationships/image" Target="../media/image147.svg"/><Relationship Id="rId12" Type="http://schemas.openxmlformats.org/officeDocument/2006/relationships/image" Target="../media/image131.png"/><Relationship Id="rId17" Type="http://schemas.openxmlformats.org/officeDocument/2006/relationships/image" Target="../media/image63.svg"/><Relationship Id="rId25" Type="http://schemas.openxmlformats.org/officeDocument/2006/relationships/image" Target="../media/image162.png"/><Relationship Id="rId33" Type="http://schemas.openxmlformats.org/officeDocument/2006/relationships/image" Target="../media/image121.png"/><Relationship Id="rId38" Type="http://schemas.openxmlformats.org/officeDocument/2006/relationships/image" Target="../media/image65.png"/><Relationship Id="rId46" Type="http://schemas.openxmlformats.org/officeDocument/2006/relationships/image" Target="../media/image185.png"/><Relationship Id="rId59" Type="http://schemas.openxmlformats.org/officeDocument/2006/relationships/image" Target="../media/image137.png"/><Relationship Id="rId20" Type="http://schemas.openxmlformats.org/officeDocument/2006/relationships/image" Target="../media/image156.png"/><Relationship Id="rId41" Type="http://schemas.openxmlformats.org/officeDocument/2006/relationships/image" Target="../media/image128.png"/><Relationship Id="rId54" Type="http://schemas.openxmlformats.org/officeDocument/2006/relationships/image" Target="../media/image193.png"/><Relationship Id="rId62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15" Type="http://schemas.openxmlformats.org/officeDocument/2006/relationships/image" Target="../media/image143.png"/><Relationship Id="rId23" Type="http://schemas.openxmlformats.org/officeDocument/2006/relationships/image" Target="../media/image135.png"/><Relationship Id="rId28" Type="http://schemas.openxmlformats.org/officeDocument/2006/relationships/image" Target="../media/image115.png"/><Relationship Id="rId36" Type="http://schemas.openxmlformats.org/officeDocument/2006/relationships/image" Target="../media/image124.png"/><Relationship Id="rId49" Type="http://schemas.openxmlformats.org/officeDocument/2006/relationships/image" Target="../media/image188.png"/><Relationship Id="rId57" Type="http://schemas.openxmlformats.org/officeDocument/2006/relationships/image" Target="../media/image196.png"/><Relationship Id="rId10" Type="http://schemas.openxmlformats.org/officeDocument/2006/relationships/image" Target="../media/image129.png"/><Relationship Id="rId31" Type="http://schemas.openxmlformats.org/officeDocument/2006/relationships/image" Target="../media/image140.png"/><Relationship Id="rId44" Type="http://schemas.openxmlformats.org/officeDocument/2006/relationships/image" Target="../media/image183.png"/><Relationship Id="rId52" Type="http://schemas.openxmlformats.org/officeDocument/2006/relationships/image" Target="../media/image191.png"/><Relationship Id="rId60" Type="http://schemas.openxmlformats.org/officeDocument/2006/relationships/image" Target="../media/image197.png"/><Relationship Id="rId4" Type="http://schemas.openxmlformats.org/officeDocument/2006/relationships/image" Target="../media/image176.png"/><Relationship Id="rId9" Type="http://schemas.openxmlformats.org/officeDocument/2006/relationships/image" Target="../media/image17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13" Type="http://schemas.openxmlformats.org/officeDocument/2006/relationships/image" Target="../media/image63.svg"/><Relationship Id="rId3" Type="http://schemas.openxmlformats.org/officeDocument/2006/relationships/image" Target="../media/image147.svg"/><Relationship Id="rId7" Type="http://schemas.openxmlformats.org/officeDocument/2006/relationships/image" Target="../media/image24.png"/><Relationship Id="rId12" Type="http://schemas.openxmlformats.org/officeDocument/2006/relationships/image" Target="../media/image62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9.png"/><Relationship Id="rId11" Type="http://schemas.openxmlformats.org/officeDocument/2006/relationships/image" Target="../media/image203.png"/><Relationship Id="rId5" Type="http://schemas.openxmlformats.org/officeDocument/2006/relationships/image" Target="../media/image198.png"/><Relationship Id="rId10" Type="http://schemas.openxmlformats.org/officeDocument/2006/relationships/image" Target="../media/image202.png"/><Relationship Id="rId4" Type="http://schemas.openxmlformats.org/officeDocument/2006/relationships/image" Target="../media/image102.png"/><Relationship Id="rId9" Type="http://schemas.openxmlformats.org/officeDocument/2006/relationships/image" Target="../media/image201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9.png"/><Relationship Id="rId18" Type="http://schemas.openxmlformats.org/officeDocument/2006/relationships/image" Target="../media/image214.png"/><Relationship Id="rId26" Type="http://schemas.openxmlformats.org/officeDocument/2006/relationships/image" Target="../media/image1790.png"/><Relationship Id="rId39" Type="http://schemas.openxmlformats.org/officeDocument/2006/relationships/image" Target="../media/image1800.png"/><Relationship Id="rId21" Type="http://schemas.openxmlformats.org/officeDocument/2006/relationships/image" Target="../media/image217.png"/><Relationship Id="rId34" Type="http://schemas.openxmlformats.org/officeDocument/2006/relationships/image" Target="../media/image226.png"/><Relationship Id="rId42" Type="http://schemas.openxmlformats.org/officeDocument/2006/relationships/image" Target="../media/image233.png"/><Relationship Id="rId47" Type="http://schemas.openxmlformats.org/officeDocument/2006/relationships/image" Target="../media/image237.png"/><Relationship Id="rId50" Type="http://schemas.openxmlformats.org/officeDocument/2006/relationships/image" Target="../media/image240.png"/><Relationship Id="rId7" Type="http://schemas.openxmlformats.org/officeDocument/2006/relationships/image" Target="../media/image147.svg"/><Relationship Id="rId2" Type="http://schemas.openxmlformats.org/officeDocument/2006/relationships/image" Target="../media/image1.png"/><Relationship Id="rId16" Type="http://schemas.openxmlformats.org/officeDocument/2006/relationships/image" Target="../media/image212.png"/><Relationship Id="rId29" Type="http://schemas.openxmlformats.org/officeDocument/2006/relationships/image" Target="../media/image222.png"/><Relationship Id="rId24" Type="http://schemas.openxmlformats.org/officeDocument/2006/relationships/image" Target="../media/image207.png"/><Relationship Id="rId32" Type="http://schemas.openxmlformats.org/officeDocument/2006/relationships/image" Target="../media/image225.png"/><Relationship Id="rId37" Type="http://schemas.openxmlformats.org/officeDocument/2006/relationships/image" Target="../media/image228.png"/><Relationship Id="rId40" Type="http://schemas.openxmlformats.org/officeDocument/2006/relationships/image" Target="../media/image230.png"/><Relationship Id="rId45" Type="http://schemas.openxmlformats.org/officeDocument/2006/relationships/image" Target="../media/image235.png"/><Relationship Id="rId5" Type="http://schemas.openxmlformats.org/officeDocument/2006/relationships/image" Target="../media/image206.png"/><Relationship Id="rId15" Type="http://schemas.openxmlformats.org/officeDocument/2006/relationships/image" Target="../media/image211.png"/><Relationship Id="rId23" Type="http://schemas.openxmlformats.org/officeDocument/2006/relationships/image" Target="../media/image219.png"/><Relationship Id="rId28" Type="http://schemas.openxmlformats.org/officeDocument/2006/relationships/image" Target="../media/image221.png"/><Relationship Id="rId36" Type="http://schemas.openxmlformats.org/officeDocument/2006/relationships/image" Target="../media/image227.png"/><Relationship Id="rId49" Type="http://schemas.openxmlformats.org/officeDocument/2006/relationships/image" Target="../media/image239.png"/><Relationship Id="rId10" Type="http://schemas.openxmlformats.org/officeDocument/2006/relationships/image" Target="../media/image5.png"/><Relationship Id="rId19" Type="http://schemas.openxmlformats.org/officeDocument/2006/relationships/image" Target="../media/image215.png"/><Relationship Id="rId31" Type="http://schemas.openxmlformats.org/officeDocument/2006/relationships/image" Target="../media/image224.png"/><Relationship Id="rId44" Type="http://schemas.openxmlformats.org/officeDocument/2006/relationships/image" Target="../media/image234.png"/><Relationship Id="rId52" Type="http://schemas.openxmlformats.org/officeDocument/2006/relationships/image" Target="../media/image242.png"/><Relationship Id="rId4" Type="http://schemas.openxmlformats.org/officeDocument/2006/relationships/image" Target="../media/image205.png"/><Relationship Id="rId9" Type="http://schemas.openxmlformats.org/officeDocument/2006/relationships/image" Target="../media/image63.svg"/><Relationship Id="rId14" Type="http://schemas.openxmlformats.org/officeDocument/2006/relationships/image" Target="../media/image210.png"/><Relationship Id="rId22" Type="http://schemas.openxmlformats.org/officeDocument/2006/relationships/image" Target="../media/image218.png"/><Relationship Id="rId27" Type="http://schemas.openxmlformats.org/officeDocument/2006/relationships/image" Target="../media/image1800.png"/><Relationship Id="rId30" Type="http://schemas.openxmlformats.org/officeDocument/2006/relationships/image" Target="../media/image223.png"/><Relationship Id="rId35" Type="http://schemas.openxmlformats.org/officeDocument/2006/relationships/image" Target="../media/image220.png"/><Relationship Id="rId43" Type="http://schemas.openxmlformats.org/officeDocument/2006/relationships/image" Target="../media/image231.png"/><Relationship Id="rId48" Type="http://schemas.openxmlformats.org/officeDocument/2006/relationships/image" Target="../media/image238.png"/><Relationship Id="rId8" Type="http://schemas.openxmlformats.org/officeDocument/2006/relationships/image" Target="../media/image62.png"/><Relationship Id="rId51" Type="http://schemas.openxmlformats.org/officeDocument/2006/relationships/image" Target="../media/image241.png"/><Relationship Id="rId3" Type="http://schemas.openxmlformats.org/officeDocument/2006/relationships/image" Target="../media/image204.png"/><Relationship Id="rId12" Type="http://schemas.openxmlformats.org/officeDocument/2006/relationships/image" Target="../media/image208.png"/><Relationship Id="rId17" Type="http://schemas.openxmlformats.org/officeDocument/2006/relationships/image" Target="../media/image213.png"/><Relationship Id="rId33" Type="http://schemas.openxmlformats.org/officeDocument/2006/relationships/image" Target="../media/image181.png"/><Relationship Id="rId38" Type="http://schemas.openxmlformats.org/officeDocument/2006/relationships/image" Target="../media/image229.png"/><Relationship Id="rId46" Type="http://schemas.openxmlformats.org/officeDocument/2006/relationships/image" Target="../media/image236.png"/><Relationship Id="rId20" Type="http://schemas.openxmlformats.org/officeDocument/2006/relationships/image" Target="../media/image216.png"/><Relationship Id="rId41" Type="http://schemas.openxmlformats.org/officeDocument/2006/relationships/image" Target="../media/image2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90.png"/><Relationship Id="rId39" Type="http://schemas.openxmlformats.org/officeDocument/2006/relationships/image" Target="../media/image213.png"/><Relationship Id="rId34" Type="http://schemas.openxmlformats.org/officeDocument/2006/relationships/image" Target="../media/image210.png"/><Relationship Id="rId42" Type="http://schemas.openxmlformats.org/officeDocument/2006/relationships/image" Target="../media/image216.png"/><Relationship Id="rId47" Type="http://schemas.openxmlformats.org/officeDocument/2006/relationships/image" Target="../media/image247.png"/><Relationship Id="rId50" Type="http://schemas.openxmlformats.org/officeDocument/2006/relationships/image" Target="../media/image2430.png"/><Relationship Id="rId55" Type="http://schemas.openxmlformats.org/officeDocument/2006/relationships/image" Target="../media/image251.png"/><Relationship Id="rId2" Type="http://schemas.openxmlformats.org/officeDocument/2006/relationships/image" Target="../media/image189.png"/><Relationship Id="rId29" Type="http://schemas.openxmlformats.org/officeDocument/2006/relationships/image" Target="../media/image226.png"/><Relationship Id="rId41" Type="http://schemas.openxmlformats.org/officeDocument/2006/relationships/image" Target="../media/image215.png"/><Relationship Id="rId54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svg"/><Relationship Id="rId32" Type="http://schemas.openxmlformats.org/officeDocument/2006/relationships/image" Target="../media/image208.png"/><Relationship Id="rId37" Type="http://schemas.openxmlformats.org/officeDocument/2006/relationships/image" Target="../media/image212.png"/><Relationship Id="rId40" Type="http://schemas.openxmlformats.org/officeDocument/2006/relationships/image" Target="../media/image214.png"/><Relationship Id="rId45" Type="http://schemas.openxmlformats.org/officeDocument/2006/relationships/image" Target="../media/image245.png"/><Relationship Id="rId53" Type="http://schemas.openxmlformats.org/officeDocument/2006/relationships/image" Target="../media/image249.png"/><Relationship Id="rId58" Type="http://schemas.openxmlformats.org/officeDocument/2006/relationships/image" Target="../media/image253.png"/><Relationship Id="rId5" Type="http://schemas.openxmlformats.org/officeDocument/2006/relationships/image" Target="../media/image62.png"/><Relationship Id="rId28" Type="http://schemas.openxmlformats.org/officeDocument/2006/relationships/image" Target="../media/image224.png"/><Relationship Id="rId36" Type="http://schemas.openxmlformats.org/officeDocument/2006/relationships/image" Target="../media/image2350.png"/><Relationship Id="rId49" Type="http://schemas.openxmlformats.org/officeDocument/2006/relationships/image" Target="../media/image2420.png"/><Relationship Id="rId57" Type="http://schemas.openxmlformats.org/officeDocument/2006/relationships/image" Target="../media/image252.png"/><Relationship Id="rId31" Type="http://schemas.openxmlformats.org/officeDocument/2006/relationships/image" Target="../media/image223.png"/><Relationship Id="rId44" Type="http://schemas.openxmlformats.org/officeDocument/2006/relationships/image" Target="../media/image244.png"/><Relationship Id="rId52" Type="http://schemas.openxmlformats.org/officeDocument/2006/relationships/image" Target="../media/image248.png"/><Relationship Id="rId4" Type="http://schemas.openxmlformats.org/officeDocument/2006/relationships/image" Target="../media/image147.svg"/><Relationship Id="rId27" Type="http://schemas.openxmlformats.org/officeDocument/2006/relationships/image" Target="../media/image1800.png"/><Relationship Id="rId30" Type="http://schemas.openxmlformats.org/officeDocument/2006/relationships/image" Target="../media/image5.png"/><Relationship Id="rId35" Type="http://schemas.openxmlformats.org/officeDocument/2006/relationships/image" Target="../media/image211.png"/><Relationship Id="rId43" Type="http://schemas.openxmlformats.org/officeDocument/2006/relationships/image" Target="../media/image217.png"/><Relationship Id="rId22" Type="http://schemas.openxmlformats.org/officeDocument/2006/relationships/image" Target="../media/image1800.png"/><Relationship Id="rId48" Type="http://schemas.openxmlformats.org/officeDocument/2006/relationships/image" Target="../media/image2410.png"/><Relationship Id="rId56" Type="http://schemas.openxmlformats.org/officeDocument/2006/relationships/image" Target="../media/image65.png"/><Relationship Id="rId51" Type="http://schemas.openxmlformats.org/officeDocument/2006/relationships/image" Target="../media/image2440.png"/><Relationship Id="rId3" Type="http://schemas.openxmlformats.org/officeDocument/2006/relationships/image" Target="../media/image146.png"/><Relationship Id="rId33" Type="http://schemas.openxmlformats.org/officeDocument/2006/relationships/image" Target="../media/image209.png"/><Relationship Id="rId38" Type="http://schemas.openxmlformats.org/officeDocument/2006/relationships/image" Target="../media/image243.png"/><Relationship Id="rId46" Type="http://schemas.openxmlformats.org/officeDocument/2006/relationships/image" Target="../media/image246.png"/><Relationship Id="rId59" Type="http://schemas.openxmlformats.org/officeDocument/2006/relationships/image" Target="../media/image25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5.png"/><Relationship Id="rId18" Type="http://schemas.openxmlformats.org/officeDocument/2006/relationships/image" Target="../media/image266.png"/><Relationship Id="rId26" Type="http://schemas.openxmlformats.org/officeDocument/2006/relationships/image" Target="../media/image272.png"/><Relationship Id="rId3" Type="http://schemas.openxmlformats.org/officeDocument/2006/relationships/image" Target="../media/image256.png"/><Relationship Id="rId21" Type="http://schemas.openxmlformats.org/officeDocument/2006/relationships/image" Target="../media/image161.png"/><Relationship Id="rId34" Type="http://schemas.openxmlformats.org/officeDocument/2006/relationships/image" Target="../media/image279.png"/><Relationship Id="rId7" Type="http://schemas.openxmlformats.org/officeDocument/2006/relationships/image" Target="../media/image119.png"/><Relationship Id="rId12" Type="http://schemas.openxmlformats.org/officeDocument/2006/relationships/image" Target="../media/image261.png"/><Relationship Id="rId17" Type="http://schemas.openxmlformats.org/officeDocument/2006/relationships/image" Target="../media/image265.png"/><Relationship Id="rId25" Type="http://schemas.openxmlformats.org/officeDocument/2006/relationships/image" Target="../media/image271.png"/><Relationship Id="rId33" Type="http://schemas.openxmlformats.org/officeDocument/2006/relationships/image" Target="../media/image278.png"/><Relationship Id="rId2" Type="http://schemas.openxmlformats.org/officeDocument/2006/relationships/image" Target="../media/image255.png"/><Relationship Id="rId16" Type="http://schemas.openxmlformats.org/officeDocument/2006/relationships/image" Target="../media/image264.png"/><Relationship Id="rId20" Type="http://schemas.openxmlformats.org/officeDocument/2006/relationships/image" Target="../media/image268.png"/><Relationship Id="rId29" Type="http://schemas.openxmlformats.org/officeDocument/2006/relationships/image" Target="../media/image2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11" Type="http://schemas.openxmlformats.org/officeDocument/2006/relationships/image" Target="../media/image260.png"/><Relationship Id="rId24" Type="http://schemas.openxmlformats.org/officeDocument/2006/relationships/image" Target="../media/image270.png"/><Relationship Id="rId32" Type="http://schemas.openxmlformats.org/officeDocument/2006/relationships/image" Target="../media/image65.png"/><Relationship Id="rId5" Type="http://schemas.openxmlformats.org/officeDocument/2006/relationships/image" Target="../media/image63.svg"/><Relationship Id="rId15" Type="http://schemas.openxmlformats.org/officeDocument/2006/relationships/image" Target="../media/image263.png"/><Relationship Id="rId23" Type="http://schemas.openxmlformats.org/officeDocument/2006/relationships/image" Target="../media/image269.png"/><Relationship Id="rId28" Type="http://schemas.openxmlformats.org/officeDocument/2006/relationships/image" Target="../media/image274.png"/><Relationship Id="rId10" Type="http://schemas.openxmlformats.org/officeDocument/2006/relationships/image" Target="../media/image259.png"/><Relationship Id="rId19" Type="http://schemas.openxmlformats.org/officeDocument/2006/relationships/image" Target="../media/image267.png"/><Relationship Id="rId31" Type="http://schemas.openxmlformats.org/officeDocument/2006/relationships/image" Target="../media/image277.png"/><Relationship Id="rId4" Type="http://schemas.openxmlformats.org/officeDocument/2006/relationships/image" Target="../media/image62.png"/><Relationship Id="rId9" Type="http://schemas.openxmlformats.org/officeDocument/2006/relationships/image" Target="../media/image258.png"/><Relationship Id="rId14" Type="http://schemas.openxmlformats.org/officeDocument/2006/relationships/image" Target="../media/image262.png"/><Relationship Id="rId22" Type="http://schemas.openxmlformats.org/officeDocument/2006/relationships/image" Target="../media/image162.png"/><Relationship Id="rId27" Type="http://schemas.openxmlformats.org/officeDocument/2006/relationships/image" Target="../media/image273.png"/><Relationship Id="rId30" Type="http://schemas.openxmlformats.org/officeDocument/2006/relationships/image" Target="../media/image276.png"/><Relationship Id="rId35" Type="http://schemas.openxmlformats.org/officeDocument/2006/relationships/image" Target="../media/image280.png"/><Relationship Id="rId8" Type="http://schemas.openxmlformats.org/officeDocument/2006/relationships/image" Target="../media/image133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2.png"/><Relationship Id="rId18" Type="http://schemas.openxmlformats.org/officeDocument/2006/relationships/image" Target="../media/image289.png"/><Relationship Id="rId26" Type="http://schemas.openxmlformats.org/officeDocument/2006/relationships/image" Target="../media/image229.png"/><Relationship Id="rId39" Type="http://schemas.openxmlformats.org/officeDocument/2006/relationships/image" Target="../media/image1800.png"/><Relationship Id="rId21" Type="http://schemas.openxmlformats.org/officeDocument/2006/relationships/image" Target="../media/image291.png"/><Relationship Id="rId42" Type="http://schemas.openxmlformats.org/officeDocument/2006/relationships/image" Target="../media/image298.png"/><Relationship Id="rId47" Type="http://schemas.openxmlformats.org/officeDocument/2006/relationships/image" Target="../media/image303.png"/><Relationship Id="rId50" Type="http://schemas.openxmlformats.org/officeDocument/2006/relationships/image" Target="../media/image306.png"/><Relationship Id="rId7" Type="http://schemas.openxmlformats.org/officeDocument/2006/relationships/image" Target="../media/image283.png"/><Relationship Id="rId12" Type="http://schemas.openxmlformats.org/officeDocument/2006/relationships/image" Target="../media/image161.png"/><Relationship Id="rId17" Type="http://schemas.openxmlformats.org/officeDocument/2006/relationships/image" Target="../media/image288.png"/><Relationship Id="rId25" Type="http://schemas.openxmlformats.org/officeDocument/2006/relationships/image" Target="../media/image295.png"/><Relationship Id="rId46" Type="http://schemas.openxmlformats.org/officeDocument/2006/relationships/image" Target="../media/image302.png"/><Relationship Id="rId2" Type="http://schemas.openxmlformats.org/officeDocument/2006/relationships/image" Target="../media/image1.png"/><Relationship Id="rId16" Type="http://schemas.openxmlformats.org/officeDocument/2006/relationships/image" Target="../media/image287.png"/><Relationship Id="rId20" Type="http://schemas.openxmlformats.org/officeDocument/2006/relationships/image" Target="../media/image290.png"/><Relationship Id="rId41" Type="http://schemas.openxmlformats.org/officeDocument/2006/relationships/image" Target="../media/image2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11" Type="http://schemas.openxmlformats.org/officeDocument/2006/relationships/image" Target="../media/image145.png"/><Relationship Id="rId24" Type="http://schemas.openxmlformats.org/officeDocument/2006/relationships/image" Target="../media/image294.png"/><Relationship Id="rId40" Type="http://schemas.openxmlformats.org/officeDocument/2006/relationships/image" Target="../media/image296.png"/><Relationship Id="rId45" Type="http://schemas.openxmlformats.org/officeDocument/2006/relationships/image" Target="../media/image301.png"/><Relationship Id="rId5" Type="http://schemas.openxmlformats.org/officeDocument/2006/relationships/image" Target="../media/image255.png"/><Relationship Id="rId15" Type="http://schemas.openxmlformats.org/officeDocument/2006/relationships/image" Target="../media/image286.png"/><Relationship Id="rId23" Type="http://schemas.openxmlformats.org/officeDocument/2006/relationships/image" Target="../media/image293.png"/><Relationship Id="rId49" Type="http://schemas.openxmlformats.org/officeDocument/2006/relationships/image" Target="../media/image305.png"/><Relationship Id="rId10" Type="http://schemas.openxmlformats.org/officeDocument/2006/relationships/image" Target="../media/image261.png"/><Relationship Id="rId19" Type="http://schemas.openxmlformats.org/officeDocument/2006/relationships/image" Target="../media/image235.png"/><Relationship Id="rId44" Type="http://schemas.openxmlformats.org/officeDocument/2006/relationships/image" Target="../media/image300.png"/><Relationship Id="rId4" Type="http://schemas.openxmlformats.org/officeDocument/2006/relationships/image" Target="../media/image282.png"/><Relationship Id="rId9" Type="http://schemas.openxmlformats.org/officeDocument/2006/relationships/image" Target="../media/image260.png"/><Relationship Id="rId14" Type="http://schemas.openxmlformats.org/officeDocument/2006/relationships/image" Target="../media/image285.png"/><Relationship Id="rId22" Type="http://schemas.openxmlformats.org/officeDocument/2006/relationships/image" Target="../media/image292.png"/><Relationship Id="rId43" Type="http://schemas.openxmlformats.org/officeDocument/2006/relationships/image" Target="../media/image299.png"/><Relationship Id="rId48" Type="http://schemas.openxmlformats.org/officeDocument/2006/relationships/image" Target="../media/image304.png"/><Relationship Id="rId8" Type="http://schemas.openxmlformats.org/officeDocument/2006/relationships/image" Target="../media/image284.png"/><Relationship Id="rId3" Type="http://schemas.openxmlformats.org/officeDocument/2006/relationships/image" Target="../media/image281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6.png"/><Relationship Id="rId18" Type="http://schemas.openxmlformats.org/officeDocument/2006/relationships/image" Target="../media/image305.png"/><Relationship Id="rId26" Type="http://schemas.openxmlformats.org/officeDocument/2006/relationships/image" Target="../media/image315.png"/><Relationship Id="rId3" Type="http://schemas.openxmlformats.org/officeDocument/2006/relationships/image" Target="../media/image307.png"/><Relationship Id="rId21" Type="http://schemas.openxmlformats.org/officeDocument/2006/relationships/image" Target="../media/image264.png"/><Relationship Id="rId34" Type="http://schemas.openxmlformats.org/officeDocument/2006/relationships/image" Target="../media/image229.png"/><Relationship Id="rId7" Type="http://schemas.openxmlformats.org/officeDocument/2006/relationships/image" Target="../media/image308.png"/><Relationship Id="rId12" Type="http://schemas.openxmlformats.org/officeDocument/2006/relationships/image" Target="../media/image294.png"/><Relationship Id="rId17" Type="http://schemas.openxmlformats.org/officeDocument/2006/relationships/image" Target="../media/image304.png"/><Relationship Id="rId25" Type="http://schemas.openxmlformats.org/officeDocument/2006/relationships/image" Target="../media/image314.png"/><Relationship Id="rId33" Type="http://schemas.openxmlformats.org/officeDocument/2006/relationships/image" Target="../media/image242.png"/><Relationship Id="rId2" Type="http://schemas.openxmlformats.org/officeDocument/2006/relationships/image" Target="../media/image248.png"/><Relationship Id="rId16" Type="http://schemas.openxmlformats.org/officeDocument/2006/relationships/image" Target="../media/image311.png"/><Relationship Id="rId20" Type="http://schemas.openxmlformats.org/officeDocument/2006/relationships/image" Target="../media/image133.png"/><Relationship Id="rId29" Type="http://schemas.openxmlformats.org/officeDocument/2006/relationships/image" Target="../media/image3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4.png"/><Relationship Id="rId11" Type="http://schemas.openxmlformats.org/officeDocument/2006/relationships/image" Target="../media/image293.png"/><Relationship Id="rId24" Type="http://schemas.openxmlformats.org/officeDocument/2006/relationships/image" Target="../media/image313.png"/><Relationship Id="rId32" Type="http://schemas.openxmlformats.org/officeDocument/2006/relationships/image" Target="../media/image320.png"/><Relationship Id="rId5" Type="http://schemas.openxmlformats.org/officeDocument/2006/relationships/image" Target="../media/image283.png"/><Relationship Id="rId15" Type="http://schemas.openxmlformats.org/officeDocument/2006/relationships/image" Target="../media/image301.png"/><Relationship Id="rId23" Type="http://schemas.openxmlformats.org/officeDocument/2006/relationships/image" Target="../media/image266.png"/><Relationship Id="rId28" Type="http://schemas.openxmlformats.org/officeDocument/2006/relationships/image" Target="../media/image316.png"/><Relationship Id="rId36" Type="http://schemas.openxmlformats.org/officeDocument/2006/relationships/image" Target="../media/image321.png"/><Relationship Id="rId10" Type="http://schemas.openxmlformats.org/officeDocument/2006/relationships/image" Target="../media/image290.png"/><Relationship Id="rId19" Type="http://schemas.openxmlformats.org/officeDocument/2006/relationships/image" Target="../media/image312.png"/><Relationship Id="rId31" Type="http://schemas.openxmlformats.org/officeDocument/2006/relationships/image" Target="../media/image319.png"/><Relationship Id="rId4" Type="http://schemas.openxmlformats.org/officeDocument/2006/relationships/image" Target="../media/image255.png"/><Relationship Id="rId9" Type="http://schemas.openxmlformats.org/officeDocument/2006/relationships/image" Target="../media/image288.png"/><Relationship Id="rId14" Type="http://schemas.openxmlformats.org/officeDocument/2006/relationships/image" Target="../media/image310.png"/><Relationship Id="rId22" Type="http://schemas.openxmlformats.org/officeDocument/2006/relationships/image" Target="../media/image265.png"/><Relationship Id="rId27" Type="http://schemas.openxmlformats.org/officeDocument/2006/relationships/image" Target="../media/image65.png"/><Relationship Id="rId30" Type="http://schemas.openxmlformats.org/officeDocument/2006/relationships/image" Target="../media/image318.png"/><Relationship Id="rId35" Type="http://schemas.openxmlformats.org/officeDocument/2006/relationships/image" Target="../media/image1800.png"/><Relationship Id="rId8" Type="http://schemas.openxmlformats.org/officeDocument/2006/relationships/image" Target="../media/image309.png"/></Relationships>
</file>

<file path=ppt/slides/_rels/slide2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22.png"/><Relationship Id="rId34" Type="http://schemas.openxmlformats.org/officeDocument/2006/relationships/image" Target="../media/image391.png"/><Relationship Id="rId25" Type="http://schemas.openxmlformats.org/officeDocument/2006/relationships/image" Target="../media/image562.png"/><Relationship Id="rId33" Type="http://schemas.openxmlformats.org/officeDocument/2006/relationships/image" Target="../media/image640.png"/><Relationship Id="rId2" Type="http://schemas.openxmlformats.org/officeDocument/2006/relationships/image" Target="../media/image255.png"/><Relationship Id="rId29" Type="http://schemas.openxmlformats.org/officeDocument/2006/relationships/image" Target="../media/image3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24" Type="http://schemas.openxmlformats.org/officeDocument/2006/relationships/image" Target="../media/image380.png"/><Relationship Id="rId32" Type="http://schemas.openxmlformats.org/officeDocument/2006/relationships/image" Target="../media/image390.png"/><Relationship Id="rId37" Type="http://schemas.openxmlformats.org/officeDocument/2006/relationships/image" Target="../media/image328.png"/><Relationship Id="rId5" Type="http://schemas.openxmlformats.org/officeDocument/2006/relationships/image" Target="../media/image178.png"/><Relationship Id="rId23" Type="http://schemas.openxmlformats.org/officeDocument/2006/relationships/image" Target="../media/image379.png"/><Relationship Id="rId28" Type="http://schemas.openxmlformats.org/officeDocument/2006/relationships/image" Target="../media/image324.png"/><Relationship Id="rId36" Type="http://schemas.openxmlformats.org/officeDocument/2006/relationships/image" Target="../media/image327.png"/><Relationship Id="rId31" Type="http://schemas.openxmlformats.org/officeDocument/2006/relationships/image" Target="../media/image389.png"/><Relationship Id="rId4" Type="http://schemas.openxmlformats.org/officeDocument/2006/relationships/image" Target="../media/image89.png"/><Relationship Id="rId22" Type="http://schemas.openxmlformats.org/officeDocument/2006/relationships/image" Target="../media/image378.png"/><Relationship Id="rId27" Type="http://schemas.openxmlformats.org/officeDocument/2006/relationships/image" Target="../media/image323.png"/><Relationship Id="rId30" Type="http://schemas.openxmlformats.org/officeDocument/2006/relationships/image" Target="../media/image388.png"/><Relationship Id="rId35" Type="http://schemas.openxmlformats.org/officeDocument/2006/relationships/image" Target="../media/image3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337E483-2C4B-4C93-9722-AE3E3DE35E20}"/>
              </a:ext>
            </a:extLst>
          </p:cNvPr>
          <p:cNvSpPr txBox="1">
            <a:spLocks/>
          </p:cNvSpPr>
          <p:nvPr/>
        </p:nvSpPr>
        <p:spPr>
          <a:xfrm>
            <a:off x="1054102" y="2084388"/>
            <a:ext cx="10083798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studies of excitonic transitions in two dimensional materials under photoexcitation of scalar and vector vortex beams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E6261B0-EBD3-4C22-9F81-7398932D8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4571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矩形 256">
            <a:extLst>
              <a:ext uri="{FF2B5EF4-FFF2-40B4-BE49-F238E27FC236}">
                <a16:creationId xmlns:a16="http://schemas.microsoft.com/office/drawing/2014/main" id="{46630C96-9290-44F7-B2C0-9F39E290D72C}"/>
              </a:ext>
            </a:extLst>
          </p:cNvPr>
          <p:cNvSpPr/>
          <p:nvPr/>
        </p:nvSpPr>
        <p:spPr>
          <a:xfrm>
            <a:off x="2245121" y="657293"/>
            <a:ext cx="337650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Spin-orbit interaction in 2D TMD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8" name="矩形 287">
            <a:extLst>
              <a:ext uri="{FF2B5EF4-FFF2-40B4-BE49-F238E27FC236}">
                <a16:creationId xmlns:a16="http://schemas.microsoft.com/office/drawing/2014/main" id="{D4819A76-041C-46BD-BA25-48DA36D3B8D4}"/>
              </a:ext>
            </a:extLst>
          </p:cNvPr>
          <p:cNvSpPr/>
          <p:nvPr/>
        </p:nvSpPr>
        <p:spPr>
          <a:xfrm>
            <a:off x="2238375" y="4274043"/>
            <a:ext cx="647520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Manipulation in light – vortex beam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2BD933C6-C22F-427D-A306-15D80EDBA4EA}"/>
              </a:ext>
            </a:extLst>
          </p:cNvPr>
          <p:cNvSpPr/>
          <p:nvPr/>
        </p:nvSpPr>
        <p:spPr>
          <a:xfrm>
            <a:off x="8734399" y="4274043"/>
            <a:ext cx="3448076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based on exciton diffusion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0" name="群組 259">
            <a:extLst>
              <a:ext uri="{FF2B5EF4-FFF2-40B4-BE49-F238E27FC236}">
                <a16:creationId xmlns:a16="http://schemas.microsoft.com/office/drawing/2014/main" id="{2D6247C0-8C88-4825-A76B-5B322DE08D4C}"/>
              </a:ext>
            </a:extLst>
          </p:cNvPr>
          <p:cNvGrpSpPr/>
          <p:nvPr/>
        </p:nvGrpSpPr>
        <p:grpSpPr>
          <a:xfrm>
            <a:off x="10834185" y="1040812"/>
            <a:ext cx="1354567" cy="1265043"/>
            <a:chOff x="4011072" y="4660900"/>
            <a:chExt cx="1767692" cy="1650868"/>
          </a:xfrm>
        </p:grpSpPr>
        <p:grpSp>
          <p:nvGrpSpPr>
            <p:cNvPr id="261" name="群組 260">
              <a:extLst>
                <a:ext uri="{FF2B5EF4-FFF2-40B4-BE49-F238E27FC236}">
                  <a16:creationId xmlns:a16="http://schemas.microsoft.com/office/drawing/2014/main" id="{90F00F51-D0BE-46F2-9E4D-6F09B7FFEFCD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264" name="圖片 263">
                <a:extLst>
                  <a:ext uri="{FF2B5EF4-FFF2-40B4-BE49-F238E27FC236}">
                    <a16:creationId xmlns:a16="http://schemas.microsoft.com/office/drawing/2014/main" id="{6C00E4FD-56E1-4E5A-8C4B-48980BFCAC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265" name="矩形 264">
                <a:extLst>
                  <a:ext uri="{FF2B5EF4-FFF2-40B4-BE49-F238E27FC236}">
                    <a16:creationId xmlns:a16="http://schemas.microsoft.com/office/drawing/2014/main" id="{B4A5710E-E847-4340-AB54-7B790354C975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2" name="矩形 261">
              <a:extLst>
                <a:ext uri="{FF2B5EF4-FFF2-40B4-BE49-F238E27FC236}">
                  <a16:creationId xmlns:a16="http://schemas.microsoft.com/office/drawing/2014/main" id="{9EBE8CE7-0466-4F6E-8E4C-9194B486C937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FEA4CD3F-EB4C-4105-B72D-9CCC4E1A8DED}"/>
                  </a:ext>
                </a:extLst>
              </p:cNvPr>
              <p:cNvSpPr/>
              <p:nvPr/>
            </p:nvSpPr>
            <p:spPr>
              <a:xfrm>
                <a:off x="10158727" y="1645855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FEA4CD3F-EB4C-4105-B72D-9CCC4E1A8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1645855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6" name="群組 265">
            <a:extLst>
              <a:ext uri="{FF2B5EF4-FFF2-40B4-BE49-F238E27FC236}">
                <a16:creationId xmlns:a16="http://schemas.microsoft.com/office/drawing/2014/main" id="{F4FDE7AA-9772-4839-A0C5-9C6512AE12AB}"/>
              </a:ext>
            </a:extLst>
          </p:cNvPr>
          <p:cNvGrpSpPr/>
          <p:nvPr/>
        </p:nvGrpSpPr>
        <p:grpSpPr>
          <a:xfrm>
            <a:off x="10987624" y="2270770"/>
            <a:ext cx="1118388" cy="1259553"/>
            <a:chOff x="5728723" y="4684787"/>
            <a:chExt cx="1459479" cy="1643701"/>
          </a:xfrm>
        </p:grpSpPr>
        <p:grpSp>
          <p:nvGrpSpPr>
            <p:cNvPr id="267" name="群組 266">
              <a:extLst>
                <a:ext uri="{FF2B5EF4-FFF2-40B4-BE49-F238E27FC236}">
                  <a16:creationId xmlns:a16="http://schemas.microsoft.com/office/drawing/2014/main" id="{DD811B90-099A-4FF3-86F1-02EECC2373BC}"/>
                </a:ext>
              </a:extLst>
            </p:cNvPr>
            <p:cNvGrpSpPr/>
            <p:nvPr/>
          </p:nvGrpSpPr>
          <p:grpSpPr>
            <a:xfrm>
              <a:off x="5728723" y="4684787"/>
              <a:ext cx="1459479" cy="1643701"/>
              <a:chOff x="8488189" y="4125243"/>
              <a:chExt cx="1671339" cy="1882303"/>
            </a:xfrm>
          </p:grpSpPr>
          <p:pic>
            <p:nvPicPr>
              <p:cNvPr id="272" name="圖片 271">
                <a:extLst>
                  <a:ext uri="{FF2B5EF4-FFF2-40B4-BE49-F238E27FC236}">
                    <a16:creationId xmlns:a16="http://schemas.microsoft.com/office/drawing/2014/main" id="{94D46EA2-3B30-48E3-A483-2C0DBE41D32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8" y="4125243"/>
                <a:ext cx="1628270" cy="1882303"/>
              </a:xfrm>
              <a:prstGeom prst="rect">
                <a:avLst/>
              </a:prstGeom>
            </p:spPr>
          </p:pic>
          <p:sp>
            <p:nvSpPr>
              <p:cNvPr id="281" name="矩形 280">
                <a:extLst>
                  <a:ext uri="{FF2B5EF4-FFF2-40B4-BE49-F238E27FC236}">
                    <a16:creationId xmlns:a16="http://schemas.microsoft.com/office/drawing/2014/main" id="{4107D165-A795-4C0E-B9F2-6A2DE2BBBAEC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10B6156E-8534-4544-B681-AC37D169C190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矩形 282">
                <a:extLst>
                  <a:ext uri="{FF2B5EF4-FFF2-40B4-BE49-F238E27FC236}">
                    <a16:creationId xmlns:a16="http://schemas.microsoft.com/office/drawing/2014/main" id="{B3337B0B-79FB-4931-81A5-1ACA700BCE52}"/>
                  </a:ext>
                </a:extLst>
              </p:cNvPr>
              <p:cNvSpPr/>
              <p:nvPr/>
            </p:nvSpPr>
            <p:spPr>
              <a:xfrm>
                <a:off x="10158727" y="2823430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83" name="矩形 282">
                <a:extLst>
                  <a:ext uri="{FF2B5EF4-FFF2-40B4-BE49-F238E27FC236}">
                    <a16:creationId xmlns:a16="http://schemas.microsoft.com/office/drawing/2014/main" id="{B3337B0B-79FB-4931-81A5-1ACA700BCE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2823430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99C7C4E0-4CE6-42C3-B912-6DC8081221B5}"/>
                  </a:ext>
                </a:extLst>
              </p:cNvPr>
              <p:cNvSpPr/>
              <p:nvPr/>
            </p:nvSpPr>
            <p:spPr>
              <a:xfrm>
                <a:off x="10158727" y="3568534"/>
                <a:ext cx="1632238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99C7C4E0-4CE6-42C3-B912-6DC8081221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3568534"/>
                <a:ext cx="1632238" cy="407099"/>
              </a:xfrm>
              <a:prstGeom prst="rect">
                <a:avLst/>
              </a:prstGeom>
              <a:blipFill>
                <a:blip r:embed="rId5"/>
                <a:stretch>
                  <a:fillRect t="-4478" r="-13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矩形 328">
            <a:extLst>
              <a:ext uri="{FF2B5EF4-FFF2-40B4-BE49-F238E27FC236}">
                <a16:creationId xmlns:a16="http://schemas.microsoft.com/office/drawing/2014/main" id="{F124C371-D438-4495-B539-DDF7B0EB00CF}"/>
              </a:ext>
            </a:extLst>
          </p:cNvPr>
          <p:cNvSpPr/>
          <p:nvPr/>
        </p:nvSpPr>
        <p:spPr>
          <a:xfrm>
            <a:off x="5666740" y="657293"/>
            <a:ext cx="648536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Valley-mixing in 2D TMD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E770108B-1F9A-446E-BEFF-4C7CAF503D49}"/>
              </a:ext>
            </a:extLst>
          </p:cNvPr>
          <p:cNvSpPr/>
          <p:nvPr/>
        </p:nvSpPr>
        <p:spPr>
          <a:xfrm>
            <a:off x="2219720" y="629175"/>
            <a:ext cx="3431780" cy="364843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330" name="矩形: 圓角 329">
            <a:extLst>
              <a:ext uri="{FF2B5EF4-FFF2-40B4-BE49-F238E27FC236}">
                <a16:creationId xmlns:a16="http://schemas.microsoft.com/office/drawing/2014/main" id="{3FE0CC4D-C63D-44A2-A254-E1EFBE84A830}"/>
              </a:ext>
            </a:extLst>
          </p:cNvPr>
          <p:cNvSpPr/>
          <p:nvPr/>
        </p:nvSpPr>
        <p:spPr>
          <a:xfrm>
            <a:off x="5644460" y="653467"/>
            <a:ext cx="6514521" cy="3624137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73780368-B941-438D-81D2-0EBDCAC798D7}"/>
              </a:ext>
            </a:extLst>
          </p:cNvPr>
          <p:cNvSpPr/>
          <p:nvPr/>
        </p:nvSpPr>
        <p:spPr>
          <a:xfrm>
            <a:off x="4133214" y="1043940"/>
            <a:ext cx="3852743" cy="2940685"/>
          </a:xfrm>
          <a:prstGeom prst="roundRect">
            <a:avLst>
              <a:gd name="adj" fmla="val 5311"/>
            </a:avLst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040F0EED-D803-4D63-AF63-41D145BBB71E}"/>
              </a:ext>
            </a:extLst>
          </p:cNvPr>
          <p:cNvSpPr txBox="1"/>
          <p:nvPr/>
        </p:nvSpPr>
        <p:spPr>
          <a:xfrm>
            <a:off x="7561592" y="1907995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54C264EF-02A4-49F1-A64F-101EF9E20684}"/>
              </a:ext>
            </a:extLst>
          </p:cNvPr>
          <p:cNvSpPr txBox="1"/>
          <p:nvPr/>
        </p:nvSpPr>
        <p:spPr>
          <a:xfrm>
            <a:off x="7547304" y="1493658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26295C04-719A-4800-9E18-5AC6E4EBDCE8}"/>
              </a:ext>
            </a:extLst>
          </p:cNvPr>
          <p:cNvSpPr txBox="1"/>
          <p:nvPr/>
        </p:nvSpPr>
        <p:spPr>
          <a:xfrm>
            <a:off x="7543265" y="3645917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3" name="圖片 192">
            <a:extLst>
              <a:ext uri="{FF2B5EF4-FFF2-40B4-BE49-F238E27FC236}">
                <a16:creationId xmlns:a16="http://schemas.microsoft.com/office/drawing/2014/main" id="{28713A33-820E-48E7-8E66-1886A551993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859346"/>
            <a:ext cx="1752600" cy="404893"/>
          </a:xfrm>
          <a:prstGeom prst="rect">
            <a:avLst/>
          </a:prstGeom>
        </p:spPr>
      </p:pic>
      <p:pic>
        <p:nvPicPr>
          <p:cNvPr id="197" name="圖片 196">
            <a:extLst>
              <a:ext uri="{FF2B5EF4-FFF2-40B4-BE49-F238E27FC236}">
                <a16:creationId xmlns:a16="http://schemas.microsoft.com/office/drawing/2014/main" id="{011976F2-F9C8-4523-ABF9-7E2DB57266F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929831"/>
            <a:ext cx="1752600" cy="404893"/>
          </a:xfrm>
          <a:prstGeom prst="rect">
            <a:avLst/>
          </a:prstGeom>
        </p:spPr>
      </p:pic>
      <p:pic>
        <p:nvPicPr>
          <p:cNvPr id="226" name="圖片 225">
            <a:extLst>
              <a:ext uri="{FF2B5EF4-FFF2-40B4-BE49-F238E27FC236}">
                <a16:creationId xmlns:a16="http://schemas.microsoft.com/office/drawing/2014/main" id="{44C781F3-FE5E-491D-A112-5B277A799A9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82" t="13124" r="32533"/>
          <a:stretch/>
        </p:blipFill>
        <p:spPr>
          <a:xfrm>
            <a:off x="395275" y="1591201"/>
            <a:ext cx="1541475" cy="342904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6291D17B-D2CC-4599-919C-637DA1F21FA4}"/>
              </a:ext>
            </a:extLst>
          </p:cNvPr>
          <p:cNvSpPr/>
          <p:nvPr/>
        </p:nvSpPr>
        <p:spPr>
          <a:xfrm>
            <a:off x="9348857" y="2437135"/>
            <a:ext cx="276395" cy="2879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C79FF862-40B6-4E27-BCEE-8B2649465CFA}"/>
              </a:ext>
            </a:extLst>
          </p:cNvPr>
          <p:cNvSpPr/>
          <p:nvPr/>
        </p:nvSpPr>
        <p:spPr>
          <a:xfrm>
            <a:off x="7095076" y="5451887"/>
            <a:ext cx="135806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</a:t>
            </a:r>
          </a:p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</a:p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39C20502-E372-40A4-ACEA-7A5A57F1C8BE}"/>
              </a:ext>
            </a:extLst>
          </p:cNvPr>
          <p:cNvSpPr/>
          <p:nvPr/>
        </p:nvSpPr>
        <p:spPr>
          <a:xfrm>
            <a:off x="39898" y="658725"/>
            <a:ext cx="2199779" cy="63094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2D Transition metal dichalcogenide (TMD)</a:t>
            </a:r>
            <a:endParaRPr lang="zh-TW" alt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925B1312-E631-4EF1-B939-4EB2ABE63227}"/>
              </a:ext>
            </a:extLst>
          </p:cNvPr>
          <p:cNvSpPr/>
          <p:nvPr/>
        </p:nvSpPr>
        <p:spPr>
          <a:xfrm>
            <a:off x="9422164" y="3381062"/>
            <a:ext cx="276395" cy="2879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D101FE2-98DE-445C-9666-786D16B548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553" y="4840244"/>
            <a:ext cx="3346772" cy="1552416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F143D1BD-A3F6-405A-A529-1BCF4B1237FC}"/>
              </a:ext>
            </a:extLst>
          </p:cNvPr>
          <p:cNvSpPr/>
          <p:nvPr/>
        </p:nvSpPr>
        <p:spPr>
          <a:xfrm>
            <a:off x="8908093" y="6394282"/>
            <a:ext cx="3085006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1150" dirty="0"/>
              <a:t>A. </a:t>
            </a:r>
            <a:r>
              <a:rPr lang="en-US" altLang="zh-TW" sz="1150" dirty="0" err="1"/>
              <a:t>Ciarrocchi</a:t>
            </a:r>
            <a:r>
              <a:rPr lang="en-US" altLang="zh-TW" sz="1150" dirty="0"/>
              <a:t>, F. </a:t>
            </a:r>
            <a:r>
              <a:rPr lang="en-US" altLang="zh-TW" sz="1150" dirty="0" err="1"/>
              <a:t>Tagarelli</a:t>
            </a:r>
            <a:r>
              <a:rPr lang="en-US" altLang="zh-TW" sz="1150" dirty="0"/>
              <a:t> </a:t>
            </a:r>
            <a:r>
              <a:rPr lang="en-US" altLang="zh-TW" sz="1150" i="1" dirty="0"/>
              <a:t>et al.</a:t>
            </a:r>
            <a:r>
              <a:rPr lang="en-US" altLang="zh-TW" sz="1150" dirty="0"/>
              <a:t>, </a:t>
            </a:r>
            <a:r>
              <a:rPr lang="en-US" altLang="zh-TW" sz="1150" i="1" dirty="0"/>
              <a:t>Nat. Rev. Mater.</a:t>
            </a:r>
            <a:r>
              <a:rPr lang="en-US" altLang="zh-TW" sz="1150" dirty="0"/>
              <a:t> </a:t>
            </a:r>
            <a:r>
              <a:rPr lang="en-US" altLang="zh-TW" sz="1150" b="1" dirty="0"/>
              <a:t>7</a:t>
            </a:r>
            <a:r>
              <a:rPr lang="en-US" altLang="zh-TW" sz="1150" dirty="0"/>
              <a:t>, 449 (2022)</a:t>
            </a:r>
            <a:endParaRPr lang="zh-TW" altLang="en-US" sz="1150" dirty="0"/>
          </a:p>
        </p:txBody>
      </p:sp>
      <p:pic>
        <p:nvPicPr>
          <p:cNvPr id="153" name="圖片 152">
            <a:extLst>
              <a:ext uri="{FF2B5EF4-FFF2-40B4-BE49-F238E27FC236}">
                <a16:creationId xmlns:a16="http://schemas.microsoft.com/office/drawing/2014/main" id="{B5482C72-C4E1-4D80-8FDA-40863C7E807A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 flipV="1">
            <a:off x="4199291" y="1267754"/>
            <a:ext cx="1403286" cy="694800"/>
          </a:xfrm>
          <a:prstGeom prst="rect">
            <a:avLst/>
          </a:prstGeom>
        </p:spPr>
      </p:pic>
      <p:pic>
        <p:nvPicPr>
          <p:cNvPr id="154" name="圖片 153">
            <a:extLst>
              <a:ext uri="{FF2B5EF4-FFF2-40B4-BE49-F238E27FC236}">
                <a16:creationId xmlns:a16="http://schemas.microsoft.com/office/drawing/2014/main" id="{A301B9A2-6C5B-417F-AA2C-E81B204B5EF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flipV="1">
            <a:off x="4199291" y="1693387"/>
            <a:ext cx="1403286" cy="694800"/>
          </a:xfrm>
          <a:prstGeom prst="rect">
            <a:avLst/>
          </a:prstGeom>
        </p:spPr>
      </p:pic>
      <p:pic>
        <p:nvPicPr>
          <p:cNvPr id="155" name="圖片 154">
            <a:extLst>
              <a:ext uri="{FF2B5EF4-FFF2-40B4-BE49-F238E27FC236}">
                <a16:creationId xmlns:a16="http://schemas.microsoft.com/office/drawing/2014/main" id="{D180B737-A8CE-4038-8BBC-12248D11004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>
            <a:off x="4340092" y="3401227"/>
            <a:ext cx="1319804" cy="693365"/>
          </a:xfrm>
          <a:prstGeom prst="rect">
            <a:avLst/>
          </a:prstGeom>
        </p:spPr>
      </p:pic>
      <p:cxnSp>
        <p:nvCxnSpPr>
          <p:cNvPr id="156" name="直線單箭頭接點 155">
            <a:extLst>
              <a:ext uri="{FF2B5EF4-FFF2-40B4-BE49-F238E27FC236}">
                <a16:creationId xmlns:a16="http://schemas.microsoft.com/office/drawing/2014/main" id="{475F0CBE-FB36-4411-916A-925CAE235053}"/>
              </a:ext>
            </a:extLst>
          </p:cNvPr>
          <p:cNvCxnSpPr>
            <a:cxnSpLocks/>
          </p:cNvCxnSpPr>
          <p:nvPr/>
        </p:nvCxnSpPr>
        <p:spPr>
          <a:xfrm>
            <a:off x="4566546" y="3517403"/>
            <a:ext cx="67434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5130BD1-456B-44C1-A9BF-7ADA3EB7DE03}"/>
                  </a:ext>
                </a:extLst>
              </p:cNvPr>
              <p:cNvSpPr/>
              <p:nvPr/>
            </p:nvSpPr>
            <p:spPr>
              <a:xfrm>
                <a:off x="4761280" y="3061628"/>
                <a:ext cx="40588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5130BD1-456B-44C1-A9BF-7ADA3EB7DE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1280" y="3061628"/>
                <a:ext cx="405880" cy="369332"/>
              </a:xfrm>
              <a:prstGeom prst="rect">
                <a:avLst/>
              </a:prstGeom>
              <a:blipFill>
                <a:blip r:embed="rId11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4806A0C9-EDF3-4B5C-A5D9-318AEBD17835}"/>
              </a:ext>
            </a:extLst>
          </p:cNvPr>
          <p:cNvGrpSpPr/>
          <p:nvPr/>
        </p:nvGrpSpPr>
        <p:grpSpPr>
          <a:xfrm>
            <a:off x="4415936" y="3303775"/>
            <a:ext cx="309184" cy="475584"/>
            <a:chOff x="6593267" y="4678512"/>
            <a:chExt cx="309184" cy="475584"/>
          </a:xfrm>
        </p:grpSpPr>
        <p:pic>
          <p:nvPicPr>
            <p:cNvPr id="159" name="Picture 10">
              <a:extLst>
                <a:ext uri="{FF2B5EF4-FFF2-40B4-BE49-F238E27FC236}">
                  <a16:creationId xmlns:a16="http://schemas.microsoft.com/office/drawing/2014/main" id="{8FA2AFB0-4518-4D9B-AB52-A7861FBB90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t="27559" r="67485" b="49351"/>
            <a:stretch/>
          </p:blipFill>
          <p:spPr>
            <a:xfrm>
              <a:off x="6593267" y="4756150"/>
              <a:ext cx="309184" cy="311150"/>
            </a:xfrm>
            <a:prstGeom prst="rect">
              <a:avLst/>
            </a:prstGeom>
          </p:spPr>
        </p:pic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EFF745E1-CAAF-4D7D-A388-EF525F5D353F}"/>
                </a:ext>
              </a:extLst>
            </p:cNvPr>
            <p:cNvSpPr/>
            <p:nvPr/>
          </p:nvSpPr>
          <p:spPr>
            <a:xfrm rot="6852784">
              <a:off x="6659203" y="503157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E3D7CA96-4A60-48F1-B502-55B96FE1A3FD}"/>
                </a:ext>
              </a:extLst>
            </p:cNvPr>
            <p:cNvSpPr/>
            <p:nvPr/>
          </p:nvSpPr>
          <p:spPr>
            <a:xfrm rot="6852784">
              <a:off x="6764326" y="465236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BFADB245-5A1B-4299-B437-2E42E2F3498F}"/>
              </a:ext>
            </a:extLst>
          </p:cNvPr>
          <p:cNvCxnSpPr>
            <a:cxnSpLocks/>
          </p:cNvCxnSpPr>
          <p:nvPr/>
        </p:nvCxnSpPr>
        <p:spPr>
          <a:xfrm>
            <a:off x="5268083" y="2020515"/>
            <a:ext cx="0" cy="1489524"/>
          </a:xfrm>
          <a:prstGeom prst="line">
            <a:avLst/>
          </a:prstGeom>
          <a:ln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63" name="群組 162">
            <a:extLst>
              <a:ext uri="{FF2B5EF4-FFF2-40B4-BE49-F238E27FC236}">
                <a16:creationId xmlns:a16="http://schemas.microsoft.com/office/drawing/2014/main" id="{C7A3574F-6912-4699-97BC-C6AAF4F87B1B}"/>
              </a:ext>
            </a:extLst>
          </p:cNvPr>
          <p:cNvGrpSpPr/>
          <p:nvPr/>
        </p:nvGrpSpPr>
        <p:grpSpPr>
          <a:xfrm>
            <a:off x="5088139" y="1623898"/>
            <a:ext cx="364460" cy="445241"/>
            <a:chOff x="7345659" y="4506377"/>
            <a:chExt cx="364460" cy="445241"/>
          </a:xfrm>
        </p:grpSpPr>
        <p:pic>
          <p:nvPicPr>
            <p:cNvPr id="164" name="Picture 10">
              <a:extLst>
                <a:ext uri="{FF2B5EF4-FFF2-40B4-BE49-F238E27FC236}">
                  <a16:creationId xmlns:a16="http://schemas.microsoft.com/office/drawing/2014/main" id="{9936AA08-0597-4B8C-9030-B863EE813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l="65756" t="53090" b="23820"/>
            <a:stretch/>
          </p:blipFill>
          <p:spPr>
            <a:xfrm>
              <a:off x="7384489" y="4597322"/>
              <a:ext cx="325630" cy="311150"/>
            </a:xfrm>
            <a:prstGeom prst="rect">
              <a:avLst/>
            </a:prstGeom>
          </p:spPr>
        </p:pic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5192014D-0092-4657-B47F-1F75E2E427E6}"/>
                </a:ext>
              </a:extLst>
            </p:cNvPr>
            <p:cNvSpPr/>
            <p:nvPr/>
          </p:nvSpPr>
          <p:spPr>
            <a:xfrm rot="7768525">
              <a:off x="7371806" y="4829097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971D942B-8E7A-4D3D-B35B-05B6D2774C17}"/>
                </a:ext>
              </a:extLst>
            </p:cNvPr>
            <p:cNvSpPr/>
            <p:nvPr/>
          </p:nvSpPr>
          <p:spPr>
            <a:xfrm rot="6739926">
              <a:off x="7532599" y="4480230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67" name="直線單箭頭接點 166">
            <a:extLst>
              <a:ext uri="{FF2B5EF4-FFF2-40B4-BE49-F238E27FC236}">
                <a16:creationId xmlns:a16="http://schemas.microsoft.com/office/drawing/2014/main" id="{5A95ADC8-0761-4AD5-B3CC-C9AE89E6AA5F}"/>
              </a:ext>
            </a:extLst>
          </p:cNvPr>
          <p:cNvCxnSpPr>
            <a:cxnSpLocks/>
          </p:cNvCxnSpPr>
          <p:nvPr/>
        </p:nvCxnSpPr>
        <p:spPr>
          <a:xfrm flipV="1">
            <a:off x="4573550" y="1991276"/>
            <a:ext cx="609601" cy="1405024"/>
          </a:xfrm>
          <a:prstGeom prst="straightConnector1">
            <a:avLst/>
          </a:prstGeom>
          <a:ln>
            <a:prstDash val="soli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8" name="圖片 167">
            <a:extLst>
              <a:ext uri="{FF2B5EF4-FFF2-40B4-BE49-F238E27FC236}">
                <a16:creationId xmlns:a16="http://schemas.microsoft.com/office/drawing/2014/main" id="{FECAA739-7DFB-40BC-9E49-29219DE4DCA4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flipV="1">
            <a:off x="6146194" y="1267754"/>
            <a:ext cx="1403286" cy="69480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693EAB6E-2D72-46DE-9A25-2616AFB6CF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 flipV="1">
            <a:off x="6146194" y="1693387"/>
            <a:ext cx="1403286" cy="69480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B8BBB041-9E67-48E0-A806-E652E938363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rot="10800000" flipV="1">
            <a:off x="6245255" y="3399792"/>
            <a:ext cx="1403286" cy="6948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1F49E002-55C2-47C0-87B3-3A507A2BB3E9}"/>
                  </a:ext>
                </a:extLst>
              </p:cNvPr>
              <p:cNvSpPr txBox="1"/>
              <p:nvPr/>
            </p:nvSpPr>
            <p:spPr>
              <a:xfrm>
                <a:off x="5774844" y="2300694"/>
                <a:ext cx="41276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sz="3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1F49E002-55C2-47C0-87B3-3A507A2BB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844" y="2300694"/>
                <a:ext cx="412766" cy="5847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22D820C6-F00A-4633-9492-E89A52578F55}"/>
              </a:ext>
            </a:extLst>
          </p:cNvPr>
          <p:cNvCxnSpPr>
            <a:cxnSpLocks/>
          </p:cNvCxnSpPr>
          <p:nvPr/>
        </p:nvCxnSpPr>
        <p:spPr>
          <a:xfrm>
            <a:off x="6513437" y="3486923"/>
            <a:ext cx="67434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4AB2762A-F84C-4965-BB33-B9E7E68C2BB5}"/>
                  </a:ext>
                </a:extLst>
              </p:cNvPr>
              <p:cNvSpPr/>
              <p:nvPr/>
            </p:nvSpPr>
            <p:spPr>
              <a:xfrm>
                <a:off x="6708171" y="3031148"/>
                <a:ext cx="40588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4AB2762A-F84C-4965-BB33-B9E7E68C2B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8171" y="3031148"/>
                <a:ext cx="405880" cy="369332"/>
              </a:xfrm>
              <a:prstGeom prst="rect">
                <a:avLst/>
              </a:prstGeom>
              <a:blipFill>
                <a:blip r:embed="rId14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68438668-D399-4263-90F6-639EDE762A82}"/>
              </a:ext>
            </a:extLst>
          </p:cNvPr>
          <p:cNvGrpSpPr/>
          <p:nvPr/>
        </p:nvGrpSpPr>
        <p:grpSpPr>
          <a:xfrm>
            <a:off x="6362827" y="3273295"/>
            <a:ext cx="309184" cy="485108"/>
            <a:chOff x="6593267" y="4678512"/>
            <a:chExt cx="309184" cy="485108"/>
          </a:xfrm>
        </p:grpSpPr>
        <p:pic>
          <p:nvPicPr>
            <p:cNvPr id="175" name="Picture 10">
              <a:extLst>
                <a:ext uri="{FF2B5EF4-FFF2-40B4-BE49-F238E27FC236}">
                  <a16:creationId xmlns:a16="http://schemas.microsoft.com/office/drawing/2014/main" id="{0A49D40C-FC75-480C-90F0-1D5966034E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t="27559" r="67485" b="49351"/>
            <a:stretch/>
          </p:blipFill>
          <p:spPr>
            <a:xfrm>
              <a:off x="6593267" y="4756150"/>
              <a:ext cx="309184" cy="311150"/>
            </a:xfrm>
            <a:prstGeom prst="rect">
              <a:avLst/>
            </a:prstGeom>
          </p:spPr>
        </p:pic>
        <p:sp>
          <p:nvSpPr>
            <p:cNvPr id="176" name="矩形 175">
              <a:extLst>
                <a:ext uri="{FF2B5EF4-FFF2-40B4-BE49-F238E27FC236}">
                  <a16:creationId xmlns:a16="http://schemas.microsoft.com/office/drawing/2014/main" id="{B7E4838A-4EAD-42D0-B840-39FE5269BF47}"/>
                </a:ext>
              </a:extLst>
            </p:cNvPr>
            <p:cNvSpPr/>
            <p:nvPr/>
          </p:nvSpPr>
          <p:spPr>
            <a:xfrm rot="6852784">
              <a:off x="6663965" y="5041099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7" name="矩形 176">
              <a:extLst>
                <a:ext uri="{FF2B5EF4-FFF2-40B4-BE49-F238E27FC236}">
                  <a16:creationId xmlns:a16="http://schemas.microsoft.com/office/drawing/2014/main" id="{BD8C2D84-579A-4D47-BDD1-80687F0B2D74}"/>
                </a:ext>
              </a:extLst>
            </p:cNvPr>
            <p:cNvSpPr/>
            <p:nvPr/>
          </p:nvSpPr>
          <p:spPr>
            <a:xfrm rot="6852784">
              <a:off x="6764326" y="465236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2CB8DCBE-82C7-4204-9464-FF20C6322FBE}"/>
              </a:ext>
            </a:extLst>
          </p:cNvPr>
          <p:cNvCxnSpPr>
            <a:cxnSpLocks/>
          </p:cNvCxnSpPr>
          <p:nvPr/>
        </p:nvCxnSpPr>
        <p:spPr>
          <a:xfrm>
            <a:off x="7214974" y="1990035"/>
            <a:ext cx="0" cy="1489524"/>
          </a:xfrm>
          <a:prstGeom prst="line">
            <a:avLst/>
          </a:prstGeom>
          <a:ln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BBFD1B23-7AA7-4B66-B8BA-B5D5BD69C04E}"/>
              </a:ext>
            </a:extLst>
          </p:cNvPr>
          <p:cNvGrpSpPr/>
          <p:nvPr/>
        </p:nvGrpSpPr>
        <p:grpSpPr>
          <a:xfrm>
            <a:off x="7030269" y="1593419"/>
            <a:ext cx="369221" cy="442859"/>
            <a:chOff x="7340898" y="4506378"/>
            <a:chExt cx="369221" cy="442859"/>
          </a:xfrm>
        </p:grpSpPr>
        <p:pic>
          <p:nvPicPr>
            <p:cNvPr id="182" name="Picture 10">
              <a:extLst>
                <a:ext uri="{FF2B5EF4-FFF2-40B4-BE49-F238E27FC236}">
                  <a16:creationId xmlns:a16="http://schemas.microsoft.com/office/drawing/2014/main" id="{508F8999-8ED3-4828-8802-8C11607631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l="65756" t="53090" b="23820"/>
            <a:stretch/>
          </p:blipFill>
          <p:spPr>
            <a:xfrm>
              <a:off x="7384489" y="4597322"/>
              <a:ext cx="325630" cy="311150"/>
            </a:xfrm>
            <a:prstGeom prst="rect">
              <a:avLst/>
            </a:prstGeom>
          </p:spPr>
        </p:pic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5492783F-BFB7-4ABF-A46A-25BEA36E3445}"/>
                </a:ext>
              </a:extLst>
            </p:cNvPr>
            <p:cNvSpPr/>
            <p:nvPr/>
          </p:nvSpPr>
          <p:spPr>
            <a:xfrm rot="7768525">
              <a:off x="7367045" y="4826716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D3D1A132-2498-4929-9B24-3F965A1A0699}"/>
                </a:ext>
              </a:extLst>
            </p:cNvPr>
            <p:cNvSpPr/>
            <p:nvPr/>
          </p:nvSpPr>
          <p:spPr>
            <a:xfrm rot="6739926">
              <a:off x="7532600" y="4480231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86" name="直線單箭頭接點 185">
            <a:extLst>
              <a:ext uri="{FF2B5EF4-FFF2-40B4-BE49-F238E27FC236}">
                <a16:creationId xmlns:a16="http://schemas.microsoft.com/office/drawing/2014/main" id="{5EDD0A74-E198-4DAA-A530-76F5C7190145}"/>
              </a:ext>
            </a:extLst>
          </p:cNvPr>
          <p:cNvCxnSpPr>
            <a:cxnSpLocks/>
          </p:cNvCxnSpPr>
          <p:nvPr/>
        </p:nvCxnSpPr>
        <p:spPr>
          <a:xfrm flipV="1">
            <a:off x="6520441" y="1960796"/>
            <a:ext cx="609601" cy="1405024"/>
          </a:xfrm>
          <a:prstGeom prst="straightConnector1">
            <a:avLst/>
          </a:prstGeom>
          <a:ln>
            <a:prstDash val="soli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58DAC424-764D-4A6C-B40B-D8B4596F3B99}"/>
                  </a:ext>
                </a:extLst>
              </p:cNvPr>
              <p:cNvSpPr/>
              <p:nvPr/>
            </p:nvSpPr>
            <p:spPr>
              <a:xfrm>
                <a:off x="6652182" y="1317493"/>
                <a:ext cx="46358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58DAC424-764D-4A6C-B40B-D8B4596F3B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182" y="1317493"/>
                <a:ext cx="46358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B99716B2-BB4B-4C94-978B-4C25BE7BA5F9}"/>
                  </a:ext>
                </a:extLst>
              </p:cNvPr>
              <p:cNvSpPr/>
              <p:nvPr/>
            </p:nvSpPr>
            <p:spPr>
              <a:xfrm>
                <a:off x="4705568" y="1322030"/>
                <a:ext cx="4625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B99716B2-BB4B-4C94-978B-4C25BE7BA5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568" y="1322030"/>
                <a:ext cx="46256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9" name="圖片 198">
            <a:extLst>
              <a:ext uri="{FF2B5EF4-FFF2-40B4-BE49-F238E27FC236}">
                <a16:creationId xmlns:a16="http://schemas.microsoft.com/office/drawing/2014/main" id="{6D6BED6B-83A5-4BBC-BF0F-1B50236E010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088849"/>
            <a:ext cx="1752600" cy="404893"/>
          </a:xfrm>
          <a:prstGeom prst="rect">
            <a:avLst/>
          </a:prstGeom>
        </p:spPr>
      </p:pic>
      <p:cxnSp>
        <p:nvCxnSpPr>
          <p:cNvPr id="200" name="直線接點 199">
            <a:extLst>
              <a:ext uri="{FF2B5EF4-FFF2-40B4-BE49-F238E27FC236}">
                <a16:creationId xmlns:a16="http://schemas.microsoft.com/office/drawing/2014/main" id="{1E8DCB16-85A4-4D25-BE96-EBF3E79930E9}"/>
              </a:ext>
            </a:extLst>
          </p:cNvPr>
          <p:cNvCxnSpPr>
            <a:cxnSpLocks/>
          </p:cNvCxnSpPr>
          <p:nvPr/>
        </p:nvCxnSpPr>
        <p:spPr>
          <a:xfrm>
            <a:off x="8422359" y="1405672"/>
            <a:ext cx="720001" cy="108000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直線接點 200">
            <a:extLst>
              <a:ext uri="{FF2B5EF4-FFF2-40B4-BE49-F238E27FC236}">
                <a16:creationId xmlns:a16="http://schemas.microsoft.com/office/drawing/2014/main" id="{94B439FB-12E7-456F-AE29-806301A8D20E}"/>
              </a:ext>
            </a:extLst>
          </p:cNvPr>
          <p:cNvCxnSpPr>
            <a:cxnSpLocks/>
          </p:cNvCxnSpPr>
          <p:nvPr/>
        </p:nvCxnSpPr>
        <p:spPr>
          <a:xfrm flipH="1">
            <a:off x="9142359" y="1398168"/>
            <a:ext cx="720000" cy="108000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2BC921A4-E442-4DF5-BB60-0671E15D5C97}"/>
                  </a:ext>
                </a:extLst>
              </p:cNvPr>
              <p:cNvSpPr/>
              <p:nvPr/>
            </p:nvSpPr>
            <p:spPr>
              <a:xfrm>
                <a:off x="8940204" y="3692819"/>
                <a:ext cx="40588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2BC921A4-E442-4DF5-BB60-0671E15D5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0204" y="3692819"/>
                <a:ext cx="405880" cy="369332"/>
              </a:xfrm>
              <a:prstGeom prst="rect">
                <a:avLst/>
              </a:prstGeom>
              <a:blipFill>
                <a:blip r:embed="rId1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線單箭頭接點 206">
            <a:extLst>
              <a:ext uri="{FF2B5EF4-FFF2-40B4-BE49-F238E27FC236}">
                <a16:creationId xmlns:a16="http://schemas.microsoft.com/office/drawing/2014/main" id="{D9B26AFE-4863-4E9B-95EA-5BCAC643F8E5}"/>
              </a:ext>
            </a:extLst>
          </p:cNvPr>
          <p:cNvCxnSpPr>
            <a:cxnSpLocks/>
          </p:cNvCxnSpPr>
          <p:nvPr/>
        </p:nvCxnSpPr>
        <p:spPr>
          <a:xfrm>
            <a:off x="8284394" y="3716267"/>
            <a:ext cx="1765935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CAAD636E-8010-43B0-A115-3D52B16EBB92}"/>
                  </a:ext>
                </a:extLst>
              </p:cNvPr>
              <p:cNvSpPr/>
              <p:nvPr/>
            </p:nvSpPr>
            <p:spPr>
              <a:xfrm>
                <a:off x="8512936" y="1375221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CAAD636E-8010-43B0-A115-3D52B16EBB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936" y="1375221"/>
                <a:ext cx="1261590" cy="400110"/>
              </a:xfrm>
              <a:prstGeom prst="rect">
                <a:avLst/>
              </a:prstGeom>
              <a:blipFill>
                <a:blip r:embed="rId18"/>
                <a:stretch>
                  <a:fillRect t="-123077" r="-22705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C08D85DB-23E3-4D3D-9D85-4469F6BF6BC5}"/>
                  </a:ext>
                </a:extLst>
              </p:cNvPr>
              <p:cNvSpPr/>
              <p:nvPr/>
            </p:nvSpPr>
            <p:spPr>
              <a:xfrm>
                <a:off x="8508318" y="2451257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C08D85DB-23E3-4D3D-9D85-4469F6BF6B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318" y="2451257"/>
                <a:ext cx="1261590" cy="400110"/>
              </a:xfrm>
              <a:prstGeom prst="rect">
                <a:avLst/>
              </a:prstGeom>
              <a:blipFill>
                <a:blip r:embed="rId19"/>
                <a:stretch>
                  <a:fillRect t="-121212" r="-22222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35C707C8-129C-4A0D-9F91-E26A80B7A681}"/>
                  </a:ext>
                </a:extLst>
              </p:cNvPr>
              <p:cNvSpPr/>
              <p:nvPr/>
            </p:nvSpPr>
            <p:spPr>
              <a:xfrm>
                <a:off x="8518438" y="2840577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35C707C8-129C-4A0D-9F91-E26A80B7A6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8438" y="2840577"/>
                <a:ext cx="1261590" cy="400110"/>
              </a:xfrm>
              <a:prstGeom prst="rect">
                <a:avLst/>
              </a:prstGeom>
              <a:blipFill>
                <a:blip r:embed="rId20"/>
                <a:stretch>
                  <a:fillRect t="-121212" r="-12560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92F933FD-BF51-4EEA-BB79-CFB9C4F47941}"/>
                  </a:ext>
                </a:extLst>
              </p:cNvPr>
              <p:cNvSpPr/>
              <p:nvPr/>
            </p:nvSpPr>
            <p:spPr>
              <a:xfrm>
                <a:off x="8536027" y="3260582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92F933FD-BF51-4EEA-BB79-CFB9C4F479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6027" y="3260582"/>
                <a:ext cx="1261590" cy="400110"/>
              </a:xfrm>
              <a:prstGeom prst="rect">
                <a:avLst/>
              </a:prstGeom>
              <a:blipFill>
                <a:blip r:embed="rId21"/>
                <a:stretch>
                  <a:fillRect t="-121212" r="-1352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矩形 211">
            <a:extLst>
              <a:ext uri="{FF2B5EF4-FFF2-40B4-BE49-F238E27FC236}">
                <a16:creationId xmlns:a16="http://schemas.microsoft.com/office/drawing/2014/main" id="{C4580336-CFBA-43E1-ADF6-9E01E2F05BA1}"/>
              </a:ext>
            </a:extLst>
          </p:cNvPr>
          <p:cNvSpPr/>
          <p:nvPr/>
        </p:nvSpPr>
        <p:spPr>
          <a:xfrm>
            <a:off x="8253737" y="974825"/>
            <a:ext cx="190181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973E3394-4A80-480A-A26D-99C4A7F7F372}"/>
              </a:ext>
            </a:extLst>
          </p:cNvPr>
          <p:cNvSpPr/>
          <p:nvPr/>
        </p:nvSpPr>
        <p:spPr>
          <a:xfrm>
            <a:off x="5644460" y="4017043"/>
            <a:ext cx="64518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1200" dirty="0"/>
              <a:t>D. Y. </a:t>
            </a:r>
            <a:r>
              <a:rPr lang="en-US" altLang="zh-TW" sz="1200" dirty="0" err="1"/>
              <a:t>Qiu</a:t>
            </a:r>
            <a:r>
              <a:rPr lang="en-US" altLang="zh-TW" sz="1200" dirty="0"/>
              <a:t> </a:t>
            </a:r>
            <a:r>
              <a:rPr lang="en-US" altLang="zh-TW" sz="1200" i="1" dirty="0"/>
              <a:t>et al.</a:t>
            </a:r>
            <a:r>
              <a:rPr lang="en-US" altLang="zh-TW" sz="1200" dirty="0"/>
              <a:t>, </a:t>
            </a:r>
            <a:r>
              <a:rPr lang="en-US" altLang="zh-TW" sz="1200" i="1" dirty="0"/>
              <a:t>Phys. Rev. Lett.</a:t>
            </a:r>
            <a:r>
              <a:rPr lang="en-US" altLang="zh-TW" sz="1200" dirty="0"/>
              <a:t> </a:t>
            </a:r>
            <a:r>
              <a:rPr lang="en-US" altLang="zh-TW" sz="1200" b="1" dirty="0"/>
              <a:t>115</a:t>
            </a:r>
            <a:r>
              <a:rPr lang="en-US" altLang="zh-TW" sz="1200" dirty="0"/>
              <a:t>, 176801 (2015) / G.-H. Peng </a:t>
            </a:r>
            <a:r>
              <a:rPr lang="en-US" altLang="zh-TW" sz="1200" i="1" dirty="0"/>
              <a:t>et al.</a:t>
            </a:r>
            <a:r>
              <a:rPr lang="en-US" altLang="zh-TW" sz="1200" dirty="0"/>
              <a:t>, </a:t>
            </a:r>
            <a:r>
              <a:rPr lang="en-US" altLang="zh-TW" sz="1200" i="1" dirty="0"/>
              <a:t>Phys. Rev. B</a:t>
            </a:r>
            <a:r>
              <a:rPr lang="en-US" altLang="zh-TW" sz="1200" dirty="0"/>
              <a:t> 106, 155304 (2022).</a:t>
            </a:r>
            <a:endParaRPr lang="zh-TW" altLang="en-US" sz="1200" dirty="0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83B82B9D-5F86-4EF2-AAEB-C648665DE923}"/>
              </a:ext>
            </a:extLst>
          </p:cNvPr>
          <p:cNvSpPr/>
          <p:nvPr/>
        </p:nvSpPr>
        <p:spPr>
          <a:xfrm>
            <a:off x="39898" y="6377380"/>
            <a:ext cx="219977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altLang="zh-TW" sz="1150" dirty="0"/>
              <a:t>A. Splendiani </a:t>
            </a:r>
            <a:r>
              <a:rPr lang="it-IT" altLang="zh-TW" sz="1150" i="1" dirty="0"/>
              <a:t>et al.</a:t>
            </a:r>
            <a:r>
              <a:rPr lang="it-IT" altLang="zh-TW" sz="1150" dirty="0"/>
              <a:t>, </a:t>
            </a:r>
            <a:r>
              <a:rPr lang="it-IT" altLang="zh-TW" sz="1150" i="1" dirty="0"/>
              <a:t>Nano Lett.</a:t>
            </a:r>
            <a:r>
              <a:rPr lang="it-IT" altLang="zh-TW" sz="1150" dirty="0"/>
              <a:t> </a:t>
            </a:r>
            <a:r>
              <a:rPr lang="it-IT" altLang="zh-TW" sz="1150" b="1" dirty="0"/>
              <a:t>10</a:t>
            </a:r>
            <a:r>
              <a:rPr lang="it-IT" altLang="zh-TW" sz="1150" dirty="0"/>
              <a:t>, 1271 (2010)</a:t>
            </a:r>
            <a:endParaRPr lang="zh-TW" alt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AC9081E5-CB53-4A79-A35A-200A440357F8}"/>
                  </a:ext>
                </a:extLst>
              </p:cNvPr>
              <p:cNvSpPr/>
              <p:nvPr/>
            </p:nvSpPr>
            <p:spPr>
              <a:xfrm>
                <a:off x="68909" y="2316968"/>
                <a:ext cx="1066155" cy="40011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1-2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eV</m:t>
                    </m:r>
                  </m:oMath>
                </a14:m>
                <a:r>
                  <a:rPr lang="en-US" altLang="zh-TW" sz="20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AC9081E5-CB53-4A79-A35A-200A440357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9" y="2316968"/>
                <a:ext cx="1066155" cy="400110"/>
              </a:xfrm>
              <a:prstGeom prst="rect">
                <a:avLst/>
              </a:prstGeom>
              <a:blipFill>
                <a:blip r:embed="rId39"/>
                <a:stretch>
                  <a:fillRect l="-5714" t="-9091" b="-2424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群組 9">
            <a:extLst>
              <a:ext uri="{FF2B5EF4-FFF2-40B4-BE49-F238E27FC236}">
                <a16:creationId xmlns:a16="http://schemas.microsoft.com/office/drawing/2014/main" id="{19B21DFF-CF20-4073-91D7-2951F6075BDD}"/>
              </a:ext>
            </a:extLst>
          </p:cNvPr>
          <p:cNvGrpSpPr/>
          <p:nvPr/>
        </p:nvGrpSpPr>
        <p:grpSpPr>
          <a:xfrm>
            <a:off x="129162" y="5289962"/>
            <a:ext cx="2014334" cy="882194"/>
            <a:chOff x="1830684" y="2392883"/>
            <a:chExt cx="2014334" cy="882194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E69451B-A6C6-4345-8EB8-EA3420487C8D}"/>
                </a:ext>
              </a:extLst>
            </p:cNvPr>
            <p:cNvSpPr/>
            <p:nvPr/>
          </p:nvSpPr>
          <p:spPr>
            <a:xfrm>
              <a:off x="2655750" y="2649314"/>
              <a:ext cx="3642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&amp;</a:t>
              </a: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594CB4C9-E3E1-44B9-AE29-D8CED6A6D8EC}"/>
                </a:ext>
              </a:extLst>
            </p:cNvPr>
            <p:cNvSpPr/>
            <p:nvPr/>
          </p:nvSpPr>
          <p:spPr>
            <a:xfrm>
              <a:off x="2008137" y="2392883"/>
              <a:ext cx="165942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Direct band gap</a:t>
              </a:r>
            </a:p>
          </p:txBody>
        </p:sp>
        <p:sp>
          <p:nvSpPr>
            <p:cNvPr id="252" name="矩形 251">
              <a:extLst>
                <a:ext uri="{FF2B5EF4-FFF2-40B4-BE49-F238E27FC236}">
                  <a16:creationId xmlns:a16="http://schemas.microsoft.com/office/drawing/2014/main" id="{A8834724-40B8-4A32-A0B2-03E8E6BA5D51}"/>
                </a:ext>
              </a:extLst>
            </p:cNvPr>
            <p:cNvSpPr/>
            <p:nvPr/>
          </p:nvSpPr>
          <p:spPr>
            <a:xfrm>
              <a:off x="1830684" y="2905745"/>
              <a:ext cx="201433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Suitable energy gap</a:t>
              </a:r>
            </a:p>
          </p:txBody>
        </p:sp>
      </p:grpSp>
      <p:sp>
        <p:nvSpPr>
          <p:cNvPr id="253" name="矩形: 圓角 252">
            <a:extLst>
              <a:ext uri="{FF2B5EF4-FFF2-40B4-BE49-F238E27FC236}">
                <a16:creationId xmlns:a16="http://schemas.microsoft.com/office/drawing/2014/main" id="{D061EB3F-200D-47C2-9192-62B9722BFF34}"/>
              </a:ext>
            </a:extLst>
          </p:cNvPr>
          <p:cNvSpPr/>
          <p:nvPr/>
        </p:nvSpPr>
        <p:spPr>
          <a:xfrm>
            <a:off x="25978" y="653466"/>
            <a:ext cx="2183822" cy="619021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55" name="矩形: 圓角 254">
            <a:extLst>
              <a:ext uri="{FF2B5EF4-FFF2-40B4-BE49-F238E27FC236}">
                <a16:creationId xmlns:a16="http://schemas.microsoft.com/office/drawing/2014/main" id="{8E501ED9-58E3-4B2B-83CC-9D106154D828}"/>
              </a:ext>
            </a:extLst>
          </p:cNvPr>
          <p:cNvSpPr/>
          <p:nvPr/>
        </p:nvSpPr>
        <p:spPr>
          <a:xfrm>
            <a:off x="8723496" y="4270487"/>
            <a:ext cx="3443103" cy="257319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87" name="矩形: 圓角 286">
            <a:extLst>
              <a:ext uri="{FF2B5EF4-FFF2-40B4-BE49-F238E27FC236}">
                <a16:creationId xmlns:a16="http://schemas.microsoft.com/office/drawing/2014/main" id="{1BE5ADA7-B99B-41CB-BE45-E993D813FE98}"/>
              </a:ext>
            </a:extLst>
          </p:cNvPr>
          <p:cNvSpPr/>
          <p:nvPr/>
        </p:nvSpPr>
        <p:spPr>
          <a:xfrm>
            <a:off x="2212976" y="4270487"/>
            <a:ext cx="6514520" cy="257319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89" name="箭號: 向下 288">
            <a:extLst>
              <a:ext uri="{FF2B5EF4-FFF2-40B4-BE49-F238E27FC236}">
                <a16:creationId xmlns:a16="http://schemas.microsoft.com/office/drawing/2014/main" id="{1BDD9E5D-96D4-4590-80C3-A8A74DD37F39}"/>
              </a:ext>
            </a:extLst>
          </p:cNvPr>
          <p:cNvSpPr/>
          <p:nvPr/>
        </p:nvSpPr>
        <p:spPr>
          <a:xfrm rot="10800000">
            <a:off x="7541178" y="1908519"/>
            <a:ext cx="166846" cy="300642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0" name="箭號: 向下 289">
            <a:extLst>
              <a:ext uri="{FF2B5EF4-FFF2-40B4-BE49-F238E27FC236}">
                <a16:creationId xmlns:a16="http://schemas.microsoft.com/office/drawing/2014/main" id="{09EC754C-FD9C-42E3-9EC1-DC5781250151}"/>
              </a:ext>
            </a:extLst>
          </p:cNvPr>
          <p:cNvSpPr/>
          <p:nvPr/>
        </p:nvSpPr>
        <p:spPr>
          <a:xfrm>
            <a:off x="7534822" y="1457024"/>
            <a:ext cx="166849" cy="300640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1" name="箭號: 向下 290">
            <a:extLst>
              <a:ext uri="{FF2B5EF4-FFF2-40B4-BE49-F238E27FC236}">
                <a16:creationId xmlns:a16="http://schemas.microsoft.com/office/drawing/2014/main" id="{090A2D20-11EC-41DC-BB28-7BE3D9F1B491}"/>
              </a:ext>
            </a:extLst>
          </p:cNvPr>
          <p:cNvSpPr/>
          <p:nvPr/>
        </p:nvSpPr>
        <p:spPr>
          <a:xfrm>
            <a:off x="7534822" y="3595688"/>
            <a:ext cx="166849" cy="300640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2" name="箭號: 向下 291">
            <a:extLst>
              <a:ext uri="{FF2B5EF4-FFF2-40B4-BE49-F238E27FC236}">
                <a16:creationId xmlns:a16="http://schemas.microsoft.com/office/drawing/2014/main" id="{3EC63AED-6CAB-45E9-A41C-A1CC6A512D42}"/>
              </a:ext>
            </a:extLst>
          </p:cNvPr>
          <p:cNvSpPr/>
          <p:nvPr/>
        </p:nvSpPr>
        <p:spPr>
          <a:xfrm>
            <a:off x="7764284" y="1947827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9" name="箭號: 向下 298">
            <a:extLst>
              <a:ext uri="{FF2B5EF4-FFF2-40B4-BE49-F238E27FC236}">
                <a16:creationId xmlns:a16="http://schemas.microsoft.com/office/drawing/2014/main" id="{D487605A-B3D5-4D25-A3BE-3540C51C54CE}"/>
              </a:ext>
            </a:extLst>
          </p:cNvPr>
          <p:cNvSpPr/>
          <p:nvPr/>
        </p:nvSpPr>
        <p:spPr>
          <a:xfrm rot="10800000">
            <a:off x="7749996" y="1571590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1" name="箭號: 向下 300">
            <a:extLst>
              <a:ext uri="{FF2B5EF4-FFF2-40B4-BE49-F238E27FC236}">
                <a16:creationId xmlns:a16="http://schemas.microsoft.com/office/drawing/2014/main" id="{40B6F95D-CCC4-4D40-97F8-33294D6F7A2D}"/>
              </a:ext>
            </a:extLst>
          </p:cNvPr>
          <p:cNvSpPr/>
          <p:nvPr/>
        </p:nvSpPr>
        <p:spPr>
          <a:xfrm rot="10800000">
            <a:off x="7745957" y="3723849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4" name="箭號: 向下 313">
            <a:extLst>
              <a:ext uri="{FF2B5EF4-FFF2-40B4-BE49-F238E27FC236}">
                <a16:creationId xmlns:a16="http://schemas.microsoft.com/office/drawing/2014/main" id="{9E68CE40-C4FD-4400-B773-1C7678367731}"/>
              </a:ext>
            </a:extLst>
          </p:cNvPr>
          <p:cNvSpPr/>
          <p:nvPr/>
        </p:nvSpPr>
        <p:spPr>
          <a:xfrm>
            <a:off x="5568887" y="1908519"/>
            <a:ext cx="166846" cy="300642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5" name="箭號: 向下 314">
            <a:extLst>
              <a:ext uri="{FF2B5EF4-FFF2-40B4-BE49-F238E27FC236}">
                <a16:creationId xmlns:a16="http://schemas.microsoft.com/office/drawing/2014/main" id="{55FFAFD8-4745-4862-90E6-F076058175CF}"/>
              </a:ext>
            </a:extLst>
          </p:cNvPr>
          <p:cNvSpPr/>
          <p:nvPr/>
        </p:nvSpPr>
        <p:spPr>
          <a:xfrm rot="10800000">
            <a:off x="5562531" y="1457024"/>
            <a:ext cx="166849" cy="300640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6" name="箭號: 向下 315">
            <a:extLst>
              <a:ext uri="{FF2B5EF4-FFF2-40B4-BE49-F238E27FC236}">
                <a16:creationId xmlns:a16="http://schemas.microsoft.com/office/drawing/2014/main" id="{6A12D7E2-752C-41C6-8057-95654BCCCA58}"/>
              </a:ext>
            </a:extLst>
          </p:cNvPr>
          <p:cNvSpPr/>
          <p:nvPr/>
        </p:nvSpPr>
        <p:spPr>
          <a:xfrm rot="10800000">
            <a:off x="5562531" y="3595688"/>
            <a:ext cx="166849" cy="300640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7" name="箭號: 向下 316">
            <a:extLst>
              <a:ext uri="{FF2B5EF4-FFF2-40B4-BE49-F238E27FC236}">
                <a16:creationId xmlns:a16="http://schemas.microsoft.com/office/drawing/2014/main" id="{DF06C412-B581-453F-9532-19207AC996B3}"/>
              </a:ext>
            </a:extLst>
          </p:cNvPr>
          <p:cNvSpPr/>
          <p:nvPr/>
        </p:nvSpPr>
        <p:spPr>
          <a:xfrm rot="10800000">
            <a:off x="5791993" y="1947827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8" name="文字方塊 317">
            <a:extLst>
              <a:ext uri="{FF2B5EF4-FFF2-40B4-BE49-F238E27FC236}">
                <a16:creationId xmlns:a16="http://schemas.microsoft.com/office/drawing/2014/main" id="{5BA9F36A-0CDE-413C-B3AA-76706B71777F}"/>
              </a:ext>
            </a:extLst>
          </p:cNvPr>
          <p:cNvSpPr txBox="1"/>
          <p:nvPr/>
        </p:nvSpPr>
        <p:spPr>
          <a:xfrm>
            <a:off x="5589301" y="1907995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9" name="箭號: 向下 318">
            <a:extLst>
              <a:ext uri="{FF2B5EF4-FFF2-40B4-BE49-F238E27FC236}">
                <a16:creationId xmlns:a16="http://schemas.microsoft.com/office/drawing/2014/main" id="{CF03BDFB-F318-42D4-8806-BE68651F0BFA}"/>
              </a:ext>
            </a:extLst>
          </p:cNvPr>
          <p:cNvSpPr/>
          <p:nvPr/>
        </p:nvSpPr>
        <p:spPr>
          <a:xfrm>
            <a:off x="5777705" y="1571590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0" name="文字方塊 319">
            <a:extLst>
              <a:ext uri="{FF2B5EF4-FFF2-40B4-BE49-F238E27FC236}">
                <a16:creationId xmlns:a16="http://schemas.microsoft.com/office/drawing/2014/main" id="{95A15259-012B-4285-9166-B72AC0434B74}"/>
              </a:ext>
            </a:extLst>
          </p:cNvPr>
          <p:cNvSpPr txBox="1"/>
          <p:nvPr/>
        </p:nvSpPr>
        <p:spPr>
          <a:xfrm>
            <a:off x="5575013" y="1493658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1" name="箭號: 向下 320">
            <a:extLst>
              <a:ext uri="{FF2B5EF4-FFF2-40B4-BE49-F238E27FC236}">
                <a16:creationId xmlns:a16="http://schemas.microsoft.com/office/drawing/2014/main" id="{19417A0E-E9B6-49CF-9EDB-ACB440F80DF4}"/>
              </a:ext>
            </a:extLst>
          </p:cNvPr>
          <p:cNvSpPr/>
          <p:nvPr/>
        </p:nvSpPr>
        <p:spPr>
          <a:xfrm>
            <a:off x="5773666" y="3723849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9DF77F16-5581-4D02-B70A-C74CFDD41444}"/>
              </a:ext>
            </a:extLst>
          </p:cNvPr>
          <p:cNvSpPr txBox="1"/>
          <p:nvPr/>
        </p:nvSpPr>
        <p:spPr>
          <a:xfrm>
            <a:off x="5570974" y="3645917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88" name="群組 187">
            <a:extLst>
              <a:ext uri="{FF2B5EF4-FFF2-40B4-BE49-F238E27FC236}">
                <a16:creationId xmlns:a16="http://schemas.microsoft.com/office/drawing/2014/main" id="{B38A4199-52A5-4E08-B6E5-C93DE2DBBC01}"/>
              </a:ext>
            </a:extLst>
          </p:cNvPr>
          <p:cNvGrpSpPr/>
          <p:nvPr/>
        </p:nvGrpSpPr>
        <p:grpSpPr>
          <a:xfrm>
            <a:off x="2242962" y="1092542"/>
            <a:ext cx="1707704" cy="1022818"/>
            <a:chOff x="9717874" y="869348"/>
            <a:chExt cx="2300763" cy="1378027"/>
          </a:xfrm>
        </p:grpSpPr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28FD141A-02DD-4CC6-9F28-0FB2767FB3D5}"/>
                </a:ext>
              </a:extLst>
            </p:cNvPr>
            <p:cNvSpPr/>
            <p:nvPr/>
          </p:nvSpPr>
          <p:spPr>
            <a:xfrm>
              <a:off x="11257241" y="1033905"/>
              <a:ext cx="264653" cy="217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50"/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64AF0C29-42F9-4497-A7F5-7EED5B4C08E5}"/>
                </a:ext>
              </a:extLst>
            </p:cNvPr>
            <p:cNvSpPr/>
            <p:nvPr/>
          </p:nvSpPr>
          <p:spPr>
            <a:xfrm>
              <a:off x="11449967" y="1013067"/>
              <a:ext cx="279276" cy="302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50"/>
            </a:p>
          </p:txBody>
        </p:sp>
        <p:grpSp>
          <p:nvGrpSpPr>
            <p:cNvPr id="192" name="群組 191">
              <a:extLst>
                <a:ext uri="{FF2B5EF4-FFF2-40B4-BE49-F238E27FC236}">
                  <a16:creationId xmlns:a16="http://schemas.microsoft.com/office/drawing/2014/main" id="{B11682DB-25D4-40AD-9967-6CBB53A8F77D}"/>
                </a:ext>
              </a:extLst>
            </p:cNvPr>
            <p:cNvGrpSpPr/>
            <p:nvPr/>
          </p:nvGrpSpPr>
          <p:grpSpPr>
            <a:xfrm>
              <a:off x="9717874" y="869348"/>
              <a:ext cx="2300763" cy="1378027"/>
              <a:chOff x="7625750" y="0"/>
              <a:chExt cx="4305899" cy="2479218"/>
            </a:xfrm>
          </p:grpSpPr>
          <p:pic>
            <p:nvPicPr>
              <p:cNvPr id="194" name="Picture 2" descr="Figure 1">
                <a:extLst>
                  <a:ext uri="{FF2B5EF4-FFF2-40B4-BE49-F238E27FC236}">
                    <a16:creationId xmlns:a16="http://schemas.microsoft.com/office/drawing/2014/main" id="{26734820-CE8C-415A-895C-EF114168E0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07" b="63849"/>
              <a:stretch/>
            </p:blipFill>
            <p:spPr bwMode="auto">
              <a:xfrm>
                <a:off x="7625750" y="0"/>
                <a:ext cx="4305899" cy="24792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15EA6BB3-07A5-49C3-B071-1E676FB34B62}"/>
                  </a:ext>
                </a:extLst>
              </p:cNvPr>
              <p:cNvSpPr/>
              <p:nvPr/>
            </p:nvSpPr>
            <p:spPr>
              <a:xfrm>
                <a:off x="7905750" y="38100"/>
                <a:ext cx="495300" cy="3905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50" dirty="0"/>
              </a:p>
            </p:txBody>
          </p:sp>
        </p:grpSp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F8A4875A-68DB-41B1-82CE-C2BD036CD219}"/>
              </a:ext>
            </a:extLst>
          </p:cNvPr>
          <p:cNvGrpSpPr/>
          <p:nvPr/>
        </p:nvGrpSpPr>
        <p:grpSpPr>
          <a:xfrm>
            <a:off x="2273914" y="2292427"/>
            <a:ext cx="1690090" cy="1042540"/>
            <a:chOff x="8006750" y="2624308"/>
            <a:chExt cx="4305899" cy="2656114"/>
          </a:xfrm>
        </p:grpSpPr>
        <p:pic>
          <p:nvPicPr>
            <p:cNvPr id="198" name="Picture 2" descr="Figure 1">
              <a:extLst>
                <a:ext uri="{FF2B5EF4-FFF2-40B4-BE49-F238E27FC236}">
                  <a16:creationId xmlns:a16="http://schemas.microsoft.com/office/drawing/2014/main" id="{D780F88E-E972-4D6E-860F-1281177E85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107" t="38266" b="23003"/>
            <a:stretch/>
          </p:blipFill>
          <p:spPr bwMode="auto">
            <a:xfrm>
              <a:off x="8006750" y="2624308"/>
              <a:ext cx="4305899" cy="2656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13FEF973-7E5D-4511-BEB0-4E156BCCF2F0}"/>
                </a:ext>
              </a:extLst>
            </p:cNvPr>
            <p:cNvSpPr/>
            <p:nvPr/>
          </p:nvSpPr>
          <p:spPr>
            <a:xfrm>
              <a:off x="8194754" y="2924175"/>
              <a:ext cx="495300" cy="3905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206" name="矩形 205">
            <a:extLst>
              <a:ext uri="{FF2B5EF4-FFF2-40B4-BE49-F238E27FC236}">
                <a16:creationId xmlns:a16="http://schemas.microsoft.com/office/drawing/2014/main" id="{105EEBEF-640D-4473-B2F9-B5BA1BF7ADFF}"/>
              </a:ext>
            </a:extLst>
          </p:cNvPr>
          <p:cNvSpPr/>
          <p:nvPr/>
        </p:nvSpPr>
        <p:spPr>
          <a:xfrm>
            <a:off x="2219720" y="4017043"/>
            <a:ext cx="310341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a-DK" altLang="zh-TW" sz="1200" dirty="0"/>
              <a:t>L. M. Schneider </a:t>
            </a:r>
            <a:r>
              <a:rPr lang="da-DK" altLang="zh-TW" sz="1200" i="1" dirty="0"/>
              <a:t>et al.</a:t>
            </a:r>
            <a:r>
              <a:rPr lang="da-DK" altLang="zh-TW" sz="1200" dirty="0"/>
              <a:t>, </a:t>
            </a:r>
            <a:r>
              <a:rPr lang="da-DK" altLang="zh-TW" sz="1200" i="1" dirty="0"/>
              <a:t>Sci. Rep.</a:t>
            </a:r>
            <a:r>
              <a:rPr lang="da-DK" altLang="zh-TW" sz="1200" dirty="0"/>
              <a:t> </a:t>
            </a:r>
            <a:r>
              <a:rPr lang="da-DK" altLang="zh-TW" sz="1200" b="1" dirty="0"/>
              <a:t>10</a:t>
            </a:r>
            <a:r>
              <a:rPr lang="da-DK" altLang="zh-TW" sz="1200" dirty="0"/>
              <a:t>, 8091 (2020)</a:t>
            </a:r>
            <a:endParaRPr lang="zh-TW" altLang="en-US" sz="1200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6AACD2-749A-4CC8-A7A9-42DD270AECA6}"/>
              </a:ext>
            </a:extLst>
          </p:cNvPr>
          <p:cNvGrpSpPr/>
          <p:nvPr/>
        </p:nvGrpSpPr>
        <p:grpSpPr>
          <a:xfrm>
            <a:off x="2300221" y="3387605"/>
            <a:ext cx="1690090" cy="597938"/>
            <a:chOff x="4793261" y="-747191"/>
            <a:chExt cx="1690090" cy="597938"/>
          </a:xfrm>
        </p:grpSpPr>
        <p:pic>
          <p:nvPicPr>
            <p:cNvPr id="216" name="Picture 2" descr="Figure 1">
              <a:extLst>
                <a:ext uri="{FF2B5EF4-FFF2-40B4-BE49-F238E27FC236}">
                  <a16:creationId xmlns:a16="http://schemas.microsoft.com/office/drawing/2014/main" id="{74949B47-1F77-4489-956C-A62F949879D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107" t="77787"/>
            <a:stretch/>
          </p:blipFill>
          <p:spPr bwMode="auto">
            <a:xfrm>
              <a:off x="4793261" y="-747191"/>
              <a:ext cx="1690090" cy="5979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5C06637C-751C-44BE-9DEF-D59D425D5272}"/>
                </a:ext>
              </a:extLst>
            </p:cNvPr>
            <p:cNvSpPr/>
            <p:nvPr/>
          </p:nvSpPr>
          <p:spPr>
            <a:xfrm>
              <a:off x="4856215" y="-701556"/>
              <a:ext cx="194408" cy="1532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204" name="文字方塊 203">
            <a:extLst>
              <a:ext uri="{FF2B5EF4-FFF2-40B4-BE49-F238E27FC236}">
                <a16:creationId xmlns:a16="http://schemas.microsoft.com/office/drawing/2014/main" id="{4271ED77-CDC0-43CC-90F0-44BE8DF53C32}"/>
              </a:ext>
            </a:extLst>
          </p:cNvPr>
          <p:cNvSpPr txBox="1"/>
          <p:nvPr/>
        </p:nvSpPr>
        <p:spPr>
          <a:xfrm>
            <a:off x="1880753" y="2401643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文字方塊 204">
            <a:extLst>
              <a:ext uri="{FF2B5EF4-FFF2-40B4-BE49-F238E27FC236}">
                <a16:creationId xmlns:a16="http://schemas.microsoft.com/office/drawing/2014/main" id="{391EAA94-2566-41B9-8B92-F6FFA5A11078}"/>
              </a:ext>
            </a:extLst>
          </p:cNvPr>
          <p:cNvSpPr txBox="1"/>
          <p:nvPr/>
        </p:nvSpPr>
        <p:spPr>
          <a:xfrm>
            <a:off x="1880753" y="1163491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文字方塊 219">
            <a:extLst>
              <a:ext uri="{FF2B5EF4-FFF2-40B4-BE49-F238E27FC236}">
                <a16:creationId xmlns:a16="http://schemas.microsoft.com/office/drawing/2014/main" id="{2CB43497-241B-4BAF-B5D4-0AB610E914E6}"/>
              </a:ext>
            </a:extLst>
          </p:cNvPr>
          <p:cNvSpPr txBox="1"/>
          <p:nvPr/>
        </p:nvSpPr>
        <p:spPr>
          <a:xfrm>
            <a:off x="1880753" y="3378540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AB8AFC91-55A1-4E3F-ACC9-E7AC94F2998E}"/>
              </a:ext>
            </a:extLst>
          </p:cNvPr>
          <p:cNvSpPr/>
          <p:nvPr/>
        </p:nvSpPr>
        <p:spPr>
          <a:xfrm>
            <a:off x="5159791" y="955775"/>
            <a:ext cx="218013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w/o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141DEDDC-7EED-47D6-A45C-4E3666A678ED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514600" y="4655026"/>
            <a:ext cx="4267200" cy="2005501"/>
          </a:xfrm>
          <a:prstGeom prst="rect">
            <a:avLst/>
          </a:prstGeom>
        </p:spPr>
      </p:pic>
      <p:sp>
        <p:nvSpPr>
          <p:cNvPr id="225" name="矩形 224">
            <a:extLst>
              <a:ext uri="{FF2B5EF4-FFF2-40B4-BE49-F238E27FC236}">
                <a16:creationId xmlns:a16="http://schemas.microsoft.com/office/drawing/2014/main" id="{C2EC845D-3E55-4DE6-A2B2-A124DB3E5FEB}"/>
              </a:ext>
            </a:extLst>
          </p:cNvPr>
          <p:cNvSpPr/>
          <p:nvPr/>
        </p:nvSpPr>
        <p:spPr>
          <a:xfrm>
            <a:off x="2366478" y="6583086"/>
            <a:ext cx="423101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altLang="zh-TW" sz="1200" dirty="0"/>
              <a:t>C. Rosales-Guzmán, B. Ndagano </a:t>
            </a:r>
            <a:r>
              <a:rPr lang="es-ES" altLang="zh-TW" sz="1200" i="1" dirty="0"/>
              <a:t>et al.</a:t>
            </a:r>
            <a:r>
              <a:rPr lang="es-ES" altLang="zh-TW" sz="1200" dirty="0"/>
              <a:t>, </a:t>
            </a:r>
            <a:r>
              <a:rPr lang="es-ES" altLang="zh-TW" sz="1200" i="1" dirty="0"/>
              <a:t>J. Opt.</a:t>
            </a:r>
            <a:r>
              <a:rPr lang="es-ES" altLang="zh-TW" sz="1200" dirty="0"/>
              <a:t> </a:t>
            </a:r>
            <a:r>
              <a:rPr lang="es-ES" altLang="zh-TW" sz="1200" b="1" dirty="0"/>
              <a:t>20</a:t>
            </a:r>
            <a:r>
              <a:rPr lang="es-ES" altLang="zh-TW" sz="1200" dirty="0"/>
              <a:t>, 123001 (2018)</a:t>
            </a:r>
            <a:endParaRPr lang="zh-TW" altLang="en-US" sz="1150" dirty="0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7FD1C53C-6169-4296-BD76-DB021FFEB7A9}"/>
              </a:ext>
            </a:extLst>
          </p:cNvPr>
          <p:cNvSpPr/>
          <p:nvPr/>
        </p:nvSpPr>
        <p:spPr>
          <a:xfrm>
            <a:off x="6909405" y="4828863"/>
            <a:ext cx="1736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Manipulation of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977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矩形: 圓角 252">
            <a:extLst>
              <a:ext uri="{FF2B5EF4-FFF2-40B4-BE49-F238E27FC236}">
                <a16:creationId xmlns:a16="http://schemas.microsoft.com/office/drawing/2014/main" id="{D061EB3F-200D-47C2-9192-62B9722BFF34}"/>
              </a:ext>
            </a:extLst>
          </p:cNvPr>
          <p:cNvSpPr/>
          <p:nvPr/>
        </p:nvSpPr>
        <p:spPr>
          <a:xfrm>
            <a:off x="5772150" y="638175"/>
            <a:ext cx="6379952" cy="2619958"/>
          </a:xfrm>
          <a:prstGeom prst="roundRect">
            <a:avLst>
              <a:gd name="adj" fmla="val 982"/>
            </a:avLst>
          </a:prstGeom>
          <a:solidFill>
            <a:schemeClr val="bg1">
              <a:lumMod val="95000"/>
            </a:schemeClr>
          </a:solidFill>
          <a:ln w="57150">
            <a:noFill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BC4EA283-A7E9-46AC-A825-6C9F1BA36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500" y="2096932"/>
            <a:ext cx="1098650" cy="1103468"/>
          </a:xfrm>
          <a:prstGeom prst="rect">
            <a:avLst/>
          </a:prstGeom>
        </p:spPr>
      </p:pic>
      <p:sp>
        <p:nvSpPr>
          <p:cNvPr id="271" name="矩形 270">
            <a:extLst>
              <a:ext uri="{FF2B5EF4-FFF2-40B4-BE49-F238E27FC236}">
                <a16:creationId xmlns:a16="http://schemas.microsoft.com/office/drawing/2014/main" id="{39C20502-E372-40A4-ACEA-7A5A57F1C8BE}"/>
              </a:ext>
            </a:extLst>
          </p:cNvPr>
          <p:cNvSpPr/>
          <p:nvPr/>
        </p:nvSpPr>
        <p:spPr>
          <a:xfrm>
            <a:off x="38100" y="658725"/>
            <a:ext cx="3133725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Spin-orbit interaction (SOI) in light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3" name="群組 122">
            <a:extLst>
              <a:ext uri="{FF2B5EF4-FFF2-40B4-BE49-F238E27FC236}">
                <a16:creationId xmlns:a16="http://schemas.microsoft.com/office/drawing/2014/main" id="{D67594E8-D79C-4A2C-878B-25BE77E8419D}"/>
              </a:ext>
            </a:extLst>
          </p:cNvPr>
          <p:cNvGrpSpPr/>
          <p:nvPr/>
        </p:nvGrpSpPr>
        <p:grpSpPr>
          <a:xfrm rot="3736100">
            <a:off x="3606973" y="1259820"/>
            <a:ext cx="1615465" cy="1339222"/>
            <a:chOff x="1150620" y="2040672"/>
            <a:chExt cx="2887980" cy="2394139"/>
          </a:xfrm>
        </p:grpSpPr>
        <p:pic>
          <p:nvPicPr>
            <p:cNvPr id="124" name="圖片 123">
              <a:extLst>
                <a:ext uri="{FF2B5EF4-FFF2-40B4-BE49-F238E27FC236}">
                  <a16:creationId xmlns:a16="http://schemas.microsoft.com/office/drawing/2014/main" id="{72165A53-00E2-436B-8E6F-5388E56ADD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3D49F98-8AAF-453A-A07F-5F1170D66235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770E5A7-5D2B-4846-ABFF-5E66A871338A}"/>
              </a:ext>
            </a:extLst>
          </p:cNvPr>
          <p:cNvGrpSpPr/>
          <p:nvPr/>
        </p:nvGrpSpPr>
        <p:grpSpPr>
          <a:xfrm>
            <a:off x="4161386" y="1024911"/>
            <a:ext cx="644540" cy="463864"/>
            <a:chOff x="2854654" y="1882492"/>
            <a:chExt cx="798184" cy="574440"/>
          </a:xfrm>
        </p:grpSpPr>
        <p:sp>
          <p:nvSpPr>
            <p:cNvPr id="127" name="橢圓 126">
              <a:extLst>
                <a:ext uri="{FF2B5EF4-FFF2-40B4-BE49-F238E27FC236}">
                  <a16:creationId xmlns:a16="http://schemas.microsoft.com/office/drawing/2014/main" id="{2071BE1B-39B9-4248-9278-B0C596AB0856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3EDCB4EA-288B-4976-A16B-C0202ECD589B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9" name="等腰三角形 128">
              <a:extLst>
                <a:ext uri="{FF2B5EF4-FFF2-40B4-BE49-F238E27FC236}">
                  <a16:creationId xmlns:a16="http://schemas.microsoft.com/office/drawing/2014/main" id="{B7B07447-410A-429D-8D68-9B6F5DB40A7D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30" name="等腰三角形 129">
            <a:extLst>
              <a:ext uri="{FF2B5EF4-FFF2-40B4-BE49-F238E27FC236}">
                <a16:creationId xmlns:a16="http://schemas.microsoft.com/office/drawing/2014/main" id="{7C762AC5-DAD3-41F2-A2C6-77806D290761}"/>
              </a:ext>
            </a:extLst>
          </p:cNvPr>
          <p:cNvSpPr/>
          <p:nvPr/>
        </p:nvSpPr>
        <p:spPr>
          <a:xfrm rot="10800000">
            <a:off x="4369790" y="2711964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3CF34BA3-FF20-465D-854F-1C2D21F06574}"/>
                  </a:ext>
                </a:extLst>
              </p:cNvPr>
              <p:cNvSpPr/>
              <p:nvPr/>
            </p:nvSpPr>
            <p:spPr>
              <a:xfrm>
                <a:off x="4157840" y="701149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 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3CF34BA3-FF20-465D-854F-1C2D21F065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840" y="701149"/>
                <a:ext cx="741357" cy="369332"/>
              </a:xfrm>
              <a:prstGeom prst="rect">
                <a:avLst/>
              </a:prstGeom>
              <a:blipFill>
                <a:blip r:embed="rId4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6" name="圖片 295">
            <a:extLst>
              <a:ext uri="{FF2B5EF4-FFF2-40B4-BE49-F238E27FC236}">
                <a16:creationId xmlns:a16="http://schemas.microsoft.com/office/drawing/2014/main" id="{EC0E69F0-DDF3-4947-8DE2-496B937A3C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713" y="1022464"/>
            <a:ext cx="1080000" cy="1074179"/>
          </a:xfrm>
          <a:prstGeom prst="rect">
            <a:avLst/>
          </a:prstGeom>
        </p:spPr>
      </p:pic>
      <p:sp>
        <p:nvSpPr>
          <p:cNvPr id="297" name="矩形 296">
            <a:extLst>
              <a:ext uri="{FF2B5EF4-FFF2-40B4-BE49-F238E27FC236}">
                <a16:creationId xmlns:a16="http://schemas.microsoft.com/office/drawing/2014/main" id="{CE50A66E-A13F-4D9C-A501-C83B10328376}"/>
              </a:ext>
            </a:extLst>
          </p:cNvPr>
          <p:cNvSpPr/>
          <p:nvPr/>
        </p:nvSpPr>
        <p:spPr>
          <a:xfrm>
            <a:off x="9147282" y="97921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8" name="矩形 297">
                <a:extLst>
                  <a:ext uri="{FF2B5EF4-FFF2-40B4-BE49-F238E27FC236}">
                    <a16:creationId xmlns:a16="http://schemas.microsoft.com/office/drawing/2014/main" id="{2F1F72E0-1880-4E7D-90C4-7F3D8BC4C362}"/>
                  </a:ext>
                </a:extLst>
              </p:cNvPr>
              <p:cNvSpPr/>
              <p:nvPr/>
            </p:nvSpPr>
            <p:spPr>
              <a:xfrm>
                <a:off x="11677165" y="2037683"/>
                <a:ext cx="480901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98" name="矩形 297">
                <a:extLst>
                  <a:ext uri="{FF2B5EF4-FFF2-40B4-BE49-F238E27FC236}">
                    <a16:creationId xmlns:a16="http://schemas.microsoft.com/office/drawing/2014/main" id="{2F1F72E0-1880-4E7D-90C4-7F3D8BC4C3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165" y="2037683"/>
                <a:ext cx="480901" cy="3431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0" name="圖片 299">
            <a:extLst>
              <a:ext uri="{FF2B5EF4-FFF2-40B4-BE49-F238E27FC236}">
                <a16:creationId xmlns:a16="http://schemas.microsoft.com/office/drawing/2014/main" id="{E1D4C9B4-AA97-49F2-BBA7-1EAF97713B30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9424" y="1045737"/>
            <a:ext cx="355014" cy="103452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2" name="文字方塊 301">
                <a:extLst>
                  <a:ext uri="{FF2B5EF4-FFF2-40B4-BE49-F238E27FC236}">
                    <a16:creationId xmlns:a16="http://schemas.microsoft.com/office/drawing/2014/main" id="{579FB8C8-B6A7-4498-8CB7-262A2F0947F5}"/>
                  </a:ext>
                </a:extLst>
              </p:cNvPr>
              <p:cNvSpPr txBox="1"/>
              <p:nvPr/>
            </p:nvSpPr>
            <p:spPr>
              <a:xfrm>
                <a:off x="7649128" y="1766355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02" name="文字方塊 301">
                <a:extLst>
                  <a:ext uri="{FF2B5EF4-FFF2-40B4-BE49-F238E27FC236}">
                    <a16:creationId xmlns:a16="http://schemas.microsoft.com/office/drawing/2014/main" id="{579FB8C8-B6A7-4498-8CB7-262A2F094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9128" y="1766355"/>
                <a:ext cx="699886" cy="276999"/>
              </a:xfrm>
              <a:prstGeom prst="rect">
                <a:avLst/>
              </a:prstGeom>
              <a:blipFill>
                <a:blip r:embed="rId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3" name="矩形 302">
            <a:extLst>
              <a:ext uri="{FF2B5EF4-FFF2-40B4-BE49-F238E27FC236}">
                <a16:creationId xmlns:a16="http://schemas.microsoft.com/office/drawing/2014/main" id="{84143A28-21AF-4865-8AF9-75BCD9D00AC0}"/>
              </a:ext>
            </a:extLst>
          </p:cNvPr>
          <p:cNvSpPr/>
          <p:nvPr/>
        </p:nvSpPr>
        <p:spPr>
          <a:xfrm>
            <a:off x="8294485" y="2226842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4" name="圖片 303">
            <a:extLst>
              <a:ext uri="{FF2B5EF4-FFF2-40B4-BE49-F238E27FC236}">
                <a16:creationId xmlns:a16="http://schemas.microsoft.com/office/drawing/2014/main" id="{5557099D-D11C-49A8-9040-BA29147FF11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18" t="14804" r="72956" b="15871"/>
          <a:stretch/>
        </p:blipFill>
        <p:spPr>
          <a:xfrm>
            <a:off x="7776951" y="2108517"/>
            <a:ext cx="1080000" cy="108251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9807E926-5C77-4D34-AB33-8696C42020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45774" y="2138729"/>
            <a:ext cx="345309" cy="1036947"/>
          </a:xfrm>
          <a:prstGeom prst="rect">
            <a:avLst/>
          </a:prstGeom>
        </p:spPr>
      </p:pic>
      <p:sp>
        <p:nvSpPr>
          <p:cNvPr id="307" name="矩形 306">
            <a:extLst>
              <a:ext uri="{FF2B5EF4-FFF2-40B4-BE49-F238E27FC236}">
                <a16:creationId xmlns:a16="http://schemas.microsoft.com/office/drawing/2014/main" id="{E0431FA5-88BB-4DD5-9265-653FF2DB7D58}"/>
              </a:ext>
            </a:extLst>
          </p:cNvPr>
          <p:cNvSpPr/>
          <p:nvPr/>
        </p:nvSpPr>
        <p:spPr>
          <a:xfrm>
            <a:off x="8821296" y="180414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89A3CC13-A701-4EE4-ADA4-DF6B4A2CE280}"/>
                  </a:ext>
                </a:extLst>
              </p:cNvPr>
              <p:cNvSpPr/>
              <p:nvPr/>
            </p:nvSpPr>
            <p:spPr>
              <a:xfrm>
                <a:off x="11697771" y="2924907"/>
                <a:ext cx="352981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89A3CC13-A701-4EE4-ADA4-DF6B4A2CE2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7771" y="2924907"/>
                <a:ext cx="352981" cy="34317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CA2A03A4-BB99-4A06-84D4-6827C15F08C6}"/>
                  </a:ext>
                </a:extLst>
              </p:cNvPr>
              <p:cNvSpPr/>
              <p:nvPr/>
            </p:nvSpPr>
            <p:spPr>
              <a:xfrm>
                <a:off x="9136128" y="1859209"/>
                <a:ext cx="352981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CA2A03A4-BB99-4A06-84D4-6827C15F0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128" y="1859209"/>
                <a:ext cx="352981" cy="34317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1" name="矩形 310">
            <a:extLst>
              <a:ext uri="{FF2B5EF4-FFF2-40B4-BE49-F238E27FC236}">
                <a16:creationId xmlns:a16="http://schemas.microsoft.com/office/drawing/2014/main" id="{03F4B7B0-3AFC-4391-9DF2-4E8A603DC308}"/>
              </a:ext>
            </a:extLst>
          </p:cNvPr>
          <p:cNvSpPr/>
          <p:nvPr/>
        </p:nvSpPr>
        <p:spPr>
          <a:xfrm>
            <a:off x="5772314" y="1391004"/>
            <a:ext cx="1114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文字方塊 311">
                <a:extLst>
                  <a:ext uri="{FF2B5EF4-FFF2-40B4-BE49-F238E27FC236}">
                    <a16:creationId xmlns:a16="http://schemas.microsoft.com/office/drawing/2014/main" id="{1B23C1FD-45C2-425F-B83B-35C6245DFA33}"/>
                  </a:ext>
                </a:extLst>
              </p:cNvPr>
              <p:cNvSpPr txBox="1"/>
              <p:nvPr/>
            </p:nvSpPr>
            <p:spPr>
              <a:xfrm>
                <a:off x="7664740" y="2870540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2" name="文字方塊 311">
                <a:extLst>
                  <a:ext uri="{FF2B5EF4-FFF2-40B4-BE49-F238E27FC236}">
                    <a16:creationId xmlns:a16="http://schemas.microsoft.com/office/drawing/2014/main" id="{1B23C1FD-45C2-425F-B83B-35C6245DF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4740" y="2870540"/>
                <a:ext cx="699886" cy="276999"/>
              </a:xfrm>
              <a:prstGeom prst="rect">
                <a:avLst/>
              </a:prstGeom>
              <a:blipFill>
                <a:blip r:embed="rId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3" name="矩形 312">
            <a:extLst>
              <a:ext uri="{FF2B5EF4-FFF2-40B4-BE49-F238E27FC236}">
                <a16:creationId xmlns:a16="http://schemas.microsoft.com/office/drawing/2014/main" id="{DB4EA193-166E-438D-9C91-6DC766E62F4F}"/>
              </a:ext>
            </a:extLst>
          </p:cNvPr>
          <p:cNvSpPr/>
          <p:nvPr/>
        </p:nvSpPr>
        <p:spPr>
          <a:xfrm>
            <a:off x="7084698" y="635975"/>
            <a:ext cx="2284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28" name="Picture 14">
            <a:extLst>
              <a:ext uri="{FF2B5EF4-FFF2-40B4-BE49-F238E27FC236}">
                <a16:creationId xmlns:a16="http://schemas.microsoft.com/office/drawing/2014/main" id="{7B4C4E7A-002F-4E01-9068-9CEA745EEB24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l="18981" t="23491"/>
          <a:stretch/>
        </p:blipFill>
        <p:spPr>
          <a:xfrm>
            <a:off x="44236" y="1110952"/>
            <a:ext cx="2333401" cy="20874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2AF3D2E-5615-43D7-A578-46CFBDE0C3B6}"/>
                  </a:ext>
                </a:extLst>
              </p:cNvPr>
              <p:cNvSpPr/>
              <p:nvPr/>
            </p:nvSpPr>
            <p:spPr>
              <a:xfrm>
                <a:off x="9570574" y="2510622"/>
                <a:ext cx="802656" cy="4111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2AF3D2E-5615-43D7-A578-46CFBDE0C3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0574" y="2510622"/>
                <a:ext cx="802656" cy="41113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矩形 333">
            <a:extLst>
              <a:ext uri="{FF2B5EF4-FFF2-40B4-BE49-F238E27FC236}">
                <a16:creationId xmlns:a16="http://schemas.microsoft.com/office/drawing/2014/main" id="{CF0EC618-C2D8-4257-8674-8740C7FF9F5D}"/>
              </a:ext>
            </a:extLst>
          </p:cNvPr>
          <p:cNvSpPr/>
          <p:nvPr/>
        </p:nvSpPr>
        <p:spPr>
          <a:xfrm>
            <a:off x="9627174" y="635975"/>
            <a:ext cx="2449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D650A709-4469-40CA-A133-579E1E06F6AD}"/>
              </a:ext>
            </a:extLst>
          </p:cNvPr>
          <p:cNvPicPr>
            <a:picLocks noChangeAspect="1"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38901" y="1050924"/>
            <a:ext cx="353022" cy="1030713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29B0FD56-8FE3-4C3F-B36B-0CC5AE6AA1B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1825" y="1019173"/>
            <a:ext cx="1080000" cy="1077470"/>
          </a:xfrm>
          <a:prstGeom prst="rect">
            <a:avLst/>
          </a:prstGeom>
        </p:spPr>
      </p:pic>
      <p:grpSp>
        <p:nvGrpSpPr>
          <p:cNvPr id="339" name="群組 338">
            <a:extLst>
              <a:ext uri="{FF2B5EF4-FFF2-40B4-BE49-F238E27FC236}">
                <a16:creationId xmlns:a16="http://schemas.microsoft.com/office/drawing/2014/main" id="{C79A81FE-28E7-4EAB-847A-25E16DDB2D1E}"/>
              </a:ext>
            </a:extLst>
          </p:cNvPr>
          <p:cNvGrpSpPr/>
          <p:nvPr/>
        </p:nvGrpSpPr>
        <p:grpSpPr>
          <a:xfrm>
            <a:off x="8148636" y="1258051"/>
            <a:ext cx="464058" cy="439502"/>
            <a:chOff x="7670116" y="5451184"/>
            <a:chExt cx="464058" cy="439502"/>
          </a:xfrm>
        </p:grpSpPr>
        <p:grpSp>
          <p:nvGrpSpPr>
            <p:cNvPr id="340" name="群組 339">
              <a:extLst>
                <a:ext uri="{FF2B5EF4-FFF2-40B4-BE49-F238E27FC236}">
                  <a16:creationId xmlns:a16="http://schemas.microsoft.com/office/drawing/2014/main" id="{249728AC-5996-400F-BAB4-21D8EB63900C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343" name="箭號: 向右 342">
                <a:extLst>
                  <a:ext uri="{FF2B5EF4-FFF2-40B4-BE49-F238E27FC236}">
                    <a16:creationId xmlns:a16="http://schemas.microsoft.com/office/drawing/2014/main" id="{715BBA81-94D7-4D2C-8C85-8FEFED23488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344" name="箭號: 向右 343">
                <a:extLst>
                  <a:ext uri="{FF2B5EF4-FFF2-40B4-BE49-F238E27FC236}">
                    <a16:creationId xmlns:a16="http://schemas.microsoft.com/office/drawing/2014/main" id="{EB34C623-B0E9-42DF-BEFD-F71080D6839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4D1725D9-1C5C-4A1E-8A59-E608CC4E2212}"/>
                    </a:ext>
                  </a:extLst>
                </p:cNvPr>
                <p:cNvSpPr txBox="1"/>
                <p:nvPr/>
              </p:nvSpPr>
              <p:spPr>
                <a:xfrm>
                  <a:off x="7670116" y="5451184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4D1725D9-1C5C-4A1E-8A59-E608CC4E22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51184"/>
                  <a:ext cx="332280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4CA0E599-6582-4327-AB17-90A5247F19F5}"/>
                    </a:ext>
                  </a:extLst>
                </p:cNvPr>
                <p:cNvSpPr txBox="1"/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4CA0E599-6582-4327-AB17-90A5247F19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1" name="矩形 350">
            <a:extLst>
              <a:ext uri="{FF2B5EF4-FFF2-40B4-BE49-F238E27FC236}">
                <a16:creationId xmlns:a16="http://schemas.microsoft.com/office/drawing/2014/main" id="{25699D13-F3F6-46A8-A1AA-CFA8FEF0B75B}"/>
              </a:ext>
            </a:extLst>
          </p:cNvPr>
          <p:cNvSpPr/>
          <p:nvPr/>
        </p:nvSpPr>
        <p:spPr>
          <a:xfrm>
            <a:off x="11705263" y="98409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2" name="矩形 351">
            <a:extLst>
              <a:ext uri="{FF2B5EF4-FFF2-40B4-BE49-F238E27FC236}">
                <a16:creationId xmlns:a16="http://schemas.microsoft.com/office/drawing/2014/main" id="{54F44FFF-3952-4144-BB07-7F3C70F8AD8B}"/>
              </a:ext>
            </a:extLst>
          </p:cNvPr>
          <p:cNvSpPr/>
          <p:nvPr/>
        </p:nvSpPr>
        <p:spPr>
          <a:xfrm>
            <a:off x="11379277" y="180902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D8D70CE3-D6B7-4EF6-AC4D-AA9E706B2A76}"/>
                  </a:ext>
                </a:extLst>
              </p:cNvPr>
              <p:cNvSpPr/>
              <p:nvPr/>
            </p:nvSpPr>
            <p:spPr>
              <a:xfrm>
                <a:off x="11694109" y="1864089"/>
                <a:ext cx="352981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D8D70CE3-D6B7-4EF6-AC4D-AA9E706B2A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109" y="1864089"/>
                <a:ext cx="352981" cy="34317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矩形 353">
            <a:extLst>
              <a:ext uri="{FF2B5EF4-FFF2-40B4-BE49-F238E27FC236}">
                <a16:creationId xmlns:a16="http://schemas.microsoft.com/office/drawing/2014/main" id="{3F35B7A8-7FFA-4D03-9B42-F525ED5ABB42}"/>
              </a:ext>
            </a:extLst>
          </p:cNvPr>
          <p:cNvSpPr/>
          <p:nvPr/>
        </p:nvSpPr>
        <p:spPr>
          <a:xfrm>
            <a:off x="5983911" y="2499130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3</a:t>
            </a:fld>
            <a:endParaRPr lang="zh-TW" altLang="en-US"/>
          </a:p>
        </p:txBody>
      </p:sp>
      <p:pic>
        <p:nvPicPr>
          <p:cNvPr id="134" name="圖片 133">
            <a:extLst>
              <a:ext uri="{FF2B5EF4-FFF2-40B4-BE49-F238E27FC236}">
                <a16:creationId xmlns:a16="http://schemas.microsoft.com/office/drawing/2014/main" id="{3C3911AE-7BBB-4D5F-BE0A-CC2EFE67542B}"/>
              </a:ext>
            </a:extLst>
          </p:cNvPr>
          <p:cNvPicPr>
            <a:picLocks noChangeAspect="1"/>
          </p:cNvPicPr>
          <p:nvPr/>
        </p:nvPicPr>
        <p:blipFill rotWithShape="1">
          <a:blip r:embed="rId20"/>
          <a:srcRect l="8018" r="60000" b="71874"/>
          <a:stretch/>
        </p:blipFill>
        <p:spPr>
          <a:xfrm>
            <a:off x="8280900" y="5432261"/>
            <a:ext cx="1132432" cy="1018739"/>
          </a:xfrm>
          <a:prstGeom prst="rect">
            <a:avLst/>
          </a:prstGeom>
        </p:spPr>
      </p:pic>
      <p:pic>
        <p:nvPicPr>
          <p:cNvPr id="135" name="圖片 134">
            <a:extLst>
              <a:ext uri="{FF2B5EF4-FFF2-40B4-BE49-F238E27FC236}">
                <a16:creationId xmlns:a16="http://schemas.microsoft.com/office/drawing/2014/main" id="{8E08937A-711A-4BED-8730-0EECB08BF522}"/>
              </a:ext>
            </a:extLst>
          </p:cNvPr>
          <p:cNvPicPr>
            <a:picLocks noChangeAspect="1"/>
          </p:cNvPicPr>
          <p:nvPr/>
        </p:nvPicPr>
        <p:blipFill rotWithShape="1">
          <a:blip r:embed="rId20"/>
          <a:srcRect l="53175" r="640" b="69046"/>
          <a:stretch/>
        </p:blipFill>
        <p:spPr>
          <a:xfrm>
            <a:off x="8048300" y="3976576"/>
            <a:ext cx="1497632" cy="1026745"/>
          </a:xfrm>
          <a:prstGeom prst="rect">
            <a:avLst/>
          </a:prstGeom>
        </p:spPr>
      </p:pic>
      <p:sp>
        <p:nvSpPr>
          <p:cNvPr id="136" name="矩形 135">
            <a:extLst>
              <a:ext uri="{FF2B5EF4-FFF2-40B4-BE49-F238E27FC236}">
                <a16:creationId xmlns:a16="http://schemas.microsoft.com/office/drawing/2014/main" id="{A69003AB-D1FF-4587-B79A-BCB8AB1BA9A1}"/>
              </a:ext>
            </a:extLst>
          </p:cNvPr>
          <p:cNvSpPr/>
          <p:nvPr/>
        </p:nvSpPr>
        <p:spPr>
          <a:xfrm>
            <a:off x="7765814" y="3285442"/>
            <a:ext cx="439158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real space – wave packet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7" name="矩形: 圓角 136">
            <a:extLst>
              <a:ext uri="{FF2B5EF4-FFF2-40B4-BE49-F238E27FC236}">
                <a16:creationId xmlns:a16="http://schemas.microsoft.com/office/drawing/2014/main" id="{B2070293-6BFC-45C1-982D-DA06DD0F089F}"/>
              </a:ext>
            </a:extLst>
          </p:cNvPr>
          <p:cNvSpPr/>
          <p:nvPr/>
        </p:nvSpPr>
        <p:spPr>
          <a:xfrm>
            <a:off x="7751894" y="3263272"/>
            <a:ext cx="4405502" cy="3594728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649A8ED2-1671-46C9-AE0A-9327E514884D}"/>
                  </a:ext>
                </a:extLst>
              </p:cNvPr>
              <p:cNvSpPr/>
              <p:nvPr/>
            </p:nvSpPr>
            <p:spPr>
              <a:xfrm>
                <a:off x="10747551" y="3803348"/>
                <a:ext cx="1335044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649A8ED2-1671-46C9-AE0A-9327E51488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551" y="3803348"/>
                <a:ext cx="1335044" cy="400110"/>
              </a:xfrm>
              <a:prstGeom prst="rect">
                <a:avLst/>
              </a:prstGeom>
              <a:blipFill>
                <a:blip r:embed="rId21"/>
                <a:stretch>
                  <a:fillRect t="-121212" r="-18721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B9D6353D-D800-48A7-8AA4-CAA45C96AB57}"/>
                  </a:ext>
                </a:extLst>
              </p:cNvPr>
              <p:cNvSpPr/>
              <p:nvPr/>
            </p:nvSpPr>
            <p:spPr>
              <a:xfrm>
                <a:off x="10742933" y="5320709"/>
                <a:ext cx="1335044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B9D6353D-D800-48A7-8AA4-CAA45C96AB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33" y="5320709"/>
                <a:ext cx="1335044" cy="400110"/>
              </a:xfrm>
              <a:prstGeom prst="rect">
                <a:avLst/>
              </a:prstGeom>
              <a:blipFill>
                <a:blip r:embed="rId22"/>
                <a:stretch>
                  <a:fillRect t="-123077" r="-18721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1" name="圖片 140">
            <a:extLst>
              <a:ext uri="{FF2B5EF4-FFF2-40B4-BE49-F238E27FC236}">
                <a16:creationId xmlns:a16="http://schemas.microsoft.com/office/drawing/2014/main" id="{5A76FF29-B8A5-45FE-A511-2E6CF1AE8A87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47515" b="32342"/>
          <a:stretch/>
        </p:blipFill>
        <p:spPr>
          <a:xfrm>
            <a:off x="9830293" y="4085261"/>
            <a:ext cx="2144822" cy="962032"/>
          </a:xfrm>
          <a:prstGeom prst="rect">
            <a:avLst/>
          </a:prstGeom>
        </p:spPr>
      </p:pic>
      <p:pic>
        <p:nvPicPr>
          <p:cNvPr id="142" name="圖片 141">
            <a:extLst>
              <a:ext uri="{FF2B5EF4-FFF2-40B4-BE49-F238E27FC236}">
                <a16:creationId xmlns:a16="http://schemas.microsoft.com/office/drawing/2014/main" id="{56B7455B-6C8C-48A4-A7E1-F9376525AA4E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79742" r="9694"/>
          <a:stretch/>
        </p:blipFill>
        <p:spPr>
          <a:xfrm>
            <a:off x="9922739" y="5625248"/>
            <a:ext cx="1680061" cy="967584"/>
          </a:xfrm>
          <a:prstGeom prst="rect">
            <a:avLst/>
          </a:prstGeom>
        </p:spPr>
      </p:pic>
      <p:sp>
        <p:nvSpPr>
          <p:cNvPr id="144" name="矩形 143">
            <a:extLst>
              <a:ext uri="{FF2B5EF4-FFF2-40B4-BE49-F238E27FC236}">
                <a16:creationId xmlns:a16="http://schemas.microsoft.com/office/drawing/2014/main" id="{3C37A590-F40D-46F5-8538-9704B09834C2}"/>
              </a:ext>
            </a:extLst>
          </p:cNvPr>
          <p:cNvSpPr/>
          <p:nvPr/>
        </p:nvSpPr>
        <p:spPr>
          <a:xfrm>
            <a:off x="19364" y="3285442"/>
            <a:ext cx="457190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 with SOI in light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矩形: 圓角 144">
            <a:extLst>
              <a:ext uri="{FF2B5EF4-FFF2-40B4-BE49-F238E27FC236}">
                <a16:creationId xmlns:a16="http://schemas.microsoft.com/office/drawing/2014/main" id="{02C1A2E0-8994-45ED-86CE-C82009614E6A}"/>
              </a:ext>
            </a:extLst>
          </p:cNvPr>
          <p:cNvSpPr/>
          <p:nvPr/>
        </p:nvSpPr>
        <p:spPr>
          <a:xfrm>
            <a:off x="19364" y="3268980"/>
            <a:ext cx="7702696" cy="358902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077CF3-D232-4DC3-ABFE-A8B912F7528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372" y="3619022"/>
            <a:ext cx="2230341" cy="3229453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81EA7765-40AC-4200-87FB-DEB9FC2B1F1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312218" y="3609976"/>
            <a:ext cx="2319963" cy="3238499"/>
          </a:xfrm>
          <a:prstGeom prst="rect">
            <a:avLst/>
          </a:prstGeom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5CF7648A-5AED-4B72-AB07-7125C182841C}"/>
              </a:ext>
            </a:extLst>
          </p:cNvPr>
          <p:cNvSpPr/>
          <p:nvPr/>
        </p:nvSpPr>
        <p:spPr>
          <a:xfrm>
            <a:off x="4361552" y="3263272"/>
            <a:ext cx="33710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r>
              <a:rPr lang="en-US" altLang="zh-TW" sz="1200" dirty="0"/>
              <a:t>.</a:t>
            </a:r>
            <a:endParaRPr lang="zh-TW" altLang="en-US" sz="1200" dirty="0"/>
          </a:p>
        </p:txBody>
      </p:sp>
      <p:sp>
        <p:nvSpPr>
          <p:cNvPr id="18" name="箭號: 弧形右彎 17">
            <a:extLst>
              <a:ext uri="{FF2B5EF4-FFF2-40B4-BE49-F238E27FC236}">
                <a16:creationId xmlns:a16="http://schemas.microsoft.com/office/drawing/2014/main" id="{57B15BE3-6FA7-418A-9A7D-CA7FEC85BB21}"/>
              </a:ext>
            </a:extLst>
          </p:cNvPr>
          <p:cNvSpPr/>
          <p:nvPr/>
        </p:nvSpPr>
        <p:spPr>
          <a:xfrm rot="16802995" flipH="1">
            <a:off x="4285034" y="3410371"/>
            <a:ext cx="626916" cy="3500638"/>
          </a:xfrm>
          <a:prstGeom prst="curvedRightArrow">
            <a:avLst>
              <a:gd name="adj1" fmla="val 44859"/>
              <a:gd name="adj2" fmla="val 106961"/>
              <a:gd name="adj3" fmla="val 25000"/>
            </a:avLst>
          </a:prstGeom>
          <a:ln w="28575">
            <a:solidFill>
              <a:schemeClr val="bg1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7A987E62-136C-473A-9AB7-535D3C389876}"/>
              </a:ext>
            </a:extLst>
          </p:cNvPr>
          <p:cNvGrpSpPr/>
          <p:nvPr/>
        </p:nvGrpSpPr>
        <p:grpSpPr>
          <a:xfrm>
            <a:off x="4787478" y="3883145"/>
            <a:ext cx="3089844" cy="2848606"/>
            <a:chOff x="4787478" y="3883145"/>
            <a:chExt cx="3089844" cy="2848606"/>
          </a:xfrm>
        </p:grpSpPr>
        <p:pic>
          <p:nvPicPr>
            <p:cNvPr id="244" name="圖片 243">
              <a:extLst>
                <a:ext uri="{FF2B5EF4-FFF2-40B4-BE49-F238E27FC236}">
                  <a16:creationId xmlns:a16="http://schemas.microsoft.com/office/drawing/2014/main" id="{6DEECE00-1559-46FE-8E03-07666A1DF8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/>
            <a:srcRect r="51781"/>
            <a:stretch/>
          </p:blipFill>
          <p:spPr>
            <a:xfrm rot="10800000">
              <a:off x="5096485" y="5554156"/>
              <a:ext cx="1847144" cy="426734"/>
            </a:xfrm>
            <a:prstGeom prst="rect">
              <a:avLst/>
            </a:prstGeom>
          </p:spPr>
        </p:pic>
        <p:pic>
          <p:nvPicPr>
            <p:cNvPr id="246" name="圖片 245">
              <a:extLst>
                <a:ext uri="{FF2B5EF4-FFF2-40B4-BE49-F238E27FC236}">
                  <a16:creationId xmlns:a16="http://schemas.microsoft.com/office/drawing/2014/main" id="{334B6EE3-9F71-4ABE-B3BA-4230F88A0B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/>
            <a:srcRect r="51781"/>
            <a:stretch/>
          </p:blipFill>
          <p:spPr>
            <a:xfrm rot="10800000">
              <a:off x="5096485" y="5628443"/>
              <a:ext cx="1847144" cy="426734"/>
            </a:xfrm>
            <a:prstGeom prst="rect">
              <a:avLst/>
            </a:prstGeom>
          </p:spPr>
        </p:pic>
        <p:pic>
          <p:nvPicPr>
            <p:cNvPr id="247" name="圖片 246">
              <a:extLst>
                <a:ext uri="{FF2B5EF4-FFF2-40B4-BE49-F238E27FC236}">
                  <a16:creationId xmlns:a16="http://schemas.microsoft.com/office/drawing/2014/main" id="{7E00EC65-6E9B-44A8-9841-0FBE0A899F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/>
            <a:srcRect r="51781"/>
            <a:stretch/>
          </p:blipFill>
          <p:spPr>
            <a:xfrm rot="10800000">
              <a:off x="5096485" y="4742096"/>
              <a:ext cx="1847144" cy="426734"/>
            </a:xfrm>
            <a:prstGeom prst="rect">
              <a:avLst/>
            </a:prstGeom>
          </p:spPr>
        </p:pic>
        <p:cxnSp>
          <p:nvCxnSpPr>
            <p:cNvPr id="248" name="直線接點 247">
              <a:extLst>
                <a:ext uri="{FF2B5EF4-FFF2-40B4-BE49-F238E27FC236}">
                  <a16:creationId xmlns:a16="http://schemas.microsoft.com/office/drawing/2014/main" id="{AFFCEA05-4E94-4A3F-8A53-C363DD4298DB}"/>
                </a:ext>
              </a:extLst>
            </p:cNvPr>
            <p:cNvCxnSpPr>
              <a:cxnSpLocks/>
            </p:cNvCxnSpPr>
            <p:nvPr/>
          </p:nvCxnSpPr>
          <p:spPr>
            <a:xfrm>
              <a:off x="5262196" y="4022067"/>
              <a:ext cx="758842" cy="1138258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直線接點 248">
              <a:extLst>
                <a:ext uri="{FF2B5EF4-FFF2-40B4-BE49-F238E27FC236}">
                  <a16:creationId xmlns:a16="http://schemas.microsoft.com/office/drawing/2014/main" id="{C28EDCFB-54AD-4C37-9548-46B3BE94E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21037" y="4014158"/>
              <a:ext cx="758841" cy="1138258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0" name="矩形 249">
                  <a:extLst>
                    <a:ext uri="{FF2B5EF4-FFF2-40B4-BE49-F238E27FC236}">
                      <a16:creationId xmlns:a16="http://schemas.microsoft.com/office/drawing/2014/main" id="{77DA4E99-D969-474A-A47A-2169241B0DD5}"/>
                    </a:ext>
                  </a:extLst>
                </p:cNvPr>
                <p:cNvSpPr/>
                <p:nvPr/>
              </p:nvSpPr>
              <p:spPr>
                <a:xfrm>
                  <a:off x="4787478" y="6280779"/>
                  <a:ext cx="427775" cy="34956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zh-TW" altLang="en-US" b="1" dirty="0"/>
                </a:p>
              </p:txBody>
            </p:sp>
          </mc:Choice>
          <mc:Fallback>
            <p:sp>
              <p:nvSpPr>
                <p:cNvPr id="250" name="矩形 249">
                  <a:extLst>
                    <a:ext uri="{FF2B5EF4-FFF2-40B4-BE49-F238E27FC236}">
                      <a16:creationId xmlns:a16="http://schemas.microsoft.com/office/drawing/2014/main" id="{77DA4E99-D969-474A-A47A-2169241B0D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7478" y="6280779"/>
                  <a:ext cx="427775" cy="349563"/>
                </a:xfrm>
                <a:prstGeom prst="rect">
                  <a:avLst/>
                </a:prstGeom>
                <a:blipFill>
                  <a:blip r:embed="rId27"/>
                  <a:stretch>
                    <a:fillRect l="-2817" b="-172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直線單箭頭接點 250">
              <a:extLst>
                <a:ext uri="{FF2B5EF4-FFF2-40B4-BE49-F238E27FC236}">
                  <a16:creationId xmlns:a16="http://schemas.microsoft.com/office/drawing/2014/main" id="{2CD69822-7D22-4EF9-818A-08FA85FE6C36}"/>
                </a:ext>
              </a:extLst>
            </p:cNvPr>
            <p:cNvCxnSpPr>
              <a:cxnSpLocks/>
            </p:cNvCxnSpPr>
            <p:nvPr/>
          </p:nvCxnSpPr>
          <p:spPr>
            <a:xfrm>
              <a:off x="5116788" y="6457302"/>
              <a:ext cx="1861199" cy="0"/>
            </a:xfrm>
            <a:prstGeom prst="straightConnector1">
              <a:avLst/>
            </a:prstGeom>
            <a:ln>
              <a:headEnd type="none" w="med" len="med"/>
              <a:tailEnd type="triangl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87E314E5-4269-4474-859F-3ED43048C110}"/>
                    </a:ext>
                  </a:extLst>
                </p:cNvPr>
                <p:cNvSpPr/>
                <p:nvPr/>
              </p:nvSpPr>
              <p:spPr>
                <a:xfrm>
                  <a:off x="6510288" y="3883145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87E314E5-4269-4474-859F-3ED43048C1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288" y="3883145"/>
                  <a:ext cx="1329646" cy="421693"/>
                </a:xfrm>
                <a:prstGeom prst="rect">
                  <a:avLst/>
                </a:prstGeom>
                <a:blipFill>
                  <a:blip r:embed="rId28"/>
                  <a:stretch>
                    <a:fillRect t="-115942" r="-18807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1E3F448D-4E0F-4299-BB29-5B72FEDA4BA5}"/>
                    </a:ext>
                  </a:extLst>
                </p:cNvPr>
                <p:cNvSpPr/>
                <p:nvPr/>
              </p:nvSpPr>
              <p:spPr>
                <a:xfrm>
                  <a:off x="6547676" y="5435314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1E3F448D-4E0F-4299-BB29-5B72FEDA4BA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676" y="5435314"/>
                  <a:ext cx="1329646" cy="421693"/>
                </a:xfrm>
                <a:prstGeom prst="rect">
                  <a:avLst/>
                </a:prstGeom>
                <a:blipFill>
                  <a:blip r:embed="rId29"/>
                  <a:stretch>
                    <a:fillRect t="-115942" r="-9633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A31BBC19-9390-440F-9B1A-D51870C0C4F6}"/>
                    </a:ext>
                  </a:extLst>
                </p:cNvPr>
                <p:cNvSpPr/>
                <p:nvPr/>
              </p:nvSpPr>
              <p:spPr>
                <a:xfrm>
                  <a:off x="6525100" y="4744532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A31BBC19-9390-440F-9B1A-D51870C0C4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5100" y="4744532"/>
                  <a:ext cx="1329646" cy="421693"/>
                </a:xfrm>
                <a:prstGeom prst="rect">
                  <a:avLst/>
                </a:prstGeom>
                <a:blipFill>
                  <a:blip r:embed="rId30"/>
                  <a:stretch>
                    <a:fillRect t="-115942" r="-18721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直線接點 267">
              <a:extLst>
                <a:ext uri="{FF2B5EF4-FFF2-40B4-BE49-F238E27FC236}">
                  <a16:creationId xmlns:a16="http://schemas.microsoft.com/office/drawing/2014/main" id="{1217DD00-BBB7-40E8-AECF-F75222098C88}"/>
                </a:ext>
              </a:extLst>
            </p:cNvPr>
            <p:cNvCxnSpPr>
              <a:cxnSpLocks/>
            </p:cNvCxnSpPr>
            <p:nvPr/>
          </p:nvCxnSpPr>
          <p:spPr>
            <a:xfrm>
              <a:off x="6024878" y="5162281"/>
              <a:ext cx="0" cy="1290381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9" name="矩形 268">
                  <a:extLst>
                    <a:ext uri="{FF2B5EF4-FFF2-40B4-BE49-F238E27FC236}">
                      <a16:creationId xmlns:a16="http://schemas.microsoft.com/office/drawing/2014/main" id="{FA17E392-3933-46AB-85FB-0CA1562FB27F}"/>
                    </a:ext>
                  </a:extLst>
                </p:cNvPr>
                <p:cNvSpPr/>
                <p:nvPr/>
              </p:nvSpPr>
              <p:spPr>
                <a:xfrm>
                  <a:off x="5649382" y="6404728"/>
                  <a:ext cx="748292" cy="32702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b="1" i="0" smtClean="0"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zh-TW" altLang="en-US" b="1" dirty="0"/>
                </a:p>
              </p:txBody>
            </p:sp>
          </mc:Choice>
          <mc:Fallback>
            <p:sp>
              <p:nvSpPr>
                <p:cNvPr id="269" name="矩形 268">
                  <a:extLst>
                    <a:ext uri="{FF2B5EF4-FFF2-40B4-BE49-F238E27FC236}">
                      <a16:creationId xmlns:a16="http://schemas.microsoft.com/office/drawing/2014/main" id="{FA17E392-3933-46AB-85FB-0CA1562FB2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49382" y="6404728"/>
                  <a:ext cx="748292" cy="327023"/>
                </a:xfrm>
                <a:prstGeom prst="rect">
                  <a:avLst/>
                </a:prstGeom>
                <a:blipFill>
                  <a:blip r:embed="rId31"/>
                  <a:stretch>
                    <a:fillRect l="-1639" r="-4098" b="-245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3" name="橢圓 272">
              <a:extLst>
                <a:ext uri="{FF2B5EF4-FFF2-40B4-BE49-F238E27FC236}">
                  <a16:creationId xmlns:a16="http://schemas.microsoft.com/office/drawing/2014/main" id="{54DAD997-EC4E-4BB3-97A7-7525F062392D}"/>
                </a:ext>
              </a:extLst>
            </p:cNvPr>
            <p:cNvSpPr/>
            <p:nvPr/>
          </p:nvSpPr>
          <p:spPr>
            <a:xfrm>
              <a:off x="6613403" y="5726080"/>
              <a:ext cx="171898" cy="1718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4" name="橢圓 273">
              <a:extLst>
                <a:ext uri="{FF2B5EF4-FFF2-40B4-BE49-F238E27FC236}">
                  <a16:creationId xmlns:a16="http://schemas.microsoft.com/office/drawing/2014/main" id="{2ABAD0CA-839F-4536-BB92-B9A7BA0B6A27}"/>
                </a:ext>
              </a:extLst>
            </p:cNvPr>
            <p:cNvSpPr/>
            <p:nvPr/>
          </p:nvSpPr>
          <p:spPr>
            <a:xfrm>
              <a:off x="6532440" y="5785610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5" name="橢圓 274">
              <a:extLst>
                <a:ext uri="{FF2B5EF4-FFF2-40B4-BE49-F238E27FC236}">
                  <a16:creationId xmlns:a16="http://schemas.microsoft.com/office/drawing/2014/main" id="{3AE689D3-444A-47FE-AA3B-54E0329370D7}"/>
                </a:ext>
              </a:extLst>
            </p:cNvPr>
            <p:cNvSpPr/>
            <p:nvPr/>
          </p:nvSpPr>
          <p:spPr>
            <a:xfrm>
              <a:off x="6734933" y="5713317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6" name="橢圓 275">
              <a:extLst>
                <a:ext uri="{FF2B5EF4-FFF2-40B4-BE49-F238E27FC236}">
                  <a16:creationId xmlns:a16="http://schemas.microsoft.com/office/drawing/2014/main" id="{6E11A6DA-9D05-448C-B5C7-13EF823A0236}"/>
                </a:ext>
              </a:extLst>
            </p:cNvPr>
            <p:cNvSpPr/>
            <p:nvPr/>
          </p:nvSpPr>
          <p:spPr>
            <a:xfrm>
              <a:off x="6434983" y="5822942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7" name="橢圓 276">
              <a:extLst>
                <a:ext uri="{FF2B5EF4-FFF2-40B4-BE49-F238E27FC236}">
                  <a16:creationId xmlns:a16="http://schemas.microsoft.com/office/drawing/2014/main" id="{ADBBA74A-1A17-42BA-9606-46FF99E25A18}"/>
                </a:ext>
              </a:extLst>
            </p:cNvPr>
            <p:cNvSpPr/>
            <p:nvPr/>
          </p:nvSpPr>
          <p:spPr>
            <a:xfrm>
              <a:off x="6847402" y="5697043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8" name="橢圓 277">
              <a:extLst>
                <a:ext uri="{FF2B5EF4-FFF2-40B4-BE49-F238E27FC236}">
                  <a16:creationId xmlns:a16="http://schemas.microsoft.com/office/drawing/2014/main" id="{ACE7E499-3D44-4348-9EAA-6AEE5D16C5C5}"/>
                </a:ext>
              </a:extLst>
            </p:cNvPr>
            <p:cNvSpPr/>
            <p:nvPr/>
          </p:nvSpPr>
          <p:spPr>
            <a:xfrm>
              <a:off x="6379903" y="5863628"/>
              <a:ext cx="89954" cy="89954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9" name="橢圓 278">
              <a:extLst>
                <a:ext uri="{FF2B5EF4-FFF2-40B4-BE49-F238E27FC236}">
                  <a16:creationId xmlns:a16="http://schemas.microsoft.com/office/drawing/2014/main" id="{762D438F-8B68-4771-B23E-EEE290E77ABC}"/>
                </a:ext>
              </a:extLst>
            </p:cNvPr>
            <p:cNvSpPr/>
            <p:nvPr/>
          </p:nvSpPr>
          <p:spPr>
            <a:xfrm>
              <a:off x="5200528" y="5726873"/>
              <a:ext cx="171898" cy="1718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0" name="橢圓 279">
              <a:extLst>
                <a:ext uri="{FF2B5EF4-FFF2-40B4-BE49-F238E27FC236}">
                  <a16:creationId xmlns:a16="http://schemas.microsoft.com/office/drawing/2014/main" id="{505A7BE3-1E24-462D-B6FC-8E999C458DBE}"/>
                </a:ext>
              </a:extLst>
            </p:cNvPr>
            <p:cNvSpPr/>
            <p:nvPr/>
          </p:nvSpPr>
          <p:spPr>
            <a:xfrm>
              <a:off x="5321971" y="5786403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82" name="橢圓 281">
              <a:extLst>
                <a:ext uri="{FF2B5EF4-FFF2-40B4-BE49-F238E27FC236}">
                  <a16:creationId xmlns:a16="http://schemas.microsoft.com/office/drawing/2014/main" id="{F709D0AD-E101-44BA-9943-002000ACF21C}"/>
                </a:ext>
              </a:extLst>
            </p:cNvPr>
            <p:cNvSpPr/>
            <p:nvPr/>
          </p:nvSpPr>
          <p:spPr>
            <a:xfrm>
              <a:off x="5141083" y="5714110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5" name="橢圓 284">
              <a:extLst>
                <a:ext uri="{FF2B5EF4-FFF2-40B4-BE49-F238E27FC236}">
                  <a16:creationId xmlns:a16="http://schemas.microsoft.com/office/drawing/2014/main" id="{927311C5-013C-4A23-9430-B81EA3BE5021}"/>
                </a:ext>
              </a:extLst>
            </p:cNvPr>
            <p:cNvSpPr/>
            <p:nvPr/>
          </p:nvSpPr>
          <p:spPr>
            <a:xfrm>
              <a:off x="5407871" y="5823735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3" name="橢圓 292">
              <a:extLst>
                <a:ext uri="{FF2B5EF4-FFF2-40B4-BE49-F238E27FC236}">
                  <a16:creationId xmlns:a16="http://schemas.microsoft.com/office/drawing/2014/main" id="{5F2CCAFD-015C-4A12-AEE8-1A92B7343314}"/>
                </a:ext>
              </a:extLst>
            </p:cNvPr>
            <p:cNvSpPr/>
            <p:nvPr/>
          </p:nvSpPr>
          <p:spPr>
            <a:xfrm>
              <a:off x="5060671" y="5697836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4" name="橢圓 293">
              <a:extLst>
                <a:ext uri="{FF2B5EF4-FFF2-40B4-BE49-F238E27FC236}">
                  <a16:creationId xmlns:a16="http://schemas.microsoft.com/office/drawing/2014/main" id="{108FA83C-486E-45A5-98CA-1CCC8887FE57}"/>
                </a:ext>
              </a:extLst>
            </p:cNvPr>
            <p:cNvSpPr/>
            <p:nvPr/>
          </p:nvSpPr>
          <p:spPr>
            <a:xfrm>
              <a:off x="5505190" y="5864421"/>
              <a:ext cx="89954" cy="89954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5" name="矩形 294">
                  <a:extLst>
                    <a:ext uri="{FF2B5EF4-FFF2-40B4-BE49-F238E27FC236}">
                      <a16:creationId xmlns:a16="http://schemas.microsoft.com/office/drawing/2014/main" id="{73142868-967B-425E-BE11-E0B37F518DAA}"/>
                    </a:ext>
                  </a:extLst>
                </p:cNvPr>
                <p:cNvSpPr/>
                <p:nvPr/>
              </p:nvSpPr>
              <p:spPr>
                <a:xfrm>
                  <a:off x="6595084" y="5748691"/>
                  <a:ext cx="1261590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95" name="矩形 294">
                  <a:extLst>
                    <a:ext uri="{FF2B5EF4-FFF2-40B4-BE49-F238E27FC236}">
                      <a16:creationId xmlns:a16="http://schemas.microsoft.com/office/drawing/2014/main" id="{73142868-967B-425E-BE11-E0B37F518D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084" y="5748691"/>
                  <a:ext cx="126159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121212" r="-13043" b="-18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9CDE0D5F-C811-4D3E-AD14-2497E3AE195C}"/>
                  </a:ext>
                </a:extLst>
              </p:cNvPr>
              <p:cNvSpPr/>
              <p:nvPr/>
            </p:nvSpPr>
            <p:spPr>
              <a:xfrm>
                <a:off x="3894332" y="2811749"/>
                <a:ext cx="121429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+ℓ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9CDE0D5F-C811-4D3E-AD14-2497E3AE19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4332" y="2811749"/>
                <a:ext cx="1214297" cy="369332"/>
              </a:xfrm>
              <a:prstGeom prst="rect">
                <a:avLst/>
              </a:prstGeom>
              <a:blipFill>
                <a:blip r:embed="rId33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" name="矩形 326">
            <a:extLst>
              <a:ext uri="{FF2B5EF4-FFF2-40B4-BE49-F238E27FC236}">
                <a16:creationId xmlns:a16="http://schemas.microsoft.com/office/drawing/2014/main" id="{5B6462BA-84CB-4458-B574-38C6648B5277}"/>
              </a:ext>
            </a:extLst>
          </p:cNvPr>
          <p:cNvSpPr/>
          <p:nvPr/>
        </p:nvSpPr>
        <p:spPr>
          <a:xfrm>
            <a:off x="918579" y="2770179"/>
            <a:ext cx="221343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altLang="zh-TW" sz="1200" dirty="0"/>
              <a:t>F. Cardano &amp; L. Marrucci, </a:t>
            </a:r>
            <a:r>
              <a:rPr lang="it-IT" altLang="zh-TW" sz="1200" i="1" dirty="0"/>
              <a:t>Nat. Photonics</a:t>
            </a:r>
            <a:r>
              <a:rPr lang="it-IT" altLang="zh-TW" sz="1200" dirty="0"/>
              <a:t> 15, 72 (2021).</a:t>
            </a:r>
            <a:endParaRPr lang="zh-TW" altLang="en-US" sz="1200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460E89BB-6FD4-4407-8884-4AE524B7B1B0}"/>
              </a:ext>
            </a:extLst>
          </p:cNvPr>
          <p:cNvGrpSpPr/>
          <p:nvPr/>
        </p:nvGrpSpPr>
        <p:grpSpPr>
          <a:xfrm>
            <a:off x="8156575" y="2333197"/>
            <a:ext cx="445005" cy="447440"/>
            <a:chOff x="7480300" y="2333197"/>
            <a:chExt cx="445005" cy="447440"/>
          </a:xfrm>
        </p:grpSpPr>
        <p:grpSp>
          <p:nvGrpSpPr>
            <p:cNvPr id="346" name="群組 345">
              <a:extLst>
                <a:ext uri="{FF2B5EF4-FFF2-40B4-BE49-F238E27FC236}">
                  <a16:creationId xmlns:a16="http://schemas.microsoft.com/office/drawing/2014/main" id="{E2B8B10A-8B14-4E6C-A1AE-82A602A0BC30}"/>
                </a:ext>
              </a:extLst>
            </p:cNvPr>
            <p:cNvGrpSpPr/>
            <p:nvPr/>
          </p:nvGrpSpPr>
          <p:grpSpPr>
            <a:xfrm>
              <a:off x="7627318" y="2570180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349" name="箭號: 向右 348">
                <a:extLst>
                  <a:ext uri="{FF2B5EF4-FFF2-40B4-BE49-F238E27FC236}">
                    <a16:creationId xmlns:a16="http://schemas.microsoft.com/office/drawing/2014/main" id="{6118ED02-E6A6-48F9-84E9-74E323BF35A9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350" name="箭號: 向右 349">
                <a:extLst>
                  <a:ext uri="{FF2B5EF4-FFF2-40B4-BE49-F238E27FC236}">
                    <a16:creationId xmlns:a16="http://schemas.microsoft.com/office/drawing/2014/main" id="{6BE32966-B0F7-45C4-82E8-E328E946E1B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9" name="文字方塊 358">
                  <a:extLst>
                    <a:ext uri="{FF2B5EF4-FFF2-40B4-BE49-F238E27FC236}">
                      <a16:creationId xmlns:a16="http://schemas.microsoft.com/office/drawing/2014/main" id="{D0B80CA6-4CF8-4C08-A784-AA1DA566B0DE}"/>
                    </a:ext>
                  </a:extLst>
                </p:cNvPr>
                <p:cNvSpPr txBox="1"/>
                <p:nvPr/>
              </p:nvSpPr>
              <p:spPr>
                <a:xfrm>
                  <a:off x="7480300" y="2333197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59" name="文字方塊 358">
                  <a:extLst>
                    <a:ext uri="{FF2B5EF4-FFF2-40B4-BE49-F238E27FC236}">
                      <a16:creationId xmlns:a16="http://schemas.microsoft.com/office/drawing/2014/main" id="{D0B80CA6-4CF8-4C08-A784-AA1DA566B0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80300" y="2333197"/>
                  <a:ext cx="332280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0" name="文字方塊 359">
                  <a:extLst>
                    <a:ext uri="{FF2B5EF4-FFF2-40B4-BE49-F238E27FC236}">
                      <a16:creationId xmlns:a16="http://schemas.microsoft.com/office/drawing/2014/main" id="{3BBAF0D4-F6EA-462D-8025-8891D1E3486A}"/>
                    </a:ext>
                  </a:extLst>
                </p:cNvPr>
                <p:cNvSpPr txBox="1"/>
                <p:nvPr/>
              </p:nvSpPr>
              <p:spPr>
                <a:xfrm>
                  <a:off x="7630900" y="2503639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60" name="文字方塊 359">
                  <a:extLst>
                    <a:ext uri="{FF2B5EF4-FFF2-40B4-BE49-F238E27FC236}">
                      <a16:creationId xmlns:a16="http://schemas.microsoft.com/office/drawing/2014/main" id="{3BBAF0D4-F6EA-462D-8025-8891D1E348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0900" y="2503639"/>
                  <a:ext cx="294405" cy="276998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1" name="矩形 360">
            <a:extLst>
              <a:ext uri="{FF2B5EF4-FFF2-40B4-BE49-F238E27FC236}">
                <a16:creationId xmlns:a16="http://schemas.microsoft.com/office/drawing/2014/main" id="{F78DCE4B-17AC-47BA-8666-B2D8E062608F}"/>
              </a:ext>
            </a:extLst>
          </p:cNvPr>
          <p:cNvSpPr/>
          <p:nvPr/>
        </p:nvSpPr>
        <p:spPr>
          <a:xfrm>
            <a:off x="2043111" y="2129495"/>
            <a:ext cx="1079911" cy="338554"/>
          </a:xfrm>
          <a:prstGeom prst="rect">
            <a:avLst/>
          </a:prstGeom>
          <a:solidFill>
            <a:srgbClr val="FFFFFF">
              <a:alpha val="69804"/>
            </a:srgbClr>
          </a:solidFill>
        </p:spPr>
        <p:txBody>
          <a:bodyPr wrap="none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C53E132F-1F1F-4E07-96A8-23A269A672A9}"/>
              </a:ext>
            </a:extLst>
          </p:cNvPr>
          <p:cNvSpPr/>
          <p:nvPr/>
        </p:nvSpPr>
        <p:spPr>
          <a:xfrm>
            <a:off x="563514" y="1458935"/>
            <a:ext cx="1247457" cy="338554"/>
          </a:xfrm>
          <a:prstGeom prst="rect">
            <a:avLst/>
          </a:prstGeom>
          <a:solidFill>
            <a:schemeClr val="bg1">
              <a:alpha val="69804"/>
            </a:schemeClr>
          </a:solidFill>
        </p:spPr>
        <p:txBody>
          <a:bodyPr wrap="none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3" name="矩形: 圓角 362">
            <a:extLst>
              <a:ext uri="{FF2B5EF4-FFF2-40B4-BE49-F238E27FC236}">
                <a16:creationId xmlns:a16="http://schemas.microsoft.com/office/drawing/2014/main" id="{C8173C68-5201-40DD-A92A-CDF1BFC6F090}"/>
              </a:ext>
            </a:extLst>
          </p:cNvPr>
          <p:cNvSpPr/>
          <p:nvPr/>
        </p:nvSpPr>
        <p:spPr>
          <a:xfrm>
            <a:off x="25977" y="638175"/>
            <a:ext cx="12126125" cy="2619958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4AA84DB-6934-4D07-8F0E-3715F445002B}"/>
                  </a:ext>
                </a:extLst>
              </p:cNvPr>
              <p:cNvSpPr/>
              <p:nvPr/>
            </p:nvSpPr>
            <p:spPr>
              <a:xfrm>
                <a:off x="7095901" y="2453647"/>
                <a:ext cx="803745" cy="4111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4AA84DB-6934-4D07-8F0E-3715F44500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5901" y="2453647"/>
                <a:ext cx="803745" cy="411138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4" name="文字方塊 363">
                <a:extLst>
                  <a:ext uri="{FF2B5EF4-FFF2-40B4-BE49-F238E27FC236}">
                    <a16:creationId xmlns:a16="http://schemas.microsoft.com/office/drawing/2014/main" id="{5BE81821-BDE2-4186-9668-D86F1845F3EE}"/>
                  </a:ext>
                </a:extLst>
              </p:cNvPr>
              <p:cNvSpPr txBox="1"/>
              <p:nvPr/>
            </p:nvSpPr>
            <p:spPr>
              <a:xfrm>
                <a:off x="10220193" y="1757107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4" name="文字方塊 363">
                <a:extLst>
                  <a:ext uri="{FF2B5EF4-FFF2-40B4-BE49-F238E27FC236}">
                    <a16:creationId xmlns:a16="http://schemas.microsoft.com/office/drawing/2014/main" id="{5BE81821-BDE2-4186-9668-D86F1845F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0193" y="1757107"/>
                <a:ext cx="699886" cy="276999"/>
              </a:xfrm>
              <a:prstGeom prst="rect">
                <a:avLst/>
              </a:prstGeom>
              <a:blipFill>
                <a:blip r:embed="rId37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92EAC5FD-6515-475C-A215-23B2F4B44E66}"/>
              </a:ext>
            </a:extLst>
          </p:cNvPr>
          <p:cNvGrpSpPr/>
          <p:nvPr/>
        </p:nvGrpSpPr>
        <p:grpSpPr>
          <a:xfrm>
            <a:off x="10707795" y="1259915"/>
            <a:ext cx="464058" cy="437915"/>
            <a:chOff x="7670116" y="5452771"/>
            <a:chExt cx="464058" cy="437915"/>
          </a:xfrm>
        </p:grpSpPr>
        <p:grpSp>
          <p:nvGrpSpPr>
            <p:cNvPr id="366" name="群組 365">
              <a:extLst>
                <a:ext uri="{FF2B5EF4-FFF2-40B4-BE49-F238E27FC236}">
                  <a16:creationId xmlns:a16="http://schemas.microsoft.com/office/drawing/2014/main" id="{8DE4783F-763E-4E45-90EB-3A6AFBA78D22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369" name="箭號: 向右 368">
                <a:extLst>
                  <a:ext uri="{FF2B5EF4-FFF2-40B4-BE49-F238E27FC236}">
                    <a16:creationId xmlns:a16="http://schemas.microsoft.com/office/drawing/2014/main" id="{CCFB4458-4371-4316-9D8D-8CF56CC7E861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370" name="箭號: 向右 369">
                <a:extLst>
                  <a:ext uri="{FF2B5EF4-FFF2-40B4-BE49-F238E27FC236}">
                    <a16:creationId xmlns:a16="http://schemas.microsoft.com/office/drawing/2014/main" id="{3FFC33AB-21D0-4349-BF68-AF6F3AFE9A2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7" name="文字方塊 366">
                  <a:extLst>
                    <a:ext uri="{FF2B5EF4-FFF2-40B4-BE49-F238E27FC236}">
                      <a16:creationId xmlns:a16="http://schemas.microsoft.com/office/drawing/2014/main" id="{B039B69B-BEA5-4A81-A85A-2A2FAC9AFE29}"/>
                    </a:ext>
                  </a:extLst>
                </p:cNvPr>
                <p:cNvSpPr txBox="1"/>
                <p:nvPr/>
              </p:nvSpPr>
              <p:spPr>
                <a:xfrm>
                  <a:off x="7670116" y="5452771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67" name="文字方塊 366">
                  <a:extLst>
                    <a:ext uri="{FF2B5EF4-FFF2-40B4-BE49-F238E27FC236}">
                      <a16:creationId xmlns:a16="http://schemas.microsoft.com/office/drawing/2014/main" id="{B039B69B-BEA5-4A81-A85A-2A2FAC9AFE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52771"/>
                  <a:ext cx="332280" cy="276999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8" name="文字方塊 367">
                  <a:extLst>
                    <a:ext uri="{FF2B5EF4-FFF2-40B4-BE49-F238E27FC236}">
                      <a16:creationId xmlns:a16="http://schemas.microsoft.com/office/drawing/2014/main" id="{9CDBE2E4-24F6-459B-B5CB-7AD8424F28D7}"/>
                    </a:ext>
                  </a:extLst>
                </p:cNvPr>
                <p:cNvSpPr txBox="1"/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68" name="文字方塊 367">
                  <a:extLst>
                    <a:ext uri="{FF2B5EF4-FFF2-40B4-BE49-F238E27FC236}">
                      <a16:creationId xmlns:a16="http://schemas.microsoft.com/office/drawing/2014/main" id="{9CDBE2E4-24F6-459B-B5CB-7AD8424F2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2" name="矩形 371">
            <a:extLst>
              <a:ext uri="{FF2B5EF4-FFF2-40B4-BE49-F238E27FC236}">
                <a16:creationId xmlns:a16="http://schemas.microsoft.com/office/drawing/2014/main" id="{AF9B6838-1CAE-4209-B01A-FF6672124919}"/>
              </a:ext>
            </a:extLst>
          </p:cNvPr>
          <p:cNvSpPr/>
          <p:nvPr/>
        </p:nvSpPr>
        <p:spPr>
          <a:xfrm>
            <a:off x="8899655" y="6600779"/>
            <a:ext cx="328872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200" dirty="0"/>
              <a:t>G.-H. Peng </a:t>
            </a:r>
            <a:r>
              <a:rPr lang="en-US" altLang="zh-TW" sz="1200" i="1" dirty="0"/>
              <a:t>et al.</a:t>
            </a:r>
            <a:r>
              <a:rPr lang="en-US" altLang="zh-TW" sz="1200" dirty="0"/>
              <a:t>, </a:t>
            </a:r>
            <a:r>
              <a:rPr lang="en-US" altLang="zh-TW" sz="1200" i="1" dirty="0"/>
              <a:t>Phys. Rev. B</a:t>
            </a:r>
            <a:r>
              <a:rPr lang="en-US" altLang="zh-TW" sz="1200" dirty="0"/>
              <a:t> 106, 155304 (2022).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18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79DF72C3-F8A7-4781-A687-449ABFB4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momentums (AM) induced 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pattern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vector vortex beam (VVB)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vortex beams in angular spectrum &amp; conditions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even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 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transitions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</a:p>
          <a:p>
            <a:pPr marL="0" indent="0">
              <a:lnSpc>
                <a:spcPct val="150000"/>
              </a:lnSpc>
              <a:buClr>
                <a:schemeClr val="accent2">
                  <a:lumMod val="50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 manipulation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Relative phase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8679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407813A-BCD8-4483-A0ED-D8B25F1EE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momentums (AM) induced 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pattern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vector vortex beam (VVB)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vortex beams in angular spectrum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even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 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Optical transitions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Excitation manipulation 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661109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>
            <a:extLst>
              <a:ext uri="{FF2B5EF4-FFF2-40B4-BE49-F238E27FC236}">
                <a16:creationId xmlns:a16="http://schemas.microsoft.com/office/drawing/2014/main" id="{DA6C0CAC-CB7E-445B-84D3-2AE4EE552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14" y="3394909"/>
            <a:ext cx="1281600" cy="1278126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Scalar vortex beams in angular spectrum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217" name="內容版面配置區 2">
            <a:extLst>
              <a:ext uri="{FF2B5EF4-FFF2-40B4-BE49-F238E27FC236}">
                <a16:creationId xmlns:a16="http://schemas.microsoft.com/office/drawing/2014/main" id="{21D2C499-82A7-45F1-AC21-A2535DD4E6AF}"/>
              </a:ext>
            </a:extLst>
          </p:cNvPr>
          <p:cNvSpPr txBox="1">
            <a:spLocks/>
          </p:cNvSpPr>
          <p:nvPr/>
        </p:nvSpPr>
        <p:spPr>
          <a:xfrm>
            <a:off x="3608186" y="634439"/>
            <a:ext cx="452642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potential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 in Coulomb gauge :</a:t>
            </a:r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07024" y="-371475"/>
            <a:ext cx="1051722" cy="2490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1">
                <a:extLst>
                  <a:ext uri="{FF2B5EF4-FFF2-40B4-BE49-F238E27FC236}">
                    <a16:creationId xmlns:a16="http://schemas.microsoft.com/office/drawing/2014/main" id="{C42A0972-9637-4626-A9A6-C2C87E201D08}"/>
                  </a:ext>
                </a:extLst>
              </p:cNvPr>
              <p:cNvSpPr txBox="1"/>
              <p:nvPr/>
            </p:nvSpPr>
            <p:spPr>
              <a:xfrm>
                <a:off x="6285521" y="2502963"/>
                <a:ext cx="3670441" cy="435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   </m:t>
                    </m:r>
                    <m:sSubSup>
                      <m:sSubSup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ℓ</m:t>
                        </m:r>
                      </m:sub>
                      <m:sup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∥</m:t>
                        </m:r>
                      </m:sup>
                    </m:sSubSup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b="0" i="1" dirty="0" smtClean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</m:t>
                        </m:r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sub>
                        </m:sSub>
                      </m:sup>
                    </m:sSup>
                  </m:oMath>
                </a14:m>
                <a:r>
                  <a:rPr lang="en-US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3" name="TextBox 11">
                <a:extLst>
                  <a:ext uri="{FF2B5EF4-FFF2-40B4-BE49-F238E27FC236}">
                    <a16:creationId xmlns:a16="http://schemas.microsoft.com/office/drawing/2014/main" id="{C42A0972-9637-4626-A9A6-C2C87E201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521" y="2502963"/>
                <a:ext cx="3670441" cy="435568"/>
              </a:xfrm>
              <a:prstGeom prst="rect">
                <a:avLst/>
              </a:prstGeom>
              <a:blipFill>
                <a:blip r:embed="rId6"/>
                <a:stretch>
                  <a:fillRect b="-28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矩形 136">
            <a:extLst>
              <a:ext uri="{FF2B5EF4-FFF2-40B4-BE49-F238E27FC236}">
                <a16:creationId xmlns:a16="http://schemas.microsoft.com/office/drawing/2014/main" id="{0960B7D2-D461-4BB8-AC50-187464D5AA1D}"/>
              </a:ext>
            </a:extLst>
          </p:cNvPr>
          <p:cNvSpPr/>
          <p:nvPr/>
        </p:nvSpPr>
        <p:spPr>
          <a:xfrm>
            <a:off x="4241070" y="2522643"/>
            <a:ext cx="1840551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1D495884-0415-488B-8236-9316225A5F83}"/>
              </a:ext>
            </a:extLst>
          </p:cNvPr>
          <p:cNvSpPr/>
          <p:nvPr/>
        </p:nvSpPr>
        <p:spPr>
          <a:xfrm>
            <a:off x="4241070" y="3090788"/>
            <a:ext cx="1840551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1">
                <a:extLst>
                  <a:ext uri="{FF2B5EF4-FFF2-40B4-BE49-F238E27FC236}">
                    <a16:creationId xmlns:a16="http://schemas.microsoft.com/office/drawing/2014/main" id="{1F638500-E9DF-4E3C-86BF-EF00494DE852}"/>
                  </a:ext>
                </a:extLst>
              </p:cNvPr>
              <p:cNvSpPr txBox="1"/>
              <p:nvPr/>
            </p:nvSpPr>
            <p:spPr>
              <a:xfrm>
                <a:off x="6352554" y="2977992"/>
                <a:ext cx="4423456" cy="530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,ℓ</m:t>
                        </m:r>
                      </m:sub>
                      <m:sup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bSup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dirty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altLang="zh-TW" b="1" i="1" dirty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sub>
                            </m:sSub>
                          </m:e>
                        </m:func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sub>
                        </m:sSub>
                      </m:sup>
                    </m:sSup>
                  </m:oMath>
                </a14:m>
                <a:r>
                  <a:rPr lang="en-US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2" name="TextBox 11">
                <a:extLst>
                  <a:ext uri="{FF2B5EF4-FFF2-40B4-BE49-F238E27FC236}">
                    <a16:creationId xmlns:a16="http://schemas.microsoft.com/office/drawing/2014/main" id="{1F638500-E9DF-4E3C-86BF-EF00494DE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2554" y="2977992"/>
                <a:ext cx="4423456" cy="5305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9" name="群組 218">
            <a:extLst>
              <a:ext uri="{FF2B5EF4-FFF2-40B4-BE49-F238E27FC236}">
                <a16:creationId xmlns:a16="http://schemas.microsoft.com/office/drawing/2014/main" id="{6649B590-68DB-450D-8D46-4724AFE3FEE6}"/>
              </a:ext>
            </a:extLst>
          </p:cNvPr>
          <p:cNvGrpSpPr/>
          <p:nvPr/>
        </p:nvGrpSpPr>
        <p:grpSpPr>
          <a:xfrm rot="3522876">
            <a:off x="159699" y="1094509"/>
            <a:ext cx="1759735" cy="1648285"/>
            <a:chOff x="4069451" y="1334145"/>
            <a:chExt cx="1759735" cy="1648285"/>
          </a:xfrm>
        </p:grpSpPr>
        <p:grpSp>
          <p:nvGrpSpPr>
            <p:cNvPr id="220" name="群組 219">
              <a:extLst>
                <a:ext uri="{FF2B5EF4-FFF2-40B4-BE49-F238E27FC236}">
                  <a16:creationId xmlns:a16="http://schemas.microsoft.com/office/drawing/2014/main" id="{44C9D1A6-D239-47A2-AFF6-0C28F2A37AF6}"/>
                </a:ext>
              </a:extLst>
            </p:cNvPr>
            <p:cNvGrpSpPr/>
            <p:nvPr/>
          </p:nvGrpSpPr>
          <p:grpSpPr>
            <a:xfrm rot="3736100">
              <a:off x="4291763" y="1445007"/>
              <a:ext cx="1648285" cy="1426561"/>
              <a:chOff x="-1656412" y="-509601"/>
              <a:chExt cx="2946654" cy="2550275"/>
            </a:xfrm>
          </p:grpSpPr>
          <p:pic>
            <p:nvPicPr>
              <p:cNvPr id="222" name="圖片 221">
                <a:extLst>
                  <a:ext uri="{FF2B5EF4-FFF2-40B4-BE49-F238E27FC236}">
                    <a16:creationId xmlns:a16="http://schemas.microsoft.com/office/drawing/2014/main" id="{298A3430-D459-43D1-AB8A-3A9BCDA97E9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763" r="50005" b="50711"/>
              <a:stretch/>
            </p:blipFill>
            <p:spPr>
              <a:xfrm flipV="1">
                <a:off x="-1656412" y="-509601"/>
                <a:ext cx="2825351" cy="2550275"/>
              </a:xfrm>
              <a:prstGeom prst="rect">
                <a:avLst/>
              </a:prstGeom>
            </p:spPr>
          </p:pic>
          <p:sp>
            <p:nvSpPr>
              <p:cNvPr id="223" name="矩形 222">
                <a:extLst>
                  <a:ext uri="{FF2B5EF4-FFF2-40B4-BE49-F238E27FC236}">
                    <a16:creationId xmlns:a16="http://schemas.microsoft.com/office/drawing/2014/main" id="{B816B507-5DD2-4B5B-BFAB-27BF7CC67F5E}"/>
                  </a:ext>
                </a:extLst>
              </p:cNvPr>
              <p:cNvSpPr/>
              <p:nvPr/>
            </p:nvSpPr>
            <p:spPr>
              <a:xfrm>
                <a:off x="1076883" y="1736384"/>
                <a:ext cx="213359" cy="23622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683444DE-21C5-43DA-AE6F-BE7F482DBC08}"/>
                </a:ext>
              </a:extLst>
            </p:cNvPr>
            <p:cNvSpPr/>
            <p:nvPr/>
          </p:nvSpPr>
          <p:spPr>
            <a:xfrm rot="5400000">
              <a:off x="4105965" y="1674829"/>
              <a:ext cx="205769" cy="2787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225" name="群組 224">
            <a:extLst>
              <a:ext uri="{FF2B5EF4-FFF2-40B4-BE49-F238E27FC236}">
                <a16:creationId xmlns:a16="http://schemas.microsoft.com/office/drawing/2014/main" id="{82A13E00-1318-48D6-AAF2-B01B134911B9}"/>
              </a:ext>
            </a:extLst>
          </p:cNvPr>
          <p:cNvGrpSpPr/>
          <p:nvPr/>
        </p:nvGrpSpPr>
        <p:grpSpPr>
          <a:xfrm>
            <a:off x="826476" y="1139139"/>
            <a:ext cx="644540" cy="463864"/>
            <a:chOff x="2854654" y="1882492"/>
            <a:chExt cx="798184" cy="574440"/>
          </a:xfrm>
        </p:grpSpPr>
        <p:sp>
          <p:nvSpPr>
            <p:cNvPr id="226" name="橢圓 225">
              <a:extLst>
                <a:ext uri="{FF2B5EF4-FFF2-40B4-BE49-F238E27FC236}">
                  <a16:creationId xmlns:a16="http://schemas.microsoft.com/office/drawing/2014/main" id="{3AB76099-8734-478E-A7D4-3D9A0D3EBD63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5EDFCBE5-9729-4909-AF81-7CA23E54316C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28" name="等腰三角形 227">
              <a:extLst>
                <a:ext uri="{FF2B5EF4-FFF2-40B4-BE49-F238E27FC236}">
                  <a16:creationId xmlns:a16="http://schemas.microsoft.com/office/drawing/2014/main" id="{2BF31E4D-81D7-4C4D-AB9C-94A3EE5EB632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229" name="等腰三角形 228">
            <a:extLst>
              <a:ext uri="{FF2B5EF4-FFF2-40B4-BE49-F238E27FC236}">
                <a16:creationId xmlns:a16="http://schemas.microsoft.com/office/drawing/2014/main" id="{149EBE34-36C8-4033-B5C2-F7F10B0773FF}"/>
              </a:ext>
            </a:extLst>
          </p:cNvPr>
          <p:cNvSpPr/>
          <p:nvPr/>
        </p:nvSpPr>
        <p:spPr>
          <a:xfrm rot="10800000">
            <a:off x="1024814" y="2759517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33996798-923A-4CC8-8BF1-0AE58E297103}"/>
              </a:ext>
            </a:extLst>
          </p:cNvPr>
          <p:cNvSpPr/>
          <p:nvPr/>
        </p:nvSpPr>
        <p:spPr>
          <a:xfrm>
            <a:off x="445063" y="725401"/>
            <a:ext cx="12436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Plane wave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1" name="群組 240">
            <a:extLst>
              <a:ext uri="{FF2B5EF4-FFF2-40B4-BE49-F238E27FC236}">
                <a16:creationId xmlns:a16="http://schemas.microsoft.com/office/drawing/2014/main" id="{788692C3-B72A-45E3-9BB6-DB029F9CDF5A}"/>
              </a:ext>
            </a:extLst>
          </p:cNvPr>
          <p:cNvGrpSpPr/>
          <p:nvPr/>
        </p:nvGrpSpPr>
        <p:grpSpPr>
          <a:xfrm rot="3736100">
            <a:off x="1635481" y="1374049"/>
            <a:ext cx="1615465" cy="1339222"/>
            <a:chOff x="1150620" y="2040672"/>
            <a:chExt cx="2887980" cy="2394139"/>
          </a:xfrm>
        </p:grpSpPr>
        <p:pic>
          <p:nvPicPr>
            <p:cNvPr id="242" name="圖片 241">
              <a:extLst>
                <a:ext uri="{FF2B5EF4-FFF2-40B4-BE49-F238E27FC236}">
                  <a16:creationId xmlns:a16="http://schemas.microsoft.com/office/drawing/2014/main" id="{8787B5F5-4430-412D-BD14-6704016A1DE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03E91374-CA25-42EE-8477-A084581F1114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244" name="群組 243">
            <a:extLst>
              <a:ext uri="{FF2B5EF4-FFF2-40B4-BE49-F238E27FC236}">
                <a16:creationId xmlns:a16="http://schemas.microsoft.com/office/drawing/2014/main" id="{9907475E-7691-4A01-9ECE-24087C8B6B1E}"/>
              </a:ext>
            </a:extLst>
          </p:cNvPr>
          <p:cNvGrpSpPr/>
          <p:nvPr/>
        </p:nvGrpSpPr>
        <p:grpSpPr>
          <a:xfrm>
            <a:off x="2189894" y="1139140"/>
            <a:ext cx="644540" cy="463864"/>
            <a:chOff x="2854654" y="1882492"/>
            <a:chExt cx="798184" cy="574440"/>
          </a:xfrm>
        </p:grpSpPr>
        <p:sp>
          <p:nvSpPr>
            <p:cNvPr id="245" name="橢圓 244">
              <a:extLst>
                <a:ext uri="{FF2B5EF4-FFF2-40B4-BE49-F238E27FC236}">
                  <a16:creationId xmlns:a16="http://schemas.microsoft.com/office/drawing/2014/main" id="{7248A384-8B27-484B-82B6-1B62A93F5AA4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246" name="矩形 245">
              <a:extLst>
                <a:ext uri="{FF2B5EF4-FFF2-40B4-BE49-F238E27FC236}">
                  <a16:creationId xmlns:a16="http://schemas.microsoft.com/office/drawing/2014/main" id="{39464AD7-5DFF-47EC-AAC3-620679771048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47" name="等腰三角形 246">
              <a:extLst>
                <a:ext uri="{FF2B5EF4-FFF2-40B4-BE49-F238E27FC236}">
                  <a16:creationId xmlns:a16="http://schemas.microsoft.com/office/drawing/2014/main" id="{A80FBE64-7CB4-4B9F-92E7-2BEADE098198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248" name="等腰三角形 247">
            <a:extLst>
              <a:ext uri="{FF2B5EF4-FFF2-40B4-BE49-F238E27FC236}">
                <a16:creationId xmlns:a16="http://schemas.microsoft.com/office/drawing/2014/main" id="{4561DA19-0728-4B41-BC6E-338573FC5143}"/>
              </a:ext>
            </a:extLst>
          </p:cNvPr>
          <p:cNvSpPr/>
          <p:nvPr/>
        </p:nvSpPr>
        <p:spPr>
          <a:xfrm rot="10800000">
            <a:off x="2410997" y="2759517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5EF0D816-CDB1-4AD2-A7C4-A59F4B3E45B8}"/>
                  </a:ext>
                </a:extLst>
              </p:cNvPr>
              <p:cNvSpPr/>
              <p:nvPr/>
            </p:nvSpPr>
            <p:spPr>
              <a:xfrm>
                <a:off x="3693437" y="5543609"/>
                <a:ext cx="1413913" cy="46570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b="0" i="1" dirty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sub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,ℓ</m:t>
                                  </m:r>
                                </m:sub>
                                <m:sup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/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5EF0D816-CDB1-4AD2-A7C4-A59F4B3E45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437" y="5543609"/>
                <a:ext cx="1413913" cy="465705"/>
              </a:xfrm>
              <a:prstGeom prst="rect">
                <a:avLst/>
              </a:prstGeom>
              <a:blipFill>
                <a:blip r:embed="rId9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82FB24AF-AD2D-4A6C-8E2E-981600E74E75}"/>
                  </a:ext>
                </a:extLst>
              </p:cNvPr>
              <p:cNvSpPr txBox="1"/>
              <p:nvPr/>
            </p:nvSpPr>
            <p:spPr>
              <a:xfrm>
                <a:off x="3621149" y="4187188"/>
                <a:ext cx="1175642" cy="4693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i="1" dirty="0" smtClean="0">
                          <a:latin typeface="Cambria Math" panose="02040503050406030204" pitchFamily="18" charset="0"/>
                        </a:rPr>
                        <m:t>    </m:t>
                      </m:r>
                      <m:sSup>
                        <m:s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b="0" i="1" dirty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zh-TW" altLang="en-US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sub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  <m:sup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82FB24AF-AD2D-4A6C-8E2E-981600E74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149" y="4187188"/>
                <a:ext cx="1175642" cy="469359"/>
              </a:xfrm>
              <a:prstGeom prst="rect">
                <a:avLst/>
              </a:prstGeom>
              <a:blipFill>
                <a:blip r:embed="rId10"/>
                <a:stretch>
                  <a:fillRect r="-1191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6160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2" name="圖片 61">
            <a:extLst>
              <a:ext uri="{FF2B5EF4-FFF2-40B4-BE49-F238E27FC236}">
                <a16:creationId xmlns:a16="http://schemas.microsoft.com/office/drawing/2014/main" id="{3EB9C1F1-520F-47E2-BDC6-AA00A85C0E62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682"/>
          <a:stretch/>
        </p:blipFill>
        <p:spPr>
          <a:xfrm>
            <a:off x="4843111" y="4976966"/>
            <a:ext cx="1525256" cy="1659600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EB2D45A9-179B-43DE-8692-A192B35334C2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1" b="70339"/>
          <a:stretch/>
        </p:blipFill>
        <p:spPr>
          <a:xfrm>
            <a:off x="11689392" y="5109510"/>
            <a:ext cx="344719" cy="1343486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06A4B130-2104-4A5D-86AD-A884320EA58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08" r="68081"/>
          <a:stretch/>
        </p:blipFill>
        <p:spPr>
          <a:xfrm>
            <a:off x="6287202" y="4976966"/>
            <a:ext cx="1405108" cy="1659600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2191BAA9-69FD-46A4-BA99-CE8384B035EE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8" r="51361"/>
          <a:stretch/>
        </p:blipFill>
        <p:spPr>
          <a:xfrm>
            <a:off x="7618797" y="4976966"/>
            <a:ext cx="1405108" cy="1659600"/>
          </a:xfrm>
          <a:prstGeom prst="rect">
            <a:avLst/>
          </a:prstGeom>
        </p:spPr>
      </p:pic>
      <p:pic>
        <p:nvPicPr>
          <p:cNvPr id="72" name="圖片 71">
            <a:extLst>
              <a:ext uri="{FF2B5EF4-FFF2-40B4-BE49-F238E27FC236}">
                <a16:creationId xmlns:a16="http://schemas.microsoft.com/office/drawing/2014/main" id="{776AB3A6-E853-4207-B12B-FDC6F3AE7A12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10" r="34405"/>
          <a:stretch/>
        </p:blipFill>
        <p:spPr>
          <a:xfrm>
            <a:off x="8921817" y="4976966"/>
            <a:ext cx="1452338" cy="1659600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7C0AC1AA-0018-40D7-9AE6-40C557DD2D1A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86" r="17644"/>
          <a:stretch/>
        </p:blipFill>
        <p:spPr>
          <a:xfrm>
            <a:off x="10281987" y="4976966"/>
            <a:ext cx="1420969" cy="1659600"/>
          </a:xfrm>
          <a:prstGeom prst="rect">
            <a:avLst/>
          </a:prstGeom>
        </p:spPr>
      </p:pic>
      <p:sp>
        <p:nvSpPr>
          <p:cNvPr id="80" name="矩形 79">
            <a:extLst>
              <a:ext uri="{FF2B5EF4-FFF2-40B4-BE49-F238E27FC236}">
                <a16:creationId xmlns:a16="http://schemas.microsoft.com/office/drawing/2014/main" id="{07AEA580-9A34-41CC-98C4-C25CA4399485}"/>
              </a:ext>
            </a:extLst>
          </p:cNvPr>
          <p:cNvSpPr/>
          <p:nvPr/>
        </p:nvSpPr>
        <p:spPr>
          <a:xfrm>
            <a:off x="11631034" y="615993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A568A8C2-E1C8-4435-82ED-E5258C528B6A}"/>
              </a:ext>
            </a:extLst>
          </p:cNvPr>
          <p:cNvSpPr/>
          <p:nvPr/>
        </p:nvSpPr>
        <p:spPr>
          <a:xfrm>
            <a:off x="11934575" y="5067274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2FD9ADF-B364-47BD-8900-C641BDD934AC}"/>
              </a:ext>
            </a:extLst>
          </p:cNvPr>
          <p:cNvSpPr/>
          <p:nvPr/>
        </p:nvSpPr>
        <p:spPr>
          <a:xfrm>
            <a:off x="11953625" y="6174079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" name="圖片 82">
            <a:extLst>
              <a:ext uri="{FF2B5EF4-FFF2-40B4-BE49-F238E27FC236}">
                <a16:creationId xmlns:a16="http://schemas.microsoft.com/office/drawing/2014/main" id="{52C5E38E-4B52-47EF-BB92-B50A9CBFF0D1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06" r="68022"/>
          <a:stretch/>
        </p:blipFill>
        <p:spPr>
          <a:xfrm>
            <a:off x="6259087" y="3620273"/>
            <a:ext cx="1429966" cy="1658288"/>
          </a:xfrm>
          <a:prstGeom prst="rect">
            <a:avLst/>
          </a:prstGeom>
        </p:spPr>
      </p:pic>
      <p:pic>
        <p:nvPicPr>
          <p:cNvPr id="84" name="圖片 83">
            <a:extLst>
              <a:ext uri="{FF2B5EF4-FFF2-40B4-BE49-F238E27FC236}">
                <a16:creationId xmlns:a16="http://schemas.microsoft.com/office/drawing/2014/main" id="{883E7446-DFC3-48E9-926F-D37E7CE036A9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838"/>
          <a:stretch/>
        </p:blipFill>
        <p:spPr>
          <a:xfrm>
            <a:off x="4838097" y="3620273"/>
            <a:ext cx="1508539" cy="1658288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A79B7F57-2FE8-40FB-879E-6025E202963D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5569" b="70278"/>
          <a:stretch/>
        </p:blipFill>
        <p:spPr>
          <a:xfrm>
            <a:off x="11658828" y="3742732"/>
            <a:ext cx="356439" cy="1354972"/>
          </a:xfrm>
          <a:prstGeom prst="rect">
            <a:avLst/>
          </a:prstGeom>
        </p:spPr>
      </p:pic>
      <p:sp>
        <p:nvSpPr>
          <p:cNvPr id="92" name="矩形 91">
            <a:extLst>
              <a:ext uri="{FF2B5EF4-FFF2-40B4-BE49-F238E27FC236}">
                <a16:creationId xmlns:a16="http://schemas.microsoft.com/office/drawing/2014/main" id="{0164D1DE-CD76-4187-B2A2-8AB208546AFA}"/>
              </a:ext>
            </a:extLst>
          </p:cNvPr>
          <p:cNvSpPr/>
          <p:nvPr/>
        </p:nvSpPr>
        <p:spPr>
          <a:xfrm>
            <a:off x="11613187" y="477971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02A00CE0-8BAC-49EA-BAB9-8E71E502042C}"/>
              </a:ext>
            </a:extLst>
          </p:cNvPr>
          <p:cNvSpPr/>
          <p:nvPr/>
        </p:nvSpPr>
        <p:spPr>
          <a:xfrm>
            <a:off x="11916728" y="3717534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0DB89893-3E3D-4530-90D1-7A9DA52AB262}"/>
              </a:ext>
            </a:extLst>
          </p:cNvPr>
          <p:cNvSpPr/>
          <p:nvPr/>
        </p:nvSpPr>
        <p:spPr>
          <a:xfrm>
            <a:off x="11935778" y="4793859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5" name="圖片 94">
            <a:extLst>
              <a:ext uri="{FF2B5EF4-FFF2-40B4-BE49-F238E27FC236}">
                <a16:creationId xmlns:a16="http://schemas.microsoft.com/office/drawing/2014/main" id="{FE3FEEDD-9234-4DEE-8930-9622F17441CD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5" r="51207"/>
          <a:stretch/>
        </p:blipFill>
        <p:spPr>
          <a:xfrm>
            <a:off x="7630687" y="3620273"/>
            <a:ext cx="1400782" cy="165828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FD1269FD-BA08-4570-8827-D661A791546D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8" r="34390"/>
          <a:stretch/>
        </p:blipFill>
        <p:spPr>
          <a:xfrm>
            <a:off x="8936301" y="3620273"/>
            <a:ext cx="1429966" cy="1658288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329AAF4F-137A-48D6-8072-5BE53FF4A559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4" r="17173"/>
          <a:stretch/>
        </p:blipFill>
        <p:spPr>
          <a:xfrm>
            <a:off x="10271097" y="3620273"/>
            <a:ext cx="1469863" cy="1658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A9B44B6A-1B96-4079-860D-92A8605B2B47}"/>
                  </a:ext>
                </a:extLst>
              </p:cNvPr>
              <p:cNvSpPr/>
              <p:nvPr/>
            </p:nvSpPr>
            <p:spPr>
              <a:xfrm>
                <a:off x="5147456" y="3723349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A9B44B6A-1B96-4079-860D-92A8605B2B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456" y="3723349"/>
                <a:ext cx="889154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00095B3C-7A8C-461F-9570-D37F1D92A58F}"/>
                  </a:ext>
                </a:extLst>
              </p:cNvPr>
              <p:cNvSpPr/>
              <p:nvPr/>
            </p:nvSpPr>
            <p:spPr>
              <a:xfrm>
                <a:off x="6586839" y="3723349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00095B3C-7A8C-461F-9570-D37F1D92A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839" y="3723349"/>
                <a:ext cx="889154" cy="34317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86A5559-29F9-49A3-A955-69C6CC5018A5}"/>
                  </a:ext>
                </a:extLst>
              </p:cNvPr>
              <p:cNvSpPr/>
              <p:nvPr/>
            </p:nvSpPr>
            <p:spPr>
              <a:xfrm>
                <a:off x="7950022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86A5559-29F9-49A3-A955-69C6CC5018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022" y="3723349"/>
                <a:ext cx="733662" cy="34317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97BC1D3C-E5AC-44ED-A845-66C428F0A903}"/>
                  </a:ext>
                </a:extLst>
              </p:cNvPr>
              <p:cNvSpPr/>
              <p:nvPr/>
            </p:nvSpPr>
            <p:spPr>
              <a:xfrm>
                <a:off x="9302493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97BC1D3C-E5AC-44ED-A845-66C428F0A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2493" y="3723349"/>
                <a:ext cx="733662" cy="3431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4A446E9C-789C-4E1E-A92F-9E53DD9D688A}"/>
                  </a:ext>
                </a:extLst>
              </p:cNvPr>
              <p:cNvSpPr/>
              <p:nvPr/>
            </p:nvSpPr>
            <p:spPr>
              <a:xfrm>
                <a:off x="10578764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4A446E9C-789C-4E1E-A92F-9E53DD9D6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8764" y="3723349"/>
                <a:ext cx="733662" cy="34317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719F0A7E-8F70-4F3F-B644-0530ECB69519}"/>
                  </a:ext>
                </a:extLst>
              </p:cNvPr>
              <p:cNvSpPr txBox="1"/>
              <p:nvPr/>
            </p:nvSpPr>
            <p:spPr>
              <a:xfrm>
                <a:off x="-59636" y="4192621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719F0A7E-8F70-4F3F-B644-0530ECB69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9636" y="4192621"/>
                <a:ext cx="499134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F49D806D-D785-4DCC-AD88-4E1C9BC38A03}"/>
              </a:ext>
            </a:extLst>
          </p:cNvPr>
          <p:cNvCxnSpPr>
            <a:cxnSpLocks/>
          </p:cNvCxnSpPr>
          <p:nvPr/>
        </p:nvCxnSpPr>
        <p:spPr>
          <a:xfrm>
            <a:off x="191351" y="4911267"/>
            <a:ext cx="381939" cy="0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52B8E9D2-745F-46FC-A49C-2F5CFA2936F4}"/>
              </a:ext>
            </a:extLst>
          </p:cNvPr>
          <p:cNvCxnSpPr>
            <a:cxnSpLocks/>
          </p:cNvCxnSpPr>
          <p:nvPr/>
        </p:nvCxnSpPr>
        <p:spPr>
          <a:xfrm>
            <a:off x="191352" y="4505368"/>
            <a:ext cx="0" cy="405899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8E890FBD-CC62-4A04-8C32-82D759EA7E1B}"/>
                  </a:ext>
                </a:extLst>
              </p:cNvPr>
              <p:cNvSpPr/>
              <p:nvPr/>
            </p:nvSpPr>
            <p:spPr>
              <a:xfrm>
                <a:off x="486271" y="4693779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8E890FBD-CC62-4A04-8C32-82D759EA7E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71" y="4693779"/>
                <a:ext cx="391004" cy="400110"/>
              </a:xfrm>
              <a:prstGeom prst="rect">
                <a:avLst/>
              </a:prstGeom>
              <a:blipFill>
                <a:blip r:embed="rId21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9" name="圖片 108">
            <a:extLst>
              <a:ext uri="{FF2B5EF4-FFF2-40B4-BE49-F238E27FC236}">
                <a16:creationId xmlns:a16="http://schemas.microsoft.com/office/drawing/2014/main" id="{DCE5BC4E-93DA-409E-9B22-E420BAB3C382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8" r="34390"/>
          <a:stretch/>
        </p:blipFill>
        <p:spPr>
          <a:xfrm>
            <a:off x="1746438" y="4960869"/>
            <a:ext cx="1429966" cy="165828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9DE6FC6E-21B7-4EA3-B2D4-E46B61DE10E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3714" y="5144389"/>
            <a:ext cx="1282748" cy="1282748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FBE6ED48-8A1A-4C65-8B01-3435D8CE7CF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20621" y="3387101"/>
            <a:ext cx="1281600" cy="1274692"/>
          </a:xfrm>
          <a:prstGeom prst="rect">
            <a:avLst/>
          </a:prstGeom>
        </p:spPr>
      </p:pic>
      <p:sp>
        <p:nvSpPr>
          <p:cNvPr id="139" name="矩形 138">
            <a:extLst>
              <a:ext uri="{FF2B5EF4-FFF2-40B4-BE49-F238E27FC236}">
                <a16:creationId xmlns:a16="http://schemas.microsoft.com/office/drawing/2014/main" id="{E3C8F1CC-3D9C-4A8E-9374-60E8157A0BE2}"/>
              </a:ext>
            </a:extLst>
          </p:cNvPr>
          <p:cNvSpPr/>
          <p:nvPr/>
        </p:nvSpPr>
        <p:spPr>
          <a:xfrm>
            <a:off x="3351290" y="3243836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69B643FB-49E2-4140-83F2-0B1BA7A09EFA}"/>
              </a:ext>
            </a:extLst>
          </p:cNvPr>
          <p:cNvSpPr/>
          <p:nvPr/>
        </p:nvSpPr>
        <p:spPr>
          <a:xfrm>
            <a:off x="3370340" y="4484782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4" name="圖片 143">
            <a:extLst>
              <a:ext uri="{FF2B5EF4-FFF2-40B4-BE49-F238E27FC236}">
                <a16:creationId xmlns:a16="http://schemas.microsoft.com/office/drawing/2014/main" id="{BDF1F9CF-1883-43CE-97A7-B7F3D0F36664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3432" y="3373863"/>
            <a:ext cx="355014" cy="1291924"/>
          </a:xfrm>
          <a:prstGeom prst="rect">
            <a:avLst/>
          </a:prstGeom>
        </p:spPr>
      </p:pic>
      <p:pic>
        <p:nvPicPr>
          <p:cNvPr id="145" name="圖片 144">
            <a:extLst>
              <a:ext uri="{FF2B5EF4-FFF2-40B4-BE49-F238E27FC236}">
                <a16:creationId xmlns:a16="http://schemas.microsoft.com/office/drawing/2014/main" id="{65FCB1C1-B160-4B62-B59F-1574BB06AACA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5569" b="70278"/>
          <a:stretch/>
        </p:blipFill>
        <p:spPr>
          <a:xfrm>
            <a:off x="3107463" y="5100530"/>
            <a:ext cx="356439" cy="1354972"/>
          </a:xfrm>
          <a:prstGeom prst="rect">
            <a:avLst/>
          </a:prstGeom>
        </p:spPr>
      </p:pic>
      <p:sp>
        <p:nvSpPr>
          <p:cNvPr id="146" name="矩形 145">
            <a:extLst>
              <a:ext uri="{FF2B5EF4-FFF2-40B4-BE49-F238E27FC236}">
                <a16:creationId xmlns:a16="http://schemas.microsoft.com/office/drawing/2014/main" id="{8AB477F7-150B-45B6-B7CF-A7E966BA8300}"/>
              </a:ext>
            </a:extLst>
          </p:cNvPr>
          <p:cNvSpPr/>
          <p:nvPr/>
        </p:nvSpPr>
        <p:spPr>
          <a:xfrm>
            <a:off x="3061822" y="6284161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8EE9E94F-F16D-40EE-BE6E-EA8C4CBD140B}"/>
              </a:ext>
            </a:extLst>
          </p:cNvPr>
          <p:cNvSpPr/>
          <p:nvPr/>
        </p:nvSpPr>
        <p:spPr>
          <a:xfrm>
            <a:off x="3365363" y="4976272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292D036B-DAEE-4675-A004-6AEB20F9D9F1}"/>
              </a:ext>
            </a:extLst>
          </p:cNvPr>
          <p:cNvSpPr/>
          <p:nvPr/>
        </p:nvSpPr>
        <p:spPr>
          <a:xfrm>
            <a:off x="3384413" y="6243097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9CD2730A-D855-4AB8-B41C-78D6A0A91113}"/>
                  </a:ext>
                </a:extLst>
              </p:cNvPr>
              <p:cNvSpPr/>
              <p:nvPr/>
            </p:nvSpPr>
            <p:spPr>
              <a:xfrm>
                <a:off x="4634683" y="6895077"/>
                <a:ext cx="4973541" cy="522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Radial structure :</a:t>
                </a:r>
                <a:r>
                  <a:rPr lang="zh-TW" altLang="en-US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</a:t>
                </a:r>
                <a:r>
                  <a:rPr lang="en-US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13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𝐿𝐺</m:t>
                            </m:r>
                          </m:sup>
                        </m:sSub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  <m:sup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p>
                        </m:s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zh-TW" sz="1300">
                            <a:latin typeface="Cambria Math" panose="02040503050406030204" pitchFamily="18" charset="0"/>
                          </a:rPr>
                          <m:t>Ω</m:t>
                        </m:r>
                        <m:rad>
                          <m:radPr>
                            <m:degHide m:val="on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d>
                              <m:d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!</m:t>
                            </m:r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p>
                      <m:sSup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  <m:sup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9CD2730A-D855-4AB8-B41C-78D6A0A911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683" y="6895077"/>
                <a:ext cx="4973541" cy="522835"/>
              </a:xfrm>
              <a:prstGeom prst="rect">
                <a:avLst/>
              </a:prstGeom>
              <a:blipFill>
                <a:blip r:embed="rId25"/>
                <a:stretch>
                  <a:fillRect l="-1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6291055" y="1305977"/>
            <a:ext cx="3719961" cy="420693"/>
            <a:chOff x="526861" y="1147605"/>
            <a:chExt cx="3719961" cy="4206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1147605"/>
                  <a:ext cx="3639256" cy="420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,ℓ </m:t>
                            </m:r>
                          </m:sub>
                        </m:sSub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  <m:r>
                              <a:rPr lang="en-US" altLang="zh-TW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 </m:t>
                            </m:r>
                          </m:sub>
                          <m:sup>
                            <m: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̂"/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1147605"/>
                  <a:ext cx="3639256" cy="420693"/>
                </a:xfrm>
                <a:prstGeom prst="rect">
                  <a:avLst/>
                </a:prstGeom>
                <a:blipFill>
                  <a:blip r:embed="rId26"/>
                  <a:stretch>
                    <a:fillRect r="-7203" b="-144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rcRect t="1" r="53142" b="-1"/>
            <a:stretch/>
          </p:blipFill>
          <p:spPr>
            <a:xfrm>
              <a:off x="526861" y="1294858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39F46EC-0A4E-4D1F-91A5-3AFECBFA4365}"/>
                  </a:ext>
                </a:extLst>
              </p:cNvPr>
              <p:cNvSpPr/>
              <p:nvPr/>
            </p:nvSpPr>
            <p:spPr>
              <a:xfrm>
                <a:off x="10175955" y="1953245"/>
                <a:ext cx="2130648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16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600" b="1" i="1" smtClean="0">
                          <a:latin typeface="Cambria Math" panose="02040503050406030204" pitchFamily="18" charset="0"/>
                        </a:rPr>
                        <m:t>≡</m:t>
                      </m:r>
                      <m:acc>
                        <m:accPr>
                          <m:chr m:val="̂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6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̂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6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=±1</m:t>
                      </m:r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39F46EC-0A4E-4D1F-91A5-3AFECBFA43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5955" y="1953245"/>
                <a:ext cx="2130648" cy="338554"/>
              </a:xfrm>
              <a:prstGeom prst="rect">
                <a:avLst/>
              </a:prstGeom>
              <a:blipFill>
                <a:blip r:embed="rId29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E236AE12-63FF-46AD-AFC0-80A979D19B13}"/>
                  </a:ext>
                </a:extLst>
              </p:cNvPr>
              <p:cNvSpPr/>
              <p:nvPr/>
            </p:nvSpPr>
            <p:spPr>
              <a:xfrm>
                <a:off x="2161279" y="725401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E236AE12-63FF-46AD-AFC0-80A979D19B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279" y="725401"/>
                <a:ext cx="741357" cy="369332"/>
              </a:xfrm>
              <a:prstGeom prst="rect">
                <a:avLst/>
              </a:prstGeom>
              <a:blipFill>
                <a:blip r:embed="rId30"/>
                <a:stretch>
                  <a:fillRect t="-119672" r="-64463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116E9253-8F35-47E7-AF87-CEACF155B3B9}"/>
                  </a:ext>
                </a:extLst>
              </p:cNvPr>
              <p:cNvSpPr txBox="1"/>
              <p:nvPr/>
            </p:nvSpPr>
            <p:spPr>
              <a:xfrm>
                <a:off x="-116786" y="5909098"/>
                <a:ext cx="499134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116E9253-8F35-47E7-AF87-CEACF155B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786" y="5909098"/>
                <a:ext cx="499134" cy="424283"/>
              </a:xfrm>
              <a:prstGeom prst="rect">
                <a:avLst/>
              </a:prstGeom>
              <a:blipFill>
                <a:blip r:embed="rId31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4D2EF66A-8D11-40B3-A1F4-B9963A98875E}"/>
                  </a:ext>
                </a:extLst>
              </p:cNvPr>
              <p:cNvSpPr/>
              <p:nvPr/>
            </p:nvSpPr>
            <p:spPr>
              <a:xfrm>
                <a:off x="524371" y="6515031"/>
                <a:ext cx="52411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4D2EF66A-8D11-40B3-A1F4-B9963A9887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71" y="6515031"/>
                <a:ext cx="524118" cy="400110"/>
              </a:xfrm>
              <a:prstGeom prst="rect">
                <a:avLst/>
              </a:prstGeom>
              <a:blipFill>
                <a:blip r:embed="rId32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27C2AEC-3FA3-4D99-9393-AF7CFD983578}"/>
                  </a:ext>
                </a:extLst>
              </p:cNvPr>
              <p:cNvSpPr txBox="1"/>
              <p:nvPr/>
            </p:nvSpPr>
            <p:spPr>
              <a:xfrm>
                <a:off x="1703911" y="61114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27C2AEC-3FA3-4D99-9393-AF7CFD983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3911" y="6111493"/>
                <a:ext cx="699886" cy="276999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FEFC2765-EAD1-4018-B213-31036BF29396}"/>
                  </a:ext>
                </a:extLst>
              </p:cNvPr>
              <p:cNvSpPr txBox="1"/>
              <p:nvPr/>
            </p:nvSpPr>
            <p:spPr>
              <a:xfrm>
                <a:off x="1688036" y="4328341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FEFC2765-EAD1-4018-B213-31036BF29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036" y="4328341"/>
                <a:ext cx="699886" cy="276999"/>
              </a:xfrm>
              <a:prstGeom prst="rect">
                <a:avLst/>
              </a:prstGeom>
              <a:blipFill>
                <a:blip r:embed="rId3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9E7D55CA-E36F-4D7A-953F-BEBC67E9A320}"/>
                  </a:ext>
                </a:extLst>
              </p:cNvPr>
              <p:cNvSpPr txBox="1"/>
              <p:nvPr/>
            </p:nvSpPr>
            <p:spPr>
              <a:xfrm>
                <a:off x="224356" y="6317560"/>
                <a:ext cx="568301" cy="441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9E7D55CA-E36F-4D7A-953F-BEBC67E9A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56" y="6317560"/>
                <a:ext cx="568301" cy="441531"/>
              </a:xfrm>
              <a:prstGeom prst="rect">
                <a:avLst/>
              </a:prstGeom>
              <a:blipFill>
                <a:blip r:embed="rId35"/>
                <a:stretch>
                  <a:fillRect l="-2151" b="-41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局部圓 189">
            <a:extLst>
              <a:ext uri="{FF2B5EF4-FFF2-40B4-BE49-F238E27FC236}">
                <a16:creationId xmlns:a16="http://schemas.microsoft.com/office/drawing/2014/main" id="{B707D4D1-EFDC-44FC-8DA2-0C4F6249BBA8}"/>
              </a:ext>
            </a:extLst>
          </p:cNvPr>
          <p:cNvSpPr/>
          <p:nvPr/>
        </p:nvSpPr>
        <p:spPr>
          <a:xfrm>
            <a:off x="11730" y="6563080"/>
            <a:ext cx="338314" cy="337534"/>
          </a:xfrm>
          <a:prstGeom prst="pie">
            <a:avLst>
              <a:gd name="adj1" fmla="val 16198691"/>
              <a:gd name="adj2" fmla="val 63222"/>
            </a:avLst>
          </a:prstGeom>
          <a:gradFill flip="none" rotWithShape="1">
            <a:gsLst>
              <a:gs pos="0">
                <a:schemeClr val="tx1"/>
              </a:gs>
              <a:gs pos="21000">
                <a:srgbClr val="48573E"/>
              </a:gs>
              <a:gs pos="92000">
                <a:schemeClr val="bg1"/>
              </a:gs>
            </a:gsLst>
            <a:lin ang="15300000" scaled="0"/>
            <a:tileRect/>
          </a:gra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232" name="直線接點 231">
            <a:extLst>
              <a:ext uri="{FF2B5EF4-FFF2-40B4-BE49-F238E27FC236}">
                <a16:creationId xmlns:a16="http://schemas.microsoft.com/office/drawing/2014/main" id="{B6E074E2-5CD4-40BF-88D3-FBFF4E950B9B}"/>
              </a:ext>
            </a:extLst>
          </p:cNvPr>
          <p:cNvCxnSpPr>
            <a:cxnSpLocks/>
          </p:cNvCxnSpPr>
          <p:nvPr/>
        </p:nvCxnSpPr>
        <p:spPr>
          <a:xfrm>
            <a:off x="181826" y="6732519"/>
            <a:ext cx="381939" cy="0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3" name="直線接點 232">
            <a:extLst>
              <a:ext uri="{FF2B5EF4-FFF2-40B4-BE49-F238E27FC236}">
                <a16:creationId xmlns:a16="http://schemas.microsoft.com/office/drawing/2014/main" id="{B03158C7-8238-4FAE-8686-EF2BBF7C1AF9}"/>
              </a:ext>
            </a:extLst>
          </p:cNvPr>
          <p:cNvCxnSpPr>
            <a:cxnSpLocks/>
          </p:cNvCxnSpPr>
          <p:nvPr/>
        </p:nvCxnSpPr>
        <p:spPr>
          <a:xfrm>
            <a:off x="181827" y="6326620"/>
            <a:ext cx="0" cy="405899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1" name="矩形 190">
            <a:extLst>
              <a:ext uri="{FF2B5EF4-FFF2-40B4-BE49-F238E27FC236}">
                <a16:creationId xmlns:a16="http://schemas.microsoft.com/office/drawing/2014/main" id="{FA8FD55F-D613-4CB8-87A2-4B6A544BBC42}"/>
              </a:ext>
            </a:extLst>
          </p:cNvPr>
          <p:cNvSpPr/>
          <p:nvPr/>
        </p:nvSpPr>
        <p:spPr>
          <a:xfrm>
            <a:off x="3033480" y="452956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4" name="圖形 193">
            <a:extLst>
              <a:ext uri="{FF2B5EF4-FFF2-40B4-BE49-F238E27FC236}">
                <a16:creationId xmlns:a16="http://schemas.microsoft.com/office/drawing/2014/main" id="{319E1EB9-8CE1-4937-B2D8-601F86AB56A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3886033" y="5687233"/>
            <a:ext cx="223834" cy="213728"/>
          </a:xfrm>
          <a:prstGeom prst="rect">
            <a:avLst/>
          </a:prstGeom>
        </p:spPr>
      </p:pic>
      <p:pic>
        <p:nvPicPr>
          <p:cNvPr id="195" name="圖形 194">
            <a:extLst>
              <a:ext uri="{FF2B5EF4-FFF2-40B4-BE49-F238E27FC236}">
                <a16:creationId xmlns:a16="http://schemas.microsoft.com/office/drawing/2014/main" id="{3D1A37A0-994F-47F1-8A8B-1A5ABE90D5D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3988047" y="4336100"/>
            <a:ext cx="223834" cy="213728"/>
          </a:xfrm>
          <a:prstGeom prst="rect">
            <a:avLst/>
          </a:prstGeom>
        </p:spPr>
      </p:pic>
      <p:pic>
        <p:nvPicPr>
          <p:cNvPr id="198" name="圖形 197">
            <a:extLst>
              <a:ext uri="{FF2B5EF4-FFF2-40B4-BE49-F238E27FC236}">
                <a16:creationId xmlns:a16="http://schemas.microsoft.com/office/drawing/2014/main" id="{DF98E4F6-5106-44AC-9657-3111EED68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6298411" y="3150349"/>
            <a:ext cx="223834" cy="213728"/>
          </a:xfrm>
          <a:prstGeom prst="rect">
            <a:avLst/>
          </a:prstGeom>
        </p:spPr>
      </p:pic>
      <p:pic>
        <p:nvPicPr>
          <p:cNvPr id="199" name="圖形 198">
            <a:extLst>
              <a:ext uri="{FF2B5EF4-FFF2-40B4-BE49-F238E27FC236}">
                <a16:creationId xmlns:a16="http://schemas.microsoft.com/office/drawing/2014/main" id="{6F4CF861-E573-40E7-9C5F-BEAF3DD55BE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6417144" y="2632764"/>
            <a:ext cx="223834" cy="213728"/>
          </a:xfrm>
          <a:prstGeom prst="rect">
            <a:avLst/>
          </a:prstGeom>
        </p:spPr>
      </p:pic>
      <p:sp>
        <p:nvSpPr>
          <p:cNvPr id="200" name="矩形 199">
            <a:extLst>
              <a:ext uri="{FF2B5EF4-FFF2-40B4-BE49-F238E27FC236}">
                <a16:creationId xmlns:a16="http://schemas.microsoft.com/office/drawing/2014/main" id="{8095EF3E-2D18-47DE-9FD0-32A198B10E94}"/>
              </a:ext>
            </a:extLst>
          </p:cNvPr>
          <p:cNvSpPr/>
          <p:nvPr/>
        </p:nvSpPr>
        <p:spPr>
          <a:xfrm>
            <a:off x="7649472" y="6620169"/>
            <a:ext cx="46179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endParaRPr lang="zh-TW" altLang="en-US" sz="1200" dirty="0"/>
          </a:p>
        </p:txBody>
      </p:sp>
      <p:cxnSp>
        <p:nvCxnSpPr>
          <p:cNvPr id="218" name="直線接點 217">
            <a:extLst>
              <a:ext uri="{FF2B5EF4-FFF2-40B4-BE49-F238E27FC236}">
                <a16:creationId xmlns:a16="http://schemas.microsoft.com/office/drawing/2014/main" id="{BEBA4C7B-0CB8-4044-B230-21C8B3CCB028}"/>
              </a:ext>
            </a:extLst>
          </p:cNvPr>
          <p:cNvCxnSpPr>
            <a:cxnSpLocks/>
          </p:cNvCxnSpPr>
          <p:nvPr/>
        </p:nvCxnSpPr>
        <p:spPr>
          <a:xfrm flipH="1">
            <a:off x="3618701" y="2294002"/>
            <a:ext cx="858767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BE23870C-30D2-4FD2-9B89-3FFA384BDD3F}"/>
                  </a:ext>
                </a:extLst>
              </p:cNvPr>
              <p:cNvSpPr txBox="1"/>
              <p:nvPr/>
            </p:nvSpPr>
            <p:spPr>
              <a:xfrm>
                <a:off x="4889706" y="478053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BE23870C-30D2-4FD2-9B89-3FFA384BD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706" y="4780533"/>
                <a:ext cx="699886" cy="276999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6" name="群組 235">
            <a:extLst>
              <a:ext uri="{FF2B5EF4-FFF2-40B4-BE49-F238E27FC236}">
                <a16:creationId xmlns:a16="http://schemas.microsoft.com/office/drawing/2014/main" id="{456B847B-A1F1-44D7-910C-A8A3EBB86E26}"/>
              </a:ext>
            </a:extLst>
          </p:cNvPr>
          <p:cNvGrpSpPr/>
          <p:nvPr/>
        </p:nvGrpSpPr>
        <p:grpSpPr>
          <a:xfrm>
            <a:off x="5483811" y="4112287"/>
            <a:ext cx="483108" cy="476014"/>
            <a:chOff x="7670116" y="5414672"/>
            <a:chExt cx="483108" cy="476014"/>
          </a:xfrm>
        </p:grpSpPr>
        <p:grpSp>
          <p:nvGrpSpPr>
            <p:cNvPr id="237" name="群組 236">
              <a:extLst>
                <a:ext uri="{FF2B5EF4-FFF2-40B4-BE49-F238E27FC236}">
                  <a16:creationId xmlns:a16="http://schemas.microsoft.com/office/drawing/2014/main" id="{153FC46B-0056-4A79-880A-2DED4870C183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52" name="箭號: 向右 251">
                <a:extLst>
                  <a:ext uri="{FF2B5EF4-FFF2-40B4-BE49-F238E27FC236}">
                    <a16:creationId xmlns:a16="http://schemas.microsoft.com/office/drawing/2014/main" id="{2CAD2AEF-77B2-4A0F-8202-5E233C371733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53" name="箭號: 向右 252">
                <a:extLst>
                  <a:ext uri="{FF2B5EF4-FFF2-40B4-BE49-F238E27FC236}">
                    <a16:creationId xmlns:a16="http://schemas.microsoft.com/office/drawing/2014/main" id="{DA62C3E3-1385-4876-9349-23976D1E1A3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8" name="文字方塊 237">
                  <a:extLst>
                    <a:ext uri="{FF2B5EF4-FFF2-40B4-BE49-F238E27FC236}">
                      <a16:creationId xmlns:a16="http://schemas.microsoft.com/office/drawing/2014/main" id="{3B50463F-001B-45BE-834E-B53D0BCB5834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8" name="文字方塊 237">
                  <a:extLst>
                    <a:ext uri="{FF2B5EF4-FFF2-40B4-BE49-F238E27FC236}">
                      <a16:creationId xmlns:a16="http://schemas.microsoft.com/office/drawing/2014/main" id="{3B50463F-001B-45BE-834E-B53D0BCB58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9CCC666-B51A-449F-B3E4-F6E28F11F7FE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9CCC666-B51A-449F-B3E4-F6E28F11F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文字方塊 260">
                <a:extLst>
                  <a:ext uri="{FF2B5EF4-FFF2-40B4-BE49-F238E27FC236}">
                    <a16:creationId xmlns:a16="http://schemas.microsoft.com/office/drawing/2014/main" id="{F98C4E70-2741-4A17-A885-666AF6BC8313}"/>
                  </a:ext>
                </a:extLst>
              </p:cNvPr>
              <p:cNvSpPr txBox="1"/>
              <p:nvPr/>
            </p:nvSpPr>
            <p:spPr>
              <a:xfrm>
                <a:off x="4882086" y="61368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1" name="文字方塊 260">
                <a:extLst>
                  <a:ext uri="{FF2B5EF4-FFF2-40B4-BE49-F238E27FC236}">
                    <a16:creationId xmlns:a16="http://schemas.microsoft.com/office/drawing/2014/main" id="{F98C4E70-2741-4A17-A885-666AF6BC8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2086" y="6136893"/>
                <a:ext cx="699886" cy="276999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2" name="群組 261">
            <a:extLst>
              <a:ext uri="{FF2B5EF4-FFF2-40B4-BE49-F238E27FC236}">
                <a16:creationId xmlns:a16="http://schemas.microsoft.com/office/drawing/2014/main" id="{DF887AF3-B5D2-49F5-BE76-AA80414576CA}"/>
              </a:ext>
            </a:extLst>
          </p:cNvPr>
          <p:cNvGrpSpPr/>
          <p:nvPr/>
        </p:nvGrpSpPr>
        <p:grpSpPr>
          <a:xfrm>
            <a:off x="5476191" y="5468647"/>
            <a:ext cx="483108" cy="476014"/>
            <a:chOff x="7670116" y="5414672"/>
            <a:chExt cx="483108" cy="476014"/>
          </a:xfrm>
        </p:grpSpPr>
        <p:grpSp>
          <p:nvGrpSpPr>
            <p:cNvPr id="263" name="群組 262">
              <a:extLst>
                <a:ext uri="{FF2B5EF4-FFF2-40B4-BE49-F238E27FC236}">
                  <a16:creationId xmlns:a16="http://schemas.microsoft.com/office/drawing/2014/main" id="{37AB6BAA-0EFB-41C5-925D-64FBF5365EB1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66" name="箭號: 向右 265">
                <a:extLst>
                  <a:ext uri="{FF2B5EF4-FFF2-40B4-BE49-F238E27FC236}">
                    <a16:creationId xmlns:a16="http://schemas.microsoft.com/office/drawing/2014/main" id="{03146502-86C0-4CDD-9216-54859E53ADE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67" name="箭號: 向右 266">
                <a:extLst>
                  <a:ext uri="{FF2B5EF4-FFF2-40B4-BE49-F238E27FC236}">
                    <a16:creationId xmlns:a16="http://schemas.microsoft.com/office/drawing/2014/main" id="{348D27C3-FCB2-4987-9D32-DF77287B262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文字方塊 263">
                  <a:extLst>
                    <a:ext uri="{FF2B5EF4-FFF2-40B4-BE49-F238E27FC236}">
                      <a16:creationId xmlns:a16="http://schemas.microsoft.com/office/drawing/2014/main" id="{E2F3F2A5-8F47-45A7-8C77-634B5C9223DA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4" name="文字方塊 263">
                  <a:extLst>
                    <a:ext uri="{FF2B5EF4-FFF2-40B4-BE49-F238E27FC236}">
                      <a16:creationId xmlns:a16="http://schemas.microsoft.com/office/drawing/2014/main" id="{E2F3F2A5-8F47-45A7-8C77-634B5C922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文字方塊 264">
                  <a:extLst>
                    <a:ext uri="{FF2B5EF4-FFF2-40B4-BE49-F238E27FC236}">
                      <a16:creationId xmlns:a16="http://schemas.microsoft.com/office/drawing/2014/main" id="{3A1D5D1B-A264-4B52-BB2C-314673FD783A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5" name="文字方塊 264">
                  <a:extLst>
                    <a:ext uri="{FF2B5EF4-FFF2-40B4-BE49-F238E27FC236}">
                      <a16:creationId xmlns:a16="http://schemas.microsoft.com/office/drawing/2014/main" id="{3A1D5D1B-A264-4B52-BB2C-314673FD7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0" name="圖形 269">
            <a:extLst>
              <a:ext uri="{FF2B5EF4-FFF2-40B4-BE49-F238E27FC236}">
                <a16:creationId xmlns:a16="http://schemas.microsoft.com/office/drawing/2014/main" id="{E5EC8705-0ECA-4007-8A65-9F71597DB5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8823076" y="1413564"/>
            <a:ext cx="223834" cy="213728"/>
          </a:xfrm>
          <a:prstGeom prst="rect">
            <a:avLst/>
          </a:prstGeom>
        </p:spPr>
      </p:pic>
      <p:pic>
        <p:nvPicPr>
          <p:cNvPr id="271" name="圖形 270">
            <a:extLst>
              <a:ext uri="{FF2B5EF4-FFF2-40B4-BE49-F238E27FC236}">
                <a16:creationId xmlns:a16="http://schemas.microsoft.com/office/drawing/2014/main" id="{19AE800B-1F9E-4C22-8894-73AA24224DD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7518450" y="1413564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6AAB1BAF-2338-4FA0-AD10-4A4215E8F0CA}"/>
                  </a:ext>
                </a:extLst>
              </p:cNvPr>
              <p:cNvSpPr txBox="1"/>
              <p:nvPr/>
            </p:nvSpPr>
            <p:spPr>
              <a:xfrm>
                <a:off x="2266620" y="2868467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6AAB1BAF-2338-4FA0-AD10-4A4215E8F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620" y="2868467"/>
                <a:ext cx="499134" cy="400110"/>
              </a:xfrm>
              <a:prstGeom prst="rect">
                <a:avLst/>
              </a:prstGeom>
              <a:blipFill>
                <a:blip r:embed="rId42"/>
                <a:stretch>
                  <a:fillRect t="-7692" r="-231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521F677-06E4-43BA-8BF4-C138387F73E0}"/>
                  </a:ext>
                </a:extLst>
              </p:cNvPr>
              <p:cNvSpPr txBox="1"/>
              <p:nvPr/>
            </p:nvSpPr>
            <p:spPr>
              <a:xfrm>
                <a:off x="866266" y="2868467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521F677-06E4-43BA-8BF4-C138387F7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66" y="2868467"/>
                <a:ext cx="499134" cy="400110"/>
              </a:xfrm>
              <a:prstGeom prst="rect">
                <a:avLst/>
              </a:prstGeom>
              <a:blipFill>
                <a:blip r:embed="rId43"/>
                <a:stretch>
                  <a:fillRect t="-7692" r="-243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3894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7</a:t>
            </a:fld>
            <a:endParaRPr lang="zh-TW" altLang="en-US"/>
          </a:p>
        </p:txBody>
      </p: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4523838" y="1587174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</p:grp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8C542F57-2DAD-405D-89EA-00D348A06D22}"/>
              </a:ext>
            </a:extLst>
          </p:cNvPr>
          <p:cNvGrpSpPr/>
          <p:nvPr/>
        </p:nvGrpSpPr>
        <p:grpSpPr>
          <a:xfrm>
            <a:off x="4646493" y="4213280"/>
            <a:ext cx="6310764" cy="2109281"/>
            <a:chOff x="5689808" y="4018456"/>
            <a:chExt cx="6310764" cy="2109281"/>
          </a:xfrm>
        </p:grpSpPr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8E3831DE-72CC-48FC-9E03-55FE55CD7002}"/>
                </a:ext>
              </a:extLst>
            </p:cNvPr>
            <p:cNvGrpSpPr/>
            <p:nvPr/>
          </p:nvGrpSpPr>
          <p:grpSpPr>
            <a:xfrm>
              <a:off x="8064103" y="4337666"/>
              <a:ext cx="1444902" cy="1497416"/>
              <a:chOff x="3721242" y="3310384"/>
              <a:chExt cx="2392791" cy="2479757"/>
            </a:xfrm>
          </p:grpSpPr>
          <p:sp>
            <p:nvSpPr>
              <p:cNvPr id="184" name="Oval 14">
                <a:extLst>
                  <a:ext uri="{FF2B5EF4-FFF2-40B4-BE49-F238E27FC236}">
                    <a16:creationId xmlns:a16="http://schemas.microsoft.com/office/drawing/2014/main" id="{59A1C6E9-502B-47FF-AD5E-93E708CC7D10}"/>
                  </a:ext>
                </a:extLst>
              </p:cNvPr>
              <p:cNvSpPr/>
              <p:nvPr/>
            </p:nvSpPr>
            <p:spPr>
              <a:xfrm>
                <a:off x="4791894" y="3322057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5" name="Oval 4">
                <a:extLst>
                  <a:ext uri="{FF2B5EF4-FFF2-40B4-BE49-F238E27FC236}">
                    <a16:creationId xmlns:a16="http://schemas.microsoft.com/office/drawing/2014/main" id="{96A8E4F9-0672-49AE-BDA7-1DA4B4E390CF}"/>
                  </a:ext>
                </a:extLst>
              </p:cNvPr>
              <p:cNvSpPr/>
              <p:nvPr/>
            </p:nvSpPr>
            <p:spPr>
              <a:xfrm>
                <a:off x="3845276" y="3446782"/>
                <a:ext cx="2140546" cy="221733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6" name="Oval 15">
                <a:extLst>
                  <a:ext uri="{FF2B5EF4-FFF2-40B4-BE49-F238E27FC236}">
                    <a16:creationId xmlns:a16="http://schemas.microsoft.com/office/drawing/2014/main" id="{C9277B1F-4DC0-43F4-A145-6C86306E3363}"/>
                  </a:ext>
                </a:extLst>
              </p:cNvPr>
              <p:cNvSpPr/>
              <p:nvPr/>
            </p:nvSpPr>
            <p:spPr>
              <a:xfrm>
                <a:off x="4791894" y="5538142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7" name="SHO">
                <a:extLst>
                  <a:ext uri="{FF2B5EF4-FFF2-40B4-BE49-F238E27FC236}">
                    <a16:creationId xmlns:a16="http://schemas.microsoft.com/office/drawing/2014/main" id="{798D38B0-0CB3-468F-9F31-4D2C3A7D5F75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8" name="SVO">
                <a:extLst>
                  <a:ext uri="{FF2B5EF4-FFF2-40B4-BE49-F238E27FC236}">
                    <a16:creationId xmlns:a16="http://schemas.microsoft.com/office/drawing/2014/main" id="{D31F5F06-971C-4F68-98A9-EC3188280453}"/>
                  </a:ext>
                </a:extLst>
              </p:cNvPr>
              <p:cNvSpPr/>
              <p:nvPr/>
            </p:nvSpPr>
            <p:spPr>
              <a:xfrm>
                <a:off x="4375829" y="3447523"/>
                <a:ext cx="1070273" cy="2217330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89" name="Oval 6">
                <a:extLst>
                  <a:ext uri="{FF2B5EF4-FFF2-40B4-BE49-F238E27FC236}">
                    <a16:creationId xmlns:a16="http://schemas.microsoft.com/office/drawing/2014/main" id="{93C78940-6FDC-4D9C-BF1D-28EE1FED6F14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90" name="Partial Circle 9">
                <a:extLst>
                  <a:ext uri="{FF2B5EF4-FFF2-40B4-BE49-F238E27FC236}">
                    <a16:creationId xmlns:a16="http://schemas.microsoft.com/office/drawing/2014/main" id="{1BB62E8F-C14A-46D5-B6B1-16A4A61FF35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4732812" y="4207797"/>
                <a:ext cx="352180" cy="67996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rgbClr val="007E00"/>
                  </a:gs>
                  <a:gs pos="36000">
                    <a:srgbClr val="45C845">
                      <a:alpha val="60000"/>
                    </a:srgbClr>
                  </a:gs>
                  <a:gs pos="100000">
                    <a:srgbClr val="B9FFB9">
                      <a:alpha val="60000"/>
                    </a:srgbClr>
                  </a:gs>
                </a:gsLst>
                <a:lin ang="2700000" scaled="1"/>
                <a:tileRect/>
              </a:gradFill>
              <a:ln w="19050">
                <a:solidFill>
                  <a:srgbClr val="319B1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TextBox 10">
                    <a:extLst>
                      <a:ext uri="{FF2B5EF4-FFF2-40B4-BE49-F238E27FC236}">
                        <a16:creationId xmlns:a16="http://schemas.microsoft.com/office/drawing/2014/main" id="{EF7E986B-3273-4DC6-9CAF-D8A2141D3324}"/>
                      </a:ext>
                    </a:extLst>
                  </p:cNvPr>
                  <p:cNvSpPr txBox="1"/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5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Box 11">
                    <a:extLst>
                      <a:ext uri="{FF2B5EF4-FFF2-40B4-BE49-F238E27FC236}">
                        <a16:creationId xmlns:a16="http://schemas.microsoft.com/office/drawing/2014/main" id="{3BD0197B-E66B-460F-9CDB-FE9D03258B8C}"/>
                      </a:ext>
                    </a:extLst>
                  </p:cNvPr>
                  <p:cNvSpPr txBox="1"/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5000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3" name="Oval 22">
                <a:extLst>
                  <a:ext uri="{FF2B5EF4-FFF2-40B4-BE49-F238E27FC236}">
                    <a16:creationId xmlns:a16="http://schemas.microsoft.com/office/drawing/2014/main" id="{AE9671CD-CD38-4A4D-B520-A04E8F2D0A59}"/>
                  </a:ext>
                </a:extLst>
              </p:cNvPr>
              <p:cNvSpPr/>
              <p:nvPr/>
            </p:nvSpPr>
            <p:spPr>
              <a:xfrm>
                <a:off x="4790490" y="5538141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4" name="TextBox 12">
                    <a:extLst>
                      <a:ext uri="{FF2B5EF4-FFF2-40B4-BE49-F238E27FC236}">
                        <a16:creationId xmlns:a16="http://schemas.microsoft.com/office/drawing/2014/main" id="{BFED76CC-8CB7-41FC-9A07-A80D9569C4F2}"/>
                      </a:ext>
                    </a:extLst>
                  </p:cNvPr>
                  <p:cNvSpPr txBox="1"/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65385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3">
                    <a:extLst>
                      <a:ext uri="{FF2B5EF4-FFF2-40B4-BE49-F238E27FC236}">
                        <a16:creationId xmlns:a16="http://schemas.microsoft.com/office/drawing/2014/main" id="{7E39A5BE-0AF2-4B49-84AB-2F97F757649F}"/>
                      </a:ext>
                    </a:extLst>
                  </p:cNvPr>
                  <p:cNvSpPr txBox="1"/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230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6" name="DVO">
                <a:extLst>
                  <a:ext uri="{FF2B5EF4-FFF2-40B4-BE49-F238E27FC236}">
                    <a16:creationId xmlns:a16="http://schemas.microsoft.com/office/drawing/2014/main" id="{4D5E69E4-D3B9-4087-BB23-40C0CEAD46FF}"/>
                  </a:ext>
                </a:extLst>
              </p:cNvPr>
              <p:cNvSpPr/>
              <p:nvPr/>
            </p:nvSpPr>
            <p:spPr>
              <a:xfrm flipH="1">
                <a:off x="4375829" y="3447523"/>
                <a:ext cx="1070273" cy="2217330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197" name="Straight Arrow Connector 17">
                <a:extLst>
                  <a:ext uri="{FF2B5EF4-FFF2-40B4-BE49-F238E27FC236}">
                    <a16:creationId xmlns:a16="http://schemas.microsoft.com/office/drawing/2014/main" id="{65CE95FD-75E0-468E-8DEF-2DBEDD4D82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80724" y="4549013"/>
                <a:ext cx="328471" cy="424757"/>
              </a:xfrm>
              <a:prstGeom prst="straightConnector1">
                <a:avLst/>
              </a:prstGeom>
              <a:ln w="53975">
                <a:solidFill>
                  <a:srgbClr val="238109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98" name="Oval 23">
                <a:extLst>
                  <a:ext uri="{FF2B5EF4-FFF2-40B4-BE49-F238E27FC236}">
                    <a16:creationId xmlns:a16="http://schemas.microsoft.com/office/drawing/2014/main" id="{7C0B594A-2980-438E-A116-E3BA057B2F6D}"/>
                  </a:ext>
                </a:extLst>
              </p:cNvPr>
              <p:cNvSpPr/>
              <p:nvPr/>
            </p:nvSpPr>
            <p:spPr>
              <a:xfrm>
                <a:off x="5862033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99" name="Partial Circle 9">
                <a:extLst>
                  <a:ext uri="{FF2B5EF4-FFF2-40B4-BE49-F238E27FC236}">
                    <a16:creationId xmlns:a16="http://schemas.microsoft.com/office/drawing/2014/main" id="{4F08B558-E617-4B6B-9D00-C580B7EBBD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77039" y="4295384"/>
                <a:ext cx="246001" cy="49684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accent5">
                      <a:lumMod val="60000"/>
                      <a:lumOff val="40000"/>
                      <a:shade val="30000"/>
                      <a:satMod val="115000"/>
                    </a:schemeClr>
                  </a:gs>
                  <a:gs pos="50000">
                    <a:schemeClr val="accent5">
                      <a:lumMod val="60000"/>
                      <a:lumOff val="40000"/>
                      <a:shade val="67500"/>
                      <a:satMod val="115000"/>
                    </a:schemeClr>
                  </a:gs>
                  <a:gs pos="100000">
                    <a:schemeClr val="accent5">
                      <a:lumMod val="60000"/>
                      <a:lumOff val="4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0" name="Straight Arrow Connector 7">
                <a:extLst>
                  <a:ext uri="{FF2B5EF4-FFF2-40B4-BE49-F238E27FC236}">
                    <a16:creationId xmlns:a16="http://schemas.microsoft.com/office/drawing/2014/main" id="{18365661-2F9E-4A9E-86A6-133B9F4286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06471" y="3891965"/>
                <a:ext cx="2515" cy="660975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1" name="TextBox 10">
                    <a:extLst>
                      <a:ext uri="{FF2B5EF4-FFF2-40B4-BE49-F238E27FC236}">
                        <a16:creationId xmlns:a16="http://schemas.microsoft.com/office/drawing/2014/main" id="{8EB26313-3C6E-4BF8-8303-61AAC319C9DE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1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1538" r="-84615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2" name="Straight Arrow Connector 19">
                <a:extLst>
                  <a:ext uri="{FF2B5EF4-FFF2-40B4-BE49-F238E27FC236}">
                    <a16:creationId xmlns:a16="http://schemas.microsoft.com/office/drawing/2014/main" id="{0A55E4E1-2A23-4094-9854-1923970ABD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0897" y="4549701"/>
                <a:ext cx="290252" cy="232381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Arrow Connector 18">
                <a:extLst>
                  <a:ext uri="{FF2B5EF4-FFF2-40B4-BE49-F238E27FC236}">
                    <a16:creationId xmlns:a16="http://schemas.microsoft.com/office/drawing/2014/main" id="{9304809E-D329-4EE1-8028-3BEF11EA4FD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4656933" y="4295511"/>
                <a:ext cx="0" cy="508379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Arrow Connector 17">
                <a:extLst>
                  <a:ext uri="{FF2B5EF4-FFF2-40B4-BE49-F238E27FC236}">
                    <a16:creationId xmlns:a16="http://schemas.microsoft.com/office/drawing/2014/main" id="{931200EE-EE56-4A05-84FB-78FEC2E7F7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97207" y="3888283"/>
                <a:ext cx="847803" cy="666541"/>
              </a:xfrm>
              <a:prstGeom prst="straightConnector1">
                <a:avLst/>
              </a:prstGeom>
              <a:ln w="53975">
                <a:solidFill>
                  <a:schemeClr val="accent5">
                    <a:lumMod val="75000"/>
                  </a:schemeClr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205" name="Oval 20">
                <a:extLst>
                  <a:ext uri="{FF2B5EF4-FFF2-40B4-BE49-F238E27FC236}">
                    <a16:creationId xmlns:a16="http://schemas.microsoft.com/office/drawing/2014/main" id="{67F6C44C-FFFB-4D34-AA96-86D5794D438C}"/>
                  </a:ext>
                </a:extLst>
              </p:cNvPr>
              <p:cNvSpPr/>
              <p:nvPr/>
            </p:nvSpPr>
            <p:spPr>
              <a:xfrm>
                <a:off x="3721242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06" name="Oval 22">
                <a:extLst>
                  <a:ext uri="{FF2B5EF4-FFF2-40B4-BE49-F238E27FC236}">
                    <a16:creationId xmlns:a16="http://schemas.microsoft.com/office/drawing/2014/main" id="{F959854C-1524-449A-965F-2D7E898097CB}"/>
                  </a:ext>
                </a:extLst>
              </p:cNvPr>
              <p:cNvSpPr/>
              <p:nvPr/>
            </p:nvSpPr>
            <p:spPr>
              <a:xfrm>
                <a:off x="4792242" y="3310384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07" name="Oval 23">
                <a:extLst>
                  <a:ext uri="{FF2B5EF4-FFF2-40B4-BE49-F238E27FC236}">
                    <a16:creationId xmlns:a16="http://schemas.microsoft.com/office/drawing/2014/main" id="{5A03DE2C-AB08-4202-BBAD-0D4C11545F8F}"/>
                  </a:ext>
                </a:extLst>
              </p:cNvPr>
              <p:cNvSpPr/>
              <p:nvPr/>
            </p:nvSpPr>
            <p:spPr>
              <a:xfrm>
                <a:off x="5313839" y="4875217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08" name="Oval 23">
                <a:extLst>
                  <a:ext uri="{FF2B5EF4-FFF2-40B4-BE49-F238E27FC236}">
                    <a16:creationId xmlns:a16="http://schemas.microsoft.com/office/drawing/2014/main" id="{A877ECA2-3D7C-418C-9B0D-29CF3DB5DD50}"/>
                  </a:ext>
                </a:extLst>
              </p:cNvPr>
              <p:cNvSpPr/>
              <p:nvPr/>
            </p:nvSpPr>
            <p:spPr>
              <a:xfrm>
                <a:off x="4111260" y="406661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p:grpSp>
          <p:nvGrpSpPr>
            <p:cNvPr id="152" name="群組 151">
              <a:extLst>
                <a:ext uri="{FF2B5EF4-FFF2-40B4-BE49-F238E27FC236}">
                  <a16:creationId xmlns:a16="http://schemas.microsoft.com/office/drawing/2014/main" id="{99DBFF3B-6674-41E7-BC6F-5E9C362FD06A}"/>
                </a:ext>
              </a:extLst>
            </p:cNvPr>
            <p:cNvGrpSpPr/>
            <p:nvPr/>
          </p:nvGrpSpPr>
          <p:grpSpPr>
            <a:xfrm>
              <a:off x="5766155" y="4301062"/>
              <a:ext cx="2811664" cy="537327"/>
              <a:chOff x="4868017" y="3988894"/>
              <a:chExt cx="2811664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1" name="文字方塊 180">
                    <a:extLst>
                      <a:ext uri="{FF2B5EF4-FFF2-40B4-BE49-F238E27FC236}">
                        <a16:creationId xmlns:a16="http://schemas.microsoft.com/office/drawing/2014/main" id="{7C2E929D-96E6-4A0C-9058-2EF1BFC58AA2}"/>
                      </a:ext>
                    </a:extLst>
                  </p:cNvPr>
                  <p:cNvSpPr txBox="1"/>
                  <p:nvPr/>
                </p:nvSpPr>
                <p:spPr>
                  <a:xfrm>
                    <a:off x="4868017" y="3988894"/>
                    <a:ext cx="281166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81" name="文字方塊 180">
                    <a:extLst>
                      <a:ext uri="{FF2B5EF4-FFF2-40B4-BE49-F238E27FC236}">
                        <a16:creationId xmlns:a16="http://schemas.microsoft.com/office/drawing/2014/main" id="{7C2E929D-96E6-4A0C-9058-2EF1BFC58A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68017" y="3988894"/>
                    <a:ext cx="2811664" cy="53732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82" name="圖形 181">
                <a:extLst>
                  <a:ext uri="{FF2B5EF4-FFF2-40B4-BE49-F238E27FC236}">
                    <a16:creationId xmlns:a16="http://schemas.microsoft.com/office/drawing/2014/main" id="{8E1EACCD-9D09-47BB-9E3A-FEB210E0C3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5430736" y="4233616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83" name="圖形 182">
                <a:extLst>
                  <a:ext uri="{FF2B5EF4-FFF2-40B4-BE49-F238E27FC236}">
                    <a16:creationId xmlns:a16="http://schemas.microsoft.com/office/drawing/2014/main" id="{951B9897-BAF4-4828-A166-B7D5FA362E7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6556614" y="4244783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57" name="群組 156">
              <a:extLst>
                <a:ext uri="{FF2B5EF4-FFF2-40B4-BE49-F238E27FC236}">
                  <a16:creationId xmlns:a16="http://schemas.microsoft.com/office/drawing/2014/main" id="{D4670EE9-B24C-42DD-B6DA-E3696AD15915}"/>
                </a:ext>
              </a:extLst>
            </p:cNvPr>
            <p:cNvGrpSpPr/>
            <p:nvPr/>
          </p:nvGrpSpPr>
          <p:grpSpPr>
            <a:xfrm>
              <a:off x="8180613" y="5800916"/>
              <a:ext cx="1301888" cy="326821"/>
              <a:chOff x="5118933" y="9506967"/>
              <a:chExt cx="1301888" cy="3268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文字方塊 178">
                    <a:extLst>
                      <a:ext uri="{FF2B5EF4-FFF2-40B4-BE49-F238E27FC236}">
                        <a16:creationId xmlns:a16="http://schemas.microsoft.com/office/drawing/2014/main" id="{D95C0106-A94D-427F-9AC2-9F41FE244FE8}"/>
                      </a:ext>
                    </a:extLst>
                  </p:cNvPr>
                  <p:cNvSpPr txBox="1"/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3" name="文字方塊 112">
                    <a:extLst>
                      <a:ext uri="{FF2B5EF4-FFF2-40B4-BE49-F238E27FC236}">
                        <a16:creationId xmlns:a16="http://schemas.microsoft.com/office/drawing/2014/main" id="{9CB68B38-9546-4D60-A1AD-192832924F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80" name="圖形 179">
                <a:extLst>
                  <a:ext uri="{FF2B5EF4-FFF2-40B4-BE49-F238E27FC236}">
                    <a16:creationId xmlns:a16="http://schemas.microsoft.com/office/drawing/2014/main" id="{A3E9E960-AF7E-4663-A826-52D7970A4D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5375499" y="9648825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58" name="群組 157">
              <a:extLst>
                <a:ext uri="{FF2B5EF4-FFF2-40B4-BE49-F238E27FC236}">
                  <a16:creationId xmlns:a16="http://schemas.microsoft.com/office/drawing/2014/main" id="{2DC60579-786A-48F1-932D-F1E4FF7A3234}"/>
                </a:ext>
              </a:extLst>
            </p:cNvPr>
            <p:cNvGrpSpPr/>
            <p:nvPr/>
          </p:nvGrpSpPr>
          <p:grpSpPr>
            <a:xfrm>
              <a:off x="9420928" y="4822429"/>
              <a:ext cx="2579644" cy="537327"/>
              <a:chOff x="8875756" y="4758720"/>
              <a:chExt cx="2579644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字方塊 175">
                    <a:extLst>
                      <a:ext uri="{FF2B5EF4-FFF2-40B4-BE49-F238E27FC236}">
                        <a16:creationId xmlns:a16="http://schemas.microsoft.com/office/drawing/2014/main" id="{61ABCB8D-0265-4DD4-9B69-F49139558041}"/>
                      </a:ext>
                    </a:extLst>
                  </p:cNvPr>
                  <p:cNvSpPr txBox="1"/>
                  <p:nvPr/>
                </p:nvSpPr>
                <p:spPr>
                  <a:xfrm>
                    <a:off x="8875756" y="4758720"/>
                    <a:ext cx="257964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76" name="文字方塊 175">
                    <a:extLst>
                      <a:ext uri="{FF2B5EF4-FFF2-40B4-BE49-F238E27FC236}">
                        <a16:creationId xmlns:a16="http://schemas.microsoft.com/office/drawing/2014/main" id="{61ABCB8D-0265-4DD4-9B69-F491395580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75756" y="4758720"/>
                    <a:ext cx="2579644" cy="53732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77" name="圖形 176">
                <a:extLst>
                  <a:ext uri="{FF2B5EF4-FFF2-40B4-BE49-F238E27FC236}">
                    <a16:creationId xmlns:a16="http://schemas.microsoft.com/office/drawing/2014/main" id="{8382B575-75C8-4276-A1C4-3988250CB3E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9321117" y="5004401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78" name="圖形 177">
                <a:extLst>
                  <a:ext uri="{FF2B5EF4-FFF2-40B4-BE49-F238E27FC236}">
                    <a16:creationId xmlns:a16="http://schemas.microsoft.com/office/drawing/2014/main" id="{E9563E17-4033-4764-85BB-A06B4273A3C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10450650" y="5006941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64" name="群組 163">
              <a:extLst>
                <a:ext uri="{FF2B5EF4-FFF2-40B4-BE49-F238E27FC236}">
                  <a16:creationId xmlns:a16="http://schemas.microsoft.com/office/drawing/2014/main" id="{60859C7A-0387-47BB-9E75-E89667E6EE44}"/>
                </a:ext>
              </a:extLst>
            </p:cNvPr>
            <p:cNvGrpSpPr/>
            <p:nvPr/>
          </p:nvGrpSpPr>
          <p:grpSpPr>
            <a:xfrm>
              <a:off x="5689808" y="4791800"/>
              <a:ext cx="2398366" cy="537327"/>
              <a:chOff x="4614380" y="4736448"/>
              <a:chExt cx="2398366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文字方塊 172">
                    <a:extLst>
                      <a:ext uri="{FF2B5EF4-FFF2-40B4-BE49-F238E27FC236}">
                        <a16:creationId xmlns:a16="http://schemas.microsoft.com/office/drawing/2014/main" id="{454FFC8C-64A9-4970-90BC-A13E24B3DEBF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73" name="文字方塊 172">
                    <a:extLst>
                      <a:ext uri="{FF2B5EF4-FFF2-40B4-BE49-F238E27FC236}">
                        <a16:creationId xmlns:a16="http://schemas.microsoft.com/office/drawing/2014/main" id="{454FFC8C-64A9-4970-90BC-A13E24B3DE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74" name="圖形 173">
                <a:extLst>
                  <a:ext uri="{FF2B5EF4-FFF2-40B4-BE49-F238E27FC236}">
                    <a16:creationId xmlns:a16="http://schemas.microsoft.com/office/drawing/2014/main" id="{7D25A432-55A4-4789-A924-B454FA29EFB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4969283" y="4989797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75" name="圖形 174">
                <a:extLst>
                  <a:ext uri="{FF2B5EF4-FFF2-40B4-BE49-F238E27FC236}">
                    <a16:creationId xmlns:a16="http://schemas.microsoft.com/office/drawing/2014/main" id="{ACC6C93B-DCC6-4BEA-850A-6575D385B7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6094847" y="4992337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65" name="群組 164">
              <a:extLst>
                <a:ext uri="{FF2B5EF4-FFF2-40B4-BE49-F238E27FC236}">
                  <a16:creationId xmlns:a16="http://schemas.microsoft.com/office/drawing/2014/main" id="{2BEB14EF-FB17-49F5-ACE4-7EABE1F4ED3D}"/>
                </a:ext>
              </a:extLst>
            </p:cNvPr>
            <p:cNvGrpSpPr/>
            <p:nvPr/>
          </p:nvGrpSpPr>
          <p:grpSpPr>
            <a:xfrm>
              <a:off x="8194971" y="4018456"/>
              <a:ext cx="1192186" cy="317203"/>
              <a:chOff x="5138506" y="6956415"/>
              <a:chExt cx="1192186" cy="3172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字方塊 170">
                    <a:extLst>
                      <a:ext uri="{FF2B5EF4-FFF2-40B4-BE49-F238E27FC236}">
                        <a16:creationId xmlns:a16="http://schemas.microsoft.com/office/drawing/2014/main" id="{AA343D52-A676-4101-8067-4C9DAE25A990}"/>
                      </a:ext>
                    </a:extLst>
                  </p:cNvPr>
                  <p:cNvSpPr txBox="1"/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47" name="文字方塊 146">
                    <a:extLst>
                      <a:ext uri="{FF2B5EF4-FFF2-40B4-BE49-F238E27FC236}">
                        <a16:creationId xmlns:a16="http://schemas.microsoft.com/office/drawing/2014/main" id="{CB6B35C6-9467-461F-960F-3AD233E0B2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72" name="圖形 171">
                <a:extLst>
                  <a:ext uri="{FF2B5EF4-FFF2-40B4-BE49-F238E27FC236}">
                    <a16:creationId xmlns:a16="http://schemas.microsoft.com/office/drawing/2014/main" id="{BC09A353-313A-4883-94AC-F88479C2421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5406106" y="7088994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6AB3F080-C9CD-4476-8261-6A816ABC9113}"/>
                </a:ext>
              </a:extLst>
            </p:cNvPr>
            <p:cNvGrpSpPr/>
            <p:nvPr/>
          </p:nvGrpSpPr>
          <p:grpSpPr>
            <a:xfrm>
              <a:off x="9301013" y="5393114"/>
              <a:ext cx="2353814" cy="537327"/>
              <a:chOff x="8722503" y="5372267"/>
              <a:chExt cx="2353814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文字方塊 167">
                    <a:extLst>
                      <a:ext uri="{FF2B5EF4-FFF2-40B4-BE49-F238E27FC236}">
                        <a16:creationId xmlns:a16="http://schemas.microsoft.com/office/drawing/2014/main" id="{6BA1808C-C92C-4237-B41D-2F1FF03D9B56}"/>
                      </a:ext>
                    </a:extLst>
                  </p:cNvPr>
                  <p:cNvSpPr txBox="1"/>
                  <p:nvPr/>
                </p:nvSpPr>
                <p:spPr>
                  <a:xfrm>
                    <a:off x="8722503" y="5372267"/>
                    <a:ext cx="235381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68" name="文字方塊 167">
                    <a:extLst>
                      <a:ext uri="{FF2B5EF4-FFF2-40B4-BE49-F238E27FC236}">
                        <a16:creationId xmlns:a16="http://schemas.microsoft.com/office/drawing/2014/main" id="{6BA1808C-C92C-4237-B41D-2F1FF03D9B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22503" y="5372267"/>
                    <a:ext cx="2353814" cy="53732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9" name="圖形 168">
                <a:extLst>
                  <a:ext uri="{FF2B5EF4-FFF2-40B4-BE49-F238E27FC236}">
                    <a16:creationId xmlns:a16="http://schemas.microsoft.com/office/drawing/2014/main" id="{860A5795-7750-4599-A812-5082FD470D3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9054949" y="5621123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70" name="圖形 169">
                <a:extLst>
                  <a:ext uri="{FF2B5EF4-FFF2-40B4-BE49-F238E27FC236}">
                    <a16:creationId xmlns:a16="http://schemas.microsoft.com/office/drawing/2014/main" id="{A213114F-0D21-4CF4-B150-A5982284783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t="1" r="53142" b="-1"/>
              <a:stretch/>
            </p:blipFill>
            <p:spPr>
              <a:xfrm>
                <a:off x="10178132" y="5623663"/>
                <a:ext cx="143688" cy="110077"/>
              </a:xfrm>
              <a:prstGeom prst="rect">
                <a:avLst/>
              </a:prstGeom>
            </p:spPr>
          </p:pic>
        </p:grpSp>
      </p:grp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207024" y="-371475"/>
            <a:ext cx="1051722" cy="249092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4E28F7BB-6D98-4BE9-B2C2-D57F5A9A850D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/>
              <p:nvPr/>
            </p:nvSpPr>
            <p:spPr>
              <a:xfrm>
                <a:off x="1955561" y="2489118"/>
                <a:ext cx="1166666" cy="4023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561" y="2489118"/>
                <a:ext cx="1166666" cy="402354"/>
              </a:xfrm>
              <a:prstGeom prst="rect">
                <a:avLst/>
              </a:prstGeom>
              <a:blipFill>
                <a:blip r:embed="rId29"/>
                <a:stretch>
                  <a:fillRect t="-156061" r="-49738" b="-2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5CFC6F-B31D-4111-93DD-5F06B724D1F6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CA4ECDB8-0FAD-4701-AECF-A8E781219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BE98388-05E2-46DB-AEC8-4ACA1940449C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02" name="等腰三角形 101">
            <a:extLst>
              <a:ext uri="{FF2B5EF4-FFF2-40B4-BE49-F238E27FC236}">
                <a16:creationId xmlns:a16="http://schemas.microsoft.com/office/drawing/2014/main" id="{CC44047A-601F-4FCE-B3E3-4E839186C9D4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E49ED8F1-BA66-4CF6-ACBE-3E282E9D9271}"/>
              </a:ext>
            </a:extLst>
          </p:cNvPr>
          <p:cNvSpPr txBox="1"/>
          <p:nvPr/>
        </p:nvSpPr>
        <p:spPr>
          <a:xfrm>
            <a:off x="1458895" y="3352280"/>
            <a:ext cx="4127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/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  <a:blipFill>
                <a:blip r:embed="rId31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內容版面配置區 2">
            <a:extLst>
              <a:ext uri="{FF2B5EF4-FFF2-40B4-BE49-F238E27FC236}">
                <a16:creationId xmlns:a16="http://schemas.microsoft.com/office/drawing/2014/main" id="{63C9561A-A747-4201-BB9C-837217ED0DFF}"/>
              </a:ext>
            </a:extLst>
          </p:cNvPr>
          <p:cNvSpPr txBox="1">
            <a:spLocks/>
          </p:cNvSpPr>
          <p:nvPr/>
        </p:nvSpPr>
        <p:spPr>
          <a:xfrm>
            <a:off x="3493886" y="668945"/>
            <a:ext cx="4690815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圖形 73">
            <a:extLst>
              <a:ext uri="{FF2B5EF4-FFF2-40B4-BE49-F238E27FC236}">
                <a16:creationId xmlns:a16="http://schemas.microsoft.com/office/drawing/2014/main" id="{6847DCE4-D972-4C00-8743-3E02B506C3D4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r="75196"/>
          <a:stretch/>
        </p:blipFill>
        <p:spPr>
          <a:xfrm>
            <a:off x="9918629" y="1876874"/>
            <a:ext cx="223834" cy="213728"/>
          </a:xfrm>
          <a:prstGeom prst="rect">
            <a:avLst/>
          </a:prstGeom>
        </p:spPr>
      </p:pic>
      <p:pic>
        <p:nvPicPr>
          <p:cNvPr id="75" name="圖形 74">
            <a:extLst>
              <a:ext uri="{FF2B5EF4-FFF2-40B4-BE49-F238E27FC236}">
                <a16:creationId xmlns:a16="http://schemas.microsoft.com/office/drawing/2014/main" id="{8AE00FAC-348D-47A7-9C51-10187B6DC038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r="75196"/>
          <a:stretch/>
        </p:blipFill>
        <p:spPr>
          <a:xfrm>
            <a:off x="7518449" y="1876874"/>
            <a:ext cx="223834" cy="213728"/>
          </a:xfrm>
          <a:prstGeom prst="rect">
            <a:avLst/>
          </a:prstGeom>
        </p:spPr>
      </p:pic>
      <p:sp>
        <p:nvSpPr>
          <p:cNvPr id="89" name="矩形 88">
            <a:extLst>
              <a:ext uri="{FF2B5EF4-FFF2-40B4-BE49-F238E27FC236}">
                <a16:creationId xmlns:a16="http://schemas.microsoft.com/office/drawing/2014/main" id="{25498587-0DA0-4FF1-84E2-5670C755C321}"/>
              </a:ext>
            </a:extLst>
          </p:cNvPr>
          <p:cNvSpPr/>
          <p:nvPr/>
        </p:nvSpPr>
        <p:spPr>
          <a:xfrm>
            <a:off x="3501784" y="3279127"/>
            <a:ext cx="8690215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in Poincaré sphere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5223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標題 1">
                <a:extLst>
                  <a:ext uri="{FF2B5EF4-FFF2-40B4-BE49-F238E27FC236}">
                    <a16:creationId xmlns:a16="http://schemas.microsoft.com/office/drawing/2014/main" id="{28A707E5-B61D-4E29-8E23-1311BF6F3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VVB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focus on </a:t>
                </a:r>
                <a14:m>
                  <m:oMath xmlns:m="http://schemas.openxmlformats.org/officeDocument/2006/math">
                    <m:r>
                      <a:rPr lang="en-US" altLang="zh-TW" sz="3200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8" name="標題 1">
                <a:extLst>
                  <a:ext uri="{FF2B5EF4-FFF2-40B4-BE49-F238E27FC236}">
                    <a16:creationId xmlns:a16="http://schemas.microsoft.com/office/drawing/2014/main" id="{28A707E5-B61D-4E29-8E23-1311BF6F3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67409" y="-259331"/>
            <a:ext cx="729600" cy="172800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4E28F7BB-6D98-4BE9-B2C2-D57F5A9A8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/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  <a:blipFill>
                <a:blip r:embed="rId6"/>
                <a:stretch>
                  <a:fillRect t="-119672" r="-55000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5CFC6F-B31D-4111-93DD-5F06B724D1F6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CA4ECDB8-0FAD-4701-AECF-A8E781219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BE98388-05E2-46DB-AEC8-4ACA1940449C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02" name="等腰三角形 101">
            <a:extLst>
              <a:ext uri="{FF2B5EF4-FFF2-40B4-BE49-F238E27FC236}">
                <a16:creationId xmlns:a16="http://schemas.microsoft.com/office/drawing/2014/main" id="{CC44047A-601F-4FCE-B3E3-4E839186C9D4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E49ED8F1-BA66-4CF6-ACBE-3E282E9D9271}"/>
              </a:ext>
            </a:extLst>
          </p:cNvPr>
          <p:cNvSpPr txBox="1"/>
          <p:nvPr/>
        </p:nvSpPr>
        <p:spPr>
          <a:xfrm>
            <a:off x="1458895" y="3352280"/>
            <a:ext cx="4127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/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  <a:blipFill>
                <a:blip r:embed="rId8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75A7B43-3137-4BE0-B641-632372599F32}"/>
                  </a:ext>
                </a:extLst>
              </p:cNvPr>
              <p:cNvSpPr/>
              <p:nvPr/>
            </p:nvSpPr>
            <p:spPr>
              <a:xfrm>
                <a:off x="7020839" y="2313962"/>
                <a:ext cx="3569952" cy="4768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900" i="1" dirty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75A7B43-3137-4BE0-B641-632372599F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839" y="2313962"/>
                <a:ext cx="3569952" cy="47686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內容版面配置區 2">
            <a:extLst>
              <a:ext uri="{FF2B5EF4-FFF2-40B4-BE49-F238E27FC236}">
                <a16:creationId xmlns:a16="http://schemas.microsoft.com/office/drawing/2014/main" id="{0DCECBD5-6900-4B7A-A465-BB17FBD90AAB}"/>
              </a:ext>
            </a:extLst>
          </p:cNvPr>
          <p:cNvSpPr txBox="1">
            <a:spLocks/>
          </p:cNvSpPr>
          <p:nvPr/>
        </p:nvSpPr>
        <p:spPr>
          <a:xfrm>
            <a:off x="3493886" y="668945"/>
            <a:ext cx="4690815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5" name="圖形 84">
            <a:extLst>
              <a:ext uri="{FF2B5EF4-FFF2-40B4-BE49-F238E27FC236}">
                <a16:creationId xmlns:a16="http://schemas.microsoft.com/office/drawing/2014/main" id="{6314E3E4-09C9-48E8-A6BC-9A111B604333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1" r="53142" b="-1"/>
          <a:stretch/>
        </p:blipFill>
        <p:spPr>
          <a:xfrm>
            <a:off x="4285713" y="1646366"/>
            <a:ext cx="224841" cy="172247"/>
          </a:xfrm>
          <a:prstGeom prst="rect">
            <a:avLst/>
          </a:prstGeom>
        </p:spPr>
      </p:pic>
      <p:pic>
        <p:nvPicPr>
          <p:cNvPr id="88" name="圖形 87">
            <a:extLst>
              <a:ext uri="{FF2B5EF4-FFF2-40B4-BE49-F238E27FC236}">
                <a16:creationId xmlns:a16="http://schemas.microsoft.com/office/drawing/2014/main" id="{79D5E2C4-DC90-4B03-AF1C-0CA3117BF0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9098760" y="2460595"/>
            <a:ext cx="223834" cy="213728"/>
          </a:xfrm>
          <a:prstGeom prst="rect">
            <a:avLst/>
          </a:prstGeom>
        </p:spPr>
      </p:pic>
      <p:pic>
        <p:nvPicPr>
          <p:cNvPr id="89" name="圖形 88">
            <a:extLst>
              <a:ext uri="{FF2B5EF4-FFF2-40B4-BE49-F238E27FC236}">
                <a16:creationId xmlns:a16="http://schemas.microsoft.com/office/drawing/2014/main" id="{9891EA49-CC2C-4C2F-A948-44255F0BD0E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7422360" y="2460595"/>
            <a:ext cx="223834" cy="213728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9F0E93D1-AF53-4ADD-8DB7-28E38059324D}"/>
              </a:ext>
            </a:extLst>
          </p:cNvPr>
          <p:cNvGrpSpPr/>
          <p:nvPr/>
        </p:nvGrpSpPr>
        <p:grpSpPr>
          <a:xfrm>
            <a:off x="4366417" y="1337188"/>
            <a:ext cx="6530183" cy="717376"/>
            <a:chOff x="4366417" y="1337188"/>
            <a:chExt cx="6530183" cy="71737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11">
                  <a:extLst>
                    <a:ext uri="{FF2B5EF4-FFF2-40B4-BE49-F238E27FC236}">
                      <a16:creationId xmlns:a16="http://schemas.microsoft.com/office/drawing/2014/main" id="{C471605F-2C3F-4AA8-AB9E-A6161C0465C0}"/>
                    </a:ext>
                  </a:extLst>
                </p:cNvPr>
                <p:cNvSpPr txBox="1"/>
                <p:nvPr/>
              </p:nvSpPr>
              <p:spPr>
                <a:xfrm>
                  <a:off x="4366417" y="1337188"/>
                  <a:ext cx="6530183" cy="7173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sz="190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i="1" dirty="0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6" name="TextBox 11">
                  <a:extLst>
                    <a:ext uri="{FF2B5EF4-FFF2-40B4-BE49-F238E27FC236}">
                      <a16:creationId xmlns:a16="http://schemas.microsoft.com/office/drawing/2014/main" id="{C471605F-2C3F-4AA8-AB9E-A6161C0465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6417" y="1337188"/>
                  <a:ext cx="6530183" cy="71737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0" name="圖形 89">
              <a:extLst>
                <a:ext uri="{FF2B5EF4-FFF2-40B4-BE49-F238E27FC236}">
                  <a16:creationId xmlns:a16="http://schemas.microsoft.com/office/drawing/2014/main" id="{4399EA71-7392-4E3F-A983-57220762A1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75196"/>
            <a:stretch/>
          </p:blipFill>
          <p:spPr>
            <a:xfrm>
              <a:off x="9346410" y="1603345"/>
              <a:ext cx="223834" cy="213728"/>
            </a:xfrm>
            <a:prstGeom prst="rect">
              <a:avLst/>
            </a:prstGeom>
          </p:spPr>
        </p:pic>
        <p:pic>
          <p:nvPicPr>
            <p:cNvPr id="91" name="圖形 90">
              <a:extLst>
                <a:ext uri="{FF2B5EF4-FFF2-40B4-BE49-F238E27FC236}">
                  <a16:creationId xmlns:a16="http://schemas.microsoft.com/office/drawing/2014/main" id="{EF33C632-4E6A-4155-8903-2172CD9E74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75196"/>
            <a:stretch/>
          </p:blipFill>
          <p:spPr>
            <a:xfrm>
              <a:off x="7739860" y="1603345"/>
              <a:ext cx="223834" cy="213728"/>
            </a:xfrm>
            <a:prstGeom prst="rect">
              <a:avLst/>
            </a:prstGeom>
          </p:spPr>
        </p:pic>
      </p:grpSp>
      <p:sp>
        <p:nvSpPr>
          <p:cNvPr id="154" name="矩形 153">
            <a:extLst>
              <a:ext uri="{FF2B5EF4-FFF2-40B4-BE49-F238E27FC236}">
                <a16:creationId xmlns:a16="http://schemas.microsoft.com/office/drawing/2014/main" id="{CD154BC3-9A81-40E9-A184-8517D3234BFC}"/>
              </a:ext>
            </a:extLst>
          </p:cNvPr>
          <p:cNvSpPr/>
          <p:nvPr/>
        </p:nvSpPr>
        <p:spPr>
          <a:xfrm>
            <a:off x="3501784" y="3279127"/>
            <a:ext cx="8690215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in Poincaré sphere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030D0B00-9B16-4D1D-B13D-AC4F6C006717}"/>
              </a:ext>
            </a:extLst>
          </p:cNvPr>
          <p:cNvGrpSpPr/>
          <p:nvPr/>
        </p:nvGrpSpPr>
        <p:grpSpPr>
          <a:xfrm>
            <a:off x="4646493" y="4213280"/>
            <a:ext cx="3819197" cy="2109281"/>
            <a:chOff x="4646493" y="4213280"/>
            <a:chExt cx="3819197" cy="2109281"/>
          </a:xfrm>
        </p:grpSpPr>
        <p:grpSp>
          <p:nvGrpSpPr>
            <p:cNvPr id="94" name="群組 93">
              <a:extLst>
                <a:ext uri="{FF2B5EF4-FFF2-40B4-BE49-F238E27FC236}">
                  <a16:creationId xmlns:a16="http://schemas.microsoft.com/office/drawing/2014/main" id="{A42DFD24-9F1D-4B3F-9E0B-D1F96BA57712}"/>
                </a:ext>
              </a:extLst>
            </p:cNvPr>
            <p:cNvGrpSpPr/>
            <p:nvPr/>
          </p:nvGrpSpPr>
          <p:grpSpPr>
            <a:xfrm>
              <a:off x="7020788" y="4532490"/>
              <a:ext cx="1444902" cy="1497416"/>
              <a:chOff x="3721242" y="3310384"/>
              <a:chExt cx="2392791" cy="2479757"/>
            </a:xfrm>
          </p:grpSpPr>
          <p:sp>
            <p:nvSpPr>
              <p:cNvPr id="126" name="Oval 14">
                <a:extLst>
                  <a:ext uri="{FF2B5EF4-FFF2-40B4-BE49-F238E27FC236}">
                    <a16:creationId xmlns:a16="http://schemas.microsoft.com/office/drawing/2014/main" id="{8DE021CB-94F7-4847-9733-9D55486E87BE}"/>
                  </a:ext>
                </a:extLst>
              </p:cNvPr>
              <p:cNvSpPr/>
              <p:nvPr/>
            </p:nvSpPr>
            <p:spPr>
              <a:xfrm>
                <a:off x="4791894" y="3322057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27" name="Oval 4">
                <a:extLst>
                  <a:ext uri="{FF2B5EF4-FFF2-40B4-BE49-F238E27FC236}">
                    <a16:creationId xmlns:a16="http://schemas.microsoft.com/office/drawing/2014/main" id="{6E347858-472B-42DB-A4C1-963C787F2CC9}"/>
                  </a:ext>
                </a:extLst>
              </p:cNvPr>
              <p:cNvSpPr/>
              <p:nvPr/>
            </p:nvSpPr>
            <p:spPr>
              <a:xfrm>
                <a:off x="3845276" y="3446782"/>
                <a:ext cx="2140546" cy="221733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28" name="Oval 15">
                <a:extLst>
                  <a:ext uri="{FF2B5EF4-FFF2-40B4-BE49-F238E27FC236}">
                    <a16:creationId xmlns:a16="http://schemas.microsoft.com/office/drawing/2014/main" id="{A0D3D759-55F6-4611-A52C-F9BBB8E7DB87}"/>
                  </a:ext>
                </a:extLst>
              </p:cNvPr>
              <p:cNvSpPr/>
              <p:nvPr/>
            </p:nvSpPr>
            <p:spPr>
              <a:xfrm>
                <a:off x="4791894" y="5538142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29" name="SHO">
                <a:extLst>
                  <a:ext uri="{FF2B5EF4-FFF2-40B4-BE49-F238E27FC236}">
                    <a16:creationId xmlns:a16="http://schemas.microsoft.com/office/drawing/2014/main" id="{4648484F-4E04-48C1-992B-2295C73778D0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30" name="SVO">
                <a:extLst>
                  <a:ext uri="{FF2B5EF4-FFF2-40B4-BE49-F238E27FC236}">
                    <a16:creationId xmlns:a16="http://schemas.microsoft.com/office/drawing/2014/main" id="{A56B1262-0010-4BED-9CD5-7EE637B490D5}"/>
                  </a:ext>
                </a:extLst>
              </p:cNvPr>
              <p:cNvSpPr/>
              <p:nvPr/>
            </p:nvSpPr>
            <p:spPr>
              <a:xfrm>
                <a:off x="4375829" y="3447523"/>
                <a:ext cx="1070273" cy="2217330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31" name="Oval 6">
                <a:extLst>
                  <a:ext uri="{FF2B5EF4-FFF2-40B4-BE49-F238E27FC236}">
                    <a16:creationId xmlns:a16="http://schemas.microsoft.com/office/drawing/2014/main" id="{813BBBDD-CA98-4983-A811-CF04923F7779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32" name="Partial Circle 9">
                <a:extLst>
                  <a:ext uri="{FF2B5EF4-FFF2-40B4-BE49-F238E27FC236}">
                    <a16:creationId xmlns:a16="http://schemas.microsoft.com/office/drawing/2014/main" id="{89431E95-D66E-4B70-BC6B-847591E8C88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4732812" y="4207797"/>
                <a:ext cx="352180" cy="67996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rgbClr val="007E00"/>
                  </a:gs>
                  <a:gs pos="36000">
                    <a:srgbClr val="45C845">
                      <a:alpha val="60000"/>
                    </a:srgbClr>
                  </a:gs>
                  <a:gs pos="100000">
                    <a:srgbClr val="B9FFB9">
                      <a:alpha val="60000"/>
                    </a:srgbClr>
                  </a:gs>
                </a:gsLst>
                <a:lin ang="2700000" scaled="1"/>
                <a:tileRect/>
              </a:gradFill>
              <a:ln w="19050">
                <a:solidFill>
                  <a:srgbClr val="319B1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3" name="TextBox 10">
                    <a:extLst>
                      <a:ext uri="{FF2B5EF4-FFF2-40B4-BE49-F238E27FC236}">
                        <a16:creationId xmlns:a16="http://schemas.microsoft.com/office/drawing/2014/main" id="{3F4292D4-54ED-4C94-8906-6A0A0B4054D6}"/>
                      </a:ext>
                    </a:extLst>
                  </p:cNvPr>
                  <p:cNvSpPr txBox="1"/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r="-5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4" name="TextBox 11">
                    <a:extLst>
                      <a:ext uri="{FF2B5EF4-FFF2-40B4-BE49-F238E27FC236}">
                        <a16:creationId xmlns:a16="http://schemas.microsoft.com/office/drawing/2014/main" id="{507B898C-4E2D-42E2-BC69-91F4F6D78555}"/>
                      </a:ext>
                    </a:extLst>
                  </p:cNvPr>
                  <p:cNvSpPr txBox="1"/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r="-5000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5" name="Oval 22">
                <a:extLst>
                  <a:ext uri="{FF2B5EF4-FFF2-40B4-BE49-F238E27FC236}">
                    <a16:creationId xmlns:a16="http://schemas.microsoft.com/office/drawing/2014/main" id="{C44BBE5D-960E-41FF-A63D-DE1B92AF746D}"/>
                  </a:ext>
                </a:extLst>
              </p:cNvPr>
              <p:cNvSpPr/>
              <p:nvPr/>
            </p:nvSpPr>
            <p:spPr>
              <a:xfrm>
                <a:off x="4790490" y="5538141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TextBox 12">
                    <a:extLst>
                      <a:ext uri="{FF2B5EF4-FFF2-40B4-BE49-F238E27FC236}">
                        <a16:creationId xmlns:a16="http://schemas.microsoft.com/office/drawing/2014/main" id="{5F42856C-2686-4BA6-8A2A-4D59CB082735}"/>
                      </a:ext>
                    </a:extLst>
                  </p:cNvPr>
                  <p:cNvSpPr txBox="1"/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65385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TextBox 13">
                    <a:extLst>
                      <a:ext uri="{FF2B5EF4-FFF2-40B4-BE49-F238E27FC236}">
                        <a16:creationId xmlns:a16="http://schemas.microsoft.com/office/drawing/2014/main" id="{74CDAE2B-BA7D-4D77-8643-FE93A4A989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4230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8" name="DVO">
                <a:extLst>
                  <a:ext uri="{FF2B5EF4-FFF2-40B4-BE49-F238E27FC236}">
                    <a16:creationId xmlns:a16="http://schemas.microsoft.com/office/drawing/2014/main" id="{43C7AFD2-1064-4871-9687-622A693B10F4}"/>
                  </a:ext>
                </a:extLst>
              </p:cNvPr>
              <p:cNvSpPr/>
              <p:nvPr/>
            </p:nvSpPr>
            <p:spPr>
              <a:xfrm flipH="1">
                <a:off x="4375829" y="3447523"/>
                <a:ext cx="1070273" cy="2217330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139" name="Straight Arrow Connector 17">
                <a:extLst>
                  <a:ext uri="{FF2B5EF4-FFF2-40B4-BE49-F238E27FC236}">
                    <a16:creationId xmlns:a16="http://schemas.microsoft.com/office/drawing/2014/main" id="{1241F73F-2354-4576-9B2C-BCB10E9FFF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80724" y="4549013"/>
                <a:ext cx="328471" cy="424757"/>
              </a:xfrm>
              <a:prstGeom prst="straightConnector1">
                <a:avLst/>
              </a:prstGeom>
              <a:ln w="53975">
                <a:solidFill>
                  <a:srgbClr val="238109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40" name="Oval 23">
                <a:extLst>
                  <a:ext uri="{FF2B5EF4-FFF2-40B4-BE49-F238E27FC236}">
                    <a16:creationId xmlns:a16="http://schemas.microsoft.com/office/drawing/2014/main" id="{BED0A9B3-F456-4417-A648-2A6F8438FE1A}"/>
                  </a:ext>
                </a:extLst>
              </p:cNvPr>
              <p:cNvSpPr/>
              <p:nvPr/>
            </p:nvSpPr>
            <p:spPr>
              <a:xfrm>
                <a:off x="5862033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41" name="Partial Circle 9">
                <a:extLst>
                  <a:ext uri="{FF2B5EF4-FFF2-40B4-BE49-F238E27FC236}">
                    <a16:creationId xmlns:a16="http://schemas.microsoft.com/office/drawing/2014/main" id="{0EE6BB8D-74D1-4BAE-ADEE-C8502B98B90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77039" y="4295384"/>
                <a:ext cx="246001" cy="49684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accent5">
                      <a:lumMod val="60000"/>
                      <a:lumOff val="40000"/>
                      <a:shade val="30000"/>
                      <a:satMod val="115000"/>
                    </a:schemeClr>
                  </a:gs>
                  <a:gs pos="50000">
                    <a:schemeClr val="accent5">
                      <a:lumMod val="60000"/>
                      <a:lumOff val="40000"/>
                      <a:shade val="67500"/>
                      <a:satMod val="115000"/>
                    </a:schemeClr>
                  </a:gs>
                  <a:gs pos="100000">
                    <a:schemeClr val="accent5">
                      <a:lumMod val="60000"/>
                      <a:lumOff val="4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42" name="Straight Arrow Connector 7">
                <a:extLst>
                  <a:ext uri="{FF2B5EF4-FFF2-40B4-BE49-F238E27FC236}">
                    <a16:creationId xmlns:a16="http://schemas.microsoft.com/office/drawing/2014/main" id="{AC2AA450-682E-454B-B4A4-B5A2A6B232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06471" y="3891965"/>
                <a:ext cx="2515" cy="660975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0">
                    <a:extLst>
                      <a:ext uri="{FF2B5EF4-FFF2-40B4-BE49-F238E27FC236}">
                        <a16:creationId xmlns:a16="http://schemas.microsoft.com/office/drawing/2014/main" id="{D8D42419-3133-4AF8-947A-5562F7F6252F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1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11538" r="-84615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Straight Arrow Connector 19">
                <a:extLst>
                  <a:ext uri="{FF2B5EF4-FFF2-40B4-BE49-F238E27FC236}">
                    <a16:creationId xmlns:a16="http://schemas.microsoft.com/office/drawing/2014/main" id="{6355DC5C-77DE-4238-9F52-07FAF253AF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0897" y="4549701"/>
                <a:ext cx="290252" cy="232381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Arrow Connector 18">
                <a:extLst>
                  <a:ext uri="{FF2B5EF4-FFF2-40B4-BE49-F238E27FC236}">
                    <a16:creationId xmlns:a16="http://schemas.microsoft.com/office/drawing/2014/main" id="{88B69A1E-F10B-4252-BD9E-C8D0A3492A5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4656933" y="4295511"/>
                <a:ext cx="0" cy="508379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Arrow Connector 17">
                <a:extLst>
                  <a:ext uri="{FF2B5EF4-FFF2-40B4-BE49-F238E27FC236}">
                    <a16:creationId xmlns:a16="http://schemas.microsoft.com/office/drawing/2014/main" id="{15CA8273-A93B-491F-843D-A271FA6BBE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97207" y="3888283"/>
                <a:ext cx="847803" cy="666541"/>
              </a:xfrm>
              <a:prstGeom prst="straightConnector1">
                <a:avLst/>
              </a:prstGeom>
              <a:ln w="53975">
                <a:solidFill>
                  <a:schemeClr val="accent5">
                    <a:lumMod val="75000"/>
                  </a:schemeClr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47" name="Oval 20">
                <a:extLst>
                  <a:ext uri="{FF2B5EF4-FFF2-40B4-BE49-F238E27FC236}">
                    <a16:creationId xmlns:a16="http://schemas.microsoft.com/office/drawing/2014/main" id="{B8D39A88-69BE-488B-AB61-02C5DD60D6D1}"/>
                  </a:ext>
                </a:extLst>
              </p:cNvPr>
              <p:cNvSpPr/>
              <p:nvPr/>
            </p:nvSpPr>
            <p:spPr>
              <a:xfrm>
                <a:off x="3721242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50" name="Oval 22">
                <a:extLst>
                  <a:ext uri="{FF2B5EF4-FFF2-40B4-BE49-F238E27FC236}">
                    <a16:creationId xmlns:a16="http://schemas.microsoft.com/office/drawing/2014/main" id="{1AE41DA7-95B0-4CF3-9D54-3DD78A2326D0}"/>
                  </a:ext>
                </a:extLst>
              </p:cNvPr>
              <p:cNvSpPr/>
              <p:nvPr/>
            </p:nvSpPr>
            <p:spPr>
              <a:xfrm>
                <a:off x="4792242" y="3310384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51" name="Oval 23">
                <a:extLst>
                  <a:ext uri="{FF2B5EF4-FFF2-40B4-BE49-F238E27FC236}">
                    <a16:creationId xmlns:a16="http://schemas.microsoft.com/office/drawing/2014/main" id="{7B1F1378-1CB8-4136-B988-D8011CB96350}"/>
                  </a:ext>
                </a:extLst>
              </p:cNvPr>
              <p:cNvSpPr/>
              <p:nvPr/>
            </p:nvSpPr>
            <p:spPr>
              <a:xfrm>
                <a:off x="5313839" y="4875217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53" name="Oval 23">
                <a:extLst>
                  <a:ext uri="{FF2B5EF4-FFF2-40B4-BE49-F238E27FC236}">
                    <a16:creationId xmlns:a16="http://schemas.microsoft.com/office/drawing/2014/main" id="{6F72E84E-C433-40B8-BA5D-EE6E726861D2}"/>
                  </a:ext>
                </a:extLst>
              </p:cNvPr>
              <p:cNvSpPr/>
              <p:nvPr/>
            </p:nvSpPr>
            <p:spPr>
              <a:xfrm>
                <a:off x="4111260" y="406661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p:grpSp>
          <p:nvGrpSpPr>
            <p:cNvPr id="96" name="群組 95">
              <a:extLst>
                <a:ext uri="{FF2B5EF4-FFF2-40B4-BE49-F238E27FC236}">
                  <a16:creationId xmlns:a16="http://schemas.microsoft.com/office/drawing/2014/main" id="{0E5B3407-30C3-40B9-B375-567DEED29F74}"/>
                </a:ext>
              </a:extLst>
            </p:cNvPr>
            <p:cNvGrpSpPr/>
            <p:nvPr/>
          </p:nvGrpSpPr>
          <p:grpSpPr>
            <a:xfrm>
              <a:off x="7137298" y="5995740"/>
              <a:ext cx="1301888" cy="326821"/>
              <a:chOff x="5118933" y="9506967"/>
              <a:chExt cx="1301888" cy="3268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文字方塊 120">
                    <a:extLst>
                      <a:ext uri="{FF2B5EF4-FFF2-40B4-BE49-F238E27FC236}">
                        <a16:creationId xmlns:a16="http://schemas.microsoft.com/office/drawing/2014/main" id="{A3A0BB78-0A72-4C16-AF48-04887BFE04CA}"/>
                      </a:ext>
                    </a:extLst>
                  </p:cNvPr>
                  <p:cNvSpPr txBox="1"/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3" name="文字方塊 112">
                    <a:extLst>
                      <a:ext uri="{FF2B5EF4-FFF2-40B4-BE49-F238E27FC236}">
                        <a16:creationId xmlns:a16="http://schemas.microsoft.com/office/drawing/2014/main" id="{9CB68B38-9546-4D60-A1AD-192832924F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22" name="圖形 121">
                <a:extLst>
                  <a:ext uri="{FF2B5EF4-FFF2-40B4-BE49-F238E27FC236}">
                    <a16:creationId xmlns:a16="http://schemas.microsoft.com/office/drawing/2014/main" id="{B6FE7E8B-D24C-493B-A066-EA0724E4D75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t="1" r="53142" b="-1"/>
              <a:stretch/>
            </p:blipFill>
            <p:spPr>
              <a:xfrm>
                <a:off x="5375499" y="9648825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06" name="群組 105">
              <a:extLst>
                <a:ext uri="{FF2B5EF4-FFF2-40B4-BE49-F238E27FC236}">
                  <a16:creationId xmlns:a16="http://schemas.microsoft.com/office/drawing/2014/main" id="{1708DA0D-E2A4-4131-AEBF-D2DEEE9297EF}"/>
                </a:ext>
              </a:extLst>
            </p:cNvPr>
            <p:cNvGrpSpPr/>
            <p:nvPr/>
          </p:nvGrpSpPr>
          <p:grpSpPr>
            <a:xfrm>
              <a:off x="4646493" y="4986624"/>
              <a:ext cx="2398366" cy="537327"/>
              <a:chOff x="4614380" y="4736448"/>
              <a:chExt cx="2398366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1D05D5C9-AFDA-4390-B098-60D869ACEEF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1D05D5C9-AFDA-4390-B098-60D869ACEE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6" name="圖形 115">
                <a:extLst>
                  <a:ext uri="{FF2B5EF4-FFF2-40B4-BE49-F238E27FC236}">
                    <a16:creationId xmlns:a16="http://schemas.microsoft.com/office/drawing/2014/main" id="{9992BAEE-4CFC-4FA0-8D9D-75DF6B57272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t="1" r="53142" b="-1"/>
              <a:stretch/>
            </p:blipFill>
            <p:spPr>
              <a:xfrm>
                <a:off x="4969283" y="4989797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17" name="圖形 116">
                <a:extLst>
                  <a:ext uri="{FF2B5EF4-FFF2-40B4-BE49-F238E27FC236}">
                    <a16:creationId xmlns:a16="http://schemas.microsoft.com/office/drawing/2014/main" id="{2F429D1C-1780-4B5D-BE6E-45D75DF23FE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t="1" r="53142" b="-1"/>
              <a:stretch/>
            </p:blipFill>
            <p:spPr>
              <a:xfrm>
                <a:off x="6094847" y="4992337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07" name="群組 106">
              <a:extLst>
                <a:ext uri="{FF2B5EF4-FFF2-40B4-BE49-F238E27FC236}">
                  <a16:creationId xmlns:a16="http://schemas.microsoft.com/office/drawing/2014/main" id="{06A6633D-418F-4A95-A1F4-B9B3D99DA233}"/>
                </a:ext>
              </a:extLst>
            </p:cNvPr>
            <p:cNvGrpSpPr/>
            <p:nvPr/>
          </p:nvGrpSpPr>
          <p:grpSpPr>
            <a:xfrm>
              <a:off x="7151656" y="4213280"/>
              <a:ext cx="1192186" cy="317203"/>
              <a:chOff x="5138506" y="6956415"/>
              <a:chExt cx="1192186" cy="3172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文字方塊 111">
                    <a:extLst>
                      <a:ext uri="{FF2B5EF4-FFF2-40B4-BE49-F238E27FC236}">
                        <a16:creationId xmlns:a16="http://schemas.microsoft.com/office/drawing/2014/main" id="{EF395259-DABA-412E-87D3-1BF1C932049F}"/>
                      </a:ext>
                    </a:extLst>
                  </p:cNvPr>
                  <p:cNvSpPr txBox="1"/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47" name="文字方塊 146">
                    <a:extLst>
                      <a:ext uri="{FF2B5EF4-FFF2-40B4-BE49-F238E27FC236}">
                        <a16:creationId xmlns:a16="http://schemas.microsoft.com/office/drawing/2014/main" id="{CB6B35C6-9467-461F-960F-3AD233E0B2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3" name="圖形 112">
                <a:extLst>
                  <a:ext uri="{FF2B5EF4-FFF2-40B4-BE49-F238E27FC236}">
                    <a16:creationId xmlns:a16="http://schemas.microsoft.com/office/drawing/2014/main" id="{56072951-1AC4-464F-8B2B-2B7F0E7D3EA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t="1" r="53142" b="-1"/>
              <a:stretch/>
            </p:blipFill>
            <p:spPr>
              <a:xfrm>
                <a:off x="5406106" y="7088994"/>
                <a:ext cx="143688" cy="11007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59365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 : even number of AM difference -</a:t>
            </a:r>
            <a:r>
              <a:rPr lang="en-US" altLang="zh-TW" sz="32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9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3" name="矩形 752">
                <a:extLst>
                  <a:ext uri="{FF2B5EF4-FFF2-40B4-BE49-F238E27FC236}">
                    <a16:creationId xmlns:a16="http://schemas.microsoft.com/office/drawing/2014/main" id="{FA8A4ADF-1AB5-4A97-B584-60F7D2201026}"/>
                  </a:ext>
                </a:extLst>
              </p:cNvPr>
              <p:cNvSpPr/>
              <p:nvPr/>
            </p:nvSpPr>
            <p:spPr>
              <a:xfrm>
                <a:off x="150974" y="4397705"/>
                <a:ext cx="10055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753" name="矩形 752">
                <a:extLst>
                  <a:ext uri="{FF2B5EF4-FFF2-40B4-BE49-F238E27FC236}">
                    <a16:creationId xmlns:a16="http://schemas.microsoft.com/office/drawing/2014/main" id="{FA8A4ADF-1AB5-4A97-B584-60F7D22010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74" y="4397705"/>
                <a:ext cx="1005573" cy="3539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/>
              <p:nvPr/>
            </p:nvSpPr>
            <p:spPr>
              <a:xfrm>
                <a:off x="1452127" y="614122"/>
                <a:ext cx="4542691" cy="6455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altLang="zh-TW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ℓ</m:t>
                                  </m:r>
                                </m:num>
                                <m:den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ℓ</m:t>
                                  </m:r>
                                </m:num>
                                <m:den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2127" y="614122"/>
                <a:ext cx="4542691" cy="6455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/>
              <p:nvPr/>
            </p:nvSpPr>
            <p:spPr>
              <a:xfrm>
                <a:off x="1461653" y="1213505"/>
                <a:ext cx="2325701" cy="6455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num>
                            <m:den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acc>
                        <m:accPr>
                          <m:chr m:val="̂"/>
                          <m:ctrlP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653" y="1213505"/>
                <a:ext cx="2325701" cy="6455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CD0BF54A-863E-4003-8CE1-703AC702CB2F}"/>
                  </a:ext>
                </a:extLst>
              </p:cNvPr>
              <p:cNvSpPr/>
              <p:nvPr/>
            </p:nvSpPr>
            <p:spPr>
              <a:xfrm>
                <a:off x="10611452" y="760665"/>
                <a:ext cx="138204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−ℓ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CD0BF54A-863E-4003-8CE1-703AC702CB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1452" y="760665"/>
                <a:ext cx="138204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9621F213-695F-4D50-B651-68DA75602F7E}"/>
                  </a:ext>
                </a:extLst>
              </p:cNvPr>
              <p:cNvSpPr/>
              <p:nvPr/>
            </p:nvSpPr>
            <p:spPr>
              <a:xfrm>
                <a:off x="10611452" y="1355387"/>
                <a:ext cx="12993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9621F213-695F-4D50-B651-68DA75602F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1452" y="1355387"/>
                <a:ext cx="1299330" cy="369332"/>
              </a:xfrm>
              <a:prstGeom prst="rect">
                <a:avLst/>
              </a:prstGeom>
              <a:blipFill>
                <a:blip r:embed="rId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77DDF6D-A416-4471-8719-D071C7D5782D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77DDF6D-A416-4471-8719-D071C7D578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B91025DC-CC42-49DD-B357-F9B31AFF9F2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B91025DC-CC42-49DD-B357-F9B31AFF9F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810" y="2927231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0FE6D11B-E51D-46A8-98F0-AD1FCD33EB72}"/>
                  </a:ext>
                </a:extLst>
              </p:cNvPr>
              <p:cNvSpPr/>
              <p:nvPr/>
            </p:nvSpPr>
            <p:spPr>
              <a:xfrm>
                <a:off x="6450310" y="4397705"/>
                <a:ext cx="115603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0FE6D11B-E51D-46A8-98F0-AD1FCD33EB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310" y="4397705"/>
                <a:ext cx="1156037" cy="353943"/>
              </a:xfrm>
              <a:prstGeom prst="rect">
                <a:avLst/>
              </a:prstGeom>
              <a:blipFill>
                <a:blip r:embed="rId13"/>
                <a:stretch>
                  <a:fillRect l="-526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EBCD52E2-249D-4596-ACD5-301A42D5785F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EBCD52E2-249D-4596-ACD5-301A42D578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14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BE7DCFB9-0E65-4DCD-9489-A14B69D4AC2F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BE7DCFB9-0E65-4DCD-9489-A14B69D4AC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15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682A85DE-8C99-473D-A263-42A4B5A2218D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682A85DE-8C99-473D-A263-42A4B5A221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16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AC6A1E79-2F0E-4615-B6C0-E81814A96583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AC6A1E79-2F0E-4615-B6C0-E81814A965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17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8E2988F4-FF8F-462B-920C-619F26F2E6DC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8E2988F4-FF8F-462B-920C-619F26F2E6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18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9" name="圖片 148">
            <a:extLst>
              <a:ext uri="{FF2B5EF4-FFF2-40B4-BE49-F238E27FC236}">
                <a16:creationId xmlns:a16="http://schemas.microsoft.com/office/drawing/2014/main" id="{246CDB17-2740-4558-9867-E08A7CAAB3E8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987" b="70339"/>
          <a:stretch/>
        </p:blipFill>
        <p:spPr>
          <a:xfrm>
            <a:off x="7091733" y="2989751"/>
            <a:ext cx="184223" cy="8424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32E8DF22-DD90-4B39-AB78-D10C29811991}"/>
                  </a:ext>
                </a:extLst>
              </p:cNvPr>
              <p:cNvSpPr txBox="1"/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32E8DF22-DD90-4B39-AB78-D10C29811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blipFill>
                <a:blip r:embed="rId20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C9FC3133-C823-48E7-AB33-8F5D755DEA56}"/>
                  </a:ext>
                </a:extLst>
              </p:cNvPr>
              <p:cNvSpPr/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C9FC3133-C823-48E7-AB33-8F5D755DEA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7D9D8BBE-A3AA-4FD7-99F8-9E06C74D5D67}"/>
                  </a:ext>
                </a:extLst>
              </p:cNvPr>
              <p:cNvSpPr/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7D9D8BBE-A3AA-4FD7-99F8-9E06C74D5D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片 14">
            <a:extLst>
              <a:ext uri="{FF2B5EF4-FFF2-40B4-BE49-F238E27FC236}">
                <a16:creationId xmlns:a16="http://schemas.microsoft.com/office/drawing/2014/main" id="{5C4C479A-E4DD-46FC-ACBC-E366E2E0854C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343240" y="2926304"/>
            <a:ext cx="1080000" cy="108000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4C8FA6A5-98A8-4D2A-8C6E-7068B5EDF575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F5DA12A-6317-40C9-8725-419FBEF25F7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43240" y="5143341"/>
            <a:ext cx="1080000" cy="1077766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071F7B3-08EF-4868-B436-39CB91E0385C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640451" y="5142224"/>
            <a:ext cx="1080000" cy="10800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A2F2881-B9C8-49D6-BF8A-332D06FF5B35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640451" y="2925184"/>
            <a:ext cx="1080000" cy="1082241"/>
          </a:xfrm>
          <a:prstGeom prst="rect">
            <a:avLst/>
          </a:prstGeom>
        </p:spPr>
      </p:pic>
      <p:sp>
        <p:nvSpPr>
          <p:cNvPr id="167" name="矩形 166">
            <a:extLst>
              <a:ext uri="{FF2B5EF4-FFF2-40B4-BE49-F238E27FC236}">
                <a16:creationId xmlns:a16="http://schemas.microsoft.com/office/drawing/2014/main" id="{2E499A66-D349-4F57-A882-565B17D69B5E}"/>
              </a:ext>
            </a:extLst>
          </p:cNvPr>
          <p:cNvSpPr/>
          <p:nvPr/>
        </p:nvSpPr>
        <p:spPr>
          <a:xfrm>
            <a:off x="7649472" y="6620169"/>
            <a:ext cx="46179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/>
              <p:nvPr/>
            </p:nvSpPr>
            <p:spPr>
              <a:xfrm>
                <a:off x="7215711" y="36984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711" y="3698493"/>
                <a:ext cx="699886" cy="27699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7695516" y="3119147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AC4A932D-4319-49BE-8647-9927E041EAB0}"/>
              </a:ext>
            </a:extLst>
          </p:cNvPr>
          <p:cNvGrpSpPr/>
          <p:nvPr/>
        </p:nvGrpSpPr>
        <p:grpSpPr>
          <a:xfrm>
            <a:off x="1338869" y="3119147"/>
            <a:ext cx="483108" cy="476014"/>
            <a:chOff x="1338869" y="2976272"/>
            <a:chExt cx="483108" cy="476014"/>
          </a:xfrm>
        </p:grpSpPr>
        <p:grpSp>
          <p:nvGrpSpPr>
            <p:cNvPr id="234" name="群組 233">
              <a:extLst>
                <a:ext uri="{FF2B5EF4-FFF2-40B4-BE49-F238E27FC236}">
                  <a16:creationId xmlns:a16="http://schemas.microsoft.com/office/drawing/2014/main" id="{12931DAB-A292-4809-BF07-BC28116E516E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237" name="箭號: 向右 236">
                <a:extLst>
                  <a:ext uri="{FF2B5EF4-FFF2-40B4-BE49-F238E27FC236}">
                    <a16:creationId xmlns:a16="http://schemas.microsoft.com/office/drawing/2014/main" id="{245EB0F1-A409-4E34-91F1-31880CB5505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38" name="箭號: 向右 237">
                <a:extLst>
                  <a:ext uri="{FF2B5EF4-FFF2-40B4-BE49-F238E27FC236}">
                    <a16:creationId xmlns:a16="http://schemas.microsoft.com/office/drawing/2014/main" id="{840AF78D-8408-4055-977B-6D33BC0F0B8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217DEAC-D122-45AE-B67B-85BCEADB1EE3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217DEAC-D122-45AE-B67B-85BCEADB1E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0" name="文字方塊 239">
                  <a:extLst>
                    <a:ext uri="{FF2B5EF4-FFF2-40B4-BE49-F238E27FC236}">
                      <a16:creationId xmlns:a16="http://schemas.microsoft.com/office/drawing/2014/main" id="{92482094-CC08-4718-9AE9-15A0170357B0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0" name="文字方塊 239">
                  <a:extLst>
                    <a:ext uri="{FF2B5EF4-FFF2-40B4-BE49-F238E27FC236}">
                      <a16:creationId xmlns:a16="http://schemas.microsoft.com/office/drawing/2014/main" id="{92482094-CC08-4718-9AE9-15A017035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D183E7C4-03A1-4D91-98E2-4797D17E4AA4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D183E7C4-03A1-4D91-98E2-4797D17E4A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98F6C692-485B-4414-8329-24699389FD72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98F6C692-485B-4414-8329-24699389FD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7CA0172B-4EC7-46C0-880A-B68DCBC69187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7CA0172B-4EC7-46C0-880A-B68DCBC691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391AF8AB-1D3A-4743-A25B-FD0C28BA1A8E}"/>
                  </a:ext>
                </a:extLst>
              </p:cNvPr>
              <p:cNvSpPr/>
              <p:nvPr/>
            </p:nvSpPr>
            <p:spPr>
              <a:xfrm>
                <a:off x="649520" y="6280225"/>
                <a:ext cx="402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391AF8AB-1D3A-4743-A25B-FD0C28BA1A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520" y="6280225"/>
                <a:ext cx="4024800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E4F4FFB4-8917-4051-A326-F700DD2DF577}"/>
                  </a:ext>
                </a:extLst>
              </p:cNvPr>
              <p:cNvSpPr/>
              <p:nvPr/>
            </p:nvSpPr>
            <p:spPr>
              <a:xfrm>
                <a:off x="7097251" y="6271508"/>
                <a:ext cx="402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E4F4FFB4-8917-4051-A326-F700DD2DF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251" y="6271508"/>
                <a:ext cx="4024800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3" name="群組 252">
            <a:extLst>
              <a:ext uri="{FF2B5EF4-FFF2-40B4-BE49-F238E27FC236}">
                <a16:creationId xmlns:a16="http://schemas.microsoft.com/office/drawing/2014/main" id="{56040658-5F06-46F5-98B2-54DFB5D41F1E}"/>
              </a:ext>
            </a:extLst>
          </p:cNvPr>
          <p:cNvGrpSpPr/>
          <p:nvPr/>
        </p:nvGrpSpPr>
        <p:grpSpPr>
          <a:xfrm>
            <a:off x="-18918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5" name="圖形 254">
              <a:extLst>
                <a:ext uri="{FF2B5EF4-FFF2-40B4-BE49-F238E27FC236}">
                  <a16:creationId xmlns:a16="http://schemas.microsoft.com/office/drawing/2014/main" id="{2519BEBA-710F-4B72-9493-A663B9098F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256" name="群組 255">
            <a:extLst>
              <a:ext uri="{FF2B5EF4-FFF2-40B4-BE49-F238E27FC236}">
                <a16:creationId xmlns:a16="http://schemas.microsoft.com/office/drawing/2014/main" id="{09A13B60-2A87-4FC5-9D30-4F06AC1DD69B}"/>
              </a:ext>
            </a:extLst>
          </p:cNvPr>
          <p:cNvGrpSpPr/>
          <p:nvPr/>
        </p:nvGrpSpPr>
        <p:grpSpPr>
          <a:xfrm>
            <a:off x="-18918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8" name="圖形 257">
              <a:extLst>
                <a:ext uri="{FF2B5EF4-FFF2-40B4-BE49-F238E27FC236}">
                  <a16:creationId xmlns:a16="http://schemas.microsoft.com/office/drawing/2014/main" id="{C629C66C-3AC3-4E1A-8B18-AC093449E4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pic>
        <p:nvPicPr>
          <p:cNvPr id="65" name="圖片 64">
            <a:extLst>
              <a:ext uri="{FF2B5EF4-FFF2-40B4-BE49-F238E27FC236}">
                <a16:creationId xmlns:a16="http://schemas.microsoft.com/office/drawing/2014/main" id="{9368AC8F-363C-4548-A11F-3E4D586F6AB3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479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圖片 62">
            <a:extLst>
              <a:ext uri="{FF2B5EF4-FFF2-40B4-BE49-F238E27FC236}">
                <a16:creationId xmlns:a16="http://schemas.microsoft.com/office/drawing/2014/main" id="{36F694EC-39E9-4570-A866-389D7ACA9BF7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/>
              <p:nvPr/>
            </p:nvSpPr>
            <p:spPr>
              <a:xfrm>
                <a:off x="4659552" y="3376074"/>
                <a:ext cx="100557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′=2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552" y="3376074"/>
                <a:ext cx="1005573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/>
              <p:nvPr/>
            </p:nvSpPr>
            <p:spPr>
              <a:xfrm>
                <a:off x="1413307" y="665881"/>
                <a:ext cx="10448013" cy="5418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3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3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3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3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3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3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3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3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3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3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3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3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3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3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307" y="665881"/>
                <a:ext cx="10448013" cy="5418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/>
              <p:nvPr/>
            </p:nvSpPr>
            <p:spPr>
              <a:xfrm>
                <a:off x="1422834" y="1291143"/>
                <a:ext cx="5697265" cy="54181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3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3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3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3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3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30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30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3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3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3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3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const</m:t>
                              </m:r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d>
                          <m:r>
                            <a:rPr lang="en-US" altLang="zh-TW" sz="13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3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m:rPr>
                              <m:sty m:val="p"/>
                            </m:rPr>
                            <a:rPr lang="en-US" altLang="zh-TW" sz="13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3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3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3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3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3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3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const</m:t>
                              </m:r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3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3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2834" y="1291143"/>
                <a:ext cx="5697265" cy="541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975810" y="2927231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</a:blip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</a:blip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1">
            <a:lum bright="70000" contrast="-70000"/>
          </a:blip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/>
              <p:nvPr/>
            </p:nvSpPr>
            <p:spPr>
              <a:xfrm>
                <a:off x="10680140" y="3350014"/>
                <a:ext cx="1165334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0140" y="3350014"/>
                <a:ext cx="1165334" cy="400110"/>
              </a:xfrm>
              <a:prstGeom prst="rect">
                <a:avLst/>
              </a:prstGeom>
              <a:blipFill>
                <a:blip r:embed="rId12"/>
                <a:stretch>
                  <a:fillRect b="-123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片 14">
            <a:extLst>
              <a:ext uri="{FF2B5EF4-FFF2-40B4-BE49-F238E27FC236}">
                <a16:creationId xmlns:a16="http://schemas.microsoft.com/office/drawing/2014/main" id="{5C4C479A-E4DD-46FC-ACBC-E366E2E0854C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2926304"/>
            <a:ext cx="1080000" cy="108000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4C8FA6A5-98A8-4D2A-8C6E-7068B5EDF575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F5DA12A-6317-40C9-8725-419FBEF25F78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5143341"/>
            <a:ext cx="1080000" cy="1077766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071F7B3-08EF-4868-B436-39CB91E0385C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5142224"/>
            <a:ext cx="1080000" cy="10800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A2F2881-B9C8-49D6-BF8A-332D06FF5B35}"/>
              </a:ext>
            </a:extLst>
          </p:cNvPr>
          <p:cNvPicPr>
            <a:picLocks noChangeAspect="1"/>
          </p:cNvPicPr>
          <p:nvPr/>
        </p:nvPicPr>
        <p:blipFill>
          <a:blip r:embed="rId17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2925184"/>
            <a:ext cx="1080000" cy="10822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VVB : even number of AM difference -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symmetry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32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3200" i="1" smtClean="0">
                        <a:latin typeface="Cambria Math" panose="02040503050406030204" pitchFamily="18" charset="0"/>
                      </a:rPr>
                      <m:t>≠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TW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32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32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18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群組 75">
            <a:extLst>
              <a:ext uri="{FF2B5EF4-FFF2-40B4-BE49-F238E27FC236}">
                <a16:creationId xmlns:a16="http://schemas.microsoft.com/office/drawing/2014/main" id="{FAD7ED67-3C4D-4D35-A457-9AFD2942A935}"/>
              </a:ext>
            </a:extLst>
          </p:cNvPr>
          <p:cNvGrpSpPr/>
          <p:nvPr/>
        </p:nvGrpSpPr>
        <p:grpSpPr>
          <a:xfrm>
            <a:off x="-18918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矩形 76">
                  <a:extLst>
                    <a:ext uri="{FF2B5EF4-FFF2-40B4-BE49-F238E27FC236}">
                      <a16:creationId xmlns:a16="http://schemas.microsoft.com/office/drawing/2014/main" id="{23849FD4-C351-4E09-BC7E-F176E314DB33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矩形 76">
                  <a:extLst>
                    <a:ext uri="{FF2B5EF4-FFF2-40B4-BE49-F238E27FC236}">
                      <a16:creationId xmlns:a16="http://schemas.microsoft.com/office/drawing/2014/main" id="{23849FD4-C351-4E09-BC7E-F176E314DB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8" name="圖形 77">
              <a:extLst>
                <a:ext uri="{FF2B5EF4-FFF2-40B4-BE49-F238E27FC236}">
                  <a16:creationId xmlns:a16="http://schemas.microsoft.com/office/drawing/2014/main" id="{8E00B65B-7670-40CA-A0DA-E59FAB055C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79" name="群組 78">
            <a:extLst>
              <a:ext uri="{FF2B5EF4-FFF2-40B4-BE49-F238E27FC236}">
                <a16:creationId xmlns:a16="http://schemas.microsoft.com/office/drawing/2014/main" id="{01327996-18A8-4287-8B0D-B5EFA8309E9A}"/>
              </a:ext>
            </a:extLst>
          </p:cNvPr>
          <p:cNvGrpSpPr/>
          <p:nvPr/>
        </p:nvGrpSpPr>
        <p:grpSpPr>
          <a:xfrm>
            <a:off x="-18918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矩形 79">
                  <a:extLst>
                    <a:ext uri="{FF2B5EF4-FFF2-40B4-BE49-F238E27FC236}">
                      <a16:creationId xmlns:a16="http://schemas.microsoft.com/office/drawing/2014/main" id="{9340099D-0195-46CF-8339-19B2D72BE096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0" name="矩形 79">
                  <a:extLst>
                    <a:ext uri="{FF2B5EF4-FFF2-40B4-BE49-F238E27FC236}">
                      <a16:creationId xmlns:a16="http://schemas.microsoft.com/office/drawing/2014/main" id="{9340099D-0195-46CF-8339-19B2D72BE0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1" name="圖形 80">
              <a:extLst>
                <a:ext uri="{FF2B5EF4-FFF2-40B4-BE49-F238E27FC236}">
                  <a16:creationId xmlns:a16="http://schemas.microsoft.com/office/drawing/2014/main" id="{BF76D6FB-6920-4100-AF9D-B38221532E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pic>
        <p:nvPicPr>
          <p:cNvPr id="82" name="圖片 81">
            <a:extLst>
              <a:ext uri="{FF2B5EF4-FFF2-40B4-BE49-F238E27FC236}">
                <a16:creationId xmlns:a16="http://schemas.microsoft.com/office/drawing/2014/main" id="{BB3CD749-3E76-460F-B361-86671FEF1DF7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987" b="70339"/>
          <a:stretch/>
        </p:blipFill>
        <p:spPr>
          <a:xfrm>
            <a:off x="11939778" y="4119811"/>
            <a:ext cx="184223" cy="8424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23B2DA3D-3092-4001-9A74-6ED1425514D4}"/>
                  </a:ext>
                </a:extLst>
              </p:cNvPr>
              <p:cNvSpPr txBox="1"/>
              <p:nvPr/>
            </p:nvSpPr>
            <p:spPr>
              <a:xfrm rot="5400000">
                <a:off x="11838964" y="4499177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23B2DA3D-3092-4001-9A74-6ED142551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838964" y="4499177"/>
                <a:ext cx="385849" cy="351901"/>
              </a:xfrm>
              <a:prstGeom prst="rect">
                <a:avLst/>
              </a:prstGeom>
              <a:blipFill>
                <a:blip r:embed="rId2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7F73BA7D-6C5A-4099-A4DC-BEF3DD4D9248}"/>
                  </a:ext>
                </a:extLst>
              </p:cNvPr>
              <p:cNvSpPr/>
              <p:nvPr/>
            </p:nvSpPr>
            <p:spPr>
              <a:xfrm>
                <a:off x="11871801" y="384203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7F73BA7D-6C5A-4099-A4DC-BEF3DD4D92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1801" y="3842030"/>
                <a:ext cx="365805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8EDCB4F1-D288-4EE9-8A90-DBA01D6A4273}"/>
                  </a:ext>
                </a:extLst>
              </p:cNvPr>
              <p:cNvSpPr/>
              <p:nvPr/>
            </p:nvSpPr>
            <p:spPr>
              <a:xfrm>
                <a:off x="11799309" y="485803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8EDCB4F1-D288-4EE9-8A90-DBA01D6A42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9309" y="4858030"/>
                <a:ext cx="538930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圖片 1">
            <a:extLst>
              <a:ext uri="{FF2B5EF4-FFF2-40B4-BE49-F238E27FC236}">
                <a16:creationId xmlns:a16="http://schemas.microsoft.com/office/drawing/2014/main" id="{CE3F55A5-EA13-4E6A-BB4F-80D304981624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361487" y="3787699"/>
            <a:ext cx="1543980" cy="1540784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3557EA50-FF4E-4700-8BBF-F70603D28B90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04581" y="3768101"/>
            <a:ext cx="1582704" cy="15799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91926B5-2A32-4827-8841-EB24D0CCBFA4}"/>
                  </a:ext>
                </a:extLst>
              </p:cNvPr>
              <p:cNvSpPr/>
              <p:nvPr/>
            </p:nvSpPr>
            <p:spPr>
              <a:xfrm>
                <a:off x="904874" y="5486595"/>
                <a:ext cx="4972051" cy="739626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an </a:t>
                </a:r>
                <a:r>
                  <a:rPr lang="en-US" altLang="zh-TW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number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zh-TW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Elliptical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since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≫ </m:t>
                    </m:r>
                    <m:sSubSup>
                      <m:sSubSup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altLang="zh-TW" dirty="0">
                  <a:latin typeface="Times New Roman" panose="02020603050405020304" pitchFamily="18" charset="0"/>
                  <a:ea typeface="inheri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91926B5-2A32-4827-8841-EB24D0CCBF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4" y="5486595"/>
                <a:ext cx="4972051" cy="739626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ED268E64-AB90-49CE-9BAA-F528D10C4BD9}"/>
                  </a:ext>
                </a:extLst>
              </p:cNvPr>
              <p:cNvSpPr/>
              <p:nvPr/>
            </p:nvSpPr>
            <p:spPr>
              <a:xfrm>
                <a:off x="8661334" y="1322369"/>
                <a:ext cx="3473515" cy="510589"/>
              </a:xfrm>
              <a:prstGeom prst="rect">
                <a:avLst/>
              </a:prstGeom>
              <a:ln/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  <m:sup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±</m:t>
                          </m:r>
                        </m:sup>
                      </m:sSubSup>
                      <m:d>
                        <m:d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ED268E64-AB90-49CE-9BAA-F528D10C4B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1334" y="1322369"/>
                <a:ext cx="3473515" cy="510589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/>
              <p:nvPr/>
            </p:nvSpPr>
            <p:spPr>
              <a:xfrm>
                <a:off x="10295341" y="4932070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5341" y="4932070"/>
                <a:ext cx="699886" cy="276999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10964927" y="4231954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D8E0284B-469C-4A64-9965-7D94D76369EB}"/>
              </a:ext>
            </a:extLst>
          </p:cNvPr>
          <p:cNvGrpSpPr/>
          <p:nvPr/>
        </p:nvGrpSpPr>
        <p:grpSpPr>
          <a:xfrm>
            <a:off x="4925540" y="4231954"/>
            <a:ext cx="483108" cy="476014"/>
            <a:chOff x="1338869" y="2976272"/>
            <a:chExt cx="483108" cy="476014"/>
          </a:xfrm>
        </p:grpSpPr>
        <p:grpSp>
          <p:nvGrpSpPr>
            <p:cNvPr id="97" name="群組 96">
              <a:extLst>
                <a:ext uri="{FF2B5EF4-FFF2-40B4-BE49-F238E27FC236}">
                  <a16:creationId xmlns:a16="http://schemas.microsoft.com/office/drawing/2014/main" id="{63A82A06-163E-4D3F-BACB-5FE16F070BC7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68179B75-8477-46F4-BE61-6BA0A5592DF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104" name="箭號: 向右 103">
                <a:extLst>
                  <a:ext uri="{FF2B5EF4-FFF2-40B4-BE49-F238E27FC236}">
                    <a16:creationId xmlns:a16="http://schemas.microsoft.com/office/drawing/2014/main" id="{F3303713-4904-4BFC-B659-997896DD3E4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/>
              <p:nvPr/>
            </p:nvSpPr>
            <p:spPr>
              <a:xfrm>
                <a:off x="3512895" y="4397705"/>
                <a:ext cx="100557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2895" y="4397705"/>
                <a:ext cx="1005573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/>
              <p:nvPr/>
            </p:nvSpPr>
            <p:spPr>
              <a:xfrm>
                <a:off x="9604119" y="4397705"/>
                <a:ext cx="1156037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4119" y="4397705"/>
                <a:ext cx="1156037" cy="400110"/>
              </a:xfrm>
              <a:prstGeom prst="rect">
                <a:avLst/>
              </a:prstGeom>
              <a:blipFill>
                <a:blip r:embed="rId39"/>
                <a:stretch>
                  <a:fillRect l="-1579" b="-106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40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41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4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43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44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68A9D325-6AE9-4D9A-9512-F8E50E5BF0C8}"/>
                  </a:ext>
                </a:extLst>
              </p:cNvPr>
              <p:cNvSpPr/>
              <p:nvPr/>
            </p:nvSpPr>
            <p:spPr>
              <a:xfrm>
                <a:off x="6638143" y="5486595"/>
                <a:ext cx="5267324" cy="739626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Additional pattern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altLang="zh-TW" dirty="0">
                  <a:latin typeface="Times New Roman" panose="02020603050405020304" pitchFamily="18" charset="0"/>
                  <a:ea typeface="inheri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68A9D325-6AE9-4D9A-9512-F8E50E5BF0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143" y="5486595"/>
                <a:ext cx="5267324" cy="739626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62CCED6C-0D71-409F-96CD-F6F870F9E65F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62CCED6C-0D71-409F-96CD-F6F870F9E6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5E77C27-A07A-4B33-A1EB-A2528F4B76AC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5E77C27-A07A-4B33-A1EB-A2528F4B76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F0C19951-A381-4E14-BC85-17BD675A8065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F0C19951-A381-4E14-BC85-17BD675A80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195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/>
              <p:nvPr/>
            </p:nvSpPr>
            <p:spPr>
              <a:xfrm>
                <a:off x="4611927" y="2578489"/>
                <a:ext cx="1005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′=2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1927" y="2578489"/>
                <a:ext cx="100557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975810" y="2926304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7">
            <a:lum bright="70000" contrast="-70000"/>
          </a:blip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/>
              <p:nvPr/>
            </p:nvSpPr>
            <p:spPr>
              <a:xfrm>
                <a:off x="10869921" y="2578489"/>
                <a:ext cx="116533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9921" y="2578489"/>
                <a:ext cx="1165334" cy="369332"/>
              </a:xfrm>
              <a:prstGeom prst="rect">
                <a:avLst/>
              </a:prstGeom>
              <a:blipFill>
                <a:blip r:embed="rId9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片 14">
            <a:extLst>
              <a:ext uri="{FF2B5EF4-FFF2-40B4-BE49-F238E27FC236}">
                <a16:creationId xmlns:a16="http://schemas.microsoft.com/office/drawing/2014/main" id="{5C4C479A-E4DD-46FC-ACBC-E366E2E0854C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2925184"/>
            <a:ext cx="1080000" cy="108000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4C8FA6A5-98A8-4D2A-8C6E-7068B5EDF575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F5DA12A-6317-40C9-8725-419FBEF25F78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5144458"/>
            <a:ext cx="1080000" cy="1077766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071F7B3-08EF-4868-B436-39CB91E0385C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5142224"/>
            <a:ext cx="1080000" cy="10800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A2F2881-B9C8-49D6-BF8A-332D06FF5B35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2925184"/>
            <a:ext cx="1080000" cy="1082241"/>
          </a:xfrm>
          <a:prstGeom prst="rect">
            <a:avLst/>
          </a:prstGeom>
        </p:spPr>
      </p:pic>
      <p:sp>
        <p:nvSpPr>
          <p:cNvPr id="74" name="標題 1">
            <a:extLst>
              <a:ext uri="{FF2B5EF4-FFF2-40B4-BE49-F238E27FC236}">
                <a16:creationId xmlns:a16="http://schemas.microsoft.com/office/drawing/2014/main" id="{85109608-C351-4569-B725-63CC69087C1D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 : odd number of AM difference -</a:t>
            </a:r>
            <a:r>
              <a:rPr lang="en-US" altLang="zh-TW" sz="32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FAD7ED67-3C4D-4D35-A457-9AFD2942A935}"/>
              </a:ext>
            </a:extLst>
          </p:cNvPr>
          <p:cNvGrpSpPr/>
          <p:nvPr/>
        </p:nvGrpSpPr>
        <p:grpSpPr>
          <a:xfrm>
            <a:off x="-18918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矩形 76">
                  <a:extLst>
                    <a:ext uri="{FF2B5EF4-FFF2-40B4-BE49-F238E27FC236}">
                      <a16:creationId xmlns:a16="http://schemas.microsoft.com/office/drawing/2014/main" id="{23849FD4-C351-4E09-BC7E-F176E314DB33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矩形 76">
                  <a:extLst>
                    <a:ext uri="{FF2B5EF4-FFF2-40B4-BE49-F238E27FC236}">
                      <a16:creationId xmlns:a16="http://schemas.microsoft.com/office/drawing/2014/main" id="{23849FD4-C351-4E09-BC7E-F176E314DB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8" name="圖形 77">
              <a:extLst>
                <a:ext uri="{FF2B5EF4-FFF2-40B4-BE49-F238E27FC236}">
                  <a16:creationId xmlns:a16="http://schemas.microsoft.com/office/drawing/2014/main" id="{8E00B65B-7670-40CA-A0DA-E59FAB055C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79" name="群組 78">
            <a:extLst>
              <a:ext uri="{FF2B5EF4-FFF2-40B4-BE49-F238E27FC236}">
                <a16:creationId xmlns:a16="http://schemas.microsoft.com/office/drawing/2014/main" id="{01327996-18A8-4287-8B0D-B5EFA8309E9A}"/>
              </a:ext>
            </a:extLst>
          </p:cNvPr>
          <p:cNvGrpSpPr/>
          <p:nvPr/>
        </p:nvGrpSpPr>
        <p:grpSpPr>
          <a:xfrm>
            <a:off x="-18918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矩形 79">
                  <a:extLst>
                    <a:ext uri="{FF2B5EF4-FFF2-40B4-BE49-F238E27FC236}">
                      <a16:creationId xmlns:a16="http://schemas.microsoft.com/office/drawing/2014/main" id="{9340099D-0195-46CF-8339-19B2D72BE096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0" name="矩形 79">
                  <a:extLst>
                    <a:ext uri="{FF2B5EF4-FFF2-40B4-BE49-F238E27FC236}">
                      <a16:creationId xmlns:a16="http://schemas.microsoft.com/office/drawing/2014/main" id="{9340099D-0195-46CF-8339-19B2D72BE0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1" name="圖形 80">
              <a:extLst>
                <a:ext uri="{FF2B5EF4-FFF2-40B4-BE49-F238E27FC236}">
                  <a16:creationId xmlns:a16="http://schemas.microsoft.com/office/drawing/2014/main" id="{BF76D6FB-6920-4100-AF9D-B38221532E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CE3F55A5-EA13-4E6A-BB4F-80D304981624}"/>
              </a:ext>
            </a:extLst>
          </p:cNvPr>
          <p:cNvPicPr>
            <a:picLocks noChangeAspect="1"/>
          </p:cNvPicPr>
          <p:nvPr/>
        </p:nvPicPr>
        <p:blipFill>
          <a:blip r:embed="rId1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99336" y="4036912"/>
            <a:ext cx="1080000" cy="1077764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3557EA50-FF4E-4700-8BBF-F70603D28B90}"/>
              </a:ext>
            </a:extLst>
          </p:cNvPr>
          <p:cNvPicPr>
            <a:picLocks noChangeAspect="1"/>
          </p:cNvPicPr>
          <p:nvPr/>
        </p:nvPicPr>
        <p:blipFill>
          <a:blip r:embed="rId20">
            <a:lum bright="70000" contrast="-70000"/>
          </a:blip>
          <a:stretch>
            <a:fillRect/>
          </a:stretch>
        </p:blipFill>
        <p:spPr>
          <a:xfrm>
            <a:off x="4466540" y="4037463"/>
            <a:ext cx="1080000" cy="10781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/>
              <p:nvPr/>
            </p:nvSpPr>
            <p:spPr>
              <a:xfrm>
                <a:off x="10320574" y="7161996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0574" y="7161996"/>
                <a:ext cx="699886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10926108" y="6879904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D8E0284B-469C-4A64-9965-7D94D76369EB}"/>
              </a:ext>
            </a:extLst>
          </p:cNvPr>
          <p:cNvGrpSpPr/>
          <p:nvPr/>
        </p:nvGrpSpPr>
        <p:grpSpPr>
          <a:xfrm>
            <a:off x="4706465" y="6870379"/>
            <a:ext cx="483108" cy="476014"/>
            <a:chOff x="1338869" y="2976272"/>
            <a:chExt cx="483108" cy="476014"/>
          </a:xfrm>
        </p:grpSpPr>
        <p:grpSp>
          <p:nvGrpSpPr>
            <p:cNvPr id="97" name="群組 96">
              <a:extLst>
                <a:ext uri="{FF2B5EF4-FFF2-40B4-BE49-F238E27FC236}">
                  <a16:creationId xmlns:a16="http://schemas.microsoft.com/office/drawing/2014/main" id="{63A82A06-163E-4D3F-BACB-5FE16F070BC7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68179B75-8477-46F4-BE61-6BA0A5592DF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104" name="箭號: 向右 103">
                <a:extLst>
                  <a:ext uri="{FF2B5EF4-FFF2-40B4-BE49-F238E27FC236}">
                    <a16:creationId xmlns:a16="http://schemas.microsoft.com/office/drawing/2014/main" id="{F3303713-4904-4BFC-B659-997896DD3E4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/>
              <p:nvPr/>
            </p:nvSpPr>
            <p:spPr>
              <a:xfrm>
                <a:off x="83895" y="4397705"/>
                <a:ext cx="1005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95" y="4397705"/>
                <a:ext cx="1005573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25CCCA1A-C20D-4DEC-BD29-A6C6153A8CBA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25CCCA1A-C20D-4DEC-BD29-A6C6153A8C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E697D07-8E7D-474A-9CEE-98D4ADAA9A4E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E697D07-8E7D-474A-9CEE-98D4ADAA9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DF5782F-7DD3-4511-ABE8-775676657C40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DF5782F-7DD3-4511-ABE8-775676657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/>
              <p:nvPr/>
            </p:nvSpPr>
            <p:spPr>
              <a:xfrm>
                <a:off x="6421331" y="4397705"/>
                <a:ext cx="115603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4397705"/>
                <a:ext cx="1156037" cy="369332"/>
              </a:xfrm>
              <a:prstGeom prst="rect">
                <a:avLst/>
              </a:prstGeom>
              <a:blipFill>
                <a:blip r:embed="rId32"/>
                <a:stretch>
                  <a:fillRect l="-1053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33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34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35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36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37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2" name="圖片 61">
            <a:extLst>
              <a:ext uri="{FF2B5EF4-FFF2-40B4-BE49-F238E27FC236}">
                <a16:creationId xmlns:a16="http://schemas.microsoft.com/office/drawing/2014/main" id="{D5FBB558-4315-4B91-82AA-8C8937644B19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987" b="70339"/>
          <a:stretch/>
        </p:blipFill>
        <p:spPr>
          <a:xfrm>
            <a:off x="7091733" y="2989751"/>
            <a:ext cx="184223" cy="8424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DD3AE1E-3F51-4848-BB8D-C6C58FA2B876}"/>
                  </a:ext>
                </a:extLst>
              </p:cNvPr>
              <p:cNvSpPr txBox="1"/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DD3AE1E-3F51-4848-BB8D-C6C58FA2B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blipFill>
                <a:blip r:embed="rId39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6BEF2B96-87E0-4FB3-811F-03B741009F35}"/>
                  </a:ext>
                </a:extLst>
              </p:cNvPr>
              <p:cNvSpPr/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6BEF2B96-87E0-4FB3-811F-03B741009F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67B92059-9D68-4F37-AA02-8D6A5431509B}"/>
                  </a:ext>
                </a:extLst>
              </p:cNvPr>
              <p:cNvSpPr/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67B92059-9D68-4F37-AA02-8D6A543150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54FCC28A-9C24-42F1-BA92-D73C51BDC399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466540" y="2926304"/>
            <a:ext cx="1080000" cy="108206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29ECC9D-2229-4271-82AE-9A3ED7D9CB04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136797" y="2926304"/>
            <a:ext cx="1080000" cy="108413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15C6B27-8A1D-4243-8885-3EAA34C8E2FC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5810" y="4031483"/>
            <a:ext cx="1080000" cy="108412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5442BFF-04BF-40C4-8872-C853490C75A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302199" y="4033545"/>
            <a:ext cx="1080000" cy="108206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C4291E9-4725-41CF-8639-7E815222CE7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136797" y="5151366"/>
            <a:ext cx="1080000" cy="1071787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CFDBD04-78E6-4E3F-82C6-3574518A0C36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466540" y="5141092"/>
            <a:ext cx="1080000" cy="10820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8481903-7C30-4AC8-B60B-9F26E8E6862F}"/>
                  </a:ext>
                </a:extLst>
              </p:cNvPr>
              <p:cNvSpPr/>
              <p:nvPr/>
            </p:nvSpPr>
            <p:spPr>
              <a:xfrm>
                <a:off x="1350753" y="6375115"/>
                <a:ext cx="3526472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Asymmetry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8481903-7C30-4AC8-B60B-9F26E8E686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753" y="6375115"/>
                <a:ext cx="3526472" cy="369332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圖片 19">
            <a:extLst>
              <a:ext uri="{FF2B5EF4-FFF2-40B4-BE49-F238E27FC236}">
                <a16:creationId xmlns:a16="http://schemas.microsoft.com/office/drawing/2014/main" id="{E1B02A51-1084-4637-BCA3-2318E49DEA70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492157" y="2925184"/>
            <a:ext cx="1080000" cy="1082483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E453C188-E305-4659-A4EA-12AF7907CB35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0799336" y="2925184"/>
            <a:ext cx="1080000" cy="1082477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01DB74A0-E22E-4E56-958E-62077D69BF77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343240" y="4032193"/>
            <a:ext cx="1080000" cy="1082483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F1EB6D6E-78C1-4A51-949A-9714D5B21C5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640451" y="4034676"/>
            <a:ext cx="1080000" cy="1080000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B5141ADA-790E-46A6-A378-FA790F96A5DA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492157" y="5139735"/>
            <a:ext cx="1080000" cy="1082489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056BC07A-36AD-4057-A614-6D7928FB81D1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799336" y="514222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73646CB5-4061-4E75-9F63-64ECB3122FB4}"/>
                  </a:ext>
                </a:extLst>
              </p:cNvPr>
              <p:cNvSpPr/>
              <p:nvPr/>
            </p:nvSpPr>
            <p:spPr>
              <a:xfrm>
                <a:off x="7875636" y="6366398"/>
                <a:ext cx="3526472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Asymmetry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73646CB5-4061-4E75-9F63-64ECB3122F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636" y="6366398"/>
                <a:ext cx="3526472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2075520B-6E18-4CDA-8141-BA9278AA76D1}"/>
                  </a:ext>
                </a:extLst>
              </p:cNvPr>
              <p:cNvSpPr/>
              <p:nvPr/>
            </p:nvSpPr>
            <p:spPr>
              <a:xfrm>
                <a:off x="1413307" y="665881"/>
                <a:ext cx="10448013" cy="5418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3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3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3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3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3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3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3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3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3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3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3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3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3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30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3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2075520B-6E18-4CDA-8141-BA9278AA76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307" y="665881"/>
                <a:ext cx="10448013" cy="541815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AC1FC9F1-87A8-41EE-B990-DF7FF3936B57}"/>
                  </a:ext>
                </a:extLst>
              </p:cNvPr>
              <p:cNvSpPr/>
              <p:nvPr/>
            </p:nvSpPr>
            <p:spPr>
              <a:xfrm>
                <a:off x="1422834" y="1291143"/>
                <a:ext cx="5697265" cy="54181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3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3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3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3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3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const</m:t>
                              </m:r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d>
                          <m: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3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3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3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m:rPr>
                              <m:sty m:val="p"/>
                            </m:rPr>
                            <a:rPr lang="en-US" altLang="zh-TW" sz="13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3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3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3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3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3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3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30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const</m:t>
                              </m:r>
                              <m:r>
                                <a:rPr lang="en-US" altLang="zh-TW" sz="13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3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3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AC1FC9F1-87A8-41EE-B990-DF7FF3936B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2834" y="1291143"/>
                <a:ext cx="5697265" cy="541815"/>
              </a:xfrm>
              <a:prstGeom prst="rect">
                <a:avLst/>
              </a:prstGeom>
              <a:blipFill>
                <a:blip r:embed="rId5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群組 88">
            <a:extLst>
              <a:ext uri="{FF2B5EF4-FFF2-40B4-BE49-F238E27FC236}">
                <a16:creationId xmlns:a16="http://schemas.microsoft.com/office/drawing/2014/main" id="{588992DF-0EA1-4F8F-A4A8-4DC49D4B3119}"/>
              </a:ext>
            </a:extLst>
          </p:cNvPr>
          <p:cNvGrpSpPr/>
          <p:nvPr/>
        </p:nvGrpSpPr>
        <p:grpSpPr>
          <a:xfrm>
            <a:off x="2503435" y="3119147"/>
            <a:ext cx="483108" cy="476014"/>
            <a:chOff x="1338869" y="2976272"/>
            <a:chExt cx="483108" cy="476014"/>
          </a:xfrm>
        </p:grpSpPr>
        <p:grpSp>
          <p:nvGrpSpPr>
            <p:cNvPr id="90" name="群組 89">
              <a:extLst>
                <a:ext uri="{FF2B5EF4-FFF2-40B4-BE49-F238E27FC236}">
                  <a16:creationId xmlns:a16="http://schemas.microsoft.com/office/drawing/2014/main" id="{B3A527AA-3C3D-469B-B6A0-1CA7C146E0C7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94" name="箭號: 向右 93">
                <a:extLst>
                  <a:ext uri="{FF2B5EF4-FFF2-40B4-BE49-F238E27FC236}">
                    <a16:creationId xmlns:a16="http://schemas.microsoft.com/office/drawing/2014/main" id="{A2BEDF0C-08D3-4885-9FEB-2B8C4A67E71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95" name="箭號: 向右 94">
                <a:extLst>
                  <a:ext uri="{FF2B5EF4-FFF2-40B4-BE49-F238E27FC236}">
                    <a16:creationId xmlns:a16="http://schemas.microsoft.com/office/drawing/2014/main" id="{0CA18BD3-563B-47FA-8956-D42B7162F30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5739EC8D-60E6-4A1D-B12B-5696E90BA79F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5739EC8D-60E6-4A1D-B12B-5696E90BA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587CE14-090F-4AD3-82EA-E3215919D6FA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587CE14-090F-4AD3-82EA-E3215919D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5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4DBC080F-BD08-4D69-AB4F-23B705D83E2E}"/>
                  </a:ext>
                </a:extLst>
              </p:cNvPr>
              <p:cNvSpPr txBox="1"/>
              <p:nvPr/>
            </p:nvSpPr>
            <p:spPr>
              <a:xfrm>
                <a:off x="8363024" y="36984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4DBC080F-BD08-4D69-AB4F-23B705D83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3024" y="3698493"/>
                <a:ext cx="699886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9756ABB9-F815-41A4-A6E3-AE39075D970D}"/>
              </a:ext>
            </a:extLst>
          </p:cNvPr>
          <p:cNvGrpSpPr/>
          <p:nvPr/>
        </p:nvGrpSpPr>
        <p:grpSpPr>
          <a:xfrm>
            <a:off x="8842829" y="3119147"/>
            <a:ext cx="483108" cy="476014"/>
            <a:chOff x="7670116" y="5414672"/>
            <a:chExt cx="483108" cy="476014"/>
          </a:xfrm>
        </p:grpSpPr>
        <p:grpSp>
          <p:nvGrpSpPr>
            <p:cNvPr id="105" name="群組 104">
              <a:extLst>
                <a:ext uri="{FF2B5EF4-FFF2-40B4-BE49-F238E27FC236}">
                  <a16:creationId xmlns:a16="http://schemas.microsoft.com/office/drawing/2014/main" id="{283E0902-7771-493E-AE5F-C2C9AC9D1AD5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11" name="箭號: 向右 110">
                <a:extLst>
                  <a:ext uri="{FF2B5EF4-FFF2-40B4-BE49-F238E27FC236}">
                    <a16:creationId xmlns:a16="http://schemas.microsoft.com/office/drawing/2014/main" id="{E6746A2F-3301-4104-81D9-A834F72E5358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12" name="箭號: 向右 111">
                <a:extLst>
                  <a:ext uri="{FF2B5EF4-FFF2-40B4-BE49-F238E27FC236}">
                    <a16:creationId xmlns:a16="http://schemas.microsoft.com/office/drawing/2014/main" id="{FCC4A649-AA41-4A99-8166-B20B1FD7143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2901D9A-0423-4637-AE21-502177A6102A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2901D9A-0423-4637-AE21-502177A610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4BA87431-FA41-43A5-8A3F-AA5479FB4D7D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4BA87431-FA41-43A5-8A3F-AA5479FB4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3" name="圖片 112">
            <a:extLst>
              <a:ext uri="{FF2B5EF4-FFF2-40B4-BE49-F238E27FC236}">
                <a16:creationId xmlns:a16="http://schemas.microsoft.com/office/drawing/2014/main" id="{25F40BC4-9ED7-43BB-BEBE-DAD1EA4B9D18}"/>
              </a:ext>
            </a:extLst>
          </p:cNvPr>
          <p:cNvPicPr>
            <a:picLocks noChangeAspect="1"/>
          </p:cNvPicPr>
          <p:nvPr/>
        </p:nvPicPr>
        <p:blipFill>
          <a:blip r:embed="rId62">
            <a:lum bright="70000" contrast="-70000"/>
          </a:blip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244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895A4A1-A24F-4005-893F-E731AE9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372ADE36-304D-48DB-8C40-0A80BFA3E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momentums (AM) induced 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asymmetry 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vector vortex beam (VVB)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Matching with transition dipole moments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Excitation manipulation 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2769713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99B23E8D-4487-467E-9F70-9FDDFDB94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156342" y="2140583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F41154EF-E70C-4C41-B17E-22303EB9C1B4}"/>
                  </a:ext>
                </a:extLst>
              </p:cNvPr>
              <p:cNvSpPr/>
              <p:nvPr/>
            </p:nvSpPr>
            <p:spPr>
              <a:xfrm>
                <a:off x="1631711" y="1930318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F41154EF-E70C-4C41-B17E-22303EB9C1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711" y="1930318"/>
                <a:ext cx="854336" cy="369332"/>
              </a:xfrm>
              <a:prstGeom prst="rect">
                <a:avLst/>
              </a:prstGeom>
              <a:blipFill>
                <a:blip r:embed="rId5"/>
                <a:stretch>
                  <a:fillRect t="-121667" r="-55000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6" name="Picture 2" descr="https://www.mdpi.com/applsci/applsci-08-01157/article_deploy/html/images/applsci-08-01157-g001.png">
            <a:extLst>
              <a:ext uri="{FF2B5EF4-FFF2-40B4-BE49-F238E27FC236}">
                <a16:creationId xmlns:a16="http://schemas.microsoft.com/office/drawing/2014/main" id="{98040563-B33B-4F2F-9686-44A00AE1A8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2" t="44676" r="72722" b="47528"/>
          <a:stretch/>
        </p:blipFill>
        <p:spPr bwMode="auto">
          <a:xfrm>
            <a:off x="540219" y="5237162"/>
            <a:ext cx="1941043" cy="44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矩形 106">
            <a:extLst>
              <a:ext uri="{FF2B5EF4-FFF2-40B4-BE49-F238E27FC236}">
                <a16:creationId xmlns:a16="http://schemas.microsoft.com/office/drawing/2014/main" id="{A35535BD-5466-4DBB-95A6-3E1DF48EE15E}"/>
              </a:ext>
            </a:extLst>
          </p:cNvPr>
          <p:cNvSpPr/>
          <p:nvPr/>
        </p:nvSpPr>
        <p:spPr>
          <a:xfrm>
            <a:off x="-4271" y="626645"/>
            <a:ext cx="3216578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Schematic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D2281FA8-0A20-4E99-8FE9-3299BE7335C9}"/>
              </a:ext>
            </a:extLst>
          </p:cNvPr>
          <p:cNvGrpSpPr/>
          <p:nvPr/>
        </p:nvGrpSpPr>
        <p:grpSpPr>
          <a:xfrm rot="3736100">
            <a:off x="90424" y="2486832"/>
            <a:ext cx="1615465" cy="1339222"/>
            <a:chOff x="1150620" y="2040672"/>
            <a:chExt cx="2887980" cy="2394139"/>
          </a:xfrm>
        </p:grpSpPr>
        <p:pic>
          <p:nvPicPr>
            <p:cNvPr id="109" name="圖片 108">
              <a:extLst>
                <a:ext uri="{FF2B5EF4-FFF2-40B4-BE49-F238E27FC236}">
                  <a16:creationId xmlns:a16="http://schemas.microsoft.com/office/drawing/2014/main" id="{95EB5325-1896-4B10-A4C6-86850F6AF3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A0D7B4F-BC88-41C2-B878-C808B24F75DF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22" name="等腰三角形 121">
            <a:extLst>
              <a:ext uri="{FF2B5EF4-FFF2-40B4-BE49-F238E27FC236}">
                <a16:creationId xmlns:a16="http://schemas.microsoft.com/office/drawing/2014/main" id="{51CA700D-C12F-45AF-868C-77BE8A23D985}"/>
              </a:ext>
            </a:extLst>
          </p:cNvPr>
          <p:cNvSpPr/>
          <p:nvPr/>
        </p:nvSpPr>
        <p:spPr>
          <a:xfrm rot="10800000">
            <a:off x="853241" y="39389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03C108EC-B398-436C-A50F-8216CE877741}"/>
              </a:ext>
            </a:extLst>
          </p:cNvPr>
          <p:cNvSpPr txBox="1"/>
          <p:nvPr/>
        </p:nvSpPr>
        <p:spPr>
          <a:xfrm>
            <a:off x="1277920" y="2793480"/>
            <a:ext cx="4127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B8EAA943-0513-4C87-B8FD-530AA84BF804}"/>
                  </a:ext>
                </a:extLst>
              </p:cNvPr>
              <p:cNvSpPr/>
              <p:nvPr/>
            </p:nvSpPr>
            <p:spPr>
              <a:xfrm>
                <a:off x="638116" y="1930318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B8EAA943-0513-4C87-B8FD-530AA84BF8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16" y="1930318"/>
                <a:ext cx="741357" cy="369332"/>
              </a:xfrm>
              <a:prstGeom prst="rect">
                <a:avLst/>
              </a:prstGeom>
              <a:blipFill>
                <a:blip r:embed="rId8"/>
                <a:stretch>
                  <a:fillRect t="-121667" r="-64463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5" name="圖片 124">
            <a:extLst>
              <a:ext uri="{FF2B5EF4-FFF2-40B4-BE49-F238E27FC236}">
                <a16:creationId xmlns:a16="http://schemas.microsoft.com/office/drawing/2014/main" id="{546D6C40-EA38-4FE3-9BDC-E18D92DCFF99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4306" y="4363157"/>
            <a:ext cx="1252045" cy="886130"/>
          </a:xfrm>
          <a:prstGeom prst="rect">
            <a:avLst/>
          </a:prstGeom>
        </p:spPr>
      </p:pic>
      <p:sp>
        <p:nvSpPr>
          <p:cNvPr id="201" name="文字方塊 200">
            <a:extLst>
              <a:ext uri="{FF2B5EF4-FFF2-40B4-BE49-F238E27FC236}">
                <a16:creationId xmlns:a16="http://schemas.microsoft.com/office/drawing/2014/main" id="{32727E0B-1F44-4908-B5A6-57F1FF203198}"/>
              </a:ext>
            </a:extLst>
          </p:cNvPr>
          <p:cNvSpPr txBox="1"/>
          <p:nvPr/>
        </p:nvSpPr>
        <p:spPr>
          <a:xfrm>
            <a:off x="3212306" y="655445"/>
            <a:ext cx="5741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transition rate is obtained as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51379902-2457-4DA7-97B4-FE37108CBCE6}"/>
                  </a:ext>
                </a:extLst>
              </p:cNvPr>
              <p:cNvSpPr/>
              <p:nvPr/>
            </p:nvSpPr>
            <p:spPr>
              <a:xfrm>
                <a:off x="3365642" y="1094852"/>
                <a:ext cx="4834016" cy="6127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,ℓ,</m:t>
                                  </m:r>
                                  <m:sSup>
                                    <m:sSup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b="1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sub>
                            <m:sup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p>
                          </m:sSubSup>
                        </m:e>
                      </m:d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51379902-2457-4DA7-97B4-FE37108CBC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642" y="1094852"/>
                <a:ext cx="4834016" cy="6127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0" name="矩形 219">
                <a:extLst>
                  <a:ext uri="{FF2B5EF4-FFF2-40B4-BE49-F238E27FC236}">
                    <a16:creationId xmlns:a16="http://schemas.microsoft.com/office/drawing/2014/main" id="{CF06F7DC-D46A-45BC-B2E8-783DB486CACA}"/>
                  </a:ext>
                </a:extLst>
              </p:cNvPr>
              <p:cNvSpPr/>
              <p:nvPr/>
            </p:nvSpPr>
            <p:spPr>
              <a:xfrm>
                <a:off x="5622470" y="3222966"/>
                <a:ext cx="3603166" cy="472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0" name="矩形 219">
                <a:extLst>
                  <a:ext uri="{FF2B5EF4-FFF2-40B4-BE49-F238E27FC236}">
                    <a16:creationId xmlns:a16="http://schemas.microsoft.com/office/drawing/2014/main" id="{CF06F7DC-D46A-45BC-B2E8-783DB486CA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2470" y="3222966"/>
                <a:ext cx="3603166" cy="472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1" name="圖形 220">
            <a:extLst>
              <a:ext uri="{FF2B5EF4-FFF2-40B4-BE49-F238E27FC236}">
                <a16:creationId xmlns:a16="http://schemas.microsoft.com/office/drawing/2014/main" id="{9246E1B1-5F1D-4B41-9DD8-771FAA7B3079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 r="75196"/>
          <a:stretch/>
        </p:blipFill>
        <p:spPr>
          <a:xfrm>
            <a:off x="7235035" y="3356125"/>
            <a:ext cx="223834" cy="213728"/>
          </a:xfrm>
          <a:prstGeom prst="rect">
            <a:avLst/>
          </a:prstGeom>
        </p:spPr>
      </p:pic>
      <p:sp>
        <p:nvSpPr>
          <p:cNvPr id="222" name="矩形 221">
            <a:extLst>
              <a:ext uri="{FF2B5EF4-FFF2-40B4-BE49-F238E27FC236}">
                <a16:creationId xmlns:a16="http://schemas.microsoft.com/office/drawing/2014/main" id="{C79C7955-C9E8-4AD0-B312-B862D4C5EEEF}"/>
              </a:ext>
            </a:extLst>
          </p:cNvPr>
          <p:cNvSpPr/>
          <p:nvPr/>
        </p:nvSpPr>
        <p:spPr>
          <a:xfrm>
            <a:off x="7645751" y="6588121"/>
            <a:ext cx="464870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zh-TW" sz="1400" dirty="0"/>
              <a:t>O. J. G. Sanchez, G.-H. Peng </a:t>
            </a:r>
            <a:r>
              <a:rPr lang="fr-FR" altLang="zh-TW" sz="1400" i="1" dirty="0"/>
              <a:t>et al.</a:t>
            </a:r>
            <a:r>
              <a:rPr lang="fr-FR" altLang="zh-TW" sz="1400" dirty="0"/>
              <a:t>, </a:t>
            </a:r>
            <a:r>
              <a:rPr lang="fr-FR" altLang="zh-TW" sz="1400" i="1" dirty="0"/>
              <a:t>ACS Nano</a:t>
            </a:r>
            <a:r>
              <a:rPr lang="fr-FR" altLang="zh-TW" sz="1400" dirty="0"/>
              <a:t> </a:t>
            </a:r>
            <a:r>
              <a:rPr lang="fr-FR" altLang="zh-TW" sz="1400" b="1" dirty="0"/>
              <a:t>18</a:t>
            </a:r>
            <a:r>
              <a:rPr lang="fr-FR" altLang="zh-TW" sz="1400" dirty="0"/>
              <a:t>, 11425 (2024)</a:t>
            </a:r>
            <a:endParaRPr lang="zh-TW" altLang="en-US" sz="1400" dirty="0"/>
          </a:p>
        </p:txBody>
      </p:sp>
      <p:cxnSp>
        <p:nvCxnSpPr>
          <p:cNvPr id="223" name="直線接點 222">
            <a:extLst>
              <a:ext uri="{FF2B5EF4-FFF2-40B4-BE49-F238E27FC236}">
                <a16:creationId xmlns:a16="http://schemas.microsoft.com/office/drawing/2014/main" id="{D58E63D2-3589-4E77-9F70-3FEF5D3AF33F}"/>
              </a:ext>
            </a:extLst>
          </p:cNvPr>
          <p:cNvCxnSpPr>
            <a:cxnSpLocks/>
          </p:cNvCxnSpPr>
          <p:nvPr/>
        </p:nvCxnSpPr>
        <p:spPr>
          <a:xfrm>
            <a:off x="3212306" y="660400"/>
            <a:ext cx="0" cy="618897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4" name="文字方塊 223">
            <a:extLst>
              <a:ext uri="{FF2B5EF4-FFF2-40B4-BE49-F238E27FC236}">
                <a16:creationId xmlns:a16="http://schemas.microsoft.com/office/drawing/2014/main" id="{017A98FF-C212-4D1C-9241-4AF5E36876A2}"/>
              </a:ext>
            </a:extLst>
          </p:cNvPr>
          <p:cNvSpPr txBox="1"/>
          <p:nvPr/>
        </p:nvSpPr>
        <p:spPr>
          <a:xfrm>
            <a:off x="4168840" y="4833937"/>
            <a:ext cx="70833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Alinement of                             with  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dipole moments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034C39-D1D1-4727-8E5E-40F5E028382B}"/>
              </a:ext>
            </a:extLst>
          </p:cNvPr>
          <p:cNvSpPr/>
          <p:nvPr/>
        </p:nvSpPr>
        <p:spPr>
          <a:xfrm>
            <a:off x="5822748" y="4625366"/>
            <a:ext cx="144783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</a:t>
            </a:r>
          </a:p>
          <a:p>
            <a:pPr algn="ctr"/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</a:t>
            </a:r>
          </a:p>
          <a:p>
            <a:pPr algn="ctr"/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</a:t>
            </a:r>
            <a:endParaRPr lang="zh-TW" altLang="en-US" b="1" dirty="0"/>
          </a:p>
        </p:txBody>
      </p:sp>
      <p:sp>
        <p:nvSpPr>
          <p:cNvPr id="225" name="文字方塊 224">
            <a:extLst>
              <a:ext uri="{FF2B5EF4-FFF2-40B4-BE49-F238E27FC236}">
                <a16:creationId xmlns:a16="http://schemas.microsoft.com/office/drawing/2014/main" id="{EC22CF1E-4E0C-405B-BB6A-BDBE77EA95E3}"/>
              </a:ext>
            </a:extLst>
          </p:cNvPr>
          <p:cNvSpPr txBox="1"/>
          <p:nvPr/>
        </p:nvSpPr>
        <p:spPr>
          <a:xfrm>
            <a:off x="3273746" y="1702034"/>
            <a:ext cx="5741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the optical matrix element is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025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矩形 231">
            <a:extLst>
              <a:ext uri="{FF2B5EF4-FFF2-40B4-BE49-F238E27FC236}">
                <a16:creationId xmlns:a16="http://schemas.microsoft.com/office/drawing/2014/main" id="{E07EF9F3-10B5-453C-BD25-A950E67A079D}"/>
              </a:ext>
            </a:extLst>
          </p:cNvPr>
          <p:cNvSpPr/>
          <p:nvPr/>
        </p:nvSpPr>
        <p:spPr>
          <a:xfrm>
            <a:off x="2697957" y="633207"/>
            <a:ext cx="1327356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956BECC-A0EF-4C7B-96AD-C95A5D9A56F3}"/>
              </a:ext>
            </a:extLst>
          </p:cNvPr>
          <p:cNvGrpSpPr/>
          <p:nvPr/>
        </p:nvGrpSpPr>
        <p:grpSpPr>
          <a:xfrm>
            <a:off x="2805719" y="4537247"/>
            <a:ext cx="1118387" cy="1259553"/>
            <a:chOff x="5728722" y="4684787"/>
            <a:chExt cx="1459478" cy="1643701"/>
          </a:xfrm>
        </p:grpSpPr>
        <p:grpSp>
          <p:nvGrpSpPr>
            <p:cNvPr id="145" name="群組 144">
              <a:extLst>
                <a:ext uri="{FF2B5EF4-FFF2-40B4-BE49-F238E27FC236}">
                  <a16:creationId xmlns:a16="http://schemas.microsoft.com/office/drawing/2014/main" id="{DD43B053-8488-41F8-AA63-C95438D51312}"/>
                </a:ext>
              </a:extLst>
            </p:cNvPr>
            <p:cNvGrpSpPr/>
            <p:nvPr/>
          </p:nvGrpSpPr>
          <p:grpSpPr>
            <a:xfrm>
              <a:off x="5728722" y="4684787"/>
              <a:ext cx="1459478" cy="1643701"/>
              <a:chOff x="8488189" y="4125243"/>
              <a:chExt cx="1671338" cy="1882303"/>
            </a:xfrm>
          </p:grpSpPr>
          <p:pic>
            <p:nvPicPr>
              <p:cNvPr id="147" name="圖片 146">
                <a:extLst>
                  <a:ext uri="{FF2B5EF4-FFF2-40B4-BE49-F238E27FC236}">
                    <a16:creationId xmlns:a16="http://schemas.microsoft.com/office/drawing/2014/main" id="{B9A04A44-FFA2-487A-982C-A9F89FD92FC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6" y="4125243"/>
                <a:ext cx="1628271" cy="1882303"/>
              </a:xfrm>
              <a:prstGeom prst="rect">
                <a:avLst/>
              </a:prstGeom>
            </p:spPr>
          </p:pic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396F1E65-483A-4B63-89C6-060E58D900A2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C4F64FA-63B1-4655-A149-0263D5D99B54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36" name="群組 135">
            <a:extLst>
              <a:ext uri="{FF2B5EF4-FFF2-40B4-BE49-F238E27FC236}">
                <a16:creationId xmlns:a16="http://schemas.microsoft.com/office/drawing/2014/main" id="{A2EA418A-B4DE-44B9-9712-071E49F6EAA2}"/>
              </a:ext>
            </a:extLst>
          </p:cNvPr>
          <p:cNvGrpSpPr/>
          <p:nvPr/>
        </p:nvGrpSpPr>
        <p:grpSpPr>
          <a:xfrm>
            <a:off x="2661807" y="1840193"/>
            <a:ext cx="1354567" cy="1265043"/>
            <a:chOff x="4011072" y="4660900"/>
            <a:chExt cx="1767692" cy="1650868"/>
          </a:xfrm>
        </p:grpSpPr>
        <p:grpSp>
          <p:nvGrpSpPr>
            <p:cNvPr id="138" name="群組 137">
              <a:extLst>
                <a:ext uri="{FF2B5EF4-FFF2-40B4-BE49-F238E27FC236}">
                  <a16:creationId xmlns:a16="http://schemas.microsoft.com/office/drawing/2014/main" id="{0AE27EA7-624C-4A1C-AC2F-243699EB6A30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142" name="圖片 141">
                <a:extLst>
                  <a:ext uri="{FF2B5EF4-FFF2-40B4-BE49-F238E27FC236}">
                    <a16:creationId xmlns:a16="http://schemas.microsoft.com/office/drawing/2014/main" id="{32AEA060-1D51-4130-A113-234F90E882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73BD40CA-6C39-411B-B4AE-080DC0FFDECA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029868E-75A8-4499-A076-D2B8F9F58944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B4A44B12-7BAD-4CC5-80A9-651126105C6F}"/>
                  </a:ext>
                </a:extLst>
              </p:cNvPr>
              <p:cNvSpPr/>
              <p:nvPr/>
            </p:nvSpPr>
            <p:spPr>
              <a:xfrm>
                <a:off x="2884916" y="5753836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B4A44B12-7BAD-4CC5-80A9-651126105C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916" y="5753836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FBD41EC9-37F3-4566-9586-C2BA9382FB77}"/>
                  </a:ext>
                </a:extLst>
              </p:cNvPr>
              <p:cNvSpPr/>
              <p:nvPr/>
            </p:nvSpPr>
            <p:spPr>
              <a:xfrm>
                <a:off x="2884916" y="3134206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FBD41EC9-37F3-4566-9586-C2BA9382FB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916" y="3134206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圖片 1">
            <a:extLst>
              <a:ext uri="{FF2B5EF4-FFF2-40B4-BE49-F238E27FC236}">
                <a16:creationId xmlns:a16="http://schemas.microsoft.com/office/drawing/2014/main" id="{2709EE50-11B3-4E4F-AFAA-83BDACAF78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280" y="5393973"/>
            <a:ext cx="4434840" cy="1127502"/>
          </a:xfrm>
          <a:prstGeom prst="rect">
            <a:avLst/>
          </a:prstGeom>
        </p:spPr>
      </p:pic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(BXs)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37" name="圖形 136">
            <a:extLst>
              <a:ext uri="{FF2B5EF4-FFF2-40B4-BE49-F238E27FC236}">
                <a16:creationId xmlns:a16="http://schemas.microsoft.com/office/drawing/2014/main" id="{8E572881-C2CA-44BD-A732-73DE3418B0A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3670547" y="7523800"/>
            <a:ext cx="223834" cy="213728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B581DF3-918B-4974-B7F8-EED99CFAE60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3526767"/>
            <a:ext cx="3285777" cy="759094"/>
          </a:xfrm>
          <a:prstGeom prst="rect">
            <a:avLst/>
          </a:prstGeom>
        </p:spPr>
      </p:pic>
      <p:pic>
        <p:nvPicPr>
          <p:cNvPr id="141" name="圖片 140">
            <a:extLst>
              <a:ext uri="{FF2B5EF4-FFF2-40B4-BE49-F238E27FC236}">
                <a16:creationId xmlns:a16="http://schemas.microsoft.com/office/drawing/2014/main" id="{7D4DF255-7486-416F-B2AB-EE215A9CA27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3835125"/>
            <a:ext cx="3285777" cy="759094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FF2AC798-9903-42BD-A101-F9086E58A349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2082237"/>
            <a:ext cx="3285777" cy="759094"/>
          </a:xfrm>
          <a:prstGeom prst="rect">
            <a:avLst/>
          </a:prstGeom>
        </p:spPr>
      </p:pic>
      <p:cxnSp>
        <p:nvCxnSpPr>
          <p:cNvPr id="170" name="直線接點 169">
            <a:extLst>
              <a:ext uri="{FF2B5EF4-FFF2-40B4-BE49-F238E27FC236}">
                <a16:creationId xmlns:a16="http://schemas.microsoft.com/office/drawing/2014/main" id="{42FE3725-50A2-4488-9611-26EB440A998A}"/>
              </a:ext>
            </a:extLst>
          </p:cNvPr>
          <p:cNvCxnSpPr>
            <a:cxnSpLocks/>
          </p:cNvCxnSpPr>
          <p:nvPr/>
        </p:nvCxnSpPr>
        <p:spPr>
          <a:xfrm>
            <a:off x="8398444" y="801415"/>
            <a:ext cx="1349859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3468D8CF-3C59-4F3B-83DE-9B7C9AF6D004}"/>
              </a:ext>
            </a:extLst>
          </p:cNvPr>
          <p:cNvCxnSpPr>
            <a:cxnSpLocks/>
          </p:cNvCxnSpPr>
          <p:nvPr/>
        </p:nvCxnSpPr>
        <p:spPr>
          <a:xfrm flipH="1">
            <a:off x="9748301" y="787347"/>
            <a:ext cx="1349857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A8C25A84-30A7-4D20-B5C4-FF10B8065A89}"/>
              </a:ext>
            </a:extLst>
          </p:cNvPr>
          <p:cNvCxnSpPr>
            <a:cxnSpLocks/>
          </p:cNvCxnSpPr>
          <p:nvPr/>
        </p:nvCxnSpPr>
        <p:spPr>
          <a:xfrm>
            <a:off x="8139788" y="5133324"/>
            <a:ext cx="3310777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0F7C80C5-E31C-4951-9CAA-4125863CE653}"/>
                  </a:ext>
                </a:extLst>
              </p:cNvPr>
              <p:cNvSpPr/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0F7C80C5-E31C-4951-9CAA-4125863CE6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  <a:blipFill>
                <a:blip r:embed="rId12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68A1827D-DE04-4BA8-B7BE-1842C6D6732F}"/>
                  </a:ext>
                </a:extLst>
              </p:cNvPr>
              <p:cNvSpPr/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68A1827D-DE04-4BA8-B7BE-1842C6D67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  <a:blipFill>
                <a:blip r:embed="rId13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A8616301-681D-4072-90D4-FE5B87E207B6}"/>
                  </a:ext>
                </a:extLst>
              </p:cNvPr>
              <p:cNvSpPr/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A8616301-681D-4072-90D4-FE5B87E207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  <a:blipFill>
                <a:blip r:embed="rId14"/>
                <a:stretch>
                  <a:fillRect l="-15556" t="-121212" r="-2740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DAC7350D-4FA5-400B-B624-CB19EAF08FBE}"/>
                  </a:ext>
                </a:extLst>
              </p:cNvPr>
              <p:cNvSpPr/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DAC7350D-4FA5-400B-B624-CB19EAF08F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  <a:blipFill>
                <a:blip r:embed="rId15"/>
                <a:stretch>
                  <a:fillRect l="-9948" t="-123077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0" name="矩形 179">
            <a:extLst>
              <a:ext uri="{FF2B5EF4-FFF2-40B4-BE49-F238E27FC236}">
                <a16:creationId xmlns:a16="http://schemas.microsoft.com/office/drawing/2014/main" id="{694BE2BD-EB18-4E38-A6A9-3C5D7AE20A0D}"/>
              </a:ext>
            </a:extLst>
          </p:cNvPr>
          <p:cNvSpPr/>
          <p:nvPr/>
        </p:nvSpPr>
        <p:spPr>
          <a:xfrm>
            <a:off x="8830035" y="755980"/>
            <a:ext cx="2066924" cy="415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A509A814-B115-44E6-BA96-AA2BB365B1EA}"/>
              </a:ext>
            </a:extLst>
          </p:cNvPr>
          <p:cNvCxnSpPr>
            <a:cxnSpLocks/>
          </p:cNvCxnSpPr>
          <p:nvPr/>
        </p:nvCxnSpPr>
        <p:spPr>
          <a:xfrm>
            <a:off x="9755277" y="2838450"/>
            <a:ext cx="0" cy="22955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B9567458-31B1-4416-8971-3B4CC9318DA3}"/>
                  </a:ext>
                </a:extLst>
              </p:cNvPr>
              <p:cNvSpPr/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altLang="zh-TW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1" i="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B9567458-31B1-4416-8971-3B4CC9318D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  <a:blipFill>
                <a:blip r:embed="rId1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1D489D0C-F3E1-45B0-B385-72372C8674B4}"/>
                  </a:ext>
                </a:extLst>
              </p:cNvPr>
              <p:cNvSpPr/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  <m:r>
                        <a:rPr lang="en-US" altLang="zh-TW" sz="1300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altLang="zh-TW" sz="13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zh-TW" altLang="en-US" sz="1300" b="1" dirty="0"/>
              </a:p>
            </p:txBody>
          </p:sp>
        </mc:Choice>
        <mc:Fallback xmlns=""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1D489D0C-F3E1-45B0-B385-72372C8674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  <a:blipFill>
                <a:blip r:embed="rId17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95D37066-8644-4C64-BC7B-32AD60911377}"/>
                  </a:ext>
                </a:extLst>
              </p:cNvPr>
              <p:cNvSpPr/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95D37066-8644-4C64-BC7B-32AD609113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D0D4E666-2DCA-424C-B51D-5BD1AFCCBFC9}"/>
                  </a:ext>
                </a:extLst>
              </p:cNvPr>
              <p:cNvSpPr/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D0D4E666-2DCA-424C-B51D-5BD1AFCCBF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3F25F043-D6D3-4593-9C28-E3F1E553DE92}"/>
                  </a:ext>
                </a:extLst>
              </p:cNvPr>
              <p:cNvSpPr/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3F25F043-D6D3-4593-9C28-E3F1E553D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BC3C7941-841E-4AC1-BFC1-2C17E79E8162}"/>
                  </a:ext>
                </a:extLst>
              </p:cNvPr>
              <p:cNvSpPr/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BC3C7941-841E-4AC1-BFC1-2C17E79E8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8" name="群組 97">
            <a:extLst>
              <a:ext uri="{FF2B5EF4-FFF2-40B4-BE49-F238E27FC236}">
                <a16:creationId xmlns:a16="http://schemas.microsoft.com/office/drawing/2014/main" id="{F4216FBE-4609-47AF-8596-58D433D48E05}"/>
              </a:ext>
            </a:extLst>
          </p:cNvPr>
          <p:cNvGrpSpPr/>
          <p:nvPr/>
        </p:nvGrpSpPr>
        <p:grpSpPr>
          <a:xfrm>
            <a:off x="5781851" y="4941044"/>
            <a:ext cx="2010807" cy="478208"/>
            <a:chOff x="4937693" y="1384388"/>
            <a:chExt cx="2010807" cy="4782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矩形 98">
                  <a:extLst>
                    <a:ext uri="{FF2B5EF4-FFF2-40B4-BE49-F238E27FC236}">
                      <a16:creationId xmlns:a16="http://schemas.microsoft.com/office/drawing/2014/main" id="{EB5A7FD4-2EEF-4397-BD68-A584F757C5BF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2010807" cy="47820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     </m:t>
                                    </m:r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,−1,−1,2</m:t>
                                    </m:r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  <m:sup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∥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  <m:t>𝒒</m:t>
                                        </m:r>
                                      </m:e>
                                      <m:sub>
                                        <m: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zh-TW" altLang="en-US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9" name="矩形 98">
                  <a:extLst>
                    <a:ext uri="{FF2B5EF4-FFF2-40B4-BE49-F238E27FC236}">
                      <a16:creationId xmlns:a16="http://schemas.microsoft.com/office/drawing/2014/main" id="{EB5A7FD4-2EEF-4397-BD68-A584F757C5B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2010807" cy="478208"/>
                </a:xfrm>
                <a:prstGeom prst="rect">
                  <a:avLst/>
                </a:prstGeom>
                <a:blipFill>
                  <a:blip r:embed="rId22"/>
                  <a:stretch>
                    <a:fillRect b="-12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0" name="圖形 99">
              <a:extLst>
                <a:ext uri="{FF2B5EF4-FFF2-40B4-BE49-F238E27FC236}">
                  <a16:creationId xmlns:a16="http://schemas.microsoft.com/office/drawing/2014/main" id="{56748E1B-1041-4A95-9888-F8C9AE25F3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54717" r="19245"/>
            <a:stretch/>
          </p:blipFill>
          <p:spPr>
            <a:xfrm>
              <a:off x="5158777" y="1525793"/>
              <a:ext cx="233506" cy="212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D3088BEF-3B7B-4269-ADF4-30B4625AB7DA}"/>
                  </a:ext>
                </a:extLst>
              </p:cNvPr>
              <p:cNvSpPr/>
              <p:nvPr/>
            </p:nvSpPr>
            <p:spPr>
              <a:xfrm>
                <a:off x="9909508" y="5787993"/>
                <a:ext cx="14782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b="1" i="1" smtClean="0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̂"/>
                        <m:ctrlPr>
                          <a:rPr lang="en-US" altLang="zh-TW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altLang="zh-TW" dirty="0"/>
                  <a:t> polarized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D3088BEF-3B7B-4269-ADF4-30B4625AB7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9508" y="5787993"/>
                <a:ext cx="1478290" cy="369332"/>
              </a:xfrm>
              <a:prstGeom prst="rect">
                <a:avLst/>
              </a:prstGeom>
              <a:blipFill>
                <a:blip r:embed="rId23"/>
                <a:stretch>
                  <a:fillRect t="-8197" r="-2893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A35535BD-5466-4DBB-95A6-3E1DF48EE15E}"/>
                  </a:ext>
                </a:extLst>
              </p:cNvPr>
              <p:cNvSpPr/>
              <p:nvPr/>
            </p:nvSpPr>
            <p:spPr>
              <a:xfrm>
                <a:off x="-4271" y="633207"/>
                <a:ext cx="2693192" cy="735138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</a:t>
                </a:r>
              </a:p>
              <a:p>
                <a:pPr algn="ctr"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−1, −1, 2</m:t>
                        </m:r>
                      </m:sub>
                    </m:sSub>
                    <m:d>
                      <m:dPr>
                        <m:ctrlPr>
                          <a:rPr lang="en-US" altLang="zh-TW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A35535BD-5466-4DBB-95A6-3E1DF48EE1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71" y="633207"/>
                <a:ext cx="2693192" cy="735138"/>
              </a:xfrm>
              <a:prstGeom prst="rect">
                <a:avLst/>
              </a:prstGeom>
              <a:blipFill>
                <a:blip r:embed="rId24"/>
                <a:stretch>
                  <a:fillRect t="-4959" b="-99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矩形 125">
            <a:extLst>
              <a:ext uri="{FF2B5EF4-FFF2-40B4-BE49-F238E27FC236}">
                <a16:creationId xmlns:a16="http://schemas.microsoft.com/office/drawing/2014/main" id="{B98373D0-3923-4163-81C3-965CCE1EFB8D}"/>
              </a:ext>
            </a:extLst>
          </p:cNvPr>
          <p:cNvSpPr/>
          <p:nvPr/>
        </p:nvSpPr>
        <p:spPr>
          <a:xfrm>
            <a:off x="4023281" y="633207"/>
            <a:ext cx="1694974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E18EBEE0-305A-4DE5-A932-7BC2313032A0}"/>
              </a:ext>
            </a:extLst>
          </p:cNvPr>
          <p:cNvGrpSpPr/>
          <p:nvPr/>
        </p:nvGrpSpPr>
        <p:grpSpPr>
          <a:xfrm>
            <a:off x="3981047" y="4697258"/>
            <a:ext cx="862094" cy="583304"/>
            <a:chOff x="7047875" y="5232494"/>
            <a:chExt cx="862094" cy="583304"/>
          </a:xfrm>
        </p:grpSpPr>
        <p:grpSp>
          <p:nvGrpSpPr>
            <p:cNvPr id="130" name="群組 129">
              <a:extLst>
                <a:ext uri="{FF2B5EF4-FFF2-40B4-BE49-F238E27FC236}">
                  <a16:creationId xmlns:a16="http://schemas.microsoft.com/office/drawing/2014/main" id="{74FF912E-CF9F-4EBF-99F2-385E91AFA149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4" name="箭號: 向右 133">
                <a:extLst>
                  <a:ext uri="{FF2B5EF4-FFF2-40B4-BE49-F238E27FC236}">
                    <a16:creationId xmlns:a16="http://schemas.microsoft.com/office/drawing/2014/main" id="{67103129-7AA0-4F54-AEE6-BFD4BE48EA9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箭號: 向右 134">
                <a:extLst>
                  <a:ext uri="{FF2B5EF4-FFF2-40B4-BE49-F238E27FC236}">
                    <a16:creationId xmlns:a16="http://schemas.microsoft.com/office/drawing/2014/main" id="{92B93C0C-A291-4546-BB51-530A1A8D60D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57754B67-6C30-4A8F-9243-E397C7AE811D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90F7DCF6-0379-416C-A444-F912AEC0358B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2" name="直線接點 151">
            <a:extLst>
              <a:ext uri="{FF2B5EF4-FFF2-40B4-BE49-F238E27FC236}">
                <a16:creationId xmlns:a16="http://schemas.microsoft.com/office/drawing/2014/main" id="{7C7B3385-A3CC-4EA6-8F60-11DA896188BD}"/>
              </a:ext>
            </a:extLst>
          </p:cNvPr>
          <p:cNvCxnSpPr>
            <a:cxnSpLocks/>
          </p:cNvCxnSpPr>
          <p:nvPr/>
        </p:nvCxnSpPr>
        <p:spPr>
          <a:xfrm flipH="1">
            <a:off x="7573992" y="6456692"/>
            <a:ext cx="4427508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9C56CF2-889D-433A-BEA2-5CC457C9874D}"/>
                  </a:ext>
                </a:extLst>
              </p:cNvPr>
              <p:cNvSpPr/>
              <p:nvPr/>
            </p:nvSpPr>
            <p:spPr>
              <a:xfrm>
                <a:off x="8138082" y="5787993"/>
                <a:ext cx="14682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b="1" i="1" smtClean="0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̂"/>
                        <m:ctrlPr>
                          <a:rPr lang="en-US" altLang="zh-TW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altLang="zh-TW" dirty="0"/>
                  <a:t> polarized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9C56CF2-889D-433A-BEA2-5CC457C987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082" y="5787993"/>
                <a:ext cx="1468287" cy="369332"/>
              </a:xfrm>
              <a:prstGeom prst="rect">
                <a:avLst/>
              </a:prstGeom>
              <a:blipFill>
                <a:blip r:embed="rId28"/>
                <a:stretch>
                  <a:fillRect t="-8197" r="-3320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橢圓 154">
            <a:extLst>
              <a:ext uri="{FF2B5EF4-FFF2-40B4-BE49-F238E27FC236}">
                <a16:creationId xmlns:a16="http://schemas.microsoft.com/office/drawing/2014/main" id="{59E2C9BD-6D2A-4E48-A5E9-DA25CE7D9AA9}"/>
              </a:ext>
            </a:extLst>
          </p:cNvPr>
          <p:cNvSpPr/>
          <p:nvPr/>
        </p:nvSpPr>
        <p:spPr>
          <a:xfrm>
            <a:off x="8740297" y="2538738"/>
            <a:ext cx="367606" cy="36760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E96AFA4-EFFD-4B48-AE25-1594912ED349}"/>
              </a:ext>
            </a:extLst>
          </p:cNvPr>
          <p:cNvSpPr/>
          <p:nvPr/>
        </p:nvSpPr>
        <p:spPr>
          <a:xfrm>
            <a:off x="10407733" y="1373326"/>
            <a:ext cx="367606" cy="36760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E5A6A147-A65E-4DE8-BC4E-894913719D84}"/>
              </a:ext>
            </a:extLst>
          </p:cNvPr>
          <p:cNvSpPr/>
          <p:nvPr/>
        </p:nvSpPr>
        <p:spPr>
          <a:xfrm>
            <a:off x="10569658" y="1195526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5DCF29CB-CB12-4FE4-9999-6AC8A070478B}"/>
              </a:ext>
            </a:extLst>
          </p:cNvPr>
          <p:cNvSpPr/>
          <p:nvPr/>
        </p:nvSpPr>
        <p:spPr>
          <a:xfrm>
            <a:off x="9009858" y="2626136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F9303C41-E5FD-478F-92C4-146E708F32B4}"/>
              </a:ext>
            </a:extLst>
          </p:cNvPr>
          <p:cNvSpPr/>
          <p:nvPr/>
        </p:nvSpPr>
        <p:spPr>
          <a:xfrm>
            <a:off x="8512618" y="2509109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D68F735F-049F-498A-A513-56EDE8D705BE}"/>
              </a:ext>
            </a:extLst>
          </p:cNvPr>
          <p:cNvSpPr/>
          <p:nvPr/>
        </p:nvSpPr>
        <p:spPr>
          <a:xfrm>
            <a:off x="10747067" y="1116807"/>
            <a:ext cx="170966" cy="17096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181CBE8B-C2B5-4B30-BFEB-E5F7FCE40EE9}"/>
              </a:ext>
            </a:extLst>
          </p:cNvPr>
          <p:cNvSpPr/>
          <p:nvPr/>
        </p:nvSpPr>
        <p:spPr>
          <a:xfrm>
            <a:off x="9274661" y="2720181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FE3CFCA3-46EB-4384-B0C5-6043128D94E2}"/>
              </a:ext>
            </a:extLst>
          </p:cNvPr>
          <p:cNvSpPr/>
          <p:nvPr/>
        </p:nvSpPr>
        <p:spPr>
          <a:xfrm>
            <a:off x="8372961" y="2520156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A40FC631-3B73-4BB7-BCE1-39A3FE911AF0}"/>
              </a:ext>
            </a:extLst>
          </p:cNvPr>
          <p:cNvSpPr/>
          <p:nvPr/>
        </p:nvSpPr>
        <p:spPr>
          <a:xfrm>
            <a:off x="10840051" y="1025204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8ACCA621-8C43-48CA-980E-E63D03777E8A}"/>
              </a:ext>
            </a:extLst>
          </p:cNvPr>
          <p:cNvSpPr/>
          <p:nvPr/>
        </p:nvSpPr>
        <p:spPr>
          <a:xfrm>
            <a:off x="9416750" y="2764825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55A741AE-2274-46A7-B992-36E366211CAF}"/>
              </a:ext>
            </a:extLst>
          </p:cNvPr>
          <p:cNvSpPr/>
          <p:nvPr/>
        </p:nvSpPr>
        <p:spPr>
          <a:xfrm>
            <a:off x="8282060" y="2522772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EFB8DA96-F793-4AFF-B33C-9432FA030583}"/>
              </a:ext>
            </a:extLst>
          </p:cNvPr>
          <p:cNvSpPr/>
          <p:nvPr/>
        </p:nvSpPr>
        <p:spPr>
          <a:xfrm>
            <a:off x="10299980" y="1567184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6" name="橢圓 195">
            <a:extLst>
              <a:ext uri="{FF2B5EF4-FFF2-40B4-BE49-F238E27FC236}">
                <a16:creationId xmlns:a16="http://schemas.microsoft.com/office/drawing/2014/main" id="{CB44902A-326B-44EC-9C7D-B9569E251FF0}"/>
              </a:ext>
            </a:extLst>
          </p:cNvPr>
          <p:cNvSpPr/>
          <p:nvPr/>
        </p:nvSpPr>
        <p:spPr>
          <a:xfrm>
            <a:off x="10229575" y="1734905"/>
            <a:ext cx="267728" cy="267728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1F0365DD-9B0D-49F1-A255-5DA294BD543C}"/>
              </a:ext>
            </a:extLst>
          </p:cNvPr>
          <p:cNvSpPr/>
          <p:nvPr/>
        </p:nvSpPr>
        <p:spPr>
          <a:xfrm>
            <a:off x="10185886" y="1913731"/>
            <a:ext cx="190016" cy="19001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12AD39E4-9E70-48F5-B567-36C235B9E591}"/>
              </a:ext>
            </a:extLst>
          </p:cNvPr>
          <p:cNvSpPr/>
          <p:nvPr/>
        </p:nvSpPr>
        <p:spPr>
          <a:xfrm>
            <a:off x="10145009" y="2037777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C317B812-56F4-4B65-ABD8-3A9CE489B19A}"/>
                  </a:ext>
                </a:extLst>
              </p:cNvPr>
              <p:cNvSpPr/>
              <p:nvPr/>
            </p:nvSpPr>
            <p:spPr>
              <a:xfrm>
                <a:off x="-53642" y="2451068"/>
                <a:ext cx="2709203" cy="3695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5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nearly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altLang="zh-TW" sz="1650" dirty="0"/>
                  <a:t> polarized</a:t>
                </a:r>
                <a:endParaRPr lang="zh-TW" altLang="en-US" sz="1650" dirty="0"/>
              </a:p>
            </p:txBody>
          </p:sp>
        </mc:Choice>
        <mc:Fallback xmlns="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C317B812-56F4-4B65-ABD8-3A9CE489B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642" y="2451068"/>
                <a:ext cx="2709203" cy="369588"/>
              </a:xfrm>
              <a:prstGeom prst="rect">
                <a:avLst/>
              </a:prstGeom>
              <a:blipFill>
                <a:blip r:embed="rId29"/>
                <a:stretch>
                  <a:fillRect l="-1348" t="-4918" b="-163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CCA13587-36EA-41FB-B90B-1E2ACF1B598A}"/>
                  </a:ext>
                </a:extLst>
              </p:cNvPr>
              <p:cNvSpPr/>
              <p:nvPr/>
            </p:nvSpPr>
            <p:spPr>
              <a:xfrm>
                <a:off x="7654442" y="4936964"/>
                <a:ext cx="760944" cy="69242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CCA13587-36EA-41FB-B90B-1E2ACF1B5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42" y="4936964"/>
                <a:ext cx="760944" cy="692424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/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E1C54691-A5D3-4C95-B3EA-0993AD3A9A2C}"/>
                  </a:ext>
                </a:extLst>
              </p:cNvPr>
              <p:cNvSpPr/>
              <p:nvPr/>
            </p:nvSpPr>
            <p:spPr>
              <a:xfrm>
                <a:off x="-53642" y="4861834"/>
                <a:ext cx="2704395" cy="3695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5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nearly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altLang="zh-TW" sz="1650" dirty="0"/>
                  <a:t> polarized</a:t>
                </a:r>
                <a:endParaRPr lang="zh-TW" altLang="en-US" sz="1650" dirty="0"/>
              </a:p>
            </p:txBody>
          </p:sp>
        </mc:Choice>
        <mc:Fallback xmlns="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E1C54691-A5D3-4C95-B3EA-0993AD3A9A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642" y="4861834"/>
                <a:ext cx="2704395" cy="369588"/>
              </a:xfrm>
              <a:prstGeom prst="rect">
                <a:avLst/>
              </a:prstGeom>
              <a:blipFill>
                <a:blip r:embed="rId32"/>
                <a:stretch>
                  <a:fillRect l="-1351" t="-6667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圖片 95">
            <a:extLst>
              <a:ext uri="{FF2B5EF4-FFF2-40B4-BE49-F238E27FC236}">
                <a16:creationId xmlns:a16="http://schemas.microsoft.com/office/drawing/2014/main" id="{62F8F67B-BAA9-4CBB-A46E-A6AEED9CB86D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13152" y="2814115"/>
            <a:ext cx="2029998" cy="2033870"/>
          </a:xfrm>
          <a:prstGeom prst="rect">
            <a:avLst/>
          </a:prstGeom>
        </p:spPr>
      </p:pic>
      <p:pic>
        <p:nvPicPr>
          <p:cNvPr id="150" name="圖形 149">
            <a:extLst>
              <a:ext uri="{FF2B5EF4-FFF2-40B4-BE49-F238E27FC236}">
                <a16:creationId xmlns:a16="http://schemas.microsoft.com/office/drawing/2014/main" id="{F65ED839-B02A-495F-8226-B5974299412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760882" y="1050149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/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630A7A63-0C31-45FF-A62C-3E6CE04DF2FF}"/>
                  </a:ext>
                </a:extLst>
              </p:cNvPr>
              <p:cNvSpPr/>
              <p:nvPr/>
            </p:nvSpPr>
            <p:spPr>
              <a:xfrm>
                <a:off x="3976921" y="3155408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630A7A63-0C31-45FF-A62C-3E6CE04DF2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921" y="3155408"/>
                <a:ext cx="1450076" cy="45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1" name="圖片 160">
            <a:extLst>
              <a:ext uri="{FF2B5EF4-FFF2-40B4-BE49-F238E27FC236}">
                <a16:creationId xmlns:a16="http://schemas.microsoft.com/office/drawing/2014/main" id="{57E30DBE-2E52-426A-87FC-5D8FCB982AC1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027" t="634" b="50859"/>
          <a:stretch/>
        </p:blipFill>
        <p:spPr>
          <a:xfrm>
            <a:off x="4116663" y="2049409"/>
            <a:ext cx="1099800" cy="1089926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FE4E8740-BAA3-4DAB-AB71-27A5D5D21A10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76" t="50404"/>
          <a:stretch/>
        </p:blipFill>
        <p:spPr>
          <a:xfrm>
            <a:off x="4072726" y="4619577"/>
            <a:ext cx="1134274" cy="11144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3" name="文字方塊 162">
                <a:extLst>
                  <a:ext uri="{FF2B5EF4-FFF2-40B4-BE49-F238E27FC236}">
                    <a16:creationId xmlns:a16="http://schemas.microsoft.com/office/drawing/2014/main" id="{BFB50922-D3AD-4F9D-A13A-9971B8CB5E75}"/>
                  </a:ext>
                </a:extLst>
              </p:cNvPr>
              <p:cNvSpPr txBox="1"/>
              <p:nvPr/>
            </p:nvSpPr>
            <p:spPr>
              <a:xfrm>
                <a:off x="4903570" y="308332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63" name="文字方塊 162">
                <a:extLst>
                  <a:ext uri="{FF2B5EF4-FFF2-40B4-BE49-F238E27FC236}">
                    <a16:creationId xmlns:a16="http://schemas.microsoft.com/office/drawing/2014/main" id="{BFB50922-D3AD-4F9D-A13A-9971B8CB5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3570" y="3083325"/>
                <a:ext cx="711762" cy="276999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A4148AA6-294F-4D96-9E4C-D94D3822A80B}"/>
              </a:ext>
            </a:extLst>
          </p:cNvPr>
          <p:cNvGrpSpPr/>
          <p:nvPr/>
        </p:nvGrpSpPr>
        <p:grpSpPr>
          <a:xfrm>
            <a:off x="4237195" y="2232740"/>
            <a:ext cx="862094" cy="583304"/>
            <a:chOff x="7047875" y="5232494"/>
            <a:chExt cx="862094" cy="583304"/>
          </a:xfrm>
        </p:grpSpPr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0A1E6DD1-1AD9-428A-B9CA-B1B27639944B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74" name="箭號: 向右 173">
                <a:extLst>
                  <a:ext uri="{FF2B5EF4-FFF2-40B4-BE49-F238E27FC236}">
                    <a16:creationId xmlns:a16="http://schemas.microsoft.com/office/drawing/2014/main" id="{6DFCBDCD-FD1D-4B71-AD54-D97D7CE00F2C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176" name="箭號: 向右 175">
                <a:extLst>
                  <a:ext uri="{FF2B5EF4-FFF2-40B4-BE49-F238E27FC236}">
                    <a16:creationId xmlns:a16="http://schemas.microsoft.com/office/drawing/2014/main" id="{80B1E72D-F13A-4145-B5A1-D560FBF1F44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9" name="文字方塊 168">
                  <a:extLst>
                    <a:ext uri="{FF2B5EF4-FFF2-40B4-BE49-F238E27FC236}">
                      <a16:creationId xmlns:a16="http://schemas.microsoft.com/office/drawing/2014/main" id="{39B574B9-D060-4393-AE41-56CFC19A1F37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69" name="文字方塊 168">
                  <a:extLst>
                    <a:ext uri="{FF2B5EF4-FFF2-40B4-BE49-F238E27FC236}">
                      <a16:creationId xmlns:a16="http://schemas.microsoft.com/office/drawing/2014/main" id="{39B574B9-D060-4393-AE41-56CFC19A1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38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1F6062CB-47C9-4054-B58A-48E82C76988C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39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04587A64-18E3-402B-8DE1-5BFFD3A45DC1}"/>
                  </a:ext>
                </a:extLst>
              </p:cNvPr>
              <p:cNvSpPr/>
              <p:nvPr/>
            </p:nvSpPr>
            <p:spPr>
              <a:xfrm>
                <a:off x="3945417" y="5775156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04587A64-18E3-402B-8DE1-5BFFD3A45D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5417" y="5775156"/>
                <a:ext cx="1450076" cy="451021"/>
              </a:xfrm>
              <a:prstGeom prst="rect">
                <a:avLst/>
              </a:prstGeom>
              <a:blipFill>
                <a:blip r:embed="rId4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7883674E-D89E-4318-99DB-535B031250F7}"/>
              </a:ext>
            </a:extLst>
          </p:cNvPr>
          <p:cNvCxnSpPr>
            <a:cxnSpLocks/>
          </p:cNvCxnSpPr>
          <p:nvPr/>
        </p:nvCxnSpPr>
        <p:spPr>
          <a:xfrm>
            <a:off x="2688431" y="628650"/>
            <a:ext cx="0" cy="62207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CA4A872-9258-47F9-A89E-AA0ABBAFBBD7}"/>
              </a:ext>
            </a:extLst>
          </p:cNvPr>
          <p:cNvCxnSpPr>
            <a:cxnSpLocks/>
          </p:cNvCxnSpPr>
          <p:nvPr/>
        </p:nvCxnSpPr>
        <p:spPr>
          <a:xfrm>
            <a:off x="5709317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08028D36-25BB-426F-908C-116AF7C89419}"/>
              </a:ext>
            </a:extLst>
          </p:cNvPr>
          <p:cNvCxnSpPr>
            <a:cxnSpLocks/>
          </p:cNvCxnSpPr>
          <p:nvPr/>
        </p:nvCxnSpPr>
        <p:spPr>
          <a:xfrm>
            <a:off x="4016374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74E566D9-4351-4576-A6E2-8A554E81A4F8}"/>
              </a:ext>
            </a:extLst>
          </p:cNvPr>
          <p:cNvGrpSpPr/>
          <p:nvPr/>
        </p:nvGrpSpPr>
        <p:grpSpPr>
          <a:xfrm>
            <a:off x="898033" y="3471891"/>
            <a:ext cx="862094" cy="583304"/>
            <a:chOff x="898033" y="3465541"/>
            <a:chExt cx="862094" cy="583304"/>
          </a:xfrm>
        </p:grpSpPr>
        <p:grpSp>
          <p:nvGrpSpPr>
            <p:cNvPr id="236" name="群組 235">
              <a:extLst>
                <a:ext uri="{FF2B5EF4-FFF2-40B4-BE49-F238E27FC236}">
                  <a16:creationId xmlns:a16="http://schemas.microsoft.com/office/drawing/2014/main" id="{D1BA8A4B-A4F2-45A1-8753-CAD69239DA08}"/>
                </a:ext>
              </a:extLst>
            </p:cNvPr>
            <p:cNvGrpSpPr/>
            <p:nvPr/>
          </p:nvGrpSpPr>
          <p:grpSpPr>
            <a:xfrm>
              <a:off x="1299887" y="3672570"/>
              <a:ext cx="188539" cy="180861"/>
              <a:chOff x="1373392" y="2391859"/>
              <a:chExt cx="479433" cy="476538"/>
            </a:xfrm>
            <a:solidFill>
              <a:schemeClr val="bg1"/>
            </a:solidFill>
          </p:grpSpPr>
          <p:sp>
            <p:nvSpPr>
              <p:cNvPr id="239" name="箭號: 向右 238">
                <a:extLst>
                  <a:ext uri="{FF2B5EF4-FFF2-40B4-BE49-F238E27FC236}">
                    <a16:creationId xmlns:a16="http://schemas.microsoft.com/office/drawing/2014/main" id="{1C0E7EEA-2A39-4A6A-B5D8-5C4FC36666B3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40" name="箭號: 向右 239">
                <a:extLst>
                  <a:ext uri="{FF2B5EF4-FFF2-40B4-BE49-F238E27FC236}">
                    <a16:creationId xmlns:a16="http://schemas.microsoft.com/office/drawing/2014/main" id="{C9A6ED2D-4850-4A97-9884-9BE95F0CF1FF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1" name="文字方塊 240">
                  <a:extLst>
                    <a:ext uri="{FF2B5EF4-FFF2-40B4-BE49-F238E27FC236}">
                      <a16:creationId xmlns:a16="http://schemas.microsoft.com/office/drawing/2014/main" id="{AE480CB5-CEDD-4607-9220-0D30AA1A0469}"/>
                    </a:ext>
                  </a:extLst>
                </p:cNvPr>
                <p:cNvSpPr txBox="1"/>
                <p:nvPr/>
              </p:nvSpPr>
              <p:spPr>
                <a:xfrm>
                  <a:off x="898033" y="3465541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1" name="文字方塊 240">
                  <a:extLst>
                    <a:ext uri="{FF2B5EF4-FFF2-40B4-BE49-F238E27FC236}">
                      <a16:creationId xmlns:a16="http://schemas.microsoft.com/office/drawing/2014/main" id="{AE480CB5-CEDD-4607-9220-0D30AA1A04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8033" y="3465541"/>
                  <a:ext cx="671803" cy="308161"/>
                </a:xfrm>
                <a:prstGeom prst="rect">
                  <a:avLst/>
                </a:prstGeom>
                <a:blipFill>
                  <a:blip r:embed="rId41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2" name="文字方塊 241">
                  <a:extLst>
                    <a:ext uri="{FF2B5EF4-FFF2-40B4-BE49-F238E27FC236}">
                      <a16:creationId xmlns:a16="http://schemas.microsoft.com/office/drawing/2014/main" id="{65FC35AD-66DF-4497-94B0-F69936226CC3}"/>
                    </a:ext>
                  </a:extLst>
                </p:cNvPr>
                <p:cNvSpPr txBox="1"/>
                <p:nvPr/>
              </p:nvSpPr>
              <p:spPr>
                <a:xfrm>
                  <a:off x="1328353" y="3756457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2" name="文字方塊 241">
                  <a:extLst>
                    <a:ext uri="{FF2B5EF4-FFF2-40B4-BE49-F238E27FC236}">
                      <a16:creationId xmlns:a16="http://schemas.microsoft.com/office/drawing/2014/main" id="{65FC35AD-66DF-4497-94B0-F69936226C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8353" y="3756457"/>
                  <a:ext cx="431774" cy="292388"/>
                </a:xfrm>
                <a:prstGeom prst="rect">
                  <a:avLst/>
                </a:prstGeom>
                <a:blipFill>
                  <a:blip r:embed="rId4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DDE2166A-1F76-4BA3-B9B6-FA6E150F28D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202573" y="5428401"/>
            <a:ext cx="1069495" cy="106728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52C0E0D-E3B3-413B-82B3-7CD669AFCD67}"/>
                  </a:ext>
                </a:extLst>
              </p:cNvPr>
              <p:cNvSpPr txBox="1"/>
              <p:nvPr/>
            </p:nvSpPr>
            <p:spPr>
              <a:xfrm>
                <a:off x="6074606" y="6185959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52C0E0D-E3B3-413B-82B3-7CD669AFC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606" y="6185959"/>
                <a:ext cx="711762" cy="276999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8DFDDB16-0775-4DDC-9D29-761F99A34847}"/>
              </a:ext>
            </a:extLst>
          </p:cNvPr>
          <p:cNvCxnSpPr>
            <a:cxnSpLocks/>
            <a:stCxn id="3" idx="0"/>
            <a:endCxn id="3" idx="2"/>
          </p:cNvCxnSpPr>
          <p:nvPr/>
        </p:nvCxnSpPr>
        <p:spPr>
          <a:xfrm>
            <a:off x="6737321" y="5428401"/>
            <a:ext cx="0" cy="106728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橢圓 105">
            <a:extLst>
              <a:ext uri="{FF2B5EF4-FFF2-40B4-BE49-F238E27FC236}">
                <a16:creationId xmlns:a16="http://schemas.microsoft.com/office/drawing/2014/main" id="{6D261D9A-3075-4EFB-A30A-0385F5B3F6D9}"/>
              </a:ext>
            </a:extLst>
          </p:cNvPr>
          <p:cNvSpPr/>
          <p:nvPr/>
        </p:nvSpPr>
        <p:spPr>
          <a:xfrm>
            <a:off x="10730756" y="2595303"/>
            <a:ext cx="111075" cy="11107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ADA03091-FE6C-402A-B978-A12C8EC49CF9}"/>
              </a:ext>
            </a:extLst>
          </p:cNvPr>
          <p:cNvSpPr/>
          <p:nvPr/>
        </p:nvSpPr>
        <p:spPr>
          <a:xfrm>
            <a:off x="10821244" y="2585778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05089EAE-E05F-4C46-8263-1B9F510408E5}"/>
              </a:ext>
            </a:extLst>
          </p:cNvPr>
          <p:cNvSpPr/>
          <p:nvPr/>
        </p:nvSpPr>
        <p:spPr>
          <a:xfrm>
            <a:off x="10669861" y="2627427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A197F32F-FA5A-4FB2-9610-D3319BF92F0D}"/>
              </a:ext>
            </a:extLst>
          </p:cNvPr>
          <p:cNvSpPr/>
          <p:nvPr/>
        </p:nvSpPr>
        <p:spPr>
          <a:xfrm>
            <a:off x="10623979" y="2650005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A0022890-AF7B-4243-A7BA-225C6B1284D1}"/>
              </a:ext>
            </a:extLst>
          </p:cNvPr>
          <p:cNvSpPr/>
          <p:nvPr/>
        </p:nvSpPr>
        <p:spPr>
          <a:xfrm>
            <a:off x="10893061" y="2578568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1B670F66-B28F-4731-B931-EAEB4AB0D5C4}"/>
              </a:ext>
            </a:extLst>
          </p:cNvPr>
          <p:cNvSpPr/>
          <p:nvPr/>
        </p:nvSpPr>
        <p:spPr>
          <a:xfrm>
            <a:off x="8901856" y="1578884"/>
            <a:ext cx="111075" cy="11107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D77AC44C-CA08-4513-ADBE-3C71345837C7}"/>
              </a:ext>
            </a:extLst>
          </p:cNvPr>
          <p:cNvSpPr/>
          <p:nvPr/>
        </p:nvSpPr>
        <p:spPr>
          <a:xfrm>
            <a:off x="8968532" y="1664609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557A9960-D017-4259-97FD-9A6CF9B8C70E}"/>
              </a:ext>
            </a:extLst>
          </p:cNvPr>
          <p:cNvSpPr/>
          <p:nvPr/>
        </p:nvSpPr>
        <p:spPr>
          <a:xfrm>
            <a:off x="8857630" y="1520521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4E2A1EAB-C786-4E15-A2BA-7EDA4505FFC0}"/>
              </a:ext>
            </a:extLst>
          </p:cNvPr>
          <p:cNvSpPr/>
          <p:nvPr/>
        </p:nvSpPr>
        <p:spPr>
          <a:xfrm>
            <a:off x="8830798" y="1474042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D692702D-137F-4234-983E-8A8A296F79C1}"/>
              </a:ext>
            </a:extLst>
          </p:cNvPr>
          <p:cNvSpPr/>
          <p:nvPr/>
        </p:nvSpPr>
        <p:spPr>
          <a:xfrm>
            <a:off x="9011773" y="1735980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9" name="圖片 118">
            <a:extLst>
              <a:ext uri="{FF2B5EF4-FFF2-40B4-BE49-F238E27FC236}">
                <a16:creationId xmlns:a16="http://schemas.microsoft.com/office/drawing/2014/main" id="{E3E0F5A4-4966-4630-B2F3-C87D3896349B}"/>
              </a:ext>
            </a:extLst>
          </p:cNvPr>
          <p:cNvPicPr>
            <a:picLocks noChangeAspect="1"/>
          </p:cNvPicPr>
          <p:nvPr/>
        </p:nvPicPr>
        <p:blipFill rotWithShape="1">
          <a:blip r:embed="rId4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 r="21238"/>
          <a:stretch/>
        </p:blipFill>
        <p:spPr>
          <a:xfrm>
            <a:off x="5302015" y="4853591"/>
            <a:ext cx="257207" cy="745232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189FDE77-6F8E-40AF-8C6D-BB67DFC4CCD1}"/>
              </a:ext>
            </a:extLst>
          </p:cNvPr>
          <p:cNvPicPr>
            <a:picLocks noChangeAspect="1"/>
          </p:cNvPicPr>
          <p:nvPr/>
        </p:nvPicPr>
        <p:blipFill rotWithShape="1">
          <a:blip r:embed="rId4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r="20752" b="50242"/>
          <a:stretch/>
        </p:blipFill>
        <p:spPr>
          <a:xfrm>
            <a:off x="5302015" y="2254577"/>
            <a:ext cx="258795" cy="73914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5AE89967-5252-4BBD-AABA-FD887928F63D}"/>
                  </a:ext>
                </a:extLst>
              </p:cNvPr>
              <p:cNvSpPr/>
              <p:nvPr/>
            </p:nvSpPr>
            <p:spPr>
              <a:xfrm>
                <a:off x="5298645" y="2023347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5AE89967-5252-4BBD-AABA-FD887928F6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45" y="2023347"/>
                <a:ext cx="365805" cy="338554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793E7795-943D-4FE0-9D2C-1E533132D8A5}"/>
                  </a:ext>
                </a:extLst>
              </p:cNvPr>
              <p:cNvSpPr/>
              <p:nvPr/>
            </p:nvSpPr>
            <p:spPr>
              <a:xfrm>
                <a:off x="5298645" y="4613183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793E7795-943D-4FE0-9D2C-1E533132D8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45" y="4613183"/>
                <a:ext cx="365805" cy="338554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B10B188E-D4FA-4AF2-B278-9AF450E8B1E3}"/>
                  </a:ext>
                </a:extLst>
              </p:cNvPr>
              <p:cNvSpPr txBox="1"/>
              <p:nvPr/>
            </p:nvSpPr>
            <p:spPr>
              <a:xfrm rot="5400000">
                <a:off x="5276386" y="4818319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B10B188E-D4FA-4AF2-B278-9AF450E8B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6386" y="4818319"/>
                <a:ext cx="385849" cy="351901"/>
              </a:xfrm>
              <a:prstGeom prst="rect">
                <a:avLst/>
              </a:prstGeom>
              <a:blipFill>
                <a:blip r:embed="rId48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C53E0A48-8DBC-4071-9584-B4D7AC29E407}"/>
                  </a:ext>
                </a:extLst>
              </p:cNvPr>
              <p:cNvSpPr txBox="1"/>
              <p:nvPr/>
            </p:nvSpPr>
            <p:spPr>
              <a:xfrm rot="5400000">
                <a:off x="5276386" y="2205263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C53E0A48-8DBC-4071-9584-B4D7AC29E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6386" y="2205263"/>
                <a:ext cx="385849" cy="351901"/>
              </a:xfrm>
              <a:prstGeom prst="rect">
                <a:avLst/>
              </a:prstGeom>
              <a:blipFill>
                <a:blip r:embed="rId49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29CE6B6C-7C0F-44BF-B2DE-E0406A6B491A}"/>
                  </a:ext>
                </a:extLst>
              </p:cNvPr>
              <p:cNvSpPr/>
              <p:nvPr/>
            </p:nvSpPr>
            <p:spPr>
              <a:xfrm>
                <a:off x="5212082" y="287706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29CE6B6C-7C0F-44BF-B2DE-E0406A6B4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82" y="2877060"/>
                <a:ext cx="538930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6D04111E-F83A-4CE3-9921-3E8120039D22}"/>
                  </a:ext>
                </a:extLst>
              </p:cNvPr>
              <p:cNvSpPr/>
              <p:nvPr/>
            </p:nvSpPr>
            <p:spPr>
              <a:xfrm>
                <a:off x="5212082" y="5479596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6D04111E-F83A-4CE3-9921-3E8120039D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82" y="5479596"/>
                <a:ext cx="538930" cy="369332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3A59B797-AD92-432C-B6A5-BF2E454F4DFF}"/>
                  </a:ext>
                </a:extLst>
              </p:cNvPr>
              <p:cNvSpPr txBox="1"/>
              <p:nvPr/>
            </p:nvSpPr>
            <p:spPr>
              <a:xfrm>
                <a:off x="4668620" y="283059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3A59B797-AD92-432C-B6A5-BF2E454F4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620" y="2830595"/>
                <a:ext cx="711762" cy="276999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1061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圖片 239">
            <a:extLst>
              <a:ext uri="{FF2B5EF4-FFF2-40B4-BE49-F238E27FC236}">
                <a16:creationId xmlns:a16="http://schemas.microsoft.com/office/drawing/2014/main" id="{2A54C3C7-847C-4111-96CF-A3DDCBB4F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66" y="2810878"/>
            <a:ext cx="2030400" cy="2035059"/>
          </a:xfrm>
          <a:prstGeom prst="rect">
            <a:avLst/>
          </a:prstGeom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E07EF9F3-10B5-453C-BD25-A950E67A079D}"/>
              </a:ext>
            </a:extLst>
          </p:cNvPr>
          <p:cNvSpPr/>
          <p:nvPr/>
        </p:nvSpPr>
        <p:spPr>
          <a:xfrm>
            <a:off x="2697957" y="633207"/>
            <a:ext cx="1327356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(GXs)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37" name="圖形 136">
            <a:extLst>
              <a:ext uri="{FF2B5EF4-FFF2-40B4-BE49-F238E27FC236}">
                <a16:creationId xmlns:a16="http://schemas.microsoft.com/office/drawing/2014/main" id="{8E572881-C2CA-44BD-A732-73DE3418B0A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r="75196"/>
          <a:stretch/>
        </p:blipFill>
        <p:spPr>
          <a:xfrm>
            <a:off x="3670547" y="7523800"/>
            <a:ext cx="223834" cy="213728"/>
          </a:xfrm>
          <a:prstGeom prst="rect">
            <a:avLst/>
          </a:prstGeom>
        </p:spPr>
      </p:pic>
      <p:sp>
        <p:nvSpPr>
          <p:cNvPr id="107" name="矩形 106">
            <a:extLst>
              <a:ext uri="{FF2B5EF4-FFF2-40B4-BE49-F238E27FC236}">
                <a16:creationId xmlns:a16="http://schemas.microsoft.com/office/drawing/2014/main" id="{A35535BD-5466-4DBB-95A6-3E1DF48EE15E}"/>
              </a:ext>
            </a:extLst>
          </p:cNvPr>
          <p:cNvSpPr/>
          <p:nvPr/>
        </p:nvSpPr>
        <p:spPr>
          <a:xfrm>
            <a:off x="-4271" y="633207"/>
            <a:ext cx="2693192" cy="734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98373D0-3923-4163-81C3-965CCE1EFB8D}"/>
              </a:ext>
            </a:extLst>
          </p:cNvPr>
          <p:cNvSpPr/>
          <p:nvPr/>
        </p:nvSpPr>
        <p:spPr>
          <a:xfrm>
            <a:off x="4023281" y="633207"/>
            <a:ext cx="1694974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E18EBEE0-305A-4DE5-A932-7BC2313032A0}"/>
              </a:ext>
            </a:extLst>
          </p:cNvPr>
          <p:cNvGrpSpPr/>
          <p:nvPr/>
        </p:nvGrpSpPr>
        <p:grpSpPr>
          <a:xfrm>
            <a:off x="3981047" y="4697258"/>
            <a:ext cx="862094" cy="583304"/>
            <a:chOff x="7047875" y="5232494"/>
            <a:chExt cx="862094" cy="583304"/>
          </a:xfrm>
        </p:grpSpPr>
        <p:grpSp>
          <p:nvGrpSpPr>
            <p:cNvPr id="130" name="群組 129">
              <a:extLst>
                <a:ext uri="{FF2B5EF4-FFF2-40B4-BE49-F238E27FC236}">
                  <a16:creationId xmlns:a16="http://schemas.microsoft.com/office/drawing/2014/main" id="{74FF912E-CF9F-4EBF-99F2-385E91AFA149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4" name="箭號: 向右 133">
                <a:extLst>
                  <a:ext uri="{FF2B5EF4-FFF2-40B4-BE49-F238E27FC236}">
                    <a16:creationId xmlns:a16="http://schemas.microsoft.com/office/drawing/2014/main" id="{67103129-7AA0-4F54-AEE6-BFD4BE48EA9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箭號: 向右 134">
                <a:extLst>
                  <a:ext uri="{FF2B5EF4-FFF2-40B4-BE49-F238E27FC236}">
                    <a16:creationId xmlns:a16="http://schemas.microsoft.com/office/drawing/2014/main" id="{92B93C0C-A291-4546-BB51-530A1A8D60D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57754B67-6C30-4A8F-9243-E397C7AE811D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90F7DCF6-0379-416C-A444-F912AEC0358B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/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/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7883674E-D89E-4318-99DB-535B031250F7}"/>
              </a:ext>
            </a:extLst>
          </p:cNvPr>
          <p:cNvCxnSpPr>
            <a:cxnSpLocks/>
          </p:cNvCxnSpPr>
          <p:nvPr/>
        </p:nvCxnSpPr>
        <p:spPr>
          <a:xfrm>
            <a:off x="2688431" y="628650"/>
            <a:ext cx="0" cy="62207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4" name="圖片 103">
            <a:extLst>
              <a:ext uri="{FF2B5EF4-FFF2-40B4-BE49-F238E27FC236}">
                <a16:creationId xmlns:a16="http://schemas.microsoft.com/office/drawing/2014/main" id="{C84571F0-6169-4A45-A61C-AAE62A855545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3526767"/>
            <a:ext cx="3285777" cy="759094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1BB18089-DD6B-4301-8F1A-9CCC4294178B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3835125"/>
            <a:ext cx="3285777" cy="759094"/>
          </a:xfrm>
          <a:prstGeom prst="rect">
            <a:avLst/>
          </a:prstGeom>
        </p:spPr>
      </p:pic>
      <p:pic>
        <p:nvPicPr>
          <p:cNvPr id="106" name="圖片 105">
            <a:extLst>
              <a:ext uri="{FF2B5EF4-FFF2-40B4-BE49-F238E27FC236}">
                <a16:creationId xmlns:a16="http://schemas.microsoft.com/office/drawing/2014/main" id="{84576DCD-A7EB-4C17-AD6D-6A6A9E4238B9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2082237"/>
            <a:ext cx="3285777" cy="759094"/>
          </a:xfrm>
          <a:prstGeom prst="rect">
            <a:avLst/>
          </a:prstGeom>
        </p:spPr>
      </p:pic>
      <p:cxnSp>
        <p:nvCxnSpPr>
          <p:cNvPr id="108" name="直線接點 107">
            <a:extLst>
              <a:ext uri="{FF2B5EF4-FFF2-40B4-BE49-F238E27FC236}">
                <a16:creationId xmlns:a16="http://schemas.microsoft.com/office/drawing/2014/main" id="{C2AFFA79-4910-45AC-8052-FF406039C98C}"/>
              </a:ext>
            </a:extLst>
          </p:cNvPr>
          <p:cNvCxnSpPr>
            <a:cxnSpLocks/>
          </p:cNvCxnSpPr>
          <p:nvPr/>
        </p:nvCxnSpPr>
        <p:spPr>
          <a:xfrm>
            <a:off x="8398444" y="801415"/>
            <a:ext cx="1349859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線接點 108">
            <a:extLst>
              <a:ext uri="{FF2B5EF4-FFF2-40B4-BE49-F238E27FC236}">
                <a16:creationId xmlns:a16="http://schemas.microsoft.com/office/drawing/2014/main" id="{703C46C1-5A58-44A3-A8D6-16C7D80EB4D8}"/>
              </a:ext>
            </a:extLst>
          </p:cNvPr>
          <p:cNvCxnSpPr>
            <a:cxnSpLocks/>
          </p:cNvCxnSpPr>
          <p:nvPr/>
        </p:nvCxnSpPr>
        <p:spPr>
          <a:xfrm flipH="1">
            <a:off x="9748301" y="787347"/>
            <a:ext cx="1349857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0E320BE1-6DF1-4EE3-BDCE-48A2B2B81681}"/>
                  </a:ext>
                </a:extLst>
              </p:cNvPr>
              <p:cNvSpPr/>
              <p:nvPr/>
            </p:nvSpPr>
            <p:spPr>
              <a:xfrm>
                <a:off x="7654442" y="4936964"/>
                <a:ext cx="760944" cy="69242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0E320BE1-6DF1-4EE3-BDCE-48A2B2B816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42" y="4936964"/>
                <a:ext cx="760944" cy="69242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D3E566F-59C0-4925-B504-FCA178B8FCD1}"/>
              </a:ext>
            </a:extLst>
          </p:cNvPr>
          <p:cNvCxnSpPr>
            <a:cxnSpLocks/>
          </p:cNvCxnSpPr>
          <p:nvPr/>
        </p:nvCxnSpPr>
        <p:spPr>
          <a:xfrm>
            <a:off x="8139788" y="5133324"/>
            <a:ext cx="3310777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425A6FCC-C4C8-4018-89D0-2284F0B32CE4}"/>
                  </a:ext>
                </a:extLst>
              </p:cNvPr>
              <p:cNvSpPr/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425A6FCC-C4C8-4018-89D0-2284F0B32C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  <a:blipFill>
                <a:blip r:embed="rId32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D85E20-1DBF-40FB-9067-73A9F50FCF30}"/>
                  </a:ext>
                </a:extLst>
              </p:cNvPr>
              <p:cNvSpPr/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D85E20-1DBF-40FB-9067-73A9F50FC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  <a:blipFill>
                <a:blip r:embed="rId33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F25587-8A7E-41A3-A4A3-2A5F9B0BA380}"/>
                  </a:ext>
                </a:extLst>
              </p:cNvPr>
              <p:cNvSpPr/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F25587-8A7E-41A3-A4A3-2A5F9B0BA3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  <a:blipFill>
                <a:blip r:embed="rId34"/>
                <a:stretch>
                  <a:fillRect l="-15556" t="-121212" r="-2740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CC72F50C-F909-4210-A760-A0F9588E41F1}"/>
                  </a:ext>
                </a:extLst>
              </p:cNvPr>
              <p:cNvSpPr/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CC72F50C-F909-4210-A760-A0F9588E41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  <a:blipFill>
                <a:blip r:embed="rId35"/>
                <a:stretch>
                  <a:fillRect l="-9948" t="-123077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矩形 121">
            <a:extLst>
              <a:ext uri="{FF2B5EF4-FFF2-40B4-BE49-F238E27FC236}">
                <a16:creationId xmlns:a16="http://schemas.microsoft.com/office/drawing/2014/main" id="{6D511C03-70C9-400B-9BBC-E169E244B324}"/>
              </a:ext>
            </a:extLst>
          </p:cNvPr>
          <p:cNvSpPr/>
          <p:nvPr/>
        </p:nvSpPr>
        <p:spPr>
          <a:xfrm>
            <a:off x="8830035" y="755980"/>
            <a:ext cx="2066924" cy="415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3" name="群組 122">
            <a:extLst>
              <a:ext uri="{FF2B5EF4-FFF2-40B4-BE49-F238E27FC236}">
                <a16:creationId xmlns:a16="http://schemas.microsoft.com/office/drawing/2014/main" id="{E8E53353-DB8F-4B9E-A4C0-DA1323FAD09E}"/>
              </a:ext>
            </a:extLst>
          </p:cNvPr>
          <p:cNvGrpSpPr/>
          <p:nvPr/>
        </p:nvGrpSpPr>
        <p:grpSpPr>
          <a:xfrm>
            <a:off x="5667694" y="5704431"/>
            <a:ext cx="2002791" cy="460319"/>
            <a:chOff x="4892870" y="1330600"/>
            <a:chExt cx="2002791" cy="4603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矩形 123">
                  <a:extLst>
                    <a:ext uri="{FF2B5EF4-FFF2-40B4-BE49-F238E27FC236}">
                      <a16:creationId xmlns:a16="http://schemas.microsoft.com/office/drawing/2014/main" id="{174B87E8-E6D0-49D8-B5C5-74F3BCD14052}"/>
                    </a:ext>
                  </a:extLst>
                </p:cNvPr>
                <p:cNvSpPr/>
                <p:nvPr/>
              </p:nvSpPr>
              <p:spPr>
                <a:xfrm>
                  <a:off x="4892870" y="1330600"/>
                  <a:ext cx="2002791" cy="46031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     </m:t>
                                    </m:r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,−1,−1,2</m:t>
                                    </m:r>
                                  </m:sub>
                                  <m:sup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𝒛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e>
                                      <m:sub>
                                        <m: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zh-TW" altLang="en-US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4" name="矩形 123">
                  <a:extLst>
                    <a:ext uri="{FF2B5EF4-FFF2-40B4-BE49-F238E27FC236}">
                      <a16:creationId xmlns:a16="http://schemas.microsoft.com/office/drawing/2014/main" id="{174B87E8-E6D0-49D8-B5C5-74F3BCD140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870" y="1330600"/>
                  <a:ext cx="2002791" cy="460319"/>
                </a:xfrm>
                <a:prstGeom prst="rect">
                  <a:avLst/>
                </a:prstGeom>
                <a:blipFill>
                  <a:blip r:embed="rId36"/>
                  <a:stretch>
                    <a:fillRect b="-5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25" name="圖形 124">
              <a:extLst>
                <a:ext uri="{FF2B5EF4-FFF2-40B4-BE49-F238E27FC236}">
                  <a16:creationId xmlns:a16="http://schemas.microsoft.com/office/drawing/2014/main" id="{534936D4-7F94-4CA1-926C-65A9503E9B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54717" r="19245"/>
            <a:stretch/>
          </p:blipFill>
          <p:spPr>
            <a:xfrm>
              <a:off x="5097145" y="1460238"/>
              <a:ext cx="233506" cy="212400"/>
            </a:xfrm>
            <a:prstGeom prst="rect">
              <a:avLst/>
            </a:prstGeom>
          </p:spPr>
        </p:pic>
      </p:grpSp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3B697570-281B-4BB8-82D8-129F85690435}"/>
              </a:ext>
            </a:extLst>
          </p:cNvPr>
          <p:cNvCxnSpPr>
            <a:cxnSpLocks/>
          </p:cNvCxnSpPr>
          <p:nvPr/>
        </p:nvCxnSpPr>
        <p:spPr>
          <a:xfrm>
            <a:off x="9755277" y="2838450"/>
            <a:ext cx="0" cy="22955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0A5BFEE9-0E4A-4628-9A7C-DD224EE2BCDF}"/>
                  </a:ext>
                </a:extLst>
              </p:cNvPr>
              <p:cNvSpPr/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altLang="zh-TW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1" i="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0A5BFEE9-0E4A-4628-9A7C-DD224EE2BC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  <a:blipFill>
                <a:blip r:embed="rId37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7" name="圖片 186">
            <a:extLst>
              <a:ext uri="{FF2B5EF4-FFF2-40B4-BE49-F238E27FC236}">
                <a16:creationId xmlns:a16="http://schemas.microsoft.com/office/drawing/2014/main" id="{026F8961-3E80-419E-97A7-BB15C2502949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562850" y="5390530"/>
            <a:ext cx="4448770" cy="1132053"/>
          </a:xfrm>
          <a:prstGeom prst="rect">
            <a:avLst/>
          </a:prstGeom>
        </p:spPr>
      </p:pic>
      <p:sp>
        <p:nvSpPr>
          <p:cNvPr id="188" name="橢圓 187">
            <a:extLst>
              <a:ext uri="{FF2B5EF4-FFF2-40B4-BE49-F238E27FC236}">
                <a16:creationId xmlns:a16="http://schemas.microsoft.com/office/drawing/2014/main" id="{14B02104-158A-4A1F-9C36-93EECEBB7E5F}"/>
              </a:ext>
            </a:extLst>
          </p:cNvPr>
          <p:cNvSpPr/>
          <p:nvPr/>
        </p:nvSpPr>
        <p:spPr>
          <a:xfrm>
            <a:off x="10685638" y="3874479"/>
            <a:ext cx="367606" cy="367606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C7187734-CAB3-47D4-BC63-B4207CCE3D58}"/>
              </a:ext>
            </a:extLst>
          </p:cNvPr>
          <p:cNvSpPr/>
          <p:nvPr/>
        </p:nvSpPr>
        <p:spPr>
          <a:xfrm>
            <a:off x="10968725" y="3867474"/>
            <a:ext cx="271138" cy="27113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4E4A5BF4-8577-4793-B22A-A895C9D44F3D}"/>
              </a:ext>
            </a:extLst>
          </p:cNvPr>
          <p:cNvSpPr/>
          <p:nvPr/>
        </p:nvSpPr>
        <p:spPr>
          <a:xfrm>
            <a:off x="10510968" y="4000651"/>
            <a:ext cx="271138" cy="27113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44DF6B9F-F133-4C4F-BEFD-65F5EBF6F4BE}"/>
              </a:ext>
            </a:extLst>
          </p:cNvPr>
          <p:cNvSpPr/>
          <p:nvPr/>
        </p:nvSpPr>
        <p:spPr>
          <a:xfrm>
            <a:off x="10364614" y="4062657"/>
            <a:ext cx="224288" cy="22428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6F0DF63F-AC34-4013-AC9C-67970F2D56BF}"/>
              </a:ext>
            </a:extLst>
          </p:cNvPr>
          <p:cNvSpPr/>
          <p:nvPr/>
        </p:nvSpPr>
        <p:spPr>
          <a:xfrm>
            <a:off x="11163107" y="3843828"/>
            <a:ext cx="224288" cy="22428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0" name="橢圓 199">
            <a:extLst>
              <a:ext uri="{FF2B5EF4-FFF2-40B4-BE49-F238E27FC236}">
                <a16:creationId xmlns:a16="http://schemas.microsoft.com/office/drawing/2014/main" id="{8AF3B2F6-84A5-470A-94F6-5056E9D79751}"/>
              </a:ext>
            </a:extLst>
          </p:cNvPr>
          <p:cNvSpPr/>
          <p:nvPr/>
        </p:nvSpPr>
        <p:spPr>
          <a:xfrm>
            <a:off x="10248298" y="4105476"/>
            <a:ext cx="190584" cy="190584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DA9A98D5-E050-4CEA-99D9-A4F45AFBAC07}"/>
              </a:ext>
            </a:extLst>
          </p:cNvPr>
          <p:cNvSpPr/>
          <p:nvPr/>
        </p:nvSpPr>
        <p:spPr>
          <a:xfrm>
            <a:off x="10150455" y="4142703"/>
            <a:ext cx="164602" cy="164602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2" name="橢圓 201">
            <a:extLst>
              <a:ext uri="{FF2B5EF4-FFF2-40B4-BE49-F238E27FC236}">
                <a16:creationId xmlns:a16="http://schemas.microsoft.com/office/drawing/2014/main" id="{05405CD0-B16D-4946-8910-2E8DAC8423C1}"/>
              </a:ext>
            </a:extLst>
          </p:cNvPr>
          <p:cNvSpPr/>
          <p:nvPr/>
        </p:nvSpPr>
        <p:spPr>
          <a:xfrm>
            <a:off x="10078982" y="4175905"/>
            <a:ext cx="126262" cy="126262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DC3490E8-95DD-4F18-A4CF-476D09A3CDA5}"/>
              </a:ext>
            </a:extLst>
          </p:cNvPr>
          <p:cNvSpPr/>
          <p:nvPr/>
        </p:nvSpPr>
        <p:spPr>
          <a:xfrm>
            <a:off x="8949518" y="4133086"/>
            <a:ext cx="110304" cy="110304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8" name="橢圓 207">
            <a:extLst>
              <a:ext uri="{FF2B5EF4-FFF2-40B4-BE49-F238E27FC236}">
                <a16:creationId xmlns:a16="http://schemas.microsoft.com/office/drawing/2014/main" id="{4582F9DA-510F-43B7-AC99-7E2A46C10910}"/>
              </a:ext>
            </a:extLst>
          </p:cNvPr>
          <p:cNvSpPr/>
          <p:nvPr/>
        </p:nvSpPr>
        <p:spPr>
          <a:xfrm>
            <a:off x="9035243" y="4164040"/>
            <a:ext cx="81730" cy="81730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C3208BC3-6CC1-42DF-83AF-9AC117A35C90}"/>
              </a:ext>
            </a:extLst>
          </p:cNvPr>
          <p:cNvSpPr/>
          <p:nvPr/>
        </p:nvSpPr>
        <p:spPr>
          <a:xfrm>
            <a:off x="8897131" y="4130702"/>
            <a:ext cx="81730" cy="81730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78E8133A-60CC-4466-B31B-8C0F2722761B}"/>
                  </a:ext>
                </a:extLst>
              </p:cNvPr>
              <p:cNvSpPr/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  <m:r>
                        <a:rPr lang="en-US" altLang="zh-TW" sz="1300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altLang="zh-TW" sz="13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zh-TW" altLang="en-US" sz="1300" b="1" dirty="0"/>
              </a:p>
            </p:txBody>
          </p:sp>
        </mc:Choice>
        <mc:Fallback xmlns="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78E8133A-60CC-4466-B31B-8C0F272276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  <a:blipFill>
                <a:blip r:embed="rId39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3EB2EBB6-E174-4428-96B9-0EDF9EB08070}"/>
                  </a:ext>
                </a:extLst>
              </p:cNvPr>
              <p:cNvSpPr/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3EB2EBB6-E174-4428-96B9-0EDF9EB080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35BFE563-7A78-405D-82CF-B73FCBE5CC6A}"/>
                  </a:ext>
                </a:extLst>
              </p:cNvPr>
              <p:cNvSpPr/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35BFE563-7A78-405D-82CF-B73FCBE5CC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EBD4F74B-F1AE-4721-84B5-51F18E8E60D0}"/>
                  </a:ext>
                </a:extLst>
              </p:cNvPr>
              <p:cNvSpPr/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EBD4F74B-F1AE-4721-84B5-51F18E8E60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4EB8D408-D6BE-490A-A7D8-C1174107657E}"/>
                  </a:ext>
                </a:extLst>
              </p:cNvPr>
              <p:cNvSpPr/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4EB8D408-D6BE-490A-A7D8-C11741076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直線接點 218">
            <a:extLst>
              <a:ext uri="{FF2B5EF4-FFF2-40B4-BE49-F238E27FC236}">
                <a16:creationId xmlns:a16="http://schemas.microsoft.com/office/drawing/2014/main" id="{26899704-66EA-4044-B98E-11716A5729A2}"/>
              </a:ext>
            </a:extLst>
          </p:cNvPr>
          <p:cNvCxnSpPr>
            <a:cxnSpLocks/>
          </p:cNvCxnSpPr>
          <p:nvPr/>
        </p:nvCxnSpPr>
        <p:spPr>
          <a:xfrm flipH="1">
            <a:off x="7573992" y="6456692"/>
            <a:ext cx="4427508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21" name="群組 220">
            <a:extLst>
              <a:ext uri="{FF2B5EF4-FFF2-40B4-BE49-F238E27FC236}">
                <a16:creationId xmlns:a16="http://schemas.microsoft.com/office/drawing/2014/main" id="{4B9D3EA0-9D3C-4356-8A57-87E2F428B732}"/>
              </a:ext>
            </a:extLst>
          </p:cNvPr>
          <p:cNvGrpSpPr/>
          <p:nvPr/>
        </p:nvGrpSpPr>
        <p:grpSpPr>
          <a:xfrm>
            <a:off x="3981047" y="3790478"/>
            <a:ext cx="862094" cy="583304"/>
            <a:chOff x="7047875" y="5232494"/>
            <a:chExt cx="862094" cy="583304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4014DAF3-5DF7-4C85-B3B3-7F8EC8B6A38E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225" name="箭號: 向右 224">
                <a:extLst>
                  <a:ext uri="{FF2B5EF4-FFF2-40B4-BE49-F238E27FC236}">
                    <a16:creationId xmlns:a16="http://schemas.microsoft.com/office/drawing/2014/main" id="{D6A17D3A-4D82-475A-A3AC-D72AD0975DD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226" name="箭號: 向右 225">
                <a:extLst>
                  <a:ext uri="{FF2B5EF4-FFF2-40B4-BE49-F238E27FC236}">
                    <a16:creationId xmlns:a16="http://schemas.microsoft.com/office/drawing/2014/main" id="{C3CA9D24-BFDE-40B2-879B-BE0984A6A44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36B368A2-2970-4651-B91E-51AFB13CAE7F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4" name="文字方塊 223">
                  <a:extLst>
                    <a:ext uri="{FF2B5EF4-FFF2-40B4-BE49-F238E27FC236}">
                      <a16:creationId xmlns:a16="http://schemas.microsoft.com/office/drawing/2014/main" id="{B7E1B541-6BA0-4A59-B525-BE6B87893636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8472E6D2-98C3-49B6-B22C-14443433AF28}"/>
                  </a:ext>
                </a:extLst>
              </p:cNvPr>
              <p:cNvSpPr/>
              <p:nvPr/>
            </p:nvSpPr>
            <p:spPr>
              <a:xfrm>
                <a:off x="4008671" y="4436838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8472E6D2-98C3-49B6-B22C-14443433AF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671" y="4436838"/>
                <a:ext cx="1450076" cy="451021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8" name="圖片 227">
            <a:extLst>
              <a:ext uri="{FF2B5EF4-FFF2-40B4-BE49-F238E27FC236}">
                <a16:creationId xmlns:a16="http://schemas.microsoft.com/office/drawing/2014/main" id="{13F3F2D0-4044-4687-B4BE-1C2EB946904B}"/>
              </a:ext>
            </a:extLst>
          </p:cNvPr>
          <p:cNvPicPr>
            <a:picLocks noChangeAspect="1"/>
          </p:cNvPicPr>
          <p:nvPr/>
        </p:nvPicPr>
        <p:blipFill rotWithShape="1">
          <a:blip r:embed="rId4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918" t="581"/>
          <a:stretch/>
        </p:blipFill>
        <p:spPr>
          <a:xfrm>
            <a:off x="4125612" y="3277872"/>
            <a:ext cx="1140700" cy="112902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50FDB780-9052-4BA7-9841-88C84DCB0694}"/>
                  </a:ext>
                </a:extLst>
              </p:cNvPr>
              <p:cNvSpPr txBox="1"/>
              <p:nvPr/>
            </p:nvSpPr>
            <p:spPr>
              <a:xfrm>
                <a:off x="4716245" y="4116470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50FDB780-9052-4BA7-9841-88C84DCB0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245" y="4116470"/>
                <a:ext cx="711762" cy="276999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0" name="群組 229">
            <a:extLst>
              <a:ext uri="{FF2B5EF4-FFF2-40B4-BE49-F238E27FC236}">
                <a16:creationId xmlns:a16="http://schemas.microsoft.com/office/drawing/2014/main" id="{4454B8DB-9D93-49DF-8D76-17DBCA1179C5}"/>
              </a:ext>
            </a:extLst>
          </p:cNvPr>
          <p:cNvGrpSpPr/>
          <p:nvPr/>
        </p:nvGrpSpPr>
        <p:grpSpPr>
          <a:xfrm>
            <a:off x="4277675" y="3436543"/>
            <a:ext cx="855744" cy="627754"/>
            <a:chOff x="7054225" y="5188044"/>
            <a:chExt cx="855744" cy="627754"/>
          </a:xfrm>
        </p:grpSpPr>
        <p:grpSp>
          <p:nvGrpSpPr>
            <p:cNvPr id="231" name="群組 230">
              <a:extLst>
                <a:ext uri="{FF2B5EF4-FFF2-40B4-BE49-F238E27FC236}">
                  <a16:creationId xmlns:a16="http://schemas.microsoft.com/office/drawing/2014/main" id="{C70FACB3-1353-4BD9-AAD3-6891ADA3F4AF}"/>
                </a:ext>
              </a:extLst>
            </p:cNvPr>
            <p:cNvGrpSpPr/>
            <p:nvPr/>
          </p:nvGrpSpPr>
          <p:grpSpPr>
            <a:xfrm>
              <a:off x="7449729" y="5439533"/>
              <a:ext cx="188539" cy="180863"/>
              <a:chOff x="1373392" y="2391859"/>
              <a:chExt cx="479433" cy="476538"/>
            </a:xfrm>
          </p:grpSpPr>
          <p:sp>
            <p:nvSpPr>
              <p:cNvPr id="235" name="箭號: 向右 234">
                <a:extLst>
                  <a:ext uri="{FF2B5EF4-FFF2-40B4-BE49-F238E27FC236}">
                    <a16:creationId xmlns:a16="http://schemas.microsoft.com/office/drawing/2014/main" id="{7BEE3D9A-28D6-4818-B348-DDF105C40326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36" name="箭號: 向右 235">
                <a:extLst>
                  <a:ext uri="{FF2B5EF4-FFF2-40B4-BE49-F238E27FC236}">
                    <a16:creationId xmlns:a16="http://schemas.microsoft.com/office/drawing/2014/main" id="{63B0AC10-42F9-4364-BDD6-22B974CDCE83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3" name="文字方塊 232">
                  <a:extLst>
                    <a:ext uri="{FF2B5EF4-FFF2-40B4-BE49-F238E27FC236}">
                      <a16:creationId xmlns:a16="http://schemas.microsoft.com/office/drawing/2014/main" id="{1793FE8A-82ED-48BF-9D58-C3F19262BB77}"/>
                    </a:ext>
                  </a:extLst>
                </p:cNvPr>
                <p:cNvSpPr txBox="1"/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33" name="文字方塊 232">
                  <a:extLst>
                    <a:ext uri="{FF2B5EF4-FFF2-40B4-BE49-F238E27FC236}">
                      <a16:creationId xmlns:a16="http://schemas.microsoft.com/office/drawing/2014/main" id="{1793FE8A-82ED-48BF-9D58-C3F19262B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blipFill>
                  <a:blip r:embed="rId4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ADB50B93-74D1-42C7-AE65-78481E86BE81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300BD10C-2DE4-440E-85CC-3B037B82A3B7}"/>
                  </a:ext>
                </a:extLst>
              </p:cNvPr>
              <p:cNvSpPr/>
              <p:nvPr/>
            </p:nvSpPr>
            <p:spPr>
              <a:xfrm>
                <a:off x="2625836" y="3613451"/>
                <a:ext cx="1632238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300BD10C-2DE4-440E-85CC-3B037B82A3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836" y="3613451"/>
                <a:ext cx="1632238" cy="407099"/>
              </a:xfrm>
              <a:prstGeom prst="rect">
                <a:avLst/>
              </a:prstGeom>
              <a:blipFill>
                <a:blip r:embed="rId48"/>
                <a:stretch>
                  <a:fillRect t="-4478" r="-82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D8CA5A24-BA5A-41D0-801F-418EE5229DAA}"/>
                  </a:ext>
                </a:extLst>
              </p:cNvPr>
              <p:cNvSpPr txBox="1"/>
              <p:nvPr/>
            </p:nvSpPr>
            <p:spPr>
              <a:xfrm>
                <a:off x="312520" y="441047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D8CA5A24-BA5A-41D0-801F-418EE5229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20" y="4410475"/>
                <a:ext cx="711762" cy="276999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橢圓 243">
            <a:extLst>
              <a:ext uri="{FF2B5EF4-FFF2-40B4-BE49-F238E27FC236}">
                <a16:creationId xmlns:a16="http://schemas.microsoft.com/office/drawing/2014/main" id="{164F0B6C-DE75-4132-8C7D-C04A103A7DF8}"/>
              </a:ext>
            </a:extLst>
          </p:cNvPr>
          <p:cNvSpPr/>
          <p:nvPr/>
        </p:nvSpPr>
        <p:spPr>
          <a:xfrm>
            <a:off x="8740297" y="2538738"/>
            <a:ext cx="367606" cy="36760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A4BED2F0-2987-4A59-987B-295EFC80E039}"/>
              </a:ext>
            </a:extLst>
          </p:cNvPr>
          <p:cNvSpPr/>
          <p:nvPr/>
        </p:nvSpPr>
        <p:spPr>
          <a:xfrm>
            <a:off x="10407733" y="1373326"/>
            <a:ext cx="367606" cy="36760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6" name="橢圓 245">
            <a:extLst>
              <a:ext uri="{FF2B5EF4-FFF2-40B4-BE49-F238E27FC236}">
                <a16:creationId xmlns:a16="http://schemas.microsoft.com/office/drawing/2014/main" id="{111E40FF-12E0-4096-B274-50510579A00E}"/>
              </a:ext>
            </a:extLst>
          </p:cNvPr>
          <p:cNvSpPr/>
          <p:nvPr/>
        </p:nvSpPr>
        <p:spPr>
          <a:xfrm>
            <a:off x="10569658" y="1195526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7" name="橢圓 246">
            <a:extLst>
              <a:ext uri="{FF2B5EF4-FFF2-40B4-BE49-F238E27FC236}">
                <a16:creationId xmlns:a16="http://schemas.microsoft.com/office/drawing/2014/main" id="{9DD9F2B7-F8DA-45D9-A5F4-1A14140DF9B3}"/>
              </a:ext>
            </a:extLst>
          </p:cNvPr>
          <p:cNvSpPr/>
          <p:nvPr/>
        </p:nvSpPr>
        <p:spPr>
          <a:xfrm>
            <a:off x="9009858" y="2626136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8" name="橢圓 247">
            <a:extLst>
              <a:ext uri="{FF2B5EF4-FFF2-40B4-BE49-F238E27FC236}">
                <a16:creationId xmlns:a16="http://schemas.microsoft.com/office/drawing/2014/main" id="{2EE1614E-86E5-4F00-9449-ABBFCC4D0F33}"/>
              </a:ext>
            </a:extLst>
          </p:cNvPr>
          <p:cNvSpPr/>
          <p:nvPr/>
        </p:nvSpPr>
        <p:spPr>
          <a:xfrm>
            <a:off x="8512618" y="2509109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9" name="橢圓 248">
            <a:extLst>
              <a:ext uri="{FF2B5EF4-FFF2-40B4-BE49-F238E27FC236}">
                <a16:creationId xmlns:a16="http://schemas.microsoft.com/office/drawing/2014/main" id="{AA9508FC-BA05-41F6-848D-E968D4A8BA9D}"/>
              </a:ext>
            </a:extLst>
          </p:cNvPr>
          <p:cNvSpPr/>
          <p:nvPr/>
        </p:nvSpPr>
        <p:spPr>
          <a:xfrm>
            <a:off x="10747067" y="1116807"/>
            <a:ext cx="170966" cy="17096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0" name="橢圓 249">
            <a:extLst>
              <a:ext uri="{FF2B5EF4-FFF2-40B4-BE49-F238E27FC236}">
                <a16:creationId xmlns:a16="http://schemas.microsoft.com/office/drawing/2014/main" id="{BF306B42-6773-4146-9047-D6F1A808C288}"/>
              </a:ext>
            </a:extLst>
          </p:cNvPr>
          <p:cNvSpPr/>
          <p:nvPr/>
        </p:nvSpPr>
        <p:spPr>
          <a:xfrm>
            <a:off x="9274661" y="2720181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1" name="橢圓 250">
            <a:extLst>
              <a:ext uri="{FF2B5EF4-FFF2-40B4-BE49-F238E27FC236}">
                <a16:creationId xmlns:a16="http://schemas.microsoft.com/office/drawing/2014/main" id="{A3B77E38-AEB6-4C6D-AD01-695CA23ED07D}"/>
              </a:ext>
            </a:extLst>
          </p:cNvPr>
          <p:cNvSpPr/>
          <p:nvPr/>
        </p:nvSpPr>
        <p:spPr>
          <a:xfrm>
            <a:off x="8372961" y="2520156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2" name="橢圓 251">
            <a:extLst>
              <a:ext uri="{FF2B5EF4-FFF2-40B4-BE49-F238E27FC236}">
                <a16:creationId xmlns:a16="http://schemas.microsoft.com/office/drawing/2014/main" id="{945CF03F-E2DA-4B8B-8B97-DD0CA3B1DCE2}"/>
              </a:ext>
            </a:extLst>
          </p:cNvPr>
          <p:cNvSpPr/>
          <p:nvPr/>
        </p:nvSpPr>
        <p:spPr>
          <a:xfrm>
            <a:off x="10840051" y="1025204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8454F19C-223F-4F19-957C-675C730AE441}"/>
              </a:ext>
            </a:extLst>
          </p:cNvPr>
          <p:cNvSpPr/>
          <p:nvPr/>
        </p:nvSpPr>
        <p:spPr>
          <a:xfrm>
            <a:off x="9416750" y="2764825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4" name="橢圓 253">
            <a:extLst>
              <a:ext uri="{FF2B5EF4-FFF2-40B4-BE49-F238E27FC236}">
                <a16:creationId xmlns:a16="http://schemas.microsoft.com/office/drawing/2014/main" id="{D29AE2CF-A1E9-4AA8-8D37-D2E170B81266}"/>
              </a:ext>
            </a:extLst>
          </p:cNvPr>
          <p:cNvSpPr/>
          <p:nvPr/>
        </p:nvSpPr>
        <p:spPr>
          <a:xfrm>
            <a:off x="8282060" y="2522772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5" name="橢圓 254">
            <a:extLst>
              <a:ext uri="{FF2B5EF4-FFF2-40B4-BE49-F238E27FC236}">
                <a16:creationId xmlns:a16="http://schemas.microsoft.com/office/drawing/2014/main" id="{3D03AE8A-0649-43F6-88BD-D3046186B8ED}"/>
              </a:ext>
            </a:extLst>
          </p:cNvPr>
          <p:cNvSpPr/>
          <p:nvPr/>
        </p:nvSpPr>
        <p:spPr>
          <a:xfrm>
            <a:off x="10299980" y="1567184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6" name="橢圓 255">
            <a:extLst>
              <a:ext uri="{FF2B5EF4-FFF2-40B4-BE49-F238E27FC236}">
                <a16:creationId xmlns:a16="http://schemas.microsoft.com/office/drawing/2014/main" id="{64BA48E0-5A2A-422C-BDC1-409FEB652D1A}"/>
              </a:ext>
            </a:extLst>
          </p:cNvPr>
          <p:cNvSpPr/>
          <p:nvPr/>
        </p:nvSpPr>
        <p:spPr>
          <a:xfrm>
            <a:off x="10229575" y="1734905"/>
            <a:ext cx="267728" cy="267728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7" name="橢圓 256">
            <a:extLst>
              <a:ext uri="{FF2B5EF4-FFF2-40B4-BE49-F238E27FC236}">
                <a16:creationId xmlns:a16="http://schemas.microsoft.com/office/drawing/2014/main" id="{23142F84-F3BF-451D-B98A-1583810E26F0}"/>
              </a:ext>
            </a:extLst>
          </p:cNvPr>
          <p:cNvSpPr/>
          <p:nvPr/>
        </p:nvSpPr>
        <p:spPr>
          <a:xfrm>
            <a:off x="10185886" y="1913731"/>
            <a:ext cx="190016" cy="19001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8" name="橢圓 257">
            <a:extLst>
              <a:ext uri="{FF2B5EF4-FFF2-40B4-BE49-F238E27FC236}">
                <a16:creationId xmlns:a16="http://schemas.microsoft.com/office/drawing/2014/main" id="{F2848324-B5A4-4540-AC49-49C1D3872E6B}"/>
              </a:ext>
            </a:extLst>
          </p:cNvPr>
          <p:cNvSpPr/>
          <p:nvPr/>
        </p:nvSpPr>
        <p:spPr>
          <a:xfrm>
            <a:off x="10145009" y="2037777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CA4A872-9258-47F9-A89E-AA0ABBAFBBD7}"/>
              </a:ext>
            </a:extLst>
          </p:cNvPr>
          <p:cNvCxnSpPr>
            <a:cxnSpLocks/>
          </p:cNvCxnSpPr>
          <p:nvPr/>
        </p:nvCxnSpPr>
        <p:spPr>
          <a:xfrm>
            <a:off x="5709317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08028D36-25BB-426F-908C-116AF7C89419}"/>
              </a:ext>
            </a:extLst>
          </p:cNvPr>
          <p:cNvCxnSpPr>
            <a:cxnSpLocks/>
          </p:cNvCxnSpPr>
          <p:nvPr/>
        </p:nvCxnSpPr>
        <p:spPr>
          <a:xfrm>
            <a:off x="4016374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71" name="群組 270">
            <a:extLst>
              <a:ext uri="{FF2B5EF4-FFF2-40B4-BE49-F238E27FC236}">
                <a16:creationId xmlns:a16="http://schemas.microsoft.com/office/drawing/2014/main" id="{41DF1DD1-4024-47AA-B1E2-76BEB07BA2E1}"/>
              </a:ext>
            </a:extLst>
          </p:cNvPr>
          <p:cNvGrpSpPr/>
          <p:nvPr/>
        </p:nvGrpSpPr>
        <p:grpSpPr>
          <a:xfrm>
            <a:off x="898033" y="3465541"/>
            <a:ext cx="862094" cy="583304"/>
            <a:chOff x="1355233" y="3982273"/>
            <a:chExt cx="862094" cy="583304"/>
          </a:xfrm>
        </p:grpSpPr>
        <p:grpSp>
          <p:nvGrpSpPr>
            <p:cNvPr id="272" name="群組 271">
              <a:extLst>
                <a:ext uri="{FF2B5EF4-FFF2-40B4-BE49-F238E27FC236}">
                  <a16:creationId xmlns:a16="http://schemas.microsoft.com/office/drawing/2014/main" id="{F9B432A8-8929-4F4C-A5F8-E558EB1D8A3A}"/>
                </a:ext>
              </a:extLst>
            </p:cNvPr>
            <p:cNvGrpSpPr/>
            <p:nvPr/>
          </p:nvGrpSpPr>
          <p:grpSpPr>
            <a:xfrm>
              <a:off x="1757087" y="4189302"/>
              <a:ext cx="188539" cy="180861"/>
              <a:chOff x="1373392" y="2391859"/>
              <a:chExt cx="479433" cy="476538"/>
            </a:xfrm>
            <a:solidFill>
              <a:schemeClr val="tx1"/>
            </a:solidFill>
          </p:grpSpPr>
          <p:sp>
            <p:nvSpPr>
              <p:cNvPr id="275" name="箭號: 向右 274">
                <a:extLst>
                  <a:ext uri="{FF2B5EF4-FFF2-40B4-BE49-F238E27FC236}">
                    <a16:creationId xmlns:a16="http://schemas.microsoft.com/office/drawing/2014/main" id="{96ECD266-6AC3-49C8-93E9-F913D3B7E48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箭號: 向右 275">
                <a:extLst>
                  <a:ext uri="{FF2B5EF4-FFF2-40B4-BE49-F238E27FC236}">
                    <a16:creationId xmlns:a16="http://schemas.microsoft.com/office/drawing/2014/main" id="{2D79B39D-84AF-4893-B2D0-1DCD4932C247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文字方塊 272">
                  <a:extLst>
                    <a:ext uri="{FF2B5EF4-FFF2-40B4-BE49-F238E27FC236}">
                      <a16:creationId xmlns:a16="http://schemas.microsoft.com/office/drawing/2014/main" id="{F31E5214-131C-4EEA-8BFA-0CD8FDD9E648}"/>
                    </a:ext>
                  </a:extLst>
                </p:cNvPr>
                <p:cNvSpPr txBox="1"/>
                <p:nvPr/>
              </p:nvSpPr>
              <p:spPr>
                <a:xfrm>
                  <a:off x="1355233" y="3982273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3" name="文字方塊 272">
                  <a:extLst>
                    <a:ext uri="{FF2B5EF4-FFF2-40B4-BE49-F238E27FC236}">
                      <a16:creationId xmlns:a16="http://schemas.microsoft.com/office/drawing/2014/main" id="{F31E5214-131C-4EEA-8BFA-0CD8FDD9E6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5233" y="3982273"/>
                  <a:ext cx="671803" cy="308161"/>
                </a:xfrm>
                <a:prstGeom prst="rect">
                  <a:avLst/>
                </a:prstGeom>
                <a:blipFill>
                  <a:blip r:embed="rId50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BC040BD4-09F0-436B-AD29-79A7353FCE0E}"/>
                    </a:ext>
                  </a:extLst>
                </p:cNvPr>
                <p:cNvSpPr txBox="1"/>
                <p:nvPr/>
              </p:nvSpPr>
              <p:spPr>
                <a:xfrm>
                  <a:off x="1785553" y="4273189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BC040BD4-09F0-436B-AD29-79A7353FC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553" y="4273189"/>
                  <a:ext cx="431774" cy="292388"/>
                </a:xfrm>
                <a:prstGeom prst="rect">
                  <a:avLst/>
                </a:prstGeom>
                <a:blipFill>
                  <a:blip r:embed="rId51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群組 98">
            <a:extLst>
              <a:ext uri="{FF2B5EF4-FFF2-40B4-BE49-F238E27FC236}">
                <a16:creationId xmlns:a16="http://schemas.microsoft.com/office/drawing/2014/main" id="{A18931EA-E59B-49D3-9417-E34E8D2D068E}"/>
              </a:ext>
            </a:extLst>
          </p:cNvPr>
          <p:cNvGrpSpPr/>
          <p:nvPr/>
        </p:nvGrpSpPr>
        <p:grpSpPr>
          <a:xfrm>
            <a:off x="371083" y="743072"/>
            <a:ext cx="2002791" cy="460319"/>
            <a:chOff x="4892870" y="1330600"/>
            <a:chExt cx="2002791" cy="4603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DBCFF574-1674-43A1-A757-7B30F763CC35}"/>
                    </a:ext>
                  </a:extLst>
                </p:cNvPr>
                <p:cNvSpPr/>
                <p:nvPr/>
              </p:nvSpPr>
              <p:spPr>
                <a:xfrm>
                  <a:off x="4892870" y="1330600"/>
                  <a:ext cx="2002791" cy="46031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     </m:t>
                                    </m:r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,−1,−1,2</m:t>
                                    </m:r>
                                  </m:sub>
                                  <m:sup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𝒛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e>
                                      <m:sub>
                                        <m:r>
                                          <a:rPr lang="en-US" altLang="zh-TW" b="1" i="1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zh-TW" altLang="en-US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4" name="矩形 123">
                  <a:extLst>
                    <a:ext uri="{FF2B5EF4-FFF2-40B4-BE49-F238E27FC236}">
                      <a16:creationId xmlns:a16="http://schemas.microsoft.com/office/drawing/2014/main" id="{174B87E8-E6D0-49D8-B5C5-74F3BCD140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870" y="1330600"/>
                  <a:ext cx="2002791" cy="460319"/>
                </a:xfrm>
                <a:prstGeom prst="rect">
                  <a:avLst/>
                </a:prstGeom>
                <a:blipFill>
                  <a:blip r:embed="rId36"/>
                  <a:stretch>
                    <a:fillRect b="-5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1" name="圖形 100">
              <a:extLst>
                <a:ext uri="{FF2B5EF4-FFF2-40B4-BE49-F238E27FC236}">
                  <a16:creationId xmlns:a16="http://schemas.microsoft.com/office/drawing/2014/main" id="{B511E5CE-C4B1-4EC0-9249-46CD34680A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54717" r="19245"/>
            <a:stretch/>
          </p:blipFill>
          <p:spPr>
            <a:xfrm>
              <a:off x="5097145" y="1460238"/>
              <a:ext cx="233506" cy="212400"/>
            </a:xfrm>
            <a:prstGeom prst="rect">
              <a:avLst/>
            </a:prstGeom>
          </p:spPr>
        </p:pic>
      </p:grpSp>
      <p:sp>
        <p:nvSpPr>
          <p:cNvPr id="116" name="橢圓 115">
            <a:extLst>
              <a:ext uri="{FF2B5EF4-FFF2-40B4-BE49-F238E27FC236}">
                <a16:creationId xmlns:a16="http://schemas.microsoft.com/office/drawing/2014/main" id="{021B417B-31AA-4351-9DC9-81C4CF94818A}"/>
              </a:ext>
            </a:extLst>
          </p:cNvPr>
          <p:cNvSpPr/>
          <p:nvPr/>
        </p:nvSpPr>
        <p:spPr>
          <a:xfrm>
            <a:off x="10730756" y="2595303"/>
            <a:ext cx="111075" cy="11107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562AC694-0EBE-4E3C-AF58-775E37D30026}"/>
              </a:ext>
            </a:extLst>
          </p:cNvPr>
          <p:cNvSpPr/>
          <p:nvPr/>
        </p:nvSpPr>
        <p:spPr>
          <a:xfrm>
            <a:off x="10821244" y="2585778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B5707F30-C7B5-4E15-9043-6B6BD8ECCC33}"/>
              </a:ext>
            </a:extLst>
          </p:cNvPr>
          <p:cNvSpPr/>
          <p:nvPr/>
        </p:nvSpPr>
        <p:spPr>
          <a:xfrm>
            <a:off x="10669861" y="2627427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86BEE41E-0589-4048-9305-1476CF439D0B}"/>
              </a:ext>
            </a:extLst>
          </p:cNvPr>
          <p:cNvSpPr/>
          <p:nvPr/>
        </p:nvSpPr>
        <p:spPr>
          <a:xfrm>
            <a:off x="10623979" y="2650005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893DA085-E805-4AD3-A7BD-EA4C8801C038}"/>
              </a:ext>
            </a:extLst>
          </p:cNvPr>
          <p:cNvSpPr/>
          <p:nvPr/>
        </p:nvSpPr>
        <p:spPr>
          <a:xfrm>
            <a:off x="10893061" y="2578568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14489E74-6F0E-430D-96BA-AE499D58FFAB}"/>
              </a:ext>
            </a:extLst>
          </p:cNvPr>
          <p:cNvSpPr/>
          <p:nvPr/>
        </p:nvSpPr>
        <p:spPr>
          <a:xfrm>
            <a:off x="8901856" y="1578884"/>
            <a:ext cx="111075" cy="11107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2A520198-78D1-45C0-8E6D-9A69976BED66}"/>
              </a:ext>
            </a:extLst>
          </p:cNvPr>
          <p:cNvSpPr/>
          <p:nvPr/>
        </p:nvSpPr>
        <p:spPr>
          <a:xfrm>
            <a:off x="8968532" y="1664609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D873917-DB09-4712-A954-A0BA1BEC9FAA}"/>
              </a:ext>
            </a:extLst>
          </p:cNvPr>
          <p:cNvSpPr/>
          <p:nvPr/>
        </p:nvSpPr>
        <p:spPr>
          <a:xfrm>
            <a:off x="8857630" y="1520521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FD8DCE2F-B136-46AF-A8BC-6DEB4733DCC3}"/>
              </a:ext>
            </a:extLst>
          </p:cNvPr>
          <p:cNvSpPr/>
          <p:nvPr/>
        </p:nvSpPr>
        <p:spPr>
          <a:xfrm>
            <a:off x="8830798" y="1474042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D368FB58-8F92-4602-8D23-848498BD8014}"/>
              </a:ext>
            </a:extLst>
          </p:cNvPr>
          <p:cNvSpPr/>
          <p:nvPr/>
        </p:nvSpPr>
        <p:spPr>
          <a:xfrm>
            <a:off x="9011773" y="1735980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8678717C-ADC4-4F61-ABBC-584C883E306E}"/>
              </a:ext>
            </a:extLst>
          </p:cNvPr>
          <p:cNvSpPr/>
          <p:nvPr/>
        </p:nvSpPr>
        <p:spPr>
          <a:xfrm>
            <a:off x="9104299" y="4190233"/>
            <a:ext cx="62679" cy="62679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4A612AD4-1891-4E00-8B7E-9BDDCDD701BC}"/>
              </a:ext>
            </a:extLst>
          </p:cNvPr>
          <p:cNvSpPr/>
          <p:nvPr/>
        </p:nvSpPr>
        <p:spPr>
          <a:xfrm>
            <a:off x="8847124" y="4123558"/>
            <a:ext cx="62679" cy="62679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2" name="圖片 141">
            <a:extLst>
              <a:ext uri="{FF2B5EF4-FFF2-40B4-BE49-F238E27FC236}">
                <a16:creationId xmlns:a16="http://schemas.microsoft.com/office/drawing/2014/main" id="{C9FD13E6-BFF9-40F6-88DE-AA332E745D4B}"/>
              </a:ext>
            </a:extLst>
          </p:cNvPr>
          <p:cNvPicPr>
            <a:picLocks noChangeAspect="1"/>
          </p:cNvPicPr>
          <p:nvPr/>
        </p:nvPicPr>
        <p:blipFill rotWithShape="1">
          <a:blip r:embed="rId5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5937" b="8575"/>
          <a:stretch/>
        </p:blipFill>
        <p:spPr>
          <a:xfrm>
            <a:off x="5351419" y="3502044"/>
            <a:ext cx="210021" cy="7778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CEBA1772-0B00-4F93-869F-142968C9443C}"/>
                  </a:ext>
                </a:extLst>
              </p:cNvPr>
              <p:cNvSpPr/>
              <p:nvPr/>
            </p:nvSpPr>
            <p:spPr>
              <a:xfrm>
                <a:off x="5294594" y="3269032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CEBA1772-0B00-4F93-869F-142968C944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94" y="3269032"/>
                <a:ext cx="365805" cy="338554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C9D8D15C-CC0D-4FEF-A3F4-4D68EA2EE789}"/>
                  </a:ext>
                </a:extLst>
              </p:cNvPr>
              <p:cNvSpPr/>
              <p:nvPr/>
            </p:nvSpPr>
            <p:spPr>
              <a:xfrm>
                <a:off x="5208031" y="4137034"/>
                <a:ext cx="53893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C9D8D15C-CC0D-4FEF-A3F4-4D68EA2EE7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8031" y="4137034"/>
                <a:ext cx="538930" cy="338554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75C8D286-8A37-4C8D-AAE9-FBF6C27B72EB}"/>
                  </a:ext>
                </a:extLst>
              </p:cNvPr>
              <p:cNvSpPr txBox="1"/>
              <p:nvPr/>
            </p:nvSpPr>
            <p:spPr>
              <a:xfrm rot="5400000">
                <a:off x="5272335" y="3470200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75C8D286-8A37-4C8D-AAE9-FBF6C27B7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2335" y="3470200"/>
                <a:ext cx="385849" cy="351901"/>
              </a:xfrm>
              <a:prstGeom prst="rect">
                <a:avLst/>
              </a:prstGeom>
              <a:blipFill>
                <a:blip r:embed="rId5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9" name="圖片 148">
            <a:extLst>
              <a:ext uri="{FF2B5EF4-FFF2-40B4-BE49-F238E27FC236}">
                <a16:creationId xmlns:a16="http://schemas.microsoft.com/office/drawing/2014/main" id="{8E520899-97F9-4F41-A792-955576E378ED}"/>
              </a:ext>
            </a:extLst>
          </p:cNvPr>
          <p:cNvPicPr>
            <a:picLocks noChangeAspect="1"/>
          </p:cNvPicPr>
          <p:nvPr/>
        </p:nvPicPr>
        <p:blipFill rotWithShape="1">
          <a:blip r:embed="rId5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987" b="70339"/>
          <a:stretch/>
        </p:blipFill>
        <p:spPr>
          <a:xfrm>
            <a:off x="2390336" y="3412445"/>
            <a:ext cx="184223" cy="8424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96103116-EAF8-47B2-AE24-DC750428ABD0}"/>
                  </a:ext>
                </a:extLst>
              </p:cNvPr>
              <p:cNvSpPr txBox="1"/>
              <p:nvPr/>
            </p:nvSpPr>
            <p:spPr>
              <a:xfrm rot="5400000">
                <a:off x="2289522" y="3791811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96103116-EAF8-47B2-AE24-DC750428A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289522" y="3791811"/>
                <a:ext cx="385849" cy="351901"/>
              </a:xfrm>
              <a:prstGeom prst="rect">
                <a:avLst/>
              </a:prstGeom>
              <a:blipFill>
                <a:blip r:embed="rId5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A4165E8C-340A-461C-A071-E288834EC54A}"/>
                  </a:ext>
                </a:extLst>
              </p:cNvPr>
              <p:cNvSpPr/>
              <p:nvPr/>
            </p:nvSpPr>
            <p:spPr>
              <a:xfrm>
                <a:off x="2322359" y="3134664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A4165E8C-340A-461C-A071-E288834EC5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359" y="3134664"/>
                <a:ext cx="365805" cy="369332"/>
              </a:xfrm>
              <a:prstGeom prst="rect">
                <a:avLst/>
              </a:prstGeom>
              <a:blipFill>
                <a:blip r:embed="rId5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06762915-29CB-45B3-AFAC-C7F406F252E5}"/>
                  </a:ext>
                </a:extLst>
              </p:cNvPr>
              <p:cNvSpPr/>
              <p:nvPr/>
            </p:nvSpPr>
            <p:spPr>
              <a:xfrm>
                <a:off x="2249867" y="4150664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06762915-29CB-45B3-AFAC-C7F406F252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867" y="4150664"/>
                <a:ext cx="538930" cy="369332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2519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9C0FAF-7BA8-41F3-B0A5-5F38A83D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FF249E48-5019-4332-8726-C65AB471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Angular geometry in vector vortex beam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 difference governed optical transition 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zh-TW" sz="2000" dirty="0">
                <a:latin typeface="Times New Roman" panose="02020603050405020304" pitchFamily="18" charset="0"/>
                <a:ea typeface="inherit"/>
                <a:cs typeface="Times New Roman" panose="02020603050405020304" pitchFamily="18" charset="0"/>
              </a:rPr>
              <a:t>xcitation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manipulation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Relative phase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135237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17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E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xcitation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manipulation with </a:t>
                </a: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群組 24">
            <a:extLst>
              <a:ext uri="{FF2B5EF4-FFF2-40B4-BE49-F238E27FC236}">
                <a16:creationId xmlns:a16="http://schemas.microsoft.com/office/drawing/2014/main" id="{CA01A9D7-CF1D-47D6-A9D2-05E7457F0DF6}"/>
              </a:ext>
            </a:extLst>
          </p:cNvPr>
          <p:cNvGrpSpPr/>
          <p:nvPr/>
        </p:nvGrpSpPr>
        <p:grpSpPr>
          <a:xfrm>
            <a:off x="-18918" y="708699"/>
            <a:ext cx="1829090" cy="456407"/>
            <a:chOff x="4937693" y="1384388"/>
            <a:chExt cx="1829090" cy="45640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8E567BA-0891-4EE5-AE9C-BDFADFEF561D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829090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8E567BA-0891-4EE5-AE9C-BDFADFEF56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829090" cy="45640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FF73B9A1-7E25-4D24-997E-ED62D31DB7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08FB0F4F-17F9-4B30-9EC5-0450AD017276}"/>
              </a:ext>
            </a:extLst>
          </p:cNvPr>
          <p:cNvGrpSpPr/>
          <p:nvPr/>
        </p:nvGrpSpPr>
        <p:grpSpPr>
          <a:xfrm>
            <a:off x="-18918" y="1330652"/>
            <a:ext cx="1829090" cy="411266"/>
            <a:chOff x="4937693" y="1384388"/>
            <a:chExt cx="1829090" cy="41126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D8017E01-0C25-49DF-8A7F-502D8778DC27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829090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D8017E01-0C25-49DF-8A7F-502D8778DC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829090" cy="41126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06405977-D2B2-4E7F-89EB-40B9116876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sp>
        <p:nvSpPr>
          <p:cNvPr id="31" name="矩形 30">
            <a:extLst>
              <a:ext uri="{FF2B5EF4-FFF2-40B4-BE49-F238E27FC236}">
                <a16:creationId xmlns:a16="http://schemas.microsoft.com/office/drawing/2014/main" id="{2BA4D512-CDFB-458F-983D-AF1D8D4E72F7}"/>
              </a:ext>
            </a:extLst>
          </p:cNvPr>
          <p:cNvSpPr/>
          <p:nvPr/>
        </p:nvSpPr>
        <p:spPr>
          <a:xfrm>
            <a:off x="6096001" y="1918801"/>
            <a:ext cx="6093864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E0DACB5-E747-41A1-93F6-728CF2EEC2B6}"/>
              </a:ext>
            </a:extLst>
          </p:cNvPr>
          <p:cNvSpPr/>
          <p:nvPr/>
        </p:nvSpPr>
        <p:spPr>
          <a:xfrm>
            <a:off x="2287" y="1918801"/>
            <a:ext cx="6093714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D6A70102-A7B1-493F-A44F-FAABAFCA09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6494" y="2977104"/>
            <a:ext cx="1080000" cy="10800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EA91F5C5-8E70-410F-A9F8-B26E73B3A4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6578" y="2985227"/>
            <a:ext cx="1080000" cy="108224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2132114" y="263880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114" y="2638804"/>
                <a:ext cx="81201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3445586" y="263880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5586" y="2638804"/>
                <a:ext cx="82496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4841D991-394A-4F23-86D6-E5AFCC8F59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5459" y="4968955"/>
            <a:ext cx="1080000" cy="1080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8B2C167-E35F-4814-B372-8A1ED66A67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5783" y="2977104"/>
            <a:ext cx="1080000" cy="10841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0F48078-E32A-496C-8D6E-BEFAF25541F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96494" y="4966894"/>
            <a:ext cx="1080000" cy="10841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A806A11B-7078-4B64-A4C0-9E9CB0F33BE7}"/>
                  </a:ext>
                </a:extLst>
              </p:cNvPr>
              <p:cNvSpPr/>
              <p:nvPr/>
            </p:nvSpPr>
            <p:spPr>
              <a:xfrm>
                <a:off x="8712678" y="263880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A806A11B-7078-4B64-A4C0-9E9CB0F33B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2678" y="2638804"/>
                <a:ext cx="812017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B3469E16-9FB0-419C-AE83-6FFB3C835173}"/>
                  </a:ext>
                </a:extLst>
              </p:cNvPr>
              <p:cNvSpPr/>
              <p:nvPr/>
            </p:nvSpPr>
            <p:spPr>
              <a:xfrm>
                <a:off x="10009555" y="263880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B3469E16-9FB0-419C-AE83-6FFB3C83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9555" y="2638804"/>
                <a:ext cx="82496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圖片 8">
            <a:extLst>
              <a:ext uri="{FF2B5EF4-FFF2-40B4-BE49-F238E27FC236}">
                <a16:creationId xmlns:a16="http://schemas.microsoft.com/office/drawing/2014/main" id="{EC4536CE-1640-42C1-8623-35E922973BE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05747" y="2985227"/>
            <a:ext cx="1080000" cy="108247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0A8FE4C-2696-4D62-A5D3-72D2D2A90CB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6578" y="4967711"/>
            <a:ext cx="1080000" cy="1082489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AEB36F6B-C918-4942-A253-A06CA90227B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05747" y="4968955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46EC2AC0-FB98-4FEA-9635-2C5A2AB7BEDA}"/>
                  </a:ext>
                </a:extLst>
              </p:cNvPr>
              <p:cNvSpPr/>
              <p:nvPr/>
            </p:nvSpPr>
            <p:spPr>
              <a:xfrm>
                <a:off x="1622857" y="665881"/>
                <a:ext cx="10759643" cy="5418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7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27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27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7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7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7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7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TW" sz="127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en-US" altLang="zh-TW" sz="127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7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7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27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27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7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7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en-US" altLang="zh-TW" sz="127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7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7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7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7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27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7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7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en-US" altLang="zh-TW" sz="127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7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7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27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27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7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7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7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num>
                                    <m:den>
                                      <m:r>
                                        <a:rPr lang="en-US" altLang="zh-TW" sz="127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en-US" altLang="zh-TW" sz="127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7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const</m:t>
                                  </m:r>
                                  <m: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7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27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46EC2AC0-FB98-4FEA-9635-2C5A2AB7BE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857" y="665881"/>
                <a:ext cx="10759643" cy="54181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F1958CC9-0653-4E71-BB6F-389ACE8DB239}"/>
                  </a:ext>
                </a:extLst>
              </p:cNvPr>
              <p:cNvSpPr/>
              <p:nvPr/>
            </p:nvSpPr>
            <p:spPr>
              <a:xfrm>
                <a:off x="1632384" y="1291143"/>
                <a:ext cx="6183744" cy="54181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7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27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27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27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7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7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7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7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27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27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const</m:t>
                              </m:r>
                              <m:r>
                                <a:rPr lang="en-US" altLang="zh-TW" sz="127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d>
                          <m: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7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27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7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m:rPr>
                              <m:sty m:val="p"/>
                            </m:rPr>
                            <a:rPr lang="en-US" altLang="zh-TW" sz="127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27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27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27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7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7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7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7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7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7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27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27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const</m:t>
                              </m:r>
                              <m:r>
                                <a:rPr lang="en-US" altLang="zh-TW" sz="127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7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7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7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F1958CC9-0653-4E71-BB6F-389ACE8DB2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384" y="1291143"/>
                <a:ext cx="6183744" cy="54181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AFCC88FC-2F6E-40F0-B38A-23DF9C7A0335}"/>
              </a:ext>
            </a:extLst>
          </p:cNvPr>
          <p:cNvCxnSpPr>
            <a:cxnSpLocks/>
          </p:cNvCxnSpPr>
          <p:nvPr/>
        </p:nvCxnSpPr>
        <p:spPr>
          <a:xfrm>
            <a:off x="6096000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80F08775-4999-466B-8494-019D1E34429D}"/>
              </a:ext>
            </a:extLst>
          </p:cNvPr>
          <p:cNvGrpSpPr/>
          <p:nvPr/>
        </p:nvGrpSpPr>
        <p:grpSpPr>
          <a:xfrm>
            <a:off x="2362535" y="3184204"/>
            <a:ext cx="483108" cy="476014"/>
            <a:chOff x="1338869" y="2976272"/>
            <a:chExt cx="483108" cy="476014"/>
          </a:xfrm>
        </p:grpSpPr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C17A8C3E-9057-450F-91A3-382E7E2F46A9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86" name="箭號: 向右 85">
                <a:extLst>
                  <a:ext uri="{FF2B5EF4-FFF2-40B4-BE49-F238E27FC236}">
                    <a16:creationId xmlns:a16="http://schemas.microsoft.com/office/drawing/2014/main" id="{804314B8-0752-42F7-BFBC-F9331B9F0E8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87" name="箭號: 向右 86">
                <a:extLst>
                  <a:ext uri="{FF2B5EF4-FFF2-40B4-BE49-F238E27FC236}">
                    <a16:creationId xmlns:a16="http://schemas.microsoft.com/office/drawing/2014/main" id="{72C5CBA8-B1DF-411A-8528-E308726F863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E3AAE6AC-93D4-4F3A-AF62-1ACE06233980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6890C121-17D1-4AC5-A3E0-97EBFA450E06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2427D5B3-DB17-4F3C-86C7-D5DC0C9A5040}"/>
              </a:ext>
            </a:extLst>
          </p:cNvPr>
          <p:cNvGrpSpPr/>
          <p:nvPr/>
        </p:nvGrpSpPr>
        <p:grpSpPr>
          <a:xfrm>
            <a:off x="8911476" y="3184204"/>
            <a:ext cx="483108" cy="476014"/>
            <a:chOff x="7614758" y="3184204"/>
            <a:chExt cx="483108" cy="476014"/>
          </a:xfrm>
        </p:grpSpPr>
        <p:grpSp>
          <p:nvGrpSpPr>
            <p:cNvPr id="97" name="群組 96">
              <a:extLst>
                <a:ext uri="{FF2B5EF4-FFF2-40B4-BE49-F238E27FC236}">
                  <a16:creationId xmlns:a16="http://schemas.microsoft.com/office/drawing/2014/main" id="{63A82A06-163E-4D3F-BACB-5FE16F070BC7}"/>
                </a:ext>
              </a:extLst>
            </p:cNvPr>
            <p:cNvGrpSpPr/>
            <p:nvPr/>
          </p:nvGrpSpPr>
          <p:grpSpPr>
            <a:xfrm>
              <a:off x="7776064" y="3449761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68179B75-8477-46F4-BE61-6BA0A5592DF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箭號: 向右 103">
                <a:extLst>
                  <a:ext uri="{FF2B5EF4-FFF2-40B4-BE49-F238E27FC236}">
                    <a16:creationId xmlns:a16="http://schemas.microsoft.com/office/drawing/2014/main" id="{F3303713-4904-4BFC-B659-997896DD3E4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5F816576-D02E-4202-8023-C378479D218D}"/>
                    </a:ext>
                  </a:extLst>
                </p:cNvPr>
                <p:cNvSpPr txBox="1"/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5F816576-D02E-4202-8023-C378479D21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406CB221-DA5D-4033-9B99-1AD7E8908CC6}"/>
                    </a:ext>
                  </a:extLst>
                </p:cNvPr>
                <p:cNvSpPr txBox="1"/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406CB221-DA5D-4033-9B99-1AD7E8908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C6BAD82D-F67F-473A-9414-1361188070E3}"/>
                  </a:ext>
                </a:extLst>
              </p:cNvPr>
              <p:cNvSpPr txBox="1"/>
              <p:nvPr/>
            </p:nvSpPr>
            <p:spPr>
              <a:xfrm>
                <a:off x="8413898" y="373991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C6BAD82D-F67F-473A-9414-136118807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3898" y="3739915"/>
                <a:ext cx="711762" cy="276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8A45BDD-36E6-46A5-9FC7-E3E7D6889171}"/>
                  </a:ext>
                </a:extLst>
              </p:cNvPr>
              <p:cNvSpPr/>
              <p:nvPr/>
            </p:nvSpPr>
            <p:spPr>
              <a:xfrm>
                <a:off x="1925417" y="6281914"/>
                <a:ext cx="253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orientation</a:t>
                </a:r>
              </a:p>
            </p:txBody>
          </p:sp>
        </mc:Choice>
        <mc:Fallback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8A45BDD-36E6-46A5-9FC7-E3E7D68891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417" y="6281914"/>
                <a:ext cx="2534800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79416857-EC86-4991-90C1-122E8465D0B8}"/>
                  </a:ext>
                </a:extLst>
              </p:cNvPr>
              <p:cNvSpPr/>
              <p:nvPr/>
            </p:nvSpPr>
            <p:spPr>
              <a:xfrm>
                <a:off x="7814881" y="6130993"/>
                <a:ext cx="3442111" cy="646331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intensity </a:t>
                </a:r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rotate the pattern </a:t>
                </a:r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79416857-EC86-4991-90C1-122E8465D0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4881" y="6130993"/>
                <a:ext cx="3442111" cy="64633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FDEDF769-4191-4BB7-81AF-4B1453179D3A}"/>
                  </a:ext>
                </a:extLst>
              </p:cNvPr>
              <p:cNvSpPr/>
              <p:nvPr/>
            </p:nvSpPr>
            <p:spPr>
              <a:xfrm>
                <a:off x="7567526" y="3460435"/>
                <a:ext cx="90249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FDEDF769-4191-4BB7-81AF-4B1453179D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7526" y="3460435"/>
                <a:ext cx="902491" cy="369332"/>
              </a:xfrm>
              <a:prstGeom prst="rect">
                <a:avLst/>
              </a:prstGeom>
              <a:blipFill>
                <a:blip r:embed="rId28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387A5A1C-48D2-4A85-AADB-1ACFE2424CDB}"/>
                  </a:ext>
                </a:extLst>
              </p:cNvPr>
              <p:cNvSpPr/>
              <p:nvPr/>
            </p:nvSpPr>
            <p:spPr>
              <a:xfrm>
                <a:off x="7480963" y="5294713"/>
                <a:ext cx="107561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=−4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387A5A1C-48D2-4A85-AADB-1ACFE2424C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963" y="5294713"/>
                <a:ext cx="1075615" cy="369332"/>
              </a:xfrm>
              <a:prstGeom prst="rect">
                <a:avLst/>
              </a:prstGeom>
              <a:blipFill>
                <a:blip r:embed="rId29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/>
              <p:nvPr/>
            </p:nvSpPr>
            <p:spPr>
              <a:xfrm>
                <a:off x="1060467" y="3401478"/>
                <a:ext cx="9300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67" y="3401478"/>
                <a:ext cx="93006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/>
              <p:nvPr/>
            </p:nvSpPr>
            <p:spPr>
              <a:xfrm>
                <a:off x="965027" y="5302592"/>
                <a:ext cx="11031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027" y="5302592"/>
                <a:ext cx="1103187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819C1C32-AD26-4EB4-80D6-23B520D01ABC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987" b="70339"/>
          <a:stretch/>
        </p:blipFill>
        <p:spPr>
          <a:xfrm>
            <a:off x="9660488" y="3119147"/>
            <a:ext cx="184223" cy="8424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FA329F1D-BCAF-40B5-8585-C9B8F786F9D6}"/>
                  </a:ext>
                </a:extLst>
              </p:cNvPr>
              <p:cNvSpPr txBox="1"/>
              <p:nvPr/>
            </p:nvSpPr>
            <p:spPr>
              <a:xfrm rot="5400000">
                <a:off x="9559674" y="3498513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FA329F1D-BCAF-40B5-8585-C9B8F786F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559674" y="3498513"/>
                <a:ext cx="385849" cy="351901"/>
              </a:xfrm>
              <a:prstGeom prst="rect">
                <a:avLst/>
              </a:prstGeom>
              <a:blipFill>
                <a:blip r:embed="rId3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A7A7FF1A-9927-43D7-A0D3-41BC3026485C}"/>
                  </a:ext>
                </a:extLst>
              </p:cNvPr>
              <p:cNvSpPr/>
              <p:nvPr/>
            </p:nvSpPr>
            <p:spPr>
              <a:xfrm>
                <a:off x="9592511" y="2841366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A7A7FF1A-9927-43D7-A0D3-41BC302648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511" y="2841366"/>
                <a:ext cx="365805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A95C61A5-CF05-43DE-8F65-F9FB6BC7C52E}"/>
                  </a:ext>
                </a:extLst>
              </p:cNvPr>
              <p:cNvSpPr/>
              <p:nvPr/>
            </p:nvSpPr>
            <p:spPr>
              <a:xfrm>
                <a:off x="9520019" y="3857366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A95C61A5-CF05-43DE-8F65-F9FB6BC7C5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019" y="3857366"/>
                <a:ext cx="538930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4811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949167B8-FD7A-4A7C-B7E6-CE30F563BE40}"/>
              </a:ext>
            </a:extLst>
          </p:cNvPr>
          <p:cNvGrpSpPr/>
          <p:nvPr/>
        </p:nvGrpSpPr>
        <p:grpSpPr>
          <a:xfrm>
            <a:off x="8273532" y="3223547"/>
            <a:ext cx="1118387" cy="1259553"/>
            <a:chOff x="5728722" y="4684787"/>
            <a:chExt cx="1459478" cy="1643701"/>
          </a:xfrm>
        </p:grpSpPr>
        <p:grpSp>
          <p:nvGrpSpPr>
            <p:cNvPr id="146" name="群組 145">
              <a:extLst>
                <a:ext uri="{FF2B5EF4-FFF2-40B4-BE49-F238E27FC236}">
                  <a16:creationId xmlns:a16="http://schemas.microsoft.com/office/drawing/2014/main" id="{C7621547-4204-4749-8492-BD4F6FDDD7E9}"/>
                </a:ext>
              </a:extLst>
            </p:cNvPr>
            <p:cNvGrpSpPr/>
            <p:nvPr/>
          </p:nvGrpSpPr>
          <p:grpSpPr>
            <a:xfrm>
              <a:off x="5728722" y="4684787"/>
              <a:ext cx="1459478" cy="1643701"/>
              <a:chOff x="8488189" y="4125243"/>
              <a:chExt cx="1671338" cy="1882303"/>
            </a:xfrm>
          </p:grpSpPr>
          <p:pic>
            <p:nvPicPr>
              <p:cNvPr id="148" name="圖片 147">
                <a:extLst>
                  <a:ext uri="{FF2B5EF4-FFF2-40B4-BE49-F238E27FC236}">
                    <a16:creationId xmlns:a16="http://schemas.microsoft.com/office/drawing/2014/main" id="{7F520733-8820-4480-BE3A-38698F0ADF3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6" y="4125243"/>
                <a:ext cx="1628271" cy="1882303"/>
              </a:xfrm>
              <a:prstGeom prst="rect">
                <a:avLst/>
              </a:prstGeom>
            </p:spPr>
          </p:pic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576C0AE5-0EFA-458C-9ED5-4E1BD67B1D25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FD0538C4-4986-4FF8-93B3-348332437C18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50" name="群組 149">
            <a:extLst>
              <a:ext uri="{FF2B5EF4-FFF2-40B4-BE49-F238E27FC236}">
                <a16:creationId xmlns:a16="http://schemas.microsoft.com/office/drawing/2014/main" id="{3462D61C-1B98-4ECD-8648-EA535B46A635}"/>
              </a:ext>
            </a:extLst>
          </p:cNvPr>
          <p:cNvGrpSpPr/>
          <p:nvPr/>
        </p:nvGrpSpPr>
        <p:grpSpPr>
          <a:xfrm>
            <a:off x="4046327" y="3230389"/>
            <a:ext cx="1354567" cy="1265043"/>
            <a:chOff x="4011072" y="4660900"/>
            <a:chExt cx="1767692" cy="1650868"/>
          </a:xfrm>
        </p:grpSpPr>
        <p:grpSp>
          <p:nvGrpSpPr>
            <p:cNvPr id="151" name="群組 150">
              <a:extLst>
                <a:ext uri="{FF2B5EF4-FFF2-40B4-BE49-F238E27FC236}">
                  <a16:creationId xmlns:a16="http://schemas.microsoft.com/office/drawing/2014/main" id="{B29934B7-378A-417C-9B52-587EF68C02E4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0B9721C4-F2BF-42BC-A857-AE8EAFFB30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5BA87D5B-D297-44CB-9F05-2FC2894E399F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FA4BEF66-F78F-4CD7-9195-37F0B52F74B5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EDB6DACF-1E33-47BE-ADFE-AB9A4BEA6081}"/>
                  </a:ext>
                </a:extLst>
              </p:cNvPr>
              <p:cNvSpPr/>
              <p:nvPr/>
            </p:nvSpPr>
            <p:spPr>
              <a:xfrm>
                <a:off x="8352729" y="4440136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EDB6DACF-1E33-47BE-ADFE-AB9A4BEA60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2729" y="4440136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14CB74D-CDAE-4768-ACA5-01467E961B42}"/>
                  </a:ext>
                </a:extLst>
              </p:cNvPr>
              <p:cNvSpPr/>
              <p:nvPr/>
            </p:nvSpPr>
            <p:spPr>
              <a:xfrm>
                <a:off x="4269436" y="4524402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14CB74D-CDAE-4768-ACA5-01467E961B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9436" y="4524402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18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E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xcitation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manipulation with </a:t>
                </a: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5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矩形 31">
            <a:extLst>
              <a:ext uri="{FF2B5EF4-FFF2-40B4-BE49-F238E27FC236}">
                <a16:creationId xmlns:a16="http://schemas.microsoft.com/office/drawing/2014/main" id="{7E0DACB5-E747-41A1-93F6-728CF2EEC2B6}"/>
              </a:ext>
            </a:extLst>
          </p:cNvPr>
          <p:cNvSpPr/>
          <p:nvPr/>
        </p:nvSpPr>
        <p:spPr>
          <a:xfrm>
            <a:off x="9439280" y="625215"/>
            <a:ext cx="2735581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D6A70102-A7B1-493F-A44F-FAABAFCA09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3694" y="24818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1319314" y="214350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314" y="2143504"/>
                <a:ext cx="8120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2632786" y="214350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786" y="2143504"/>
                <a:ext cx="82496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4841D991-394A-4F23-86D6-E5AFCC8F59F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2659" y="4471594"/>
            <a:ext cx="1080000" cy="1080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8B2C167-E35F-4814-B372-8A1ED66A679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2983" y="2481804"/>
            <a:ext cx="1080000" cy="10841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0F48078-E32A-496C-8D6E-BEFAF25541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3694" y="4471594"/>
            <a:ext cx="1080000" cy="1084122"/>
          </a:xfrm>
          <a:prstGeom prst="rect">
            <a:avLst/>
          </a:prstGeom>
        </p:spPr>
      </p:pic>
      <p:grpSp>
        <p:nvGrpSpPr>
          <p:cNvPr id="78" name="群組 77">
            <a:extLst>
              <a:ext uri="{FF2B5EF4-FFF2-40B4-BE49-F238E27FC236}">
                <a16:creationId xmlns:a16="http://schemas.microsoft.com/office/drawing/2014/main" id="{80F08775-4999-466B-8494-019D1E34429D}"/>
              </a:ext>
            </a:extLst>
          </p:cNvPr>
          <p:cNvGrpSpPr/>
          <p:nvPr/>
        </p:nvGrpSpPr>
        <p:grpSpPr>
          <a:xfrm>
            <a:off x="1549735" y="2688904"/>
            <a:ext cx="483108" cy="476014"/>
            <a:chOff x="1338869" y="2976272"/>
            <a:chExt cx="483108" cy="476014"/>
          </a:xfrm>
        </p:grpSpPr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C17A8C3E-9057-450F-91A3-382E7E2F46A9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86" name="箭號: 向右 85">
                <a:extLst>
                  <a:ext uri="{FF2B5EF4-FFF2-40B4-BE49-F238E27FC236}">
                    <a16:creationId xmlns:a16="http://schemas.microsoft.com/office/drawing/2014/main" id="{804314B8-0752-42F7-BFBC-F9331B9F0E8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87" name="箭號: 向右 86">
                <a:extLst>
                  <a:ext uri="{FF2B5EF4-FFF2-40B4-BE49-F238E27FC236}">
                    <a16:creationId xmlns:a16="http://schemas.microsoft.com/office/drawing/2014/main" id="{72C5CBA8-B1DF-411A-8528-E308726F863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E3AAE6AC-93D4-4F3A-AF62-1ACE06233980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6890C121-17D1-4AC5-A3E0-97EBFA450E06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/>
              <p:nvPr/>
            </p:nvSpPr>
            <p:spPr>
              <a:xfrm>
                <a:off x="247667" y="2906178"/>
                <a:ext cx="9300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67" y="2906178"/>
                <a:ext cx="930063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/>
              <p:nvPr/>
            </p:nvSpPr>
            <p:spPr>
              <a:xfrm>
                <a:off x="152227" y="4807292"/>
                <a:ext cx="11031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7" y="4807292"/>
                <a:ext cx="1103187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矩形 100">
            <a:extLst>
              <a:ext uri="{FF2B5EF4-FFF2-40B4-BE49-F238E27FC236}">
                <a16:creationId xmlns:a16="http://schemas.microsoft.com/office/drawing/2014/main" id="{2085C97F-3F40-42A1-AACD-D1AFDCA2862C}"/>
              </a:ext>
            </a:extLst>
          </p:cNvPr>
          <p:cNvSpPr/>
          <p:nvPr/>
        </p:nvSpPr>
        <p:spPr>
          <a:xfrm>
            <a:off x="2286" y="625215"/>
            <a:ext cx="4072479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53DF0862-5151-4A06-8823-FB60C5FDBC0F}"/>
                  </a:ext>
                </a:extLst>
              </p:cNvPr>
              <p:cNvSpPr/>
              <p:nvPr/>
            </p:nvSpPr>
            <p:spPr>
              <a:xfrm>
                <a:off x="11134999" y="212048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53DF0862-5151-4A06-8823-FB60C5FDBC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4999" y="2120484"/>
                <a:ext cx="82496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8" name="圖片 107">
            <a:extLst>
              <a:ext uri="{FF2B5EF4-FFF2-40B4-BE49-F238E27FC236}">
                <a16:creationId xmlns:a16="http://schemas.microsoft.com/office/drawing/2014/main" id="{224D9A90-4323-49AF-92DF-8E2A74C303E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7379" b="50923"/>
          <a:stretch/>
        </p:blipFill>
        <p:spPr>
          <a:xfrm>
            <a:off x="5556246" y="4471594"/>
            <a:ext cx="1098721" cy="1084064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286E51DD-FDC3-4529-9460-8E0F8B6F9B47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0112" r="67379"/>
          <a:stretch/>
        </p:blipFill>
        <p:spPr>
          <a:xfrm>
            <a:off x="9619805" y="4471594"/>
            <a:ext cx="1098721" cy="1101985"/>
          </a:xfrm>
          <a:prstGeom prst="rect">
            <a:avLst/>
          </a:prstGeom>
        </p:spPr>
      </p:pic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C05D26E5-EF6A-4910-A129-1B8D8E0AAD65}"/>
              </a:ext>
            </a:extLst>
          </p:cNvPr>
          <p:cNvGrpSpPr/>
          <p:nvPr/>
        </p:nvGrpSpPr>
        <p:grpSpPr>
          <a:xfrm>
            <a:off x="9655900" y="2451592"/>
            <a:ext cx="483108" cy="476014"/>
            <a:chOff x="1338869" y="2976272"/>
            <a:chExt cx="483108" cy="476014"/>
          </a:xfrm>
        </p:grpSpPr>
        <p:grpSp>
          <p:nvGrpSpPr>
            <p:cNvPr id="111" name="群組 110">
              <a:extLst>
                <a:ext uri="{FF2B5EF4-FFF2-40B4-BE49-F238E27FC236}">
                  <a16:creationId xmlns:a16="http://schemas.microsoft.com/office/drawing/2014/main" id="{3ADA4CF2-7B24-4222-83FD-8CF109877E8F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114" name="箭號: 向右 113">
                <a:extLst>
                  <a:ext uri="{FF2B5EF4-FFF2-40B4-BE49-F238E27FC236}">
                    <a16:creationId xmlns:a16="http://schemas.microsoft.com/office/drawing/2014/main" id="{26221895-1A76-492C-81ED-0B8620F4052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115" name="箭號: 向右 114">
                <a:extLst>
                  <a:ext uri="{FF2B5EF4-FFF2-40B4-BE49-F238E27FC236}">
                    <a16:creationId xmlns:a16="http://schemas.microsoft.com/office/drawing/2014/main" id="{131E8848-ECF2-40DA-BF0C-2E3432EA125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56146B5F-8138-4862-A535-0F03CBFEF0B5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5F3637D5-E94B-469E-8235-515ADB3CA500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6" name="圖片 115">
            <a:extLst>
              <a:ext uri="{FF2B5EF4-FFF2-40B4-BE49-F238E27FC236}">
                <a16:creationId xmlns:a16="http://schemas.microsoft.com/office/drawing/2014/main" id="{CA9C2526-F3A1-4E61-8924-AFE8EBFAE930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5551326" y="2449815"/>
            <a:ext cx="1080000" cy="1086572"/>
          </a:xfrm>
          <a:prstGeom prst="rect">
            <a:avLst/>
          </a:prstGeom>
        </p:spPr>
      </p:pic>
      <p:pic>
        <p:nvPicPr>
          <p:cNvPr id="119" name="圖片 118">
            <a:extLst>
              <a:ext uri="{FF2B5EF4-FFF2-40B4-BE49-F238E27FC236}">
                <a16:creationId xmlns:a16="http://schemas.microsoft.com/office/drawing/2014/main" id="{33EFD6D9-D950-4FD2-8596-1CC4823073EF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9614761" y="2477873"/>
            <a:ext cx="1080000" cy="1081633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53A6C152-DF96-41EC-B395-7B958F42D2F9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 r="21238"/>
          <a:stretch/>
        </p:blipFill>
        <p:spPr>
          <a:xfrm>
            <a:off x="10641029" y="2683382"/>
            <a:ext cx="257207" cy="745232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BD57C6CF-6DD7-46EF-99F8-35368AB3658D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r="20752" b="50242"/>
          <a:stretch/>
        </p:blipFill>
        <p:spPr>
          <a:xfrm>
            <a:off x="6577470" y="2651100"/>
            <a:ext cx="258795" cy="73914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/>
              <p:nvPr/>
            </p:nvSpPr>
            <p:spPr>
              <a:xfrm>
                <a:off x="6574100" y="2419870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4100" y="2419870"/>
                <a:ext cx="365805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E939F3B7-0D3D-4DBA-80E9-75724853FBE4}"/>
                  </a:ext>
                </a:extLst>
              </p:cNvPr>
              <p:cNvSpPr/>
              <p:nvPr/>
            </p:nvSpPr>
            <p:spPr>
              <a:xfrm>
                <a:off x="10637659" y="2442974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E939F3B7-0D3D-4DBA-80E9-75724853FB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7659" y="2442974"/>
                <a:ext cx="365805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F67CBA2D-B2F3-4A08-A256-8B9709268953}"/>
                  </a:ext>
                </a:extLst>
              </p:cNvPr>
              <p:cNvSpPr txBox="1"/>
              <p:nvPr/>
            </p:nvSpPr>
            <p:spPr>
              <a:xfrm rot="5400000">
                <a:off x="10615400" y="2648110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F67CBA2D-B2F3-4A08-A256-8B9709268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0615400" y="2648110"/>
                <a:ext cx="385849" cy="351901"/>
              </a:xfrm>
              <a:prstGeom prst="rect">
                <a:avLst/>
              </a:prstGeom>
              <a:blipFill>
                <a:blip r:embed="rId22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/>
              <p:nvPr/>
            </p:nvSpPr>
            <p:spPr>
              <a:xfrm rot="5400000">
                <a:off x="6551841" y="2601786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551841" y="2601786"/>
                <a:ext cx="385849" cy="351901"/>
              </a:xfrm>
              <a:prstGeom prst="rect">
                <a:avLst/>
              </a:prstGeom>
              <a:blipFill>
                <a:blip r:embed="rId2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/>
              <p:nvPr/>
            </p:nvSpPr>
            <p:spPr>
              <a:xfrm>
                <a:off x="6487537" y="3273583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7537" y="3273583"/>
                <a:ext cx="538930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59F9068-25E0-426C-96D4-2DEB86172B61}"/>
                  </a:ext>
                </a:extLst>
              </p:cNvPr>
              <p:cNvSpPr/>
              <p:nvPr/>
            </p:nvSpPr>
            <p:spPr>
              <a:xfrm>
                <a:off x="10551096" y="3309387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59F9068-25E0-426C-96D4-2DEB86172B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1096" y="3309387"/>
                <a:ext cx="538930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D7FF5E21-9236-4CA5-9189-C7254E91E630}"/>
              </a:ext>
            </a:extLst>
          </p:cNvPr>
          <p:cNvGrpSpPr/>
          <p:nvPr/>
        </p:nvGrpSpPr>
        <p:grpSpPr>
          <a:xfrm>
            <a:off x="5650765" y="2648313"/>
            <a:ext cx="862094" cy="583304"/>
            <a:chOff x="7047875" y="5232494"/>
            <a:chExt cx="862094" cy="583304"/>
          </a:xfrm>
        </p:grpSpPr>
        <p:grpSp>
          <p:nvGrpSpPr>
            <p:cNvPr id="129" name="群組 128">
              <a:extLst>
                <a:ext uri="{FF2B5EF4-FFF2-40B4-BE49-F238E27FC236}">
                  <a16:creationId xmlns:a16="http://schemas.microsoft.com/office/drawing/2014/main" id="{885A6203-62A4-4ED1-B0A8-49C18553A23D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2" name="箭號: 向右 131">
                <a:extLst>
                  <a:ext uri="{FF2B5EF4-FFF2-40B4-BE49-F238E27FC236}">
                    <a16:creationId xmlns:a16="http://schemas.microsoft.com/office/drawing/2014/main" id="{B75AD03E-DA67-4CF4-B5AD-8A3CA3CFF79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133" name="箭號: 向右 132">
                <a:extLst>
                  <a:ext uri="{FF2B5EF4-FFF2-40B4-BE49-F238E27FC236}">
                    <a16:creationId xmlns:a16="http://schemas.microsoft.com/office/drawing/2014/main" id="{3CE0B0A8-5490-4CDE-BF09-BF5C6FBCAC4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984DA5FA-8C4D-4C74-B747-51A4E4A38171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984DA5FA-8C4D-4C74-B747-51A4E4A38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65317016-1B02-46C9-B7D0-422144596D0A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39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/>
              <p:nvPr/>
            </p:nvSpPr>
            <p:spPr>
              <a:xfrm>
                <a:off x="6082190" y="3246168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2190" y="3246168"/>
                <a:ext cx="711762" cy="276999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/>
              <p:nvPr/>
            </p:nvSpPr>
            <p:spPr>
              <a:xfrm>
                <a:off x="6028408" y="1491573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8408" y="1491573"/>
                <a:ext cx="1684692" cy="447238"/>
              </a:xfrm>
              <a:prstGeom prst="rect">
                <a:avLst/>
              </a:prstGeom>
              <a:blipFill>
                <a:blip r:embed="rId41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67A7B6A7-998D-4164-8811-6FBE3FFA8616}"/>
                  </a:ext>
                </a:extLst>
              </p:cNvPr>
              <p:cNvSpPr/>
              <p:nvPr/>
            </p:nvSpPr>
            <p:spPr>
              <a:xfrm>
                <a:off x="9978053" y="1491573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67A7B6A7-998D-4164-8811-6FBE3FFA86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8053" y="1491573"/>
                <a:ext cx="1684692" cy="447238"/>
              </a:xfrm>
              <a:prstGeom prst="rect">
                <a:avLst/>
              </a:prstGeom>
              <a:blipFill>
                <a:blip r:embed="rId4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7" name="圖片 136">
            <a:extLst>
              <a:ext uri="{FF2B5EF4-FFF2-40B4-BE49-F238E27FC236}">
                <a16:creationId xmlns:a16="http://schemas.microsoft.com/office/drawing/2014/main" id="{E5970F73-FFFC-477F-84C6-DCAB4842EB2F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6960224" y="2457441"/>
            <a:ext cx="1080000" cy="1081629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DE1D43C6-49FA-4427-8817-F93EF51900EB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10968720" y="2475663"/>
            <a:ext cx="1080000" cy="1086526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36462D7E-B109-4FB8-A449-363FEF3C5E8A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009" t="49767"/>
          <a:stretch/>
        </p:blipFill>
        <p:spPr>
          <a:xfrm>
            <a:off x="10934334" y="4471594"/>
            <a:ext cx="1111193" cy="1109605"/>
          </a:xfrm>
          <a:prstGeom prst="rect">
            <a:avLst/>
          </a:prstGeom>
        </p:spPr>
      </p:pic>
      <p:pic>
        <p:nvPicPr>
          <p:cNvPr id="140" name="圖片 139">
            <a:extLst>
              <a:ext uri="{FF2B5EF4-FFF2-40B4-BE49-F238E27FC236}">
                <a16:creationId xmlns:a16="http://schemas.microsoft.com/office/drawing/2014/main" id="{68F2173F-D0DE-4977-B484-1BEAD230CC2D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009" b="49992"/>
          <a:stretch/>
        </p:blipFill>
        <p:spPr>
          <a:xfrm>
            <a:off x="6928833" y="4471594"/>
            <a:ext cx="1111193" cy="1104624"/>
          </a:xfrm>
          <a:prstGeom prst="rect">
            <a:avLst/>
          </a:prstGeom>
        </p:spPr>
      </p:pic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6217E3F8-0867-4184-91B7-60EC61999549}"/>
              </a:ext>
            </a:extLst>
          </p:cNvPr>
          <p:cNvCxnSpPr>
            <a:cxnSpLocks/>
          </p:cNvCxnSpPr>
          <p:nvPr/>
        </p:nvCxnSpPr>
        <p:spPr>
          <a:xfrm>
            <a:off x="9466122" y="1034850"/>
            <a:ext cx="0" cy="58231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092871A7-5515-4556-8DB2-6D035FB30D38}"/>
                  </a:ext>
                </a:extLst>
              </p:cNvPr>
              <p:cNvSpPr/>
              <p:nvPr/>
            </p:nvSpPr>
            <p:spPr>
              <a:xfrm>
                <a:off x="9754327" y="213318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092871A7-5515-4556-8DB2-6D035FB30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327" y="2133184"/>
                <a:ext cx="812017" cy="369332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945CF67D-83AC-4920-947F-3F1F51738CCE}"/>
                  </a:ext>
                </a:extLst>
              </p:cNvPr>
              <p:cNvSpPr/>
              <p:nvPr/>
            </p:nvSpPr>
            <p:spPr>
              <a:xfrm>
                <a:off x="8132293" y="625215"/>
                <a:ext cx="1327356" cy="4070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945CF67D-83AC-4920-947F-3F1F51738C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293" y="625215"/>
                <a:ext cx="1327356" cy="407099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FC6A248C-EBA5-4D8B-ABC0-B6009CC7CD8B}"/>
              </a:ext>
            </a:extLst>
          </p:cNvPr>
          <p:cNvCxnSpPr>
            <a:cxnSpLocks/>
          </p:cNvCxnSpPr>
          <p:nvPr/>
        </p:nvCxnSpPr>
        <p:spPr>
          <a:xfrm>
            <a:off x="8145909" y="1034850"/>
            <a:ext cx="0" cy="58231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0" name="矩形 159">
            <a:extLst>
              <a:ext uri="{FF2B5EF4-FFF2-40B4-BE49-F238E27FC236}">
                <a16:creationId xmlns:a16="http://schemas.microsoft.com/office/drawing/2014/main" id="{169E6CD7-DFD1-4377-A1BC-562FDAC260B3}"/>
              </a:ext>
            </a:extLst>
          </p:cNvPr>
          <p:cNvSpPr/>
          <p:nvPr/>
        </p:nvSpPr>
        <p:spPr>
          <a:xfrm>
            <a:off x="5381753" y="625215"/>
            <a:ext cx="2735581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/>
              <p:nvPr/>
            </p:nvSpPr>
            <p:spPr>
              <a:xfrm>
                <a:off x="4074766" y="625215"/>
                <a:ext cx="1327356" cy="4070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4766" y="625215"/>
                <a:ext cx="1327356" cy="407099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43478E00-861E-498E-8D64-802FCDACFC01}"/>
              </a:ext>
            </a:extLst>
          </p:cNvPr>
          <p:cNvCxnSpPr>
            <a:cxnSpLocks/>
          </p:cNvCxnSpPr>
          <p:nvPr/>
        </p:nvCxnSpPr>
        <p:spPr>
          <a:xfrm>
            <a:off x="5402122" y="1034850"/>
            <a:ext cx="0" cy="58231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DC5E4014-00A2-4C29-B7B2-CC365777A4FC}"/>
              </a:ext>
            </a:extLst>
          </p:cNvPr>
          <p:cNvCxnSpPr>
            <a:cxnSpLocks/>
          </p:cNvCxnSpPr>
          <p:nvPr/>
        </p:nvCxnSpPr>
        <p:spPr>
          <a:xfrm>
            <a:off x="4081909" y="1034850"/>
            <a:ext cx="0" cy="58231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/>
              <p:nvPr/>
            </p:nvSpPr>
            <p:spPr>
              <a:xfrm>
                <a:off x="5990308" y="5855430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0308" y="5855430"/>
                <a:ext cx="1684692" cy="447238"/>
              </a:xfrm>
              <a:prstGeom prst="rect">
                <a:avLst/>
              </a:prstGeom>
              <a:blipFill>
                <a:blip r:embed="rId46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6EC896A5-7C45-4E30-8449-77C967949333}"/>
                  </a:ext>
                </a:extLst>
              </p:cNvPr>
              <p:cNvSpPr/>
              <p:nvPr/>
            </p:nvSpPr>
            <p:spPr>
              <a:xfrm>
                <a:off x="10003453" y="5855430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6EC896A5-7C45-4E30-8449-77C9679493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3453" y="5855430"/>
                <a:ext cx="1684692" cy="447238"/>
              </a:xfrm>
              <a:prstGeom prst="rect">
                <a:avLst/>
              </a:prstGeom>
              <a:blipFill>
                <a:blip r:embed="rId4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/>
              <p:nvPr/>
            </p:nvSpPr>
            <p:spPr>
              <a:xfrm>
                <a:off x="7062842" y="212048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2842" y="2120484"/>
                <a:ext cx="824969" cy="369332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/>
              <p:nvPr/>
            </p:nvSpPr>
            <p:spPr>
              <a:xfrm>
                <a:off x="5682170" y="213318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170" y="2133184"/>
                <a:ext cx="812017" cy="369332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/>
              <p:nvPr/>
            </p:nvSpPr>
            <p:spPr>
              <a:xfrm>
                <a:off x="152227" y="5995822"/>
                <a:ext cx="3823525" cy="646331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ℓ=2</m:t>
                    </m:r>
                  </m:oMath>
                </a14:m>
                <a:r>
                  <a:rPr lang="en-US" altLang="zh-TW" dirty="0">
                    <a:solidFill>
                      <a:srgbClr val="FF0000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excitation </a:t>
                </a:r>
                <a:endParaRPr lang="zh-TW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Tx/>
                  <a:buAutoNum type="arabicPeriod"/>
                </a:pPr>
                <a:r>
                  <a:rPr lang="zh-TW" altLang="en-US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r>
                      <a:rPr lang="en-US" altLang="zh-TW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altLang="zh-TW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rotate the pattern 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7" y="5995822"/>
                <a:ext cx="3823525" cy="64633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6253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圖片 224">
            <a:extLst>
              <a:ext uri="{FF2B5EF4-FFF2-40B4-BE49-F238E27FC236}">
                <a16:creationId xmlns:a16="http://schemas.microsoft.com/office/drawing/2014/main" id="{F88B1479-5316-42A4-8DAB-2F6A1AA9C44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5937" b="8575"/>
          <a:stretch/>
        </p:blipFill>
        <p:spPr>
          <a:xfrm>
            <a:off x="6654409" y="2648041"/>
            <a:ext cx="210021" cy="777875"/>
          </a:xfrm>
          <a:prstGeom prst="rect">
            <a:avLst/>
          </a:prstGeom>
        </p:spPr>
      </p:pic>
      <p:pic>
        <p:nvPicPr>
          <p:cNvPr id="218" name="圖片 217">
            <a:extLst>
              <a:ext uri="{FF2B5EF4-FFF2-40B4-BE49-F238E27FC236}">
                <a16:creationId xmlns:a16="http://schemas.microsoft.com/office/drawing/2014/main" id="{187A9D35-7621-4FBE-8068-4917125D274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731"/>
          <a:stretch/>
        </p:blipFill>
        <p:spPr>
          <a:xfrm>
            <a:off x="5535949" y="2438580"/>
            <a:ext cx="1105451" cy="1089138"/>
          </a:xfrm>
          <a:prstGeom prst="rect">
            <a:avLst/>
          </a:prstGeom>
        </p:spPr>
      </p:pic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19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E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xcitation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manipulation with </a:t>
                </a: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4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1319314" y="214350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314" y="2143504"/>
                <a:ext cx="81201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2632786" y="214350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786" y="2143504"/>
                <a:ext cx="82496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/>
              <p:nvPr/>
            </p:nvSpPr>
            <p:spPr>
              <a:xfrm>
                <a:off x="247667" y="2906178"/>
                <a:ext cx="9300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67" y="2906178"/>
                <a:ext cx="930063" cy="369332"/>
              </a:xfrm>
              <a:prstGeom prst="rect">
                <a:avLst/>
              </a:prstGeom>
              <a:blipFill>
                <a:blip r:embed="rId7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/>
              <p:nvPr/>
            </p:nvSpPr>
            <p:spPr>
              <a:xfrm>
                <a:off x="152227" y="4807292"/>
                <a:ext cx="11031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=−4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7" y="4807292"/>
                <a:ext cx="1103187" cy="369332"/>
              </a:xfrm>
              <a:prstGeom prst="rect">
                <a:avLst/>
              </a:prstGeom>
              <a:blipFill>
                <a:blip r:embed="rId8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矩形 100">
            <a:extLst>
              <a:ext uri="{FF2B5EF4-FFF2-40B4-BE49-F238E27FC236}">
                <a16:creationId xmlns:a16="http://schemas.microsoft.com/office/drawing/2014/main" id="{2085C97F-3F40-42A1-AACD-D1AFDCA2862C}"/>
              </a:ext>
            </a:extLst>
          </p:cNvPr>
          <p:cNvSpPr/>
          <p:nvPr/>
        </p:nvSpPr>
        <p:spPr>
          <a:xfrm>
            <a:off x="2286" y="625215"/>
            <a:ext cx="4067924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8" name="圖片 107">
            <a:extLst>
              <a:ext uri="{FF2B5EF4-FFF2-40B4-BE49-F238E27FC236}">
                <a16:creationId xmlns:a16="http://schemas.microsoft.com/office/drawing/2014/main" id="{224D9A90-4323-49AF-92DF-8E2A74C303E4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7379" b="50923"/>
          <a:stretch/>
        </p:blipFill>
        <p:spPr>
          <a:xfrm>
            <a:off x="5556246" y="4471594"/>
            <a:ext cx="1098721" cy="108406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/>
              <p:nvPr/>
            </p:nvSpPr>
            <p:spPr>
              <a:xfrm>
                <a:off x="6574100" y="2419870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4100" y="2419870"/>
                <a:ext cx="365805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/>
              <p:nvPr/>
            </p:nvSpPr>
            <p:spPr>
              <a:xfrm rot="5400000">
                <a:off x="6551841" y="2601786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551841" y="2601786"/>
                <a:ext cx="385849" cy="351901"/>
              </a:xfrm>
              <a:prstGeom prst="rect">
                <a:avLst/>
              </a:prstGeom>
              <a:blipFill>
                <a:blip r:embed="rId11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/>
              <p:nvPr/>
            </p:nvSpPr>
            <p:spPr>
              <a:xfrm>
                <a:off x="6487537" y="3273583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7537" y="3273583"/>
                <a:ext cx="53893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/>
              <p:nvPr/>
            </p:nvSpPr>
            <p:spPr>
              <a:xfrm>
                <a:off x="6082190" y="3246168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2190" y="3246168"/>
                <a:ext cx="71176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/>
              <p:nvPr/>
            </p:nvSpPr>
            <p:spPr>
              <a:xfrm>
                <a:off x="6028408" y="1491573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8408" y="1491573"/>
                <a:ext cx="1684692" cy="447238"/>
              </a:xfrm>
              <a:prstGeom prst="rect">
                <a:avLst/>
              </a:prstGeom>
              <a:blipFill>
                <a:blip r:embed="rId14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0" name="圖片 139">
            <a:extLst>
              <a:ext uri="{FF2B5EF4-FFF2-40B4-BE49-F238E27FC236}">
                <a16:creationId xmlns:a16="http://schemas.microsoft.com/office/drawing/2014/main" id="{68F2173F-D0DE-4977-B484-1BEAD230CC2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009" b="49992"/>
          <a:stretch/>
        </p:blipFill>
        <p:spPr>
          <a:xfrm>
            <a:off x="6928833" y="4471594"/>
            <a:ext cx="1111193" cy="1104624"/>
          </a:xfrm>
          <a:prstGeom prst="rect">
            <a:avLst/>
          </a:prstGeom>
        </p:spPr>
      </p:pic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FC6A248C-EBA5-4D8B-ABC0-B6009CC7CD8B}"/>
              </a:ext>
            </a:extLst>
          </p:cNvPr>
          <p:cNvCxnSpPr>
            <a:cxnSpLocks/>
          </p:cNvCxnSpPr>
          <p:nvPr/>
        </p:nvCxnSpPr>
        <p:spPr>
          <a:xfrm>
            <a:off x="8136384" y="1034850"/>
            <a:ext cx="0" cy="58231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0" name="矩形 159">
            <a:extLst>
              <a:ext uri="{FF2B5EF4-FFF2-40B4-BE49-F238E27FC236}">
                <a16:creationId xmlns:a16="http://schemas.microsoft.com/office/drawing/2014/main" id="{169E6CD7-DFD1-4377-A1BC-562FDAC260B3}"/>
              </a:ext>
            </a:extLst>
          </p:cNvPr>
          <p:cNvSpPr/>
          <p:nvPr/>
        </p:nvSpPr>
        <p:spPr>
          <a:xfrm>
            <a:off x="5381753" y="625215"/>
            <a:ext cx="2735581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/>
              <p:nvPr/>
            </p:nvSpPr>
            <p:spPr>
              <a:xfrm>
                <a:off x="4074766" y="625215"/>
                <a:ext cx="1327356" cy="4070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4766" y="625215"/>
                <a:ext cx="1327356" cy="40709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43478E00-861E-498E-8D64-802FCDACFC01}"/>
              </a:ext>
            </a:extLst>
          </p:cNvPr>
          <p:cNvCxnSpPr>
            <a:cxnSpLocks/>
          </p:cNvCxnSpPr>
          <p:nvPr/>
        </p:nvCxnSpPr>
        <p:spPr>
          <a:xfrm>
            <a:off x="5402122" y="1034850"/>
            <a:ext cx="0" cy="58231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DC5E4014-00A2-4C29-B7B2-CC365777A4FC}"/>
              </a:ext>
            </a:extLst>
          </p:cNvPr>
          <p:cNvCxnSpPr>
            <a:cxnSpLocks/>
          </p:cNvCxnSpPr>
          <p:nvPr/>
        </p:nvCxnSpPr>
        <p:spPr>
          <a:xfrm>
            <a:off x="4081909" y="1034850"/>
            <a:ext cx="0" cy="58231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/>
              <p:nvPr/>
            </p:nvSpPr>
            <p:spPr>
              <a:xfrm>
                <a:off x="5990308" y="5855430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0308" y="5855430"/>
                <a:ext cx="1684692" cy="447238"/>
              </a:xfrm>
              <a:prstGeom prst="rect">
                <a:avLst/>
              </a:prstGeom>
              <a:blipFill>
                <a:blip r:embed="rId16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/>
              <p:nvPr/>
            </p:nvSpPr>
            <p:spPr>
              <a:xfrm>
                <a:off x="7062842" y="212048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2842" y="2120484"/>
                <a:ext cx="82496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/>
              <p:nvPr/>
            </p:nvSpPr>
            <p:spPr>
              <a:xfrm>
                <a:off x="5682170" y="213318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170" y="2133184"/>
                <a:ext cx="81201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/>
              <p:nvPr/>
            </p:nvSpPr>
            <p:spPr>
              <a:xfrm>
                <a:off x="152227" y="5995822"/>
                <a:ext cx="3823525" cy="646331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dirty="0">
                    <a:solidFill>
                      <a:srgbClr val="FF0000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excitation </a:t>
                </a:r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rotate the pattern </a:t>
                </a:r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7" y="5995822"/>
                <a:ext cx="3823525" cy="64633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4" name="圖片 93">
            <a:extLst>
              <a:ext uri="{FF2B5EF4-FFF2-40B4-BE49-F238E27FC236}">
                <a16:creationId xmlns:a16="http://schemas.microsoft.com/office/drawing/2014/main" id="{E0E1E3E6-CA4E-456D-B7BA-CAD33E1DCD7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77958" y="2489110"/>
            <a:ext cx="1080000" cy="1082241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966B9D76-F63A-457C-A7B5-F506C200CF1A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58118" y="2489110"/>
            <a:ext cx="1080000" cy="1082477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9DCA5A33-F02A-4936-A0F2-9B16093811B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77958" y="4471594"/>
            <a:ext cx="1080000" cy="1082489"/>
          </a:xfrm>
          <a:prstGeom prst="rect">
            <a:avLst/>
          </a:prstGeom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9DEFD1DE-6A17-4E1E-8BF6-00A24C16253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458118" y="4472838"/>
            <a:ext cx="1080000" cy="1080000"/>
          </a:xfrm>
          <a:prstGeom prst="rect">
            <a:avLst/>
          </a:prstGeom>
        </p:spPr>
      </p:pic>
      <p:grpSp>
        <p:nvGrpSpPr>
          <p:cNvPr id="100" name="群組 99">
            <a:extLst>
              <a:ext uri="{FF2B5EF4-FFF2-40B4-BE49-F238E27FC236}">
                <a16:creationId xmlns:a16="http://schemas.microsoft.com/office/drawing/2014/main" id="{7B5AB5EB-FD06-4159-A576-F3552764C9BC}"/>
              </a:ext>
            </a:extLst>
          </p:cNvPr>
          <p:cNvGrpSpPr/>
          <p:nvPr/>
        </p:nvGrpSpPr>
        <p:grpSpPr>
          <a:xfrm>
            <a:off x="1532856" y="2688087"/>
            <a:ext cx="483108" cy="476014"/>
            <a:chOff x="7614758" y="3184204"/>
            <a:chExt cx="483108" cy="476014"/>
          </a:xfrm>
        </p:grpSpPr>
        <p:grpSp>
          <p:nvGrpSpPr>
            <p:cNvPr id="102" name="群組 101">
              <a:extLst>
                <a:ext uri="{FF2B5EF4-FFF2-40B4-BE49-F238E27FC236}">
                  <a16:creationId xmlns:a16="http://schemas.microsoft.com/office/drawing/2014/main" id="{9B05B51C-2ADB-4DBB-9C89-1B71BFC7B3A9}"/>
                </a:ext>
              </a:extLst>
            </p:cNvPr>
            <p:cNvGrpSpPr/>
            <p:nvPr/>
          </p:nvGrpSpPr>
          <p:grpSpPr>
            <a:xfrm>
              <a:off x="7776064" y="3449761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06" name="箭號: 向右 105">
                <a:extLst>
                  <a:ext uri="{FF2B5EF4-FFF2-40B4-BE49-F238E27FC236}">
                    <a16:creationId xmlns:a16="http://schemas.microsoft.com/office/drawing/2014/main" id="{3628C684-A73D-474F-BDC9-DB85F3DCBA56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箭號: 向右 106">
                <a:extLst>
                  <a:ext uri="{FF2B5EF4-FFF2-40B4-BE49-F238E27FC236}">
                    <a16:creationId xmlns:a16="http://schemas.microsoft.com/office/drawing/2014/main" id="{29329D51-B0BD-49E7-9737-1AB50E52001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AD71B0E5-5880-4F21-908A-FFEFCB651160}"/>
                    </a:ext>
                  </a:extLst>
                </p:cNvPr>
                <p:cNvSpPr txBox="1"/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AD71B0E5-5880-4F21-908A-FFEFCB651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5" name="文字方塊 104">
                  <a:extLst>
                    <a:ext uri="{FF2B5EF4-FFF2-40B4-BE49-F238E27FC236}">
                      <a16:creationId xmlns:a16="http://schemas.microsoft.com/office/drawing/2014/main" id="{00497E93-CDD1-488E-8DE9-B0F9EFF28E51}"/>
                    </a:ext>
                  </a:extLst>
                </p:cNvPr>
                <p:cNvSpPr txBox="1"/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5" name="文字方塊 104">
                  <a:extLst>
                    <a:ext uri="{FF2B5EF4-FFF2-40B4-BE49-F238E27FC236}">
                      <a16:creationId xmlns:a16="http://schemas.microsoft.com/office/drawing/2014/main" id="{00497E93-CDD1-488E-8DE9-B0F9EFF28E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41582D57-5C8D-40C6-B487-971CE72029D9}"/>
                  </a:ext>
                </a:extLst>
              </p:cNvPr>
              <p:cNvSpPr txBox="1"/>
              <p:nvPr/>
            </p:nvSpPr>
            <p:spPr>
              <a:xfrm>
                <a:off x="1035278" y="3243798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41582D57-5C8D-40C6-B487-971CE7202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278" y="3243798"/>
                <a:ext cx="711762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7" name="圖片 156">
            <a:extLst>
              <a:ext uri="{FF2B5EF4-FFF2-40B4-BE49-F238E27FC236}">
                <a16:creationId xmlns:a16="http://schemas.microsoft.com/office/drawing/2014/main" id="{9F284089-7286-450C-B05F-D3CEBBF44C3E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987" b="70339"/>
          <a:stretch/>
        </p:blipFill>
        <p:spPr>
          <a:xfrm>
            <a:off x="2260941" y="2618816"/>
            <a:ext cx="184223" cy="8424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12C2E648-4254-411B-84C7-6E0138EC56E2}"/>
                  </a:ext>
                </a:extLst>
              </p:cNvPr>
              <p:cNvSpPr txBox="1"/>
              <p:nvPr/>
            </p:nvSpPr>
            <p:spPr>
              <a:xfrm rot="5400000">
                <a:off x="2160127" y="2998182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12C2E648-4254-411B-84C7-6E0138EC5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60127" y="2998182"/>
                <a:ext cx="385849" cy="351901"/>
              </a:xfrm>
              <a:prstGeom prst="rect">
                <a:avLst/>
              </a:prstGeom>
              <a:blipFill>
                <a:blip r:embed="rId2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2E3AF4AC-A435-4B45-819F-1A4D87215462}"/>
                  </a:ext>
                </a:extLst>
              </p:cNvPr>
              <p:cNvSpPr/>
              <p:nvPr/>
            </p:nvSpPr>
            <p:spPr>
              <a:xfrm>
                <a:off x="2192964" y="2341035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2E3AF4AC-A435-4B45-819F-1A4D872154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2964" y="2341035"/>
                <a:ext cx="365805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C30D0D81-86BD-468B-840D-7BB13F50203F}"/>
                  </a:ext>
                </a:extLst>
              </p:cNvPr>
              <p:cNvSpPr/>
              <p:nvPr/>
            </p:nvSpPr>
            <p:spPr>
              <a:xfrm>
                <a:off x="2120472" y="3357035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C30D0D81-86BD-468B-840D-7BB13F5020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0472" y="3357035"/>
                <a:ext cx="538930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22E99C5E-67DC-447C-8B67-39C755A2A8C6}"/>
                  </a:ext>
                </a:extLst>
              </p:cNvPr>
              <p:cNvSpPr/>
              <p:nvPr/>
            </p:nvSpPr>
            <p:spPr>
              <a:xfrm>
                <a:off x="4006961" y="3613451"/>
                <a:ext cx="1632238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22E99C5E-67DC-447C-8B67-39C755A2A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961" y="3613451"/>
                <a:ext cx="1632238" cy="407099"/>
              </a:xfrm>
              <a:prstGeom prst="rect">
                <a:avLst/>
              </a:prstGeom>
              <a:blipFill>
                <a:blip r:embed="rId31"/>
                <a:stretch>
                  <a:fillRect t="-4478" r="-85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4" name="圖片 173">
            <a:extLst>
              <a:ext uri="{FF2B5EF4-FFF2-40B4-BE49-F238E27FC236}">
                <a16:creationId xmlns:a16="http://schemas.microsoft.com/office/drawing/2014/main" id="{F9A5E04C-2FAA-495D-9B83-8E8600EC15A9}"/>
              </a:ext>
            </a:extLst>
          </p:cNvPr>
          <p:cNvPicPr>
            <a:picLocks noChangeAspect="1"/>
          </p:cNvPicPr>
          <p:nvPr/>
        </p:nvPicPr>
        <p:blipFill rotWithShape="1">
          <a:blip r:embed="rId32"/>
          <a:srcRect r="67430"/>
          <a:stretch/>
        </p:blipFill>
        <p:spPr>
          <a:xfrm>
            <a:off x="5553810" y="4465757"/>
            <a:ext cx="1105234" cy="1102147"/>
          </a:xfrm>
          <a:prstGeom prst="rect">
            <a:avLst/>
          </a:prstGeom>
        </p:spPr>
      </p:pic>
      <p:pic>
        <p:nvPicPr>
          <p:cNvPr id="175" name="圖片 174">
            <a:extLst>
              <a:ext uri="{FF2B5EF4-FFF2-40B4-BE49-F238E27FC236}">
                <a16:creationId xmlns:a16="http://schemas.microsoft.com/office/drawing/2014/main" id="{9F90AEB0-54D7-491C-879E-3D92C508C388}"/>
              </a:ext>
            </a:extLst>
          </p:cNvPr>
          <p:cNvPicPr>
            <a:picLocks noChangeAspect="1"/>
          </p:cNvPicPr>
          <p:nvPr/>
        </p:nvPicPr>
        <p:blipFill rotWithShape="1">
          <a:blip r:embed="rId32"/>
          <a:srcRect l="67429"/>
          <a:stretch/>
        </p:blipFill>
        <p:spPr>
          <a:xfrm>
            <a:off x="6965697" y="4465757"/>
            <a:ext cx="1105276" cy="11021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文字方塊 209">
                <a:extLst>
                  <a:ext uri="{FF2B5EF4-FFF2-40B4-BE49-F238E27FC236}">
                    <a16:creationId xmlns:a16="http://schemas.microsoft.com/office/drawing/2014/main" id="{C0D0F6AF-0ECC-4746-B7A2-E5611167AE95}"/>
                  </a:ext>
                </a:extLst>
              </p:cNvPr>
              <p:cNvSpPr txBox="1"/>
              <p:nvPr/>
            </p:nvSpPr>
            <p:spPr>
              <a:xfrm>
                <a:off x="6082813" y="3243167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0" name="文字方塊 209">
                <a:extLst>
                  <a:ext uri="{FF2B5EF4-FFF2-40B4-BE49-F238E27FC236}">
                    <a16:creationId xmlns:a16="http://schemas.microsoft.com/office/drawing/2014/main" id="{C0D0F6AF-0ECC-4746-B7A2-E5611167A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2813" y="3243167"/>
                <a:ext cx="711762" cy="276999"/>
              </a:xfrm>
              <a:prstGeom prst="rect">
                <a:avLst/>
              </a:prstGeom>
              <a:blipFill>
                <a:blip r:embed="rId33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7" name="圖片 216">
            <a:extLst>
              <a:ext uri="{FF2B5EF4-FFF2-40B4-BE49-F238E27FC236}">
                <a16:creationId xmlns:a16="http://schemas.microsoft.com/office/drawing/2014/main" id="{F524C450-795D-435D-977F-41623B718A2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398"/>
          <a:stretch/>
        </p:blipFill>
        <p:spPr>
          <a:xfrm>
            <a:off x="6952867" y="2468539"/>
            <a:ext cx="1080000" cy="1078659"/>
          </a:xfrm>
          <a:prstGeom prst="rect">
            <a:avLst/>
          </a:prstGeom>
        </p:spPr>
      </p:pic>
      <p:grpSp>
        <p:nvGrpSpPr>
          <p:cNvPr id="219" name="群組 218">
            <a:extLst>
              <a:ext uri="{FF2B5EF4-FFF2-40B4-BE49-F238E27FC236}">
                <a16:creationId xmlns:a16="http://schemas.microsoft.com/office/drawing/2014/main" id="{07CEE48E-47C7-4C56-B12D-39D0B5746F7E}"/>
              </a:ext>
            </a:extLst>
          </p:cNvPr>
          <p:cNvGrpSpPr/>
          <p:nvPr/>
        </p:nvGrpSpPr>
        <p:grpSpPr>
          <a:xfrm>
            <a:off x="5644243" y="2563240"/>
            <a:ext cx="855744" cy="627754"/>
            <a:chOff x="7054225" y="5188044"/>
            <a:chExt cx="855744" cy="627754"/>
          </a:xfrm>
        </p:grpSpPr>
        <p:grpSp>
          <p:nvGrpSpPr>
            <p:cNvPr id="220" name="群組 219">
              <a:extLst>
                <a:ext uri="{FF2B5EF4-FFF2-40B4-BE49-F238E27FC236}">
                  <a16:creationId xmlns:a16="http://schemas.microsoft.com/office/drawing/2014/main" id="{F3BAC1EE-342C-461E-943A-2FDAE609BE2A}"/>
                </a:ext>
              </a:extLst>
            </p:cNvPr>
            <p:cNvGrpSpPr/>
            <p:nvPr/>
          </p:nvGrpSpPr>
          <p:grpSpPr>
            <a:xfrm>
              <a:off x="7449729" y="5439533"/>
              <a:ext cx="188539" cy="180863"/>
              <a:chOff x="1373392" y="2391859"/>
              <a:chExt cx="479433" cy="476538"/>
            </a:xfrm>
          </p:grpSpPr>
          <p:sp>
            <p:nvSpPr>
              <p:cNvPr id="223" name="箭號: 向右 222">
                <a:extLst>
                  <a:ext uri="{FF2B5EF4-FFF2-40B4-BE49-F238E27FC236}">
                    <a16:creationId xmlns:a16="http://schemas.microsoft.com/office/drawing/2014/main" id="{AAF6881A-1494-4BCE-858D-8AFE361FCE2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24" name="箭號: 向右 223">
                <a:extLst>
                  <a:ext uri="{FF2B5EF4-FFF2-40B4-BE49-F238E27FC236}">
                    <a16:creationId xmlns:a16="http://schemas.microsoft.com/office/drawing/2014/main" id="{B1AF565F-D91F-4BBC-8C04-56E5587D63F9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21CB72C8-E4A0-4784-9028-4F1DC198D931}"/>
                    </a:ext>
                  </a:extLst>
                </p:cNvPr>
                <p:cNvSpPr txBox="1"/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21CB72C8-E4A0-4784-9028-4F1DC198D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blipFill>
                  <a:blip r:embed="rId34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D316B539-E5AF-45AC-BD95-BA317E273588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35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矩形 225">
                <a:extLst>
                  <a:ext uri="{FF2B5EF4-FFF2-40B4-BE49-F238E27FC236}">
                    <a16:creationId xmlns:a16="http://schemas.microsoft.com/office/drawing/2014/main" id="{38B7255D-E33C-462D-ABCC-B98B2582B6E5}"/>
                  </a:ext>
                </a:extLst>
              </p:cNvPr>
              <p:cNvSpPr/>
              <p:nvPr/>
            </p:nvSpPr>
            <p:spPr>
              <a:xfrm>
                <a:off x="8392302" y="3519869"/>
                <a:ext cx="3498073" cy="8335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90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TW" sz="1900" b="1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,ℓ,</m:t>
                              </m:r>
                              <m:sSup>
                                <m:sSup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9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6" name="矩形 225">
                <a:extLst>
                  <a:ext uri="{FF2B5EF4-FFF2-40B4-BE49-F238E27FC236}">
                    <a16:creationId xmlns:a16="http://schemas.microsoft.com/office/drawing/2014/main" id="{38B7255D-E33C-462D-ABCC-B98B2582B6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302" y="3519869"/>
                <a:ext cx="3498073" cy="83356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7" name="矩形 226">
            <a:extLst>
              <a:ext uri="{FF2B5EF4-FFF2-40B4-BE49-F238E27FC236}">
                <a16:creationId xmlns:a16="http://schemas.microsoft.com/office/drawing/2014/main" id="{61AAB479-2FB8-471B-8431-4456086138B1}"/>
              </a:ext>
            </a:extLst>
          </p:cNvPr>
          <p:cNvSpPr/>
          <p:nvPr/>
        </p:nvSpPr>
        <p:spPr>
          <a:xfrm>
            <a:off x="8121890" y="625215"/>
            <a:ext cx="4070110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1B210E55-6A25-4B34-91E9-7D63E6479642}"/>
              </a:ext>
            </a:extLst>
          </p:cNvPr>
          <p:cNvSpPr txBox="1"/>
          <p:nvPr/>
        </p:nvSpPr>
        <p:spPr>
          <a:xfrm>
            <a:off x="8473944" y="2928724"/>
            <a:ext cx="3403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 can be evaluate through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7940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20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E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xcitation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manipulation with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/>
              <p:nvPr/>
            </p:nvSpPr>
            <p:spPr>
              <a:xfrm>
                <a:off x="10320574" y="7161996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0574" y="7161996"/>
                <a:ext cx="699886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10926108" y="6879904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3702B7D3-F74C-4405-8743-458F041D7302}"/>
              </a:ext>
            </a:extLst>
          </p:cNvPr>
          <p:cNvGrpSpPr/>
          <p:nvPr/>
        </p:nvGrpSpPr>
        <p:grpSpPr>
          <a:xfrm>
            <a:off x="2137954" y="1582162"/>
            <a:ext cx="7916093" cy="4008506"/>
            <a:chOff x="4232429" y="3160494"/>
            <a:chExt cx="7238596" cy="3665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EECBD170-26B3-4F5D-9E7A-515984A96A6A}"/>
                    </a:ext>
                  </a:extLst>
                </p:cNvPr>
                <p:cNvSpPr txBox="1"/>
                <p:nvPr/>
              </p:nvSpPr>
              <p:spPr>
                <a:xfrm>
                  <a:off x="6018973" y="6509038"/>
                  <a:ext cx="475458" cy="3168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" name="文字方塊 108">
                  <a:extLst>
                    <a:ext uri="{FF2B5EF4-FFF2-40B4-BE49-F238E27FC236}">
                      <a16:creationId xmlns:a16="http://schemas.microsoft.com/office/drawing/2014/main" id="{06DA15B4-8F2C-43D5-A117-FF3501D41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8973" y="6509038"/>
                  <a:ext cx="475458" cy="316895"/>
                </a:xfrm>
                <a:prstGeom prst="rect">
                  <a:avLst/>
                </a:prstGeom>
                <a:blipFill>
                  <a:blip r:embed="rId22"/>
                  <a:stretch>
                    <a:fillRect b="-2115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0E2C565B-A9B1-4034-9DEA-FBF0B99415BF}"/>
                    </a:ext>
                  </a:extLst>
                </p:cNvPr>
                <p:cNvSpPr txBox="1"/>
                <p:nvPr/>
              </p:nvSpPr>
              <p:spPr>
                <a:xfrm>
                  <a:off x="10498534" y="6509038"/>
                  <a:ext cx="475458" cy="3168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0ED1499D-8379-4527-A292-934F82EE36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98534" y="6509038"/>
                  <a:ext cx="475458" cy="316895"/>
                </a:xfrm>
                <a:prstGeom prst="rect">
                  <a:avLst/>
                </a:prstGeom>
                <a:blipFill>
                  <a:blip r:embed="rId23"/>
                  <a:stretch>
                    <a:fillRect b="-2115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114EC926-E8AB-4CEB-B99A-1BC2F5F79040}"/>
                    </a:ext>
                  </a:extLst>
                </p:cNvPr>
                <p:cNvSpPr txBox="1"/>
                <p:nvPr/>
              </p:nvSpPr>
              <p:spPr>
                <a:xfrm>
                  <a:off x="7512160" y="6509038"/>
                  <a:ext cx="475458" cy="3168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1" name="文字方塊 110">
                  <a:extLst>
                    <a:ext uri="{FF2B5EF4-FFF2-40B4-BE49-F238E27FC236}">
                      <a16:creationId xmlns:a16="http://schemas.microsoft.com/office/drawing/2014/main" id="{7767341F-5893-4FC9-9312-0283E97DB9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2160" y="6509038"/>
                  <a:ext cx="475458" cy="316895"/>
                </a:xfrm>
                <a:prstGeom prst="rect">
                  <a:avLst/>
                </a:prstGeom>
                <a:blipFill>
                  <a:blip r:embed="rId24"/>
                  <a:stretch>
                    <a:fillRect b="-2115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5205065B-61F6-411D-8CA8-BB6CB70AB514}"/>
                    </a:ext>
                  </a:extLst>
                </p:cNvPr>
                <p:cNvSpPr txBox="1"/>
                <p:nvPr/>
              </p:nvSpPr>
              <p:spPr>
                <a:xfrm>
                  <a:off x="9005347" y="6509038"/>
                  <a:ext cx="475458" cy="3168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84B0168E-A4EE-45D6-A974-63C4A204B1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5347" y="6509038"/>
                  <a:ext cx="475458" cy="316895"/>
                </a:xfrm>
                <a:prstGeom prst="rect">
                  <a:avLst/>
                </a:prstGeom>
                <a:blipFill>
                  <a:blip r:embed="rId25"/>
                  <a:stretch>
                    <a:fillRect b="-2115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F3B58AD5-C707-47B6-A79C-C612522FA914}"/>
                </a:ext>
              </a:extLst>
            </p:cNvPr>
            <p:cNvSpPr/>
            <p:nvPr/>
          </p:nvSpPr>
          <p:spPr>
            <a:xfrm>
              <a:off x="4351905" y="5503559"/>
              <a:ext cx="7089764" cy="938550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19F19814-6A2E-4551-B71D-CF4A9A8B8B76}"/>
                </a:ext>
              </a:extLst>
            </p:cNvPr>
            <p:cNvSpPr/>
            <p:nvPr/>
          </p:nvSpPr>
          <p:spPr>
            <a:xfrm>
              <a:off x="4351906" y="4569602"/>
              <a:ext cx="7089765" cy="938550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B987A681-4CFD-47D7-BFEB-8873D3DEA5EB}"/>
                </a:ext>
              </a:extLst>
            </p:cNvPr>
            <p:cNvSpPr/>
            <p:nvPr/>
          </p:nvSpPr>
          <p:spPr>
            <a:xfrm>
              <a:off x="4351906" y="3635645"/>
              <a:ext cx="7089765" cy="938550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DA6C047E-B0D7-4A57-B3D1-96ABB8CB2D2D}"/>
                    </a:ext>
                  </a:extLst>
                </p:cNvPr>
                <p:cNvSpPr txBox="1"/>
                <p:nvPr/>
              </p:nvSpPr>
              <p:spPr>
                <a:xfrm>
                  <a:off x="4399408" y="5794229"/>
                  <a:ext cx="1075699" cy="4343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DA6C047E-B0D7-4A57-B3D1-96ABB8CB2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9408" y="5794229"/>
                  <a:ext cx="1075699" cy="434365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80D4D26-8A05-4D7A-8903-EB7F18DC7A64}"/>
                    </a:ext>
                  </a:extLst>
                </p:cNvPr>
                <p:cNvSpPr txBox="1"/>
                <p:nvPr/>
              </p:nvSpPr>
              <p:spPr>
                <a:xfrm>
                  <a:off x="4399408" y="3913024"/>
                  <a:ext cx="1075699" cy="4343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80D4D26-8A05-4D7A-8903-EB7F18DC7A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9408" y="3913024"/>
                  <a:ext cx="1075699" cy="434365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82DCF571-4641-4F3F-9B48-60DC1096661A}"/>
                    </a:ext>
                  </a:extLst>
                </p:cNvPr>
                <p:cNvSpPr txBox="1"/>
                <p:nvPr/>
              </p:nvSpPr>
              <p:spPr>
                <a:xfrm>
                  <a:off x="4232429" y="4853628"/>
                  <a:ext cx="1409655" cy="4343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/2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82DCF571-4641-4F3F-9B48-60DC10966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2429" y="4853628"/>
                  <a:ext cx="1409655" cy="434365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6D2CE5C5-A662-43EF-BF1B-835368B14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66040" y="3566898"/>
              <a:ext cx="6004985" cy="30024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4C78891-46DA-4EA9-A0C6-D8E1D83991A4}"/>
                    </a:ext>
                  </a:extLst>
                </p:cNvPr>
                <p:cNvSpPr txBox="1"/>
                <p:nvPr/>
              </p:nvSpPr>
              <p:spPr>
                <a:xfrm rot="16200000">
                  <a:off x="5207159" y="6195321"/>
                  <a:ext cx="369220" cy="2760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2" name="文字方塊 121">
                  <a:extLst>
                    <a:ext uri="{FF2B5EF4-FFF2-40B4-BE49-F238E27FC236}">
                      <a16:creationId xmlns:a16="http://schemas.microsoft.com/office/drawing/2014/main" id="{D05C1F4B-DE4F-4E90-AEDE-88CB6633D7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207159" y="6195321"/>
                  <a:ext cx="369220" cy="276045"/>
                </a:xfrm>
                <a:prstGeom prst="rect">
                  <a:avLst/>
                </a:prstGeom>
                <a:blipFill>
                  <a:blip r:embed="rId30"/>
                  <a:stretch>
                    <a:fillRect t="-18033" r="-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BAC06CA4-F327-4A0B-81DB-7541984E7514}"/>
                    </a:ext>
                  </a:extLst>
                </p:cNvPr>
                <p:cNvSpPr/>
                <p:nvPr/>
              </p:nvSpPr>
              <p:spPr>
                <a:xfrm>
                  <a:off x="5690444" y="3161520"/>
                  <a:ext cx="1111458" cy="42562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−ℓ</m:t>
                            </m:r>
                          </m:sub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4" name="矩形 153">
                  <a:extLst>
                    <a:ext uri="{FF2B5EF4-FFF2-40B4-BE49-F238E27FC236}">
                      <a16:creationId xmlns:a16="http://schemas.microsoft.com/office/drawing/2014/main" id="{FF8B219B-CBAA-4B7F-814B-3D8B815C5B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0444" y="3161520"/>
                  <a:ext cx="1111458" cy="42562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22D45E2F-64E6-40F5-B543-ECD7D1D4AB3A}"/>
                    </a:ext>
                  </a:extLst>
                </p:cNvPr>
                <p:cNvSpPr/>
                <p:nvPr/>
              </p:nvSpPr>
              <p:spPr>
                <a:xfrm>
                  <a:off x="7236476" y="3162257"/>
                  <a:ext cx="1111458" cy="42562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,ℓ,−1,−ℓ</m:t>
                            </m:r>
                          </m:sub>
                          <m:sup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7" name="矩形 176">
                  <a:extLst>
                    <a:ext uri="{FF2B5EF4-FFF2-40B4-BE49-F238E27FC236}">
                      <a16:creationId xmlns:a16="http://schemas.microsoft.com/office/drawing/2014/main" id="{F513D979-CF9B-4B09-A88B-E2EB455BBD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6476" y="3162257"/>
                  <a:ext cx="1111458" cy="42562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2D7270A9-4F55-4FD6-AFEF-0D0F083C3DF8}"/>
                    </a:ext>
                  </a:extLst>
                </p:cNvPr>
                <p:cNvSpPr/>
                <p:nvPr/>
              </p:nvSpPr>
              <p:spPr>
                <a:xfrm>
                  <a:off x="8755962" y="3162257"/>
                  <a:ext cx="1111458" cy="42562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,ℓ,−1,−ℓ</m:t>
                            </m:r>
                          </m:sub>
                          <m:sup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p>
                        </m:sSubSup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8" name="矩形 177">
                  <a:extLst>
                    <a:ext uri="{FF2B5EF4-FFF2-40B4-BE49-F238E27FC236}">
                      <a16:creationId xmlns:a16="http://schemas.microsoft.com/office/drawing/2014/main" id="{EDF20DEF-4D80-4D47-83AF-6D3655E468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5962" y="3162257"/>
                  <a:ext cx="1111458" cy="42562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A788C4D9-D5E8-4B10-899B-EB719A998488}"/>
                    </a:ext>
                  </a:extLst>
                </p:cNvPr>
                <p:cNvSpPr/>
                <p:nvPr/>
              </p:nvSpPr>
              <p:spPr>
                <a:xfrm>
                  <a:off x="10149594" y="3160494"/>
                  <a:ext cx="1111458" cy="42768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,ℓ,−1,−ℓ</m:t>
                            </m:r>
                          </m:sub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sup>
                        </m:sSubSup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9" name="矩形 178">
                  <a:extLst>
                    <a:ext uri="{FF2B5EF4-FFF2-40B4-BE49-F238E27FC236}">
                      <a16:creationId xmlns:a16="http://schemas.microsoft.com/office/drawing/2014/main" id="{63A5B403-EDDC-4E92-81D1-B45DFEC1DC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49594" y="3160494"/>
                  <a:ext cx="1111458" cy="427681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2D6C6AEE-0C68-45C1-8352-C23945A5918F}"/>
                  </a:ext>
                </a:extLst>
              </p:cNvPr>
              <p:cNvSpPr txBox="1"/>
              <p:nvPr/>
            </p:nvSpPr>
            <p:spPr>
              <a:xfrm>
                <a:off x="4047227" y="5978824"/>
                <a:ext cx="40975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VVB with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1, 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ℓ,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zh-TW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2D6C6AEE-0C68-45C1-8352-C23945A59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7227" y="5978824"/>
                <a:ext cx="4097547" cy="369332"/>
              </a:xfrm>
              <a:prstGeom prst="rect">
                <a:avLst/>
              </a:prstGeom>
              <a:blipFill>
                <a:blip r:embed="rId35"/>
                <a:stretch>
                  <a:fillRect l="-298" t="-10000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C5C8C957-3865-45EA-9F26-24F88EE173D3}"/>
                  </a:ext>
                </a:extLst>
              </p:cNvPr>
              <p:cNvSpPr txBox="1"/>
              <p:nvPr/>
            </p:nvSpPr>
            <p:spPr>
              <a:xfrm>
                <a:off x="1871426" y="6311368"/>
                <a:ext cx="84491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Only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zh-TW" altLang="en-US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can </a:t>
                </a:r>
                <a:r>
                  <a:rPr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ℓ=2</m:t>
                    </m:r>
                  </m:oMath>
                </a14:m>
                <a:r>
                  <a:rPr lang="zh-TW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</a:t>
                </a:r>
                <a:r>
                  <a:rPr lang="en-US" altLang="zh-TW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enable</a:t>
                </a:r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excitation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manipulation with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C5C8C957-3865-45EA-9F26-24F88EE17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1426" y="6311368"/>
                <a:ext cx="8449148" cy="369332"/>
              </a:xfrm>
              <a:prstGeom prst="rect">
                <a:avLst/>
              </a:prstGeom>
              <a:blipFill>
                <a:blip r:embed="rId36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81539DD-E3C8-4AF3-A342-34D7DE9776AD}"/>
                  </a:ext>
                </a:extLst>
              </p:cNvPr>
              <p:cNvSpPr/>
              <p:nvPr/>
            </p:nvSpPr>
            <p:spPr>
              <a:xfrm>
                <a:off x="3260224" y="773311"/>
                <a:ext cx="5671553" cy="494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:r>
                  <a:rPr lang="en-US" altLang="zh-TW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transition rate </a:t>
                </a:r>
                <a:r>
                  <a:rPr lang="en-US" altLang="zh-TW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9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9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,ℓ,</m:t>
                        </m:r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d>
                      <m:dPr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,</m:t>
                        </m:r>
                      </m:e>
                    </m:d>
                    <m:r>
                      <a:rPr lang="en-US" altLang="zh-TW" sz="1900" b="1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1900" b="1" i="1">
                            <a:latin typeface="Cambria Math" panose="02040503050406030204" pitchFamily="18" charset="0"/>
                          </a:rPr>
                          <m:t>𝑸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TW" sz="1900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nary>
                  </m:oMath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81539DD-E3C8-4AF3-A342-34D7DE977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224" y="773311"/>
                <a:ext cx="5671553" cy="494110"/>
              </a:xfrm>
              <a:prstGeom prst="rect">
                <a:avLst/>
              </a:prstGeom>
              <a:blipFill>
                <a:blip r:embed="rId37"/>
                <a:stretch>
                  <a:fillRect l="-1075" t="-82716" b="-1296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5682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21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內容版面配置區 6">
                <a:extLst>
                  <a:ext uri="{FF2B5EF4-FFF2-40B4-BE49-F238E27FC236}">
                    <a16:creationId xmlns:a16="http://schemas.microsoft.com/office/drawing/2014/main" id="{4E11C54D-8219-4086-BCE5-EB57048EED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3700" y="947943"/>
                <a:ext cx="11404600" cy="55818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Summary :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TAM difference and OAM difference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independently determine the angular geometry of the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and transverse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components, manifested as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intensity and polarization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distributions, respectively. This governing rule remains valid beyond the equal-OAM condition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provided that the constituent beams maintain sufficient spatial overlap.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Matching between the optical angular geometry and the orientation of exciton transition dipole moments enables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directional momentum-selective excitation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excitons in center-of-mass momentum space.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relative phase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generally rotates the optical angular geometry and the corresponding transition-rate distribution. Under the special condition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ℓ=2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</a:t>
                </a:r>
                <a:r>
                  <a:rPr lang="en-US" altLang="zh-TW" sz="20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however, it acts as an on/off switch for exciton excitation.</a:t>
                </a:r>
              </a:p>
              <a:p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Outlook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Selective excitation of excitons : Observe the evolution of exciton populations generated by tailored vector vortex beams through time-resolved photoluminescence imaging.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Exciton wave packets : Vector vortex beams actually carry average angular momentum in their phase, which can be further utilized to engineer exciton wave packets.</a:t>
                </a:r>
              </a:p>
              <a:p>
                <a:pPr marL="0" indent="0">
                  <a:buNone/>
                </a:pPr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內容版面配置區 6">
                <a:extLst>
                  <a:ext uri="{FF2B5EF4-FFF2-40B4-BE49-F238E27FC236}">
                    <a16:creationId xmlns:a16="http://schemas.microsoft.com/office/drawing/2014/main" id="{4E11C54D-8219-4086-BCE5-EB57048EED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3700" y="947943"/>
                <a:ext cx="11404600" cy="5581803"/>
              </a:xfrm>
              <a:blipFill>
                <a:blip r:embed="rId2"/>
                <a:stretch>
                  <a:fillRect l="-588" t="-1202" r="-2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599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30334</TotalTime>
  <Words>1926</Words>
  <Application>Microsoft Office PowerPoint</Application>
  <PresentationFormat>寬螢幕</PresentationFormat>
  <Paragraphs>540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9" baseType="lpstr">
      <vt:lpstr>inherit</vt:lpstr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954</cp:revision>
  <dcterms:created xsi:type="dcterms:W3CDTF">2026-05-29T06:10:36Z</dcterms:created>
  <dcterms:modified xsi:type="dcterms:W3CDTF">2026-07-26T14:36:26Z</dcterms:modified>
</cp:coreProperties>
</file>