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7" r:id="rId2"/>
    <p:sldId id="405" r:id="rId3"/>
    <p:sldId id="435" r:id="rId4"/>
    <p:sldId id="259" r:id="rId5"/>
    <p:sldId id="415" r:id="rId6"/>
    <p:sldId id="427" r:id="rId7"/>
    <p:sldId id="426" r:id="rId8"/>
    <p:sldId id="425" r:id="rId9"/>
    <p:sldId id="402" r:id="rId10"/>
    <p:sldId id="422" r:id="rId11"/>
    <p:sldId id="428" r:id="rId12"/>
    <p:sldId id="262" r:id="rId13"/>
    <p:sldId id="430" r:id="rId14"/>
    <p:sldId id="432" r:id="rId15"/>
    <p:sldId id="434" r:id="rId16"/>
    <p:sldId id="437" r:id="rId17"/>
    <p:sldId id="442" r:id="rId18"/>
    <p:sldId id="443" r:id="rId19"/>
    <p:sldId id="436" r:id="rId20"/>
    <p:sldId id="264" r:id="rId21"/>
    <p:sldId id="444" r:id="rId2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ycugpu" initials="n" lastIdx="0" clrIdx="0">
    <p:extLst>
      <p:ext uri="{19B8F6BF-5375-455C-9EA6-DF929625EA0E}">
        <p15:presenceInfo xmlns:p15="http://schemas.microsoft.com/office/powerpoint/2012/main" userId="067ceecb8ce0afd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FFFFFF"/>
    <a:srgbClr val="000000"/>
    <a:srgbClr val="F67C2A"/>
    <a:srgbClr val="39FF14"/>
    <a:srgbClr val="DEDEDE"/>
    <a:srgbClr val="595959"/>
    <a:srgbClr val="F67C29"/>
    <a:srgbClr val="FF9933"/>
    <a:srgbClr val="FFB5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11" autoAdjust="0"/>
    <p:restoredTop sz="91335" autoAdjust="0"/>
  </p:normalViewPr>
  <p:slideViewPr>
    <p:cSldViewPr snapToGrid="0">
      <p:cViewPr>
        <p:scale>
          <a:sx n="100" d="100"/>
          <a:sy n="100" d="100"/>
        </p:scale>
        <p:origin x="300" y="-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D58890FC-0E3C-4C7F-A446-14BA862BBA7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CCFFCC2-1A90-43CE-99E6-F48860C54E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94A7B6-1C40-4E50-A661-C1BB58DFEE8B}" type="datetimeFigureOut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FD85880-5A8C-4D97-864E-344E276004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F195ECA-E42C-42A9-929A-C5CC94E880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48F779-79CD-4108-A2AD-022A92E9A3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2022619"/>
      </p:ext>
    </p:extLst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FA95AB-11A6-4F50-981D-2F517B9BD07B}" type="datetimeFigureOut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853A02-615E-438C-A6CE-7469719750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2049256"/>
      </p:ext>
    </p:extLst>
  </p:cSld>
  <p:clrMap bg1="lt1" tx1="dk1" bg2="lt2" tx2="dk2" accent1="accent1" accent2="accent2" accent3="accent3" accent4="accent4" accent5="accent5" accent6="accent6" hlink="hlink" folHlink="folHlink"/>
  <p:hf sldNum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6B691C-CD4A-43A2-B520-CAE49D2F2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24B232C-0DBE-47DD-AFDD-9BD087A0F2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4164BEA-135B-469A-9E72-43F538581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7EAE-E217-4C13-B1D4-C1D2362BCCD6}" type="datetime1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9737A42-901E-402E-9933-861BED201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6D43637-3443-483A-A0E1-0C760F4EE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0174" y="6561"/>
            <a:ext cx="2743200" cy="365125"/>
          </a:xfrm>
        </p:spPr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1130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AD6AD3-D64F-4AD1-B068-749E1E87A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7435B4B-E4C6-473E-AA93-3A4E4089E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327BFFB-5C39-42A9-84B7-B72D595BF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2E92-078D-445D-A315-241AB512DF4E}" type="datetime1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E80540A-C5F3-41CD-945D-0012EFC10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8DA2F5F-79C4-47F0-9828-1B247829A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6815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BF93B3-9135-4423-B2A5-8F32A90FA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4B873E3-FAEF-4C2D-B950-2201DF7C4C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E3B26B3-8E3A-4103-B01A-27A4CA01E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F5C96-160B-4F0F-BE3F-3AAE2032A14A}" type="datetime1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5627D54-7B66-473E-802C-B753DE12A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5EC52D2-8F6B-4B98-9A89-42B98717F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4356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E3660B-86EB-4DA1-91A6-8DF03215D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EA4C3EA-B57A-489B-A453-F808DD2F71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304A1C1-5C8F-40F7-9AEC-9A6F78DBAB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5B8368F-BC9A-4C47-844C-0C0F26052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DE22B-68CD-40D7-BF74-022E0380697F}" type="datetime1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031D34A-65B4-40EC-A193-7D310D9F0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3DCCEAA-8C5A-44AD-B5AD-B89BBCA5C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4940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1D70AB-5AEE-4987-B024-23B19E816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5911982-8F94-4665-92DB-BFB853679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B8426EA-A887-4D92-BF80-BBE88AB884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8078B31-7706-40E0-AF4C-5BC6F29D88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5F79F22-D921-40E8-A67E-2D5CCB406D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B3F61B2-E1EA-4161-A3F7-869A6E625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7BC32-EEEC-42AD-9FB7-1F67CBD9006C}" type="datetime1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5A15D31-E11F-4A77-9C5C-1BD127693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8BB29CF-0FEA-4BF1-96CF-1734DCF17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1440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F89D28-9A5E-4AD8-970C-FF8D860E6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BA51452-BE12-490A-AFB2-0C69ACAEB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834FD-B989-4DC7-B0C3-3D9481DCB247}" type="datetime1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47599B2-4579-44EA-A2EB-970FEC3CD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70D46C2-F5E5-48AF-8E51-35D0C962D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1525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E29EA59-25D4-490F-8850-031D90DFD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EB7E6-3D99-40BE-9488-75C5C51CD267}" type="datetime1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0F2C1BD-2ED5-4152-8BE0-FA6ACF44E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5C791D6-5330-4A64-9C4B-B83034A27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8094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1B207F-FACC-47F5-9B64-79FD003C4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87E8F25-487C-4E15-8784-4F2CBE7FE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1C1711B-CB6F-4A47-BC26-6D68D8E121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48414E3-3B14-4639-A0A0-5C094E5EA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C679B-3B15-42DA-A497-282AB7671468}" type="datetime1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0E8A612-B553-421E-85F9-285C18DE7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1B8DB27-133D-42A8-AE3F-5F4EB775E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9074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070C8E-1C12-441E-8FEA-5E759B2B6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E13A0B1-9018-43B1-A0A5-9CA75ACA99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EDD48C5-BA61-47FF-B4B0-1819525B57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83E122-E856-4E3E-9F77-1FB25FFA3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00812-8F6A-47B7-8300-ABC68422A82D}" type="datetime1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9CB8CB8-E381-4DB4-A08E-97D14C5B2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A1826EF-0C6C-4E70-B548-A6E61D8CF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4126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D49CA0-B2C1-4E4E-808C-F00586C91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F36D40E-FB2B-44DD-BAE0-04F965B148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8E8BB79-C5CB-4265-9B44-179DBE11E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6042C-E665-4C51-80B3-C45E4AEFB00B}" type="datetime1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7900BEF-E29F-4120-985F-E4D4F5FFC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212B234-2BB5-41C9-BE01-0BD41460C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800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9F654B1-7D62-4C86-91A5-BBD33D8B65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E66CD05-1A94-4AD5-B835-FA3145CA32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9A61AF6-7FB4-41AB-9FBB-C674BC451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6AB9C-E9F3-448F-BAEF-2980284577BF}" type="datetime1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5CAD09C-4F2A-4FE9-BCA8-2DDAEC5F6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CA454CE-36C5-4608-82AF-1042403E2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8813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A90D6F6-BD99-45D8-B451-8F07A775D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764D2CF-3DF5-4498-8889-8484908F3A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2A2A283-A1FA-4A52-962C-BC2FDC4887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55E079-4510-46F8-9023-A4DE6DD9B4B9}" type="datetime1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5E60776-BDAB-4A55-B603-4CE711BAC2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73EF202-F5F3-4F19-A55C-9132512DA8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0769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9" Type="http://schemas.openxmlformats.org/officeDocument/2006/relationships/image" Target="../media/image38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41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40" Type="http://schemas.openxmlformats.org/officeDocument/2006/relationships/image" Target="../media/image21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4.png"/><Relationship Id="rId18" Type="http://schemas.openxmlformats.org/officeDocument/2006/relationships/image" Target="../media/image40.png"/><Relationship Id="rId26" Type="http://schemas.openxmlformats.org/officeDocument/2006/relationships/image" Target="../media/image5.png"/><Relationship Id="rId39" Type="http://schemas.openxmlformats.org/officeDocument/2006/relationships/image" Target="../media/image60.png"/><Relationship Id="rId21" Type="http://schemas.openxmlformats.org/officeDocument/2006/relationships/image" Target="../media/image43.png"/><Relationship Id="rId34" Type="http://schemas.openxmlformats.org/officeDocument/2006/relationships/image" Target="../media/image55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17" Type="http://schemas.openxmlformats.org/officeDocument/2006/relationships/image" Target="../media/image39.png"/><Relationship Id="rId25" Type="http://schemas.openxmlformats.org/officeDocument/2006/relationships/image" Target="../media/image47.png"/><Relationship Id="rId33" Type="http://schemas.openxmlformats.org/officeDocument/2006/relationships/image" Target="../media/image54.png"/><Relationship Id="rId38" Type="http://schemas.openxmlformats.org/officeDocument/2006/relationships/image" Target="../media/image59.png"/><Relationship Id="rId2" Type="http://schemas.openxmlformats.org/officeDocument/2006/relationships/image" Target="../media/image23.png"/><Relationship Id="rId16" Type="http://schemas.openxmlformats.org/officeDocument/2006/relationships/image" Target="../media/image37.png"/><Relationship Id="rId20" Type="http://schemas.openxmlformats.org/officeDocument/2006/relationships/image" Target="../media/image42.png"/><Relationship Id="rId29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24" Type="http://schemas.openxmlformats.org/officeDocument/2006/relationships/image" Target="../media/image46.png"/><Relationship Id="rId32" Type="http://schemas.openxmlformats.org/officeDocument/2006/relationships/image" Target="../media/image53.png"/><Relationship Id="rId37" Type="http://schemas.openxmlformats.org/officeDocument/2006/relationships/image" Target="../media/image58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23" Type="http://schemas.openxmlformats.org/officeDocument/2006/relationships/image" Target="../media/image45.png"/><Relationship Id="rId28" Type="http://schemas.openxmlformats.org/officeDocument/2006/relationships/image" Target="../media/image49.png"/><Relationship Id="rId36" Type="http://schemas.openxmlformats.org/officeDocument/2006/relationships/image" Target="../media/image57.png"/><Relationship Id="rId10" Type="http://schemas.openxmlformats.org/officeDocument/2006/relationships/image" Target="../media/image31.png"/><Relationship Id="rId19" Type="http://schemas.openxmlformats.org/officeDocument/2006/relationships/image" Target="../media/image41.png"/><Relationship Id="rId31" Type="http://schemas.openxmlformats.org/officeDocument/2006/relationships/image" Target="../media/image52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Relationship Id="rId22" Type="http://schemas.openxmlformats.org/officeDocument/2006/relationships/image" Target="../media/image44.png"/><Relationship Id="rId27" Type="http://schemas.openxmlformats.org/officeDocument/2006/relationships/image" Target="../media/image48.png"/><Relationship Id="rId30" Type="http://schemas.openxmlformats.org/officeDocument/2006/relationships/image" Target="../media/image51.png"/><Relationship Id="rId35" Type="http://schemas.openxmlformats.org/officeDocument/2006/relationships/image" Target="../media/image56.png"/><Relationship Id="rId8" Type="http://schemas.openxmlformats.org/officeDocument/2006/relationships/image" Target="../media/image29.png"/><Relationship Id="rId3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8.png"/><Relationship Id="rId18" Type="http://schemas.openxmlformats.org/officeDocument/2006/relationships/image" Target="../media/image680.png"/><Relationship Id="rId26" Type="http://schemas.openxmlformats.org/officeDocument/2006/relationships/image" Target="../media/image76.png"/><Relationship Id="rId39" Type="http://schemas.openxmlformats.org/officeDocument/2006/relationships/image" Target="../media/image89.png"/><Relationship Id="rId21" Type="http://schemas.openxmlformats.org/officeDocument/2006/relationships/image" Target="../media/image71.png"/><Relationship Id="rId34" Type="http://schemas.openxmlformats.org/officeDocument/2006/relationships/image" Target="../media/image84.png"/><Relationship Id="rId42" Type="http://schemas.openxmlformats.org/officeDocument/2006/relationships/image" Target="../media/image78.png"/><Relationship Id="rId7" Type="http://schemas.openxmlformats.org/officeDocument/2006/relationships/image" Target="../media/image66.svg"/><Relationship Id="rId2" Type="http://schemas.openxmlformats.org/officeDocument/2006/relationships/image" Target="../media/image61.png"/><Relationship Id="rId16" Type="http://schemas.openxmlformats.org/officeDocument/2006/relationships/image" Target="../media/image660.png"/><Relationship Id="rId20" Type="http://schemas.openxmlformats.org/officeDocument/2006/relationships/image" Target="../media/image70.png"/><Relationship Id="rId29" Type="http://schemas.openxmlformats.org/officeDocument/2006/relationships/image" Target="../media/image79.png"/><Relationship Id="rId41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11" Type="http://schemas.openxmlformats.org/officeDocument/2006/relationships/image" Target="../media/image570.png"/><Relationship Id="rId24" Type="http://schemas.openxmlformats.org/officeDocument/2006/relationships/image" Target="../media/image28.png"/><Relationship Id="rId32" Type="http://schemas.openxmlformats.org/officeDocument/2006/relationships/image" Target="../media/image82.png"/><Relationship Id="rId37" Type="http://schemas.openxmlformats.org/officeDocument/2006/relationships/image" Target="../media/image87.png"/><Relationship Id="rId40" Type="http://schemas.openxmlformats.org/officeDocument/2006/relationships/image" Target="../media/image90.png"/><Relationship Id="rId5" Type="http://schemas.openxmlformats.org/officeDocument/2006/relationships/image" Target="../media/image64.png"/><Relationship Id="rId15" Type="http://schemas.openxmlformats.org/officeDocument/2006/relationships/image" Target="../media/image650.png"/><Relationship Id="rId23" Type="http://schemas.openxmlformats.org/officeDocument/2006/relationships/image" Target="../media/image26.png"/><Relationship Id="rId28" Type="http://schemas.openxmlformats.org/officeDocument/2006/relationships/image" Target="../media/image74.svg"/><Relationship Id="rId36" Type="http://schemas.openxmlformats.org/officeDocument/2006/relationships/image" Target="../media/image86.png"/><Relationship Id="rId10" Type="http://schemas.openxmlformats.org/officeDocument/2006/relationships/image" Target="../media/image24.png"/><Relationship Id="rId19" Type="http://schemas.openxmlformats.org/officeDocument/2006/relationships/image" Target="../media/image69.png"/><Relationship Id="rId31" Type="http://schemas.openxmlformats.org/officeDocument/2006/relationships/image" Target="../media/image81.png"/><Relationship Id="rId4" Type="http://schemas.openxmlformats.org/officeDocument/2006/relationships/image" Target="../media/image63.png"/><Relationship Id="rId9" Type="http://schemas.openxmlformats.org/officeDocument/2006/relationships/image" Target="../media/image67.png"/><Relationship Id="rId22" Type="http://schemas.openxmlformats.org/officeDocument/2006/relationships/image" Target="../media/image72.png"/><Relationship Id="rId27" Type="http://schemas.openxmlformats.org/officeDocument/2006/relationships/image" Target="../media/image73.png"/><Relationship Id="rId30" Type="http://schemas.openxmlformats.org/officeDocument/2006/relationships/image" Target="../media/image77.png"/><Relationship Id="rId35" Type="http://schemas.openxmlformats.org/officeDocument/2006/relationships/image" Target="../media/image85.png"/><Relationship Id="rId43" Type="http://schemas.openxmlformats.org/officeDocument/2006/relationships/image" Target="../media/image80.png"/><Relationship Id="rId8" Type="http://schemas.openxmlformats.org/officeDocument/2006/relationships/image" Target="../media/image550.png"/><Relationship Id="rId3" Type="http://schemas.openxmlformats.org/officeDocument/2006/relationships/image" Target="../media/image62.png"/><Relationship Id="rId12" Type="http://schemas.openxmlformats.org/officeDocument/2006/relationships/image" Target="../media/image580.png"/><Relationship Id="rId17" Type="http://schemas.openxmlformats.org/officeDocument/2006/relationships/image" Target="../media/image670.png"/><Relationship Id="rId25" Type="http://schemas.openxmlformats.org/officeDocument/2006/relationships/image" Target="../media/image75.png"/><Relationship Id="rId33" Type="http://schemas.openxmlformats.org/officeDocument/2006/relationships/image" Target="../media/image83.png"/><Relationship Id="rId38" Type="http://schemas.openxmlformats.org/officeDocument/2006/relationships/image" Target="../media/image88.png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4.png"/><Relationship Id="rId8" Type="http://schemas.openxmlformats.org/officeDocument/2006/relationships/image" Target="../media/image930.png"/><Relationship Id="rId21" Type="http://schemas.openxmlformats.org/officeDocument/2006/relationships/image" Target="../media/image74.svg"/><Relationship Id="rId34" Type="http://schemas.openxmlformats.org/officeDocument/2006/relationships/image" Target="../media/image97.png"/><Relationship Id="rId25" Type="http://schemas.openxmlformats.org/officeDocument/2006/relationships/image" Target="../media/image93.png"/><Relationship Id="rId7" Type="http://schemas.openxmlformats.org/officeDocument/2006/relationships/image" Target="../media/image920.png"/><Relationship Id="rId33" Type="http://schemas.openxmlformats.org/officeDocument/2006/relationships/image" Target="../media/image96.png"/><Relationship Id="rId20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92.png"/><Relationship Id="rId6" Type="http://schemas.openxmlformats.org/officeDocument/2006/relationships/image" Target="../media/image910.png"/><Relationship Id="rId32" Type="http://schemas.openxmlformats.org/officeDocument/2006/relationships/image" Target="../media/image95.png"/><Relationship Id="rId37" Type="http://schemas.openxmlformats.org/officeDocument/2006/relationships/image" Target="../media/image100.png"/><Relationship Id="rId23" Type="http://schemas.openxmlformats.org/officeDocument/2006/relationships/image" Target="../media/image66.svg"/><Relationship Id="rId5" Type="http://schemas.openxmlformats.org/officeDocument/2006/relationships/image" Target="../media/image900.png"/><Relationship Id="rId36" Type="http://schemas.openxmlformats.org/officeDocument/2006/relationships/image" Target="../media/image99.png"/><Relationship Id="rId19" Type="http://schemas.openxmlformats.org/officeDocument/2006/relationships/image" Target="../media/image101.png"/><Relationship Id="rId22" Type="http://schemas.openxmlformats.org/officeDocument/2006/relationships/image" Target="../media/image65.png"/><Relationship Id="rId27" Type="http://schemas.openxmlformats.org/officeDocument/2006/relationships/image" Target="../media/image94.png"/><Relationship Id="rId9" Type="http://schemas.openxmlformats.org/officeDocument/2006/relationships/image" Target="../media/image940.png"/><Relationship Id="rId35" Type="http://schemas.openxmlformats.org/officeDocument/2006/relationships/image" Target="../media/image9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13" Type="http://schemas.openxmlformats.org/officeDocument/2006/relationships/image" Target="../media/image900.png"/><Relationship Id="rId18" Type="http://schemas.openxmlformats.org/officeDocument/2006/relationships/image" Target="../media/image96.png"/><Relationship Id="rId3" Type="http://schemas.openxmlformats.org/officeDocument/2006/relationships/image" Target="../media/image65.png"/><Relationship Id="rId7" Type="http://schemas.openxmlformats.org/officeDocument/2006/relationships/image" Target="../media/image24.png"/><Relationship Id="rId12" Type="http://schemas.openxmlformats.org/officeDocument/2006/relationships/image" Target="../media/image108.png"/><Relationship Id="rId17" Type="http://schemas.openxmlformats.org/officeDocument/2006/relationships/image" Target="../media/image940.png"/><Relationship Id="rId2" Type="http://schemas.openxmlformats.org/officeDocument/2006/relationships/image" Target="../media/image105.png"/><Relationship Id="rId16" Type="http://schemas.openxmlformats.org/officeDocument/2006/relationships/image" Target="../media/image930.png"/><Relationship Id="rId20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11" Type="http://schemas.openxmlformats.org/officeDocument/2006/relationships/image" Target="../media/image74.svg"/><Relationship Id="rId5" Type="http://schemas.openxmlformats.org/officeDocument/2006/relationships/image" Target="../media/image92.png"/><Relationship Id="rId15" Type="http://schemas.openxmlformats.org/officeDocument/2006/relationships/image" Target="../media/image920.png"/><Relationship Id="rId10" Type="http://schemas.openxmlformats.org/officeDocument/2006/relationships/image" Target="../media/image73.png"/><Relationship Id="rId19" Type="http://schemas.openxmlformats.org/officeDocument/2006/relationships/image" Target="../media/image98.png"/><Relationship Id="rId4" Type="http://schemas.openxmlformats.org/officeDocument/2006/relationships/image" Target="../media/image66.svg"/><Relationship Id="rId9" Type="http://schemas.openxmlformats.org/officeDocument/2006/relationships/image" Target="../media/image107.png"/><Relationship Id="rId14" Type="http://schemas.openxmlformats.org/officeDocument/2006/relationships/image" Target="../media/image910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4.png"/><Relationship Id="rId18" Type="http://schemas.openxmlformats.org/officeDocument/2006/relationships/image" Target="../media/image119.png"/><Relationship Id="rId26" Type="http://schemas.openxmlformats.org/officeDocument/2006/relationships/image" Target="../media/image127.png"/><Relationship Id="rId39" Type="http://schemas.openxmlformats.org/officeDocument/2006/relationships/image" Target="../media/image143.png"/><Relationship Id="rId21" Type="http://schemas.openxmlformats.org/officeDocument/2006/relationships/image" Target="../media/image122.png"/><Relationship Id="rId34" Type="http://schemas.openxmlformats.org/officeDocument/2006/relationships/image" Target="../media/image138.png"/><Relationship Id="rId42" Type="http://schemas.openxmlformats.org/officeDocument/2006/relationships/image" Target="../media/image144.png"/><Relationship Id="rId7" Type="http://schemas.openxmlformats.org/officeDocument/2006/relationships/image" Target="../media/image111.png"/><Relationship Id="rId2" Type="http://schemas.openxmlformats.org/officeDocument/2006/relationships/image" Target="../media/image62.png"/><Relationship Id="rId16" Type="http://schemas.openxmlformats.org/officeDocument/2006/relationships/image" Target="../media/image117.png"/><Relationship Id="rId20" Type="http://schemas.openxmlformats.org/officeDocument/2006/relationships/image" Target="../media/image121.png"/><Relationship Id="rId29" Type="http://schemas.openxmlformats.org/officeDocument/2006/relationships/image" Target="../media/image83.png"/><Relationship Id="rId41" Type="http://schemas.openxmlformats.org/officeDocument/2006/relationships/image" Target="../media/image66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11" Type="http://schemas.openxmlformats.org/officeDocument/2006/relationships/image" Target="../media/image112.png"/><Relationship Id="rId24" Type="http://schemas.openxmlformats.org/officeDocument/2006/relationships/image" Target="../media/image125.png"/><Relationship Id="rId32" Type="http://schemas.openxmlformats.org/officeDocument/2006/relationships/image" Target="../media/image136.png"/><Relationship Id="rId37" Type="http://schemas.openxmlformats.org/officeDocument/2006/relationships/image" Target="../media/image133.png"/><Relationship Id="rId40" Type="http://schemas.openxmlformats.org/officeDocument/2006/relationships/image" Target="../media/image65.png"/><Relationship Id="rId5" Type="http://schemas.openxmlformats.org/officeDocument/2006/relationships/image" Target="../media/image109.png"/><Relationship Id="rId15" Type="http://schemas.openxmlformats.org/officeDocument/2006/relationships/image" Target="../media/image116.png"/><Relationship Id="rId23" Type="http://schemas.openxmlformats.org/officeDocument/2006/relationships/image" Target="../media/image124.png"/><Relationship Id="rId28" Type="http://schemas.openxmlformats.org/officeDocument/2006/relationships/image" Target="../media/image129.png"/><Relationship Id="rId36" Type="http://schemas.openxmlformats.org/officeDocument/2006/relationships/image" Target="../media/image140.png"/><Relationship Id="rId10" Type="http://schemas.openxmlformats.org/officeDocument/2006/relationships/image" Target="../media/image1110.png"/><Relationship Id="rId19" Type="http://schemas.openxmlformats.org/officeDocument/2006/relationships/image" Target="../media/image120.png"/><Relationship Id="rId31" Type="http://schemas.openxmlformats.org/officeDocument/2006/relationships/image" Target="../media/image135.png"/><Relationship Id="rId4" Type="http://schemas.openxmlformats.org/officeDocument/2006/relationships/image" Target="../media/image103.png"/><Relationship Id="rId9" Type="http://schemas.openxmlformats.org/officeDocument/2006/relationships/image" Target="../media/image1100.png"/><Relationship Id="rId14" Type="http://schemas.openxmlformats.org/officeDocument/2006/relationships/image" Target="../media/image115.png"/><Relationship Id="rId22" Type="http://schemas.openxmlformats.org/officeDocument/2006/relationships/image" Target="../media/image123.png"/><Relationship Id="rId27" Type="http://schemas.openxmlformats.org/officeDocument/2006/relationships/image" Target="../media/image128.png"/><Relationship Id="rId30" Type="http://schemas.openxmlformats.org/officeDocument/2006/relationships/image" Target="../media/image134.png"/><Relationship Id="rId35" Type="http://schemas.openxmlformats.org/officeDocument/2006/relationships/image" Target="../media/image139.png"/><Relationship Id="rId43" Type="http://schemas.openxmlformats.org/officeDocument/2006/relationships/image" Target="../media/image130.png"/><Relationship Id="rId8" Type="http://schemas.openxmlformats.org/officeDocument/2006/relationships/image" Target="../media/image1090.png"/><Relationship Id="rId3" Type="http://schemas.openxmlformats.org/officeDocument/2006/relationships/image" Target="../media/image102.png"/><Relationship Id="rId12" Type="http://schemas.openxmlformats.org/officeDocument/2006/relationships/image" Target="../media/image113.png"/><Relationship Id="rId17" Type="http://schemas.openxmlformats.org/officeDocument/2006/relationships/image" Target="../media/image118.png"/><Relationship Id="rId25" Type="http://schemas.openxmlformats.org/officeDocument/2006/relationships/image" Target="../media/image126.png"/><Relationship Id="rId33" Type="http://schemas.openxmlformats.org/officeDocument/2006/relationships/image" Target="../media/image137.png"/><Relationship Id="rId38" Type="http://schemas.openxmlformats.org/officeDocument/2006/relationships/image" Target="../media/image141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9.png"/><Relationship Id="rId18" Type="http://schemas.openxmlformats.org/officeDocument/2006/relationships/image" Target="../media/image150.png"/><Relationship Id="rId26" Type="http://schemas.openxmlformats.org/officeDocument/2006/relationships/image" Target="../media/image154.png"/><Relationship Id="rId39" Type="http://schemas.openxmlformats.org/officeDocument/2006/relationships/image" Target="../media/image166.png"/><Relationship Id="rId21" Type="http://schemas.openxmlformats.org/officeDocument/2006/relationships/image" Target="../media/image65.png"/><Relationship Id="rId34" Type="http://schemas.openxmlformats.org/officeDocument/2006/relationships/image" Target="../media/image161.png"/><Relationship Id="rId42" Type="http://schemas.openxmlformats.org/officeDocument/2006/relationships/image" Target="../media/image169.png"/><Relationship Id="rId47" Type="http://schemas.openxmlformats.org/officeDocument/2006/relationships/image" Target="../media/image174.png"/><Relationship Id="rId50" Type="http://schemas.openxmlformats.org/officeDocument/2006/relationships/image" Target="../media/image145.png"/><Relationship Id="rId7" Type="http://schemas.openxmlformats.org/officeDocument/2006/relationships/image" Target="../media/image110.png"/><Relationship Id="rId2" Type="http://schemas.openxmlformats.org/officeDocument/2006/relationships/image" Target="../media/image102.png"/><Relationship Id="rId16" Type="http://schemas.openxmlformats.org/officeDocument/2006/relationships/image" Target="../media/image118.png"/><Relationship Id="rId29" Type="http://schemas.openxmlformats.org/officeDocument/2006/relationships/image" Target="../media/image1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11" Type="http://schemas.openxmlformats.org/officeDocument/2006/relationships/image" Target="../media/image147.png"/><Relationship Id="rId32" Type="http://schemas.openxmlformats.org/officeDocument/2006/relationships/image" Target="../media/image159.png"/><Relationship Id="rId37" Type="http://schemas.openxmlformats.org/officeDocument/2006/relationships/image" Target="../media/image164.png"/><Relationship Id="rId40" Type="http://schemas.openxmlformats.org/officeDocument/2006/relationships/image" Target="../media/image167.png"/><Relationship Id="rId45" Type="http://schemas.openxmlformats.org/officeDocument/2006/relationships/image" Target="../media/image172.png"/><Relationship Id="rId5" Type="http://schemas.openxmlformats.org/officeDocument/2006/relationships/image" Target="../media/image103.png"/><Relationship Id="rId15" Type="http://schemas.openxmlformats.org/officeDocument/2006/relationships/image" Target="../media/image117.png"/><Relationship Id="rId23" Type="http://schemas.openxmlformats.org/officeDocument/2006/relationships/image" Target="../media/image144.png"/><Relationship Id="rId36" Type="http://schemas.openxmlformats.org/officeDocument/2006/relationships/image" Target="../media/image163.png"/><Relationship Id="rId49" Type="http://schemas.openxmlformats.org/officeDocument/2006/relationships/image" Target="../media/image62.png"/><Relationship Id="rId10" Type="http://schemas.openxmlformats.org/officeDocument/2006/relationships/image" Target="../media/image133.svg"/><Relationship Id="rId19" Type="http://schemas.openxmlformats.org/officeDocument/2006/relationships/image" Target="../media/image151.png"/><Relationship Id="rId31" Type="http://schemas.openxmlformats.org/officeDocument/2006/relationships/image" Target="../media/image86.png"/><Relationship Id="rId44" Type="http://schemas.openxmlformats.org/officeDocument/2006/relationships/image" Target="../media/image171.png"/><Relationship Id="rId4" Type="http://schemas.openxmlformats.org/officeDocument/2006/relationships/image" Target="../media/image131.png"/><Relationship Id="rId9" Type="http://schemas.openxmlformats.org/officeDocument/2006/relationships/image" Target="../media/image132.png"/><Relationship Id="rId14" Type="http://schemas.openxmlformats.org/officeDocument/2006/relationships/image" Target="../media/image116.png"/><Relationship Id="rId22" Type="http://schemas.openxmlformats.org/officeDocument/2006/relationships/image" Target="../media/image66.svg"/><Relationship Id="rId27" Type="http://schemas.openxmlformats.org/officeDocument/2006/relationships/image" Target="../media/image142.png"/><Relationship Id="rId30" Type="http://schemas.openxmlformats.org/officeDocument/2006/relationships/image" Target="../media/image158.png"/><Relationship Id="rId35" Type="http://schemas.openxmlformats.org/officeDocument/2006/relationships/image" Target="../media/image162.png"/><Relationship Id="rId43" Type="http://schemas.openxmlformats.org/officeDocument/2006/relationships/image" Target="../media/image170.png"/><Relationship Id="rId48" Type="http://schemas.openxmlformats.org/officeDocument/2006/relationships/image" Target="../media/image175.png"/><Relationship Id="rId8" Type="http://schemas.openxmlformats.org/officeDocument/2006/relationships/image" Target="../media/image130.png"/><Relationship Id="rId3" Type="http://schemas.openxmlformats.org/officeDocument/2006/relationships/image" Target="../media/image111.png"/><Relationship Id="rId12" Type="http://schemas.openxmlformats.org/officeDocument/2006/relationships/image" Target="../media/image148.png"/><Relationship Id="rId17" Type="http://schemas.openxmlformats.org/officeDocument/2006/relationships/image" Target="../media/image119.png"/><Relationship Id="rId25" Type="http://schemas.openxmlformats.org/officeDocument/2006/relationships/image" Target="../media/image153.png"/><Relationship Id="rId33" Type="http://schemas.openxmlformats.org/officeDocument/2006/relationships/image" Target="../media/image160.png"/><Relationship Id="rId38" Type="http://schemas.openxmlformats.org/officeDocument/2006/relationships/image" Target="../media/image165.png"/><Relationship Id="rId46" Type="http://schemas.openxmlformats.org/officeDocument/2006/relationships/image" Target="../media/image173.png"/><Relationship Id="rId20" Type="http://schemas.openxmlformats.org/officeDocument/2006/relationships/image" Target="../media/image143.png"/><Relationship Id="rId41" Type="http://schemas.openxmlformats.org/officeDocument/2006/relationships/image" Target="../media/image168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8.png"/><Relationship Id="rId18" Type="http://schemas.openxmlformats.org/officeDocument/2006/relationships/image" Target="../media/image66.svg"/><Relationship Id="rId26" Type="http://schemas.openxmlformats.org/officeDocument/2006/relationships/image" Target="../media/image179.png"/><Relationship Id="rId34" Type="http://schemas.openxmlformats.org/officeDocument/2006/relationships/image" Target="../media/image122.png"/><Relationship Id="rId42" Type="http://schemas.openxmlformats.org/officeDocument/2006/relationships/image" Target="../media/image178.png"/><Relationship Id="rId47" Type="http://schemas.openxmlformats.org/officeDocument/2006/relationships/image" Target="../media/image185.png"/><Relationship Id="rId55" Type="http://schemas.openxmlformats.org/officeDocument/2006/relationships/image" Target="../media/image193.png"/><Relationship Id="rId21" Type="http://schemas.openxmlformats.org/officeDocument/2006/relationships/image" Target="../media/image89.png"/><Relationship Id="rId63" Type="http://schemas.openxmlformats.org/officeDocument/2006/relationships/image" Target="../media/image102.png"/><Relationship Id="rId68" Type="http://schemas.openxmlformats.org/officeDocument/2006/relationships/image" Target="../media/image131.png"/><Relationship Id="rId7" Type="http://schemas.openxmlformats.org/officeDocument/2006/relationships/image" Target="../media/image177.png"/><Relationship Id="rId2" Type="http://schemas.openxmlformats.org/officeDocument/2006/relationships/image" Target="../media/image146.png"/><Relationship Id="rId16" Type="http://schemas.openxmlformats.org/officeDocument/2006/relationships/image" Target="../media/image143.png"/><Relationship Id="rId29" Type="http://schemas.openxmlformats.org/officeDocument/2006/relationships/image" Target="../media/image138.png"/><Relationship Id="rId11" Type="http://schemas.openxmlformats.org/officeDocument/2006/relationships/image" Target="../media/image116.png"/><Relationship Id="rId32" Type="http://schemas.openxmlformats.org/officeDocument/2006/relationships/image" Target="../media/image180.png"/><Relationship Id="rId37" Type="http://schemas.openxmlformats.org/officeDocument/2006/relationships/image" Target="../media/image125.png"/><Relationship Id="rId40" Type="http://schemas.openxmlformats.org/officeDocument/2006/relationships/image" Target="../media/image127.png"/><Relationship Id="rId45" Type="http://schemas.openxmlformats.org/officeDocument/2006/relationships/image" Target="../media/image183.png"/><Relationship Id="rId58" Type="http://schemas.openxmlformats.org/officeDocument/2006/relationships/image" Target="../media/image136.png"/><Relationship Id="rId66" Type="http://schemas.openxmlformats.org/officeDocument/2006/relationships/image" Target="../media/image110.png"/><Relationship Id="rId5" Type="http://schemas.openxmlformats.org/officeDocument/2006/relationships/image" Target="../media/image156.png"/><Relationship Id="rId61" Type="http://schemas.openxmlformats.org/officeDocument/2006/relationships/image" Target="../media/image88.png"/><Relationship Id="rId19" Type="http://schemas.openxmlformats.org/officeDocument/2006/relationships/image" Target="../media/image144.png"/><Relationship Id="rId4" Type="http://schemas.openxmlformats.org/officeDocument/2006/relationships/image" Target="../media/image155.png"/><Relationship Id="rId9" Type="http://schemas.openxmlformats.org/officeDocument/2006/relationships/image" Target="../media/image133.svg"/><Relationship Id="rId14" Type="http://schemas.openxmlformats.org/officeDocument/2006/relationships/image" Target="../media/image119.png"/><Relationship Id="rId27" Type="http://schemas.openxmlformats.org/officeDocument/2006/relationships/image" Target="../media/image114.png"/><Relationship Id="rId30" Type="http://schemas.openxmlformats.org/officeDocument/2006/relationships/image" Target="../media/image139.png"/><Relationship Id="rId35" Type="http://schemas.openxmlformats.org/officeDocument/2006/relationships/image" Target="../media/image123.png"/><Relationship Id="rId43" Type="http://schemas.openxmlformats.org/officeDocument/2006/relationships/image" Target="../media/image181.png"/><Relationship Id="rId48" Type="http://schemas.openxmlformats.org/officeDocument/2006/relationships/image" Target="../media/image186.png"/><Relationship Id="rId56" Type="http://schemas.openxmlformats.org/officeDocument/2006/relationships/image" Target="../media/image195.png"/><Relationship Id="rId64" Type="http://schemas.openxmlformats.org/officeDocument/2006/relationships/image" Target="../media/image103.png"/><Relationship Id="rId69" Type="http://schemas.openxmlformats.org/officeDocument/2006/relationships/image" Target="../media/image62.png"/><Relationship Id="rId8" Type="http://schemas.openxmlformats.org/officeDocument/2006/relationships/image" Target="../media/image132.png"/><Relationship Id="rId3" Type="http://schemas.openxmlformats.org/officeDocument/2006/relationships/image" Target="../media/image152.png"/><Relationship Id="rId12" Type="http://schemas.openxmlformats.org/officeDocument/2006/relationships/image" Target="../media/image117.png"/><Relationship Id="rId17" Type="http://schemas.openxmlformats.org/officeDocument/2006/relationships/image" Target="../media/image65.png"/><Relationship Id="rId33" Type="http://schemas.openxmlformats.org/officeDocument/2006/relationships/image" Target="../media/image121.png"/><Relationship Id="rId46" Type="http://schemas.openxmlformats.org/officeDocument/2006/relationships/image" Target="../media/image184.png"/><Relationship Id="rId59" Type="http://schemas.openxmlformats.org/officeDocument/2006/relationships/image" Target="../media/image137.png"/><Relationship Id="rId67" Type="http://schemas.openxmlformats.org/officeDocument/2006/relationships/image" Target="../media/image111.png"/><Relationship Id="rId20" Type="http://schemas.openxmlformats.org/officeDocument/2006/relationships/image" Target="../media/image142.png"/><Relationship Id="rId41" Type="http://schemas.openxmlformats.org/officeDocument/2006/relationships/image" Target="../media/image128.png"/><Relationship Id="rId62" Type="http://schemas.openxmlformats.org/officeDocument/2006/relationships/image" Target="../media/image130.png"/><Relationship Id="rId70" Type="http://schemas.openxmlformats.org/officeDocument/2006/relationships/image" Target="../media/image1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6.png"/><Relationship Id="rId15" Type="http://schemas.openxmlformats.org/officeDocument/2006/relationships/image" Target="../media/image1770.png"/><Relationship Id="rId28" Type="http://schemas.openxmlformats.org/officeDocument/2006/relationships/image" Target="../media/image115.png"/><Relationship Id="rId36" Type="http://schemas.openxmlformats.org/officeDocument/2006/relationships/image" Target="../media/image124.png"/><Relationship Id="rId57" Type="http://schemas.openxmlformats.org/officeDocument/2006/relationships/image" Target="../media/image196.png"/><Relationship Id="rId10" Type="http://schemas.openxmlformats.org/officeDocument/2006/relationships/image" Target="../media/image1760.png"/><Relationship Id="rId31" Type="http://schemas.openxmlformats.org/officeDocument/2006/relationships/image" Target="../media/image140.png"/><Relationship Id="rId44" Type="http://schemas.openxmlformats.org/officeDocument/2006/relationships/image" Target="../media/image182.png"/><Relationship Id="rId60" Type="http://schemas.openxmlformats.org/officeDocument/2006/relationships/image" Target="../media/image197.png"/><Relationship Id="rId65" Type="http://schemas.openxmlformats.org/officeDocument/2006/relationships/image" Target="../media/image10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9.png"/><Relationship Id="rId13" Type="http://schemas.openxmlformats.org/officeDocument/2006/relationships/image" Target="../media/image66.svg"/><Relationship Id="rId3" Type="http://schemas.openxmlformats.org/officeDocument/2006/relationships/image" Target="../media/image133.svg"/><Relationship Id="rId7" Type="http://schemas.openxmlformats.org/officeDocument/2006/relationships/image" Target="../media/image24.png"/><Relationship Id="rId12" Type="http://schemas.openxmlformats.org/officeDocument/2006/relationships/image" Target="../media/image65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8.png"/><Relationship Id="rId11" Type="http://schemas.openxmlformats.org/officeDocument/2006/relationships/image" Target="../media/image202.png"/><Relationship Id="rId5" Type="http://schemas.openxmlformats.org/officeDocument/2006/relationships/image" Target="../media/image194.png"/><Relationship Id="rId15" Type="http://schemas.openxmlformats.org/officeDocument/2006/relationships/image" Target="../media/image204.png"/><Relationship Id="rId10" Type="http://schemas.openxmlformats.org/officeDocument/2006/relationships/image" Target="../media/image201.png"/><Relationship Id="rId4" Type="http://schemas.openxmlformats.org/officeDocument/2006/relationships/image" Target="../media/image92.png"/><Relationship Id="rId9" Type="http://schemas.openxmlformats.org/officeDocument/2006/relationships/image" Target="../media/image189.png"/><Relationship Id="rId14" Type="http://schemas.openxmlformats.org/officeDocument/2006/relationships/image" Target="../media/image203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9.png"/><Relationship Id="rId18" Type="http://schemas.openxmlformats.org/officeDocument/2006/relationships/image" Target="../media/image214.png"/><Relationship Id="rId26" Type="http://schemas.openxmlformats.org/officeDocument/2006/relationships/image" Target="../media/image1790.png"/><Relationship Id="rId39" Type="http://schemas.openxmlformats.org/officeDocument/2006/relationships/image" Target="../media/image1800.png"/><Relationship Id="rId21" Type="http://schemas.openxmlformats.org/officeDocument/2006/relationships/image" Target="../media/image217.png"/><Relationship Id="rId34" Type="http://schemas.openxmlformats.org/officeDocument/2006/relationships/image" Target="../media/image226.png"/><Relationship Id="rId42" Type="http://schemas.openxmlformats.org/officeDocument/2006/relationships/image" Target="../media/image233.png"/><Relationship Id="rId47" Type="http://schemas.openxmlformats.org/officeDocument/2006/relationships/image" Target="../media/image237.png"/><Relationship Id="rId50" Type="http://schemas.openxmlformats.org/officeDocument/2006/relationships/image" Target="../media/image240.png"/><Relationship Id="rId55" Type="http://schemas.openxmlformats.org/officeDocument/2006/relationships/image" Target="../media/image206.png"/><Relationship Id="rId7" Type="http://schemas.openxmlformats.org/officeDocument/2006/relationships/image" Target="../media/image133.svg"/><Relationship Id="rId2" Type="http://schemas.openxmlformats.org/officeDocument/2006/relationships/image" Target="../media/image1.png"/><Relationship Id="rId16" Type="http://schemas.openxmlformats.org/officeDocument/2006/relationships/image" Target="../media/image212.png"/><Relationship Id="rId29" Type="http://schemas.openxmlformats.org/officeDocument/2006/relationships/image" Target="../media/image220.png"/><Relationship Id="rId24" Type="http://schemas.openxmlformats.org/officeDocument/2006/relationships/image" Target="../media/image2070.png"/><Relationship Id="rId32" Type="http://schemas.openxmlformats.org/officeDocument/2006/relationships/image" Target="../media/image222.png"/><Relationship Id="rId37" Type="http://schemas.openxmlformats.org/officeDocument/2006/relationships/image" Target="../media/image228.png"/><Relationship Id="rId40" Type="http://schemas.openxmlformats.org/officeDocument/2006/relationships/image" Target="../media/image230.png"/><Relationship Id="rId53" Type="http://schemas.openxmlformats.org/officeDocument/2006/relationships/image" Target="../media/image198.png"/><Relationship Id="rId5" Type="http://schemas.openxmlformats.org/officeDocument/2006/relationships/image" Target="../media/image190.png"/><Relationship Id="rId15" Type="http://schemas.openxmlformats.org/officeDocument/2006/relationships/image" Target="../media/image211.png"/><Relationship Id="rId23" Type="http://schemas.openxmlformats.org/officeDocument/2006/relationships/image" Target="../media/image218.png"/><Relationship Id="rId28" Type="http://schemas.openxmlformats.org/officeDocument/2006/relationships/image" Target="../media/image219.png"/><Relationship Id="rId36" Type="http://schemas.openxmlformats.org/officeDocument/2006/relationships/image" Target="../media/image191.png"/><Relationship Id="rId49" Type="http://schemas.openxmlformats.org/officeDocument/2006/relationships/image" Target="../media/image239.png"/><Relationship Id="rId10" Type="http://schemas.openxmlformats.org/officeDocument/2006/relationships/image" Target="../media/image5.png"/><Relationship Id="rId19" Type="http://schemas.openxmlformats.org/officeDocument/2006/relationships/image" Target="../media/image215.png"/><Relationship Id="rId31" Type="http://schemas.openxmlformats.org/officeDocument/2006/relationships/image" Target="../media/image224.png"/><Relationship Id="rId52" Type="http://schemas.openxmlformats.org/officeDocument/2006/relationships/image" Target="../media/image242.png"/><Relationship Id="rId4" Type="http://schemas.openxmlformats.org/officeDocument/2006/relationships/image" Target="../media/image205.png"/><Relationship Id="rId9" Type="http://schemas.openxmlformats.org/officeDocument/2006/relationships/image" Target="../media/image66.svg"/><Relationship Id="rId14" Type="http://schemas.openxmlformats.org/officeDocument/2006/relationships/image" Target="../media/image210.png"/><Relationship Id="rId27" Type="http://schemas.openxmlformats.org/officeDocument/2006/relationships/image" Target="../media/image1800.png"/><Relationship Id="rId30" Type="http://schemas.openxmlformats.org/officeDocument/2006/relationships/image" Target="../media/image221.png"/><Relationship Id="rId35" Type="http://schemas.openxmlformats.org/officeDocument/2006/relationships/image" Target="../media/image2200.png"/><Relationship Id="rId43" Type="http://schemas.openxmlformats.org/officeDocument/2006/relationships/image" Target="../media/image192.png"/><Relationship Id="rId48" Type="http://schemas.openxmlformats.org/officeDocument/2006/relationships/image" Target="../media/image238.png"/><Relationship Id="rId56" Type="http://schemas.openxmlformats.org/officeDocument/2006/relationships/image" Target="../media/image207.png"/><Relationship Id="rId8" Type="http://schemas.openxmlformats.org/officeDocument/2006/relationships/image" Target="../media/image65.png"/><Relationship Id="rId51" Type="http://schemas.openxmlformats.org/officeDocument/2006/relationships/image" Target="../media/image241.png"/><Relationship Id="rId3" Type="http://schemas.openxmlformats.org/officeDocument/2006/relationships/image" Target="../media/image2040.png"/><Relationship Id="rId12" Type="http://schemas.openxmlformats.org/officeDocument/2006/relationships/image" Target="../media/image208.png"/><Relationship Id="rId17" Type="http://schemas.openxmlformats.org/officeDocument/2006/relationships/image" Target="../media/image213.png"/><Relationship Id="rId33" Type="http://schemas.openxmlformats.org/officeDocument/2006/relationships/image" Target="../media/image178.png"/><Relationship Id="rId38" Type="http://schemas.openxmlformats.org/officeDocument/2006/relationships/image" Target="../media/image229.png"/><Relationship Id="rId46" Type="http://schemas.openxmlformats.org/officeDocument/2006/relationships/image" Target="../media/image236.png"/><Relationship Id="rId20" Type="http://schemas.openxmlformats.org/officeDocument/2006/relationships/image" Target="../media/image216.png"/><Relationship Id="rId41" Type="http://schemas.openxmlformats.org/officeDocument/2006/relationships/image" Target="../media/image232.png"/><Relationship Id="rId54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2.png"/></Relationships>
</file>

<file path=ppt/slides/_rels/slide1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790.png"/><Relationship Id="rId39" Type="http://schemas.openxmlformats.org/officeDocument/2006/relationships/image" Target="../media/image213.png"/><Relationship Id="rId34" Type="http://schemas.openxmlformats.org/officeDocument/2006/relationships/image" Target="../media/image210.png"/><Relationship Id="rId42" Type="http://schemas.openxmlformats.org/officeDocument/2006/relationships/image" Target="../media/image216.png"/><Relationship Id="rId47" Type="http://schemas.openxmlformats.org/officeDocument/2006/relationships/image" Target="../media/image247.png"/><Relationship Id="rId50" Type="http://schemas.openxmlformats.org/officeDocument/2006/relationships/image" Target="../media/image2430.png"/><Relationship Id="rId55" Type="http://schemas.openxmlformats.org/officeDocument/2006/relationships/image" Target="../media/image250.png"/><Relationship Id="rId63" Type="http://schemas.openxmlformats.org/officeDocument/2006/relationships/image" Target="../media/image235.png"/><Relationship Id="rId7" Type="http://schemas.openxmlformats.org/officeDocument/2006/relationships/image" Target="../media/image65.png"/><Relationship Id="rId2" Type="http://schemas.openxmlformats.org/officeDocument/2006/relationships/image" Target="../media/image62.png"/><Relationship Id="rId29" Type="http://schemas.openxmlformats.org/officeDocument/2006/relationships/image" Target="../media/image226.png"/><Relationship Id="rId41" Type="http://schemas.openxmlformats.org/officeDocument/2006/relationships/image" Target="../media/image215.png"/><Relationship Id="rId54" Type="http://schemas.openxmlformats.org/officeDocument/2006/relationships/image" Target="../media/image249.png"/><Relationship Id="rId62" Type="http://schemas.openxmlformats.org/officeDocument/2006/relationships/image" Target="../media/image2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3.svg"/><Relationship Id="rId32" Type="http://schemas.openxmlformats.org/officeDocument/2006/relationships/image" Target="../media/image208.png"/><Relationship Id="rId40" Type="http://schemas.openxmlformats.org/officeDocument/2006/relationships/image" Target="../media/image214.png"/><Relationship Id="rId45" Type="http://schemas.openxmlformats.org/officeDocument/2006/relationships/image" Target="../media/image227.png"/><Relationship Id="rId53" Type="http://schemas.openxmlformats.org/officeDocument/2006/relationships/image" Target="../media/image234.png"/><Relationship Id="rId58" Type="http://schemas.openxmlformats.org/officeDocument/2006/relationships/image" Target="../media/image252.png"/><Relationship Id="rId5" Type="http://schemas.openxmlformats.org/officeDocument/2006/relationships/image" Target="../media/image132.png"/><Relationship Id="rId28" Type="http://schemas.openxmlformats.org/officeDocument/2006/relationships/image" Target="../media/image224.png"/><Relationship Id="rId36" Type="http://schemas.openxmlformats.org/officeDocument/2006/relationships/image" Target="../media/image231.png"/><Relationship Id="rId49" Type="http://schemas.openxmlformats.org/officeDocument/2006/relationships/image" Target="../media/image2420.png"/><Relationship Id="rId61" Type="http://schemas.openxmlformats.org/officeDocument/2006/relationships/image" Target="../media/image207.png"/><Relationship Id="rId44" Type="http://schemas.openxmlformats.org/officeDocument/2006/relationships/image" Target="../media/image244.png"/><Relationship Id="rId52" Type="http://schemas.openxmlformats.org/officeDocument/2006/relationships/image" Target="../media/image245.png"/><Relationship Id="rId60" Type="http://schemas.openxmlformats.org/officeDocument/2006/relationships/image" Target="../media/image254.png"/><Relationship Id="rId4" Type="http://schemas.openxmlformats.org/officeDocument/2006/relationships/image" Target="../media/image225.png"/><Relationship Id="rId27" Type="http://schemas.openxmlformats.org/officeDocument/2006/relationships/image" Target="../media/image1800.png"/><Relationship Id="rId30" Type="http://schemas.openxmlformats.org/officeDocument/2006/relationships/image" Target="../media/image5.png"/><Relationship Id="rId35" Type="http://schemas.openxmlformats.org/officeDocument/2006/relationships/image" Target="../media/image211.png"/><Relationship Id="rId43" Type="http://schemas.openxmlformats.org/officeDocument/2006/relationships/image" Target="../media/image217.png"/><Relationship Id="rId22" Type="http://schemas.openxmlformats.org/officeDocument/2006/relationships/image" Target="../media/image1800.png"/><Relationship Id="rId48" Type="http://schemas.openxmlformats.org/officeDocument/2006/relationships/image" Target="../media/image2410.png"/><Relationship Id="rId56" Type="http://schemas.openxmlformats.org/officeDocument/2006/relationships/image" Target="../media/image251.png"/><Relationship Id="rId64" Type="http://schemas.openxmlformats.org/officeDocument/2006/relationships/image" Target="../media/image198.png"/><Relationship Id="rId8" Type="http://schemas.openxmlformats.org/officeDocument/2006/relationships/image" Target="../media/image66.svg"/><Relationship Id="rId51" Type="http://schemas.openxmlformats.org/officeDocument/2006/relationships/image" Target="../media/image2440.png"/><Relationship Id="rId3" Type="http://schemas.openxmlformats.org/officeDocument/2006/relationships/image" Target="../media/image223.png"/><Relationship Id="rId33" Type="http://schemas.openxmlformats.org/officeDocument/2006/relationships/image" Target="../media/image209.png"/><Relationship Id="rId46" Type="http://schemas.openxmlformats.org/officeDocument/2006/relationships/image" Target="../media/image246.png"/><Relationship Id="rId59" Type="http://schemas.openxmlformats.org/officeDocument/2006/relationships/image" Target="../media/image253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55.png"/><Relationship Id="rId18" Type="http://schemas.openxmlformats.org/officeDocument/2006/relationships/image" Target="../media/image260.png"/><Relationship Id="rId26" Type="http://schemas.openxmlformats.org/officeDocument/2006/relationships/image" Target="../media/image271.png"/><Relationship Id="rId39" Type="http://schemas.openxmlformats.org/officeDocument/2006/relationships/image" Target="../media/image102.png"/><Relationship Id="rId21" Type="http://schemas.openxmlformats.org/officeDocument/2006/relationships/image" Target="../media/image268.png"/><Relationship Id="rId34" Type="http://schemas.openxmlformats.org/officeDocument/2006/relationships/image" Target="../media/image274.png"/><Relationship Id="rId42" Type="http://schemas.openxmlformats.org/officeDocument/2006/relationships/image" Target="../media/image279.png"/><Relationship Id="rId7" Type="http://schemas.openxmlformats.org/officeDocument/2006/relationships/image" Target="../media/image2570.png"/><Relationship Id="rId2" Type="http://schemas.openxmlformats.org/officeDocument/2006/relationships/image" Target="../media/image62.png"/><Relationship Id="rId16" Type="http://schemas.openxmlformats.org/officeDocument/2006/relationships/image" Target="../media/image263.png"/><Relationship Id="rId20" Type="http://schemas.openxmlformats.org/officeDocument/2006/relationships/image" Target="../media/image267.png"/><Relationship Id="rId29" Type="http://schemas.openxmlformats.org/officeDocument/2006/relationships/image" Target="../media/image264.png"/><Relationship Id="rId41" Type="http://schemas.openxmlformats.org/officeDocument/2006/relationships/image" Target="../media/image2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svg"/><Relationship Id="rId11" Type="http://schemas.openxmlformats.org/officeDocument/2006/relationships/image" Target="../media/image259.png"/><Relationship Id="rId24" Type="http://schemas.openxmlformats.org/officeDocument/2006/relationships/image" Target="../media/image269.png"/><Relationship Id="rId32" Type="http://schemas.openxmlformats.org/officeDocument/2006/relationships/image" Target="../media/image277.png"/><Relationship Id="rId37" Type="http://schemas.openxmlformats.org/officeDocument/2006/relationships/image" Target="../media/image73.png"/><Relationship Id="rId40" Type="http://schemas.openxmlformats.org/officeDocument/2006/relationships/image" Target="../media/image110.png"/><Relationship Id="rId5" Type="http://schemas.openxmlformats.org/officeDocument/2006/relationships/image" Target="../media/image65.png"/><Relationship Id="rId15" Type="http://schemas.openxmlformats.org/officeDocument/2006/relationships/image" Target="../media/image262.png"/><Relationship Id="rId23" Type="http://schemas.openxmlformats.org/officeDocument/2006/relationships/image" Target="../media/image162.png"/><Relationship Id="rId28" Type="http://schemas.openxmlformats.org/officeDocument/2006/relationships/image" Target="../media/image273.png"/><Relationship Id="rId36" Type="http://schemas.openxmlformats.org/officeDocument/2006/relationships/image" Target="../media/image281.png"/><Relationship Id="rId10" Type="http://schemas.openxmlformats.org/officeDocument/2006/relationships/image" Target="../media/image258.png"/><Relationship Id="rId19" Type="http://schemas.openxmlformats.org/officeDocument/2006/relationships/image" Target="../media/image261.png"/><Relationship Id="rId31" Type="http://schemas.openxmlformats.org/officeDocument/2006/relationships/image" Target="../media/image276.png"/><Relationship Id="rId4" Type="http://schemas.openxmlformats.org/officeDocument/2006/relationships/image" Target="../media/image2560.png"/><Relationship Id="rId9" Type="http://schemas.openxmlformats.org/officeDocument/2006/relationships/image" Target="../media/image243.png"/><Relationship Id="rId14" Type="http://schemas.openxmlformats.org/officeDocument/2006/relationships/image" Target="../media/image130.png"/><Relationship Id="rId22" Type="http://schemas.openxmlformats.org/officeDocument/2006/relationships/image" Target="../media/image161.png"/><Relationship Id="rId27" Type="http://schemas.openxmlformats.org/officeDocument/2006/relationships/image" Target="../media/image272.png"/><Relationship Id="rId30" Type="http://schemas.openxmlformats.org/officeDocument/2006/relationships/image" Target="../media/image265.png"/><Relationship Id="rId35" Type="http://schemas.openxmlformats.org/officeDocument/2006/relationships/image" Target="../media/image275.png"/><Relationship Id="rId8" Type="http://schemas.openxmlformats.org/officeDocument/2006/relationships/image" Target="../media/image119.png"/><Relationship Id="rId3" Type="http://schemas.openxmlformats.org/officeDocument/2006/relationships/image" Target="../media/image257.png"/><Relationship Id="rId12" Type="http://schemas.openxmlformats.org/officeDocument/2006/relationships/image" Target="../media/image248.png"/><Relationship Id="rId17" Type="http://schemas.openxmlformats.org/officeDocument/2006/relationships/image" Target="../media/image256.png"/><Relationship Id="rId25" Type="http://schemas.openxmlformats.org/officeDocument/2006/relationships/image" Target="../media/image270.png"/><Relationship Id="rId33" Type="http://schemas.openxmlformats.org/officeDocument/2006/relationships/image" Target="../media/image266.png"/><Relationship Id="rId38" Type="http://schemas.openxmlformats.org/officeDocument/2006/relationships/image" Target="../media/image74.sv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2.png"/><Relationship Id="rId18" Type="http://schemas.openxmlformats.org/officeDocument/2006/relationships/image" Target="../media/image288.png"/><Relationship Id="rId26" Type="http://schemas.openxmlformats.org/officeDocument/2006/relationships/image" Target="../media/image229.png"/><Relationship Id="rId21" Type="http://schemas.openxmlformats.org/officeDocument/2006/relationships/image" Target="../media/image290.png"/><Relationship Id="rId42" Type="http://schemas.openxmlformats.org/officeDocument/2006/relationships/image" Target="../media/image298.png"/><Relationship Id="rId47" Type="http://schemas.openxmlformats.org/officeDocument/2006/relationships/image" Target="../media/image303.png"/><Relationship Id="rId50" Type="http://schemas.openxmlformats.org/officeDocument/2006/relationships/image" Target="../media/image306.png"/><Relationship Id="rId7" Type="http://schemas.openxmlformats.org/officeDocument/2006/relationships/image" Target="../media/image2830.png"/><Relationship Id="rId12" Type="http://schemas.openxmlformats.org/officeDocument/2006/relationships/image" Target="../media/image161.png"/><Relationship Id="rId17" Type="http://schemas.openxmlformats.org/officeDocument/2006/relationships/image" Target="../media/image280.png"/><Relationship Id="rId25" Type="http://schemas.openxmlformats.org/officeDocument/2006/relationships/image" Target="../media/image294.png"/><Relationship Id="rId46" Type="http://schemas.openxmlformats.org/officeDocument/2006/relationships/image" Target="../media/image302.png"/><Relationship Id="rId2" Type="http://schemas.openxmlformats.org/officeDocument/2006/relationships/image" Target="../media/image1.png"/><Relationship Id="rId16" Type="http://schemas.openxmlformats.org/officeDocument/2006/relationships/image" Target="../media/image287.png"/><Relationship Id="rId20" Type="http://schemas.openxmlformats.org/officeDocument/2006/relationships/image" Target="../media/image289.png"/><Relationship Id="rId41" Type="http://schemas.openxmlformats.org/officeDocument/2006/relationships/image" Target="../media/image29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9.png"/><Relationship Id="rId11" Type="http://schemas.openxmlformats.org/officeDocument/2006/relationships/image" Target="../media/image130.png"/><Relationship Id="rId24" Type="http://schemas.openxmlformats.org/officeDocument/2006/relationships/image" Target="../media/image293.png"/><Relationship Id="rId45" Type="http://schemas.openxmlformats.org/officeDocument/2006/relationships/image" Target="../media/image301.png"/><Relationship Id="rId5" Type="http://schemas.openxmlformats.org/officeDocument/2006/relationships/image" Target="../media/image283.png"/><Relationship Id="rId15" Type="http://schemas.openxmlformats.org/officeDocument/2006/relationships/image" Target="../media/image286.png"/><Relationship Id="rId23" Type="http://schemas.openxmlformats.org/officeDocument/2006/relationships/image" Target="../media/image292.png"/><Relationship Id="rId28" Type="http://schemas.openxmlformats.org/officeDocument/2006/relationships/image" Target="../media/image295.png"/><Relationship Id="rId49" Type="http://schemas.openxmlformats.org/officeDocument/2006/relationships/image" Target="../media/image305.png"/><Relationship Id="rId10" Type="http://schemas.openxmlformats.org/officeDocument/2006/relationships/image" Target="../media/image255.png"/><Relationship Id="rId19" Type="http://schemas.openxmlformats.org/officeDocument/2006/relationships/image" Target="../media/image192.png"/><Relationship Id="rId44" Type="http://schemas.openxmlformats.org/officeDocument/2006/relationships/image" Target="../media/image300.png"/><Relationship Id="rId4" Type="http://schemas.openxmlformats.org/officeDocument/2006/relationships/image" Target="../media/image282.png"/><Relationship Id="rId9" Type="http://schemas.openxmlformats.org/officeDocument/2006/relationships/image" Target="../media/image248.png"/><Relationship Id="rId14" Type="http://schemas.openxmlformats.org/officeDocument/2006/relationships/image" Target="../media/image285.png"/><Relationship Id="rId22" Type="http://schemas.openxmlformats.org/officeDocument/2006/relationships/image" Target="../media/image291.png"/><Relationship Id="rId27" Type="http://schemas.openxmlformats.org/officeDocument/2006/relationships/image" Target="../media/image296.png"/><Relationship Id="rId43" Type="http://schemas.openxmlformats.org/officeDocument/2006/relationships/image" Target="../media/image299.png"/><Relationship Id="rId48" Type="http://schemas.openxmlformats.org/officeDocument/2006/relationships/image" Target="../media/image304.png"/><Relationship Id="rId8" Type="http://schemas.openxmlformats.org/officeDocument/2006/relationships/image" Target="../media/image284.png"/><Relationship Id="rId3" Type="http://schemas.openxmlformats.org/officeDocument/2006/relationships/image" Target="../media/image2810.pn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10.png"/><Relationship Id="rId18" Type="http://schemas.openxmlformats.org/officeDocument/2006/relationships/image" Target="../media/image312.png"/><Relationship Id="rId26" Type="http://schemas.openxmlformats.org/officeDocument/2006/relationships/image" Target="../media/image315.png"/><Relationship Id="rId39" Type="http://schemas.openxmlformats.org/officeDocument/2006/relationships/image" Target="../media/image234.png"/><Relationship Id="rId3" Type="http://schemas.openxmlformats.org/officeDocument/2006/relationships/image" Target="../media/image110.png"/><Relationship Id="rId34" Type="http://schemas.openxmlformats.org/officeDocument/2006/relationships/image" Target="../media/image229.png"/><Relationship Id="rId42" Type="http://schemas.openxmlformats.org/officeDocument/2006/relationships/image" Target="../media/image324.png"/><Relationship Id="rId7" Type="http://schemas.openxmlformats.org/officeDocument/2006/relationships/image" Target="../media/image283.png"/><Relationship Id="rId12" Type="http://schemas.openxmlformats.org/officeDocument/2006/relationships/image" Target="../media/image280.png"/><Relationship Id="rId17" Type="http://schemas.openxmlformats.org/officeDocument/2006/relationships/image" Target="../media/image304.png"/><Relationship Id="rId25" Type="http://schemas.openxmlformats.org/officeDocument/2006/relationships/image" Target="../media/image314.png"/><Relationship Id="rId38" Type="http://schemas.openxmlformats.org/officeDocument/2006/relationships/image" Target="../media/image321.png"/><Relationship Id="rId2" Type="http://schemas.openxmlformats.org/officeDocument/2006/relationships/image" Target="../media/image102.png"/><Relationship Id="rId16" Type="http://schemas.openxmlformats.org/officeDocument/2006/relationships/image" Target="../media/image311.png"/><Relationship Id="rId41" Type="http://schemas.openxmlformats.org/officeDocument/2006/relationships/image" Target="../media/image3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7.png"/><Relationship Id="rId11" Type="http://schemas.openxmlformats.org/officeDocument/2006/relationships/image" Target="../media/image309.png"/><Relationship Id="rId24" Type="http://schemas.openxmlformats.org/officeDocument/2006/relationships/image" Target="../media/image313.png"/><Relationship Id="rId32" Type="http://schemas.openxmlformats.org/officeDocument/2006/relationships/image" Target="../media/image318.png"/><Relationship Id="rId37" Type="http://schemas.openxmlformats.org/officeDocument/2006/relationships/image" Target="../media/image62.png"/><Relationship Id="rId40" Type="http://schemas.openxmlformats.org/officeDocument/2006/relationships/image" Target="../media/image322.png"/><Relationship Id="rId5" Type="http://schemas.openxmlformats.org/officeDocument/2006/relationships/image" Target="../media/image279.png"/><Relationship Id="rId15" Type="http://schemas.openxmlformats.org/officeDocument/2006/relationships/image" Target="../media/image301.png"/><Relationship Id="rId28" Type="http://schemas.openxmlformats.org/officeDocument/2006/relationships/image" Target="../media/image317.png"/><Relationship Id="rId36" Type="http://schemas.openxmlformats.org/officeDocument/2006/relationships/image" Target="../media/image3210.png"/><Relationship Id="rId10" Type="http://schemas.openxmlformats.org/officeDocument/2006/relationships/image" Target="../media/image308.png"/><Relationship Id="rId19" Type="http://schemas.openxmlformats.org/officeDocument/2006/relationships/image" Target="../media/image3120.png"/><Relationship Id="rId31" Type="http://schemas.openxmlformats.org/officeDocument/2006/relationships/image" Target="../media/image319.png"/><Relationship Id="rId4" Type="http://schemas.openxmlformats.org/officeDocument/2006/relationships/image" Target="../media/image278.png"/><Relationship Id="rId9" Type="http://schemas.openxmlformats.org/officeDocument/2006/relationships/image" Target="../media/image284.png"/><Relationship Id="rId14" Type="http://schemas.openxmlformats.org/officeDocument/2006/relationships/image" Target="../media/image3100.png"/><Relationship Id="rId27" Type="http://schemas.openxmlformats.org/officeDocument/2006/relationships/image" Target="../media/image316.png"/><Relationship Id="rId35" Type="http://schemas.openxmlformats.org/officeDocument/2006/relationships/image" Target="../media/image320.png"/><Relationship Id="rId8" Type="http://schemas.openxmlformats.org/officeDocument/2006/relationships/image" Target="../media/image283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40.png"/><Relationship Id="rId13" Type="http://schemas.openxmlformats.org/officeDocument/2006/relationships/image" Target="../media/image329.png"/><Relationship Id="rId18" Type="http://schemas.openxmlformats.org/officeDocument/2006/relationships/image" Target="../media/image334.png"/><Relationship Id="rId21" Type="http://schemas.openxmlformats.org/officeDocument/2006/relationships/image" Target="../media/image337.png"/><Relationship Id="rId7" Type="http://schemas.openxmlformats.org/officeDocument/2006/relationships/image" Target="../media/image3230.png"/><Relationship Id="rId12" Type="http://schemas.openxmlformats.org/officeDocument/2006/relationships/image" Target="../media/image328.png"/><Relationship Id="rId17" Type="http://schemas.openxmlformats.org/officeDocument/2006/relationships/image" Target="../media/image333.png"/><Relationship Id="rId2" Type="http://schemas.openxmlformats.org/officeDocument/2006/relationships/image" Target="../media/image3220.png"/><Relationship Id="rId16" Type="http://schemas.openxmlformats.org/officeDocument/2006/relationships/image" Target="../media/image332.png"/><Relationship Id="rId20" Type="http://schemas.openxmlformats.org/officeDocument/2006/relationships/image" Target="../media/image3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5.png"/><Relationship Id="rId11" Type="http://schemas.openxmlformats.org/officeDocument/2006/relationships/image" Target="../media/image327.png"/><Relationship Id="rId24" Type="http://schemas.openxmlformats.org/officeDocument/2006/relationships/image" Target="../media/image340.png"/><Relationship Id="rId5" Type="http://schemas.openxmlformats.org/officeDocument/2006/relationships/image" Target="../media/image1780.png"/><Relationship Id="rId15" Type="http://schemas.openxmlformats.org/officeDocument/2006/relationships/image" Target="../media/image331.png"/><Relationship Id="rId23" Type="http://schemas.openxmlformats.org/officeDocument/2006/relationships/image" Target="../media/image339.png"/><Relationship Id="rId10" Type="http://schemas.openxmlformats.org/officeDocument/2006/relationships/image" Target="../media/image326.png"/><Relationship Id="rId19" Type="http://schemas.openxmlformats.org/officeDocument/2006/relationships/image" Target="../media/image335.png"/><Relationship Id="rId4" Type="http://schemas.openxmlformats.org/officeDocument/2006/relationships/image" Target="../media/image89.png"/><Relationship Id="rId9" Type="http://schemas.openxmlformats.org/officeDocument/2006/relationships/image" Target="../media/image325.png"/><Relationship Id="rId14" Type="http://schemas.openxmlformats.org/officeDocument/2006/relationships/image" Target="../media/image330.png"/><Relationship Id="rId22" Type="http://schemas.openxmlformats.org/officeDocument/2006/relationships/image" Target="../media/image33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1337E483-2C4B-4C93-9722-AE3E3DE35E20}"/>
              </a:ext>
            </a:extLst>
          </p:cNvPr>
          <p:cNvSpPr txBox="1">
            <a:spLocks/>
          </p:cNvSpPr>
          <p:nvPr/>
        </p:nvSpPr>
        <p:spPr>
          <a:xfrm>
            <a:off x="1054102" y="1314954"/>
            <a:ext cx="10083798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Theoretical studies of excitonic transitions in two dimensional materials under photoexcitation of scalar and vector vortex beams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E6261B0-EBD3-4C22-9F81-7398932D8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</a:t>
            </a:fld>
            <a:endParaRPr lang="zh-TW" altLang="en-US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E4BB124A-110A-4C53-B209-0E63517B9C0E}"/>
              </a:ext>
            </a:extLst>
          </p:cNvPr>
          <p:cNvSpPr txBox="1">
            <a:spLocks/>
          </p:cNvSpPr>
          <p:nvPr/>
        </p:nvSpPr>
        <p:spPr>
          <a:xfrm>
            <a:off x="1054101" y="3552632"/>
            <a:ext cx="10083798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: 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劉人瑩</a:t>
            </a:r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 : 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鄭舜仁 教授</a:t>
            </a:r>
          </a:p>
        </p:txBody>
      </p:sp>
    </p:spTree>
    <p:extLst>
      <p:ext uri="{BB962C8B-B14F-4D97-AF65-F5344CB8AC3E}">
        <p14:creationId xmlns:p14="http://schemas.microsoft.com/office/powerpoint/2010/main" val="3744571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矩形 328">
            <a:extLst>
              <a:ext uri="{FF2B5EF4-FFF2-40B4-BE49-F238E27FC236}">
                <a16:creationId xmlns:a16="http://schemas.microsoft.com/office/drawing/2014/main" id="{F124C371-D438-4495-B539-DDF7B0EB00CF}"/>
              </a:ext>
            </a:extLst>
          </p:cNvPr>
          <p:cNvSpPr/>
          <p:nvPr/>
        </p:nvSpPr>
        <p:spPr>
          <a:xfrm>
            <a:off x="5666740" y="657293"/>
            <a:ext cx="6485362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Valley-mixing in 2D TMD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7" name="矩形 256">
            <a:extLst>
              <a:ext uri="{FF2B5EF4-FFF2-40B4-BE49-F238E27FC236}">
                <a16:creationId xmlns:a16="http://schemas.microsoft.com/office/drawing/2014/main" id="{46630C96-9290-44F7-B2C0-9F39E290D72C}"/>
              </a:ext>
            </a:extLst>
          </p:cNvPr>
          <p:cNvSpPr/>
          <p:nvPr/>
        </p:nvSpPr>
        <p:spPr>
          <a:xfrm>
            <a:off x="2245121" y="657293"/>
            <a:ext cx="3376502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Spin-orbit interaction in 2D TMD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8" name="矩形 287">
            <a:extLst>
              <a:ext uri="{FF2B5EF4-FFF2-40B4-BE49-F238E27FC236}">
                <a16:creationId xmlns:a16="http://schemas.microsoft.com/office/drawing/2014/main" id="{D4819A76-041C-46BD-BA25-48DA36D3B8D4}"/>
              </a:ext>
            </a:extLst>
          </p:cNvPr>
          <p:cNvSpPr/>
          <p:nvPr/>
        </p:nvSpPr>
        <p:spPr>
          <a:xfrm>
            <a:off x="2238375" y="4274043"/>
            <a:ext cx="6475202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Manipulation in light – vortex beam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" name="矩形 255">
            <a:extLst>
              <a:ext uri="{FF2B5EF4-FFF2-40B4-BE49-F238E27FC236}">
                <a16:creationId xmlns:a16="http://schemas.microsoft.com/office/drawing/2014/main" id="{2BD933C6-C22F-427D-A306-15D80EDBA4EA}"/>
              </a:ext>
            </a:extLst>
          </p:cNvPr>
          <p:cNvSpPr/>
          <p:nvPr/>
        </p:nvSpPr>
        <p:spPr>
          <a:xfrm>
            <a:off x="8734399" y="4274043"/>
            <a:ext cx="3448076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based on exciton diffusion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0" name="群組 259">
            <a:extLst>
              <a:ext uri="{FF2B5EF4-FFF2-40B4-BE49-F238E27FC236}">
                <a16:creationId xmlns:a16="http://schemas.microsoft.com/office/drawing/2014/main" id="{2D6247C0-8C88-4825-A76B-5B322DE08D4C}"/>
              </a:ext>
            </a:extLst>
          </p:cNvPr>
          <p:cNvGrpSpPr/>
          <p:nvPr/>
        </p:nvGrpSpPr>
        <p:grpSpPr>
          <a:xfrm>
            <a:off x="10834185" y="1040812"/>
            <a:ext cx="1354567" cy="1265043"/>
            <a:chOff x="4011072" y="4660900"/>
            <a:chExt cx="1767692" cy="1650868"/>
          </a:xfrm>
        </p:grpSpPr>
        <p:grpSp>
          <p:nvGrpSpPr>
            <p:cNvPr id="261" name="群組 260">
              <a:extLst>
                <a:ext uri="{FF2B5EF4-FFF2-40B4-BE49-F238E27FC236}">
                  <a16:creationId xmlns:a16="http://schemas.microsoft.com/office/drawing/2014/main" id="{90F00F51-D0BE-46F2-9E4D-6F09B7FFEFCD}"/>
                </a:ext>
              </a:extLst>
            </p:cNvPr>
            <p:cNvGrpSpPr/>
            <p:nvPr/>
          </p:nvGrpSpPr>
          <p:grpSpPr>
            <a:xfrm>
              <a:off x="4011072" y="4660900"/>
              <a:ext cx="1767692" cy="1650868"/>
              <a:chOff x="6334628" y="4267200"/>
              <a:chExt cx="2024293" cy="1890510"/>
            </a:xfrm>
          </p:grpSpPr>
          <p:pic>
            <p:nvPicPr>
              <p:cNvPr id="264" name="圖片 263">
                <a:extLst>
                  <a:ext uri="{FF2B5EF4-FFF2-40B4-BE49-F238E27FC236}">
                    <a16:creationId xmlns:a16="http://schemas.microsoft.com/office/drawing/2014/main" id="{6C00E4FD-56E1-4E5A-8C4B-48980BFCAC2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45770"/>
              <a:stretch/>
            </p:blipFill>
            <p:spPr>
              <a:xfrm>
                <a:off x="6383496" y="4275407"/>
                <a:ext cx="1975425" cy="1882303"/>
              </a:xfrm>
              <a:prstGeom prst="rect">
                <a:avLst/>
              </a:prstGeom>
            </p:spPr>
          </p:pic>
          <p:sp>
            <p:nvSpPr>
              <p:cNvPr id="265" name="矩形 264">
                <a:extLst>
                  <a:ext uri="{FF2B5EF4-FFF2-40B4-BE49-F238E27FC236}">
                    <a16:creationId xmlns:a16="http://schemas.microsoft.com/office/drawing/2014/main" id="{B4A5710E-E847-4340-AB54-7B790354C975}"/>
                  </a:ext>
                </a:extLst>
              </p:cNvPr>
              <p:cNvSpPr/>
              <p:nvPr/>
            </p:nvSpPr>
            <p:spPr>
              <a:xfrm>
                <a:off x="6334628" y="4267200"/>
                <a:ext cx="390934" cy="39093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262" name="矩形 261">
              <a:extLst>
                <a:ext uri="{FF2B5EF4-FFF2-40B4-BE49-F238E27FC236}">
                  <a16:creationId xmlns:a16="http://schemas.microsoft.com/office/drawing/2014/main" id="{9EBE8CE7-0466-4F6E-8E4C-9194B486C937}"/>
                </a:ext>
              </a:extLst>
            </p:cNvPr>
            <p:cNvSpPr/>
            <p:nvPr/>
          </p:nvSpPr>
          <p:spPr>
            <a:xfrm rot="20888417">
              <a:off x="5218736" y="5200776"/>
              <a:ext cx="440531" cy="2966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4" name="矩形 283">
                <a:extLst>
                  <a:ext uri="{FF2B5EF4-FFF2-40B4-BE49-F238E27FC236}">
                    <a16:creationId xmlns:a16="http://schemas.microsoft.com/office/drawing/2014/main" id="{FEA4CD3F-EB4C-4105-B72D-9CCC4E1A8DED}"/>
                  </a:ext>
                </a:extLst>
              </p:cNvPr>
              <p:cNvSpPr/>
              <p:nvPr/>
            </p:nvSpPr>
            <p:spPr>
              <a:xfrm>
                <a:off x="10158727" y="1645855"/>
                <a:ext cx="813976" cy="407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+, 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</m:sup>
                      </m:sSup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4" name="矩形 283">
                <a:extLst>
                  <a:ext uri="{FF2B5EF4-FFF2-40B4-BE49-F238E27FC236}">
                    <a16:creationId xmlns:a16="http://schemas.microsoft.com/office/drawing/2014/main" id="{FEA4CD3F-EB4C-4105-B72D-9CCC4E1A8D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8727" y="1645855"/>
                <a:ext cx="813976" cy="4070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6" name="群組 265">
            <a:extLst>
              <a:ext uri="{FF2B5EF4-FFF2-40B4-BE49-F238E27FC236}">
                <a16:creationId xmlns:a16="http://schemas.microsoft.com/office/drawing/2014/main" id="{F4FDE7AA-9772-4839-A0C5-9C6512AE12AB}"/>
              </a:ext>
            </a:extLst>
          </p:cNvPr>
          <p:cNvGrpSpPr/>
          <p:nvPr/>
        </p:nvGrpSpPr>
        <p:grpSpPr>
          <a:xfrm>
            <a:off x="10987624" y="2270770"/>
            <a:ext cx="1118388" cy="1259553"/>
            <a:chOff x="5728723" y="4684787"/>
            <a:chExt cx="1459479" cy="1643701"/>
          </a:xfrm>
        </p:grpSpPr>
        <p:grpSp>
          <p:nvGrpSpPr>
            <p:cNvPr id="267" name="群組 266">
              <a:extLst>
                <a:ext uri="{FF2B5EF4-FFF2-40B4-BE49-F238E27FC236}">
                  <a16:creationId xmlns:a16="http://schemas.microsoft.com/office/drawing/2014/main" id="{DD811B90-099A-4FF3-86F1-02EECC2373BC}"/>
                </a:ext>
              </a:extLst>
            </p:cNvPr>
            <p:cNvGrpSpPr/>
            <p:nvPr/>
          </p:nvGrpSpPr>
          <p:grpSpPr>
            <a:xfrm>
              <a:off x="5728723" y="4684787"/>
              <a:ext cx="1459479" cy="1643701"/>
              <a:chOff x="8488189" y="4125243"/>
              <a:chExt cx="1671339" cy="1882303"/>
            </a:xfrm>
          </p:grpSpPr>
          <p:pic>
            <p:nvPicPr>
              <p:cNvPr id="272" name="圖片 271">
                <a:extLst>
                  <a:ext uri="{FF2B5EF4-FFF2-40B4-BE49-F238E27FC236}">
                    <a16:creationId xmlns:a16="http://schemas.microsoft.com/office/drawing/2014/main" id="{94D46EA2-3B30-48E3-A483-2C0DBE41D32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55300"/>
              <a:stretch/>
            </p:blipFill>
            <p:spPr>
              <a:xfrm>
                <a:off x="8531258" y="4125243"/>
                <a:ext cx="1628270" cy="1882303"/>
              </a:xfrm>
              <a:prstGeom prst="rect">
                <a:avLst/>
              </a:prstGeom>
            </p:spPr>
          </p:pic>
          <p:sp>
            <p:nvSpPr>
              <p:cNvPr id="281" name="矩形 280">
                <a:extLst>
                  <a:ext uri="{FF2B5EF4-FFF2-40B4-BE49-F238E27FC236}">
                    <a16:creationId xmlns:a16="http://schemas.microsoft.com/office/drawing/2014/main" id="{4107D165-A795-4C0E-B9F2-6A2DE2BBBAEC}"/>
                  </a:ext>
                </a:extLst>
              </p:cNvPr>
              <p:cNvSpPr/>
              <p:nvPr/>
            </p:nvSpPr>
            <p:spPr>
              <a:xfrm>
                <a:off x="8488189" y="4125243"/>
                <a:ext cx="390934" cy="39093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270" name="矩形 269">
              <a:extLst>
                <a:ext uri="{FF2B5EF4-FFF2-40B4-BE49-F238E27FC236}">
                  <a16:creationId xmlns:a16="http://schemas.microsoft.com/office/drawing/2014/main" id="{10B6156E-8534-4544-B681-AC37D169C190}"/>
                </a:ext>
              </a:extLst>
            </p:cNvPr>
            <p:cNvSpPr/>
            <p:nvPr/>
          </p:nvSpPr>
          <p:spPr>
            <a:xfrm rot="20888417">
              <a:off x="6724766" y="5213626"/>
              <a:ext cx="440531" cy="2966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3" name="矩形 282">
                <a:extLst>
                  <a:ext uri="{FF2B5EF4-FFF2-40B4-BE49-F238E27FC236}">
                    <a16:creationId xmlns:a16="http://schemas.microsoft.com/office/drawing/2014/main" id="{B3337B0B-79FB-4931-81A5-1ACA700BCE52}"/>
                  </a:ext>
                </a:extLst>
              </p:cNvPr>
              <p:cNvSpPr/>
              <p:nvPr/>
            </p:nvSpPr>
            <p:spPr>
              <a:xfrm>
                <a:off x="10158727" y="2823430"/>
                <a:ext cx="813976" cy="407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−, 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</m:sup>
                      </m:sSup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3" name="矩形 282">
                <a:extLst>
                  <a:ext uri="{FF2B5EF4-FFF2-40B4-BE49-F238E27FC236}">
                    <a16:creationId xmlns:a16="http://schemas.microsoft.com/office/drawing/2014/main" id="{B3337B0B-79FB-4931-81A5-1ACA700BCE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8727" y="2823430"/>
                <a:ext cx="813976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6" name="矩形 325">
                <a:extLst>
                  <a:ext uri="{FF2B5EF4-FFF2-40B4-BE49-F238E27FC236}">
                    <a16:creationId xmlns:a16="http://schemas.microsoft.com/office/drawing/2014/main" id="{99C7C4E0-4CE6-42C3-B912-6DC8081221B5}"/>
                  </a:ext>
                </a:extLst>
              </p:cNvPr>
              <p:cNvSpPr/>
              <p:nvPr/>
            </p:nvSpPr>
            <p:spPr>
              <a:xfrm>
                <a:off x="10158727" y="3568534"/>
                <a:ext cx="1632238" cy="407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altLang="zh-TW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</m:sup>
                      </m:sSup>
                      <m:r>
                        <a:rPr lang="en-US" altLang="zh-TW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sup>
                      </m:sSup>
                      <m:acc>
                        <m:accPr>
                          <m:chr m:val="̂"/>
                          <m:ctrlPr>
                            <a:rPr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6" name="矩形 325">
                <a:extLst>
                  <a:ext uri="{FF2B5EF4-FFF2-40B4-BE49-F238E27FC236}">
                    <a16:creationId xmlns:a16="http://schemas.microsoft.com/office/drawing/2014/main" id="{99C7C4E0-4CE6-42C3-B912-6DC8081221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8727" y="3568534"/>
                <a:ext cx="1632238" cy="407099"/>
              </a:xfrm>
              <a:prstGeom prst="rect">
                <a:avLst/>
              </a:prstGeom>
              <a:blipFill>
                <a:blip r:embed="rId5"/>
                <a:stretch>
                  <a:fillRect t="-4478" r="-1380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矩形: 圓角 258">
            <a:extLst>
              <a:ext uri="{FF2B5EF4-FFF2-40B4-BE49-F238E27FC236}">
                <a16:creationId xmlns:a16="http://schemas.microsoft.com/office/drawing/2014/main" id="{E770108B-1F9A-446E-BEFF-4C7CAF503D49}"/>
              </a:ext>
            </a:extLst>
          </p:cNvPr>
          <p:cNvSpPr/>
          <p:nvPr/>
        </p:nvSpPr>
        <p:spPr>
          <a:xfrm>
            <a:off x="2219720" y="629175"/>
            <a:ext cx="3431780" cy="3648430"/>
          </a:xfrm>
          <a:prstGeom prst="roundRect">
            <a:avLst>
              <a:gd name="adj" fmla="val 982"/>
            </a:avLst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sp>
        <p:nvSpPr>
          <p:cNvPr id="330" name="矩形: 圓角 329">
            <a:extLst>
              <a:ext uri="{FF2B5EF4-FFF2-40B4-BE49-F238E27FC236}">
                <a16:creationId xmlns:a16="http://schemas.microsoft.com/office/drawing/2014/main" id="{3FE0CC4D-C63D-44A2-A254-E1EFBE84A830}"/>
              </a:ext>
            </a:extLst>
          </p:cNvPr>
          <p:cNvSpPr/>
          <p:nvPr/>
        </p:nvSpPr>
        <p:spPr>
          <a:xfrm>
            <a:off x="5644460" y="640825"/>
            <a:ext cx="6514521" cy="3636779"/>
          </a:xfrm>
          <a:prstGeom prst="roundRect">
            <a:avLst>
              <a:gd name="adj" fmla="val 982"/>
            </a:avLst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sp>
        <p:nvSpPr>
          <p:cNvPr id="214" name="矩形: 圓角 213">
            <a:extLst>
              <a:ext uri="{FF2B5EF4-FFF2-40B4-BE49-F238E27FC236}">
                <a16:creationId xmlns:a16="http://schemas.microsoft.com/office/drawing/2014/main" id="{73780368-B941-438D-81D2-0EBDCAC798D7}"/>
              </a:ext>
            </a:extLst>
          </p:cNvPr>
          <p:cNvSpPr/>
          <p:nvPr/>
        </p:nvSpPr>
        <p:spPr>
          <a:xfrm>
            <a:off x="4133214" y="1043940"/>
            <a:ext cx="3852743" cy="2940685"/>
          </a:xfrm>
          <a:prstGeom prst="roundRect">
            <a:avLst>
              <a:gd name="adj" fmla="val 5311"/>
            </a:avLst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sp>
        <p:nvSpPr>
          <p:cNvPr id="323" name="文字方塊 322">
            <a:extLst>
              <a:ext uri="{FF2B5EF4-FFF2-40B4-BE49-F238E27FC236}">
                <a16:creationId xmlns:a16="http://schemas.microsoft.com/office/drawing/2014/main" id="{040F0EED-D803-4D63-AF63-41D145BBB71E}"/>
              </a:ext>
            </a:extLst>
          </p:cNvPr>
          <p:cNvSpPr txBox="1"/>
          <p:nvPr/>
        </p:nvSpPr>
        <p:spPr>
          <a:xfrm>
            <a:off x="7561592" y="1907995"/>
            <a:ext cx="3080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4" name="文字方塊 323">
            <a:extLst>
              <a:ext uri="{FF2B5EF4-FFF2-40B4-BE49-F238E27FC236}">
                <a16:creationId xmlns:a16="http://schemas.microsoft.com/office/drawing/2014/main" id="{54C264EF-02A4-49F1-A64F-101EF9E20684}"/>
              </a:ext>
            </a:extLst>
          </p:cNvPr>
          <p:cNvSpPr txBox="1"/>
          <p:nvPr/>
        </p:nvSpPr>
        <p:spPr>
          <a:xfrm>
            <a:off x="7547304" y="1493658"/>
            <a:ext cx="3080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5" name="文字方塊 324">
            <a:extLst>
              <a:ext uri="{FF2B5EF4-FFF2-40B4-BE49-F238E27FC236}">
                <a16:creationId xmlns:a16="http://schemas.microsoft.com/office/drawing/2014/main" id="{26295C04-719A-4800-9E18-5AC6E4EBDCE8}"/>
              </a:ext>
            </a:extLst>
          </p:cNvPr>
          <p:cNvSpPr txBox="1"/>
          <p:nvPr/>
        </p:nvSpPr>
        <p:spPr>
          <a:xfrm>
            <a:off x="7543265" y="3645917"/>
            <a:ext cx="3080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3" name="圖片 192">
            <a:extLst>
              <a:ext uri="{FF2B5EF4-FFF2-40B4-BE49-F238E27FC236}">
                <a16:creationId xmlns:a16="http://schemas.microsoft.com/office/drawing/2014/main" id="{28713A33-820E-48E7-8E66-1886A551993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51781"/>
          <a:stretch/>
        </p:blipFill>
        <p:spPr>
          <a:xfrm rot="10800000">
            <a:off x="8265130" y="2859346"/>
            <a:ext cx="1752600" cy="404893"/>
          </a:xfrm>
          <a:prstGeom prst="rect">
            <a:avLst/>
          </a:prstGeom>
        </p:spPr>
      </p:pic>
      <p:pic>
        <p:nvPicPr>
          <p:cNvPr id="197" name="圖片 196">
            <a:extLst>
              <a:ext uri="{FF2B5EF4-FFF2-40B4-BE49-F238E27FC236}">
                <a16:creationId xmlns:a16="http://schemas.microsoft.com/office/drawing/2014/main" id="{011976F2-F9C8-4523-ABF9-7E2DB57266F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51781"/>
          <a:stretch/>
        </p:blipFill>
        <p:spPr>
          <a:xfrm rot="10800000">
            <a:off x="8265130" y="2929831"/>
            <a:ext cx="1752600" cy="404893"/>
          </a:xfrm>
          <a:prstGeom prst="rect">
            <a:avLst/>
          </a:prstGeom>
        </p:spPr>
      </p:pic>
      <p:pic>
        <p:nvPicPr>
          <p:cNvPr id="226" name="圖片 225">
            <a:extLst>
              <a:ext uri="{FF2B5EF4-FFF2-40B4-BE49-F238E27FC236}">
                <a16:creationId xmlns:a16="http://schemas.microsoft.com/office/drawing/2014/main" id="{44C781F3-FE5E-491D-A112-5B277A799A9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49682" t="13124" r="32533"/>
          <a:stretch/>
        </p:blipFill>
        <p:spPr>
          <a:xfrm>
            <a:off x="395275" y="1591201"/>
            <a:ext cx="1541475" cy="3429048"/>
          </a:xfrm>
          <a:prstGeom prst="rect">
            <a:avLst/>
          </a:prstGeom>
        </p:spPr>
      </p:pic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B99EEC2-809E-4AF1-B22E-26AA648FF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0"/>
            <a:ext cx="2743200" cy="365125"/>
          </a:xfrm>
        </p:spPr>
        <p:txBody>
          <a:bodyPr/>
          <a:lstStyle/>
          <a:p>
            <a:fld id="{9094BDCA-F584-4E62-B2F1-580C4F37E8BD}" type="slidenum">
              <a:rPr lang="zh-TW" altLang="en-US" smtClean="0"/>
              <a:t>2</a:t>
            </a:fld>
            <a:endParaRPr lang="zh-TW" altLang="en-US"/>
          </a:p>
        </p:txBody>
      </p:sp>
      <p:sp>
        <p:nvSpPr>
          <p:cNvPr id="185" name="矩形 184">
            <a:extLst>
              <a:ext uri="{FF2B5EF4-FFF2-40B4-BE49-F238E27FC236}">
                <a16:creationId xmlns:a16="http://schemas.microsoft.com/office/drawing/2014/main" id="{6291D17B-D2CC-4599-919C-637DA1F21FA4}"/>
              </a:ext>
            </a:extLst>
          </p:cNvPr>
          <p:cNvSpPr/>
          <p:nvPr/>
        </p:nvSpPr>
        <p:spPr>
          <a:xfrm>
            <a:off x="9348857" y="2437135"/>
            <a:ext cx="276395" cy="2879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24" name="矩形 223">
            <a:extLst>
              <a:ext uri="{FF2B5EF4-FFF2-40B4-BE49-F238E27FC236}">
                <a16:creationId xmlns:a16="http://schemas.microsoft.com/office/drawing/2014/main" id="{C79FF862-40B6-4E27-BCEE-8B2649465CFA}"/>
              </a:ext>
            </a:extLst>
          </p:cNvPr>
          <p:cNvSpPr/>
          <p:nvPr/>
        </p:nvSpPr>
        <p:spPr>
          <a:xfrm>
            <a:off x="7095076" y="5451887"/>
            <a:ext cx="135806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Polarization </a:t>
            </a:r>
          </a:p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</a:p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Intensity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1" name="矩形 270">
            <a:extLst>
              <a:ext uri="{FF2B5EF4-FFF2-40B4-BE49-F238E27FC236}">
                <a16:creationId xmlns:a16="http://schemas.microsoft.com/office/drawing/2014/main" id="{39C20502-E372-40A4-ACEA-7A5A57F1C8BE}"/>
              </a:ext>
            </a:extLst>
          </p:cNvPr>
          <p:cNvSpPr/>
          <p:nvPr/>
        </p:nvSpPr>
        <p:spPr>
          <a:xfrm>
            <a:off x="39898" y="658725"/>
            <a:ext cx="2199779" cy="63094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2D Transition metal dichalcogenide (TMD)</a:t>
            </a:r>
            <a:endParaRPr lang="zh-TW" alt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6" name="矩形 285">
            <a:extLst>
              <a:ext uri="{FF2B5EF4-FFF2-40B4-BE49-F238E27FC236}">
                <a16:creationId xmlns:a16="http://schemas.microsoft.com/office/drawing/2014/main" id="{925B1312-E631-4EF1-B939-4EB2ABE63227}"/>
              </a:ext>
            </a:extLst>
          </p:cNvPr>
          <p:cNvSpPr/>
          <p:nvPr/>
        </p:nvSpPr>
        <p:spPr>
          <a:xfrm>
            <a:off x="9422164" y="3381062"/>
            <a:ext cx="276395" cy="2879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BD101FE2-98DE-445C-9666-786D16B548F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8553" y="4840244"/>
            <a:ext cx="3346772" cy="1552416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F143D1BD-A3F6-405A-A529-1BCF4B1237FC}"/>
              </a:ext>
            </a:extLst>
          </p:cNvPr>
          <p:cNvSpPr/>
          <p:nvPr/>
        </p:nvSpPr>
        <p:spPr>
          <a:xfrm>
            <a:off x="8908093" y="6394282"/>
            <a:ext cx="3085006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1150" dirty="0"/>
              <a:t>A. </a:t>
            </a:r>
            <a:r>
              <a:rPr lang="en-US" altLang="zh-TW" sz="1150" dirty="0" err="1"/>
              <a:t>Ciarrocchi</a:t>
            </a:r>
            <a:r>
              <a:rPr lang="en-US" altLang="zh-TW" sz="1150" dirty="0"/>
              <a:t>, F. </a:t>
            </a:r>
            <a:r>
              <a:rPr lang="en-US" altLang="zh-TW" sz="1150" dirty="0" err="1"/>
              <a:t>Tagarelli</a:t>
            </a:r>
            <a:r>
              <a:rPr lang="en-US" altLang="zh-TW" sz="1150" dirty="0"/>
              <a:t> </a:t>
            </a:r>
            <a:r>
              <a:rPr lang="en-US" altLang="zh-TW" sz="1150" i="1" dirty="0"/>
              <a:t>et al.</a:t>
            </a:r>
            <a:r>
              <a:rPr lang="en-US" altLang="zh-TW" sz="1150" dirty="0"/>
              <a:t>, </a:t>
            </a:r>
            <a:r>
              <a:rPr lang="en-US" altLang="zh-TW" sz="1150" i="1" dirty="0"/>
              <a:t>Nat. Rev. Mater.</a:t>
            </a:r>
            <a:r>
              <a:rPr lang="en-US" altLang="zh-TW" sz="1150" dirty="0"/>
              <a:t> </a:t>
            </a:r>
            <a:r>
              <a:rPr lang="en-US" altLang="zh-TW" sz="1150" b="1" dirty="0"/>
              <a:t>7</a:t>
            </a:r>
            <a:r>
              <a:rPr lang="en-US" altLang="zh-TW" sz="1150" dirty="0"/>
              <a:t>, 449 (2022)</a:t>
            </a:r>
            <a:endParaRPr lang="zh-TW" altLang="en-US" sz="1150" dirty="0"/>
          </a:p>
        </p:txBody>
      </p:sp>
      <p:pic>
        <p:nvPicPr>
          <p:cNvPr id="153" name="圖片 152">
            <a:extLst>
              <a:ext uri="{FF2B5EF4-FFF2-40B4-BE49-F238E27FC236}">
                <a16:creationId xmlns:a16="http://schemas.microsoft.com/office/drawing/2014/main" id="{B5482C72-C4E1-4D80-8FDA-40863C7E807A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r="49249"/>
          <a:stretch/>
        </p:blipFill>
        <p:spPr>
          <a:xfrm flipV="1">
            <a:off x="4199291" y="1267754"/>
            <a:ext cx="1403286" cy="694800"/>
          </a:xfrm>
          <a:prstGeom prst="rect">
            <a:avLst/>
          </a:prstGeom>
        </p:spPr>
      </p:pic>
      <p:pic>
        <p:nvPicPr>
          <p:cNvPr id="154" name="圖片 153">
            <a:extLst>
              <a:ext uri="{FF2B5EF4-FFF2-40B4-BE49-F238E27FC236}">
                <a16:creationId xmlns:a16="http://schemas.microsoft.com/office/drawing/2014/main" id="{A301B9A2-6C5B-417F-AA2C-E81B204B5EFA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r="49002"/>
          <a:stretch/>
        </p:blipFill>
        <p:spPr>
          <a:xfrm flipV="1">
            <a:off x="4199291" y="1693387"/>
            <a:ext cx="1403286" cy="694800"/>
          </a:xfrm>
          <a:prstGeom prst="rect">
            <a:avLst/>
          </a:prstGeom>
        </p:spPr>
      </p:pic>
      <p:pic>
        <p:nvPicPr>
          <p:cNvPr id="155" name="圖片 154">
            <a:extLst>
              <a:ext uri="{FF2B5EF4-FFF2-40B4-BE49-F238E27FC236}">
                <a16:creationId xmlns:a16="http://schemas.microsoft.com/office/drawing/2014/main" id="{D180B737-A8CE-4038-8BBC-12248D110040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r="49249"/>
          <a:stretch/>
        </p:blipFill>
        <p:spPr>
          <a:xfrm>
            <a:off x="4340092" y="3401227"/>
            <a:ext cx="1319804" cy="693365"/>
          </a:xfrm>
          <a:prstGeom prst="rect">
            <a:avLst/>
          </a:prstGeom>
        </p:spPr>
      </p:pic>
      <p:cxnSp>
        <p:nvCxnSpPr>
          <p:cNvPr id="156" name="直線單箭頭接點 155">
            <a:extLst>
              <a:ext uri="{FF2B5EF4-FFF2-40B4-BE49-F238E27FC236}">
                <a16:creationId xmlns:a16="http://schemas.microsoft.com/office/drawing/2014/main" id="{475F0CBE-FB36-4411-916A-925CAE235053}"/>
              </a:ext>
            </a:extLst>
          </p:cNvPr>
          <p:cNvCxnSpPr>
            <a:cxnSpLocks/>
          </p:cNvCxnSpPr>
          <p:nvPr/>
        </p:nvCxnSpPr>
        <p:spPr>
          <a:xfrm>
            <a:off x="4566546" y="3517403"/>
            <a:ext cx="674345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矩形 156">
                <a:extLst>
                  <a:ext uri="{FF2B5EF4-FFF2-40B4-BE49-F238E27FC236}">
                    <a16:creationId xmlns:a16="http://schemas.microsoft.com/office/drawing/2014/main" id="{F5130BD1-456B-44C1-A9BF-7ADA3EB7DE03}"/>
                  </a:ext>
                </a:extLst>
              </p:cNvPr>
              <p:cNvSpPr/>
              <p:nvPr/>
            </p:nvSpPr>
            <p:spPr>
              <a:xfrm>
                <a:off x="4761280" y="3061628"/>
                <a:ext cx="40588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𝑸</m:t>
                      </m:r>
                    </m:oMath>
                  </m:oMathPara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157" name="矩形 156">
                <a:extLst>
                  <a:ext uri="{FF2B5EF4-FFF2-40B4-BE49-F238E27FC236}">
                    <a16:creationId xmlns:a16="http://schemas.microsoft.com/office/drawing/2014/main" id="{F5130BD1-456B-44C1-A9BF-7ADA3EB7DE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1280" y="3061628"/>
                <a:ext cx="405880" cy="369332"/>
              </a:xfrm>
              <a:prstGeom prst="rect">
                <a:avLst/>
              </a:prstGeom>
              <a:blipFill>
                <a:blip r:embed="rId11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8" name="群組 157">
            <a:extLst>
              <a:ext uri="{FF2B5EF4-FFF2-40B4-BE49-F238E27FC236}">
                <a16:creationId xmlns:a16="http://schemas.microsoft.com/office/drawing/2014/main" id="{4806A0C9-EDF3-4B5C-A5D9-318AEBD17835}"/>
              </a:ext>
            </a:extLst>
          </p:cNvPr>
          <p:cNvGrpSpPr/>
          <p:nvPr/>
        </p:nvGrpSpPr>
        <p:grpSpPr>
          <a:xfrm>
            <a:off x="4415936" y="3303775"/>
            <a:ext cx="309184" cy="475584"/>
            <a:chOff x="6593267" y="4678512"/>
            <a:chExt cx="309184" cy="475584"/>
          </a:xfrm>
        </p:grpSpPr>
        <p:pic>
          <p:nvPicPr>
            <p:cNvPr id="159" name="Picture 10">
              <a:extLst>
                <a:ext uri="{FF2B5EF4-FFF2-40B4-BE49-F238E27FC236}">
                  <a16:creationId xmlns:a16="http://schemas.microsoft.com/office/drawing/2014/main" id="{8FA2AFB0-4518-4D9B-AB52-A7861FBB904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/>
            <a:srcRect t="27559" r="67485" b="49351"/>
            <a:stretch/>
          </p:blipFill>
          <p:spPr>
            <a:xfrm>
              <a:off x="6593267" y="4756150"/>
              <a:ext cx="309184" cy="311150"/>
            </a:xfrm>
            <a:prstGeom prst="rect">
              <a:avLst/>
            </a:prstGeom>
          </p:spPr>
        </p:pic>
        <p:sp>
          <p:nvSpPr>
            <p:cNvPr id="160" name="矩形 159">
              <a:extLst>
                <a:ext uri="{FF2B5EF4-FFF2-40B4-BE49-F238E27FC236}">
                  <a16:creationId xmlns:a16="http://schemas.microsoft.com/office/drawing/2014/main" id="{EFF745E1-CAAF-4D7D-A388-EF525F5D353F}"/>
                </a:ext>
              </a:extLst>
            </p:cNvPr>
            <p:cNvSpPr/>
            <p:nvPr/>
          </p:nvSpPr>
          <p:spPr>
            <a:xfrm rot="6852784">
              <a:off x="6659203" y="5031575"/>
              <a:ext cx="96374" cy="1486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61" name="矩形 160">
              <a:extLst>
                <a:ext uri="{FF2B5EF4-FFF2-40B4-BE49-F238E27FC236}">
                  <a16:creationId xmlns:a16="http://schemas.microsoft.com/office/drawing/2014/main" id="{E3D7CA96-4A60-48F1-B502-55B96FE1A3FD}"/>
                </a:ext>
              </a:extLst>
            </p:cNvPr>
            <p:cNvSpPr/>
            <p:nvPr/>
          </p:nvSpPr>
          <p:spPr>
            <a:xfrm rot="6852784">
              <a:off x="6764326" y="4652365"/>
              <a:ext cx="96374" cy="1486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cxnSp>
        <p:nvCxnSpPr>
          <p:cNvPr id="162" name="直線接點 161">
            <a:extLst>
              <a:ext uri="{FF2B5EF4-FFF2-40B4-BE49-F238E27FC236}">
                <a16:creationId xmlns:a16="http://schemas.microsoft.com/office/drawing/2014/main" id="{BFADB245-5A1B-4299-B437-2E42E2F3498F}"/>
              </a:ext>
            </a:extLst>
          </p:cNvPr>
          <p:cNvCxnSpPr>
            <a:cxnSpLocks/>
          </p:cNvCxnSpPr>
          <p:nvPr/>
        </p:nvCxnSpPr>
        <p:spPr>
          <a:xfrm>
            <a:off x="5268083" y="2020515"/>
            <a:ext cx="0" cy="1489524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63" name="群組 162">
            <a:extLst>
              <a:ext uri="{FF2B5EF4-FFF2-40B4-BE49-F238E27FC236}">
                <a16:creationId xmlns:a16="http://schemas.microsoft.com/office/drawing/2014/main" id="{C7A3574F-6912-4699-97BC-C6AAF4F87B1B}"/>
              </a:ext>
            </a:extLst>
          </p:cNvPr>
          <p:cNvGrpSpPr/>
          <p:nvPr/>
        </p:nvGrpSpPr>
        <p:grpSpPr>
          <a:xfrm>
            <a:off x="5088139" y="1623898"/>
            <a:ext cx="364460" cy="445241"/>
            <a:chOff x="7345659" y="4506377"/>
            <a:chExt cx="364460" cy="445241"/>
          </a:xfrm>
        </p:grpSpPr>
        <p:pic>
          <p:nvPicPr>
            <p:cNvPr id="164" name="Picture 10">
              <a:extLst>
                <a:ext uri="{FF2B5EF4-FFF2-40B4-BE49-F238E27FC236}">
                  <a16:creationId xmlns:a16="http://schemas.microsoft.com/office/drawing/2014/main" id="{9936AA08-0597-4B8C-9030-B863EE81360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/>
            <a:srcRect l="65756" t="53090" b="23820"/>
            <a:stretch/>
          </p:blipFill>
          <p:spPr>
            <a:xfrm>
              <a:off x="7384489" y="4597322"/>
              <a:ext cx="325630" cy="311150"/>
            </a:xfrm>
            <a:prstGeom prst="rect">
              <a:avLst/>
            </a:prstGeom>
          </p:spPr>
        </p:pic>
        <p:sp>
          <p:nvSpPr>
            <p:cNvPr id="165" name="矩形 164">
              <a:extLst>
                <a:ext uri="{FF2B5EF4-FFF2-40B4-BE49-F238E27FC236}">
                  <a16:creationId xmlns:a16="http://schemas.microsoft.com/office/drawing/2014/main" id="{5192014D-0092-4657-B47F-1F75E2E427E6}"/>
                </a:ext>
              </a:extLst>
            </p:cNvPr>
            <p:cNvSpPr/>
            <p:nvPr/>
          </p:nvSpPr>
          <p:spPr>
            <a:xfrm rot="7768525">
              <a:off x="7371806" y="4829097"/>
              <a:ext cx="96374" cy="1486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66" name="矩形 165">
              <a:extLst>
                <a:ext uri="{FF2B5EF4-FFF2-40B4-BE49-F238E27FC236}">
                  <a16:creationId xmlns:a16="http://schemas.microsoft.com/office/drawing/2014/main" id="{971D942B-8E7A-4D3D-B35B-05B6D2774C17}"/>
                </a:ext>
              </a:extLst>
            </p:cNvPr>
            <p:cNvSpPr/>
            <p:nvPr/>
          </p:nvSpPr>
          <p:spPr>
            <a:xfrm rot="6739926">
              <a:off x="7532599" y="4480230"/>
              <a:ext cx="96374" cy="1486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cxnSp>
        <p:nvCxnSpPr>
          <p:cNvPr id="167" name="直線單箭頭接點 166">
            <a:extLst>
              <a:ext uri="{FF2B5EF4-FFF2-40B4-BE49-F238E27FC236}">
                <a16:creationId xmlns:a16="http://schemas.microsoft.com/office/drawing/2014/main" id="{5A95ADC8-0761-4AD5-B3CC-C9AE89E6AA5F}"/>
              </a:ext>
            </a:extLst>
          </p:cNvPr>
          <p:cNvCxnSpPr>
            <a:cxnSpLocks/>
          </p:cNvCxnSpPr>
          <p:nvPr/>
        </p:nvCxnSpPr>
        <p:spPr>
          <a:xfrm flipV="1">
            <a:off x="4573550" y="1991276"/>
            <a:ext cx="609601" cy="1405024"/>
          </a:xfrm>
          <a:prstGeom prst="straightConnector1">
            <a:avLst/>
          </a:prstGeom>
          <a:ln>
            <a:prstDash val="solid"/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68" name="圖片 167">
            <a:extLst>
              <a:ext uri="{FF2B5EF4-FFF2-40B4-BE49-F238E27FC236}">
                <a16:creationId xmlns:a16="http://schemas.microsoft.com/office/drawing/2014/main" id="{FECAA739-7DFB-40BC-9E49-29219DE4DCA4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r="49002"/>
          <a:stretch/>
        </p:blipFill>
        <p:spPr>
          <a:xfrm flipV="1">
            <a:off x="6146194" y="1267754"/>
            <a:ext cx="1403286" cy="694800"/>
          </a:xfrm>
          <a:prstGeom prst="rect">
            <a:avLst/>
          </a:prstGeom>
        </p:spPr>
      </p:pic>
      <p:pic>
        <p:nvPicPr>
          <p:cNvPr id="169" name="圖片 168">
            <a:extLst>
              <a:ext uri="{FF2B5EF4-FFF2-40B4-BE49-F238E27FC236}">
                <a16:creationId xmlns:a16="http://schemas.microsoft.com/office/drawing/2014/main" id="{693EAB6E-2D72-46DE-9A25-2616AFB6CF09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r="49249"/>
          <a:stretch/>
        </p:blipFill>
        <p:spPr>
          <a:xfrm flipV="1">
            <a:off x="6146194" y="1693387"/>
            <a:ext cx="1403286" cy="694800"/>
          </a:xfrm>
          <a:prstGeom prst="rect">
            <a:avLst/>
          </a:prstGeom>
        </p:spPr>
      </p:pic>
      <p:pic>
        <p:nvPicPr>
          <p:cNvPr id="170" name="圖片 169">
            <a:extLst>
              <a:ext uri="{FF2B5EF4-FFF2-40B4-BE49-F238E27FC236}">
                <a16:creationId xmlns:a16="http://schemas.microsoft.com/office/drawing/2014/main" id="{B8BBB041-9E67-48E0-A806-E652E938363A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r="49002"/>
          <a:stretch/>
        </p:blipFill>
        <p:spPr>
          <a:xfrm rot="10800000" flipV="1">
            <a:off x="6245255" y="3399792"/>
            <a:ext cx="1403286" cy="694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文字方塊 170">
                <a:extLst>
                  <a:ext uri="{FF2B5EF4-FFF2-40B4-BE49-F238E27FC236}">
                    <a16:creationId xmlns:a16="http://schemas.microsoft.com/office/drawing/2014/main" id="{1F49E002-55C2-47C0-87B3-3A507A2BB3E9}"/>
                  </a:ext>
                </a:extLst>
              </p:cNvPr>
              <p:cNvSpPr txBox="1"/>
              <p:nvPr/>
            </p:nvSpPr>
            <p:spPr>
              <a:xfrm>
                <a:off x="5774844" y="2300694"/>
                <a:ext cx="41276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</m:oMath>
                  </m:oMathPara>
                </a14:m>
                <a:endParaRPr lang="zh-TW" altLang="en-US" sz="3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1" name="文字方塊 170">
                <a:extLst>
                  <a:ext uri="{FF2B5EF4-FFF2-40B4-BE49-F238E27FC236}">
                    <a16:creationId xmlns:a16="http://schemas.microsoft.com/office/drawing/2014/main" id="{1F49E002-55C2-47C0-87B3-3A507A2BB3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4844" y="2300694"/>
                <a:ext cx="412766" cy="58477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2" name="直線單箭頭接點 171">
            <a:extLst>
              <a:ext uri="{FF2B5EF4-FFF2-40B4-BE49-F238E27FC236}">
                <a16:creationId xmlns:a16="http://schemas.microsoft.com/office/drawing/2014/main" id="{22D820C6-F00A-4633-9492-E89A52578F55}"/>
              </a:ext>
            </a:extLst>
          </p:cNvPr>
          <p:cNvCxnSpPr>
            <a:cxnSpLocks/>
          </p:cNvCxnSpPr>
          <p:nvPr/>
        </p:nvCxnSpPr>
        <p:spPr>
          <a:xfrm>
            <a:off x="6513437" y="3486923"/>
            <a:ext cx="674345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矩形 172">
                <a:extLst>
                  <a:ext uri="{FF2B5EF4-FFF2-40B4-BE49-F238E27FC236}">
                    <a16:creationId xmlns:a16="http://schemas.microsoft.com/office/drawing/2014/main" id="{4AB2762A-F84C-4965-BB33-B9E7E68C2BB5}"/>
                  </a:ext>
                </a:extLst>
              </p:cNvPr>
              <p:cNvSpPr/>
              <p:nvPr/>
            </p:nvSpPr>
            <p:spPr>
              <a:xfrm>
                <a:off x="6708171" y="3031148"/>
                <a:ext cx="40588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𝑸</m:t>
                      </m:r>
                    </m:oMath>
                  </m:oMathPara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173" name="矩形 172">
                <a:extLst>
                  <a:ext uri="{FF2B5EF4-FFF2-40B4-BE49-F238E27FC236}">
                    <a16:creationId xmlns:a16="http://schemas.microsoft.com/office/drawing/2014/main" id="{4AB2762A-F84C-4965-BB33-B9E7E68C2B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8171" y="3031148"/>
                <a:ext cx="405880" cy="369332"/>
              </a:xfrm>
              <a:prstGeom prst="rect">
                <a:avLst/>
              </a:prstGeom>
              <a:blipFill>
                <a:blip r:embed="rId14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4" name="群組 173">
            <a:extLst>
              <a:ext uri="{FF2B5EF4-FFF2-40B4-BE49-F238E27FC236}">
                <a16:creationId xmlns:a16="http://schemas.microsoft.com/office/drawing/2014/main" id="{68438668-D399-4263-90F6-639EDE762A82}"/>
              </a:ext>
            </a:extLst>
          </p:cNvPr>
          <p:cNvGrpSpPr/>
          <p:nvPr/>
        </p:nvGrpSpPr>
        <p:grpSpPr>
          <a:xfrm>
            <a:off x="6362827" y="3273295"/>
            <a:ext cx="309184" cy="485108"/>
            <a:chOff x="6593267" y="4678512"/>
            <a:chExt cx="309184" cy="485108"/>
          </a:xfrm>
        </p:grpSpPr>
        <p:pic>
          <p:nvPicPr>
            <p:cNvPr id="175" name="Picture 10">
              <a:extLst>
                <a:ext uri="{FF2B5EF4-FFF2-40B4-BE49-F238E27FC236}">
                  <a16:creationId xmlns:a16="http://schemas.microsoft.com/office/drawing/2014/main" id="{0A49D40C-FC75-480C-90F0-1D5966034EB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/>
            <a:srcRect t="27559" r="67485" b="49351"/>
            <a:stretch/>
          </p:blipFill>
          <p:spPr>
            <a:xfrm>
              <a:off x="6593267" y="4756150"/>
              <a:ext cx="309184" cy="311150"/>
            </a:xfrm>
            <a:prstGeom prst="rect">
              <a:avLst/>
            </a:prstGeom>
          </p:spPr>
        </p:pic>
        <p:sp>
          <p:nvSpPr>
            <p:cNvPr id="176" name="矩形 175">
              <a:extLst>
                <a:ext uri="{FF2B5EF4-FFF2-40B4-BE49-F238E27FC236}">
                  <a16:creationId xmlns:a16="http://schemas.microsoft.com/office/drawing/2014/main" id="{B7E4838A-4EAD-42D0-B840-39FE5269BF47}"/>
                </a:ext>
              </a:extLst>
            </p:cNvPr>
            <p:cNvSpPr/>
            <p:nvPr/>
          </p:nvSpPr>
          <p:spPr>
            <a:xfrm rot="6852784">
              <a:off x="6663965" y="5041099"/>
              <a:ext cx="96374" cy="1486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77" name="矩形 176">
              <a:extLst>
                <a:ext uri="{FF2B5EF4-FFF2-40B4-BE49-F238E27FC236}">
                  <a16:creationId xmlns:a16="http://schemas.microsoft.com/office/drawing/2014/main" id="{BD8C2D84-579A-4D47-BDD1-80687F0B2D74}"/>
                </a:ext>
              </a:extLst>
            </p:cNvPr>
            <p:cNvSpPr/>
            <p:nvPr/>
          </p:nvSpPr>
          <p:spPr>
            <a:xfrm rot="6852784">
              <a:off x="6764326" y="4652365"/>
              <a:ext cx="96374" cy="1486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cxnSp>
        <p:nvCxnSpPr>
          <p:cNvPr id="180" name="直線接點 179">
            <a:extLst>
              <a:ext uri="{FF2B5EF4-FFF2-40B4-BE49-F238E27FC236}">
                <a16:creationId xmlns:a16="http://schemas.microsoft.com/office/drawing/2014/main" id="{2CB8DCBE-82C7-4204-9464-FF20C6322FBE}"/>
              </a:ext>
            </a:extLst>
          </p:cNvPr>
          <p:cNvCxnSpPr>
            <a:cxnSpLocks/>
          </p:cNvCxnSpPr>
          <p:nvPr/>
        </p:nvCxnSpPr>
        <p:spPr>
          <a:xfrm>
            <a:off x="7214974" y="1990035"/>
            <a:ext cx="0" cy="1489524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81" name="群組 180">
            <a:extLst>
              <a:ext uri="{FF2B5EF4-FFF2-40B4-BE49-F238E27FC236}">
                <a16:creationId xmlns:a16="http://schemas.microsoft.com/office/drawing/2014/main" id="{BBFD1B23-7AA7-4B66-B8BA-B5D5BD69C04E}"/>
              </a:ext>
            </a:extLst>
          </p:cNvPr>
          <p:cNvGrpSpPr/>
          <p:nvPr/>
        </p:nvGrpSpPr>
        <p:grpSpPr>
          <a:xfrm>
            <a:off x="7030269" y="1593419"/>
            <a:ext cx="369221" cy="442859"/>
            <a:chOff x="7340898" y="4506378"/>
            <a:chExt cx="369221" cy="442859"/>
          </a:xfrm>
        </p:grpSpPr>
        <p:pic>
          <p:nvPicPr>
            <p:cNvPr id="182" name="Picture 10">
              <a:extLst>
                <a:ext uri="{FF2B5EF4-FFF2-40B4-BE49-F238E27FC236}">
                  <a16:creationId xmlns:a16="http://schemas.microsoft.com/office/drawing/2014/main" id="{508F8999-8ED3-4828-8802-8C116076312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/>
            <a:srcRect l="65756" t="53090" b="23820"/>
            <a:stretch/>
          </p:blipFill>
          <p:spPr>
            <a:xfrm>
              <a:off x="7384489" y="4597322"/>
              <a:ext cx="325630" cy="311150"/>
            </a:xfrm>
            <a:prstGeom prst="rect">
              <a:avLst/>
            </a:prstGeom>
          </p:spPr>
        </p:pic>
        <p:sp>
          <p:nvSpPr>
            <p:cNvPr id="183" name="矩形 182">
              <a:extLst>
                <a:ext uri="{FF2B5EF4-FFF2-40B4-BE49-F238E27FC236}">
                  <a16:creationId xmlns:a16="http://schemas.microsoft.com/office/drawing/2014/main" id="{5492783F-BFB7-4ABF-A46A-25BEA36E3445}"/>
                </a:ext>
              </a:extLst>
            </p:cNvPr>
            <p:cNvSpPr/>
            <p:nvPr/>
          </p:nvSpPr>
          <p:spPr>
            <a:xfrm rot="7768525">
              <a:off x="7367045" y="4826716"/>
              <a:ext cx="96374" cy="1486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84" name="矩形 183">
              <a:extLst>
                <a:ext uri="{FF2B5EF4-FFF2-40B4-BE49-F238E27FC236}">
                  <a16:creationId xmlns:a16="http://schemas.microsoft.com/office/drawing/2014/main" id="{D3D1A132-2498-4929-9B24-3F965A1A0699}"/>
                </a:ext>
              </a:extLst>
            </p:cNvPr>
            <p:cNvSpPr/>
            <p:nvPr/>
          </p:nvSpPr>
          <p:spPr>
            <a:xfrm rot="6739926">
              <a:off x="7532600" y="4480231"/>
              <a:ext cx="96374" cy="1486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cxnSp>
        <p:nvCxnSpPr>
          <p:cNvPr id="186" name="直線單箭頭接點 185">
            <a:extLst>
              <a:ext uri="{FF2B5EF4-FFF2-40B4-BE49-F238E27FC236}">
                <a16:creationId xmlns:a16="http://schemas.microsoft.com/office/drawing/2014/main" id="{5EDD0A74-E198-4DAA-A530-76F5C7190145}"/>
              </a:ext>
            </a:extLst>
          </p:cNvPr>
          <p:cNvCxnSpPr>
            <a:cxnSpLocks/>
          </p:cNvCxnSpPr>
          <p:nvPr/>
        </p:nvCxnSpPr>
        <p:spPr>
          <a:xfrm flipV="1">
            <a:off x="6520441" y="1960796"/>
            <a:ext cx="609601" cy="1405024"/>
          </a:xfrm>
          <a:prstGeom prst="straightConnector1">
            <a:avLst/>
          </a:prstGeom>
          <a:ln>
            <a:prstDash val="solid"/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矩形 186">
                <a:extLst>
                  <a:ext uri="{FF2B5EF4-FFF2-40B4-BE49-F238E27FC236}">
                    <a16:creationId xmlns:a16="http://schemas.microsoft.com/office/drawing/2014/main" id="{58DAC424-764D-4A6C-B40B-D8B4596F3B99}"/>
                  </a:ext>
                </a:extLst>
              </p:cNvPr>
              <p:cNvSpPr/>
              <p:nvPr/>
            </p:nvSpPr>
            <p:spPr>
              <a:xfrm>
                <a:off x="6652182" y="1317493"/>
                <a:ext cx="46358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𝐾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7" name="矩形 186">
                <a:extLst>
                  <a:ext uri="{FF2B5EF4-FFF2-40B4-BE49-F238E27FC236}">
                    <a16:creationId xmlns:a16="http://schemas.microsoft.com/office/drawing/2014/main" id="{58DAC424-764D-4A6C-B40B-D8B4596F3B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2182" y="1317493"/>
                <a:ext cx="463588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0" name="矩形 189">
                <a:extLst>
                  <a:ext uri="{FF2B5EF4-FFF2-40B4-BE49-F238E27FC236}">
                    <a16:creationId xmlns:a16="http://schemas.microsoft.com/office/drawing/2014/main" id="{B99716B2-BB4B-4C94-978B-4C25BE7BA5F9}"/>
                  </a:ext>
                </a:extLst>
              </p:cNvPr>
              <p:cNvSpPr/>
              <p:nvPr/>
            </p:nvSpPr>
            <p:spPr>
              <a:xfrm>
                <a:off x="4705568" y="1322030"/>
                <a:ext cx="46256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𝐾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0" name="矩形 189">
                <a:extLst>
                  <a:ext uri="{FF2B5EF4-FFF2-40B4-BE49-F238E27FC236}">
                    <a16:creationId xmlns:a16="http://schemas.microsoft.com/office/drawing/2014/main" id="{B99716B2-BB4B-4C94-978B-4C25BE7BA5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5568" y="1322030"/>
                <a:ext cx="462563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9" name="圖片 198">
            <a:extLst>
              <a:ext uri="{FF2B5EF4-FFF2-40B4-BE49-F238E27FC236}">
                <a16:creationId xmlns:a16="http://schemas.microsoft.com/office/drawing/2014/main" id="{6D6BED6B-83A5-4BBC-BF0F-1B50236E010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51781"/>
          <a:stretch/>
        </p:blipFill>
        <p:spPr>
          <a:xfrm rot="10800000">
            <a:off x="8265130" y="2088849"/>
            <a:ext cx="1752600" cy="404893"/>
          </a:xfrm>
          <a:prstGeom prst="rect">
            <a:avLst/>
          </a:prstGeom>
        </p:spPr>
      </p:pic>
      <p:cxnSp>
        <p:nvCxnSpPr>
          <p:cNvPr id="200" name="直線接點 199">
            <a:extLst>
              <a:ext uri="{FF2B5EF4-FFF2-40B4-BE49-F238E27FC236}">
                <a16:creationId xmlns:a16="http://schemas.microsoft.com/office/drawing/2014/main" id="{1E8DCB16-85A4-4D25-BE96-EBF3E79930E9}"/>
              </a:ext>
            </a:extLst>
          </p:cNvPr>
          <p:cNvCxnSpPr>
            <a:cxnSpLocks/>
          </p:cNvCxnSpPr>
          <p:nvPr/>
        </p:nvCxnSpPr>
        <p:spPr>
          <a:xfrm>
            <a:off x="8422359" y="1405672"/>
            <a:ext cx="720001" cy="108000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1" name="直線接點 200">
            <a:extLst>
              <a:ext uri="{FF2B5EF4-FFF2-40B4-BE49-F238E27FC236}">
                <a16:creationId xmlns:a16="http://schemas.microsoft.com/office/drawing/2014/main" id="{94B439FB-12E7-456F-AE29-806301A8D20E}"/>
              </a:ext>
            </a:extLst>
          </p:cNvPr>
          <p:cNvCxnSpPr>
            <a:cxnSpLocks/>
          </p:cNvCxnSpPr>
          <p:nvPr/>
        </p:nvCxnSpPr>
        <p:spPr>
          <a:xfrm flipH="1">
            <a:off x="9142359" y="1398168"/>
            <a:ext cx="720000" cy="108000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矩形 201">
                <a:extLst>
                  <a:ext uri="{FF2B5EF4-FFF2-40B4-BE49-F238E27FC236}">
                    <a16:creationId xmlns:a16="http://schemas.microsoft.com/office/drawing/2014/main" id="{2BC921A4-E442-4DF5-BB60-0671E15D5C97}"/>
                  </a:ext>
                </a:extLst>
              </p:cNvPr>
              <p:cNvSpPr/>
              <p:nvPr/>
            </p:nvSpPr>
            <p:spPr>
              <a:xfrm>
                <a:off x="8940204" y="3692819"/>
                <a:ext cx="405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𝑸</m:t>
                      </m:r>
                    </m:oMath>
                  </m:oMathPara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202" name="矩形 201">
                <a:extLst>
                  <a:ext uri="{FF2B5EF4-FFF2-40B4-BE49-F238E27FC236}">
                    <a16:creationId xmlns:a16="http://schemas.microsoft.com/office/drawing/2014/main" id="{2BC921A4-E442-4DF5-BB60-0671E15D5C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0204" y="3692819"/>
                <a:ext cx="405880" cy="369332"/>
              </a:xfrm>
              <a:prstGeom prst="rect">
                <a:avLst/>
              </a:prstGeom>
              <a:blipFill>
                <a:blip r:embed="rId17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直線單箭頭接點 206">
            <a:extLst>
              <a:ext uri="{FF2B5EF4-FFF2-40B4-BE49-F238E27FC236}">
                <a16:creationId xmlns:a16="http://schemas.microsoft.com/office/drawing/2014/main" id="{D9B26AFE-4863-4E9B-95EA-5BCAC643F8E5}"/>
              </a:ext>
            </a:extLst>
          </p:cNvPr>
          <p:cNvCxnSpPr>
            <a:cxnSpLocks/>
          </p:cNvCxnSpPr>
          <p:nvPr/>
        </p:nvCxnSpPr>
        <p:spPr>
          <a:xfrm>
            <a:off x="8284394" y="3716267"/>
            <a:ext cx="1765935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8" name="矩形 207">
                <a:extLst>
                  <a:ext uri="{FF2B5EF4-FFF2-40B4-BE49-F238E27FC236}">
                    <a16:creationId xmlns:a16="http://schemas.microsoft.com/office/drawing/2014/main" id="{CAAD636E-8010-43B0-A115-3D52B16EBB92}"/>
                  </a:ext>
                </a:extLst>
              </p:cNvPr>
              <p:cNvSpPr/>
              <p:nvPr/>
            </p:nvSpPr>
            <p:spPr>
              <a:xfrm>
                <a:off x="8512936" y="1375221"/>
                <a:ext cx="1261590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8" name="矩形 207">
                <a:extLst>
                  <a:ext uri="{FF2B5EF4-FFF2-40B4-BE49-F238E27FC236}">
                    <a16:creationId xmlns:a16="http://schemas.microsoft.com/office/drawing/2014/main" id="{CAAD636E-8010-43B0-A115-3D52B16EBB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2936" y="1375221"/>
                <a:ext cx="1261590" cy="400110"/>
              </a:xfrm>
              <a:prstGeom prst="rect">
                <a:avLst/>
              </a:prstGeom>
              <a:blipFill>
                <a:blip r:embed="rId18"/>
                <a:stretch>
                  <a:fillRect t="-123077" r="-22705" b="-18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矩形 208">
                <a:extLst>
                  <a:ext uri="{FF2B5EF4-FFF2-40B4-BE49-F238E27FC236}">
                    <a16:creationId xmlns:a16="http://schemas.microsoft.com/office/drawing/2014/main" id="{C08D85DB-23E3-4D3D-9D85-4469F6BF6BC5}"/>
                  </a:ext>
                </a:extLst>
              </p:cNvPr>
              <p:cNvSpPr/>
              <p:nvPr/>
            </p:nvSpPr>
            <p:spPr>
              <a:xfrm>
                <a:off x="8508318" y="2451257"/>
                <a:ext cx="1261590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9" name="矩形 208">
                <a:extLst>
                  <a:ext uri="{FF2B5EF4-FFF2-40B4-BE49-F238E27FC236}">
                    <a16:creationId xmlns:a16="http://schemas.microsoft.com/office/drawing/2014/main" id="{C08D85DB-23E3-4D3D-9D85-4469F6BF6B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8318" y="2451257"/>
                <a:ext cx="1261590" cy="400110"/>
              </a:xfrm>
              <a:prstGeom prst="rect">
                <a:avLst/>
              </a:prstGeom>
              <a:blipFill>
                <a:blip r:embed="rId19"/>
                <a:stretch>
                  <a:fillRect t="-121212" r="-22222" b="-18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矩形 209">
                <a:extLst>
                  <a:ext uri="{FF2B5EF4-FFF2-40B4-BE49-F238E27FC236}">
                    <a16:creationId xmlns:a16="http://schemas.microsoft.com/office/drawing/2014/main" id="{35C707C8-129C-4A0D-9F91-E26A80B7A681}"/>
                  </a:ext>
                </a:extLst>
              </p:cNvPr>
              <p:cNvSpPr/>
              <p:nvPr/>
            </p:nvSpPr>
            <p:spPr>
              <a:xfrm>
                <a:off x="8518438" y="2840577"/>
                <a:ext cx="1261590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0" name="矩形 209">
                <a:extLst>
                  <a:ext uri="{FF2B5EF4-FFF2-40B4-BE49-F238E27FC236}">
                    <a16:creationId xmlns:a16="http://schemas.microsoft.com/office/drawing/2014/main" id="{35C707C8-129C-4A0D-9F91-E26A80B7A6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8438" y="2840577"/>
                <a:ext cx="1261590" cy="400110"/>
              </a:xfrm>
              <a:prstGeom prst="rect">
                <a:avLst/>
              </a:prstGeom>
              <a:blipFill>
                <a:blip r:embed="rId20"/>
                <a:stretch>
                  <a:fillRect t="-121212" r="-12560" b="-18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1" name="矩形 210">
                <a:extLst>
                  <a:ext uri="{FF2B5EF4-FFF2-40B4-BE49-F238E27FC236}">
                    <a16:creationId xmlns:a16="http://schemas.microsoft.com/office/drawing/2014/main" id="{92F933FD-BF51-4EEA-BB79-CFB9C4F47941}"/>
                  </a:ext>
                </a:extLst>
              </p:cNvPr>
              <p:cNvSpPr/>
              <p:nvPr/>
            </p:nvSpPr>
            <p:spPr>
              <a:xfrm>
                <a:off x="8536027" y="3260582"/>
                <a:ext cx="1261590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1" name="矩形 210">
                <a:extLst>
                  <a:ext uri="{FF2B5EF4-FFF2-40B4-BE49-F238E27FC236}">
                    <a16:creationId xmlns:a16="http://schemas.microsoft.com/office/drawing/2014/main" id="{92F933FD-BF51-4EEA-BB79-CFB9C4F479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6027" y="3260582"/>
                <a:ext cx="1261590" cy="400110"/>
              </a:xfrm>
              <a:prstGeom prst="rect">
                <a:avLst/>
              </a:prstGeom>
              <a:blipFill>
                <a:blip r:embed="rId21"/>
                <a:stretch>
                  <a:fillRect t="-121212" r="-13527" b="-18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2" name="矩形 211">
            <a:extLst>
              <a:ext uri="{FF2B5EF4-FFF2-40B4-BE49-F238E27FC236}">
                <a16:creationId xmlns:a16="http://schemas.microsoft.com/office/drawing/2014/main" id="{C4580336-CFBA-43E1-ADF6-9E01E2F05BA1}"/>
              </a:ext>
            </a:extLst>
          </p:cNvPr>
          <p:cNvSpPr/>
          <p:nvPr/>
        </p:nvSpPr>
        <p:spPr>
          <a:xfrm>
            <a:off x="8253737" y="974825"/>
            <a:ext cx="190181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w/ e-h exchange 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矩形 214">
            <a:extLst>
              <a:ext uri="{FF2B5EF4-FFF2-40B4-BE49-F238E27FC236}">
                <a16:creationId xmlns:a16="http://schemas.microsoft.com/office/drawing/2014/main" id="{973E3394-4A80-480A-A26D-99C4A7F7F372}"/>
              </a:ext>
            </a:extLst>
          </p:cNvPr>
          <p:cNvSpPr/>
          <p:nvPr/>
        </p:nvSpPr>
        <p:spPr>
          <a:xfrm>
            <a:off x="5644460" y="4017043"/>
            <a:ext cx="645186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dirty="0"/>
              <a:t>D. Y. </a:t>
            </a:r>
            <a:r>
              <a:rPr lang="en-US" altLang="zh-TW" sz="1200" dirty="0" err="1"/>
              <a:t>Qiu</a:t>
            </a:r>
            <a:r>
              <a:rPr lang="en-US" altLang="zh-TW" sz="1200" dirty="0"/>
              <a:t> </a:t>
            </a:r>
            <a:r>
              <a:rPr lang="en-US" altLang="zh-TW" sz="1200" i="1" dirty="0"/>
              <a:t>et al.</a:t>
            </a:r>
            <a:r>
              <a:rPr lang="en-US" altLang="zh-TW" sz="1200" dirty="0"/>
              <a:t>, </a:t>
            </a:r>
            <a:r>
              <a:rPr lang="en-US" altLang="zh-TW" sz="1200" i="1" dirty="0"/>
              <a:t>Phys. Rev. Lett.</a:t>
            </a:r>
            <a:r>
              <a:rPr lang="en-US" altLang="zh-TW" sz="1200" dirty="0"/>
              <a:t> </a:t>
            </a:r>
            <a:r>
              <a:rPr lang="en-US" altLang="zh-TW" sz="1200" b="1" dirty="0"/>
              <a:t>115</a:t>
            </a:r>
            <a:r>
              <a:rPr lang="en-US" altLang="zh-TW" sz="1200" dirty="0"/>
              <a:t>, 176801 (2015) / G.-H. Peng </a:t>
            </a:r>
            <a:r>
              <a:rPr lang="en-US" altLang="zh-TW" sz="1200" i="1" dirty="0"/>
              <a:t>et al.</a:t>
            </a:r>
            <a:r>
              <a:rPr lang="en-US" altLang="zh-TW" sz="1200" dirty="0"/>
              <a:t>, </a:t>
            </a:r>
            <a:r>
              <a:rPr lang="en-US" altLang="zh-TW" sz="1200" i="1" dirty="0"/>
              <a:t>Phys. Rev. B</a:t>
            </a:r>
            <a:r>
              <a:rPr lang="en-US" altLang="zh-TW" sz="1200" dirty="0"/>
              <a:t> 106, 155304 (2022).</a:t>
            </a:r>
            <a:endParaRPr lang="zh-TW" altLang="en-US" sz="1200" dirty="0"/>
          </a:p>
        </p:txBody>
      </p:sp>
      <p:sp>
        <p:nvSpPr>
          <p:cNvPr id="227" name="矩形 226">
            <a:extLst>
              <a:ext uri="{FF2B5EF4-FFF2-40B4-BE49-F238E27FC236}">
                <a16:creationId xmlns:a16="http://schemas.microsoft.com/office/drawing/2014/main" id="{83B82B9D-5F86-4EF2-AAEB-C648665DE923}"/>
              </a:ext>
            </a:extLst>
          </p:cNvPr>
          <p:cNvSpPr/>
          <p:nvPr/>
        </p:nvSpPr>
        <p:spPr>
          <a:xfrm>
            <a:off x="39898" y="6377380"/>
            <a:ext cx="219977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altLang="zh-TW" sz="1150" dirty="0"/>
              <a:t>A. Splendiani </a:t>
            </a:r>
            <a:r>
              <a:rPr lang="it-IT" altLang="zh-TW" sz="1150" i="1" dirty="0"/>
              <a:t>et al.</a:t>
            </a:r>
            <a:r>
              <a:rPr lang="it-IT" altLang="zh-TW" sz="1150" dirty="0"/>
              <a:t>, </a:t>
            </a:r>
            <a:r>
              <a:rPr lang="it-IT" altLang="zh-TW" sz="1150" i="1" dirty="0"/>
              <a:t>Nano Lett.</a:t>
            </a:r>
            <a:r>
              <a:rPr lang="it-IT" altLang="zh-TW" sz="1150" dirty="0"/>
              <a:t> </a:t>
            </a:r>
            <a:r>
              <a:rPr lang="it-IT" altLang="zh-TW" sz="1150" b="1" dirty="0"/>
              <a:t>10</a:t>
            </a:r>
            <a:r>
              <a:rPr lang="it-IT" altLang="zh-TW" sz="1150" dirty="0"/>
              <a:t>, 1271 (2010)</a:t>
            </a:r>
            <a:endParaRPr lang="zh-TW" alt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矩形 227">
                <a:extLst>
                  <a:ext uri="{FF2B5EF4-FFF2-40B4-BE49-F238E27FC236}">
                    <a16:creationId xmlns:a16="http://schemas.microsoft.com/office/drawing/2014/main" id="{AC9081E5-CB53-4A79-A35A-200A440357F8}"/>
                  </a:ext>
                </a:extLst>
              </p:cNvPr>
              <p:cNvSpPr/>
              <p:nvPr/>
            </p:nvSpPr>
            <p:spPr>
              <a:xfrm>
                <a:off x="68909" y="2316968"/>
                <a:ext cx="1066155" cy="40011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1-2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eV</m:t>
                    </m:r>
                  </m:oMath>
                </a14:m>
                <a:r>
                  <a:rPr lang="en-US" altLang="zh-TW" sz="20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</m:oMath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8" name="矩形 227">
                <a:extLst>
                  <a:ext uri="{FF2B5EF4-FFF2-40B4-BE49-F238E27FC236}">
                    <a16:creationId xmlns:a16="http://schemas.microsoft.com/office/drawing/2014/main" id="{AC9081E5-CB53-4A79-A35A-200A440357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09" y="2316968"/>
                <a:ext cx="1066155" cy="400110"/>
              </a:xfrm>
              <a:prstGeom prst="rect">
                <a:avLst/>
              </a:prstGeom>
              <a:blipFill>
                <a:blip r:embed="rId39"/>
                <a:stretch>
                  <a:fillRect l="-5714" t="-9091" b="-2424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群組 9">
            <a:extLst>
              <a:ext uri="{FF2B5EF4-FFF2-40B4-BE49-F238E27FC236}">
                <a16:creationId xmlns:a16="http://schemas.microsoft.com/office/drawing/2014/main" id="{19B21DFF-CF20-4073-91D7-2951F6075BDD}"/>
              </a:ext>
            </a:extLst>
          </p:cNvPr>
          <p:cNvGrpSpPr/>
          <p:nvPr/>
        </p:nvGrpSpPr>
        <p:grpSpPr>
          <a:xfrm>
            <a:off x="129162" y="5289962"/>
            <a:ext cx="2014334" cy="882194"/>
            <a:chOff x="1830684" y="2392883"/>
            <a:chExt cx="2014334" cy="882194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BE69451B-A6C6-4345-8EB8-EA3420487C8D}"/>
                </a:ext>
              </a:extLst>
            </p:cNvPr>
            <p:cNvSpPr/>
            <p:nvPr/>
          </p:nvSpPr>
          <p:spPr>
            <a:xfrm>
              <a:off x="2655750" y="2649314"/>
              <a:ext cx="36420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7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</a:t>
              </a:r>
            </a:p>
          </p:txBody>
        </p:sp>
        <p:sp>
          <p:nvSpPr>
            <p:cNvPr id="245" name="矩形 244">
              <a:extLst>
                <a:ext uri="{FF2B5EF4-FFF2-40B4-BE49-F238E27FC236}">
                  <a16:creationId xmlns:a16="http://schemas.microsoft.com/office/drawing/2014/main" id="{594CB4C9-E3E1-44B9-AE29-D8CED6A6D8EC}"/>
                </a:ext>
              </a:extLst>
            </p:cNvPr>
            <p:cNvSpPr/>
            <p:nvPr/>
          </p:nvSpPr>
          <p:spPr>
            <a:xfrm>
              <a:off x="2008137" y="2392883"/>
              <a:ext cx="165942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7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Direct band gap</a:t>
              </a:r>
            </a:p>
          </p:txBody>
        </p:sp>
        <p:sp>
          <p:nvSpPr>
            <p:cNvPr id="252" name="矩形 251">
              <a:extLst>
                <a:ext uri="{FF2B5EF4-FFF2-40B4-BE49-F238E27FC236}">
                  <a16:creationId xmlns:a16="http://schemas.microsoft.com/office/drawing/2014/main" id="{A8834724-40B8-4A32-A0B2-03E8E6BA5D51}"/>
                </a:ext>
              </a:extLst>
            </p:cNvPr>
            <p:cNvSpPr/>
            <p:nvPr/>
          </p:nvSpPr>
          <p:spPr>
            <a:xfrm>
              <a:off x="1830684" y="2905745"/>
              <a:ext cx="201433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7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Suitable energy gap</a:t>
              </a:r>
            </a:p>
          </p:txBody>
        </p:sp>
      </p:grpSp>
      <p:sp>
        <p:nvSpPr>
          <p:cNvPr id="253" name="矩形: 圓角 252">
            <a:extLst>
              <a:ext uri="{FF2B5EF4-FFF2-40B4-BE49-F238E27FC236}">
                <a16:creationId xmlns:a16="http://schemas.microsoft.com/office/drawing/2014/main" id="{D061EB3F-200D-47C2-9192-62B9722BFF34}"/>
              </a:ext>
            </a:extLst>
          </p:cNvPr>
          <p:cNvSpPr/>
          <p:nvPr/>
        </p:nvSpPr>
        <p:spPr>
          <a:xfrm>
            <a:off x="25978" y="646771"/>
            <a:ext cx="2183822" cy="6196910"/>
          </a:xfrm>
          <a:prstGeom prst="roundRect">
            <a:avLst>
              <a:gd name="adj" fmla="val 982"/>
            </a:avLst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sp>
        <p:nvSpPr>
          <p:cNvPr id="255" name="矩形: 圓角 254">
            <a:extLst>
              <a:ext uri="{FF2B5EF4-FFF2-40B4-BE49-F238E27FC236}">
                <a16:creationId xmlns:a16="http://schemas.microsoft.com/office/drawing/2014/main" id="{8E501ED9-58E3-4B2B-83CC-9D106154D828}"/>
              </a:ext>
            </a:extLst>
          </p:cNvPr>
          <p:cNvSpPr/>
          <p:nvPr/>
        </p:nvSpPr>
        <p:spPr>
          <a:xfrm>
            <a:off x="8723496" y="4270487"/>
            <a:ext cx="3443103" cy="2573195"/>
          </a:xfrm>
          <a:prstGeom prst="roundRect">
            <a:avLst>
              <a:gd name="adj" fmla="val 982"/>
            </a:avLst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sp>
        <p:nvSpPr>
          <p:cNvPr id="287" name="矩形: 圓角 286">
            <a:extLst>
              <a:ext uri="{FF2B5EF4-FFF2-40B4-BE49-F238E27FC236}">
                <a16:creationId xmlns:a16="http://schemas.microsoft.com/office/drawing/2014/main" id="{1BE5ADA7-B99B-41CB-BE45-E993D813FE98}"/>
              </a:ext>
            </a:extLst>
          </p:cNvPr>
          <p:cNvSpPr/>
          <p:nvPr/>
        </p:nvSpPr>
        <p:spPr>
          <a:xfrm>
            <a:off x="2212976" y="4270487"/>
            <a:ext cx="6514520" cy="2573195"/>
          </a:xfrm>
          <a:prstGeom prst="roundRect">
            <a:avLst>
              <a:gd name="adj" fmla="val 982"/>
            </a:avLst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sp>
        <p:nvSpPr>
          <p:cNvPr id="289" name="箭號: 向下 288">
            <a:extLst>
              <a:ext uri="{FF2B5EF4-FFF2-40B4-BE49-F238E27FC236}">
                <a16:creationId xmlns:a16="http://schemas.microsoft.com/office/drawing/2014/main" id="{1BDD9E5D-96D4-4590-80C3-A8A74DD37F39}"/>
              </a:ext>
            </a:extLst>
          </p:cNvPr>
          <p:cNvSpPr/>
          <p:nvPr/>
        </p:nvSpPr>
        <p:spPr>
          <a:xfrm rot="10800000">
            <a:off x="7541178" y="1908519"/>
            <a:ext cx="166846" cy="300642"/>
          </a:xfrm>
          <a:prstGeom prst="downArrow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0" name="箭號: 向下 289">
            <a:extLst>
              <a:ext uri="{FF2B5EF4-FFF2-40B4-BE49-F238E27FC236}">
                <a16:creationId xmlns:a16="http://schemas.microsoft.com/office/drawing/2014/main" id="{09EC754C-FD9C-42E3-9EC1-DC5781250151}"/>
              </a:ext>
            </a:extLst>
          </p:cNvPr>
          <p:cNvSpPr/>
          <p:nvPr/>
        </p:nvSpPr>
        <p:spPr>
          <a:xfrm>
            <a:off x="7534822" y="1457024"/>
            <a:ext cx="166849" cy="300640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1" name="箭號: 向下 290">
            <a:extLst>
              <a:ext uri="{FF2B5EF4-FFF2-40B4-BE49-F238E27FC236}">
                <a16:creationId xmlns:a16="http://schemas.microsoft.com/office/drawing/2014/main" id="{090A2D20-11EC-41DC-BB28-7BE3D9F1B491}"/>
              </a:ext>
            </a:extLst>
          </p:cNvPr>
          <p:cNvSpPr/>
          <p:nvPr/>
        </p:nvSpPr>
        <p:spPr>
          <a:xfrm>
            <a:off x="7534822" y="3595688"/>
            <a:ext cx="166849" cy="300640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2" name="箭號: 向下 291">
            <a:extLst>
              <a:ext uri="{FF2B5EF4-FFF2-40B4-BE49-F238E27FC236}">
                <a16:creationId xmlns:a16="http://schemas.microsoft.com/office/drawing/2014/main" id="{3EC63AED-6CAB-45E9-A41C-A1CC6A512D42}"/>
              </a:ext>
            </a:extLst>
          </p:cNvPr>
          <p:cNvSpPr/>
          <p:nvPr/>
        </p:nvSpPr>
        <p:spPr>
          <a:xfrm>
            <a:off x="7764284" y="1947827"/>
            <a:ext cx="165600" cy="152435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9" name="箭號: 向下 298">
            <a:extLst>
              <a:ext uri="{FF2B5EF4-FFF2-40B4-BE49-F238E27FC236}">
                <a16:creationId xmlns:a16="http://schemas.microsoft.com/office/drawing/2014/main" id="{D487605A-B3D5-4D25-A3BE-3540C51C54CE}"/>
              </a:ext>
            </a:extLst>
          </p:cNvPr>
          <p:cNvSpPr/>
          <p:nvPr/>
        </p:nvSpPr>
        <p:spPr>
          <a:xfrm rot="10800000">
            <a:off x="7749996" y="1571590"/>
            <a:ext cx="165600" cy="152435"/>
          </a:xfrm>
          <a:prstGeom prst="downArrow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1" name="箭號: 向下 300">
            <a:extLst>
              <a:ext uri="{FF2B5EF4-FFF2-40B4-BE49-F238E27FC236}">
                <a16:creationId xmlns:a16="http://schemas.microsoft.com/office/drawing/2014/main" id="{40B6F95D-CCC4-4D40-97F8-33294D6F7A2D}"/>
              </a:ext>
            </a:extLst>
          </p:cNvPr>
          <p:cNvSpPr/>
          <p:nvPr/>
        </p:nvSpPr>
        <p:spPr>
          <a:xfrm rot="10800000">
            <a:off x="7745957" y="3723849"/>
            <a:ext cx="165600" cy="152435"/>
          </a:xfrm>
          <a:prstGeom prst="downArrow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4" name="箭號: 向下 313">
            <a:extLst>
              <a:ext uri="{FF2B5EF4-FFF2-40B4-BE49-F238E27FC236}">
                <a16:creationId xmlns:a16="http://schemas.microsoft.com/office/drawing/2014/main" id="{9E68CE40-C4FD-4400-B773-1C7678367731}"/>
              </a:ext>
            </a:extLst>
          </p:cNvPr>
          <p:cNvSpPr/>
          <p:nvPr/>
        </p:nvSpPr>
        <p:spPr>
          <a:xfrm>
            <a:off x="5568887" y="1908519"/>
            <a:ext cx="166846" cy="300642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5" name="箭號: 向下 314">
            <a:extLst>
              <a:ext uri="{FF2B5EF4-FFF2-40B4-BE49-F238E27FC236}">
                <a16:creationId xmlns:a16="http://schemas.microsoft.com/office/drawing/2014/main" id="{55FFAFD8-4745-4862-90E6-F076058175CF}"/>
              </a:ext>
            </a:extLst>
          </p:cNvPr>
          <p:cNvSpPr/>
          <p:nvPr/>
        </p:nvSpPr>
        <p:spPr>
          <a:xfrm rot="10800000">
            <a:off x="5562531" y="1457024"/>
            <a:ext cx="166849" cy="300640"/>
          </a:xfrm>
          <a:prstGeom prst="downArrow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6" name="箭號: 向下 315">
            <a:extLst>
              <a:ext uri="{FF2B5EF4-FFF2-40B4-BE49-F238E27FC236}">
                <a16:creationId xmlns:a16="http://schemas.microsoft.com/office/drawing/2014/main" id="{6A12D7E2-752C-41C6-8057-95654BCCCA58}"/>
              </a:ext>
            </a:extLst>
          </p:cNvPr>
          <p:cNvSpPr/>
          <p:nvPr/>
        </p:nvSpPr>
        <p:spPr>
          <a:xfrm rot="10800000">
            <a:off x="5562531" y="3595688"/>
            <a:ext cx="166849" cy="300640"/>
          </a:xfrm>
          <a:prstGeom prst="downArrow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7" name="箭號: 向下 316">
            <a:extLst>
              <a:ext uri="{FF2B5EF4-FFF2-40B4-BE49-F238E27FC236}">
                <a16:creationId xmlns:a16="http://schemas.microsoft.com/office/drawing/2014/main" id="{DF06C412-B581-453F-9532-19207AC996B3}"/>
              </a:ext>
            </a:extLst>
          </p:cNvPr>
          <p:cNvSpPr/>
          <p:nvPr/>
        </p:nvSpPr>
        <p:spPr>
          <a:xfrm rot="10800000">
            <a:off x="5791993" y="1947827"/>
            <a:ext cx="165600" cy="152435"/>
          </a:xfrm>
          <a:prstGeom prst="downArrow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8" name="文字方塊 317">
            <a:extLst>
              <a:ext uri="{FF2B5EF4-FFF2-40B4-BE49-F238E27FC236}">
                <a16:creationId xmlns:a16="http://schemas.microsoft.com/office/drawing/2014/main" id="{5BA9F36A-0CDE-413C-B3AA-76706B71777F}"/>
              </a:ext>
            </a:extLst>
          </p:cNvPr>
          <p:cNvSpPr txBox="1"/>
          <p:nvPr/>
        </p:nvSpPr>
        <p:spPr>
          <a:xfrm>
            <a:off x="5589301" y="1907995"/>
            <a:ext cx="3080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9" name="箭號: 向下 318">
            <a:extLst>
              <a:ext uri="{FF2B5EF4-FFF2-40B4-BE49-F238E27FC236}">
                <a16:creationId xmlns:a16="http://schemas.microsoft.com/office/drawing/2014/main" id="{CF03BDFB-F318-42D4-8806-BE68651F0BFA}"/>
              </a:ext>
            </a:extLst>
          </p:cNvPr>
          <p:cNvSpPr/>
          <p:nvPr/>
        </p:nvSpPr>
        <p:spPr>
          <a:xfrm>
            <a:off x="5777705" y="1571590"/>
            <a:ext cx="165600" cy="152435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0" name="文字方塊 319">
            <a:extLst>
              <a:ext uri="{FF2B5EF4-FFF2-40B4-BE49-F238E27FC236}">
                <a16:creationId xmlns:a16="http://schemas.microsoft.com/office/drawing/2014/main" id="{95A15259-012B-4285-9166-B72AC0434B74}"/>
              </a:ext>
            </a:extLst>
          </p:cNvPr>
          <p:cNvSpPr txBox="1"/>
          <p:nvPr/>
        </p:nvSpPr>
        <p:spPr>
          <a:xfrm>
            <a:off x="5575013" y="1493658"/>
            <a:ext cx="3080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1" name="箭號: 向下 320">
            <a:extLst>
              <a:ext uri="{FF2B5EF4-FFF2-40B4-BE49-F238E27FC236}">
                <a16:creationId xmlns:a16="http://schemas.microsoft.com/office/drawing/2014/main" id="{19417A0E-E9B6-49CF-9EDB-ACB440F80DF4}"/>
              </a:ext>
            </a:extLst>
          </p:cNvPr>
          <p:cNvSpPr/>
          <p:nvPr/>
        </p:nvSpPr>
        <p:spPr>
          <a:xfrm>
            <a:off x="5773666" y="3723849"/>
            <a:ext cx="165600" cy="152435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2" name="文字方塊 321">
            <a:extLst>
              <a:ext uri="{FF2B5EF4-FFF2-40B4-BE49-F238E27FC236}">
                <a16:creationId xmlns:a16="http://schemas.microsoft.com/office/drawing/2014/main" id="{9DF77F16-5581-4D02-B70A-C74CFDD41444}"/>
              </a:ext>
            </a:extLst>
          </p:cNvPr>
          <p:cNvSpPr txBox="1"/>
          <p:nvPr/>
        </p:nvSpPr>
        <p:spPr>
          <a:xfrm>
            <a:off x="5570974" y="3645917"/>
            <a:ext cx="3080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8" name="群組 187">
            <a:extLst>
              <a:ext uri="{FF2B5EF4-FFF2-40B4-BE49-F238E27FC236}">
                <a16:creationId xmlns:a16="http://schemas.microsoft.com/office/drawing/2014/main" id="{B38A4199-52A5-4E08-B6E5-C93DE2DBBC01}"/>
              </a:ext>
            </a:extLst>
          </p:cNvPr>
          <p:cNvGrpSpPr/>
          <p:nvPr/>
        </p:nvGrpSpPr>
        <p:grpSpPr>
          <a:xfrm>
            <a:off x="2242962" y="1092542"/>
            <a:ext cx="1707704" cy="1022818"/>
            <a:chOff x="9717874" y="869348"/>
            <a:chExt cx="2300763" cy="1378027"/>
          </a:xfrm>
        </p:grpSpPr>
        <p:sp>
          <p:nvSpPr>
            <p:cNvPr id="189" name="矩形 188">
              <a:extLst>
                <a:ext uri="{FF2B5EF4-FFF2-40B4-BE49-F238E27FC236}">
                  <a16:creationId xmlns:a16="http://schemas.microsoft.com/office/drawing/2014/main" id="{28FD141A-02DD-4CC6-9F28-0FB2767FB3D5}"/>
                </a:ext>
              </a:extLst>
            </p:cNvPr>
            <p:cNvSpPr/>
            <p:nvPr/>
          </p:nvSpPr>
          <p:spPr>
            <a:xfrm>
              <a:off x="11257241" y="1033905"/>
              <a:ext cx="264653" cy="2170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3873" tIns="41935" rIns="83873" bIns="4193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50"/>
            </a:p>
          </p:txBody>
        </p:sp>
        <p:sp>
          <p:nvSpPr>
            <p:cNvPr id="191" name="矩形 190">
              <a:extLst>
                <a:ext uri="{FF2B5EF4-FFF2-40B4-BE49-F238E27FC236}">
                  <a16:creationId xmlns:a16="http://schemas.microsoft.com/office/drawing/2014/main" id="{64AF0C29-42F9-4497-A7F5-7EED5B4C08E5}"/>
                </a:ext>
              </a:extLst>
            </p:cNvPr>
            <p:cNvSpPr/>
            <p:nvPr/>
          </p:nvSpPr>
          <p:spPr>
            <a:xfrm>
              <a:off x="11449967" y="1013067"/>
              <a:ext cx="279276" cy="3026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50"/>
            </a:p>
          </p:txBody>
        </p:sp>
        <p:grpSp>
          <p:nvGrpSpPr>
            <p:cNvPr id="192" name="群組 191">
              <a:extLst>
                <a:ext uri="{FF2B5EF4-FFF2-40B4-BE49-F238E27FC236}">
                  <a16:creationId xmlns:a16="http://schemas.microsoft.com/office/drawing/2014/main" id="{B11682DB-25D4-40AD-9967-6CBB53A8F77D}"/>
                </a:ext>
              </a:extLst>
            </p:cNvPr>
            <p:cNvGrpSpPr/>
            <p:nvPr/>
          </p:nvGrpSpPr>
          <p:grpSpPr>
            <a:xfrm>
              <a:off x="9717874" y="869348"/>
              <a:ext cx="2300763" cy="1378027"/>
              <a:chOff x="7625750" y="0"/>
              <a:chExt cx="4305899" cy="2479218"/>
            </a:xfrm>
          </p:grpSpPr>
          <p:pic>
            <p:nvPicPr>
              <p:cNvPr id="194" name="Picture 2" descr="Figure 1">
                <a:extLst>
                  <a:ext uri="{FF2B5EF4-FFF2-40B4-BE49-F238E27FC236}">
                    <a16:creationId xmlns:a16="http://schemas.microsoft.com/office/drawing/2014/main" id="{26734820-CE8C-415A-895C-EF114168E01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0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3107" b="63849"/>
              <a:stretch/>
            </p:blipFill>
            <p:spPr bwMode="auto">
              <a:xfrm>
                <a:off x="7625750" y="0"/>
                <a:ext cx="4305899" cy="247921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95" name="矩形 194">
                <a:extLst>
                  <a:ext uri="{FF2B5EF4-FFF2-40B4-BE49-F238E27FC236}">
                    <a16:creationId xmlns:a16="http://schemas.microsoft.com/office/drawing/2014/main" id="{15EA6BB3-07A5-49C3-B071-1E676FB34B62}"/>
                  </a:ext>
                </a:extLst>
              </p:cNvPr>
              <p:cNvSpPr/>
              <p:nvPr/>
            </p:nvSpPr>
            <p:spPr>
              <a:xfrm>
                <a:off x="7905750" y="38100"/>
                <a:ext cx="495300" cy="3905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3873" tIns="41935" rIns="83873" bIns="4193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650" dirty="0"/>
              </a:p>
            </p:txBody>
          </p:sp>
        </p:grpSp>
      </p:grpSp>
      <p:grpSp>
        <p:nvGrpSpPr>
          <p:cNvPr id="196" name="群組 195">
            <a:extLst>
              <a:ext uri="{FF2B5EF4-FFF2-40B4-BE49-F238E27FC236}">
                <a16:creationId xmlns:a16="http://schemas.microsoft.com/office/drawing/2014/main" id="{F8A4875A-68DB-41B1-82CE-C2BD036CD219}"/>
              </a:ext>
            </a:extLst>
          </p:cNvPr>
          <p:cNvGrpSpPr/>
          <p:nvPr/>
        </p:nvGrpSpPr>
        <p:grpSpPr>
          <a:xfrm>
            <a:off x="2273914" y="2292427"/>
            <a:ext cx="1690090" cy="1042540"/>
            <a:chOff x="8006750" y="2624308"/>
            <a:chExt cx="4305899" cy="2656114"/>
          </a:xfrm>
        </p:grpSpPr>
        <p:pic>
          <p:nvPicPr>
            <p:cNvPr id="198" name="Picture 2" descr="Figure 1">
              <a:extLst>
                <a:ext uri="{FF2B5EF4-FFF2-40B4-BE49-F238E27FC236}">
                  <a16:creationId xmlns:a16="http://schemas.microsoft.com/office/drawing/2014/main" id="{D780F88E-E972-4D6E-860F-1281177E859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3107" t="38266" b="23003"/>
            <a:stretch/>
          </p:blipFill>
          <p:spPr bwMode="auto">
            <a:xfrm>
              <a:off x="8006750" y="2624308"/>
              <a:ext cx="4305899" cy="26561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3" name="矩形 202">
              <a:extLst>
                <a:ext uri="{FF2B5EF4-FFF2-40B4-BE49-F238E27FC236}">
                  <a16:creationId xmlns:a16="http://schemas.microsoft.com/office/drawing/2014/main" id="{13FEF973-7E5D-4511-BEB0-4E156BCCF2F0}"/>
                </a:ext>
              </a:extLst>
            </p:cNvPr>
            <p:cNvSpPr/>
            <p:nvPr/>
          </p:nvSpPr>
          <p:spPr>
            <a:xfrm>
              <a:off x="8194754" y="2924175"/>
              <a:ext cx="495300" cy="3905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3873" tIns="41935" rIns="83873" bIns="4193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</p:grpSp>
      <p:sp>
        <p:nvSpPr>
          <p:cNvPr id="206" name="矩形 205">
            <a:extLst>
              <a:ext uri="{FF2B5EF4-FFF2-40B4-BE49-F238E27FC236}">
                <a16:creationId xmlns:a16="http://schemas.microsoft.com/office/drawing/2014/main" id="{105EEBEF-640D-4473-B2F9-B5BA1BF7ADFF}"/>
              </a:ext>
            </a:extLst>
          </p:cNvPr>
          <p:cNvSpPr/>
          <p:nvPr/>
        </p:nvSpPr>
        <p:spPr>
          <a:xfrm>
            <a:off x="2219720" y="4017043"/>
            <a:ext cx="310341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a-DK" altLang="zh-TW" sz="1200" dirty="0"/>
              <a:t>L. M. Schneider </a:t>
            </a:r>
            <a:r>
              <a:rPr lang="da-DK" altLang="zh-TW" sz="1200" i="1" dirty="0"/>
              <a:t>et al.</a:t>
            </a:r>
            <a:r>
              <a:rPr lang="da-DK" altLang="zh-TW" sz="1200" dirty="0"/>
              <a:t>, </a:t>
            </a:r>
            <a:r>
              <a:rPr lang="da-DK" altLang="zh-TW" sz="1200" i="1" dirty="0"/>
              <a:t>Sci. Rep.</a:t>
            </a:r>
            <a:r>
              <a:rPr lang="da-DK" altLang="zh-TW" sz="1200" dirty="0"/>
              <a:t> </a:t>
            </a:r>
            <a:r>
              <a:rPr lang="da-DK" altLang="zh-TW" sz="1200" b="1" dirty="0"/>
              <a:t>10</a:t>
            </a:r>
            <a:r>
              <a:rPr lang="da-DK" altLang="zh-TW" sz="1200" dirty="0"/>
              <a:t>, 8091 (2020)</a:t>
            </a:r>
            <a:endParaRPr lang="zh-TW" altLang="en-US" sz="1200" dirty="0"/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656AACD2-749A-4CC8-A7A9-42DD270AECA6}"/>
              </a:ext>
            </a:extLst>
          </p:cNvPr>
          <p:cNvGrpSpPr/>
          <p:nvPr/>
        </p:nvGrpSpPr>
        <p:grpSpPr>
          <a:xfrm>
            <a:off x="2300221" y="3387605"/>
            <a:ext cx="1690090" cy="597938"/>
            <a:chOff x="4793261" y="-747191"/>
            <a:chExt cx="1690090" cy="597938"/>
          </a:xfrm>
        </p:grpSpPr>
        <p:pic>
          <p:nvPicPr>
            <p:cNvPr id="216" name="Picture 2" descr="Figure 1">
              <a:extLst>
                <a:ext uri="{FF2B5EF4-FFF2-40B4-BE49-F238E27FC236}">
                  <a16:creationId xmlns:a16="http://schemas.microsoft.com/office/drawing/2014/main" id="{74949B47-1F77-4489-956C-A62F949879D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3107" t="77787"/>
            <a:stretch/>
          </p:blipFill>
          <p:spPr bwMode="auto">
            <a:xfrm>
              <a:off x="4793261" y="-747191"/>
              <a:ext cx="1690090" cy="5979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1" name="矩形 220">
              <a:extLst>
                <a:ext uri="{FF2B5EF4-FFF2-40B4-BE49-F238E27FC236}">
                  <a16:creationId xmlns:a16="http://schemas.microsoft.com/office/drawing/2014/main" id="{5C06637C-751C-44BE-9DEF-D59D425D5272}"/>
                </a:ext>
              </a:extLst>
            </p:cNvPr>
            <p:cNvSpPr/>
            <p:nvPr/>
          </p:nvSpPr>
          <p:spPr>
            <a:xfrm>
              <a:off x="4856215" y="-701556"/>
              <a:ext cx="194408" cy="1532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3873" tIns="41935" rIns="83873" bIns="4193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</p:grpSp>
      <p:sp>
        <p:nvSpPr>
          <p:cNvPr id="204" name="文字方塊 203">
            <a:extLst>
              <a:ext uri="{FF2B5EF4-FFF2-40B4-BE49-F238E27FC236}">
                <a16:creationId xmlns:a16="http://schemas.microsoft.com/office/drawing/2014/main" id="{4271ED77-CDC0-43CC-90F0-44BE8DF53C32}"/>
              </a:ext>
            </a:extLst>
          </p:cNvPr>
          <p:cNvSpPr txBox="1"/>
          <p:nvPr/>
        </p:nvSpPr>
        <p:spPr>
          <a:xfrm>
            <a:off x="1880753" y="2401643"/>
            <a:ext cx="8722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GX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5" name="文字方塊 204">
            <a:extLst>
              <a:ext uri="{FF2B5EF4-FFF2-40B4-BE49-F238E27FC236}">
                <a16:creationId xmlns:a16="http://schemas.microsoft.com/office/drawing/2014/main" id="{391EAA94-2566-41B9-8B92-F6FFA5A11078}"/>
              </a:ext>
            </a:extLst>
          </p:cNvPr>
          <p:cNvSpPr txBox="1"/>
          <p:nvPr/>
        </p:nvSpPr>
        <p:spPr>
          <a:xfrm>
            <a:off x="1880753" y="1163491"/>
            <a:ext cx="8722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BX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0" name="文字方塊 219">
            <a:extLst>
              <a:ext uri="{FF2B5EF4-FFF2-40B4-BE49-F238E27FC236}">
                <a16:creationId xmlns:a16="http://schemas.microsoft.com/office/drawing/2014/main" id="{2CB43497-241B-4BAF-B5D4-0AB610E914E6}"/>
              </a:ext>
            </a:extLst>
          </p:cNvPr>
          <p:cNvSpPr txBox="1"/>
          <p:nvPr/>
        </p:nvSpPr>
        <p:spPr>
          <a:xfrm>
            <a:off x="1880753" y="3378540"/>
            <a:ext cx="8722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DX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3" name="矩形 212">
            <a:extLst>
              <a:ext uri="{FF2B5EF4-FFF2-40B4-BE49-F238E27FC236}">
                <a16:creationId xmlns:a16="http://schemas.microsoft.com/office/drawing/2014/main" id="{AB8AFC91-55A1-4E3F-ACC9-E7AC94F2998E}"/>
              </a:ext>
            </a:extLst>
          </p:cNvPr>
          <p:cNvSpPr/>
          <p:nvPr/>
        </p:nvSpPr>
        <p:spPr>
          <a:xfrm>
            <a:off x="5159791" y="955775"/>
            <a:ext cx="218013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w/o e-h exchange 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141DEDDC-7EED-47D6-A45C-4E3666A678ED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2514600" y="4655026"/>
            <a:ext cx="4267200" cy="2005501"/>
          </a:xfrm>
          <a:prstGeom prst="rect">
            <a:avLst/>
          </a:prstGeom>
        </p:spPr>
      </p:pic>
      <p:sp>
        <p:nvSpPr>
          <p:cNvPr id="225" name="矩形 224">
            <a:extLst>
              <a:ext uri="{FF2B5EF4-FFF2-40B4-BE49-F238E27FC236}">
                <a16:creationId xmlns:a16="http://schemas.microsoft.com/office/drawing/2014/main" id="{C2EC845D-3E55-4DE6-A2B2-A124DB3E5FEB}"/>
              </a:ext>
            </a:extLst>
          </p:cNvPr>
          <p:cNvSpPr/>
          <p:nvPr/>
        </p:nvSpPr>
        <p:spPr>
          <a:xfrm>
            <a:off x="2366478" y="6583086"/>
            <a:ext cx="423101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altLang="zh-TW" sz="1200" dirty="0"/>
              <a:t>C. Rosales-Guzmán, B. Ndagano </a:t>
            </a:r>
            <a:r>
              <a:rPr lang="es-ES" altLang="zh-TW" sz="1200" i="1" dirty="0"/>
              <a:t>et al.</a:t>
            </a:r>
            <a:r>
              <a:rPr lang="es-ES" altLang="zh-TW" sz="1200" dirty="0"/>
              <a:t>, </a:t>
            </a:r>
            <a:r>
              <a:rPr lang="es-ES" altLang="zh-TW" sz="1200" i="1" dirty="0"/>
              <a:t>J. Opt.</a:t>
            </a:r>
            <a:r>
              <a:rPr lang="es-ES" altLang="zh-TW" sz="1200" dirty="0"/>
              <a:t> </a:t>
            </a:r>
            <a:r>
              <a:rPr lang="es-ES" altLang="zh-TW" sz="1200" b="1" dirty="0"/>
              <a:t>20</a:t>
            </a:r>
            <a:r>
              <a:rPr lang="es-ES" altLang="zh-TW" sz="1200" dirty="0"/>
              <a:t>, 123001 (2018)</a:t>
            </a:r>
            <a:endParaRPr lang="zh-TW" altLang="en-US" sz="1150" dirty="0"/>
          </a:p>
        </p:txBody>
      </p:sp>
      <p:sp>
        <p:nvSpPr>
          <p:cNvPr id="229" name="矩形 228">
            <a:extLst>
              <a:ext uri="{FF2B5EF4-FFF2-40B4-BE49-F238E27FC236}">
                <a16:creationId xmlns:a16="http://schemas.microsoft.com/office/drawing/2014/main" id="{7FD1C53C-6169-4296-BD76-DB021FFEB7A9}"/>
              </a:ext>
            </a:extLst>
          </p:cNvPr>
          <p:cNvSpPr/>
          <p:nvPr/>
        </p:nvSpPr>
        <p:spPr>
          <a:xfrm>
            <a:off x="6909405" y="4828863"/>
            <a:ext cx="1736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Manipulation of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977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矩形: 圓角 252">
            <a:extLst>
              <a:ext uri="{FF2B5EF4-FFF2-40B4-BE49-F238E27FC236}">
                <a16:creationId xmlns:a16="http://schemas.microsoft.com/office/drawing/2014/main" id="{D061EB3F-200D-47C2-9192-62B9722BFF34}"/>
              </a:ext>
            </a:extLst>
          </p:cNvPr>
          <p:cNvSpPr/>
          <p:nvPr/>
        </p:nvSpPr>
        <p:spPr>
          <a:xfrm>
            <a:off x="5772150" y="638175"/>
            <a:ext cx="6379952" cy="2619958"/>
          </a:xfrm>
          <a:prstGeom prst="roundRect">
            <a:avLst>
              <a:gd name="adj" fmla="val 982"/>
            </a:avLst>
          </a:prstGeom>
          <a:solidFill>
            <a:schemeClr val="bg1">
              <a:lumMod val="95000"/>
            </a:schemeClr>
          </a:solidFill>
          <a:ln w="5715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pic>
        <p:nvPicPr>
          <p:cNvPr id="25" name="圖片 24">
            <a:extLst>
              <a:ext uri="{FF2B5EF4-FFF2-40B4-BE49-F238E27FC236}">
                <a16:creationId xmlns:a16="http://schemas.microsoft.com/office/drawing/2014/main" id="{BC4EA283-A7E9-46AC-A825-6C9F1BA36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500" y="2096932"/>
            <a:ext cx="1098650" cy="1103468"/>
          </a:xfrm>
          <a:prstGeom prst="rect">
            <a:avLst/>
          </a:prstGeom>
        </p:spPr>
      </p:pic>
      <p:sp>
        <p:nvSpPr>
          <p:cNvPr id="271" name="矩形 270">
            <a:extLst>
              <a:ext uri="{FF2B5EF4-FFF2-40B4-BE49-F238E27FC236}">
                <a16:creationId xmlns:a16="http://schemas.microsoft.com/office/drawing/2014/main" id="{39C20502-E372-40A4-ACEA-7A5A57F1C8BE}"/>
              </a:ext>
            </a:extLst>
          </p:cNvPr>
          <p:cNvSpPr/>
          <p:nvPr/>
        </p:nvSpPr>
        <p:spPr>
          <a:xfrm>
            <a:off x="38100" y="658725"/>
            <a:ext cx="3133725" cy="33855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Spin-orbit interaction (SOI) in light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3" name="群組 122">
            <a:extLst>
              <a:ext uri="{FF2B5EF4-FFF2-40B4-BE49-F238E27FC236}">
                <a16:creationId xmlns:a16="http://schemas.microsoft.com/office/drawing/2014/main" id="{D67594E8-D79C-4A2C-878B-25BE77E8419D}"/>
              </a:ext>
            </a:extLst>
          </p:cNvPr>
          <p:cNvGrpSpPr/>
          <p:nvPr/>
        </p:nvGrpSpPr>
        <p:grpSpPr>
          <a:xfrm rot="3736100">
            <a:off x="3606973" y="1259820"/>
            <a:ext cx="1615465" cy="1339222"/>
            <a:chOff x="1150620" y="2040672"/>
            <a:chExt cx="2887980" cy="2394139"/>
          </a:xfrm>
        </p:grpSpPr>
        <p:pic>
          <p:nvPicPr>
            <p:cNvPr id="124" name="圖片 123">
              <a:extLst>
                <a:ext uri="{FF2B5EF4-FFF2-40B4-BE49-F238E27FC236}">
                  <a16:creationId xmlns:a16="http://schemas.microsoft.com/office/drawing/2014/main" id="{72165A53-00E2-436B-8E6F-5388E56ADD8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0517" b="50711"/>
            <a:stretch/>
          </p:blipFill>
          <p:spPr>
            <a:xfrm>
              <a:off x="1198879" y="2040672"/>
              <a:ext cx="2839721" cy="2394139"/>
            </a:xfrm>
            <a:prstGeom prst="rect">
              <a:avLst/>
            </a:prstGeom>
          </p:spPr>
        </p:pic>
        <p:sp>
          <p:nvSpPr>
            <p:cNvPr id="125" name="矩形 124">
              <a:extLst>
                <a:ext uri="{FF2B5EF4-FFF2-40B4-BE49-F238E27FC236}">
                  <a16:creationId xmlns:a16="http://schemas.microsoft.com/office/drawing/2014/main" id="{23D49F98-8AAF-453A-A07F-5F1170D66235}"/>
                </a:ext>
              </a:extLst>
            </p:cNvPr>
            <p:cNvSpPr/>
            <p:nvPr/>
          </p:nvSpPr>
          <p:spPr>
            <a:xfrm>
              <a:off x="1150620" y="2095500"/>
              <a:ext cx="213360" cy="236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126" name="群組 125">
            <a:extLst>
              <a:ext uri="{FF2B5EF4-FFF2-40B4-BE49-F238E27FC236}">
                <a16:creationId xmlns:a16="http://schemas.microsoft.com/office/drawing/2014/main" id="{9770E5A7-5D2B-4846-ABFF-5E66A871338A}"/>
              </a:ext>
            </a:extLst>
          </p:cNvPr>
          <p:cNvGrpSpPr/>
          <p:nvPr/>
        </p:nvGrpSpPr>
        <p:grpSpPr>
          <a:xfrm>
            <a:off x="4161386" y="1024911"/>
            <a:ext cx="644540" cy="463864"/>
            <a:chOff x="2854654" y="1882492"/>
            <a:chExt cx="798184" cy="574440"/>
          </a:xfrm>
        </p:grpSpPr>
        <p:sp>
          <p:nvSpPr>
            <p:cNvPr id="127" name="橢圓 126">
              <a:extLst>
                <a:ext uri="{FF2B5EF4-FFF2-40B4-BE49-F238E27FC236}">
                  <a16:creationId xmlns:a16="http://schemas.microsoft.com/office/drawing/2014/main" id="{2071BE1B-39B9-4248-9278-B0C596AB0856}"/>
                </a:ext>
              </a:extLst>
            </p:cNvPr>
            <p:cNvSpPr/>
            <p:nvPr/>
          </p:nvSpPr>
          <p:spPr>
            <a:xfrm>
              <a:off x="2854654" y="1922136"/>
              <a:ext cx="798184" cy="40012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3EDCB4EA-288B-4976-A16B-C0202ECD589B}"/>
                </a:ext>
              </a:extLst>
            </p:cNvPr>
            <p:cNvSpPr/>
            <p:nvPr/>
          </p:nvSpPr>
          <p:spPr>
            <a:xfrm rot="5400000">
              <a:off x="3194072" y="1742141"/>
              <a:ext cx="119348" cy="4000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29" name="等腰三角形 128">
              <a:extLst>
                <a:ext uri="{FF2B5EF4-FFF2-40B4-BE49-F238E27FC236}">
                  <a16:creationId xmlns:a16="http://schemas.microsoft.com/office/drawing/2014/main" id="{B7B07447-410A-429D-8D68-9B6F5DB40A7D}"/>
                </a:ext>
              </a:extLst>
            </p:cNvPr>
            <p:cNvSpPr/>
            <p:nvPr/>
          </p:nvSpPr>
          <p:spPr>
            <a:xfrm rot="5400000">
              <a:off x="3116128" y="2204055"/>
              <a:ext cx="275236" cy="230518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sp>
        <p:nvSpPr>
          <p:cNvPr id="130" name="等腰三角形 129">
            <a:extLst>
              <a:ext uri="{FF2B5EF4-FFF2-40B4-BE49-F238E27FC236}">
                <a16:creationId xmlns:a16="http://schemas.microsoft.com/office/drawing/2014/main" id="{7C762AC5-DAD3-41F2-A2C6-77806D290761}"/>
              </a:ext>
            </a:extLst>
          </p:cNvPr>
          <p:cNvSpPr/>
          <p:nvPr/>
        </p:nvSpPr>
        <p:spPr>
          <a:xfrm rot="10800000">
            <a:off x="4369790" y="2711964"/>
            <a:ext cx="200220" cy="16769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77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矩形 131">
                <a:extLst>
                  <a:ext uri="{FF2B5EF4-FFF2-40B4-BE49-F238E27FC236}">
                    <a16:creationId xmlns:a16="http://schemas.microsoft.com/office/drawing/2014/main" id="{3CF34BA3-FF20-465D-854F-1C2D21F06574}"/>
                  </a:ext>
                </a:extLst>
              </p:cNvPr>
              <p:cNvSpPr/>
              <p:nvPr/>
            </p:nvSpPr>
            <p:spPr>
              <a:xfrm>
                <a:off x="4157840" y="701149"/>
                <a:ext cx="74135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, ℓ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32" name="矩形 131">
                <a:extLst>
                  <a:ext uri="{FF2B5EF4-FFF2-40B4-BE49-F238E27FC236}">
                    <a16:creationId xmlns:a16="http://schemas.microsoft.com/office/drawing/2014/main" id="{3CF34BA3-FF20-465D-854F-1C2D21F065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7840" y="701149"/>
                <a:ext cx="741357" cy="369332"/>
              </a:xfrm>
              <a:prstGeom prst="rect">
                <a:avLst/>
              </a:prstGeom>
              <a:blipFill>
                <a:blip r:embed="rId4"/>
                <a:stretch>
                  <a:fillRect t="-119672" r="-63934" b="-1836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6" name="圖片 295">
            <a:extLst>
              <a:ext uri="{FF2B5EF4-FFF2-40B4-BE49-F238E27FC236}">
                <a16:creationId xmlns:a16="http://schemas.microsoft.com/office/drawing/2014/main" id="{EC0E69F0-DDF3-4947-8DE2-496B937A3C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1713" y="1022464"/>
            <a:ext cx="1080000" cy="1074179"/>
          </a:xfrm>
          <a:prstGeom prst="rect">
            <a:avLst/>
          </a:prstGeom>
        </p:spPr>
      </p:pic>
      <p:sp>
        <p:nvSpPr>
          <p:cNvPr id="297" name="矩形 296">
            <a:extLst>
              <a:ext uri="{FF2B5EF4-FFF2-40B4-BE49-F238E27FC236}">
                <a16:creationId xmlns:a16="http://schemas.microsoft.com/office/drawing/2014/main" id="{CE50A66E-A13F-4D9C-A501-C83B10328376}"/>
              </a:ext>
            </a:extLst>
          </p:cNvPr>
          <p:cNvSpPr/>
          <p:nvPr/>
        </p:nvSpPr>
        <p:spPr>
          <a:xfrm>
            <a:off x="9147282" y="979210"/>
            <a:ext cx="288862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8" name="矩形 297">
                <a:extLst>
                  <a:ext uri="{FF2B5EF4-FFF2-40B4-BE49-F238E27FC236}">
                    <a16:creationId xmlns:a16="http://schemas.microsoft.com/office/drawing/2014/main" id="{2F1F72E0-1880-4E7D-90C4-7F3D8BC4C362}"/>
                  </a:ext>
                </a:extLst>
              </p:cNvPr>
              <p:cNvSpPr/>
              <p:nvPr/>
            </p:nvSpPr>
            <p:spPr>
              <a:xfrm>
                <a:off x="11677165" y="2037683"/>
                <a:ext cx="480901" cy="343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zh-TW" sz="163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8" name="矩形 297">
                <a:extLst>
                  <a:ext uri="{FF2B5EF4-FFF2-40B4-BE49-F238E27FC236}">
                    <a16:creationId xmlns:a16="http://schemas.microsoft.com/office/drawing/2014/main" id="{2F1F72E0-1880-4E7D-90C4-7F3D8BC4C3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7165" y="2037683"/>
                <a:ext cx="480901" cy="34317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0" name="圖片 299">
            <a:extLst>
              <a:ext uri="{FF2B5EF4-FFF2-40B4-BE49-F238E27FC236}">
                <a16:creationId xmlns:a16="http://schemas.microsoft.com/office/drawing/2014/main" id="{E1D4C9B4-AA97-49F2-BBA7-1EAF97713B30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889424" y="1045737"/>
            <a:ext cx="355014" cy="10345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02" name="文字方塊 301">
                <a:extLst>
                  <a:ext uri="{FF2B5EF4-FFF2-40B4-BE49-F238E27FC236}">
                    <a16:creationId xmlns:a16="http://schemas.microsoft.com/office/drawing/2014/main" id="{579FB8C8-B6A7-4498-8CB7-262A2F0947F5}"/>
                  </a:ext>
                </a:extLst>
              </p:cNvPr>
              <p:cNvSpPr txBox="1"/>
              <p:nvPr/>
            </p:nvSpPr>
            <p:spPr>
              <a:xfrm>
                <a:off x="7649128" y="1766355"/>
                <a:ext cx="6998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altLang="zh-TW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μm</m:t>
                      </m:r>
                    </m:oMath>
                  </m:oMathPara>
                </a14:m>
                <a:endParaRPr lang="zh-TW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2" name="文字方塊 301">
                <a:extLst>
                  <a:ext uri="{FF2B5EF4-FFF2-40B4-BE49-F238E27FC236}">
                    <a16:creationId xmlns:a16="http://schemas.microsoft.com/office/drawing/2014/main" id="{579FB8C8-B6A7-4498-8CB7-262A2F0947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9128" y="1766355"/>
                <a:ext cx="699886" cy="276999"/>
              </a:xfrm>
              <a:prstGeom prst="rect">
                <a:avLst/>
              </a:prstGeom>
              <a:blipFill>
                <a:blip r:embed="rId8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3" name="矩形 302">
            <a:extLst>
              <a:ext uri="{FF2B5EF4-FFF2-40B4-BE49-F238E27FC236}">
                <a16:creationId xmlns:a16="http://schemas.microsoft.com/office/drawing/2014/main" id="{84143A28-21AF-4865-8AF9-75BCD9D00AC0}"/>
              </a:ext>
            </a:extLst>
          </p:cNvPr>
          <p:cNvSpPr/>
          <p:nvPr/>
        </p:nvSpPr>
        <p:spPr>
          <a:xfrm>
            <a:off x="8294485" y="2226842"/>
            <a:ext cx="487634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a.u.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4" name="圖片 303">
            <a:extLst>
              <a:ext uri="{FF2B5EF4-FFF2-40B4-BE49-F238E27FC236}">
                <a16:creationId xmlns:a16="http://schemas.microsoft.com/office/drawing/2014/main" id="{5557099D-D11C-49A8-9040-BA29147FF11D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18" t="14804" r="72956" b="15871"/>
          <a:stretch/>
        </p:blipFill>
        <p:spPr>
          <a:xfrm>
            <a:off x="7776951" y="2108517"/>
            <a:ext cx="1080000" cy="1082517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9807E926-5C77-4D34-AB33-8696C420204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445774" y="2138729"/>
            <a:ext cx="345309" cy="1036947"/>
          </a:xfrm>
          <a:prstGeom prst="rect">
            <a:avLst/>
          </a:prstGeom>
        </p:spPr>
      </p:pic>
      <p:sp>
        <p:nvSpPr>
          <p:cNvPr id="307" name="矩形 306">
            <a:extLst>
              <a:ext uri="{FF2B5EF4-FFF2-40B4-BE49-F238E27FC236}">
                <a16:creationId xmlns:a16="http://schemas.microsoft.com/office/drawing/2014/main" id="{E0431FA5-88BB-4DD5-9265-653FF2DB7D58}"/>
              </a:ext>
            </a:extLst>
          </p:cNvPr>
          <p:cNvSpPr/>
          <p:nvPr/>
        </p:nvSpPr>
        <p:spPr>
          <a:xfrm>
            <a:off x="8821296" y="1804148"/>
            <a:ext cx="487634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a.u.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8" name="矩形 307">
                <a:extLst>
                  <a:ext uri="{FF2B5EF4-FFF2-40B4-BE49-F238E27FC236}">
                    <a16:creationId xmlns:a16="http://schemas.microsoft.com/office/drawing/2014/main" id="{89A3CC13-A701-4EE4-ADA4-DF6B4A2CE280}"/>
                  </a:ext>
                </a:extLst>
              </p:cNvPr>
              <p:cNvSpPr/>
              <p:nvPr/>
            </p:nvSpPr>
            <p:spPr>
              <a:xfrm>
                <a:off x="11697771" y="2924907"/>
                <a:ext cx="352981" cy="343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8" name="矩形 307">
                <a:extLst>
                  <a:ext uri="{FF2B5EF4-FFF2-40B4-BE49-F238E27FC236}">
                    <a16:creationId xmlns:a16="http://schemas.microsoft.com/office/drawing/2014/main" id="{89A3CC13-A701-4EE4-ADA4-DF6B4A2CE2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97771" y="2924907"/>
                <a:ext cx="352981" cy="34317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9" name="矩形 308">
                <a:extLst>
                  <a:ext uri="{FF2B5EF4-FFF2-40B4-BE49-F238E27FC236}">
                    <a16:creationId xmlns:a16="http://schemas.microsoft.com/office/drawing/2014/main" id="{CA2A03A4-BB99-4A06-84D4-6827C15F08C6}"/>
                  </a:ext>
                </a:extLst>
              </p:cNvPr>
              <p:cNvSpPr/>
              <p:nvPr/>
            </p:nvSpPr>
            <p:spPr>
              <a:xfrm>
                <a:off x="9136128" y="1859209"/>
                <a:ext cx="352981" cy="3431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9" name="矩形 308">
                <a:extLst>
                  <a:ext uri="{FF2B5EF4-FFF2-40B4-BE49-F238E27FC236}">
                    <a16:creationId xmlns:a16="http://schemas.microsoft.com/office/drawing/2014/main" id="{CA2A03A4-BB99-4A06-84D4-6827C15F08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6128" y="1859209"/>
                <a:ext cx="352981" cy="34317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1" name="矩形 310">
            <a:extLst>
              <a:ext uri="{FF2B5EF4-FFF2-40B4-BE49-F238E27FC236}">
                <a16:creationId xmlns:a16="http://schemas.microsoft.com/office/drawing/2014/main" id="{03F4B7B0-3AFC-4391-9DF2-4E8A603DC308}"/>
              </a:ext>
            </a:extLst>
          </p:cNvPr>
          <p:cNvSpPr/>
          <p:nvPr/>
        </p:nvSpPr>
        <p:spPr>
          <a:xfrm>
            <a:off x="5772314" y="1391004"/>
            <a:ext cx="1114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Intensity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2" name="文字方塊 311">
                <a:extLst>
                  <a:ext uri="{FF2B5EF4-FFF2-40B4-BE49-F238E27FC236}">
                    <a16:creationId xmlns:a16="http://schemas.microsoft.com/office/drawing/2014/main" id="{1B23C1FD-45C2-425F-B83B-35C6245DFA33}"/>
                  </a:ext>
                </a:extLst>
              </p:cNvPr>
              <p:cNvSpPr txBox="1"/>
              <p:nvPr/>
            </p:nvSpPr>
            <p:spPr>
              <a:xfrm>
                <a:off x="7664740" y="2870540"/>
                <a:ext cx="6998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altLang="zh-TW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μm</m:t>
                      </m:r>
                    </m:oMath>
                  </m:oMathPara>
                </a14:m>
                <a:endParaRPr lang="zh-TW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2" name="文字方塊 311">
                <a:extLst>
                  <a:ext uri="{FF2B5EF4-FFF2-40B4-BE49-F238E27FC236}">
                    <a16:creationId xmlns:a16="http://schemas.microsoft.com/office/drawing/2014/main" id="{1B23C1FD-45C2-425F-B83B-35C6245DFA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4740" y="2870540"/>
                <a:ext cx="699886" cy="276999"/>
              </a:xfrm>
              <a:prstGeom prst="rect">
                <a:avLst/>
              </a:prstGeom>
              <a:blipFill>
                <a:blip r:embed="rId8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3" name="矩形 312">
            <a:extLst>
              <a:ext uri="{FF2B5EF4-FFF2-40B4-BE49-F238E27FC236}">
                <a16:creationId xmlns:a16="http://schemas.microsoft.com/office/drawing/2014/main" id="{DB4EA193-166E-438D-9C91-6DC766E62F4F}"/>
              </a:ext>
            </a:extLst>
          </p:cNvPr>
          <p:cNvSpPr/>
          <p:nvPr/>
        </p:nvSpPr>
        <p:spPr>
          <a:xfrm>
            <a:off x="7084698" y="635975"/>
            <a:ext cx="2284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8" name="Picture 14">
            <a:extLst>
              <a:ext uri="{FF2B5EF4-FFF2-40B4-BE49-F238E27FC236}">
                <a16:creationId xmlns:a16="http://schemas.microsoft.com/office/drawing/2014/main" id="{7B4C4E7A-002F-4E01-9068-9CEA745EEB24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18981" t="23491"/>
          <a:stretch/>
        </p:blipFill>
        <p:spPr>
          <a:xfrm>
            <a:off x="44236" y="1110952"/>
            <a:ext cx="2333401" cy="20874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02AF3D2E-5615-43D7-A578-46CFBDE0C3B6}"/>
                  </a:ext>
                </a:extLst>
              </p:cNvPr>
              <p:cNvSpPr/>
              <p:nvPr/>
            </p:nvSpPr>
            <p:spPr>
              <a:xfrm>
                <a:off x="9570574" y="2510622"/>
                <a:ext cx="802656" cy="4111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𝐽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sub>
                          </m:sSub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02AF3D2E-5615-43D7-A578-46CFBDE0C3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0574" y="2510622"/>
                <a:ext cx="802656" cy="41113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4" name="矩形 333">
            <a:extLst>
              <a:ext uri="{FF2B5EF4-FFF2-40B4-BE49-F238E27FC236}">
                <a16:creationId xmlns:a16="http://schemas.microsoft.com/office/drawing/2014/main" id="{CF0EC618-C2D8-4257-8674-8740C7FF9F5D}"/>
              </a:ext>
            </a:extLst>
          </p:cNvPr>
          <p:cNvSpPr/>
          <p:nvPr/>
        </p:nvSpPr>
        <p:spPr>
          <a:xfrm>
            <a:off x="9627174" y="635975"/>
            <a:ext cx="2449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圖片 22">
            <a:extLst>
              <a:ext uri="{FF2B5EF4-FFF2-40B4-BE49-F238E27FC236}">
                <a16:creationId xmlns:a16="http://schemas.microsoft.com/office/drawing/2014/main" id="{D650A709-4469-40CA-A133-579E1E06F6AD}"/>
              </a:ext>
            </a:extLst>
          </p:cNvPr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438901" y="1050924"/>
            <a:ext cx="353022" cy="1030713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29B0FD56-8FE3-4C3F-B36B-0CC5AE6AA1B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341825" y="1019173"/>
            <a:ext cx="1080000" cy="1077470"/>
          </a:xfrm>
          <a:prstGeom prst="rect">
            <a:avLst/>
          </a:prstGeom>
        </p:spPr>
      </p:pic>
      <p:grpSp>
        <p:nvGrpSpPr>
          <p:cNvPr id="339" name="群組 338">
            <a:extLst>
              <a:ext uri="{FF2B5EF4-FFF2-40B4-BE49-F238E27FC236}">
                <a16:creationId xmlns:a16="http://schemas.microsoft.com/office/drawing/2014/main" id="{C79A81FE-28E7-4EAB-847A-25E16DDB2D1E}"/>
              </a:ext>
            </a:extLst>
          </p:cNvPr>
          <p:cNvGrpSpPr/>
          <p:nvPr/>
        </p:nvGrpSpPr>
        <p:grpSpPr>
          <a:xfrm>
            <a:off x="8148636" y="1258051"/>
            <a:ext cx="464058" cy="439502"/>
            <a:chOff x="7670116" y="5451184"/>
            <a:chExt cx="464058" cy="439502"/>
          </a:xfrm>
        </p:grpSpPr>
        <p:grpSp>
          <p:nvGrpSpPr>
            <p:cNvPr id="340" name="群組 339">
              <a:extLst>
                <a:ext uri="{FF2B5EF4-FFF2-40B4-BE49-F238E27FC236}">
                  <a16:creationId xmlns:a16="http://schemas.microsoft.com/office/drawing/2014/main" id="{249728AC-5996-400F-BAB4-21D8EB63900C}"/>
                </a:ext>
              </a:extLst>
            </p:cNvPr>
            <p:cNvGrpSpPr/>
            <p:nvPr/>
          </p:nvGrpSpPr>
          <p:grpSpPr>
            <a:xfrm>
              <a:off x="7831422" y="5680229"/>
              <a:ext cx="87607" cy="84039"/>
              <a:chOff x="1373392" y="2391862"/>
              <a:chExt cx="479433" cy="476535"/>
            </a:xfrm>
            <a:solidFill>
              <a:schemeClr val="tx1"/>
            </a:solidFill>
          </p:grpSpPr>
          <p:sp>
            <p:nvSpPr>
              <p:cNvPr id="343" name="箭號: 向右 342">
                <a:extLst>
                  <a:ext uri="{FF2B5EF4-FFF2-40B4-BE49-F238E27FC236}">
                    <a16:creationId xmlns:a16="http://schemas.microsoft.com/office/drawing/2014/main" id="{715BBA81-94D7-4D2C-8C85-8FEFED23488F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344" name="箭號: 向右 343">
                <a:extLst>
                  <a:ext uri="{FF2B5EF4-FFF2-40B4-BE49-F238E27FC236}">
                    <a16:creationId xmlns:a16="http://schemas.microsoft.com/office/drawing/2014/main" id="{EB34C623-B0E9-42DF-BEFD-F71080D6839B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1" name="文字方塊 340">
                  <a:extLst>
                    <a:ext uri="{FF2B5EF4-FFF2-40B4-BE49-F238E27FC236}">
                      <a16:creationId xmlns:a16="http://schemas.microsoft.com/office/drawing/2014/main" id="{4D1725D9-1C5C-4A1E-8A59-E608CC4E2212}"/>
                    </a:ext>
                  </a:extLst>
                </p:cNvPr>
                <p:cNvSpPr txBox="1"/>
                <p:nvPr/>
              </p:nvSpPr>
              <p:spPr>
                <a:xfrm>
                  <a:off x="7670116" y="5451184"/>
                  <a:ext cx="33228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41" name="文字方塊 340">
                  <a:extLst>
                    <a:ext uri="{FF2B5EF4-FFF2-40B4-BE49-F238E27FC236}">
                      <a16:creationId xmlns:a16="http://schemas.microsoft.com/office/drawing/2014/main" id="{4D1725D9-1C5C-4A1E-8A59-E608CC4E22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0116" y="5451184"/>
                  <a:ext cx="332280" cy="276999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2" name="文字方塊 341">
                  <a:extLst>
                    <a:ext uri="{FF2B5EF4-FFF2-40B4-BE49-F238E27FC236}">
                      <a16:creationId xmlns:a16="http://schemas.microsoft.com/office/drawing/2014/main" id="{4CA0E599-6582-4327-AB17-90A5247F19F5}"/>
                    </a:ext>
                  </a:extLst>
                </p:cNvPr>
                <p:cNvSpPr txBox="1"/>
                <p:nvPr/>
              </p:nvSpPr>
              <p:spPr>
                <a:xfrm>
                  <a:off x="7839769" y="5613688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42" name="文字方塊 341">
                  <a:extLst>
                    <a:ext uri="{FF2B5EF4-FFF2-40B4-BE49-F238E27FC236}">
                      <a16:creationId xmlns:a16="http://schemas.microsoft.com/office/drawing/2014/main" id="{4CA0E599-6582-4327-AB17-90A5247F19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39769" y="5613688"/>
                  <a:ext cx="294405" cy="276998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51" name="矩形 350">
            <a:extLst>
              <a:ext uri="{FF2B5EF4-FFF2-40B4-BE49-F238E27FC236}">
                <a16:creationId xmlns:a16="http://schemas.microsoft.com/office/drawing/2014/main" id="{25699D13-F3F6-46A8-A1AA-CFA8FEF0B75B}"/>
              </a:ext>
            </a:extLst>
          </p:cNvPr>
          <p:cNvSpPr/>
          <p:nvPr/>
        </p:nvSpPr>
        <p:spPr>
          <a:xfrm>
            <a:off x="11705263" y="984090"/>
            <a:ext cx="288862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2" name="矩形 351">
            <a:extLst>
              <a:ext uri="{FF2B5EF4-FFF2-40B4-BE49-F238E27FC236}">
                <a16:creationId xmlns:a16="http://schemas.microsoft.com/office/drawing/2014/main" id="{54F44FFF-3952-4144-BB07-7F3C70F8AD8B}"/>
              </a:ext>
            </a:extLst>
          </p:cNvPr>
          <p:cNvSpPr/>
          <p:nvPr/>
        </p:nvSpPr>
        <p:spPr>
          <a:xfrm>
            <a:off x="11379277" y="1809028"/>
            <a:ext cx="487634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a.u.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3" name="矩形 352">
                <a:extLst>
                  <a:ext uri="{FF2B5EF4-FFF2-40B4-BE49-F238E27FC236}">
                    <a16:creationId xmlns:a16="http://schemas.microsoft.com/office/drawing/2014/main" id="{D8D70CE3-D6B7-4EF6-AC4D-AA9E706B2A76}"/>
                  </a:ext>
                </a:extLst>
              </p:cNvPr>
              <p:cNvSpPr/>
              <p:nvPr/>
            </p:nvSpPr>
            <p:spPr>
              <a:xfrm>
                <a:off x="11694109" y="1864089"/>
                <a:ext cx="352981" cy="3431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3" name="矩形 352">
                <a:extLst>
                  <a:ext uri="{FF2B5EF4-FFF2-40B4-BE49-F238E27FC236}">
                    <a16:creationId xmlns:a16="http://schemas.microsoft.com/office/drawing/2014/main" id="{D8D70CE3-D6B7-4EF6-AC4D-AA9E706B2A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94109" y="1864089"/>
                <a:ext cx="352981" cy="343171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4" name="矩形 353">
            <a:extLst>
              <a:ext uri="{FF2B5EF4-FFF2-40B4-BE49-F238E27FC236}">
                <a16:creationId xmlns:a16="http://schemas.microsoft.com/office/drawing/2014/main" id="{3F35B7A8-7FFA-4D03-9B42-F525ED5ABB42}"/>
              </a:ext>
            </a:extLst>
          </p:cNvPr>
          <p:cNvSpPr/>
          <p:nvPr/>
        </p:nvSpPr>
        <p:spPr>
          <a:xfrm>
            <a:off x="5983911" y="2499130"/>
            <a:ext cx="9028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B99EEC2-809E-4AF1-B22E-26AA648FF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0"/>
            <a:ext cx="2743200" cy="365125"/>
          </a:xfrm>
        </p:spPr>
        <p:txBody>
          <a:bodyPr/>
          <a:lstStyle/>
          <a:p>
            <a:fld id="{9094BDCA-F584-4E62-B2F1-580C4F37E8BD}" type="slidenum">
              <a:rPr lang="zh-TW" altLang="en-US" smtClean="0"/>
              <a:t>3</a:t>
            </a:fld>
            <a:endParaRPr lang="zh-TW" altLang="en-US"/>
          </a:p>
        </p:txBody>
      </p:sp>
      <p:pic>
        <p:nvPicPr>
          <p:cNvPr id="134" name="圖片 133">
            <a:extLst>
              <a:ext uri="{FF2B5EF4-FFF2-40B4-BE49-F238E27FC236}">
                <a16:creationId xmlns:a16="http://schemas.microsoft.com/office/drawing/2014/main" id="{3C3911AE-7BBB-4D5F-BE0A-CC2EFE67542B}"/>
              </a:ext>
            </a:extLst>
          </p:cNvPr>
          <p:cNvPicPr>
            <a:picLocks noChangeAspect="1"/>
          </p:cNvPicPr>
          <p:nvPr/>
        </p:nvPicPr>
        <p:blipFill rotWithShape="1">
          <a:blip r:embed="rId20"/>
          <a:srcRect l="8018" r="60000" b="71874"/>
          <a:stretch/>
        </p:blipFill>
        <p:spPr>
          <a:xfrm>
            <a:off x="8280900" y="5432261"/>
            <a:ext cx="1132432" cy="1018739"/>
          </a:xfrm>
          <a:prstGeom prst="rect">
            <a:avLst/>
          </a:prstGeom>
        </p:spPr>
      </p:pic>
      <p:pic>
        <p:nvPicPr>
          <p:cNvPr id="135" name="圖片 134">
            <a:extLst>
              <a:ext uri="{FF2B5EF4-FFF2-40B4-BE49-F238E27FC236}">
                <a16:creationId xmlns:a16="http://schemas.microsoft.com/office/drawing/2014/main" id="{8E08937A-711A-4BED-8730-0EECB08BF522}"/>
              </a:ext>
            </a:extLst>
          </p:cNvPr>
          <p:cNvPicPr>
            <a:picLocks noChangeAspect="1"/>
          </p:cNvPicPr>
          <p:nvPr/>
        </p:nvPicPr>
        <p:blipFill rotWithShape="1">
          <a:blip r:embed="rId20"/>
          <a:srcRect l="53175" r="640" b="69046"/>
          <a:stretch/>
        </p:blipFill>
        <p:spPr>
          <a:xfrm>
            <a:off x="8048300" y="3976576"/>
            <a:ext cx="1497632" cy="1026745"/>
          </a:xfrm>
          <a:prstGeom prst="rect">
            <a:avLst/>
          </a:prstGeom>
        </p:spPr>
      </p:pic>
      <p:sp>
        <p:nvSpPr>
          <p:cNvPr id="136" name="矩形 135">
            <a:extLst>
              <a:ext uri="{FF2B5EF4-FFF2-40B4-BE49-F238E27FC236}">
                <a16:creationId xmlns:a16="http://schemas.microsoft.com/office/drawing/2014/main" id="{A69003AB-D1FF-4587-B79A-BCB8AB1BA9A1}"/>
              </a:ext>
            </a:extLst>
          </p:cNvPr>
          <p:cNvSpPr/>
          <p:nvPr/>
        </p:nvSpPr>
        <p:spPr>
          <a:xfrm>
            <a:off x="7765814" y="3285442"/>
            <a:ext cx="4391582" cy="33855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Exciton in real space – wave packet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矩形: 圓角 136">
            <a:extLst>
              <a:ext uri="{FF2B5EF4-FFF2-40B4-BE49-F238E27FC236}">
                <a16:creationId xmlns:a16="http://schemas.microsoft.com/office/drawing/2014/main" id="{B2070293-6BFC-45C1-982D-DA06DD0F089F}"/>
              </a:ext>
            </a:extLst>
          </p:cNvPr>
          <p:cNvSpPr/>
          <p:nvPr/>
        </p:nvSpPr>
        <p:spPr>
          <a:xfrm>
            <a:off x="7751894" y="3263272"/>
            <a:ext cx="4405502" cy="3594728"/>
          </a:xfrm>
          <a:prstGeom prst="roundRect">
            <a:avLst>
              <a:gd name="adj" fmla="val 982"/>
            </a:avLst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649A8ED2-1671-46C9-AE0A-9327E514884D}"/>
                  </a:ext>
                </a:extLst>
              </p:cNvPr>
              <p:cNvSpPr/>
              <p:nvPr/>
            </p:nvSpPr>
            <p:spPr>
              <a:xfrm>
                <a:off x="10747551" y="3803348"/>
                <a:ext cx="1335044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649A8ED2-1671-46C9-AE0A-9327E51488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7551" y="3803348"/>
                <a:ext cx="1335044" cy="400110"/>
              </a:xfrm>
              <a:prstGeom prst="rect">
                <a:avLst/>
              </a:prstGeom>
              <a:blipFill>
                <a:blip r:embed="rId21"/>
                <a:stretch>
                  <a:fillRect t="-121212" r="-18721" b="-18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B9D6353D-D800-48A7-8AA4-CAA45C96AB57}"/>
                  </a:ext>
                </a:extLst>
              </p:cNvPr>
              <p:cNvSpPr/>
              <p:nvPr/>
            </p:nvSpPr>
            <p:spPr>
              <a:xfrm>
                <a:off x="10742933" y="5320709"/>
                <a:ext cx="1335044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B9D6353D-D800-48A7-8AA4-CAA45C96AB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2933" y="5320709"/>
                <a:ext cx="1335044" cy="400110"/>
              </a:xfrm>
              <a:prstGeom prst="rect">
                <a:avLst/>
              </a:prstGeom>
              <a:blipFill>
                <a:blip r:embed="rId22"/>
                <a:stretch>
                  <a:fillRect t="-123077" r="-18721" b="-18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1" name="圖片 140">
            <a:extLst>
              <a:ext uri="{FF2B5EF4-FFF2-40B4-BE49-F238E27FC236}">
                <a16:creationId xmlns:a16="http://schemas.microsoft.com/office/drawing/2014/main" id="{5A76FF29-B8A5-45FE-A511-2E6CF1AE8A87}"/>
              </a:ext>
            </a:extLst>
          </p:cNvPr>
          <p:cNvPicPr>
            <a:picLocks noChangeAspect="1"/>
          </p:cNvPicPr>
          <p:nvPr/>
        </p:nvPicPr>
        <p:blipFill rotWithShape="1">
          <a:blip r:embed="rId2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5263" t="47515" b="32342"/>
          <a:stretch/>
        </p:blipFill>
        <p:spPr>
          <a:xfrm>
            <a:off x="9830293" y="4085261"/>
            <a:ext cx="2144822" cy="962032"/>
          </a:xfrm>
          <a:prstGeom prst="rect">
            <a:avLst/>
          </a:prstGeom>
        </p:spPr>
      </p:pic>
      <p:pic>
        <p:nvPicPr>
          <p:cNvPr id="142" name="圖片 141">
            <a:extLst>
              <a:ext uri="{FF2B5EF4-FFF2-40B4-BE49-F238E27FC236}">
                <a16:creationId xmlns:a16="http://schemas.microsoft.com/office/drawing/2014/main" id="{56B7455B-6C8C-48A4-A7E1-F9376525AA4E}"/>
              </a:ext>
            </a:extLst>
          </p:cNvPr>
          <p:cNvPicPr>
            <a:picLocks noChangeAspect="1"/>
          </p:cNvPicPr>
          <p:nvPr/>
        </p:nvPicPr>
        <p:blipFill rotWithShape="1">
          <a:blip r:embed="rId2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5263" t="79742" r="9694"/>
          <a:stretch/>
        </p:blipFill>
        <p:spPr>
          <a:xfrm>
            <a:off x="9922739" y="5625248"/>
            <a:ext cx="1680061" cy="967584"/>
          </a:xfrm>
          <a:prstGeom prst="rect">
            <a:avLst/>
          </a:prstGeom>
        </p:spPr>
      </p:pic>
      <p:sp>
        <p:nvSpPr>
          <p:cNvPr id="144" name="矩形 143">
            <a:extLst>
              <a:ext uri="{FF2B5EF4-FFF2-40B4-BE49-F238E27FC236}">
                <a16:creationId xmlns:a16="http://schemas.microsoft.com/office/drawing/2014/main" id="{3C37A590-F40D-46F5-8538-9704B09834C2}"/>
              </a:ext>
            </a:extLst>
          </p:cNvPr>
          <p:cNvSpPr/>
          <p:nvPr/>
        </p:nvSpPr>
        <p:spPr>
          <a:xfrm>
            <a:off x="19364" y="3285442"/>
            <a:ext cx="4571902" cy="33855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Selective excitation with SOI in light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矩形: 圓角 144">
            <a:extLst>
              <a:ext uri="{FF2B5EF4-FFF2-40B4-BE49-F238E27FC236}">
                <a16:creationId xmlns:a16="http://schemas.microsoft.com/office/drawing/2014/main" id="{02C1A2E0-8994-45ED-86CE-C82009614E6A}"/>
              </a:ext>
            </a:extLst>
          </p:cNvPr>
          <p:cNvSpPr/>
          <p:nvPr/>
        </p:nvSpPr>
        <p:spPr>
          <a:xfrm>
            <a:off x="19364" y="3268980"/>
            <a:ext cx="7702696" cy="3589020"/>
          </a:xfrm>
          <a:prstGeom prst="roundRect">
            <a:avLst>
              <a:gd name="adj" fmla="val 982"/>
            </a:avLst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6077CF3-D232-4DC3-ABFE-A8B912F7528B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0372" y="3619022"/>
            <a:ext cx="2230341" cy="3229453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81EA7765-40AC-4200-87FB-DEB9FC2B1F11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312218" y="3609976"/>
            <a:ext cx="2319963" cy="3238499"/>
          </a:xfrm>
          <a:prstGeom prst="rect">
            <a:avLst/>
          </a:prstGeom>
        </p:spPr>
      </p:pic>
      <p:sp>
        <p:nvSpPr>
          <p:cNvPr id="232" name="矩形 231">
            <a:extLst>
              <a:ext uri="{FF2B5EF4-FFF2-40B4-BE49-F238E27FC236}">
                <a16:creationId xmlns:a16="http://schemas.microsoft.com/office/drawing/2014/main" id="{5CF7648A-5AED-4B72-AB07-7125C182841C}"/>
              </a:ext>
            </a:extLst>
          </p:cNvPr>
          <p:cNvSpPr/>
          <p:nvPr/>
        </p:nvSpPr>
        <p:spPr>
          <a:xfrm>
            <a:off x="4361552" y="3263272"/>
            <a:ext cx="33710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fr-FR" altLang="zh-TW" sz="1200" dirty="0"/>
              <a:t>O. J. G. Sanchez, G.-H. Peng </a:t>
            </a:r>
            <a:r>
              <a:rPr lang="fr-FR" altLang="zh-TW" sz="1200" i="1" dirty="0"/>
              <a:t>et al.</a:t>
            </a:r>
            <a:r>
              <a:rPr lang="fr-FR" altLang="zh-TW" sz="1200" dirty="0"/>
              <a:t>, </a:t>
            </a:r>
            <a:r>
              <a:rPr lang="fr-FR" altLang="zh-TW" sz="1200" i="1" dirty="0"/>
              <a:t>ACS Nano</a:t>
            </a:r>
            <a:r>
              <a:rPr lang="fr-FR" altLang="zh-TW" sz="1200" dirty="0"/>
              <a:t> </a:t>
            </a:r>
            <a:r>
              <a:rPr lang="fr-FR" altLang="zh-TW" sz="1200" b="1" dirty="0"/>
              <a:t>18</a:t>
            </a:r>
            <a:r>
              <a:rPr lang="fr-FR" altLang="zh-TW" sz="1200" dirty="0"/>
              <a:t>, 11425 (2024)</a:t>
            </a:r>
            <a:r>
              <a:rPr lang="en-US" altLang="zh-TW" sz="1200" dirty="0"/>
              <a:t>.</a:t>
            </a:r>
            <a:endParaRPr lang="zh-TW" altLang="en-US" sz="1200" dirty="0"/>
          </a:p>
        </p:txBody>
      </p:sp>
      <p:sp>
        <p:nvSpPr>
          <p:cNvPr id="18" name="箭號: 弧形右彎 17">
            <a:extLst>
              <a:ext uri="{FF2B5EF4-FFF2-40B4-BE49-F238E27FC236}">
                <a16:creationId xmlns:a16="http://schemas.microsoft.com/office/drawing/2014/main" id="{57B15BE3-6FA7-418A-9A7D-CA7FEC85BB21}"/>
              </a:ext>
            </a:extLst>
          </p:cNvPr>
          <p:cNvSpPr/>
          <p:nvPr/>
        </p:nvSpPr>
        <p:spPr>
          <a:xfrm rot="16802995" flipH="1">
            <a:off x="4285034" y="3410371"/>
            <a:ext cx="626916" cy="3500638"/>
          </a:xfrm>
          <a:prstGeom prst="curvedRightArrow">
            <a:avLst>
              <a:gd name="adj1" fmla="val 44859"/>
              <a:gd name="adj2" fmla="val 106961"/>
              <a:gd name="adj3" fmla="val 25000"/>
            </a:avLst>
          </a:prstGeom>
          <a:ln w="28575"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7A987E62-136C-473A-9AB7-535D3C389876}"/>
              </a:ext>
            </a:extLst>
          </p:cNvPr>
          <p:cNvGrpSpPr/>
          <p:nvPr/>
        </p:nvGrpSpPr>
        <p:grpSpPr>
          <a:xfrm>
            <a:off x="4787478" y="3883145"/>
            <a:ext cx="3089844" cy="2848606"/>
            <a:chOff x="4787478" y="3883145"/>
            <a:chExt cx="3089844" cy="2848606"/>
          </a:xfrm>
        </p:grpSpPr>
        <p:pic>
          <p:nvPicPr>
            <p:cNvPr id="244" name="圖片 243">
              <a:extLst>
                <a:ext uri="{FF2B5EF4-FFF2-40B4-BE49-F238E27FC236}">
                  <a16:creationId xmlns:a16="http://schemas.microsoft.com/office/drawing/2014/main" id="{6DEECE00-1559-46FE-8E03-07666A1DF8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6"/>
            <a:srcRect r="51781"/>
            <a:stretch/>
          </p:blipFill>
          <p:spPr>
            <a:xfrm rot="10800000">
              <a:off x="5096485" y="5554156"/>
              <a:ext cx="1847144" cy="426734"/>
            </a:xfrm>
            <a:prstGeom prst="rect">
              <a:avLst/>
            </a:prstGeom>
          </p:spPr>
        </p:pic>
        <p:pic>
          <p:nvPicPr>
            <p:cNvPr id="246" name="圖片 245">
              <a:extLst>
                <a:ext uri="{FF2B5EF4-FFF2-40B4-BE49-F238E27FC236}">
                  <a16:creationId xmlns:a16="http://schemas.microsoft.com/office/drawing/2014/main" id="{334B6EE3-9F71-4ABE-B3BA-4230F88A0BC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6"/>
            <a:srcRect r="51781"/>
            <a:stretch/>
          </p:blipFill>
          <p:spPr>
            <a:xfrm rot="10800000">
              <a:off x="5096485" y="5628443"/>
              <a:ext cx="1847144" cy="426734"/>
            </a:xfrm>
            <a:prstGeom prst="rect">
              <a:avLst/>
            </a:prstGeom>
          </p:spPr>
        </p:pic>
        <p:pic>
          <p:nvPicPr>
            <p:cNvPr id="247" name="圖片 246">
              <a:extLst>
                <a:ext uri="{FF2B5EF4-FFF2-40B4-BE49-F238E27FC236}">
                  <a16:creationId xmlns:a16="http://schemas.microsoft.com/office/drawing/2014/main" id="{7E00EC65-6E9B-44A8-9841-0FBE0A899FD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6"/>
            <a:srcRect r="51781"/>
            <a:stretch/>
          </p:blipFill>
          <p:spPr>
            <a:xfrm rot="10800000">
              <a:off x="5096485" y="4742096"/>
              <a:ext cx="1847144" cy="426734"/>
            </a:xfrm>
            <a:prstGeom prst="rect">
              <a:avLst/>
            </a:prstGeom>
          </p:spPr>
        </p:pic>
        <p:cxnSp>
          <p:nvCxnSpPr>
            <p:cNvPr id="248" name="直線接點 247">
              <a:extLst>
                <a:ext uri="{FF2B5EF4-FFF2-40B4-BE49-F238E27FC236}">
                  <a16:creationId xmlns:a16="http://schemas.microsoft.com/office/drawing/2014/main" id="{AFFCEA05-4E94-4A3F-8A53-C363DD4298DB}"/>
                </a:ext>
              </a:extLst>
            </p:cNvPr>
            <p:cNvCxnSpPr>
              <a:cxnSpLocks/>
            </p:cNvCxnSpPr>
            <p:nvPr/>
          </p:nvCxnSpPr>
          <p:spPr>
            <a:xfrm>
              <a:off x="5262196" y="4022067"/>
              <a:ext cx="758842" cy="1138258"/>
            </a:xfrm>
            <a:prstGeom prst="line">
              <a:avLst/>
            </a:prstGeom>
            <a:ln w="952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9" name="直線接點 248">
              <a:extLst>
                <a:ext uri="{FF2B5EF4-FFF2-40B4-BE49-F238E27FC236}">
                  <a16:creationId xmlns:a16="http://schemas.microsoft.com/office/drawing/2014/main" id="{C28EDCFB-54AD-4C37-9548-46B3BE94E7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21037" y="4014158"/>
              <a:ext cx="758841" cy="1138258"/>
            </a:xfrm>
            <a:prstGeom prst="line">
              <a:avLst/>
            </a:prstGeom>
            <a:ln w="952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0" name="矩形 249">
                  <a:extLst>
                    <a:ext uri="{FF2B5EF4-FFF2-40B4-BE49-F238E27FC236}">
                      <a16:creationId xmlns:a16="http://schemas.microsoft.com/office/drawing/2014/main" id="{77DA4E99-D969-474A-A47A-2169241B0DD5}"/>
                    </a:ext>
                  </a:extLst>
                </p:cNvPr>
                <p:cNvSpPr/>
                <p:nvPr/>
              </p:nvSpPr>
              <p:spPr>
                <a:xfrm>
                  <a:off x="4787478" y="6280779"/>
                  <a:ext cx="427775" cy="349563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𝑸</m:t>
                            </m:r>
                          </m:e>
                          <m:sub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</m:oMath>
                    </m:oMathPara>
                  </a14:m>
                  <a:endParaRPr lang="zh-TW" altLang="en-US" b="1" dirty="0"/>
                </a:p>
              </p:txBody>
            </p:sp>
          </mc:Choice>
          <mc:Fallback xmlns="">
            <p:sp>
              <p:nvSpPr>
                <p:cNvPr id="250" name="矩形 249">
                  <a:extLst>
                    <a:ext uri="{FF2B5EF4-FFF2-40B4-BE49-F238E27FC236}">
                      <a16:creationId xmlns:a16="http://schemas.microsoft.com/office/drawing/2014/main" id="{77DA4E99-D969-474A-A47A-2169241B0DD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7478" y="6280779"/>
                  <a:ext cx="427775" cy="349563"/>
                </a:xfrm>
                <a:prstGeom prst="rect">
                  <a:avLst/>
                </a:prstGeom>
                <a:blipFill>
                  <a:blip r:embed="rId27"/>
                  <a:stretch>
                    <a:fillRect l="-2817" b="-1724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1" name="直線單箭頭接點 250">
              <a:extLst>
                <a:ext uri="{FF2B5EF4-FFF2-40B4-BE49-F238E27FC236}">
                  <a16:creationId xmlns:a16="http://schemas.microsoft.com/office/drawing/2014/main" id="{2CD69822-7D22-4EF9-818A-08FA85FE6C36}"/>
                </a:ext>
              </a:extLst>
            </p:cNvPr>
            <p:cNvCxnSpPr>
              <a:cxnSpLocks/>
            </p:cNvCxnSpPr>
            <p:nvPr/>
          </p:nvCxnSpPr>
          <p:spPr>
            <a:xfrm>
              <a:off x="5116788" y="6457302"/>
              <a:ext cx="1861199" cy="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4" name="矩形 253">
                  <a:extLst>
                    <a:ext uri="{FF2B5EF4-FFF2-40B4-BE49-F238E27FC236}">
                      <a16:creationId xmlns:a16="http://schemas.microsoft.com/office/drawing/2014/main" id="{87E314E5-4269-4474-859F-3ED43048C110}"/>
                    </a:ext>
                  </a:extLst>
                </p:cNvPr>
                <p:cNvSpPr/>
                <p:nvPr/>
              </p:nvSpPr>
              <p:spPr>
                <a:xfrm>
                  <a:off x="6510288" y="3883145"/>
                  <a:ext cx="1329646" cy="421693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"/>
                            <m:endChr m:val="⟩"/>
                            <m:ctrlPr>
                              <a:rPr lang="zh-TW" altLang="en-US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4" name="矩形 253">
                  <a:extLst>
                    <a:ext uri="{FF2B5EF4-FFF2-40B4-BE49-F238E27FC236}">
                      <a16:creationId xmlns:a16="http://schemas.microsoft.com/office/drawing/2014/main" id="{87E314E5-4269-4474-859F-3ED43048C11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10288" y="3883145"/>
                  <a:ext cx="1329646" cy="421693"/>
                </a:xfrm>
                <a:prstGeom prst="rect">
                  <a:avLst/>
                </a:prstGeom>
                <a:blipFill>
                  <a:blip r:embed="rId28"/>
                  <a:stretch>
                    <a:fillRect t="-115942" r="-18807" b="-17101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8" name="矩形 257">
                  <a:extLst>
                    <a:ext uri="{FF2B5EF4-FFF2-40B4-BE49-F238E27FC236}">
                      <a16:creationId xmlns:a16="http://schemas.microsoft.com/office/drawing/2014/main" id="{1E3F448D-4E0F-4299-BB29-5B72FEDA4BA5}"/>
                    </a:ext>
                  </a:extLst>
                </p:cNvPr>
                <p:cNvSpPr/>
                <p:nvPr/>
              </p:nvSpPr>
              <p:spPr>
                <a:xfrm>
                  <a:off x="6547676" y="5435314"/>
                  <a:ext cx="1329646" cy="421693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"/>
                            <m:endChr m:val="⟩"/>
                            <m:ctrlPr>
                              <a:rPr lang="zh-TW" altLang="en-US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8" name="矩形 257">
                  <a:extLst>
                    <a:ext uri="{FF2B5EF4-FFF2-40B4-BE49-F238E27FC236}">
                      <a16:creationId xmlns:a16="http://schemas.microsoft.com/office/drawing/2014/main" id="{1E3F448D-4E0F-4299-BB29-5B72FEDA4BA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7676" y="5435314"/>
                  <a:ext cx="1329646" cy="421693"/>
                </a:xfrm>
                <a:prstGeom prst="rect">
                  <a:avLst/>
                </a:prstGeom>
                <a:blipFill>
                  <a:blip r:embed="rId29"/>
                  <a:stretch>
                    <a:fillRect t="-115942" r="-9633" b="-17101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3" name="矩形 262">
                  <a:extLst>
                    <a:ext uri="{FF2B5EF4-FFF2-40B4-BE49-F238E27FC236}">
                      <a16:creationId xmlns:a16="http://schemas.microsoft.com/office/drawing/2014/main" id="{A31BBC19-9390-440F-9B1A-D51870C0C4F6}"/>
                    </a:ext>
                  </a:extLst>
                </p:cNvPr>
                <p:cNvSpPr/>
                <p:nvPr/>
              </p:nvSpPr>
              <p:spPr>
                <a:xfrm>
                  <a:off x="6525100" y="4744532"/>
                  <a:ext cx="1329646" cy="421693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"/>
                            <m:endChr m:val="⟩"/>
                            <m:ctrlPr>
                              <a:rPr lang="zh-TW" altLang="en-US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3" name="矩形 262">
                  <a:extLst>
                    <a:ext uri="{FF2B5EF4-FFF2-40B4-BE49-F238E27FC236}">
                      <a16:creationId xmlns:a16="http://schemas.microsoft.com/office/drawing/2014/main" id="{A31BBC19-9390-440F-9B1A-D51870C0C4F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5100" y="4744532"/>
                  <a:ext cx="1329646" cy="421693"/>
                </a:xfrm>
                <a:prstGeom prst="rect">
                  <a:avLst/>
                </a:prstGeom>
                <a:blipFill>
                  <a:blip r:embed="rId30"/>
                  <a:stretch>
                    <a:fillRect t="-115942" r="-18721" b="-17101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8" name="直線接點 267">
              <a:extLst>
                <a:ext uri="{FF2B5EF4-FFF2-40B4-BE49-F238E27FC236}">
                  <a16:creationId xmlns:a16="http://schemas.microsoft.com/office/drawing/2014/main" id="{1217DD00-BBB7-40E8-AECF-F75222098C88}"/>
                </a:ext>
              </a:extLst>
            </p:cNvPr>
            <p:cNvCxnSpPr>
              <a:cxnSpLocks/>
            </p:cNvCxnSpPr>
            <p:nvPr/>
          </p:nvCxnSpPr>
          <p:spPr>
            <a:xfrm>
              <a:off x="6024878" y="5162281"/>
              <a:ext cx="0" cy="1290381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9" name="矩形 268">
                  <a:extLst>
                    <a:ext uri="{FF2B5EF4-FFF2-40B4-BE49-F238E27FC236}">
                      <a16:creationId xmlns:a16="http://schemas.microsoft.com/office/drawing/2014/main" id="{FA17E392-3933-46AB-85FB-0CA1562FB27F}"/>
                    </a:ext>
                  </a:extLst>
                </p:cNvPr>
                <p:cNvSpPr/>
                <p:nvPr/>
              </p:nvSpPr>
              <p:spPr>
                <a:xfrm>
                  <a:off x="5649382" y="6404728"/>
                  <a:ext cx="748292" cy="32702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𝑸</m:t>
                        </m:r>
                        <m:r>
                          <a:rPr lang="en-US" altLang="zh-TW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b="1" i="0" smtClean="0"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m:oMathPara>
                  </a14:m>
                  <a:endParaRPr lang="zh-TW" altLang="en-US" b="1" dirty="0"/>
                </a:p>
              </p:txBody>
            </p:sp>
          </mc:Choice>
          <mc:Fallback xmlns="">
            <p:sp>
              <p:nvSpPr>
                <p:cNvPr id="269" name="矩形 268">
                  <a:extLst>
                    <a:ext uri="{FF2B5EF4-FFF2-40B4-BE49-F238E27FC236}">
                      <a16:creationId xmlns:a16="http://schemas.microsoft.com/office/drawing/2014/main" id="{FA17E392-3933-46AB-85FB-0CA1562FB27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49382" y="6404728"/>
                  <a:ext cx="748292" cy="327023"/>
                </a:xfrm>
                <a:prstGeom prst="rect">
                  <a:avLst/>
                </a:prstGeom>
                <a:blipFill>
                  <a:blip r:embed="rId31"/>
                  <a:stretch>
                    <a:fillRect l="-1639" r="-4098" b="-2452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3" name="橢圓 272">
              <a:extLst>
                <a:ext uri="{FF2B5EF4-FFF2-40B4-BE49-F238E27FC236}">
                  <a16:creationId xmlns:a16="http://schemas.microsoft.com/office/drawing/2014/main" id="{54DAD997-EC4E-4BB3-97A7-7525F062392D}"/>
                </a:ext>
              </a:extLst>
            </p:cNvPr>
            <p:cNvSpPr/>
            <p:nvPr/>
          </p:nvSpPr>
          <p:spPr>
            <a:xfrm>
              <a:off x="6613403" y="5726080"/>
              <a:ext cx="171898" cy="171898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  <a:ln>
              <a:solidFill>
                <a:schemeClr val="bg1"/>
              </a:solidFill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4" name="橢圓 273">
              <a:extLst>
                <a:ext uri="{FF2B5EF4-FFF2-40B4-BE49-F238E27FC236}">
                  <a16:creationId xmlns:a16="http://schemas.microsoft.com/office/drawing/2014/main" id="{2ABAD0CA-839F-4536-BB92-B9A7BA0B6A27}"/>
                </a:ext>
              </a:extLst>
            </p:cNvPr>
            <p:cNvSpPr/>
            <p:nvPr/>
          </p:nvSpPr>
          <p:spPr>
            <a:xfrm>
              <a:off x="6532440" y="5785610"/>
              <a:ext cx="144585" cy="144585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  <a:ln>
              <a:solidFill>
                <a:schemeClr val="bg1"/>
              </a:solidFill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5" name="橢圓 274">
              <a:extLst>
                <a:ext uri="{FF2B5EF4-FFF2-40B4-BE49-F238E27FC236}">
                  <a16:creationId xmlns:a16="http://schemas.microsoft.com/office/drawing/2014/main" id="{3AE689D3-444A-47FE-AA3B-54E0329370D7}"/>
                </a:ext>
              </a:extLst>
            </p:cNvPr>
            <p:cNvSpPr/>
            <p:nvPr/>
          </p:nvSpPr>
          <p:spPr>
            <a:xfrm>
              <a:off x="6734933" y="5713317"/>
              <a:ext cx="144585" cy="144585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  <a:ln>
              <a:solidFill>
                <a:schemeClr val="bg1"/>
              </a:solidFill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6" name="橢圓 275">
              <a:extLst>
                <a:ext uri="{FF2B5EF4-FFF2-40B4-BE49-F238E27FC236}">
                  <a16:creationId xmlns:a16="http://schemas.microsoft.com/office/drawing/2014/main" id="{6E11A6DA-9D05-448C-B5C7-13EF823A0236}"/>
                </a:ext>
              </a:extLst>
            </p:cNvPr>
            <p:cNvSpPr/>
            <p:nvPr/>
          </p:nvSpPr>
          <p:spPr>
            <a:xfrm>
              <a:off x="6434983" y="5822942"/>
              <a:ext cx="120598" cy="120598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  <a:ln>
              <a:solidFill>
                <a:schemeClr val="bg1"/>
              </a:solidFill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7" name="橢圓 276">
              <a:extLst>
                <a:ext uri="{FF2B5EF4-FFF2-40B4-BE49-F238E27FC236}">
                  <a16:creationId xmlns:a16="http://schemas.microsoft.com/office/drawing/2014/main" id="{ADBBA74A-1A17-42BA-9606-46FF99E25A18}"/>
                </a:ext>
              </a:extLst>
            </p:cNvPr>
            <p:cNvSpPr/>
            <p:nvPr/>
          </p:nvSpPr>
          <p:spPr>
            <a:xfrm>
              <a:off x="6847402" y="5697043"/>
              <a:ext cx="120598" cy="120598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  <a:ln>
              <a:solidFill>
                <a:schemeClr val="bg1"/>
              </a:solidFill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8" name="橢圓 277">
              <a:extLst>
                <a:ext uri="{FF2B5EF4-FFF2-40B4-BE49-F238E27FC236}">
                  <a16:creationId xmlns:a16="http://schemas.microsoft.com/office/drawing/2014/main" id="{ACE7E499-3D44-4348-9EAA-6AEE5D16C5C5}"/>
                </a:ext>
              </a:extLst>
            </p:cNvPr>
            <p:cNvSpPr/>
            <p:nvPr/>
          </p:nvSpPr>
          <p:spPr>
            <a:xfrm>
              <a:off x="6379903" y="5863628"/>
              <a:ext cx="89954" cy="89954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  <a:ln>
              <a:solidFill>
                <a:schemeClr val="bg1"/>
              </a:solidFill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9" name="橢圓 278">
              <a:extLst>
                <a:ext uri="{FF2B5EF4-FFF2-40B4-BE49-F238E27FC236}">
                  <a16:creationId xmlns:a16="http://schemas.microsoft.com/office/drawing/2014/main" id="{762D438F-8B68-4771-B23E-EEE290E77ABC}"/>
                </a:ext>
              </a:extLst>
            </p:cNvPr>
            <p:cNvSpPr/>
            <p:nvPr/>
          </p:nvSpPr>
          <p:spPr>
            <a:xfrm>
              <a:off x="5200528" y="5726873"/>
              <a:ext cx="171898" cy="171898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  <a:ln>
              <a:solidFill>
                <a:schemeClr val="bg1"/>
              </a:solidFill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0" name="橢圓 279">
              <a:extLst>
                <a:ext uri="{FF2B5EF4-FFF2-40B4-BE49-F238E27FC236}">
                  <a16:creationId xmlns:a16="http://schemas.microsoft.com/office/drawing/2014/main" id="{505A7BE3-1E24-462D-B6FC-8E999C458DBE}"/>
                </a:ext>
              </a:extLst>
            </p:cNvPr>
            <p:cNvSpPr/>
            <p:nvPr/>
          </p:nvSpPr>
          <p:spPr>
            <a:xfrm>
              <a:off x="5321971" y="5786403"/>
              <a:ext cx="144585" cy="144585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  <a:ln>
              <a:solidFill>
                <a:schemeClr val="bg1"/>
              </a:solidFill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82" name="橢圓 281">
              <a:extLst>
                <a:ext uri="{FF2B5EF4-FFF2-40B4-BE49-F238E27FC236}">
                  <a16:creationId xmlns:a16="http://schemas.microsoft.com/office/drawing/2014/main" id="{F709D0AD-E101-44BA-9943-002000ACF21C}"/>
                </a:ext>
              </a:extLst>
            </p:cNvPr>
            <p:cNvSpPr/>
            <p:nvPr/>
          </p:nvSpPr>
          <p:spPr>
            <a:xfrm>
              <a:off x="5141083" y="5714110"/>
              <a:ext cx="144585" cy="144585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  <a:ln>
              <a:solidFill>
                <a:schemeClr val="bg1"/>
              </a:solidFill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5" name="橢圓 284">
              <a:extLst>
                <a:ext uri="{FF2B5EF4-FFF2-40B4-BE49-F238E27FC236}">
                  <a16:creationId xmlns:a16="http://schemas.microsoft.com/office/drawing/2014/main" id="{927311C5-013C-4A23-9430-B81EA3BE5021}"/>
                </a:ext>
              </a:extLst>
            </p:cNvPr>
            <p:cNvSpPr/>
            <p:nvPr/>
          </p:nvSpPr>
          <p:spPr>
            <a:xfrm>
              <a:off x="5407871" y="5823735"/>
              <a:ext cx="120598" cy="120598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  <a:ln>
              <a:solidFill>
                <a:schemeClr val="bg1"/>
              </a:solidFill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3" name="橢圓 292">
              <a:extLst>
                <a:ext uri="{FF2B5EF4-FFF2-40B4-BE49-F238E27FC236}">
                  <a16:creationId xmlns:a16="http://schemas.microsoft.com/office/drawing/2014/main" id="{5F2CCAFD-015C-4A12-AEE8-1A92B7343314}"/>
                </a:ext>
              </a:extLst>
            </p:cNvPr>
            <p:cNvSpPr/>
            <p:nvPr/>
          </p:nvSpPr>
          <p:spPr>
            <a:xfrm>
              <a:off x="5060671" y="5697836"/>
              <a:ext cx="120598" cy="120598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  <a:ln>
              <a:solidFill>
                <a:schemeClr val="bg1"/>
              </a:solidFill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4" name="橢圓 293">
              <a:extLst>
                <a:ext uri="{FF2B5EF4-FFF2-40B4-BE49-F238E27FC236}">
                  <a16:creationId xmlns:a16="http://schemas.microsoft.com/office/drawing/2014/main" id="{108FA83C-486E-45A5-98CA-1CCC8887FE57}"/>
                </a:ext>
              </a:extLst>
            </p:cNvPr>
            <p:cNvSpPr/>
            <p:nvPr/>
          </p:nvSpPr>
          <p:spPr>
            <a:xfrm>
              <a:off x="5505190" y="5864421"/>
              <a:ext cx="89954" cy="89954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  <a:ln>
              <a:solidFill>
                <a:schemeClr val="bg1"/>
              </a:solidFill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5" name="矩形 294">
                  <a:extLst>
                    <a:ext uri="{FF2B5EF4-FFF2-40B4-BE49-F238E27FC236}">
                      <a16:creationId xmlns:a16="http://schemas.microsoft.com/office/drawing/2014/main" id="{73142868-967B-425E-BE11-E0B37F518DAA}"/>
                    </a:ext>
                  </a:extLst>
                </p:cNvPr>
                <p:cNvSpPr/>
                <p:nvPr/>
              </p:nvSpPr>
              <p:spPr>
                <a:xfrm>
                  <a:off x="6595084" y="5748691"/>
                  <a:ext cx="1261590" cy="40011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"/>
                            <m:endChr m:val="⟩"/>
                            <m:ctrlPr>
                              <a:rPr lang="zh-TW" altLang="en-US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95" name="矩形 294">
                  <a:extLst>
                    <a:ext uri="{FF2B5EF4-FFF2-40B4-BE49-F238E27FC236}">
                      <a16:creationId xmlns:a16="http://schemas.microsoft.com/office/drawing/2014/main" id="{73142868-967B-425E-BE11-E0B37F518DA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95084" y="5748691"/>
                  <a:ext cx="1261590" cy="400110"/>
                </a:xfrm>
                <a:prstGeom prst="rect">
                  <a:avLst/>
                </a:prstGeom>
                <a:blipFill>
                  <a:blip r:embed="rId32"/>
                  <a:stretch>
                    <a:fillRect t="-121212" r="-13043" b="-183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5" name="矩形 354">
                <a:extLst>
                  <a:ext uri="{FF2B5EF4-FFF2-40B4-BE49-F238E27FC236}">
                    <a16:creationId xmlns:a16="http://schemas.microsoft.com/office/drawing/2014/main" id="{9CDE0D5F-C811-4D3E-AD14-2497E3AE195C}"/>
                  </a:ext>
                </a:extLst>
              </p:cNvPr>
              <p:cNvSpPr/>
              <p:nvPr/>
            </p:nvSpPr>
            <p:spPr>
              <a:xfrm>
                <a:off x="3894332" y="2811749"/>
                <a:ext cx="1214297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+ℓ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5" name="矩形 354">
                <a:extLst>
                  <a:ext uri="{FF2B5EF4-FFF2-40B4-BE49-F238E27FC236}">
                    <a16:creationId xmlns:a16="http://schemas.microsoft.com/office/drawing/2014/main" id="{9CDE0D5F-C811-4D3E-AD14-2497E3AE19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4332" y="2811749"/>
                <a:ext cx="1214297" cy="369332"/>
              </a:xfrm>
              <a:prstGeom prst="rect">
                <a:avLst/>
              </a:prstGeom>
              <a:blipFill>
                <a:blip r:embed="rId33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7" name="矩形 326">
            <a:extLst>
              <a:ext uri="{FF2B5EF4-FFF2-40B4-BE49-F238E27FC236}">
                <a16:creationId xmlns:a16="http://schemas.microsoft.com/office/drawing/2014/main" id="{5B6462BA-84CB-4458-B574-38C6648B5277}"/>
              </a:ext>
            </a:extLst>
          </p:cNvPr>
          <p:cNvSpPr/>
          <p:nvPr/>
        </p:nvSpPr>
        <p:spPr>
          <a:xfrm>
            <a:off x="918579" y="2770179"/>
            <a:ext cx="22134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it-IT" altLang="zh-TW" sz="1200" dirty="0"/>
              <a:t>F. Cardano &amp; L. Marrucci, </a:t>
            </a:r>
            <a:r>
              <a:rPr lang="it-IT" altLang="zh-TW" sz="1200" i="1" dirty="0"/>
              <a:t>Nat. Photonics</a:t>
            </a:r>
            <a:r>
              <a:rPr lang="it-IT" altLang="zh-TW" sz="1200" dirty="0"/>
              <a:t> 15, 72 (2021).</a:t>
            </a:r>
            <a:endParaRPr lang="zh-TW" altLang="en-US" sz="1200" dirty="0"/>
          </a:p>
        </p:txBody>
      </p: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460E89BB-6FD4-4407-8884-4AE524B7B1B0}"/>
              </a:ext>
            </a:extLst>
          </p:cNvPr>
          <p:cNvGrpSpPr/>
          <p:nvPr/>
        </p:nvGrpSpPr>
        <p:grpSpPr>
          <a:xfrm>
            <a:off x="8156575" y="2333197"/>
            <a:ext cx="445005" cy="447440"/>
            <a:chOff x="7480300" y="2333197"/>
            <a:chExt cx="445005" cy="447440"/>
          </a:xfrm>
        </p:grpSpPr>
        <p:grpSp>
          <p:nvGrpSpPr>
            <p:cNvPr id="346" name="群組 345">
              <a:extLst>
                <a:ext uri="{FF2B5EF4-FFF2-40B4-BE49-F238E27FC236}">
                  <a16:creationId xmlns:a16="http://schemas.microsoft.com/office/drawing/2014/main" id="{E2B8B10A-8B14-4E6C-A1AE-82A602A0BC30}"/>
                </a:ext>
              </a:extLst>
            </p:cNvPr>
            <p:cNvGrpSpPr/>
            <p:nvPr/>
          </p:nvGrpSpPr>
          <p:grpSpPr>
            <a:xfrm>
              <a:off x="7627318" y="2570180"/>
              <a:ext cx="87607" cy="84039"/>
              <a:chOff x="1373392" y="2391862"/>
              <a:chExt cx="479433" cy="476535"/>
            </a:xfrm>
            <a:solidFill>
              <a:schemeClr val="bg1"/>
            </a:solidFill>
          </p:grpSpPr>
          <p:sp>
            <p:nvSpPr>
              <p:cNvPr id="349" name="箭號: 向右 348">
                <a:extLst>
                  <a:ext uri="{FF2B5EF4-FFF2-40B4-BE49-F238E27FC236}">
                    <a16:creationId xmlns:a16="http://schemas.microsoft.com/office/drawing/2014/main" id="{6118ED02-E6A6-48F9-84E9-74E323BF35A9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bg1"/>
                  </a:solidFill>
                </a:endParaRPr>
              </a:p>
            </p:txBody>
          </p:sp>
          <p:sp>
            <p:nvSpPr>
              <p:cNvPr id="350" name="箭號: 向右 349">
                <a:extLst>
                  <a:ext uri="{FF2B5EF4-FFF2-40B4-BE49-F238E27FC236}">
                    <a16:creationId xmlns:a16="http://schemas.microsoft.com/office/drawing/2014/main" id="{6BE32966-B0F7-45C4-82E8-E328E946E1B1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9" name="文字方塊 358">
                  <a:extLst>
                    <a:ext uri="{FF2B5EF4-FFF2-40B4-BE49-F238E27FC236}">
                      <a16:creationId xmlns:a16="http://schemas.microsoft.com/office/drawing/2014/main" id="{D0B80CA6-4CF8-4C08-A784-AA1DA566B0DE}"/>
                    </a:ext>
                  </a:extLst>
                </p:cNvPr>
                <p:cNvSpPr txBox="1"/>
                <p:nvPr/>
              </p:nvSpPr>
              <p:spPr>
                <a:xfrm>
                  <a:off x="7480300" y="2333197"/>
                  <a:ext cx="33228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altLang="zh-TW" sz="1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59" name="文字方塊 358">
                  <a:extLst>
                    <a:ext uri="{FF2B5EF4-FFF2-40B4-BE49-F238E27FC236}">
                      <a16:creationId xmlns:a16="http://schemas.microsoft.com/office/drawing/2014/main" id="{D0B80CA6-4CF8-4C08-A784-AA1DA566B0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80300" y="2333197"/>
                  <a:ext cx="332280" cy="276999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0" name="文字方塊 359">
                  <a:extLst>
                    <a:ext uri="{FF2B5EF4-FFF2-40B4-BE49-F238E27FC236}">
                      <a16:creationId xmlns:a16="http://schemas.microsoft.com/office/drawing/2014/main" id="{3BBAF0D4-F6EA-462D-8025-8891D1E3486A}"/>
                    </a:ext>
                  </a:extLst>
                </p:cNvPr>
                <p:cNvSpPr txBox="1"/>
                <p:nvPr/>
              </p:nvSpPr>
              <p:spPr>
                <a:xfrm>
                  <a:off x="7630900" y="2503639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altLang="zh-TW" sz="1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60" name="文字方塊 359">
                  <a:extLst>
                    <a:ext uri="{FF2B5EF4-FFF2-40B4-BE49-F238E27FC236}">
                      <a16:creationId xmlns:a16="http://schemas.microsoft.com/office/drawing/2014/main" id="{3BBAF0D4-F6EA-462D-8025-8891D1E348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30900" y="2503639"/>
                  <a:ext cx="294405" cy="276998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61" name="矩形 360">
            <a:extLst>
              <a:ext uri="{FF2B5EF4-FFF2-40B4-BE49-F238E27FC236}">
                <a16:creationId xmlns:a16="http://schemas.microsoft.com/office/drawing/2014/main" id="{F78DCE4B-17AC-47BA-8666-B2D8E062608F}"/>
              </a:ext>
            </a:extLst>
          </p:cNvPr>
          <p:cNvSpPr/>
          <p:nvPr/>
        </p:nvSpPr>
        <p:spPr>
          <a:xfrm>
            <a:off x="2043111" y="2129495"/>
            <a:ext cx="1079911" cy="338554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wrap="none">
            <a:spAutoFit/>
          </a:bodyPr>
          <a:lstStyle/>
          <a:p>
            <a:pPr algn="ctr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2" name="矩形 361">
            <a:extLst>
              <a:ext uri="{FF2B5EF4-FFF2-40B4-BE49-F238E27FC236}">
                <a16:creationId xmlns:a16="http://schemas.microsoft.com/office/drawing/2014/main" id="{C53E132F-1F1F-4E07-96A8-23A269A672A9}"/>
              </a:ext>
            </a:extLst>
          </p:cNvPr>
          <p:cNvSpPr/>
          <p:nvPr/>
        </p:nvSpPr>
        <p:spPr>
          <a:xfrm>
            <a:off x="563514" y="1458935"/>
            <a:ext cx="1247457" cy="338554"/>
          </a:xfrm>
          <a:prstGeom prst="rect">
            <a:avLst/>
          </a:prstGeom>
          <a:solidFill>
            <a:schemeClr val="bg1">
              <a:alpha val="69804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3" name="矩形: 圓角 362">
            <a:extLst>
              <a:ext uri="{FF2B5EF4-FFF2-40B4-BE49-F238E27FC236}">
                <a16:creationId xmlns:a16="http://schemas.microsoft.com/office/drawing/2014/main" id="{C8173C68-5201-40DD-A92A-CDF1BFC6F090}"/>
              </a:ext>
            </a:extLst>
          </p:cNvPr>
          <p:cNvSpPr/>
          <p:nvPr/>
        </p:nvSpPr>
        <p:spPr>
          <a:xfrm>
            <a:off x="25977" y="638175"/>
            <a:ext cx="12126125" cy="2619958"/>
          </a:xfrm>
          <a:prstGeom prst="roundRect">
            <a:avLst>
              <a:gd name="adj" fmla="val 982"/>
            </a:avLst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64AA84DB-6934-4D07-8F0E-3715F445002B}"/>
                  </a:ext>
                </a:extLst>
              </p:cNvPr>
              <p:cNvSpPr/>
              <p:nvPr/>
            </p:nvSpPr>
            <p:spPr>
              <a:xfrm>
                <a:off x="7095901" y="2453647"/>
                <a:ext cx="803745" cy="4111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ℓ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sub>
                          </m:sSub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64AA84DB-6934-4D07-8F0E-3715F44500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5901" y="2453647"/>
                <a:ext cx="803745" cy="411138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4" name="文字方塊 363">
                <a:extLst>
                  <a:ext uri="{FF2B5EF4-FFF2-40B4-BE49-F238E27FC236}">
                    <a16:creationId xmlns:a16="http://schemas.microsoft.com/office/drawing/2014/main" id="{5BE81821-BDE2-4186-9668-D86F1845F3EE}"/>
                  </a:ext>
                </a:extLst>
              </p:cNvPr>
              <p:cNvSpPr txBox="1"/>
              <p:nvPr/>
            </p:nvSpPr>
            <p:spPr>
              <a:xfrm>
                <a:off x="10220193" y="1757107"/>
                <a:ext cx="6998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altLang="zh-TW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μm</m:t>
                      </m:r>
                    </m:oMath>
                  </m:oMathPara>
                </a14:m>
                <a:endParaRPr lang="zh-TW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64" name="文字方塊 363">
                <a:extLst>
                  <a:ext uri="{FF2B5EF4-FFF2-40B4-BE49-F238E27FC236}">
                    <a16:creationId xmlns:a16="http://schemas.microsoft.com/office/drawing/2014/main" id="{5BE81821-BDE2-4186-9668-D86F1845F3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0193" y="1757107"/>
                <a:ext cx="699886" cy="276999"/>
              </a:xfrm>
              <a:prstGeom prst="rect">
                <a:avLst/>
              </a:prstGeom>
              <a:blipFill>
                <a:blip r:embed="rId37"/>
                <a:stretch>
                  <a:fillRect b="-21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5" name="群組 364">
            <a:extLst>
              <a:ext uri="{FF2B5EF4-FFF2-40B4-BE49-F238E27FC236}">
                <a16:creationId xmlns:a16="http://schemas.microsoft.com/office/drawing/2014/main" id="{92EAC5FD-6515-475C-A215-23B2F4B44E66}"/>
              </a:ext>
            </a:extLst>
          </p:cNvPr>
          <p:cNvGrpSpPr/>
          <p:nvPr/>
        </p:nvGrpSpPr>
        <p:grpSpPr>
          <a:xfrm>
            <a:off x="10707795" y="1259915"/>
            <a:ext cx="464058" cy="437915"/>
            <a:chOff x="7670116" y="5452771"/>
            <a:chExt cx="464058" cy="437915"/>
          </a:xfrm>
        </p:grpSpPr>
        <p:grpSp>
          <p:nvGrpSpPr>
            <p:cNvPr id="366" name="群組 365">
              <a:extLst>
                <a:ext uri="{FF2B5EF4-FFF2-40B4-BE49-F238E27FC236}">
                  <a16:creationId xmlns:a16="http://schemas.microsoft.com/office/drawing/2014/main" id="{8DE4783F-763E-4E45-90EB-3A6AFBA78D22}"/>
                </a:ext>
              </a:extLst>
            </p:cNvPr>
            <p:cNvGrpSpPr/>
            <p:nvPr/>
          </p:nvGrpSpPr>
          <p:grpSpPr>
            <a:xfrm>
              <a:off x="7831422" y="5680229"/>
              <a:ext cx="87607" cy="84039"/>
              <a:chOff x="1373392" y="2391862"/>
              <a:chExt cx="479433" cy="476535"/>
            </a:xfrm>
            <a:solidFill>
              <a:schemeClr val="tx1"/>
            </a:solidFill>
          </p:grpSpPr>
          <p:sp>
            <p:nvSpPr>
              <p:cNvPr id="369" name="箭號: 向右 368">
                <a:extLst>
                  <a:ext uri="{FF2B5EF4-FFF2-40B4-BE49-F238E27FC236}">
                    <a16:creationId xmlns:a16="http://schemas.microsoft.com/office/drawing/2014/main" id="{CCFB4458-4371-4316-9D8D-8CF56CC7E861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370" name="箭號: 向右 369">
                <a:extLst>
                  <a:ext uri="{FF2B5EF4-FFF2-40B4-BE49-F238E27FC236}">
                    <a16:creationId xmlns:a16="http://schemas.microsoft.com/office/drawing/2014/main" id="{3FFC33AB-21D0-4349-BF68-AF6F3AFE9A2A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7" name="文字方塊 366">
                  <a:extLst>
                    <a:ext uri="{FF2B5EF4-FFF2-40B4-BE49-F238E27FC236}">
                      <a16:creationId xmlns:a16="http://schemas.microsoft.com/office/drawing/2014/main" id="{B039B69B-BEA5-4A81-A85A-2A2FAC9AFE29}"/>
                    </a:ext>
                  </a:extLst>
                </p:cNvPr>
                <p:cNvSpPr txBox="1"/>
                <p:nvPr/>
              </p:nvSpPr>
              <p:spPr>
                <a:xfrm>
                  <a:off x="7670116" y="5452771"/>
                  <a:ext cx="33228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7" name="文字方塊 366">
                  <a:extLst>
                    <a:ext uri="{FF2B5EF4-FFF2-40B4-BE49-F238E27FC236}">
                      <a16:creationId xmlns:a16="http://schemas.microsoft.com/office/drawing/2014/main" id="{B039B69B-BEA5-4A81-A85A-2A2FAC9AFE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0116" y="5452771"/>
                  <a:ext cx="332280" cy="276999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8" name="文字方塊 367">
                  <a:extLst>
                    <a:ext uri="{FF2B5EF4-FFF2-40B4-BE49-F238E27FC236}">
                      <a16:creationId xmlns:a16="http://schemas.microsoft.com/office/drawing/2014/main" id="{9CDBE2E4-24F6-459B-B5CB-7AD8424F28D7}"/>
                    </a:ext>
                  </a:extLst>
                </p:cNvPr>
                <p:cNvSpPr txBox="1"/>
                <p:nvPr/>
              </p:nvSpPr>
              <p:spPr>
                <a:xfrm>
                  <a:off x="7839769" y="5613688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8" name="文字方塊 367">
                  <a:extLst>
                    <a:ext uri="{FF2B5EF4-FFF2-40B4-BE49-F238E27FC236}">
                      <a16:creationId xmlns:a16="http://schemas.microsoft.com/office/drawing/2014/main" id="{9CDBE2E4-24F6-459B-B5CB-7AD8424F28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39769" y="5613688"/>
                  <a:ext cx="294405" cy="276998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2" name="矩形 371">
            <a:extLst>
              <a:ext uri="{FF2B5EF4-FFF2-40B4-BE49-F238E27FC236}">
                <a16:creationId xmlns:a16="http://schemas.microsoft.com/office/drawing/2014/main" id="{AF9B6838-1CAE-4209-B01A-FF6672124919}"/>
              </a:ext>
            </a:extLst>
          </p:cNvPr>
          <p:cNvSpPr/>
          <p:nvPr/>
        </p:nvSpPr>
        <p:spPr>
          <a:xfrm>
            <a:off x="8899655" y="6600779"/>
            <a:ext cx="328872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1200" dirty="0"/>
              <a:t>G.-H. Peng </a:t>
            </a:r>
            <a:r>
              <a:rPr lang="en-US" altLang="zh-TW" sz="1200" i="1" dirty="0"/>
              <a:t>et al.</a:t>
            </a:r>
            <a:r>
              <a:rPr lang="en-US" altLang="zh-TW" sz="1200" dirty="0"/>
              <a:t>, </a:t>
            </a:r>
            <a:r>
              <a:rPr lang="en-US" altLang="zh-TW" sz="1200" i="1" dirty="0"/>
              <a:t>Phys. Rev. B</a:t>
            </a:r>
            <a:r>
              <a:rPr lang="en-US" altLang="zh-TW" sz="1200" dirty="0"/>
              <a:t> 106, 155304 (2022).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182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標題 2">
            <a:extLst>
              <a:ext uri="{FF2B5EF4-FFF2-40B4-BE49-F238E27FC236}">
                <a16:creationId xmlns:a16="http://schemas.microsoft.com/office/drawing/2014/main" id="{EF642DEB-617E-49E8-BC12-45D4CBA2D9E9}"/>
              </a:ext>
            </a:extLst>
          </p:cNvPr>
          <p:cNvSpPr txBox="1">
            <a:spLocks/>
          </p:cNvSpPr>
          <p:nvPr/>
        </p:nvSpPr>
        <p:spPr>
          <a:xfrm>
            <a:off x="1524000" y="1417320"/>
            <a:ext cx="9144000" cy="4270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79DF72C3-F8A7-4781-A687-449ABFB481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1174"/>
            <a:ext cx="10515600" cy="522352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Angular momentums (AM) induced </a:t>
            </a:r>
            <a:r>
              <a:rPr lang="en-US" altLang="zh-TW" sz="20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pattern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vector vortex beam (VVB)</a:t>
            </a:r>
          </a:p>
          <a:p>
            <a:pPr lvl="1">
              <a:lnSpc>
                <a:spcPct val="150000"/>
              </a:lnSpc>
              <a:buClr>
                <a:schemeClr val="accent2">
                  <a:lumMod val="50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Scalar vortex beams in angular spectrum &amp; conditions</a:t>
            </a:r>
          </a:p>
          <a:p>
            <a:pPr lvl="1">
              <a:lnSpc>
                <a:spcPct val="150000"/>
              </a:lnSpc>
              <a:buClr>
                <a:schemeClr val="accent2">
                  <a:lumMod val="50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VVB : even number of AM difference -</a:t>
            </a:r>
            <a:r>
              <a:rPr lang="en-US" altLang="zh-TW" sz="20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symmetry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>
                <a:schemeClr val="accent2">
                  <a:lumMod val="50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VVB : 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odd  number of AM difference -</a:t>
            </a:r>
            <a:r>
              <a:rPr lang="en-US" altLang="zh-TW" sz="20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asymmetry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Optical transitions</a:t>
            </a:r>
          </a:p>
          <a:p>
            <a:pPr lvl="1">
              <a:lnSpc>
                <a:spcPct val="150000"/>
              </a:lnSpc>
              <a:buClr>
                <a:schemeClr val="accent2">
                  <a:lumMod val="50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Directional momentum-selective excitation</a:t>
            </a:r>
          </a:p>
          <a:p>
            <a:pPr lvl="1">
              <a:lnSpc>
                <a:spcPct val="150000"/>
              </a:lnSpc>
              <a:buClr>
                <a:schemeClr val="accent2">
                  <a:lumMod val="50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Selective excitation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and outlook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8CF4FCA-EFD1-480F-BEAC-69620E56E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8679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標題 2">
            <a:extLst>
              <a:ext uri="{FF2B5EF4-FFF2-40B4-BE49-F238E27FC236}">
                <a16:creationId xmlns:a16="http://schemas.microsoft.com/office/drawing/2014/main" id="{EF642DEB-617E-49E8-BC12-45D4CBA2D9E9}"/>
              </a:ext>
            </a:extLst>
          </p:cNvPr>
          <p:cNvSpPr txBox="1">
            <a:spLocks/>
          </p:cNvSpPr>
          <p:nvPr/>
        </p:nvSpPr>
        <p:spPr>
          <a:xfrm>
            <a:off x="1524000" y="1417320"/>
            <a:ext cx="9144000" cy="4270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8CF4FCA-EFD1-480F-BEAC-69620E56E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407813A-BCD8-4483-A0ED-D8B25F1EE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1174"/>
            <a:ext cx="10515600" cy="522352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Angular momentums (AM) induced </a:t>
            </a:r>
            <a:r>
              <a:rPr lang="en-US" altLang="zh-TW" sz="20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pattern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vector vortex beam (VVB)</a:t>
            </a:r>
          </a:p>
          <a:p>
            <a:pPr lvl="1">
              <a:lnSpc>
                <a:spcPct val="150000"/>
              </a:lnSpc>
              <a:buClr>
                <a:schemeClr val="accent2">
                  <a:lumMod val="50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Scalar vortex beams in angular spectrum &amp; conditions</a:t>
            </a:r>
          </a:p>
          <a:p>
            <a:pPr lvl="1">
              <a:lnSpc>
                <a:spcPct val="150000"/>
              </a:lnSpc>
              <a:buClr>
                <a:schemeClr val="accent2">
                  <a:lumMod val="50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VVB : even number of AM difference -</a:t>
            </a:r>
            <a:r>
              <a:rPr lang="en-US" altLang="zh-TW" sz="20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symmetry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>
                <a:schemeClr val="accent2">
                  <a:lumMod val="50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VVB : 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odd  number of AM difference -</a:t>
            </a:r>
            <a:r>
              <a:rPr lang="en-US" altLang="zh-TW" sz="20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asymmetry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Optical transitions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and outlook</a:t>
            </a:r>
          </a:p>
        </p:txBody>
      </p:sp>
    </p:spTree>
    <p:extLst>
      <p:ext uri="{BB962C8B-B14F-4D97-AF65-F5344CB8AC3E}">
        <p14:creationId xmlns:p14="http://schemas.microsoft.com/office/powerpoint/2010/main" val="661109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圖片 125">
            <a:extLst>
              <a:ext uri="{FF2B5EF4-FFF2-40B4-BE49-F238E27FC236}">
                <a16:creationId xmlns:a16="http://schemas.microsoft.com/office/drawing/2014/main" id="{CC6E4764-130A-44AF-9A9F-DEAD7E2C9F4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83030"/>
          <a:stretch/>
        </p:blipFill>
        <p:spPr>
          <a:xfrm>
            <a:off x="10280650" y="5143500"/>
            <a:ext cx="1350110" cy="1328020"/>
          </a:xfrm>
          <a:prstGeom prst="rect">
            <a:avLst/>
          </a:prstGeom>
        </p:spPr>
      </p:pic>
      <p:pic>
        <p:nvPicPr>
          <p:cNvPr id="127" name="圖片 126">
            <a:extLst>
              <a:ext uri="{FF2B5EF4-FFF2-40B4-BE49-F238E27FC236}">
                <a16:creationId xmlns:a16="http://schemas.microsoft.com/office/drawing/2014/main" id="{393CC138-E2C4-46DC-B1D5-5A2AC523BC5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2438" r="20562"/>
          <a:stretch/>
        </p:blipFill>
        <p:spPr>
          <a:xfrm>
            <a:off x="8975725" y="5143500"/>
            <a:ext cx="1352550" cy="1328020"/>
          </a:xfrm>
          <a:prstGeom prst="rect">
            <a:avLst/>
          </a:prstGeom>
        </p:spPr>
      </p:pic>
      <p:pic>
        <p:nvPicPr>
          <p:cNvPr id="128" name="圖片 127">
            <a:extLst>
              <a:ext uri="{FF2B5EF4-FFF2-40B4-BE49-F238E27FC236}">
                <a16:creationId xmlns:a16="http://schemas.microsoft.com/office/drawing/2014/main" id="{C12F0E3F-9C9B-4ACA-A337-7897344365A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1487" r="40914"/>
          <a:stretch/>
        </p:blipFill>
        <p:spPr>
          <a:xfrm>
            <a:off x="7655095" y="5143500"/>
            <a:ext cx="1400175" cy="1328020"/>
          </a:xfrm>
          <a:prstGeom prst="rect">
            <a:avLst/>
          </a:prstGeom>
        </p:spPr>
      </p:pic>
      <p:pic>
        <p:nvPicPr>
          <p:cNvPr id="129" name="圖片 128">
            <a:extLst>
              <a:ext uri="{FF2B5EF4-FFF2-40B4-BE49-F238E27FC236}">
                <a16:creationId xmlns:a16="http://schemas.microsoft.com/office/drawing/2014/main" id="{7872FC3C-3CA3-4954-922A-1B858B9E1F5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83176"/>
          <a:stretch/>
        </p:blipFill>
        <p:spPr>
          <a:xfrm>
            <a:off x="4999644" y="5143500"/>
            <a:ext cx="1338444" cy="1328020"/>
          </a:xfrm>
          <a:prstGeom prst="rect">
            <a:avLst/>
          </a:prstGeom>
        </p:spPr>
      </p:pic>
      <p:pic>
        <p:nvPicPr>
          <p:cNvPr id="130" name="圖片 129">
            <a:extLst>
              <a:ext uri="{FF2B5EF4-FFF2-40B4-BE49-F238E27FC236}">
                <a16:creationId xmlns:a16="http://schemas.microsoft.com/office/drawing/2014/main" id="{6F102EAB-361F-4C92-BA29-D120950DB88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0415" r="62105"/>
          <a:stretch/>
        </p:blipFill>
        <p:spPr>
          <a:xfrm>
            <a:off x="6308557" y="5143500"/>
            <a:ext cx="1390651" cy="1328020"/>
          </a:xfrm>
          <a:prstGeom prst="rect">
            <a:avLst/>
          </a:prstGeom>
        </p:spPr>
      </p:pic>
      <p:pic>
        <p:nvPicPr>
          <p:cNvPr id="117" name="圖片 116">
            <a:extLst>
              <a:ext uri="{FF2B5EF4-FFF2-40B4-BE49-F238E27FC236}">
                <a16:creationId xmlns:a16="http://schemas.microsoft.com/office/drawing/2014/main" id="{445CE427-D84F-42FE-B84F-B99BB9C5510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" r="15273"/>
          <a:stretch/>
        </p:blipFill>
        <p:spPr>
          <a:xfrm>
            <a:off x="11655593" y="5127624"/>
            <a:ext cx="328404" cy="1303165"/>
          </a:xfrm>
          <a:prstGeom prst="rect">
            <a:avLst/>
          </a:prstGeom>
        </p:spPr>
      </p:pic>
      <p:pic>
        <p:nvPicPr>
          <p:cNvPr id="112" name="圖片 111">
            <a:extLst>
              <a:ext uri="{FF2B5EF4-FFF2-40B4-BE49-F238E27FC236}">
                <a16:creationId xmlns:a16="http://schemas.microsoft.com/office/drawing/2014/main" id="{6B84A696-88B3-46A6-83CD-07F1AB9A788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38" r="34390"/>
          <a:stretch/>
        </p:blipFill>
        <p:spPr>
          <a:xfrm>
            <a:off x="1766355" y="4985720"/>
            <a:ext cx="1395945" cy="1618835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DA6C0CAC-CB7E-445B-84D3-2AE4EE5529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414" y="3394909"/>
            <a:ext cx="1281600" cy="1278126"/>
          </a:xfrm>
          <a:prstGeom prst="rect">
            <a:avLst/>
          </a:prstGeom>
        </p:spPr>
      </p:pic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Scalar vortex beams in angular spectrum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217" name="內容版面配置區 2">
            <a:extLst>
              <a:ext uri="{FF2B5EF4-FFF2-40B4-BE49-F238E27FC236}">
                <a16:creationId xmlns:a16="http://schemas.microsoft.com/office/drawing/2014/main" id="{21D2C499-82A7-45F1-AC21-A2535DD4E6AF}"/>
              </a:ext>
            </a:extLst>
          </p:cNvPr>
          <p:cNvSpPr txBox="1">
            <a:spLocks/>
          </p:cNvSpPr>
          <p:nvPr/>
        </p:nvSpPr>
        <p:spPr>
          <a:xfrm>
            <a:off x="3608186" y="634439"/>
            <a:ext cx="4526428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potential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 in Coulomb gauge :</a:t>
            </a:r>
          </a:p>
        </p:txBody>
      </p:sp>
      <p:pic>
        <p:nvPicPr>
          <p:cNvPr id="3" name="圖形 2">
            <a:extLst>
              <a:ext uri="{FF2B5EF4-FFF2-40B4-BE49-F238E27FC236}">
                <a16:creationId xmlns:a16="http://schemas.microsoft.com/office/drawing/2014/main" id="{EC619777-9FDB-4260-A80B-433C8D18F1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07024" y="-371475"/>
            <a:ext cx="1051722" cy="2490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1">
                <a:extLst>
                  <a:ext uri="{FF2B5EF4-FFF2-40B4-BE49-F238E27FC236}">
                    <a16:creationId xmlns:a16="http://schemas.microsoft.com/office/drawing/2014/main" id="{C42A0972-9637-4626-A9A6-C2C87E201D08}"/>
                  </a:ext>
                </a:extLst>
              </p:cNvPr>
              <p:cNvSpPr txBox="1"/>
              <p:nvPr/>
            </p:nvSpPr>
            <p:spPr>
              <a:xfrm>
                <a:off x="6285521" y="2502963"/>
                <a:ext cx="3670441" cy="435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a:rPr lang="zh-TW" altLang="en-US" i="1" dirty="0" smtClean="0">
                        <a:latin typeface="Cambria Math" panose="02040503050406030204" pitchFamily="18" charset="0"/>
                      </a:rPr>
                      <m:t>    </m:t>
                    </m:r>
                    <m:sSubSup>
                      <m:sSubSup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TW" alt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ℓ</m:t>
                        </m:r>
                      </m:sub>
                      <m:sup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∥</m:t>
                        </m:r>
                      </m:sup>
                    </m:sSubSup>
                    <m:d>
                      <m:d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∥</m:t>
                            </m:r>
                          </m:sub>
                        </m:sSub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  <m:sup>
                        <m:d>
                          <m:dPr>
                            <m:begChr m:val="|"/>
                            <m:endChr m:val="|"/>
                            <m:ctrlP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b>
                    </m:sSub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∥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ℓ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sub>
                        </m:sSub>
                      </m:sup>
                    </m:sSup>
                  </m:oMath>
                </a14:m>
                <a:r>
                  <a:rPr lang="en-US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23" name="TextBox 11">
                <a:extLst>
                  <a:ext uri="{FF2B5EF4-FFF2-40B4-BE49-F238E27FC236}">
                    <a16:creationId xmlns:a16="http://schemas.microsoft.com/office/drawing/2014/main" id="{C42A0972-9637-4626-A9A6-C2C87E201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5521" y="2502963"/>
                <a:ext cx="3670441" cy="435568"/>
              </a:xfrm>
              <a:prstGeom prst="rect">
                <a:avLst/>
              </a:prstGeom>
              <a:blipFill>
                <a:blip r:embed="rId8"/>
                <a:stretch>
                  <a:fillRect b="-28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7" name="矩形 136">
            <a:extLst>
              <a:ext uri="{FF2B5EF4-FFF2-40B4-BE49-F238E27FC236}">
                <a16:creationId xmlns:a16="http://schemas.microsoft.com/office/drawing/2014/main" id="{0960B7D2-D461-4BB8-AC50-187464D5AA1D}"/>
              </a:ext>
            </a:extLst>
          </p:cNvPr>
          <p:cNvSpPr/>
          <p:nvPr/>
        </p:nvSpPr>
        <p:spPr>
          <a:xfrm>
            <a:off x="4241070" y="2522643"/>
            <a:ext cx="1840551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 :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1D495884-0415-488B-8236-9316225A5F83}"/>
              </a:ext>
            </a:extLst>
          </p:cNvPr>
          <p:cNvSpPr/>
          <p:nvPr/>
        </p:nvSpPr>
        <p:spPr>
          <a:xfrm>
            <a:off x="4241070" y="3090788"/>
            <a:ext cx="1840551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: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2" name="TextBox 11">
                <a:extLst>
                  <a:ext uri="{FF2B5EF4-FFF2-40B4-BE49-F238E27FC236}">
                    <a16:creationId xmlns:a16="http://schemas.microsoft.com/office/drawing/2014/main" id="{1F638500-E9DF-4E3C-86BF-EF00494DE852}"/>
                  </a:ext>
                </a:extLst>
              </p:cNvPr>
              <p:cNvSpPr txBox="1"/>
              <p:nvPr/>
            </p:nvSpPr>
            <p:spPr>
              <a:xfrm>
                <a:off x="6352554" y="2977992"/>
                <a:ext cx="4423456" cy="5305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,ℓ</m:t>
                        </m:r>
                      </m:sub>
                      <m:sup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𝑧</m:t>
                        </m:r>
                      </m:sup>
                    </m:sSubSup>
                    <m:d>
                      <m:d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∥</m:t>
                            </m:r>
                          </m:sub>
                        </m:sSub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dirty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zh-TW" b="1" i="1" dirty="0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sub>
                            </m:sSub>
                          </m:e>
                        </m:func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sSup>
                      <m:sSup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  <m:sup>
                        <m:d>
                          <m:dPr>
                            <m:begChr m:val="|"/>
                            <m:endChr m:val="|"/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b>
                    </m:sSub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∥</m:t>
                            </m:r>
                          </m:sub>
                        </m:sSub>
                      </m:e>
                    </m:d>
                    <m:r>
                      <a:rPr lang="zh-TW" altLang="en-US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  <m:sSub>
                          <m:sSubPr>
                            <m:ctrlP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TW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sub>
                        </m:sSub>
                      </m:sup>
                    </m:sSup>
                  </m:oMath>
                </a14:m>
                <a:r>
                  <a:rPr lang="en-US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142" name="TextBox 11">
                <a:extLst>
                  <a:ext uri="{FF2B5EF4-FFF2-40B4-BE49-F238E27FC236}">
                    <a16:creationId xmlns:a16="http://schemas.microsoft.com/office/drawing/2014/main" id="{1F638500-E9DF-4E3C-86BF-EF00494DE8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2554" y="2977992"/>
                <a:ext cx="4423456" cy="53059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9" name="群組 218">
            <a:extLst>
              <a:ext uri="{FF2B5EF4-FFF2-40B4-BE49-F238E27FC236}">
                <a16:creationId xmlns:a16="http://schemas.microsoft.com/office/drawing/2014/main" id="{6649B590-68DB-450D-8D46-4724AFE3FEE6}"/>
              </a:ext>
            </a:extLst>
          </p:cNvPr>
          <p:cNvGrpSpPr/>
          <p:nvPr/>
        </p:nvGrpSpPr>
        <p:grpSpPr>
          <a:xfrm rot="3522876">
            <a:off x="159699" y="1094509"/>
            <a:ext cx="1759735" cy="1648285"/>
            <a:chOff x="4069451" y="1334145"/>
            <a:chExt cx="1759735" cy="1648285"/>
          </a:xfrm>
        </p:grpSpPr>
        <p:grpSp>
          <p:nvGrpSpPr>
            <p:cNvPr id="220" name="群組 219">
              <a:extLst>
                <a:ext uri="{FF2B5EF4-FFF2-40B4-BE49-F238E27FC236}">
                  <a16:creationId xmlns:a16="http://schemas.microsoft.com/office/drawing/2014/main" id="{44C9D1A6-D239-47A2-AFF6-0C28F2A37AF6}"/>
                </a:ext>
              </a:extLst>
            </p:cNvPr>
            <p:cNvGrpSpPr/>
            <p:nvPr/>
          </p:nvGrpSpPr>
          <p:grpSpPr>
            <a:xfrm rot="3736100">
              <a:off x="4291763" y="1445007"/>
              <a:ext cx="1648285" cy="1426561"/>
              <a:chOff x="-1656412" y="-509601"/>
              <a:chExt cx="2946654" cy="2550275"/>
            </a:xfrm>
          </p:grpSpPr>
          <p:pic>
            <p:nvPicPr>
              <p:cNvPr id="222" name="圖片 221">
                <a:extLst>
                  <a:ext uri="{FF2B5EF4-FFF2-40B4-BE49-F238E27FC236}">
                    <a16:creationId xmlns:a16="http://schemas.microsoft.com/office/drawing/2014/main" id="{298A3430-D459-43D1-AB8A-3A9BCDA97E9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l="763" r="50005" b="50711"/>
              <a:stretch/>
            </p:blipFill>
            <p:spPr>
              <a:xfrm flipV="1">
                <a:off x="-1656412" y="-509601"/>
                <a:ext cx="2825351" cy="2550275"/>
              </a:xfrm>
              <a:prstGeom prst="rect">
                <a:avLst/>
              </a:prstGeom>
            </p:spPr>
          </p:pic>
          <p:sp>
            <p:nvSpPr>
              <p:cNvPr id="223" name="矩形 222">
                <a:extLst>
                  <a:ext uri="{FF2B5EF4-FFF2-40B4-BE49-F238E27FC236}">
                    <a16:creationId xmlns:a16="http://schemas.microsoft.com/office/drawing/2014/main" id="{B816B507-5DD2-4B5B-BFAB-27BF7CC67F5E}"/>
                  </a:ext>
                </a:extLst>
              </p:cNvPr>
              <p:cNvSpPr/>
              <p:nvPr/>
            </p:nvSpPr>
            <p:spPr>
              <a:xfrm>
                <a:off x="1076883" y="1736384"/>
                <a:ext cx="213359" cy="23622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221" name="矩形 220">
              <a:extLst>
                <a:ext uri="{FF2B5EF4-FFF2-40B4-BE49-F238E27FC236}">
                  <a16:creationId xmlns:a16="http://schemas.microsoft.com/office/drawing/2014/main" id="{683444DE-21C5-43DA-AE6F-BE7F482DBC08}"/>
                </a:ext>
              </a:extLst>
            </p:cNvPr>
            <p:cNvSpPr/>
            <p:nvPr/>
          </p:nvSpPr>
          <p:spPr>
            <a:xfrm rot="5400000">
              <a:off x="4105965" y="1674829"/>
              <a:ext cx="205769" cy="2787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225" name="群組 224">
            <a:extLst>
              <a:ext uri="{FF2B5EF4-FFF2-40B4-BE49-F238E27FC236}">
                <a16:creationId xmlns:a16="http://schemas.microsoft.com/office/drawing/2014/main" id="{82A13E00-1318-48D6-AAF2-B01B134911B9}"/>
              </a:ext>
            </a:extLst>
          </p:cNvPr>
          <p:cNvGrpSpPr/>
          <p:nvPr/>
        </p:nvGrpSpPr>
        <p:grpSpPr>
          <a:xfrm>
            <a:off x="826476" y="1139139"/>
            <a:ext cx="644540" cy="463864"/>
            <a:chOff x="2854654" y="1882492"/>
            <a:chExt cx="798184" cy="574440"/>
          </a:xfrm>
        </p:grpSpPr>
        <p:sp>
          <p:nvSpPr>
            <p:cNvPr id="226" name="橢圓 225">
              <a:extLst>
                <a:ext uri="{FF2B5EF4-FFF2-40B4-BE49-F238E27FC236}">
                  <a16:creationId xmlns:a16="http://schemas.microsoft.com/office/drawing/2014/main" id="{3AB76099-8734-478E-A7D4-3D9A0D3EBD63}"/>
                </a:ext>
              </a:extLst>
            </p:cNvPr>
            <p:cNvSpPr/>
            <p:nvPr/>
          </p:nvSpPr>
          <p:spPr>
            <a:xfrm>
              <a:off x="2854654" y="1922136"/>
              <a:ext cx="798184" cy="40012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227" name="矩形 226">
              <a:extLst>
                <a:ext uri="{FF2B5EF4-FFF2-40B4-BE49-F238E27FC236}">
                  <a16:creationId xmlns:a16="http://schemas.microsoft.com/office/drawing/2014/main" id="{5EDFCBE5-9729-4909-AF81-7CA23E54316C}"/>
                </a:ext>
              </a:extLst>
            </p:cNvPr>
            <p:cNvSpPr/>
            <p:nvPr/>
          </p:nvSpPr>
          <p:spPr>
            <a:xfrm rot="5400000">
              <a:off x="3194072" y="1742141"/>
              <a:ext cx="119348" cy="4000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28" name="等腰三角形 227">
              <a:extLst>
                <a:ext uri="{FF2B5EF4-FFF2-40B4-BE49-F238E27FC236}">
                  <a16:creationId xmlns:a16="http://schemas.microsoft.com/office/drawing/2014/main" id="{2BF31E4D-81D7-4C4D-AB9C-94A3EE5EB632}"/>
                </a:ext>
              </a:extLst>
            </p:cNvPr>
            <p:cNvSpPr/>
            <p:nvPr/>
          </p:nvSpPr>
          <p:spPr>
            <a:xfrm rot="5400000">
              <a:off x="3116128" y="2204055"/>
              <a:ext cx="275236" cy="230518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sp>
        <p:nvSpPr>
          <p:cNvPr id="229" name="等腰三角形 228">
            <a:extLst>
              <a:ext uri="{FF2B5EF4-FFF2-40B4-BE49-F238E27FC236}">
                <a16:creationId xmlns:a16="http://schemas.microsoft.com/office/drawing/2014/main" id="{149EBE34-36C8-4033-B5C2-F7F10B0773FF}"/>
              </a:ext>
            </a:extLst>
          </p:cNvPr>
          <p:cNvSpPr/>
          <p:nvPr/>
        </p:nvSpPr>
        <p:spPr>
          <a:xfrm rot="10800000">
            <a:off x="1024814" y="2759517"/>
            <a:ext cx="200220" cy="16769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77"/>
          </a:p>
        </p:txBody>
      </p:sp>
      <p:sp>
        <p:nvSpPr>
          <p:cNvPr id="230" name="矩形 229">
            <a:extLst>
              <a:ext uri="{FF2B5EF4-FFF2-40B4-BE49-F238E27FC236}">
                <a16:creationId xmlns:a16="http://schemas.microsoft.com/office/drawing/2014/main" id="{33996798-923A-4CC8-8BF1-0AE58E297103}"/>
              </a:ext>
            </a:extLst>
          </p:cNvPr>
          <p:cNvSpPr/>
          <p:nvPr/>
        </p:nvSpPr>
        <p:spPr>
          <a:xfrm>
            <a:off x="445063" y="725401"/>
            <a:ext cx="1243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Plane wave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41" name="群組 240">
            <a:extLst>
              <a:ext uri="{FF2B5EF4-FFF2-40B4-BE49-F238E27FC236}">
                <a16:creationId xmlns:a16="http://schemas.microsoft.com/office/drawing/2014/main" id="{788692C3-B72A-45E3-9BB6-DB029F9CDF5A}"/>
              </a:ext>
            </a:extLst>
          </p:cNvPr>
          <p:cNvGrpSpPr/>
          <p:nvPr/>
        </p:nvGrpSpPr>
        <p:grpSpPr>
          <a:xfrm rot="3736100">
            <a:off x="1635481" y="1374049"/>
            <a:ext cx="1615465" cy="1339222"/>
            <a:chOff x="1150620" y="2040672"/>
            <a:chExt cx="2887980" cy="2394139"/>
          </a:xfrm>
        </p:grpSpPr>
        <p:pic>
          <p:nvPicPr>
            <p:cNvPr id="242" name="圖片 241">
              <a:extLst>
                <a:ext uri="{FF2B5EF4-FFF2-40B4-BE49-F238E27FC236}">
                  <a16:creationId xmlns:a16="http://schemas.microsoft.com/office/drawing/2014/main" id="{8787B5F5-4430-412D-BD14-6704016A1DE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0517" b="50711"/>
            <a:stretch/>
          </p:blipFill>
          <p:spPr>
            <a:xfrm>
              <a:off x="1198879" y="2040672"/>
              <a:ext cx="2839721" cy="2394139"/>
            </a:xfrm>
            <a:prstGeom prst="rect">
              <a:avLst/>
            </a:prstGeom>
          </p:spPr>
        </p:pic>
        <p:sp>
          <p:nvSpPr>
            <p:cNvPr id="243" name="矩形 242">
              <a:extLst>
                <a:ext uri="{FF2B5EF4-FFF2-40B4-BE49-F238E27FC236}">
                  <a16:creationId xmlns:a16="http://schemas.microsoft.com/office/drawing/2014/main" id="{03E91374-CA25-42EE-8477-A084581F1114}"/>
                </a:ext>
              </a:extLst>
            </p:cNvPr>
            <p:cNvSpPr/>
            <p:nvPr/>
          </p:nvSpPr>
          <p:spPr>
            <a:xfrm>
              <a:off x="1150620" y="2095500"/>
              <a:ext cx="213360" cy="236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244" name="群組 243">
            <a:extLst>
              <a:ext uri="{FF2B5EF4-FFF2-40B4-BE49-F238E27FC236}">
                <a16:creationId xmlns:a16="http://schemas.microsoft.com/office/drawing/2014/main" id="{9907475E-7691-4A01-9ECE-24087C8B6B1E}"/>
              </a:ext>
            </a:extLst>
          </p:cNvPr>
          <p:cNvGrpSpPr/>
          <p:nvPr/>
        </p:nvGrpSpPr>
        <p:grpSpPr>
          <a:xfrm>
            <a:off x="2189894" y="1139140"/>
            <a:ext cx="644540" cy="463864"/>
            <a:chOff x="2854654" y="1882492"/>
            <a:chExt cx="798184" cy="574440"/>
          </a:xfrm>
        </p:grpSpPr>
        <p:sp>
          <p:nvSpPr>
            <p:cNvPr id="245" name="橢圓 244">
              <a:extLst>
                <a:ext uri="{FF2B5EF4-FFF2-40B4-BE49-F238E27FC236}">
                  <a16:creationId xmlns:a16="http://schemas.microsoft.com/office/drawing/2014/main" id="{7248A384-8B27-484B-82B6-1B62A93F5AA4}"/>
                </a:ext>
              </a:extLst>
            </p:cNvPr>
            <p:cNvSpPr/>
            <p:nvPr/>
          </p:nvSpPr>
          <p:spPr>
            <a:xfrm>
              <a:off x="2854654" y="1922136"/>
              <a:ext cx="798184" cy="40012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246" name="矩形 245">
              <a:extLst>
                <a:ext uri="{FF2B5EF4-FFF2-40B4-BE49-F238E27FC236}">
                  <a16:creationId xmlns:a16="http://schemas.microsoft.com/office/drawing/2014/main" id="{39464AD7-5DFF-47EC-AAC3-620679771048}"/>
                </a:ext>
              </a:extLst>
            </p:cNvPr>
            <p:cNvSpPr/>
            <p:nvPr/>
          </p:nvSpPr>
          <p:spPr>
            <a:xfrm rot="5400000">
              <a:off x="3194072" y="1742141"/>
              <a:ext cx="119348" cy="4000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47" name="等腰三角形 246">
              <a:extLst>
                <a:ext uri="{FF2B5EF4-FFF2-40B4-BE49-F238E27FC236}">
                  <a16:creationId xmlns:a16="http://schemas.microsoft.com/office/drawing/2014/main" id="{A80FBE64-7CB4-4B9F-92E7-2BEADE098198}"/>
                </a:ext>
              </a:extLst>
            </p:cNvPr>
            <p:cNvSpPr/>
            <p:nvPr/>
          </p:nvSpPr>
          <p:spPr>
            <a:xfrm rot="5400000">
              <a:off x="3116128" y="2204055"/>
              <a:ext cx="275236" cy="230518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sp>
        <p:nvSpPr>
          <p:cNvPr id="248" name="等腰三角形 247">
            <a:extLst>
              <a:ext uri="{FF2B5EF4-FFF2-40B4-BE49-F238E27FC236}">
                <a16:creationId xmlns:a16="http://schemas.microsoft.com/office/drawing/2014/main" id="{4561DA19-0728-4B41-BC6E-338573FC5143}"/>
              </a:ext>
            </a:extLst>
          </p:cNvPr>
          <p:cNvSpPr/>
          <p:nvPr/>
        </p:nvSpPr>
        <p:spPr>
          <a:xfrm rot="10800000">
            <a:off x="2410997" y="2759517"/>
            <a:ext cx="200220" cy="16769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77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5EF0D816-CDB1-4AD2-A7C4-A59F4B3E45B8}"/>
                  </a:ext>
                </a:extLst>
              </p:cNvPr>
              <p:cNvSpPr/>
              <p:nvPr/>
            </p:nvSpPr>
            <p:spPr>
              <a:xfrm>
                <a:off x="3693437" y="5543609"/>
                <a:ext cx="1413913" cy="4657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b="0" i="1" dirty="0" smtClean="0"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  <m:sub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  <m:t>,ℓ</m:t>
                                  </m:r>
                                </m:sub>
                                <m:sup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1" i="1">
                                          <a:latin typeface="Cambria Math" panose="02040503050406030204" pitchFamily="18" charset="0"/>
                                        </a:rPr>
                                        <m:t>𝒒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zh-TW" altLang="en-US" dirty="0"/>
                                <m:t> </m:t>
                              </m:r>
                            </m:e>
                          </m:d>
                        </m:e>
                        <m:sup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5EF0D816-CDB1-4AD2-A7C4-A59F4B3E45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3437" y="5543609"/>
                <a:ext cx="1413913" cy="465705"/>
              </a:xfrm>
              <a:prstGeom prst="rect">
                <a:avLst/>
              </a:prstGeom>
              <a:blipFill>
                <a:blip r:embed="rId11"/>
                <a:stretch>
                  <a:fillRect b="-129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11">
                <a:extLst>
                  <a:ext uri="{FF2B5EF4-FFF2-40B4-BE49-F238E27FC236}">
                    <a16:creationId xmlns:a16="http://schemas.microsoft.com/office/drawing/2014/main" id="{82FB24AF-AD2D-4A6C-8E2E-981600E74E75}"/>
                  </a:ext>
                </a:extLst>
              </p:cNvPr>
              <p:cNvSpPr txBox="1"/>
              <p:nvPr/>
            </p:nvSpPr>
            <p:spPr>
              <a:xfrm>
                <a:off x="3621149" y="4187188"/>
                <a:ext cx="1175642" cy="4693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TW" altLang="en-US" i="1" dirty="0" smtClean="0">
                          <a:latin typeface="Cambria Math" panose="02040503050406030204" pitchFamily="18" charset="0"/>
                        </a:rPr>
                        <m:t>    </m:t>
                      </m:r>
                      <m:sSup>
                        <m:sSupPr>
                          <m:ctrlP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b="0" i="1" dirty="0" smtClean="0"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zh-TW" altLang="en-US" i="1" dirty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  <m:sub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sub>
                                <m:sup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1" i="1">
                                          <a:latin typeface="Cambria Math" panose="02040503050406030204" pitchFamily="18" charset="0"/>
                                        </a:rPr>
                                        <m:t>𝒒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8" name="TextBox 11">
                <a:extLst>
                  <a:ext uri="{FF2B5EF4-FFF2-40B4-BE49-F238E27FC236}">
                    <a16:creationId xmlns:a16="http://schemas.microsoft.com/office/drawing/2014/main" id="{82FB24AF-AD2D-4A6C-8E2E-981600E74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1149" y="4187188"/>
                <a:ext cx="1175642" cy="469359"/>
              </a:xfrm>
              <a:prstGeom prst="rect">
                <a:avLst/>
              </a:prstGeom>
              <a:blipFill>
                <a:blip r:embed="rId12"/>
                <a:stretch>
                  <a:fillRect r="-11917" b="-25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6" name="直線接點 75">
            <a:extLst>
              <a:ext uri="{FF2B5EF4-FFF2-40B4-BE49-F238E27FC236}">
                <a16:creationId xmlns:a16="http://schemas.microsoft.com/office/drawing/2014/main" id="{FD7FE551-4061-4646-B428-E3465E2A63DC}"/>
              </a:ext>
            </a:extLst>
          </p:cNvPr>
          <p:cNvCxnSpPr>
            <a:cxnSpLocks/>
          </p:cNvCxnSpPr>
          <p:nvPr/>
        </p:nvCxnSpPr>
        <p:spPr>
          <a:xfrm>
            <a:off x="3616085" y="619338"/>
            <a:ext cx="0" cy="622913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0" name="矩形 79">
            <a:extLst>
              <a:ext uri="{FF2B5EF4-FFF2-40B4-BE49-F238E27FC236}">
                <a16:creationId xmlns:a16="http://schemas.microsoft.com/office/drawing/2014/main" id="{07AEA580-9A34-41CC-98C4-C25CA4399485}"/>
              </a:ext>
            </a:extLst>
          </p:cNvPr>
          <p:cNvSpPr/>
          <p:nvPr/>
        </p:nvSpPr>
        <p:spPr>
          <a:xfrm>
            <a:off x="11613782" y="6159934"/>
            <a:ext cx="487634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a.u.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A568A8C2-E1C8-4435-82ED-E5258C528B6A}"/>
              </a:ext>
            </a:extLst>
          </p:cNvPr>
          <p:cNvSpPr/>
          <p:nvPr/>
        </p:nvSpPr>
        <p:spPr>
          <a:xfrm>
            <a:off x="11917323" y="5067274"/>
            <a:ext cx="288862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62FD9ADF-B364-47BD-8900-C641BDD934AC}"/>
              </a:ext>
            </a:extLst>
          </p:cNvPr>
          <p:cNvSpPr/>
          <p:nvPr/>
        </p:nvSpPr>
        <p:spPr>
          <a:xfrm>
            <a:off x="11936373" y="6174079"/>
            <a:ext cx="288862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3" name="圖片 82">
            <a:extLst>
              <a:ext uri="{FF2B5EF4-FFF2-40B4-BE49-F238E27FC236}">
                <a16:creationId xmlns:a16="http://schemas.microsoft.com/office/drawing/2014/main" id="{52C5E38E-4B52-47EF-BB92-B50A9CBFF0D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06" r="68022"/>
          <a:stretch/>
        </p:blipFill>
        <p:spPr>
          <a:xfrm>
            <a:off x="6259087" y="3620273"/>
            <a:ext cx="1429966" cy="1658288"/>
          </a:xfrm>
          <a:prstGeom prst="rect">
            <a:avLst/>
          </a:prstGeom>
        </p:spPr>
      </p:pic>
      <p:pic>
        <p:nvPicPr>
          <p:cNvPr id="84" name="圖片 83">
            <a:extLst>
              <a:ext uri="{FF2B5EF4-FFF2-40B4-BE49-F238E27FC236}">
                <a16:creationId xmlns:a16="http://schemas.microsoft.com/office/drawing/2014/main" id="{883E7446-DFC3-48E9-926F-D37E7CE036A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838"/>
          <a:stretch/>
        </p:blipFill>
        <p:spPr>
          <a:xfrm>
            <a:off x="4838097" y="3620273"/>
            <a:ext cx="1508539" cy="1658288"/>
          </a:xfrm>
          <a:prstGeom prst="rect">
            <a:avLst/>
          </a:prstGeom>
        </p:spPr>
      </p:pic>
      <p:pic>
        <p:nvPicPr>
          <p:cNvPr id="91" name="圖片 90">
            <a:extLst>
              <a:ext uri="{FF2B5EF4-FFF2-40B4-BE49-F238E27FC236}">
                <a16:creationId xmlns:a16="http://schemas.microsoft.com/office/drawing/2014/main" id="{A79B7F57-2FE8-40FB-879E-6025E202963D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81" t="8908" r="5569" b="70278"/>
          <a:stretch/>
        </p:blipFill>
        <p:spPr>
          <a:xfrm>
            <a:off x="11658828" y="3742732"/>
            <a:ext cx="356439" cy="1354972"/>
          </a:xfrm>
          <a:prstGeom prst="rect">
            <a:avLst/>
          </a:prstGeom>
        </p:spPr>
      </p:pic>
      <p:sp>
        <p:nvSpPr>
          <p:cNvPr id="92" name="矩形 91">
            <a:extLst>
              <a:ext uri="{FF2B5EF4-FFF2-40B4-BE49-F238E27FC236}">
                <a16:creationId xmlns:a16="http://schemas.microsoft.com/office/drawing/2014/main" id="{0164D1DE-CD76-4187-B2A2-8AB208546AFA}"/>
              </a:ext>
            </a:extLst>
          </p:cNvPr>
          <p:cNvSpPr/>
          <p:nvPr/>
        </p:nvSpPr>
        <p:spPr>
          <a:xfrm>
            <a:off x="11613187" y="4779714"/>
            <a:ext cx="487634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a.u.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02A00CE0-8BAC-49EA-BAB9-8E71E502042C}"/>
              </a:ext>
            </a:extLst>
          </p:cNvPr>
          <p:cNvSpPr/>
          <p:nvPr/>
        </p:nvSpPr>
        <p:spPr>
          <a:xfrm>
            <a:off x="11916728" y="3717534"/>
            <a:ext cx="288862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0DB89893-3E3D-4530-90D1-7A9DA52AB262}"/>
              </a:ext>
            </a:extLst>
          </p:cNvPr>
          <p:cNvSpPr/>
          <p:nvPr/>
        </p:nvSpPr>
        <p:spPr>
          <a:xfrm>
            <a:off x="11935778" y="4793859"/>
            <a:ext cx="288862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5" name="圖片 94">
            <a:extLst>
              <a:ext uri="{FF2B5EF4-FFF2-40B4-BE49-F238E27FC236}">
                <a16:creationId xmlns:a16="http://schemas.microsoft.com/office/drawing/2014/main" id="{FE3FEEDD-9234-4DEE-8930-9622F17441C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15" r="51207"/>
          <a:stretch/>
        </p:blipFill>
        <p:spPr>
          <a:xfrm>
            <a:off x="7630687" y="3620273"/>
            <a:ext cx="1400782" cy="1658288"/>
          </a:xfrm>
          <a:prstGeom prst="rect">
            <a:avLst/>
          </a:prstGeom>
        </p:spPr>
      </p:pic>
      <p:pic>
        <p:nvPicPr>
          <p:cNvPr id="96" name="圖片 95">
            <a:extLst>
              <a:ext uri="{FF2B5EF4-FFF2-40B4-BE49-F238E27FC236}">
                <a16:creationId xmlns:a16="http://schemas.microsoft.com/office/drawing/2014/main" id="{FD1269FD-BA08-4570-8827-D661A791546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38" r="34390"/>
          <a:stretch/>
        </p:blipFill>
        <p:spPr>
          <a:xfrm>
            <a:off x="8936301" y="3620273"/>
            <a:ext cx="1429966" cy="1658288"/>
          </a:xfrm>
          <a:prstGeom prst="rect">
            <a:avLst/>
          </a:prstGeom>
        </p:spPr>
      </p:pic>
      <p:pic>
        <p:nvPicPr>
          <p:cNvPr id="97" name="圖片 96">
            <a:extLst>
              <a:ext uri="{FF2B5EF4-FFF2-40B4-BE49-F238E27FC236}">
                <a16:creationId xmlns:a16="http://schemas.microsoft.com/office/drawing/2014/main" id="{329AAF4F-137A-48D6-8072-5BE53FF4A55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054" r="17173"/>
          <a:stretch/>
        </p:blipFill>
        <p:spPr>
          <a:xfrm>
            <a:off x="10271097" y="3620273"/>
            <a:ext cx="1469863" cy="16582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A9B44B6A-1B96-4079-860D-92A8605B2B47}"/>
                  </a:ext>
                </a:extLst>
              </p:cNvPr>
              <p:cNvSpPr/>
              <p:nvPr/>
            </p:nvSpPr>
            <p:spPr>
              <a:xfrm>
                <a:off x="5147456" y="3723349"/>
                <a:ext cx="889154" cy="343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ℓ=−2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A9B44B6A-1B96-4079-860D-92A8605B2B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456" y="3723349"/>
                <a:ext cx="889154" cy="34317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矩形 98">
                <a:extLst>
                  <a:ext uri="{FF2B5EF4-FFF2-40B4-BE49-F238E27FC236}">
                    <a16:creationId xmlns:a16="http://schemas.microsoft.com/office/drawing/2014/main" id="{00095B3C-7A8C-461F-9570-D37F1D92A58F}"/>
                  </a:ext>
                </a:extLst>
              </p:cNvPr>
              <p:cNvSpPr/>
              <p:nvPr/>
            </p:nvSpPr>
            <p:spPr>
              <a:xfrm>
                <a:off x="6586839" y="3723349"/>
                <a:ext cx="889154" cy="343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ℓ=−1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" name="矩形 98">
                <a:extLst>
                  <a:ext uri="{FF2B5EF4-FFF2-40B4-BE49-F238E27FC236}">
                    <a16:creationId xmlns:a16="http://schemas.microsoft.com/office/drawing/2014/main" id="{00095B3C-7A8C-461F-9570-D37F1D92A5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6839" y="3723349"/>
                <a:ext cx="889154" cy="34317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矩形 99">
                <a:extLst>
                  <a:ext uri="{FF2B5EF4-FFF2-40B4-BE49-F238E27FC236}">
                    <a16:creationId xmlns:a16="http://schemas.microsoft.com/office/drawing/2014/main" id="{D86A5559-29F9-49A3-A955-69C6CC5018A5}"/>
                  </a:ext>
                </a:extLst>
              </p:cNvPr>
              <p:cNvSpPr/>
              <p:nvPr/>
            </p:nvSpPr>
            <p:spPr>
              <a:xfrm>
                <a:off x="7950022" y="3723349"/>
                <a:ext cx="733662" cy="343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ℓ=0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0" name="矩形 99">
                <a:extLst>
                  <a:ext uri="{FF2B5EF4-FFF2-40B4-BE49-F238E27FC236}">
                    <a16:creationId xmlns:a16="http://schemas.microsoft.com/office/drawing/2014/main" id="{D86A5559-29F9-49A3-A955-69C6CC5018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0022" y="3723349"/>
                <a:ext cx="733662" cy="343171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97BC1D3C-E5AC-44ED-A845-66C428F0A903}"/>
                  </a:ext>
                </a:extLst>
              </p:cNvPr>
              <p:cNvSpPr/>
              <p:nvPr/>
            </p:nvSpPr>
            <p:spPr>
              <a:xfrm>
                <a:off x="9302493" y="3723349"/>
                <a:ext cx="733662" cy="343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ℓ=1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97BC1D3C-E5AC-44ED-A845-66C428F0A9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2493" y="3723349"/>
                <a:ext cx="733662" cy="343171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4A446E9C-789C-4E1E-A92F-9E53DD9D688A}"/>
                  </a:ext>
                </a:extLst>
              </p:cNvPr>
              <p:cNvSpPr/>
              <p:nvPr/>
            </p:nvSpPr>
            <p:spPr>
              <a:xfrm>
                <a:off x="10578764" y="3723349"/>
                <a:ext cx="733662" cy="343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ℓ=2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4A446E9C-789C-4E1E-A92F-9E53DD9D68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8764" y="3723349"/>
                <a:ext cx="733662" cy="343171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文字方塊 103">
                <a:extLst>
                  <a:ext uri="{FF2B5EF4-FFF2-40B4-BE49-F238E27FC236}">
                    <a16:creationId xmlns:a16="http://schemas.microsoft.com/office/drawing/2014/main" id="{719F0A7E-8F70-4F3F-B644-0530ECB69519}"/>
                  </a:ext>
                </a:extLst>
              </p:cNvPr>
              <p:cNvSpPr txBox="1"/>
              <p:nvPr/>
            </p:nvSpPr>
            <p:spPr>
              <a:xfrm>
                <a:off x="-59636" y="4192621"/>
                <a:ext cx="49913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04" name="文字方塊 103">
                <a:extLst>
                  <a:ext uri="{FF2B5EF4-FFF2-40B4-BE49-F238E27FC236}">
                    <a16:creationId xmlns:a16="http://schemas.microsoft.com/office/drawing/2014/main" id="{719F0A7E-8F70-4F3F-B644-0530ECB695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9636" y="4192621"/>
                <a:ext cx="499134" cy="400110"/>
              </a:xfrm>
              <a:prstGeom prst="rect">
                <a:avLst/>
              </a:prstGeom>
              <a:blipFill>
                <a:blip r:embed="rId20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5" name="直線接點 104">
            <a:extLst>
              <a:ext uri="{FF2B5EF4-FFF2-40B4-BE49-F238E27FC236}">
                <a16:creationId xmlns:a16="http://schemas.microsoft.com/office/drawing/2014/main" id="{F49D806D-D785-4DCC-AD88-4E1C9BC38A03}"/>
              </a:ext>
            </a:extLst>
          </p:cNvPr>
          <p:cNvCxnSpPr>
            <a:cxnSpLocks/>
          </p:cNvCxnSpPr>
          <p:nvPr/>
        </p:nvCxnSpPr>
        <p:spPr>
          <a:xfrm>
            <a:off x="191351" y="4911267"/>
            <a:ext cx="381939" cy="0"/>
          </a:xfrm>
          <a:prstGeom prst="line">
            <a:avLst/>
          </a:prstGeom>
          <a:ln w="28575">
            <a:headEnd type="none" w="sm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6" name="直線接點 105">
            <a:extLst>
              <a:ext uri="{FF2B5EF4-FFF2-40B4-BE49-F238E27FC236}">
                <a16:creationId xmlns:a16="http://schemas.microsoft.com/office/drawing/2014/main" id="{52B8E9D2-745F-46FC-A49C-2F5CFA2936F4}"/>
              </a:ext>
            </a:extLst>
          </p:cNvPr>
          <p:cNvCxnSpPr>
            <a:cxnSpLocks/>
          </p:cNvCxnSpPr>
          <p:nvPr/>
        </p:nvCxnSpPr>
        <p:spPr>
          <a:xfrm>
            <a:off x="191352" y="4505368"/>
            <a:ext cx="0" cy="405899"/>
          </a:xfrm>
          <a:prstGeom prst="line">
            <a:avLst/>
          </a:prstGeom>
          <a:ln w="28575">
            <a:headEnd type="stealth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8E890FBD-CC62-4A04-8C32-82D759EA7E1B}"/>
                  </a:ext>
                </a:extLst>
              </p:cNvPr>
              <p:cNvSpPr/>
              <p:nvPr/>
            </p:nvSpPr>
            <p:spPr>
              <a:xfrm>
                <a:off x="486271" y="4693779"/>
                <a:ext cx="38638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8E890FBD-CC62-4A04-8C32-82D759EA7E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271" y="4693779"/>
                <a:ext cx="3863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圖片 10">
            <a:extLst>
              <a:ext uri="{FF2B5EF4-FFF2-40B4-BE49-F238E27FC236}">
                <a16:creationId xmlns:a16="http://schemas.microsoft.com/office/drawing/2014/main" id="{9DE6FC6E-21B7-4EA3-B2D4-E46B61DE10E1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93714" y="5144389"/>
            <a:ext cx="1282748" cy="1282748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FBE6ED48-8A1A-4C65-8B01-3435D8CE7CFB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820621" y="3387101"/>
            <a:ext cx="1281600" cy="1274692"/>
          </a:xfrm>
          <a:prstGeom prst="rect">
            <a:avLst/>
          </a:prstGeom>
        </p:spPr>
      </p:pic>
      <p:sp>
        <p:nvSpPr>
          <p:cNvPr id="139" name="矩形 138">
            <a:extLst>
              <a:ext uri="{FF2B5EF4-FFF2-40B4-BE49-F238E27FC236}">
                <a16:creationId xmlns:a16="http://schemas.microsoft.com/office/drawing/2014/main" id="{E3C8F1CC-3D9C-4A8E-9374-60E8157A0BE2}"/>
              </a:ext>
            </a:extLst>
          </p:cNvPr>
          <p:cNvSpPr/>
          <p:nvPr/>
        </p:nvSpPr>
        <p:spPr>
          <a:xfrm>
            <a:off x="3351290" y="3243836"/>
            <a:ext cx="288862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69B643FB-49E2-4140-83F2-0B1BA7A09EFA}"/>
              </a:ext>
            </a:extLst>
          </p:cNvPr>
          <p:cNvSpPr/>
          <p:nvPr/>
        </p:nvSpPr>
        <p:spPr>
          <a:xfrm>
            <a:off x="3370340" y="4484782"/>
            <a:ext cx="288862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4" name="圖片 143">
            <a:extLst>
              <a:ext uri="{FF2B5EF4-FFF2-40B4-BE49-F238E27FC236}">
                <a16:creationId xmlns:a16="http://schemas.microsoft.com/office/drawing/2014/main" id="{BDF1F9CF-1883-43CE-97A7-B7F3D0F36664}"/>
              </a:ext>
            </a:extLst>
          </p:cNvPr>
          <p:cNvPicPr>
            <a:picLocks noChangeAspect="1"/>
          </p:cNvPicPr>
          <p:nvPr/>
        </p:nvPicPr>
        <p:blipFill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93432" y="3373863"/>
            <a:ext cx="355014" cy="1291924"/>
          </a:xfrm>
          <a:prstGeom prst="rect">
            <a:avLst/>
          </a:prstGeom>
        </p:spPr>
      </p:pic>
      <p:sp>
        <p:nvSpPr>
          <p:cNvPr id="147" name="矩形 146">
            <a:extLst>
              <a:ext uri="{FF2B5EF4-FFF2-40B4-BE49-F238E27FC236}">
                <a16:creationId xmlns:a16="http://schemas.microsoft.com/office/drawing/2014/main" id="{8EE9E94F-F16D-40EE-BE6E-EA8C4CBD140B}"/>
              </a:ext>
            </a:extLst>
          </p:cNvPr>
          <p:cNvSpPr/>
          <p:nvPr/>
        </p:nvSpPr>
        <p:spPr>
          <a:xfrm>
            <a:off x="3365363" y="4976272"/>
            <a:ext cx="288862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292D036B-DAEE-4675-A004-6AEB20F9D9F1}"/>
              </a:ext>
            </a:extLst>
          </p:cNvPr>
          <p:cNvSpPr/>
          <p:nvPr/>
        </p:nvSpPr>
        <p:spPr>
          <a:xfrm>
            <a:off x="3384413" y="6243097"/>
            <a:ext cx="288862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矩形 148">
                <a:extLst>
                  <a:ext uri="{FF2B5EF4-FFF2-40B4-BE49-F238E27FC236}">
                    <a16:creationId xmlns:a16="http://schemas.microsoft.com/office/drawing/2014/main" id="{9CD2730A-D855-4AB8-B41C-78D6A0A91113}"/>
                  </a:ext>
                </a:extLst>
              </p:cNvPr>
              <p:cNvSpPr/>
              <p:nvPr/>
            </p:nvSpPr>
            <p:spPr>
              <a:xfrm>
                <a:off x="4634683" y="6895077"/>
                <a:ext cx="4973541" cy="52283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1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Radial structure :</a:t>
                </a:r>
                <a:r>
                  <a:rPr lang="zh-TW" altLang="en-US" sz="1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</a:t>
                </a:r>
                <a:r>
                  <a:rPr lang="en-US" altLang="zh-TW" sz="1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3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TW" sz="13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b>
                    </m:sSub>
                    <m:d>
                      <m:dPr>
                        <m:ctrlPr>
                          <a:rPr lang="en-US" altLang="zh-TW" sz="1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13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∥</m:t>
                            </m:r>
                          </m:sub>
                        </m:sSub>
                      </m:e>
                    </m:d>
                    <m:r>
                      <a:rPr lang="en-US" altLang="zh-TW" sz="13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13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TW" sz="13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𝐿𝐺</m:t>
                            </m:r>
                          </m:sup>
                        </m:sSubSup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 </m:t>
                        </m:r>
                        <m:sSubSup>
                          <m:sSubSupPr>
                            <m:ctrlPr>
                              <a:rPr lang="en-US" altLang="zh-TW" sz="13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altLang="zh-TW" sz="13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TW" sz="13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3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3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e>
                          <m:sup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13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300" i="1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</m:sup>
                        </m:sSup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TW" sz="1300">
                            <a:latin typeface="Cambria Math" panose="02040503050406030204" pitchFamily="18" charset="0"/>
                          </a:rPr>
                          <m:t>Ω</m:t>
                        </m:r>
                        <m:rad>
                          <m:radPr>
                            <m:degHide m:val="on"/>
                            <m:ctrlPr>
                              <a:rPr lang="en-US" altLang="zh-TW" sz="13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d>
                              <m:dPr>
                                <m:ctrlPr>
                                  <a:rPr lang="en-US" altLang="zh-TW" sz="13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TW" sz="13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1300" i="1">
                                        <a:latin typeface="Cambria Math" panose="02040503050406030204" pitchFamily="18" charset="0"/>
                                      </a:rPr>
                                      <m:t>ℓ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rad>
                      </m:den>
                    </m:f>
                    <m:sSup>
                      <m:sSupPr>
                        <m:ctrlPr>
                          <a:rPr lang="en-US" altLang="zh-TW" sz="1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TW" sz="13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TW" sz="13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zh-TW" sz="13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300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altLang="zh-TW" sz="1300" i="1">
                                        <a:latin typeface="Cambria Math" panose="02040503050406030204" pitchFamily="18" charset="0"/>
                                      </a:rPr>
                                      <m:t>∥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TW" sz="13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300" i="1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altLang="zh-TW" sz="13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altLang="zh-TW" sz="1300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zh-TW" sz="13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p>
                        <m:d>
                          <m:dPr>
                            <m:begChr m:val="|"/>
                            <m:endChr m:val="|"/>
                            <m:ctrlPr>
                              <a:rPr lang="en-US" altLang="zh-TW" sz="13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sSup>
                      <m:sSupPr>
                        <m:ctrlPr>
                          <a:rPr lang="en-US" altLang="zh-TW" sz="1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TW" sz="13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zh-TW" sz="13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sz="13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TW" sz="13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  <m:sup>
                                <m:r>
                                  <a:rPr lang="en-US" altLang="zh-TW" sz="13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altLang="zh-TW" sz="13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sz="1300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altLang="zh-TW" sz="13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altLang="zh-TW" sz="13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endParaRPr lang="zh-TW" altLang="en-US" sz="1300" dirty="0"/>
              </a:p>
            </p:txBody>
          </p:sp>
        </mc:Choice>
        <mc:Fallback xmlns="">
          <p:sp>
            <p:nvSpPr>
              <p:cNvPr id="149" name="矩形 148">
                <a:extLst>
                  <a:ext uri="{FF2B5EF4-FFF2-40B4-BE49-F238E27FC236}">
                    <a16:creationId xmlns:a16="http://schemas.microsoft.com/office/drawing/2014/main" id="{9CD2730A-D855-4AB8-B41C-78D6A0A911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4683" y="6895077"/>
                <a:ext cx="4973541" cy="522835"/>
              </a:xfrm>
              <a:prstGeom prst="rect">
                <a:avLst/>
              </a:prstGeom>
              <a:blipFill>
                <a:blip r:embed="rId25"/>
                <a:stretch>
                  <a:fillRect l="-12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9" name="群組 158">
            <a:extLst>
              <a:ext uri="{FF2B5EF4-FFF2-40B4-BE49-F238E27FC236}">
                <a16:creationId xmlns:a16="http://schemas.microsoft.com/office/drawing/2014/main" id="{19980EEA-CB31-4EA6-B852-043E24BA6211}"/>
              </a:ext>
            </a:extLst>
          </p:cNvPr>
          <p:cNvGrpSpPr/>
          <p:nvPr/>
        </p:nvGrpSpPr>
        <p:grpSpPr>
          <a:xfrm>
            <a:off x="6291055" y="1305977"/>
            <a:ext cx="3719961" cy="420693"/>
            <a:chOff x="526861" y="1147605"/>
            <a:chExt cx="3719961" cy="42069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TextBox 11">
                  <a:extLst>
                    <a:ext uri="{FF2B5EF4-FFF2-40B4-BE49-F238E27FC236}">
                      <a16:creationId xmlns:a16="http://schemas.microsoft.com/office/drawing/2014/main" id="{8E7C7DE4-1240-457E-9153-E844215731A7}"/>
                    </a:ext>
                  </a:extLst>
                </p:cNvPr>
                <p:cNvSpPr txBox="1"/>
                <p:nvPr/>
              </p:nvSpPr>
              <p:spPr>
                <a:xfrm>
                  <a:off x="607566" y="1147605"/>
                  <a:ext cx="3639256" cy="4206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,ℓ </m:t>
                            </m:r>
                          </m:sub>
                        </m:sSub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altLang="zh-TW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ℓ</m:t>
                            </m:r>
                            <m:r>
                              <a:rPr lang="en-US" altLang="zh-TW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altLang="zh-TW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∥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𝜺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sub>
                        </m:sSub>
                        <m:r>
                          <a:rPr lang="en-US" altLang="zh-TW" b="1" i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zh-TW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 </m:t>
                            </m:r>
                          </m:sub>
                          <m:sup>
                            <m:r>
                              <a:rPr lang="en-US" altLang="zh-TW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acc>
                          <m:accPr>
                            <m:chr m:val="̂"/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</m:acc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60" name="TextBox 11">
                  <a:extLst>
                    <a:ext uri="{FF2B5EF4-FFF2-40B4-BE49-F238E27FC236}">
                      <a16:creationId xmlns:a16="http://schemas.microsoft.com/office/drawing/2014/main" id="{8E7C7DE4-1240-457E-9153-E844215731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7566" y="1147605"/>
                  <a:ext cx="3639256" cy="420693"/>
                </a:xfrm>
                <a:prstGeom prst="rect">
                  <a:avLst/>
                </a:prstGeom>
                <a:blipFill>
                  <a:blip r:embed="rId26"/>
                  <a:stretch>
                    <a:fillRect r="-7203" b="-144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61" name="圖形 160">
              <a:extLst>
                <a:ext uri="{FF2B5EF4-FFF2-40B4-BE49-F238E27FC236}">
                  <a16:creationId xmlns:a16="http://schemas.microsoft.com/office/drawing/2014/main" id="{15698AEE-B2DC-4A87-A26F-4A86CF2D8F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rcRect t="1" r="53142" b="-1"/>
            <a:stretch/>
          </p:blipFill>
          <p:spPr>
            <a:xfrm>
              <a:off x="526861" y="1294858"/>
              <a:ext cx="224841" cy="172247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C39F46EC-0A4E-4D1F-91A5-3AFECBFA4365}"/>
                  </a:ext>
                </a:extLst>
              </p:cNvPr>
              <p:cNvSpPr/>
              <p:nvPr/>
            </p:nvSpPr>
            <p:spPr>
              <a:xfrm>
                <a:off x="10175955" y="1953245"/>
                <a:ext cx="2130648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16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TW" altLang="en-US" sz="1600" b="1" i="1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zh-TW" sz="1600" b="1" i="1" smtClean="0">
                          <a:latin typeface="Cambria Math" panose="02040503050406030204" pitchFamily="18" charset="0"/>
                        </a:rPr>
                        <m:t>≡</m:t>
                      </m:r>
                      <m:acc>
                        <m:accPr>
                          <m:chr m:val="̂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6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𝜎</m:t>
                      </m:r>
                      <m:acc>
                        <m:accPr>
                          <m:chr m:val="̂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6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  <m:r>
                        <a:rPr lang="en-US" altLang="zh-TW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=±1</m:t>
                      </m:r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C39F46EC-0A4E-4D1F-91A5-3AFECBFA43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5955" y="1953245"/>
                <a:ext cx="2130648" cy="338554"/>
              </a:xfrm>
              <a:prstGeom prst="rect">
                <a:avLst/>
              </a:prstGeom>
              <a:blipFill>
                <a:blip r:embed="rId29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矩形 162">
                <a:extLst>
                  <a:ext uri="{FF2B5EF4-FFF2-40B4-BE49-F238E27FC236}">
                    <a16:creationId xmlns:a16="http://schemas.microsoft.com/office/drawing/2014/main" id="{E236AE12-63FF-46AD-AFC0-80A979D19B13}"/>
                  </a:ext>
                </a:extLst>
              </p:cNvPr>
              <p:cNvSpPr/>
              <p:nvPr/>
            </p:nvSpPr>
            <p:spPr>
              <a:xfrm>
                <a:off x="2161279" y="725401"/>
                <a:ext cx="74135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,ℓ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3" name="矩形 162">
                <a:extLst>
                  <a:ext uri="{FF2B5EF4-FFF2-40B4-BE49-F238E27FC236}">
                    <a16:creationId xmlns:a16="http://schemas.microsoft.com/office/drawing/2014/main" id="{E236AE12-63FF-46AD-AFC0-80A979D19B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1279" y="725401"/>
                <a:ext cx="741357" cy="369332"/>
              </a:xfrm>
              <a:prstGeom prst="rect">
                <a:avLst/>
              </a:prstGeom>
              <a:blipFill>
                <a:blip r:embed="rId30"/>
                <a:stretch>
                  <a:fillRect t="-119672" r="-64463" b="-1836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116E9253-8F35-47E7-AF87-CEACF155B3B9}"/>
                  </a:ext>
                </a:extLst>
              </p:cNvPr>
              <p:cNvSpPr txBox="1"/>
              <p:nvPr/>
            </p:nvSpPr>
            <p:spPr>
              <a:xfrm>
                <a:off x="-116786" y="5909098"/>
                <a:ext cx="499134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116E9253-8F35-47E7-AF87-CEACF155B3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6786" y="5909098"/>
                <a:ext cx="499134" cy="424283"/>
              </a:xfrm>
              <a:prstGeom prst="rect">
                <a:avLst/>
              </a:prstGeom>
              <a:blipFill>
                <a:blip r:embed="rId31"/>
                <a:stretch>
                  <a:fillRect b="-57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矩形 233">
                <a:extLst>
                  <a:ext uri="{FF2B5EF4-FFF2-40B4-BE49-F238E27FC236}">
                    <a16:creationId xmlns:a16="http://schemas.microsoft.com/office/drawing/2014/main" id="{4D2EF66A-8D11-40B3-A1F4-B9963A98875E}"/>
                  </a:ext>
                </a:extLst>
              </p:cNvPr>
              <p:cNvSpPr/>
              <p:nvPr/>
            </p:nvSpPr>
            <p:spPr>
              <a:xfrm>
                <a:off x="524371" y="6515031"/>
                <a:ext cx="52411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34" name="矩形 233">
                <a:extLst>
                  <a:ext uri="{FF2B5EF4-FFF2-40B4-BE49-F238E27FC236}">
                    <a16:creationId xmlns:a16="http://schemas.microsoft.com/office/drawing/2014/main" id="{4D2EF66A-8D11-40B3-A1F4-B9963A9887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371" y="6515031"/>
                <a:ext cx="524118" cy="400110"/>
              </a:xfrm>
              <a:prstGeom prst="rect">
                <a:avLst/>
              </a:prstGeom>
              <a:blipFill>
                <a:blip r:embed="rId32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文字方塊 166">
                <a:extLst>
                  <a:ext uri="{FF2B5EF4-FFF2-40B4-BE49-F238E27FC236}">
                    <a16:creationId xmlns:a16="http://schemas.microsoft.com/office/drawing/2014/main" id="{427C2AEC-3FA3-4D99-9393-AF7CFD983578}"/>
                  </a:ext>
                </a:extLst>
              </p:cNvPr>
              <p:cNvSpPr txBox="1"/>
              <p:nvPr/>
            </p:nvSpPr>
            <p:spPr>
              <a:xfrm>
                <a:off x="1703911" y="6111493"/>
                <a:ext cx="6998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7" name="文字方塊 166">
                <a:extLst>
                  <a:ext uri="{FF2B5EF4-FFF2-40B4-BE49-F238E27FC236}">
                    <a16:creationId xmlns:a16="http://schemas.microsoft.com/office/drawing/2014/main" id="{427C2AEC-3FA3-4D99-9393-AF7CFD9835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3911" y="6111493"/>
                <a:ext cx="699886" cy="276999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文字方塊 173">
                <a:extLst>
                  <a:ext uri="{FF2B5EF4-FFF2-40B4-BE49-F238E27FC236}">
                    <a16:creationId xmlns:a16="http://schemas.microsoft.com/office/drawing/2014/main" id="{FEFC2765-EAD1-4018-B213-31036BF29396}"/>
                  </a:ext>
                </a:extLst>
              </p:cNvPr>
              <p:cNvSpPr txBox="1"/>
              <p:nvPr/>
            </p:nvSpPr>
            <p:spPr>
              <a:xfrm>
                <a:off x="1688036" y="4328341"/>
                <a:ext cx="6998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altLang="zh-TW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μm</m:t>
                      </m:r>
                    </m:oMath>
                  </m:oMathPara>
                </a14:m>
                <a:endParaRPr lang="zh-TW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4" name="文字方塊 173">
                <a:extLst>
                  <a:ext uri="{FF2B5EF4-FFF2-40B4-BE49-F238E27FC236}">
                    <a16:creationId xmlns:a16="http://schemas.microsoft.com/office/drawing/2014/main" id="{FEFC2765-EAD1-4018-B213-31036BF293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8036" y="4328341"/>
                <a:ext cx="699886" cy="276999"/>
              </a:xfrm>
              <a:prstGeom prst="rect">
                <a:avLst/>
              </a:prstGeom>
              <a:blipFill>
                <a:blip r:embed="rId34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9E7D55CA-E36F-4D7A-953F-BEBC67E9A320}"/>
                  </a:ext>
                </a:extLst>
              </p:cNvPr>
              <p:cNvSpPr txBox="1"/>
              <p:nvPr/>
            </p:nvSpPr>
            <p:spPr>
              <a:xfrm>
                <a:off x="224356" y="6317560"/>
                <a:ext cx="568301" cy="441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9E7D55CA-E36F-4D7A-953F-BEBC67E9A3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356" y="6317560"/>
                <a:ext cx="568301" cy="441531"/>
              </a:xfrm>
              <a:prstGeom prst="rect">
                <a:avLst/>
              </a:prstGeom>
              <a:blipFill>
                <a:blip r:embed="rId35"/>
                <a:stretch>
                  <a:fillRect l="-2151" b="-411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0" name="局部圓 189">
            <a:extLst>
              <a:ext uri="{FF2B5EF4-FFF2-40B4-BE49-F238E27FC236}">
                <a16:creationId xmlns:a16="http://schemas.microsoft.com/office/drawing/2014/main" id="{B707D4D1-EFDC-44FC-8DA2-0C4F6249BBA8}"/>
              </a:ext>
            </a:extLst>
          </p:cNvPr>
          <p:cNvSpPr/>
          <p:nvPr/>
        </p:nvSpPr>
        <p:spPr>
          <a:xfrm>
            <a:off x="11730" y="6563080"/>
            <a:ext cx="338314" cy="337534"/>
          </a:xfrm>
          <a:prstGeom prst="pie">
            <a:avLst>
              <a:gd name="adj1" fmla="val 16198691"/>
              <a:gd name="adj2" fmla="val 63222"/>
            </a:avLst>
          </a:prstGeom>
          <a:gradFill flip="none" rotWithShape="1">
            <a:gsLst>
              <a:gs pos="0">
                <a:schemeClr val="tx1"/>
              </a:gs>
              <a:gs pos="21000">
                <a:srgbClr val="48573E"/>
              </a:gs>
              <a:gs pos="92000">
                <a:schemeClr val="bg1"/>
              </a:gs>
            </a:gsLst>
            <a:lin ang="15300000" scaled="0"/>
            <a:tileRect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 dirty="0">
              <a:solidFill>
                <a:schemeClr val="tx1"/>
              </a:solidFill>
            </a:endParaRPr>
          </a:p>
        </p:txBody>
      </p:sp>
      <p:cxnSp>
        <p:nvCxnSpPr>
          <p:cNvPr id="232" name="直線接點 231">
            <a:extLst>
              <a:ext uri="{FF2B5EF4-FFF2-40B4-BE49-F238E27FC236}">
                <a16:creationId xmlns:a16="http://schemas.microsoft.com/office/drawing/2014/main" id="{B6E074E2-5CD4-40BF-88D3-FBFF4E950B9B}"/>
              </a:ext>
            </a:extLst>
          </p:cNvPr>
          <p:cNvCxnSpPr>
            <a:cxnSpLocks/>
          </p:cNvCxnSpPr>
          <p:nvPr/>
        </p:nvCxnSpPr>
        <p:spPr>
          <a:xfrm>
            <a:off x="181826" y="6732519"/>
            <a:ext cx="381939" cy="0"/>
          </a:xfrm>
          <a:prstGeom prst="line">
            <a:avLst/>
          </a:prstGeom>
          <a:ln w="28575">
            <a:headEnd type="none" w="sm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3" name="直線接點 232">
            <a:extLst>
              <a:ext uri="{FF2B5EF4-FFF2-40B4-BE49-F238E27FC236}">
                <a16:creationId xmlns:a16="http://schemas.microsoft.com/office/drawing/2014/main" id="{B03158C7-8238-4FAE-8686-EF2BBF7C1AF9}"/>
              </a:ext>
            </a:extLst>
          </p:cNvPr>
          <p:cNvCxnSpPr>
            <a:cxnSpLocks/>
          </p:cNvCxnSpPr>
          <p:nvPr/>
        </p:nvCxnSpPr>
        <p:spPr>
          <a:xfrm>
            <a:off x="181827" y="6326620"/>
            <a:ext cx="0" cy="405899"/>
          </a:xfrm>
          <a:prstGeom prst="line">
            <a:avLst/>
          </a:prstGeom>
          <a:ln w="28575">
            <a:headEnd type="stealth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94" name="圖形 193">
            <a:extLst>
              <a:ext uri="{FF2B5EF4-FFF2-40B4-BE49-F238E27FC236}">
                <a16:creationId xmlns:a16="http://schemas.microsoft.com/office/drawing/2014/main" id="{319E1EB9-8CE1-4937-B2D8-601F86AB56A9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r="75196"/>
          <a:stretch/>
        </p:blipFill>
        <p:spPr>
          <a:xfrm>
            <a:off x="3886033" y="5687233"/>
            <a:ext cx="223834" cy="213728"/>
          </a:xfrm>
          <a:prstGeom prst="rect">
            <a:avLst/>
          </a:prstGeom>
        </p:spPr>
      </p:pic>
      <p:pic>
        <p:nvPicPr>
          <p:cNvPr id="195" name="圖形 194">
            <a:extLst>
              <a:ext uri="{FF2B5EF4-FFF2-40B4-BE49-F238E27FC236}">
                <a16:creationId xmlns:a16="http://schemas.microsoft.com/office/drawing/2014/main" id="{3D1A37A0-994F-47F1-8A8B-1A5ABE90D5DC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r="75196"/>
          <a:stretch/>
        </p:blipFill>
        <p:spPr>
          <a:xfrm>
            <a:off x="3988047" y="4336100"/>
            <a:ext cx="223834" cy="213728"/>
          </a:xfrm>
          <a:prstGeom prst="rect">
            <a:avLst/>
          </a:prstGeom>
        </p:spPr>
      </p:pic>
      <p:pic>
        <p:nvPicPr>
          <p:cNvPr id="198" name="圖形 197">
            <a:extLst>
              <a:ext uri="{FF2B5EF4-FFF2-40B4-BE49-F238E27FC236}">
                <a16:creationId xmlns:a16="http://schemas.microsoft.com/office/drawing/2014/main" id="{DF98E4F6-5106-44AC-9657-3111EED6802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r="75196"/>
          <a:stretch/>
        </p:blipFill>
        <p:spPr>
          <a:xfrm>
            <a:off x="6298411" y="3150349"/>
            <a:ext cx="223834" cy="213728"/>
          </a:xfrm>
          <a:prstGeom prst="rect">
            <a:avLst/>
          </a:prstGeom>
        </p:spPr>
      </p:pic>
      <p:pic>
        <p:nvPicPr>
          <p:cNvPr id="199" name="圖形 198">
            <a:extLst>
              <a:ext uri="{FF2B5EF4-FFF2-40B4-BE49-F238E27FC236}">
                <a16:creationId xmlns:a16="http://schemas.microsoft.com/office/drawing/2014/main" id="{6F4CF861-E573-40E7-9C5F-BEAF3DD55BEC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r="75196"/>
          <a:stretch/>
        </p:blipFill>
        <p:spPr>
          <a:xfrm>
            <a:off x="6417144" y="2632764"/>
            <a:ext cx="223834" cy="213728"/>
          </a:xfrm>
          <a:prstGeom prst="rect">
            <a:avLst/>
          </a:prstGeom>
        </p:spPr>
      </p:pic>
      <p:sp>
        <p:nvSpPr>
          <p:cNvPr id="200" name="矩形 199">
            <a:extLst>
              <a:ext uri="{FF2B5EF4-FFF2-40B4-BE49-F238E27FC236}">
                <a16:creationId xmlns:a16="http://schemas.microsoft.com/office/drawing/2014/main" id="{8095EF3E-2D18-47DE-9FD0-32A198B10E94}"/>
              </a:ext>
            </a:extLst>
          </p:cNvPr>
          <p:cNvSpPr/>
          <p:nvPr/>
        </p:nvSpPr>
        <p:spPr>
          <a:xfrm>
            <a:off x="7649472" y="6620169"/>
            <a:ext cx="461796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fr-FR" altLang="zh-TW" sz="1200" dirty="0"/>
              <a:t>O. J. G. Sanchez, G.-H. Peng </a:t>
            </a:r>
            <a:r>
              <a:rPr lang="fr-FR" altLang="zh-TW" sz="1200" i="1" dirty="0"/>
              <a:t>et al.</a:t>
            </a:r>
            <a:r>
              <a:rPr lang="fr-FR" altLang="zh-TW" sz="1200" dirty="0"/>
              <a:t>, </a:t>
            </a:r>
            <a:r>
              <a:rPr lang="fr-FR" altLang="zh-TW" sz="1200" i="1" dirty="0"/>
              <a:t>ACS Nano</a:t>
            </a:r>
            <a:r>
              <a:rPr lang="fr-FR" altLang="zh-TW" sz="1200" dirty="0"/>
              <a:t> </a:t>
            </a:r>
            <a:r>
              <a:rPr lang="fr-FR" altLang="zh-TW" sz="1200" b="1" dirty="0"/>
              <a:t>18</a:t>
            </a:r>
            <a:r>
              <a:rPr lang="fr-FR" altLang="zh-TW" sz="1200" dirty="0"/>
              <a:t>, 11425 (2024)</a:t>
            </a:r>
            <a:endParaRPr lang="zh-TW" altLang="en-US" sz="1200" dirty="0"/>
          </a:p>
        </p:txBody>
      </p:sp>
      <p:cxnSp>
        <p:nvCxnSpPr>
          <p:cNvPr id="218" name="直線接點 217">
            <a:extLst>
              <a:ext uri="{FF2B5EF4-FFF2-40B4-BE49-F238E27FC236}">
                <a16:creationId xmlns:a16="http://schemas.microsoft.com/office/drawing/2014/main" id="{BEBA4C7B-0CB8-4044-B230-21C8B3CCB028}"/>
              </a:ext>
            </a:extLst>
          </p:cNvPr>
          <p:cNvCxnSpPr>
            <a:cxnSpLocks/>
          </p:cNvCxnSpPr>
          <p:nvPr/>
        </p:nvCxnSpPr>
        <p:spPr>
          <a:xfrm flipH="1">
            <a:off x="3618701" y="2294002"/>
            <a:ext cx="858767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5" name="文字方塊 234">
                <a:extLst>
                  <a:ext uri="{FF2B5EF4-FFF2-40B4-BE49-F238E27FC236}">
                    <a16:creationId xmlns:a16="http://schemas.microsoft.com/office/drawing/2014/main" id="{BE23870C-30D2-4FD2-9B89-3FFA384BDD3F}"/>
                  </a:ext>
                </a:extLst>
              </p:cNvPr>
              <p:cNvSpPr txBox="1"/>
              <p:nvPr/>
            </p:nvSpPr>
            <p:spPr>
              <a:xfrm>
                <a:off x="4889706" y="4780533"/>
                <a:ext cx="6998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5" name="文字方塊 234">
                <a:extLst>
                  <a:ext uri="{FF2B5EF4-FFF2-40B4-BE49-F238E27FC236}">
                    <a16:creationId xmlns:a16="http://schemas.microsoft.com/office/drawing/2014/main" id="{BE23870C-30D2-4FD2-9B89-3FFA384BDD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9706" y="4780533"/>
                <a:ext cx="699886" cy="276999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6" name="群組 235">
            <a:extLst>
              <a:ext uri="{FF2B5EF4-FFF2-40B4-BE49-F238E27FC236}">
                <a16:creationId xmlns:a16="http://schemas.microsoft.com/office/drawing/2014/main" id="{456B847B-A1F1-44D7-910C-A8A3EBB86E26}"/>
              </a:ext>
            </a:extLst>
          </p:cNvPr>
          <p:cNvGrpSpPr/>
          <p:nvPr/>
        </p:nvGrpSpPr>
        <p:grpSpPr>
          <a:xfrm>
            <a:off x="5483811" y="4112287"/>
            <a:ext cx="483108" cy="476014"/>
            <a:chOff x="7670116" y="5414672"/>
            <a:chExt cx="483108" cy="476014"/>
          </a:xfrm>
        </p:grpSpPr>
        <p:grpSp>
          <p:nvGrpSpPr>
            <p:cNvPr id="237" name="群組 236">
              <a:extLst>
                <a:ext uri="{FF2B5EF4-FFF2-40B4-BE49-F238E27FC236}">
                  <a16:creationId xmlns:a16="http://schemas.microsoft.com/office/drawing/2014/main" id="{153FC46B-0056-4A79-880A-2DED4870C183}"/>
                </a:ext>
              </a:extLst>
            </p:cNvPr>
            <p:cNvGrpSpPr/>
            <p:nvPr/>
          </p:nvGrpSpPr>
          <p:grpSpPr>
            <a:xfrm>
              <a:off x="7831422" y="5680229"/>
              <a:ext cx="87607" cy="84039"/>
              <a:chOff x="1373392" y="2391862"/>
              <a:chExt cx="479433" cy="476535"/>
            </a:xfrm>
            <a:solidFill>
              <a:schemeClr val="tx1"/>
            </a:solidFill>
          </p:grpSpPr>
          <p:sp>
            <p:nvSpPr>
              <p:cNvPr id="252" name="箭號: 向右 251">
                <a:extLst>
                  <a:ext uri="{FF2B5EF4-FFF2-40B4-BE49-F238E27FC236}">
                    <a16:creationId xmlns:a16="http://schemas.microsoft.com/office/drawing/2014/main" id="{2CAD2AEF-77B2-4A0F-8202-5E233C371733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箭號: 向右 252">
                <a:extLst>
                  <a:ext uri="{FF2B5EF4-FFF2-40B4-BE49-F238E27FC236}">
                    <a16:creationId xmlns:a16="http://schemas.microsoft.com/office/drawing/2014/main" id="{DA62C3E3-1385-4876-9349-23976D1E1A3B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8" name="文字方塊 237">
                  <a:extLst>
                    <a:ext uri="{FF2B5EF4-FFF2-40B4-BE49-F238E27FC236}">
                      <a16:creationId xmlns:a16="http://schemas.microsoft.com/office/drawing/2014/main" id="{3B50463F-001B-45BE-834E-B53D0BCB5834}"/>
                    </a:ext>
                  </a:extLst>
                </p:cNvPr>
                <p:cNvSpPr txBox="1"/>
                <p:nvPr/>
              </p:nvSpPr>
              <p:spPr>
                <a:xfrm>
                  <a:off x="7670116" y="5414672"/>
                  <a:ext cx="332280" cy="2916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8" name="文字方塊 237">
                  <a:extLst>
                    <a:ext uri="{FF2B5EF4-FFF2-40B4-BE49-F238E27FC236}">
                      <a16:creationId xmlns:a16="http://schemas.microsoft.com/office/drawing/2014/main" id="{3B50463F-001B-45BE-834E-B53D0BCB58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0116" y="5414672"/>
                  <a:ext cx="332280" cy="291617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9" name="文字方塊 238">
                  <a:extLst>
                    <a:ext uri="{FF2B5EF4-FFF2-40B4-BE49-F238E27FC236}">
                      <a16:creationId xmlns:a16="http://schemas.microsoft.com/office/drawing/2014/main" id="{B9CCC666-B51A-449F-B3E4-F6E28F11F7FE}"/>
                    </a:ext>
                  </a:extLst>
                </p:cNvPr>
                <p:cNvSpPr txBox="1"/>
                <p:nvPr/>
              </p:nvSpPr>
              <p:spPr>
                <a:xfrm>
                  <a:off x="7858819" y="5613688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9" name="文字方塊 238">
                  <a:extLst>
                    <a:ext uri="{FF2B5EF4-FFF2-40B4-BE49-F238E27FC236}">
                      <a16:creationId xmlns:a16="http://schemas.microsoft.com/office/drawing/2014/main" id="{B9CCC666-B51A-449F-B3E4-F6E28F11F7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58819" y="5613688"/>
                  <a:ext cx="294405" cy="276998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1" name="文字方塊 260">
                <a:extLst>
                  <a:ext uri="{FF2B5EF4-FFF2-40B4-BE49-F238E27FC236}">
                    <a16:creationId xmlns:a16="http://schemas.microsoft.com/office/drawing/2014/main" id="{F98C4E70-2741-4A17-A885-666AF6BC8313}"/>
                  </a:ext>
                </a:extLst>
              </p:cNvPr>
              <p:cNvSpPr txBox="1"/>
              <p:nvPr/>
            </p:nvSpPr>
            <p:spPr>
              <a:xfrm>
                <a:off x="4882086" y="6136893"/>
                <a:ext cx="6998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1" name="文字方塊 260">
                <a:extLst>
                  <a:ext uri="{FF2B5EF4-FFF2-40B4-BE49-F238E27FC236}">
                    <a16:creationId xmlns:a16="http://schemas.microsoft.com/office/drawing/2014/main" id="{F98C4E70-2741-4A17-A885-666AF6BC83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2086" y="6136893"/>
                <a:ext cx="699886" cy="276999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2" name="群組 261">
            <a:extLst>
              <a:ext uri="{FF2B5EF4-FFF2-40B4-BE49-F238E27FC236}">
                <a16:creationId xmlns:a16="http://schemas.microsoft.com/office/drawing/2014/main" id="{DF887AF3-B5D2-49F5-BE76-AA80414576CA}"/>
              </a:ext>
            </a:extLst>
          </p:cNvPr>
          <p:cNvGrpSpPr/>
          <p:nvPr/>
        </p:nvGrpSpPr>
        <p:grpSpPr>
          <a:xfrm>
            <a:off x="5476191" y="5468647"/>
            <a:ext cx="483108" cy="476014"/>
            <a:chOff x="7670116" y="5414672"/>
            <a:chExt cx="483108" cy="476014"/>
          </a:xfrm>
        </p:grpSpPr>
        <p:grpSp>
          <p:nvGrpSpPr>
            <p:cNvPr id="263" name="群組 262">
              <a:extLst>
                <a:ext uri="{FF2B5EF4-FFF2-40B4-BE49-F238E27FC236}">
                  <a16:creationId xmlns:a16="http://schemas.microsoft.com/office/drawing/2014/main" id="{37AB6BAA-0EFB-41C5-925D-64FBF5365EB1}"/>
                </a:ext>
              </a:extLst>
            </p:cNvPr>
            <p:cNvGrpSpPr/>
            <p:nvPr/>
          </p:nvGrpSpPr>
          <p:grpSpPr>
            <a:xfrm>
              <a:off x="7831422" y="5680229"/>
              <a:ext cx="87607" cy="84039"/>
              <a:chOff x="1373392" y="2391862"/>
              <a:chExt cx="479433" cy="476535"/>
            </a:xfrm>
            <a:solidFill>
              <a:schemeClr val="tx1"/>
            </a:solidFill>
          </p:grpSpPr>
          <p:sp>
            <p:nvSpPr>
              <p:cNvPr id="266" name="箭號: 向右 265">
                <a:extLst>
                  <a:ext uri="{FF2B5EF4-FFF2-40B4-BE49-F238E27FC236}">
                    <a16:creationId xmlns:a16="http://schemas.microsoft.com/office/drawing/2014/main" id="{03146502-86C0-4CDD-9216-54859E53ADEB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267" name="箭號: 向右 266">
                <a:extLst>
                  <a:ext uri="{FF2B5EF4-FFF2-40B4-BE49-F238E27FC236}">
                    <a16:creationId xmlns:a16="http://schemas.microsoft.com/office/drawing/2014/main" id="{348D27C3-FCB2-4987-9D32-DF77287B2621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4" name="文字方塊 263">
                  <a:extLst>
                    <a:ext uri="{FF2B5EF4-FFF2-40B4-BE49-F238E27FC236}">
                      <a16:creationId xmlns:a16="http://schemas.microsoft.com/office/drawing/2014/main" id="{E2F3F2A5-8F47-45A7-8C77-634B5C9223DA}"/>
                    </a:ext>
                  </a:extLst>
                </p:cNvPr>
                <p:cNvSpPr txBox="1"/>
                <p:nvPr/>
              </p:nvSpPr>
              <p:spPr>
                <a:xfrm>
                  <a:off x="7670116" y="5414672"/>
                  <a:ext cx="332280" cy="2916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64" name="文字方塊 263">
                  <a:extLst>
                    <a:ext uri="{FF2B5EF4-FFF2-40B4-BE49-F238E27FC236}">
                      <a16:creationId xmlns:a16="http://schemas.microsoft.com/office/drawing/2014/main" id="{E2F3F2A5-8F47-45A7-8C77-634B5C9223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0116" y="5414672"/>
                  <a:ext cx="332280" cy="291617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5" name="文字方塊 264">
                  <a:extLst>
                    <a:ext uri="{FF2B5EF4-FFF2-40B4-BE49-F238E27FC236}">
                      <a16:creationId xmlns:a16="http://schemas.microsoft.com/office/drawing/2014/main" id="{3A1D5D1B-A264-4B52-BB2C-314673FD783A}"/>
                    </a:ext>
                  </a:extLst>
                </p:cNvPr>
                <p:cNvSpPr txBox="1"/>
                <p:nvPr/>
              </p:nvSpPr>
              <p:spPr>
                <a:xfrm>
                  <a:off x="7858819" y="5613688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65" name="文字方塊 264">
                  <a:extLst>
                    <a:ext uri="{FF2B5EF4-FFF2-40B4-BE49-F238E27FC236}">
                      <a16:creationId xmlns:a16="http://schemas.microsoft.com/office/drawing/2014/main" id="{3A1D5D1B-A264-4B52-BB2C-314673FD78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58819" y="5613688"/>
                  <a:ext cx="294405" cy="276998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70" name="圖形 269">
            <a:extLst>
              <a:ext uri="{FF2B5EF4-FFF2-40B4-BE49-F238E27FC236}">
                <a16:creationId xmlns:a16="http://schemas.microsoft.com/office/drawing/2014/main" id="{E5EC8705-0ECA-4007-8A65-9F71597DB541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r="75196"/>
          <a:stretch/>
        </p:blipFill>
        <p:spPr>
          <a:xfrm>
            <a:off x="8823076" y="1413564"/>
            <a:ext cx="223834" cy="213728"/>
          </a:xfrm>
          <a:prstGeom prst="rect">
            <a:avLst/>
          </a:prstGeom>
        </p:spPr>
      </p:pic>
      <p:pic>
        <p:nvPicPr>
          <p:cNvPr id="271" name="圖形 270">
            <a:extLst>
              <a:ext uri="{FF2B5EF4-FFF2-40B4-BE49-F238E27FC236}">
                <a16:creationId xmlns:a16="http://schemas.microsoft.com/office/drawing/2014/main" id="{19AE800B-1F9E-4C22-8894-73AA24224DD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r="75196"/>
          <a:stretch/>
        </p:blipFill>
        <p:spPr>
          <a:xfrm>
            <a:off x="7518450" y="1413564"/>
            <a:ext cx="223834" cy="2137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文字方塊 107">
                <a:extLst>
                  <a:ext uri="{FF2B5EF4-FFF2-40B4-BE49-F238E27FC236}">
                    <a16:creationId xmlns:a16="http://schemas.microsoft.com/office/drawing/2014/main" id="{6AAB1BAF-2338-4FA0-AD10-4A4215E8F0CA}"/>
                  </a:ext>
                </a:extLst>
              </p:cNvPr>
              <p:cNvSpPr txBox="1"/>
              <p:nvPr/>
            </p:nvSpPr>
            <p:spPr>
              <a:xfrm>
                <a:off x="2266620" y="2868467"/>
                <a:ext cx="49913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08" name="文字方塊 107">
                <a:extLst>
                  <a:ext uri="{FF2B5EF4-FFF2-40B4-BE49-F238E27FC236}">
                    <a16:creationId xmlns:a16="http://schemas.microsoft.com/office/drawing/2014/main" id="{6AAB1BAF-2338-4FA0-AD10-4A4215E8F0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6620" y="2868467"/>
                <a:ext cx="499134" cy="400110"/>
              </a:xfrm>
              <a:prstGeom prst="rect">
                <a:avLst/>
              </a:prstGeom>
              <a:blipFill>
                <a:blip r:embed="rId42"/>
                <a:stretch>
                  <a:fillRect t="-7692" r="-231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文字方塊 109">
                <a:extLst>
                  <a:ext uri="{FF2B5EF4-FFF2-40B4-BE49-F238E27FC236}">
                    <a16:creationId xmlns:a16="http://schemas.microsoft.com/office/drawing/2014/main" id="{8521F677-06E4-43BA-8BF4-C138387F73E0}"/>
                  </a:ext>
                </a:extLst>
              </p:cNvPr>
              <p:cNvSpPr txBox="1"/>
              <p:nvPr/>
            </p:nvSpPr>
            <p:spPr>
              <a:xfrm>
                <a:off x="866266" y="2868467"/>
                <a:ext cx="49913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10" name="文字方塊 109">
                <a:extLst>
                  <a:ext uri="{FF2B5EF4-FFF2-40B4-BE49-F238E27FC236}">
                    <a16:creationId xmlns:a16="http://schemas.microsoft.com/office/drawing/2014/main" id="{8521F677-06E4-43BA-8BF4-C138387F73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266" y="2868467"/>
                <a:ext cx="499134" cy="400110"/>
              </a:xfrm>
              <a:prstGeom prst="rect">
                <a:avLst/>
              </a:prstGeom>
              <a:blipFill>
                <a:blip r:embed="rId43"/>
                <a:stretch>
                  <a:fillRect t="-7692" r="-243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3" name="圖片 112">
            <a:extLst>
              <a:ext uri="{FF2B5EF4-FFF2-40B4-BE49-F238E27FC236}">
                <a16:creationId xmlns:a16="http://schemas.microsoft.com/office/drawing/2014/main" id="{7BC3E587-E34D-42E5-B71A-D32B5D10052D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81" t="8908" r="5569" b="70278"/>
          <a:stretch/>
        </p:blipFill>
        <p:spPr>
          <a:xfrm>
            <a:off x="3099077" y="5090506"/>
            <a:ext cx="356439" cy="1354972"/>
          </a:xfrm>
          <a:prstGeom prst="rect">
            <a:avLst/>
          </a:prstGeom>
        </p:spPr>
      </p:pic>
      <p:sp>
        <p:nvSpPr>
          <p:cNvPr id="146" name="矩形 145">
            <a:extLst>
              <a:ext uri="{FF2B5EF4-FFF2-40B4-BE49-F238E27FC236}">
                <a16:creationId xmlns:a16="http://schemas.microsoft.com/office/drawing/2014/main" id="{8AB477F7-150B-45B6-B7CF-A7E966BA8300}"/>
              </a:ext>
            </a:extLst>
          </p:cNvPr>
          <p:cNvSpPr/>
          <p:nvPr/>
        </p:nvSpPr>
        <p:spPr>
          <a:xfrm>
            <a:off x="3046582" y="6139381"/>
            <a:ext cx="487634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a.u.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1" name="矩形 190">
            <a:extLst>
              <a:ext uri="{FF2B5EF4-FFF2-40B4-BE49-F238E27FC236}">
                <a16:creationId xmlns:a16="http://schemas.microsoft.com/office/drawing/2014/main" id="{FA8FD55F-D613-4CB8-87A2-4B6A544BBC42}"/>
              </a:ext>
            </a:extLst>
          </p:cNvPr>
          <p:cNvSpPr/>
          <p:nvPr/>
        </p:nvSpPr>
        <p:spPr>
          <a:xfrm>
            <a:off x="3018240" y="4384788"/>
            <a:ext cx="487634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a.u.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3894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Vector vortex beams (VVB)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7</a:t>
            </a:fld>
            <a:endParaRPr lang="zh-TW" altLang="en-US"/>
          </a:p>
        </p:txBody>
      </p:sp>
      <p:grpSp>
        <p:nvGrpSpPr>
          <p:cNvPr id="159" name="群組 158">
            <a:extLst>
              <a:ext uri="{FF2B5EF4-FFF2-40B4-BE49-F238E27FC236}">
                <a16:creationId xmlns:a16="http://schemas.microsoft.com/office/drawing/2014/main" id="{19980EEA-CB31-4EA6-B852-043E24BA6211}"/>
              </a:ext>
            </a:extLst>
          </p:cNvPr>
          <p:cNvGrpSpPr/>
          <p:nvPr/>
        </p:nvGrpSpPr>
        <p:grpSpPr>
          <a:xfrm>
            <a:off x="4523838" y="1587174"/>
            <a:ext cx="6752075" cy="749308"/>
            <a:chOff x="526861" y="938055"/>
            <a:chExt cx="6752075" cy="7493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TextBox 11">
                  <a:extLst>
                    <a:ext uri="{FF2B5EF4-FFF2-40B4-BE49-F238E27FC236}">
                      <a16:creationId xmlns:a16="http://schemas.microsoft.com/office/drawing/2014/main" id="{8E7C7DE4-1240-457E-9153-E844215731A7}"/>
                    </a:ext>
                  </a:extLst>
                </p:cNvPr>
                <p:cNvSpPr txBox="1"/>
                <p:nvPr/>
              </p:nvSpPr>
              <p:spPr>
                <a:xfrm>
                  <a:off x="607566" y="938055"/>
                  <a:ext cx="6671370" cy="7493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,ℓ,</m:t>
                            </m:r>
                            <m:sSup>
                              <m:sSup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  <m:r>
                          <a:rPr lang="en-US" sz="19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900" b="0" i="0" dirty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TW" sz="19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num>
                                  <m:den>
                                    <m: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  <m:sSub>
                          <m:sSub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900" b="0" i="1" dirty="0" smtClean="0">
                                <a:latin typeface="Cambria Math" panose="02040503050406030204" pitchFamily="18" charset="0"/>
                              </a:rPr>
                              <m:t>    </m:t>
                            </m:r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,ℓ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19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p>
                        </m:sSup>
                        <m:func>
                          <m:func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sz="1900" b="0" i="0" dirty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num>
                                  <m:den>
                                    <m: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  <m:sSub>
                          <m:sSub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19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60" name="TextBox 11">
                  <a:extLst>
                    <a:ext uri="{FF2B5EF4-FFF2-40B4-BE49-F238E27FC236}">
                      <a16:creationId xmlns:a16="http://schemas.microsoft.com/office/drawing/2014/main" id="{8E7C7DE4-1240-457E-9153-E844215731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7566" y="938055"/>
                  <a:ext cx="6671370" cy="749308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61" name="圖形 160">
              <a:extLst>
                <a:ext uri="{FF2B5EF4-FFF2-40B4-BE49-F238E27FC236}">
                  <a16:creationId xmlns:a16="http://schemas.microsoft.com/office/drawing/2014/main" id="{15698AEE-B2DC-4A87-A26F-4A86CF2D8F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rcRect t="1" r="53142" b="-1"/>
            <a:stretch/>
          </p:blipFill>
          <p:spPr>
            <a:xfrm>
              <a:off x="526861" y="1247233"/>
              <a:ext cx="224841" cy="172247"/>
            </a:xfrm>
            <a:prstGeom prst="rect">
              <a:avLst/>
            </a:prstGeom>
          </p:spPr>
        </p:pic>
      </p:grpSp>
      <p:pic>
        <p:nvPicPr>
          <p:cNvPr id="3" name="圖形 2">
            <a:extLst>
              <a:ext uri="{FF2B5EF4-FFF2-40B4-BE49-F238E27FC236}">
                <a16:creationId xmlns:a16="http://schemas.microsoft.com/office/drawing/2014/main" id="{EC619777-9FDB-4260-A80B-433C8D18F1C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4207024" y="-371475"/>
            <a:ext cx="1051722" cy="249092"/>
          </a:xfrm>
          <a:prstGeom prst="rect">
            <a:avLst/>
          </a:prstGeom>
        </p:spPr>
      </p:pic>
      <p:pic>
        <p:nvPicPr>
          <p:cNvPr id="97" name="圖片 96">
            <a:extLst>
              <a:ext uri="{FF2B5EF4-FFF2-40B4-BE49-F238E27FC236}">
                <a16:creationId xmlns:a16="http://schemas.microsoft.com/office/drawing/2014/main" id="{4E28F7BB-6D98-4BE9-B2C2-D57F5A9A850D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flipH="1">
            <a:off x="1480192" y="2699383"/>
            <a:ext cx="1905414" cy="205453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4B5DDD05-67A2-49A9-97FA-3C74F162D674}"/>
                  </a:ext>
                </a:extLst>
              </p:cNvPr>
              <p:cNvSpPr/>
              <p:nvPr/>
            </p:nvSpPr>
            <p:spPr>
              <a:xfrm>
                <a:off x="1955561" y="2489118"/>
                <a:ext cx="85433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′,ℓ′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4B5DDD05-67A2-49A9-97FA-3C74F162D6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5561" y="2489118"/>
                <a:ext cx="854336" cy="369332"/>
              </a:xfrm>
              <a:prstGeom prst="rect">
                <a:avLst/>
              </a:prstGeom>
              <a:blipFill>
                <a:blip r:embed="rId25"/>
                <a:stretch>
                  <a:fillRect t="-119672" r="-55000" b="-1836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9" name="群組 98">
            <a:extLst>
              <a:ext uri="{FF2B5EF4-FFF2-40B4-BE49-F238E27FC236}">
                <a16:creationId xmlns:a16="http://schemas.microsoft.com/office/drawing/2014/main" id="{745CFC6F-B31D-4111-93DD-5F06B724D1F6}"/>
              </a:ext>
            </a:extLst>
          </p:cNvPr>
          <p:cNvGrpSpPr/>
          <p:nvPr/>
        </p:nvGrpSpPr>
        <p:grpSpPr>
          <a:xfrm rot="3736100">
            <a:off x="118999" y="3045632"/>
            <a:ext cx="1615465" cy="1339222"/>
            <a:chOff x="1150620" y="2040672"/>
            <a:chExt cx="2887980" cy="2394139"/>
          </a:xfrm>
        </p:grpSpPr>
        <p:pic>
          <p:nvPicPr>
            <p:cNvPr id="100" name="圖片 99">
              <a:extLst>
                <a:ext uri="{FF2B5EF4-FFF2-40B4-BE49-F238E27FC236}">
                  <a16:creationId xmlns:a16="http://schemas.microsoft.com/office/drawing/2014/main" id="{CA4ECDB8-0FAD-4701-AECF-A8E7812191E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0517" b="50711"/>
            <a:stretch/>
          </p:blipFill>
          <p:spPr>
            <a:xfrm>
              <a:off x="1198879" y="2040672"/>
              <a:ext cx="2839721" cy="2394139"/>
            </a:xfrm>
            <a:prstGeom prst="rect">
              <a:avLst/>
            </a:prstGeom>
          </p:spPr>
        </p:pic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2BE98388-05E2-46DB-AEC8-4ACA1940449C}"/>
                </a:ext>
              </a:extLst>
            </p:cNvPr>
            <p:cNvSpPr/>
            <p:nvPr/>
          </p:nvSpPr>
          <p:spPr>
            <a:xfrm>
              <a:off x="1150620" y="2095500"/>
              <a:ext cx="213360" cy="236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sp>
        <p:nvSpPr>
          <p:cNvPr id="102" name="等腰三角形 101">
            <a:extLst>
              <a:ext uri="{FF2B5EF4-FFF2-40B4-BE49-F238E27FC236}">
                <a16:creationId xmlns:a16="http://schemas.microsoft.com/office/drawing/2014/main" id="{CC44047A-601F-4FCE-B3E3-4E839186C9D4}"/>
              </a:ext>
            </a:extLst>
          </p:cNvPr>
          <p:cNvSpPr/>
          <p:nvPr/>
        </p:nvSpPr>
        <p:spPr>
          <a:xfrm rot="10800000">
            <a:off x="881816" y="4497776"/>
            <a:ext cx="200220" cy="16769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77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557E38A9-14C6-4BC1-ABA2-9D69729D09C7}"/>
                  </a:ext>
                </a:extLst>
              </p:cNvPr>
              <p:cNvSpPr/>
              <p:nvPr/>
            </p:nvSpPr>
            <p:spPr>
              <a:xfrm>
                <a:off x="666691" y="2489118"/>
                <a:ext cx="74135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,ℓ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557E38A9-14C6-4BC1-ABA2-9D69729D09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691" y="2489118"/>
                <a:ext cx="741357" cy="369332"/>
              </a:xfrm>
              <a:prstGeom prst="rect">
                <a:avLst/>
              </a:prstGeom>
              <a:blipFill>
                <a:blip r:embed="rId27"/>
                <a:stretch>
                  <a:fillRect t="-119672" r="-63934" b="-1836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6" name="直線接點 75">
            <a:extLst>
              <a:ext uri="{FF2B5EF4-FFF2-40B4-BE49-F238E27FC236}">
                <a16:creationId xmlns:a16="http://schemas.microsoft.com/office/drawing/2014/main" id="{FD7FE551-4061-4646-B428-E3465E2A63DC}"/>
              </a:ext>
            </a:extLst>
          </p:cNvPr>
          <p:cNvCxnSpPr>
            <a:cxnSpLocks/>
          </p:cNvCxnSpPr>
          <p:nvPr/>
        </p:nvCxnSpPr>
        <p:spPr>
          <a:xfrm>
            <a:off x="3501785" y="619338"/>
            <a:ext cx="0" cy="622913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" name="內容版面配置區 2">
            <a:extLst>
              <a:ext uri="{FF2B5EF4-FFF2-40B4-BE49-F238E27FC236}">
                <a16:creationId xmlns:a16="http://schemas.microsoft.com/office/drawing/2014/main" id="{63C9561A-A747-4201-BB9C-837217ED0DFF}"/>
              </a:ext>
            </a:extLst>
          </p:cNvPr>
          <p:cNvSpPr txBox="1">
            <a:spLocks/>
          </p:cNvSpPr>
          <p:nvPr/>
        </p:nvSpPr>
        <p:spPr>
          <a:xfrm>
            <a:off x="3493886" y="668945"/>
            <a:ext cx="4690815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vortex beams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4" name="圖形 73">
            <a:extLst>
              <a:ext uri="{FF2B5EF4-FFF2-40B4-BE49-F238E27FC236}">
                <a16:creationId xmlns:a16="http://schemas.microsoft.com/office/drawing/2014/main" id="{6847DCE4-D972-4C00-8743-3E02B506C3D4}"/>
              </a:ext>
            </a:extLst>
          </p:cNvPr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rcRect r="75196"/>
          <a:stretch/>
        </p:blipFill>
        <p:spPr>
          <a:xfrm>
            <a:off x="9918629" y="1876874"/>
            <a:ext cx="223834" cy="213728"/>
          </a:xfrm>
          <a:prstGeom prst="rect">
            <a:avLst/>
          </a:prstGeom>
        </p:spPr>
      </p:pic>
      <p:pic>
        <p:nvPicPr>
          <p:cNvPr id="75" name="圖形 74">
            <a:extLst>
              <a:ext uri="{FF2B5EF4-FFF2-40B4-BE49-F238E27FC236}">
                <a16:creationId xmlns:a16="http://schemas.microsoft.com/office/drawing/2014/main" id="{8AE00FAC-348D-47A7-9C51-10187B6DC038}"/>
              </a:ext>
            </a:extLst>
          </p:cNvPr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rcRect r="75196"/>
          <a:stretch/>
        </p:blipFill>
        <p:spPr>
          <a:xfrm>
            <a:off x="7518449" y="1876874"/>
            <a:ext cx="223834" cy="213728"/>
          </a:xfrm>
          <a:prstGeom prst="rect">
            <a:avLst/>
          </a:prstGeom>
        </p:spPr>
      </p:pic>
      <p:sp>
        <p:nvSpPr>
          <p:cNvPr id="89" name="矩形 88">
            <a:extLst>
              <a:ext uri="{FF2B5EF4-FFF2-40B4-BE49-F238E27FC236}">
                <a16:creationId xmlns:a16="http://schemas.microsoft.com/office/drawing/2014/main" id="{25498587-0DA0-4FF1-84E2-5670C755C321}"/>
              </a:ext>
            </a:extLst>
          </p:cNvPr>
          <p:cNvSpPr/>
          <p:nvPr/>
        </p:nvSpPr>
        <p:spPr>
          <a:xfrm>
            <a:off x="3501784" y="3279127"/>
            <a:ext cx="8690215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 in Poincaré sphere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5E143AD8-4535-4DC0-AB02-E2CE0208C827}"/>
              </a:ext>
            </a:extLst>
          </p:cNvPr>
          <p:cNvGrpSpPr/>
          <p:nvPr/>
        </p:nvGrpSpPr>
        <p:grpSpPr>
          <a:xfrm>
            <a:off x="4646493" y="4213280"/>
            <a:ext cx="6310764" cy="2109281"/>
            <a:chOff x="4646493" y="4213280"/>
            <a:chExt cx="6310764" cy="2109281"/>
          </a:xfrm>
        </p:grpSpPr>
        <p:grpSp>
          <p:nvGrpSpPr>
            <p:cNvPr id="149" name="群組 148">
              <a:extLst>
                <a:ext uri="{FF2B5EF4-FFF2-40B4-BE49-F238E27FC236}">
                  <a16:creationId xmlns:a16="http://schemas.microsoft.com/office/drawing/2014/main" id="{8E3831DE-72CC-48FC-9E03-55FE55CD7002}"/>
                </a:ext>
              </a:extLst>
            </p:cNvPr>
            <p:cNvGrpSpPr/>
            <p:nvPr/>
          </p:nvGrpSpPr>
          <p:grpSpPr>
            <a:xfrm>
              <a:off x="7020788" y="4532490"/>
              <a:ext cx="1444902" cy="1497416"/>
              <a:chOff x="3721242" y="3310384"/>
              <a:chExt cx="2392791" cy="2479757"/>
            </a:xfrm>
          </p:grpSpPr>
          <p:sp>
            <p:nvSpPr>
              <p:cNvPr id="184" name="Oval 14">
                <a:extLst>
                  <a:ext uri="{FF2B5EF4-FFF2-40B4-BE49-F238E27FC236}">
                    <a16:creationId xmlns:a16="http://schemas.microsoft.com/office/drawing/2014/main" id="{59A1C6E9-502B-47FF-AD5E-93E708CC7D10}"/>
                  </a:ext>
                </a:extLst>
              </p:cNvPr>
              <p:cNvSpPr/>
              <p:nvPr/>
            </p:nvSpPr>
            <p:spPr>
              <a:xfrm>
                <a:off x="4791894" y="3322057"/>
                <a:ext cx="240811" cy="249449"/>
              </a:xfrm>
              <a:prstGeom prst="ellipse">
                <a:avLst/>
              </a:prstGeom>
              <a:gradFill flip="none" rotWithShape="1">
                <a:gsLst>
                  <a:gs pos="0">
                    <a:srgbClr val="D1D1D1"/>
                  </a:gs>
                  <a:gs pos="23000">
                    <a:schemeClr val="bg1">
                      <a:lumMod val="85000"/>
                    </a:schemeClr>
                  </a:gs>
                  <a:gs pos="69000">
                    <a:schemeClr val="accent3">
                      <a:lumMod val="75000"/>
                    </a:schemeClr>
                  </a:gs>
                  <a:gs pos="97000">
                    <a:schemeClr val="accent3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sp>
            <p:nvSpPr>
              <p:cNvPr id="185" name="Oval 4">
                <a:extLst>
                  <a:ext uri="{FF2B5EF4-FFF2-40B4-BE49-F238E27FC236}">
                    <a16:creationId xmlns:a16="http://schemas.microsoft.com/office/drawing/2014/main" id="{96A8E4F9-0672-49AE-BDA7-1DA4B4E390CF}"/>
                  </a:ext>
                </a:extLst>
              </p:cNvPr>
              <p:cNvSpPr/>
              <p:nvPr/>
            </p:nvSpPr>
            <p:spPr>
              <a:xfrm>
                <a:off x="3845276" y="3446782"/>
                <a:ext cx="2140546" cy="2217330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3">
                      <a:lumMod val="60000"/>
                      <a:lumOff val="40000"/>
                      <a:alpha val="60000"/>
                    </a:schemeClr>
                  </a:gs>
                  <a:gs pos="55000">
                    <a:schemeClr val="accent3">
                      <a:lumMod val="40000"/>
                      <a:lumOff val="60000"/>
                      <a:alpha val="60000"/>
                    </a:schemeClr>
                  </a:gs>
                  <a:gs pos="0">
                    <a:schemeClr val="bg1">
                      <a:alpha val="60000"/>
                    </a:scheme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57150">
                <a:solidFill>
                  <a:srgbClr val="D5D7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sp>
            <p:nvSpPr>
              <p:cNvPr id="186" name="Oval 15">
                <a:extLst>
                  <a:ext uri="{FF2B5EF4-FFF2-40B4-BE49-F238E27FC236}">
                    <a16:creationId xmlns:a16="http://schemas.microsoft.com/office/drawing/2014/main" id="{C9277B1F-4DC0-43F4-A145-6C86306E3363}"/>
                  </a:ext>
                </a:extLst>
              </p:cNvPr>
              <p:cNvSpPr/>
              <p:nvPr/>
            </p:nvSpPr>
            <p:spPr>
              <a:xfrm>
                <a:off x="4791894" y="5538142"/>
                <a:ext cx="240811" cy="249449"/>
              </a:xfrm>
              <a:prstGeom prst="ellipse">
                <a:avLst/>
              </a:prstGeom>
              <a:gradFill flip="none" rotWithShape="1">
                <a:gsLst>
                  <a:gs pos="17000">
                    <a:srgbClr val="D1D1D1"/>
                  </a:gs>
                  <a:gs pos="0">
                    <a:schemeClr val="bg1">
                      <a:lumMod val="85000"/>
                    </a:schemeClr>
                  </a:gs>
                  <a:gs pos="60000">
                    <a:schemeClr val="accent3">
                      <a:lumMod val="75000"/>
                    </a:schemeClr>
                  </a:gs>
                  <a:gs pos="97000">
                    <a:schemeClr val="accent3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sp>
            <p:nvSpPr>
              <p:cNvPr id="187" name="SHO">
                <a:extLst>
                  <a:ext uri="{FF2B5EF4-FFF2-40B4-BE49-F238E27FC236}">
                    <a16:creationId xmlns:a16="http://schemas.microsoft.com/office/drawing/2014/main" id="{798D38B0-0CB3-468F-9F31-4D2C3A7D5F75}"/>
                  </a:ext>
                </a:extLst>
              </p:cNvPr>
              <p:cNvSpPr/>
              <p:nvPr/>
            </p:nvSpPr>
            <p:spPr>
              <a:xfrm rot="16200000">
                <a:off x="4450768" y="3485915"/>
                <a:ext cx="923063" cy="2140546"/>
              </a:xfrm>
              <a:prstGeom prst="arc">
                <a:avLst>
                  <a:gd name="adj1" fmla="val 5396867"/>
                  <a:gd name="adj2" fmla="val 5395779"/>
                </a:avLst>
              </a:prstGeom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47000">
                    <a:schemeClr val="bg1">
                      <a:lumMod val="50000"/>
                    </a:schemeClr>
                  </a:gs>
                  <a:gs pos="97000">
                    <a:srgbClr val="5E5E5E"/>
                  </a:gs>
                </a:gsLst>
                <a:path path="circle">
                  <a:fillToRect l="50000" t="50000" r="50000" b="50000"/>
                </a:path>
                <a:tileRect/>
              </a:gradFill>
              <a:ln w="3175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sp>
            <p:nvSpPr>
              <p:cNvPr id="188" name="SVO">
                <a:extLst>
                  <a:ext uri="{FF2B5EF4-FFF2-40B4-BE49-F238E27FC236}">
                    <a16:creationId xmlns:a16="http://schemas.microsoft.com/office/drawing/2014/main" id="{D31F5F06-971C-4F68-98A9-EC3188280453}"/>
                  </a:ext>
                </a:extLst>
              </p:cNvPr>
              <p:cNvSpPr/>
              <p:nvPr/>
            </p:nvSpPr>
            <p:spPr>
              <a:xfrm>
                <a:off x="4375829" y="3447523"/>
                <a:ext cx="1070273" cy="2217330"/>
              </a:xfrm>
              <a:prstGeom prst="ellipse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189" name="Oval 6">
                <a:extLst>
                  <a:ext uri="{FF2B5EF4-FFF2-40B4-BE49-F238E27FC236}">
                    <a16:creationId xmlns:a16="http://schemas.microsoft.com/office/drawing/2014/main" id="{93C78940-6FDC-4D9C-BF1D-28EE1FED6F14}"/>
                  </a:ext>
                </a:extLst>
              </p:cNvPr>
              <p:cNvSpPr/>
              <p:nvPr/>
            </p:nvSpPr>
            <p:spPr>
              <a:xfrm rot="16200000">
                <a:off x="4450768" y="3485915"/>
                <a:ext cx="923063" cy="2140546"/>
              </a:xfrm>
              <a:prstGeom prst="ellipse">
                <a:avLst/>
              </a:prstGeom>
              <a:noFill/>
              <a:ln w="38100">
                <a:solidFill>
                  <a:schemeClr val="tx1">
                    <a:alpha val="6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sp>
            <p:nvSpPr>
              <p:cNvPr id="190" name="Partial Circle 9">
                <a:extLst>
                  <a:ext uri="{FF2B5EF4-FFF2-40B4-BE49-F238E27FC236}">
                    <a16:creationId xmlns:a16="http://schemas.microsoft.com/office/drawing/2014/main" id="{1BB62E8F-C14A-46D5-B6B1-16A4A61FF357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H="1">
                <a:off x="4732812" y="4207797"/>
                <a:ext cx="352180" cy="679968"/>
              </a:xfrm>
              <a:prstGeom prst="pie">
                <a:avLst>
                  <a:gd name="adj1" fmla="val 16258856"/>
                  <a:gd name="adj2" fmla="val 19252600"/>
                </a:avLst>
              </a:prstGeom>
              <a:gradFill flip="none" rotWithShape="1">
                <a:gsLst>
                  <a:gs pos="0">
                    <a:srgbClr val="007E00"/>
                  </a:gs>
                  <a:gs pos="36000">
                    <a:srgbClr val="45C845">
                      <a:alpha val="60000"/>
                    </a:srgbClr>
                  </a:gs>
                  <a:gs pos="100000">
                    <a:srgbClr val="B9FFB9">
                      <a:alpha val="60000"/>
                    </a:srgbClr>
                  </a:gs>
                </a:gsLst>
                <a:lin ang="2700000" scaled="1"/>
                <a:tileRect/>
              </a:gradFill>
              <a:ln w="19050">
                <a:solidFill>
                  <a:srgbClr val="319B1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1" name="TextBox 10">
                    <a:extLst>
                      <a:ext uri="{FF2B5EF4-FFF2-40B4-BE49-F238E27FC236}">
                        <a16:creationId xmlns:a16="http://schemas.microsoft.com/office/drawing/2014/main" id="{EF7E986B-3273-4DC6-9CAF-D8A2141D3324}"/>
                      </a:ext>
                    </a:extLst>
                  </p:cNvPr>
                  <p:cNvSpPr txBox="1"/>
                  <p:nvPr/>
                </p:nvSpPr>
                <p:spPr>
                  <a:xfrm>
                    <a:off x="4292158" y="4464519"/>
                    <a:ext cx="262273" cy="5606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oMath>
                      </m:oMathPara>
                    </a14:m>
                    <a:endParaRPr lang="en-US" sz="1600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9" name="TextBox 10">
                    <a:extLst>
                      <a:ext uri="{FF2B5EF4-FFF2-40B4-BE49-F238E27FC236}">
                        <a16:creationId xmlns:a16="http://schemas.microsoft.com/office/drawing/2014/main" id="{38EB17A8-7EEF-478C-AC0E-15BCA708697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92158" y="4464519"/>
                    <a:ext cx="262273" cy="56065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r="-57692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2" name="TextBox 11">
                    <a:extLst>
                      <a:ext uri="{FF2B5EF4-FFF2-40B4-BE49-F238E27FC236}">
                        <a16:creationId xmlns:a16="http://schemas.microsoft.com/office/drawing/2014/main" id="{3BD0197B-E66B-460F-9CDB-FE9D03258B8C}"/>
                      </a:ext>
                    </a:extLst>
                  </p:cNvPr>
                  <p:cNvSpPr txBox="1"/>
                  <p:nvPr/>
                </p:nvSpPr>
                <p:spPr>
                  <a:xfrm>
                    <a:off x="4113277" y="4277542"/>
                    <a:ext cx="262273" cy="5606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80" name="TextBox 11">
                    <a:extLst>
                      <a:ext uri="{FF2B5EF4-FFF2-40B4-BE49-F238E27FC236}">
                        <a16:creationId xmlns:a16="http://schemas.microsoft.com/office/drawing/2014/main" id="{0F428916-F16F-4C3D-82C5-4FC68C4D109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13277" y="4277542"/>
                    <a:ext cx="262273" cy="56065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50000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3" name="Oval 22">
                <a:extLst>
                  <a:ext uri="{FF2B5EF4-FFF2-40B4-BE49-F238E27FC236}">
                    <a16:creationId xmlns:a16="http://schemas.microsoft.com/office/drawing/2014/main" id="{AE9671CD-CD38-4A4D-B520-A04E8F2D0A59}"/>
                  </a:ext>
                </a:extLst>
              </p:cNvPr>
              <p:cNvSpPr/>
              <p:nvPr/>
            </p:nvSpPr>
            <p:spPr>
              <a:xfrm>
                <a:off x="4790490" y="5538141"/>
                <a:ext cx="252000" cy="252000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4" name="TextBox 12">
                    <a:extLst>
                      <a:ext uri="{FF2B5EF4-FFF2-40B4-BE49-F238E27FC236}">
                        <a16:creationId xmlns:a16="http://schemas.microsoft.com/office/drawing/2014/main" id="{BFED76CC-8CB7-41FC-9A07-A80D9569C4F2}"/>
                      </a:ext>
                    </a:extLst>
                  </p:cNvPr>
                  <p:cNvSpPr txBox="1"/>
                  <p:nvPr/>
                </p:nvSpPr>
                <p:spPr>
                  <a:xfrm>
                    <a:off x="5086742" y="4552177"/>
                    <a:ext cx="262273" cy="5606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82" name="TextBox 12">
                    <a:extLst>
                      <a:ext uri="{FF2B5EF4-FFF2-40B4-BE49-F238E27FC236}">
                        <a16:creationId xmlns:a16="http://schemas.microsoft.com/office/drawing/2014/main" id="{14CF689C-59F6-4C1A-8466-9046C3CE0DC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86742" y="4552177"/>
                    <a:ext cx="262273" cy="56065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r="-65385" b="-3636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5" name="TextBox 13">
                    <a:extLst>
                      <a:ext uri="{FF2B5EF4-FFF2-40B4-BE49-F238E27FC236}">
                        <a16:creationId xmlns:a16="http://schemas.microsoft.com/office/drawing/2014/main" id="{7E39A5BE-0AF2-4B49-84AB-2F97F757649F}"/>
                      </a:ext>
                    </a:extLst>
                  </p:cNvPr>
                  <p:cNvSpPr txBox="1"/>
                  <p:nvPr/>
                </p:nvSpPr>
                <p:spPr>
                  <a:xfrm>
                    <a:off x="4726301" y="3535973"/>
                    <a:ext cx="262273" cy="5606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83" name="TextBox 13">
                    <a:extLst>
                      <a:ext uri="{FF2B5EF4-FFF2-40B4-BE49-F238E27FC236}">
                        <a16:creationId xmlns:a16="http://schemas.microsoft.com/office/drawing/2014/main" id="{9714FE09-9A4C-41AC-BDAF-DDFAB90C9D0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26301" y="3535973"/>
                    <a:ext cx="262273" cy="56065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r="-42308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6" name="DVO">
                <a:extLst>
                  <a:ext uri="{FF2B5EF4-FFF2-40B4-BE49-F238E27FC236}">
                    <a16:creationId xmlns:a16="http://schemas.microsoft.com/office/drawing/2014/main" id="{4D5E69E4-D3B9-4087-BB23-40C0CEAD46FF}"/>
                  </a:ext>
                </a:extLst>
              </p:cNvPr>
              <p:cNvSpPr/>
              <p:nvPr/>
            </p:nvSpPr>
            <p:spPr>
              <a:xfrm flipH="1">
                <a:off x="4375829" y="3447523"/>
                <a:ext cx="1070273" cy="2217330"/>
              </a:xfrm>
              <a:prstGeom prst="arc">
                <a:avLst>
                  <a:gd name="adj1" fmla="val 5396867"/>
                  <a:gd name="adj2" fmla="val 16170484"/>
                </a:avLst>
              </a:prstGeom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cxnSp>
            <p:nvCxnSpPr>
              <p:cNvPr id="197" name="Straight Arrow Connector 17">
                <a:extLst>
                  <a:ext uri="{FF2B5EF4-FFF2-40B4-BE49-F238E27FC236}">
                    <a16:creationId xmlns:a16="http://schemas.microsoft.com/office/drawing/2014/main" id="{65CE95FD-75E0-468E-8DEF-2DBEDD4D82A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580724" y="4549013"/>
                <a:ext cx="328471" cy="424757"/>
              </a:xfrm>
              <a:prstGeom prst="straightConnector1">
                <a:avLst/>
              </a:prstGeom>
              <a:ln w="53975">
                <a:solidFill>
                  <a:srgbClr val="238109"/>
                </a:solidFill>
                <a:tailEnd type="stealth" w="lg" len="lg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198" name="Oval 23">
                <a:extLst>
                  <a:ext uri="{FF2B5EF4-FFF2-40B4-BE49-F238E27FC236}">
                    <a16:creationId xmlns:a16="http://schemas.microsoft.com/office/drawing/2014/main" id="{7C0B594A-2980-438E-A116-E3BA057B2F6D}"/>
                  </a:ext>
                </a:extLst>
              </p:cNvPr>
              <p:cNvSpPr/>
              <p:nvPr/>
            </p:nvSpPr>
            <p:spPr>
              <a:xfrm>
                <a:off x="5862033" y="4431462"/>
                <a:ext cx="252000" cy="252000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sp>
            <p:nvSpPr>
              <p:cNvPr id="199" name="Partial Circle 9">
                <a:extLst>
                  <a:ext uri="{FF2B5EF4-FFF2-40B4-BE49-F238E27FC236}">
                    <a16:creationId xmlns:a16="http://schemas.microsoft.com/office/drawing/2014/main" id="{4F08B558-E617-4B6B-9D00-C580B7EBBD0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777039" y="4295384"/>
                <a:ext cx="246001" cy="496848"/>
              </a:xfrm>
              <a:prstGeom prst="pie">
                <a:avLst>
                  <a:gd name="adj1" fmla="val 16258856"/>
                  <a:gd name="adj2" fmla="val 19252600"/>
                </a:avLst>
              </a:prstGeom>
              <a:gradFill flip="none" rotWithShape="1">
                <a:gsLst>
                  <a:gs pos="0">
                    <a:schemeClr val="accent5">
                      <a:lumMod val="60000"/>
                      <a:lumOff val="40000"/>
                      <a:shade val="30000"/>
                      <a:satMod val="115000"/>
                    </a:schemeClr>
                  </a:gs>
                  <a:gs pos="50000">
                    <a:schemeClr val="accent5">
                      <a:lumMod val="60000"/>
                      <a:lumOff val="40000"/>
                      <a:shade val="67500"/>
                      <a:satMod val="115000"/>
                    </a:schemeClr>
                  </a:gs>
                  <a:gs pos="100000">
                    <a:schemeClr val="accent5">
                      <a:lumMod val="60000"/>
                      <a:lumOff val="40000"/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  <a:ln w="1905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00" name="Straight Arrow Connector 7">
                <a:extLst>
                  <a:ext uri="{FF2B5EF4-FFF2-40B4-BE49-F238E27FC236}">
                    <a16:creationId xmlns:a16="http://schemas.microsoft.com/office/drawing/2014/main" id="{18365661-2F9E-4A9E-86A6-133B9F42860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06471" y="3891965"/>
                <a:ext cx="2515" cy="660975"/>
              </a:xfrm>
              <a:prstGeom prst="straightConnector1">
                <a:avLst/>
              </a:prstGeom>
              <a:ln w="34925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1" name="TextBox 10">
                    <a:extLst>
                      <a:ext uri="{FF2B5EF4-FFF2-40B4-BE49-F238E27FC236}">
                        <a16:creationId xmlns:a16="http://schemas.microsoft.com/office/drawing/2014/main" id="{8EB26313-3C6E-4BF8-8303-61AAC319C9DE}"/>
                      </a:ext>
                    </a:extLst>
                  </p:cNvPr>
                  <p:cNvSpPr txBox="1"/>
                  <p:nvPr/>
                </p:nvSpPr>
                <p:spPr>
                  <a:xfrm>
                    <a:off x="4898963" y="3960206"/>
                    <a:ext cx="262273" cy="5606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>
                              <a:solidFill>
                                <a:schemeClr val="accent1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oMath>
                      </m:oMathPara>
                    </a14:m>
                    <a:endParaRPr lang="en-US" sz="1600" dirty="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9" name="TextBox 10">
                    <a:extLst>
                      <a:ext uri="{FF2B5EF4-FFF2-40B4-BE49-F238E27FC236}">
                        <a16:creationId xmlns:a16="http://schemas.microsoft.com/office/drawing/2014/main" id="{4240A0D3-5703-4004-862C-326D524413B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98963" y="3960206"/>
                    <a:ext cx="262273" cy="560654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11538" r="-84615" b="-8929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02" name="Straight Arrow Connector 19">
                <a:extLst>
                  <a:ext uri="{FF2B5EF4-FFF2-40B4-BE49-F238E27FC236}">
                    <a16:creationId xmlns:a16="http://schemas.microsoft.com/office/drawing/2014/main" id="{0A55E4E1-2A23-4094-9854-1923970ABD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10897" y="4549701"/>
                <a:ext cx="290252" cy="232381"/>
              </a:xfrm>
              <a:prstGeom prst="straightConnector1">
                <a:avLst/>
              </a:prstGeom>
              <a:ln w="34925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Arrow Connector 18">
                <a:extLst>
                  <a:ext uri="{FF2B5EF4-FFF2-40B4-BE49-F238E27FC236}">
                    <a16:creationId xmlns:a16="http://schemas.microsoft.com/office/drawing/2014/main" id="{9304809E-D329-4EE1-8028-3BEF11EA4FD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 flipV="1">
                <a:off x="4656933" y="4295511"/>
                <a:ext cx="0" cy="508379"/>
              </a:xfrm>
              <a:prstGeom prst="straightConnector1">
                <a:avLst/>
              </a:prstGeom>
              <a:ln w="34925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Arrow Connector 17">
                <a:extLst>
                  <a:ext uri="{FF2B5EF4-FFF2-40B4-BE49-F238E27FC236}">
                    <a16:creationId xmlns:a16="http://schemas.microsoft.com/office/drawing/2014/main" id="{931200EE-EE56-4A05-84FB-78FEC2E7F7D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897207" y="3888283"/>
                <a:ext cx="847803" cy="666541"/>
              </a:xfrm>
              <a:prstGeom prst="straightConnector1">
                <a:avLst/>
              </a:prstGeom>
              <a:ln w="53975">
                <a:solidFill>
                  <a:schemeClr val="accent5">
                    <a:lumMod val="75000"/>
                  </a:schemeClr>
                </a:solidFill>
                <a:tailEnd type="stealth" w="lg" len="lg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205" name="Oval 20">
                <a:extLst>
                  <a:ext uri="{FF2B5EF4-FFF2-40B4-BE49-F238E27FC236}">
                    <a16:creationId xmlns:a16="http://schemas.microsoft.com/office/drawing/2014/main" id="{67F6C44C-FFFB-4D34-AA96-86D5794D438C}"/>
                  </a:ext>
                </a:extLst>
              </p:cNvPr>
              <p:cNvSpPr/>
              <p:nvPr/>
            </p:nvSpPr>
            <p:spPr>
              <a:xfrm>
                <a:off x="3721242" y="4431462"/>
                <a:ext cx="252000" cy="252000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206" name="Oval 22">
                <a:extLst>
                  <a:ext uri="{FF2B5EF4-FFF2-40B4-BE49-F238E27FC236}">
                    <a16:creationId xmlns:a16="http://schemas.microsoft.com/office/drawing/2014/main" id="{F959854C-1524-449A-965F-2D7E898097CB}"/>
                  </a:ext>
                </a:extLst>
              </p:cNvPr>
              <p:cNvSpPr/>
              <p:nvPr/>
            </p:nvSpPr>
            <p:spPr>
              <a:xfrm>
                <a:off x="4792242" y="3310384"/>
                <a:ext cx="252000" cy="252000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sp>
            <p:nvSpPr>
              <p:cNvPr id="207" name="Oval 23">
                <a:extLst>
                  <a:ext uri="{FF2B5EF4-FFF2-40B4-BE49-F238E27FC236}">
                    <a16:creationId xmlns:a16="http://schemas.microsoft.com/office/drawing/2014/main" id="{5A03DE2C-AB08-4202-BBAD-0D4C11545F8F}"/>
                  </a:ext>
                </a:extLst>
              </p:cNvPr>
              <p:cNvSpPr/>
              <p:nvPr/>
            </p:nvSpPr>
            <p:spPr>
              <a:xfrm>
                <a:off x="5313839" y="4875217"/>
                <a:ext cx="252000" cy="252000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sp>
            <p:nvSpPr>
              <p:cNvPr id="208" name="Oval 23">
                <a:extLst>
                  <a:ext uri="{FF2B5EF4-FFF2-40B4-BE49-F238E27FC236}">
                    <a16:creationId xmlns:a16="http://schemas.microsoft.com/office/drawing/2014/main" id="{A877ECA2-3D7C-418C-9B0D-29CF3DB5DD50}"/>
                  </a:ext>
                </a:extLst>
              </p:cNvPr>
              <p:cNvSpPr/>
              <p:nvPr/>
            </p:nvSpPr>
            <p:spPr>
              <a:xfrm>
                <a:off x="4111260" y="4066612"/>
                <a:ext cx="252000" cy="252000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1" name="文字方塊 180">
                  <a:extLst>
                    <a:ext uri="{FF2B5EF4-FFF2-40B4-BE49-F238E27FC236}">
                      <a16:creationId xmlns:a16="http://schemas.microsoft.com/office/drawing/2014/main" id="{7C2E929D-96E6-4A0C-9058-2EF1BFC58AA2}"/>
                    </a:ext>
                  </a:extLst>
                </p:cNvPr>
                <p:cNvSpPr txBox="1"/>
                <p:nvPr/>
              </p:nvSpPr>
              <p:spPr>
                <a:xfrm>
                  <a:off x="4722840" y="4495886"/>
                  <a:ext cx="2811664" cy="5373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TW" sz="1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sSub>
                          <m:sSub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 smtClean="0"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,ℓ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4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1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sSub>
                          <m:sSub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zh-TW" sz="1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sz="1400" b="0" i="1" dirty="0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sz="1400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4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 xmlns="">
            <p:sp>
              <p:nvSpPr>
                <p:cNvPr id="181" name="文字方塊 180">
                  <a:extLst>
                    <a:ext uri="{FF2B5EF4-FFF2-40B4-BE49-F238E27FC236}">
                      <a16:creationId xmlns:a16="http://schemas.microsoft.com/office/drawing/2014/main" id="{7C2E929D-96E6-4A0C-9058-2EF1BFC58A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22840" y="4495886"/>
                  <a:ext cx="2811664" cy="537327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9" name="文字方塊 178">
                  <a:extLst>
                    <a:ext uri="{FF2B5EF4-FFF2-40B4-BE49-F238E27FC236}">
                      <a16:creationId xmlns:a16="http://schemas.microsoft.com/office/drawing/2014/main" id="{D95C0106-A94D-427F-9AC2-9F41FE244FE8}"/>
                    </a:ext>
                  </a:extLst>
                </p:cNvPr>
                <p:cNvSpPr txBox="1"/>
                <p:nvPr/>
              </p:nvSpPr>
              <p:spPr>
                <a:xfrm>
                  <a:off x="7137298" y="5995740"/>
                  <a:ext cx="1301888" cy="3268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zh-TW" sz="1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sz="1400" b="0" i="1" dirty="0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sz="1400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4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 xmlns="">
            <p:sp>
              <p:nvSpPr>
                <p:cNvPr id="179" name="文字方塊 178">
                  <a:extLst>
                    <a:ext uri="{FF2B5EF4-FFF2-40B4-BE49-F238E27FC236}">
                      <a16:creationId xmlns:a16="http://schemas.microsoft.com/office/drawing/2014/main" id="{D95C0106-A94D-427F-9AC2-9F41FE244F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7298" y="5995740"/>
                  <a:ext cx="1301888" cy="326821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文字方塊 175">
                  <a:extLst>
                    <a:ext uri="{FF2B5EF4-FFF2-40B4-BE49-F238E27FC236}">
                      <a16:creationId xmlns:a16="http://schemas.microsoft.com/office/drawing/2014/main" id="{61ABCB8D-0265-4DD4-9B69-F49139558041}"/>
                    </a:ext>
                  </a:extLst>
                </p:cNvPr>
                <p:cNvSpPr txBox="1"/>
                <p:nvPr/>
              </p:nvSpPr>
              <p:spPr>
                <a:xfrm>
                  <a:off x="8377613" y="5017253"/>
                  <a:ext cx="2579644" cy="5373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TW" sz="1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sSub>
                          <m:sSub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 smtClean="0"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,ℓ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4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1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sSub>
                          <m:sSub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zh-TW" sz="1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sz="1400" b="0" i="1" dirty="0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sz="1400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4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 xmlns="">
            <p:sp>
              <p:nvSpPr>
                <p:cNvPr id="176" name="文字方塊 175">
                  <a:extLst>
                    <a:ext uri="{FF2B5EF4-FFF2-40B4-BE49-F238E27FC236}">
                      <a16:creationId xmlns:a16="http://schemas.microsoft.com/office/drawing/2014/main" id="{61ABCB8D-0265-4DD4-9B69-F491395580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77613" y="5017253"/>
                  <a:ext cx="2579644" cy="537327"/>
                </a:xfrm>
                <a:prstGeom prst="rect">
                  <a:avLst/>
                </a:prstGeom>
                <a:blipFill>
                  <a:blip r:embed="rId34"/>
                  <a:stretch>
                    <a:fillRect b="-113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3" name="文字方塊 172">
                  <a:extLst>
                    <a:ext uri="{FF2B5EF4-FFF2-40B4-BE49-F238E27FC236}">
                      <a16:creationId xmlns:a16="http://schemas.microsoft.com/office/drawing/2014/main" id="{454FFC8C-64A9-4970-90BC-A13E24B3DEBF}"/>
                    </a:ext>
                  </a:extLst>
                </p:cNvPr>
                <p:cNvSpPr txBox="1"/>
                <p:nvPr/>
              </p:nvSpPr>
              <p:spPr>
                <a:xfrm>
                  <a:off x="4646493" y="4986624"/>
                  <a:ext cx="2398366" cy="5373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TW" sz="1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sSub>
                          <m:sSub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 smtClean="0"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,ℓ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4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sSub>
                          <m:sSub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zh-TW" sz="1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sz="1400" b="0" i="1" dirty="0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sz="1400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4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 xmlns="">
            <p:sp>
              <p:nvSpPr>
                <p:cNvPr id="173" name="文字方塊 172">
                  <a:extLst>
                    <a:ext uri="{FF2B5EF4-FFF2-40B4-BE49-F238E27FC236}">
                      <a16:creationId xmlns:a16="http://schemas.microsoft.com/office/drawing/2014/main" id="{454FFC8C-64A9-4970-90BC-A13E24B3DE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6493" y="4986624"/>
                  <a:ext cx="2398366" cy="537327"/>
                </a:xfrm>
                <a:prstGeom prst="rect">
                  <a:avLst/>
                </a:prstGeom>
                <a:blipFill>
                  <a:blip r:embed="rId35"/>
                  <a:stretch>
                    <a:fillRect b="-113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1" name="文字方塊 170">
                  <a:extLst>
                    <a:ext uri="{FF2B5EF4-FFF2-40B4-BE49-F238E27FC236}">
                      <a16:creationId xmlns:a16="http://schemas.microsoft.com/office/drawing/2014/main" id="{AA343D52-A676-4101-8067-4C9DAE25A990}"/>
                    </a:ext>
                  </a:extLst>
                </p:cNvPr>
                <p:cNvSpPr txBox="1"/>
                <p:nvPr/>
              </p:nvSpPr>
              <p:spPr>
                <a:xfrm>
                  <a:off x="7151656" y="4213280"/>
                  <a:ext cx="1192186" cy="3172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 smtClean="0"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,ℓ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4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 xmlns="">
            <p:sp>
              <p:nvSpPr>
                <p:cNvPr id="171" name="文字方塊 170">
                  <a:extLst>
                    <a:ext uri="{FF2B5EF4-FFF2-40B4-BE49-F238E27FC236}">
                      <a16:creationId xmlns:a16="http://schemas.microsoft.com/office/drawing/2014/main" id="{AA343D52-A676-4101-8067-4C9DAE25A9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1656" y="4213280"/>
                  <a:ext cx="1192186" cy="317203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文字方塊 167">
                  <a:extLst>
                    <a:ext uri="{FF2B5EF4-FFF2-40B4-BE49-F238E27FC236}">
                      <a16:creationId xmlns:a16="http://schemas.microsoft.com/office/drawing/2014/main" id="{6BA1808C-C92C-4237-B41D-2F1FF03D9B56}"/>
                    </a:ext>
                  </a:extLst>
                </p:cNvPr>
                <p:cNvSpPr txBox="1"/>
                <p:nvPr/>
              </p:nvSpPr>
              <p:spPr>
                <a:xfrm>
                  <a:off x="8257698" y="5587938"/>
                  <a:ext cx="2353814" cy="5373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TW" sz="1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sSub>
                          <m:sSub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 smtClean="0"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,ℓ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4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sSub>
                          <m:sSub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zh-TW" sz="1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sz="1400" b="0" i="1" dirty="0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sz="1400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4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 xmlns="">
            <p:sp>
              <p:nvSpPr>
                <p:cNvPr id="168" name="文字方塊 167">
                  <a:extLst>
                    <a:ext uri="{FF2B5EF4-FFF2-40B4-BE49-F238E27FC236}">
                      <a16:creationId xmlns:a16="http://schemas.microsoft.com/office/drawing/2014/main" id="{6BA1808C-C92C-4237-B41D-2F1FF03D9B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57698" y="5587938"/>
                  <a:ext cx="2353814" cy="537327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73" name="圖形 72">
              <a:extLst>
                <a:ext uri="{FF2B5EF4-FFF2-40B4-BE49-F238E27FC236}">
                  <a16:creationId xmlns:a16="http://schemas.microsoft.com/office/drawing/2014/main" id="{F47A2E19-7CA7-476C-BC77-A5CF94A7F4F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 t="1" r="74259" b="-1"/>
            <a:stretch/>
          </p:blipFill>
          <p:spPr>
            <a:xfrm>
              <a:off x="4996526" y="5200142"/>
              <a:ext cx="167715" cy="154315"/>
            </a:xfrm>
            <a:prstGeom prst="rect">
              <a:avLst/>
            </a:prstGeom>
          </p:spPr>
        </p:pic>
        <p:pic>
          <p:nvPicPr>
            <p:cNvPr id="77" name="圖形 76">
              <a:extLst>
                <a:ext uri="{FF2B5EF4-FFF2-40B4-BE49-F238E27FC236}">
                  <a16:creationId xmlns:a16="http://schemas.microsoft.com/office/drawing/2014/main" id="{9A6EC767-297C-4297-9900-12690A1C59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 t="1" r="74259" b="-1"/>
            <a:stretch/>
          </p:blipFill>
          <p:spPr>
            <a:xfrm>
              <a:off x="6126962" y="5200142"/>
              <a:ext cx="167715" cy="154315"/>
            </a:xfrm>
            <a:prstGeom prst="rect">
              <a:avLst/>
            </a:prstGeom>
          </p:spPr>
        </p:pic>
        <p:pic>
          <p:nvPicPr>
            <p:cNvPr id="80" name="圖形 79">
              <a:extLst>
                <a:ext uri="{FF2B5EF4-FFF2-40B4-BE49-F238E27FC236}">
                  <a16:creationId xmlns:a16="http://schemas.microsoft.com/office/drawing/2014/main" id="{158F3623-8D90-4DE8-926C-FE5A1264594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 t="1" r="74259" b="-1"/>
            <a:stretch/>
          </p:blipFill>
          <p:spPr>
            <a:xfrm>
              <a:off x="5278002" y="4702467"/>
              <a:ext cx="167715" cy="154315"/>
            </a:xfrm>
            <a:prstGeom prst="rect">
              <a:avLst/>
            </a:prstGeom>
          </p:spPr>
        </p:pic>
        <p:pic>
          <p:nvPicPr>
            <p:cNvPr id="81" name="圖形 80">
              <a:extLst>
                <a:ext uri="{FF2B5EF4-FFF2-40B4-BE49-F238E27FC236}">
                  <a16:creationId xmlns:a16="http://schemas.microsoft.com/office/drawing/2014/main" id="{2DC015C5-946E-47B5-87CA-0ADD2C099A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 t="1" r="74259" b="-1"/>
            <a:stretch/>
          </p:blipFill>
          <p:spPr>
            <a:xfrm>
              <a:off x="6408438" y="4702467"/>
              <a:ext cx="167715" cy="154315"/>
            </a:xfrm>
            <a:prstGeom prst="rect">
              <a:avLst/>
            </a:prstGeom>
          </p:spPr>
        </p:pic>
        <p:pic>
          <p:nvPicPr>
            <p:cNvPr id="84" name="圖形 83">
              <a:extLst>
                <a:ext uri="{FF2B5EF4-FFF2-40B4-BE49-F238E27FC236}">
                  <a16:creationId xmlns:a16="http://schemas.microsoft.com/office/drawing/2014/main" id="{0D07AFE1-F298-4F31-9980-CCF01E4A38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 t="1" r="74259" b="-1"/>
            <a:stretch/>
          </p:blipFill>
          <p:spPr>
            <a:xfrm>
              <a:off x="8812062" y="5216679"/>
              <a:ext cx="167715" cy="154315"/>
            </a:xfrm>
            <a:prstGeom prst="rect">
              <a:avLst/>
            </a:prstGeom>
          </p:spPr>
        </p:pic>
        <p:pic>
          <p:nvPicPr>
            <p:cNvPr id="85" name="圖形 84">
              <a:extLst>
                <a:ext uri="{FF2B5EF4-FFF2-40B4-BE49-F238E27FC236}">
                  <a16:creationId xmlns:a16="http://schemas.microsoft.com/office/drawing/2014/main" id="{8D106F84-B92A-45FB-9A37-862D416C6B6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 t="1" r="74259" b="-1"/>
            <a:stretch/>
          </p:blipFill>
          <p:spPr>
            <a:xfrm>
              <a:off x="9942498" y="5216679"/>
              <a:ext cx="167715" cy="154315"/>
            </a:xfrm>
            <a:prstGeom prst="rect">
              <a:avLst/>
            </a:prstGeom>
          </p:spPr>
        </p:pic>
        <p:pic>
          <p:nvPicPr>
            <p:cNvPr id="86" name="圖形 85">
              <a:extLst>
                <a:ext uri="{FF2B5EF4-FFF2-40B4-BE49-F238E27FC236}">
                  <a16:creationId xmlns:a16="http://schemas.microsoft.com/office/drawing/2014/main" id="{E5E7F896-C23A-457B-8871-B27FB9FBCAB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 t="1" r="74259" b="-1"/>
            <a:stretch/>
          </p:blipFill>
          <p:spPr>
            <a:xfrm>
              <a:off x="8583611" y="5800576"/>
              <a:ext cx="167715" cy="154315"/>
            </a:xfrm>
            <a:prstGeom prst="rect">
              <a:avLst/>
            </a:prstGeom>
          </p:spPr>
        </p:pic>
        <p:pic>
          <p:nvPicPr>
            <p:cNvPr id="87" name="圖形 86">
              <a:extLst>
                <a:ext uri="{FF2B5EF4-FFF2-40B4-BE49-F238E27FC236}">
                  <a16:creationId xmlns:a16="http://schemas.microsoft.com/office/drawing/2014/main" id="{BF38F720-1893-4D28-A166-94D022C7FC9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 t="1" r="74259" b="-1"/>
            <a:stretch/>
          </p:blipFill>
          <p:spPr>
            <a:xfrm>
              <a:off x="9714047" y="5800576"/>
              <a:ext cx="167715" cy="154315"/>
            </a:xfrm>
            <a:prstGeom prst="rect">
              <a:avLst/>
            </a:prstGeom>
          </p:spPr>
        </p:pic>
        <p:pic>
          <p:nvPicPr>
            <p:cNvPr id="91" name="圖形 90">
              <a:extLst>
                <a:ext uri="{FF2B5EF4-FFF2-40B4-BE49-F238E27FC236}">
                  <a16:creationId xmlns:a16="http://schemas.microsoft.com/office/drawing/2014/main" id="{6D9C2394-5BCE-4756-B6A5-233BE8BB511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 t="1" r="74259" b="-1"/>
            <a:stretch/>
          </p:blipFill>
          <p:spPr>
            <a:xfrm>
              <a:off x="7386135" y="6105705"/>
              <a:ext cx="167715" cy="154315"/>
            </a:xfrm>
            <a:prstGeom prst="rect">
              <a:avLst/>
            </a:prstGeom>
          </p:spPr>
        </p:pic>
        <p:pic>
          <p:nvPicPr>
            <p:cNvPr id="92" name="圖形 91">
              <a:extLst>
                <a:ext uri="{FF2B5EF4-FFF2-40B4-BE49-F238E27FC236}">
                  <a16:creationId xmlns:a16="http://schemas.microsoft.com/office/drawing/2014/main" id="{1A3BD0B7-8F4D-46FD-BD12-13D710F877A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 t="1" r="74259" b="-1"/>
            <a:stretch/>
          </p:blipFill>
          <p:spPr>
            <a:xfrm>
              <a:off x="7407242" y="4307928"/>
              <a:ext cx="167715" cy="1543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05223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標題 1">
                <a:extLst>
                  <a:ext uri="{FF2B5EF4-FFF2-40B4-BE49-F238E27FC236}">
                    <a16:creationId xmlns:a16="http://schemas.microsoft.com/office/drawing/2014/main" id="{28A707E5-B61D-4E29-8E23-1311BF6F3FC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-24293"/>
                <a:ext cx="12192000" cy="65346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VVB</a:t>
                </a:r>
                <a:r>
                  <a:rPr lang="zh-TW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zh-TW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focus on </a:t>
                </a:r>
                <a14:m>
                  <m:oMath xmlns:m="http://schemas.openxmlformats.org/officeDocument/2006/math">
                    <m:r>
                      <a:rPr lang="en-US" altLang="zh-TW" sz="3200" i="1" dirty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TW" sz="32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3200" b="0" i="1" dirty="0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zh-TW" sz="3200" b="0" i="1" dirty="0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TW" sz="32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8" name="標題 1">
                <a:extLst>
                  <a:ext uri="{FF2B5EF4-FFF2-40B4-BE49-F238E27FC236}">
                    <a16:creationId xmlns:a16="http://schemas.microsoft.com/office/drawing/2014/main" id="{28A707E5-B61D-4E29-8E23-1311BF6F3F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4293"/>
                <a:ext cx="12192000" cy="653467"/>
              </a:xfrm>
              <a:prstGeom prst="rect">
                <a:avLst/>
              </a:prstGeom>
              <a:blipFill>
                <a:blip r:embed="rId2"/>
                <a:stretch>
                  <a:fillRect l="-1250" t="-11215" b="-205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8</a:t>
            </a:fld>
            <a:endParaRPr lang="zh-TW" altLang="en-US"/>
          </a:p>
        </p:txBody>
      </p:sp>
      <p:pic>
        <p:nvPicPr>
          <p:cNvPr id="3" name="圖形 2">
            <a:extLst>
              <a:ext uri="{FF2B5EF4-FFF2-40B4-BE49-F238E27FC236}">
                <a16:creationId xmlns:a16="http://schemas.microsoft.com/office/drawing/2014/main" id="{EC619777-9FDB-4260-A80B-433C8D18F1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67409" y="-259331"/>
            <a:ext cx="729600" cy="172800"/>
          </a:xfrm>
          <a:prstGeom prst="rect">
            <a:avLst/>
          </a:prstGeom>
        </p:spPr>
      </p:pic>
      <p:pic>
        <p:nvPicPr>
          <p:cNvPr id="97" name="圖片 96">
            <a:extLst>
              <a:ext uri="{FF2B5EF4-FFF2-40B4-BE49-F238E27FC236}">
                <a16:creationId xmlns:a16="http://schemas.microsoft.com/office/drawing/2014/main" id="{4E28F7BB-6D98-4BE9-B2C2-D57F5A9A85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1480192" y="2699383"/>
            <a:ext cx="1905414" cy="20545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4B5DDD05-67A2-49A9-97FA-3C74F162D674}"/>
                  </a:ext>
                </a:extLst>
              </p:cNvPr>
              <p:cNvSpPr/>
              <p:nvPr/>
            </p:nvSpPr>
            <p:spPr>
              <a:xfrm>
                <a:off x="1955561" y="2489118"/>
                <a:ext cx="85433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′,ℓ′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4B5DDD05-67A2-49A9-97FA-3C74F162D6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5561" y="2489118"/>
                <a:ext cx="854336" cy="369332"/>
              </a:xfrm>
              <a:prstGeom prst="rect">
                <a:avLst/>
              </a:prstGeom>
              <a:blipFill>
                <a:blip r:embed="rId6"/>
                <a:stretch>
                  <a:fillRect t="-119672" r="-55000" b="-1836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9" name="群組 98">
            <a:extLst>
              <a:ext uri="{FF2B5EF4-FFF2-40B4-BE49-F238E27FC236}">
                <a16:creationId xmlns:a16="http://schemas.microsoft.com/office/drawing/2014/main" id="{745CFC6F-B31D-4111-93DD-5F06B724D1F6}"/>
              </a:ext>
            </a:extLst>
          </p:cNvPr>
          <p:cNvGrpSpPr/>
          <p:nvPr/>
        </p:nvGrpSpPr>
        <p:grpSpPr>
          <a:xfrm rot="3736100">
            <a:off x="118999" y="3045632"/>
            <a:ext cx="1615465" cy="1339222"/>
            <a:chOff x="1150620" y="2040672"/>
            <a:chExt cx="2887980" cy="2394139"/>
          </a:xfrm>
        </p:grpSpPr>
        <p:pic>
          <p:nvPicPr>
            <p:cNvPr id="100" name="圖片 99">
              <a:extLst>
                <a:ext uri="{FF2B5EF4-FFF2-40B4-BE49-F238E27FC236}">
                  <a16:creationId xmlns:a16="http://schemas.microsoft.com/office/drawing/2014/main" id="{CA4ECDB8-0FAD-4701-AECF-A8E7812191E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0517" b="50711"/>
            <a:stretch/>
          </p:blipFill>
          <p:spPr>
            <a:xfrm>
              <a:off x="1198879" y="2040672"/>
              <a:ext cx="2839721" cy="2394139"/>
            </a:xfrm>
            <a:prstGeom prst="rect">
              <a:avLst/>
            </a:prstGeom>
          </p:spPr>
        </p:pic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2BE98388-05E2-46DB-AEC8-4ACA1940449C}"/>
                </a:ext>
              </a:extLst>
            </p:cNvPr>
            <p:cNvSpPr/>
            <p:nvPr/>
          </p:nvSpPr>
          <p:spPr>
            <a:xfrm>
              <a:off x="1150620" y="2095500"/>
              <a:ext cx="213360" cy="236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sp>
        <p:nvSpPr>
          <p:cNvPr id="102" name="等腰三角形 101">
            <a:extLst>
              <a:ext uri="{FF2B5EF4-FFF2-40B4-BE49-F238E27FC236}">
                <a16:creationId xmlns:a16="http://schemas.microsoft.com/office/drawing/2014/main" id="{CC44047A-601F-4FCE-B3E3-4E839186C9D4}"/>
              </a:ext>
            </a:extLst>
          </p:cNvPr>
          <p:cNvSpPr/>
          <p:nvPr/>
        </p:nvSpPr>
        <p:spPr>
          <a:xfrm rot="10800000">
            <a:off x="881816" y="4497776"/>
            <a:ext cx="200220" cy="16769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77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557E38A9-14C6-4BC1-ABA2-9D69729D09C7}"/>
                  </a:ext>
                </a:extLst>
              </p:cNvPr>
              <p:cNvSpPr/>
              <p:nvPr/>
            </p:nvSpPr>
            <p:spPr>
              <a:xfrm>
                <a:off x="666691" y="2489118"/>
                <a:ext cx="74135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,ℓ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557E38A9-14C6-4BC1-ABA2-9D69729D09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691" y="2489118"/>
                <a:ext cx="741357" cy="369332"/>
              </a:xfrm>
              <a:prstGeom prst="rect">
                <a:avLst/>
              </a:prstGeom>
              <a:blipFill>
                <a:blip r:embed="rId8"/>
                <a:stretch>
                  <a:fillRect t="-119672" r="-63934" b="-1836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6" name="直線接點 75">
            <a:extLst>
              <a:ext uri="{FF2B5EF4-FFF2-40B4-BE49-F238E27FC236}">
                <a16:creationId xmlns:a16="http://schemas.microsoft.com/office/drawing/2014/main" id="{FD7FE551-4061-4646-B428-E3465E2A63DC}"/>
              </a:ext>
            </a:extLst>
          </p:cNvPr>
          <p:cNvCxnSpPr>
            <a:cxnSpLocks/>
          </p:cNvCxnSpPr>
          <p:nvPr/>
        </p:nvCxnSpPr>
        <p:spPr>
          <a:xfrm>
            <a:off x="3501785" y="619338"/>
            <a:ext cx="0" cy="622913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575A7B43-3137-4BE0-B641-632372599F32}"/>
                  </a:ext>
                </a:extLst>
              </p:cNvPr>
              <p:cNvSpPr/>
              <p:nvPr/>
            </p:nvSpPr>
            <p:spPr>
              <a:xfrm>
                <a:off x="7020839" y="2313962"/>
                <a:ext cx="3569952" cy="47686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00" i="1" dirty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TW" altLang="en-US" sz="19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,ℓ,</m:t>
                          </m:r>
                          <m:sSup>
                            <m:sSup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TW" sz="1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>
                          <m:r>
                            <a:rPr lang="en-US" altLang="zh-TW" sz="19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∥</m:t>
                          </m:r>
                        </m:sup>
                      </m:sSubSup>
                      <m:d>
                        <m:d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  <m:r>
                        <a:rPr lang="en-US" altLang="zh-TW" sz="1900" b="1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TW" altLang="en-US" sz="19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,ℓ,</m:t>
                          </m:r>
                          <m:sSup>
                            <m:sSup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TW" sz="1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>
                          <m:r>
                            <a:rPr lang="en-US" altLang="zh-TW" sz="19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sup>
                      </m:sSubSup>
                      <m:d>
                        <m:d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1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575A7B43-3137-4BE0-B641-632372599F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0839" y="2313962"/>
                <a:ext cx="3569952" cy="47686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內容版面配置區 2">
            <a:extLst>
              <a:ext uri="{FF2B5EF4-FFF2-40B4-BE49-F238E27FC236}">
                <a16:creationId xmlns:a16="http://schemas.microsoft.com/office/drawing/2014/main" id="{0DCECBD5-6900-4B7A-A465-BB17FBD90AAB}"/>
              </a:ext>
            </a:extLst>
          </p:cNvPr>
          <p:cNvSpPr txBox="1">
            <a:spLocks/>
          </p:cNvSpPr>
          <p:nvPr/>
        </p:nvSpPr>
        <p:spPr>
          <a:xfrm>
            <a:off x="3493886" y="668945"/>
            <a:ext cx="4690815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vortex beams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8" name="圖形 87">
            <a:extLst>
              <a:ext uri="{FF2B5EF4-FFF2-40B4-BE49-F238E27FC236}">
                <a16:creationId xmlns:a16="http://schemas.microsoft.com/office/drawing/2014/main" id="{79D5E2C4-DC90-4B03-AF1C-0CA3117BF04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75196"/>
          <a:stretch/>
        </p:blipFill>
        <p:spPr>
          <a:xfrm>
            <a:off x="9098760" y="2460595"/>
            <a:ext cx="223834" cy="213728"/>
          </a:xfrm>
          <a:prstGeom prst="rect">
            <a:avLst/>
          </a:prstGeom>
        </p:spPr>
      </p:pic>
      <p:pic>
        <p:nvPicPr>
          <p:cNvPr id="89" name="圖形 88">
            <a:extLst>
              <a:ext uri="{FF2B5EF4-FFF2-40B4-BE49-F238E27FC236}">
                <a16:creationId xmlns:a16="http://schemas.microsoft.com/office/drawing/2014/main" id="{9891EA49-CC2C-4C2F-A948-44255F0BD0E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75196"/>
          <a:stretch/>
        </p:blipFill>
        <p:spPr>
          <a:xfrm>
            <a:off x="7422360" y="2460595"/>
            <a:ext cx="223834" cy="213728"/>
          </a:xfrm>
          <a:prstGeom prst="rect">
            <a:avLst/>
          </a:prstGeom>
        </p:spPr>
      </p:pic>
      <p:grpSp>
        <p:nvGrpSpPr>
          <p:cNvPr id="6" name="群組 5">
            <a:extLst>
              <a:ext uri="{FF2B5EF4-FFF2-40B4-BE49-F238E27FC236}">
                <a16:creationId xmlns:a16="http://schemas.microsoft.com/office/drawing/2014/main" id="{024A0056-10BE-43AF-83F8-462FC3FBC678}"/>
              </a:ext>
            </a:extLst>
          </p:cNvPr>
          <p:cNvGrpSpPr/>
          <p:nvPr/>
        </p:nvGrpSpPr>
        <p:grpSpPr>
          <a:xfrm>
            <a:off x="4285713" y="1337188"/>
            <a:ext cx="6610887" cy="717376"/>
            <a:chOff x="4285713" y="1337188"/>
            <a:chExt cx="6610887" cy="717376"/>
          </a:xfrm>
        </p:grpSpPr>
        <p:pic>
          <p:nvPicPr>
            <p:cNvPr id="85" name="圖形 84">
              <a:extLst>
                <a:ext uri="{FF2B5EF4-FFF2-40B4-BE49-F238E27FC236}">
                  <a16:creationId xmlns:a16="http://schemas.microsoft.com/office/drawing/2014/main" id="{6314E3E4-09C9-48E8-A6BC-9A111B60433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 t="1" r="53142" b="-1"/>
            <a:stretch/>
          </p:blipFill>
          <p:spPr>
            <a:xfrm>
              <a:off x="4285713" y="1646366"/>
              <a:ext cx="224841" cy="172247"/>
            </a:xfrm>
            <a:prstGeom prst="rect">
              <a:avLst/>
            </a:prstGeom>
          </p:spPr>
        </p:pic>
        <p:grpSp>
          <p:nvGrpSpPr>
            <p:cNvPr id="2" name="群組 1">
              <a:extLst>
                <a:ext uri="{FF2B5EF4-FFF2-40B4-BE49-F238E27FC236}">
                  <a16:creationId xmlns:a16="http://schemas.microsoft.com/office/drawing/2014/main" id="{9F0E93D1-AF53-4ADD-8DB7-28E38059324D}"/>
                </a:ext>
              </a:extLst>
            </p:cNvPr>
            <p:cNvGrpSpPr/>
            <p:nvPr/>
          </p:nvGrpSpPr>
          <p:grpSpPr>
            <a:xfrm>
              <a:off x="4366417" y="1337188"/>
              <a:ext cx="6530183" cy="717376"/>
              <a:chOff x="4366417" y="1337188"/>
              <a:chExt cx="6530183" cy="71737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6" name="TextBox 11">
                    <a:extLst>
                      <a:ext uri="{FF2B5EF4-FFF2-40B4-BE49-F238E27FC236}">
                        <a16:creationId xmlns:a16="http://schemas.microsoft.com/office/drawing/2014/main" id="{C471605F-2C3F-4AA8-AB9E-A6161C0465C0}"/>
                      </a:ext>
                    </a:extLst>
                  </p:cNvPr>
                  <p:cNvSpPr txBox="1"/>
                  <p:nvPr/>
                </p:nvSpPr>
                <p:spPr>
                  <a:xfrm>
                    <a:off x="4366417" y="1337188"/>
                    <a:ext cx="6530183" cy="71737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9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 b="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sz="1900" b="0" i="1" dirty="0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sz="1900" b="0" i="1" dirty="0" smtClean="0">
                                  <a:latin typeface="Cambria Math" panose="02040503050406030204" pitchFamily="18" charset="0"/>
                                </a:rPr>
                                <m:t>,ℓ,</m:t>
                              </m:r>
                              <m:sSup>
                                <m:sSupPr>
                                  <m:ctrlP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  <m:sup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sz="19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9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  <m:r>
                                <a:rPr lang="en-US" altLang="zh-TW" sz="1900" b="0" i="1" smtClean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altLang="zh-TW" sz="19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TW" sz="19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19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TW" sz="19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900" i="1" dirty="0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altLang="zh-TW" sz="19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  <m:sSub>
                            <m:sSubPr>
                              <m:ctrlP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</m:e>
                            <m:sub>
                              <m: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  <m:t>,ℓ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9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  <m:sSub>
                            <m:sSubPr>
                              <m:ctrlP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TW" sz="200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  <m:sup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9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en-US" sz="1900" i="1" dirty="0">
                      <a:solidFill>
                        <a:schemeClr val="tx1"/>
                      </a:solidFill>
                      <a:latin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6" name="TextBox 11">
                    <a:extLst>
                      <a:ext uri="{FF2B5EF4-FFF2-40B4-BE49-F238E27FC236}">
                        <a16:creationId xmlns:a16="http://schemas.microsoft.com/office/drawing/2014/main" id="{C471605F-2C3F-4AA8-AB9E-A6161C0465C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66417" y="1337188"/>
                    <a:ext cx="6530183" cy="717376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90" name="圖形 89">
                <a:extLst>
                  <a:ext uri="{FF2B5EF4-FFF2-40B4-BE49-F238E27FC236}">
                    <a16:creationId xmlns:a16="http://schemas.microsoft.com/office/drawing/2014/main" id="{4399EA71-7392-4E3F-A983-57220762A11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 r="75196"/>
              <a:stretch/>
            </p:blipFill>
            <p:spPr>
              <a:xfrm>
                <a:off x="9346410" y="1603345"/>
                <a:ext cx="223834" cy="213728"/>
              </a:xfrm>
              <a:prstGeom prst="rect">
                <a:avLst/>
              </a:prstGeom>
            </p:spPr>
          </p:pic>
          <p:pic>
            <p:nvPicPr>
              <p:cNvPr id="91" name="圖形 90">
                <a:extLst>
                  <a:ext uri="{FF2B5EF4-FFF2-40B4-BE49-F238E27FC236}">
                    <a16:creationId xmlns:a16="http://schemas.microsoft.com/office/drawing/2014/main" id="{EF33C632-4E6A-4155-8903-2172CD9E747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 r="75196"/>
              <a:stretch/>
            </p:blipFill>
            <p:spPr>
              <a:xfrm>
                <a:off x="7739860" y="1603345"/>
                <a:ext cx="223834" cy="213728"/>
              </a:xfrm>
              <a:prstGeom prst="rect">
                <a:avLst/>
              </a:prstGeom>
            </p:spPr>
          </p:pic>
        </p:grpSp>
      </p:grpSp>
      <p:sp>
        <p:nvSpPr>
          <p:cNvPr id="154" name="矩形 153">
            <a:extLst>
              <a:ext uri="{FF2B5EF4-FFF2-40B4-BE49-F238E27FC236}">
                <a16:creationId xmlns:a16="http://schemas.microsoft.com/office/drawing/2014/main" id="{CD154BC3-9A81-40E9-A184-8517D3234BFC}"/>
              </a:ext>
            </a:extLst>
          </p:cNvPr>
          <p:cNvSpPr/>
          <p:nvPr/>
        </p:nvSpPr>
        <p:spPr>
          <a:xfrm>
            <a:off x="3501784" y="3279127"/>
            <a:ext cx="8690215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 in Poincaré sphere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25D2C75B-A19E-4798-8B19-B0E572716BE3}"/>
              </a:ext>
            </a:extLst>
          </p:cNvPr>
          <p:cNvGrpSpPr/>
          <p:nvPr/>
        </p:nvGrpSpPr>
        <p:grpSpPr>
          <a:xfrm>
            <a:off x="4646493" y="4213280"/>
            <a:ext cx="3819197" cy="2109281"/>
            <a:chOff x="4646493" y="4213280"/>
            <a:chExt cx="3819197" cy="2109281"/>
          </a:xfrm>
        </p:grpSpPr>
        <p:grpSp>
          <p:nvGrpSpPr>
            <p:cNvPr id="5" name="群組 4">
              <a:extLst>
                <a:ext uri="{FF2B5EF4-FFF2-40B4-BE49-F238E27FC236}">
                  <a16:creationId xmlns:a16="http://schemas.microsoft.com/office/drawing/2014/main" id="{030D0B00-9B16-4D1D-B13D-AC4F6C006717}"/>
                </a:ext>
              </a:extLst>
            </p:cNvPr>
            <p:cNvGrpSpPr/>
            <p:nvPr/>
          </p:nvGrpSpPr>
          <p:grpSpPr>
            <a:xfrm>
              <a:off x="4646493" y="4213280"/>
              <a:ext cx="3819197" cy="2109281"/>
              <a:chOff x="4646493" y="4213280"/>
              <a:chExt cx="3819197" cy="2109281"/>
            </a:xfrm>
          </p:grpSpPr>
          <p:grpSp>
            <p:nvGrpSpPr>
              <p:cNvPr id="94" name="群組 93">
                <a:extLst>
                  <a:ext uri="{FF2B5EF4-FFF2-40B4-BE49-F238E27FC236}">
                    <a16:creationId xmlns:a16="http://schemas.microsoft.com/office/drawing/2014/main" id="{A42DFD24-9F1D-4B3F-9E0B-D1F96BA57712}"/>
                  </a:ext>
                </a:extLst>
              </p:cNvPr>
              <p:cNvGrpSpPr/>
              <p:nvPr/>
            </p:nvGrpSpPr>
            <p:grpSpPr>
              <a:xfrm>
                <a:off x="7020788" y="4532490"/>
                <a:ext cx="1444902" cy="1497416"/>
                <a:chOff x="3721242" y="3310384"/>
                <a:chExt cx="2392791" cy="2479757"/>
              </a:xfrm>
            </p:grpSpPr>
            <p:sp>
              <p:nvSpPr>
                <p:cNvPr id="126" name="Oval 14">
                  <a:extLst>
                    <a:ext uri="{FF2B5EF4-FFF2-40B4-BE49-F238E27FC236}">
                      <a16:creationId xmlns:a16="http://schemas.microsoft.com/office/drawing/2014/main" id="{8DE021CB-94F7-4847-9733-9D55486E87BE}"/>
                    </a:ext>
                  </a:extLst>
                </p:cNvPr>
                <p:cNvSpPr/>
                <p:nvPr/>
              </p:nvSpPr>
              <p:spPr>
                <a:xfrm>
                  <a:off x="4791894" y="3322057"/>
                  <a:ext cx="240811" cy="24944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D1D1D1"/>
                    </a:gs>
                    <a:gs pos="23000">
                      <a:schemeClr val="bg1">
                        <a:lumMod val="85000"/>
                      </a:schemeClr>
                    </a:gs>
                    <a:gs pos="69000">
                      <a:schemeClr val="accent3">
                        <a:lumMod val="75000"/>
                      </a:schemeClr>
                    </a:gs>
                    <a:gs pos="97000">
                      <a:schemeClr val="accent3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dirty="0"/>
                </a:p>
              </p:txBody>
            </p:sp>
            <p:sp>
              <p:nvSpPr>
                <p:cNvPr id="127" name="Oval 4">
                  <a:extLst>
                    <a:ext uri="{FF2B5EF4-FFF2-40B4-BE49-F238E27FC236}">
                      <a16:creationId xmlns:a16="http://schemas.microsoft.com/office/drawing/2014/main" id="{6E347858-472B-42DB-A4C1-963C787F2CC9}"/>
                    </a:ext>
                  </a:extLst>
                </p:cNvPr>
                <p:cNvSpPr/>
                <p:nvPr/>
              </p:nvSpPr>
              <p:spPr>
                <a:xfrm>
                  <a:off x="3845276" y="3446782"/>
                  <a:ext cx="2140546" cy="2217330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chemeClr val="accent3">
                        <a:lumMod val="60000"/>
                        <a:lumOff val="40000"/>
                        <a:alpha val="60000"/>
                      </a:schemeClr>
                    </a:gs>
                    <a:gs pos="55000">
                      <a:schemeClr val="accent3">
                        <a:lumMod val="40000"/>
                        <a:lumOff val="60000"/>
                        <a:alpha val="60000"/>
                      </a:schemeClr>
                    </a:gs>
                    <a:gs pos="0">
                      <a:schemeClr val="bg1">
                        <a:alpha val="60000"/>
                      </a:schemeClr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  <a:ln w="57150">
                  <a:solidFill>
                    <a:srgbClr val="D5D7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dirty="0"/>
                </a:p>
              </p:txBody>
            </p:sp>
            <p:sp>
              <p:nvSpPr>
                <p:cNvPr id="128" name="Oval 15">
                  <a:extLst>
                    <a:ext uri="{FF2B5EF4-FFF2-40B4-BE49-F238E27FC236}">
                      <a16:creationId xmlns:a16="http://schemas.microsoft.com/office/drawing/2014/main" id="{A0D3D759-55F6-4611-A52C-F9BBB8E7DB87}"/>
                    </a:ext>
                  </a:extLst>
                </p:cNvPr>
                <p:cNvSpPr/>
                <p:nvPr/>
              </p:nvSpPr>
              <p:spPr>
                <a:xfrm>
                  <a:off x="4791894" y="5538142"/>
                  <a:ext cx="240811" cy="249449"/>
                </a:xfrm>
                <a:prstGeom prst="ellipse">
                  <a:avLst/>
                </a:prstGeom>
                <a:gradFill flip="none" rotWithShape="1">
                  <a:gsLst>
                    <a:gs pos="17000">
                      <a:srgbClr val="D1D1D1"/>
                    </a:gs>
                    <a:gs pos="0">
                      <a:schemeClr val="bg1">
                        <a:lumMod val="85000"/>
                      </a:schemeClr>
                    </a:gs>
                    <a:gs pos="60000">
                      <a:schemeClr val="accent3">
                        <a:lumMod val="75000"/>
                      </a:schemeClr>
                    </a:gs>
                    <a:gs pos="97000">
                      <a:schemeClr val="accent3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dirty="0"/>
                </a:p>
              </p:txBody>
            </p:sp>
            <p:sp>
              <p:nvSpPr>
                <p:cNvPr id="129" name="SHO">
                  <a:extLst>
                    <a:ext uri="{FF2B5EF4-FFF2-40B4-BE49-F238E27FC236}">
                      <a16:creationId xmlns:a16="http://schemas.microsoft.com/office/drawing/2014/main" id="{4648484F-4E04-48C1-992B-2295C73778D0}"/>
                    </a:ext>
                  </a:extLst>
                </p:cNvPr>
                <p:cNvSpPr/>
                <p:nvPr/>
              </p:nvSpPr>
              <p:spPr>
                <a:xfrm rot="16200000">
                  <a:off x="4450768" y="3485915"/>
                  <a:ext cx="923063" cy="2140546"/>
                </a:xfrm>
                <a:prstGeom prst="arc">
                  <a:avLst>
                    <a:gd name="adj1" fmla="val 5396867"/>
                    <a:gd name="adj2" fmla="val 5395779"/>
                  </a:avLst>
                </a:prstGeom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7000">
                      <a:schemeClr val="bg1">
                        <a:lumMod val="50000"/>
                      </a:schemeClr>
                    </a:gs>
                    <a:gs pos="97000">
                      <a:srgbClr val="5E5E5E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3175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dirty="0"/>
                </a:p>
              </p:txBody>
            </p:sp>
            <p:sp>
              <p:nvSpPr>
                <p:cNvPr id="130" name="SVO">
                  <a:extLst>
                    <a:ext uri="{FF2B5EF4-FFF2-40B4-BE49-F238E27FC236}">
                      <a16:creationId xmlns:a16="http://schemas.microsoft.com/office/drawing/2014/main" id="{A56B1262-0010-4BED-9CD5-7EE637B490D5}"/>
                    </a:ext>
                  </a:extLst>
                </p:cNvPr>
                <p:cNvSpPr/>
                <p:nvPr/>
              </p:nvSpPr>
              <p:spPr>
                <a:xfrm>
                  <a:off x="4375829" y="3447523"/>
                  <a:ext cx="1070273" cy="2217330"/>
                </a:xfrm>
                <a:prstGeom prst="ellipse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131" name="Oval 6">
                  <a:extLst>
                    <a:ext uri="{FF2B5EF4-FFF2-40B4-BE49-F238E27FC236}">
                      <a16:creationId xmlns:a16="http://schemas.microsoft.com/office/drawing/2014/main" id="{813BBBDD-CA98-4983-A811-CF04923F7779}"/>
                    </a:ext>
                  </a:extLst>
                </p:cNvPr>
                <p:cNvSpPr/>
                <p:nvPr/>
              </p:nvSpPr>
              <p:spPr>
                <a:xfrm rot="16200000">
                  <a:off x="4450768" y="3485915"/>
                  <a:ext cx="923063" cy="2140546"/>
                </a:xfrm>
                <a:prstGeom prst="ellipse">
                  <a:avLst/>
                </a:prstGeom>
                <a:noFill/>
                <a:ln w="38100">
                  <a:solidFill>
                    <a:schemeClr val="tx1">
                      <a:alpha val="6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dirty="0"/>
                </a:p>
              </p:txBody>
            </p:sp>
            <p:sp>
              <p:nvSpPr>
                <p:cNvPr id="132" name="Partial Circle 9">
                  <a:extLst>
                    <a:ext uri="{FF2B5EF4-FFF2-40B4-BE49-F238E27FC236}">
                      <a16:creationId xmlns:a16="http://schemas.microsoft.com/office/drawing/2014/main" id="{89431E95-D66E-4B70-BC6B-847591E8C88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6200000" flipH="1">
                  <a:off x="4732812" y="4207797"/>
                  <a:ext cx="352180" cy="679968"/>
                </a:xfrm>
                <a:prstGeom prst="pie">
                  <a:avLst>
                    <a:gd name="adj1" fmla="val 16258856"/>
                    <a:gd name="adj2" fmla="val 19252600"/>
                  </a:avLst>
                </a:prstGeom>
                <a:gradFill flip="none" rotWithShape="1">
                  <a:gsLst>
                    <a:gs pos="0">
                      <a:srgbClr val="007E00"/>
                    </a:gs>
                    <a:gs pos="36000">
                      <a:srgbClr val="45C845">
                        <a:alpha val="60000"/>
                      </a:srgbClr>
                    </a:gs>
                    <a:gs pos="100000">
                      <a:srgbClr val="B9FFB9">
                        <a:alpha val="60000"/>
                      </a:srgbClr>
                    </a:gs>
                  </a:gsLst>
                  <a:lin ang="2700000" scaled="1"/>
                  <a:tileRect/>
                </a:gradFill>
                <a:ln w="19050">
                  <a:solidFill>
                    <a:srgbClr val="319B1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3" name="TextBox 10">
                      <a:extLst>
                        <a:ext uri="{FF2B5EF4-FFF2-40B4-BE49-F238E27FC236}">
                          <a16:creationId xmlns:a16="http://schemas.microsoft.com/office/drawing/2014/main" id="{3F4292D4-54ED-4C94-8906-6A0A0B4054D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92158" y="4464519"/>
                      <a:ext cx="262273" cy="5606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oMath>
                        </m:oMathPara>
                      </a14:m>
                      <a:endParaRPr lang="en-US" sz="16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79" name="TextBox 10">
                      <a:extLst>
                        <a:ext uri="{FF2B5EF4-FFF2-40B4-BE49-F238E27FC236}">
                          <a16:creationId xmlns:a16="http://schemas.microsoft.com/office/drawing/2014/main" id="{38EB17A8-7EEF-478C-AC0E-15BCA708697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292158" y="4464519"/>
                      <a:ext cx="262273" cy="560654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 r="-5769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4" name="TextBox 11">
                      <a:extLst>
                        <a:ext uri="{FF2B5EF4-FFF2-40B4-BE49-F238E27FC236}">
                          <a16:creationId xmlns:a16="http://schemas.microsoft.com/office/drawing/2014/main" id="{507B898C-4E2D-42E2-BC69-91F4F6D7855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13277" y="4277542"/>
                      <a:ext cx="262273" cy="5606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oMath>
                        </m:oMathPara>
                      </a14:m>
                      <a:endParaRPr lang="en-US" sz="1600" dirty="0"/>
                    </a:p>
                  </p:txBody>
                </p:sp>
              </mc:Choice>
              <mc:Fallback xmlns="">
                <p:sp>
                  <p:nvSpPr>
                    <p:cNvPr id="80" name="TextBox 11">
                      <a:extLst>
                        <a:ext uri="{FF2B5EF4-FFF2-40B4-BE49-F238E27FC236}">
                          <a16:creationId xmlns:a16="http://schemas.microsoft.com/office/drawing/2014/main" id="{0F428916-F16F-4C3D-82C5-4FC68C4D109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13277" y="4277542"/>
                      <a:ext cx="262273" cy="560654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 r="-50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35" name="Oval 22">
                  <a:extLst>
                    <a:ext uri="{FF2B5EF4-FFF2-40B4-BE49-F238E27FC236}">
                      <a16:creationId xmlns:a16="http://schemas.microsoft.com/office/drawing/2014/main" id="{C44BBE5D-960E-41FF-A63D-DE1B92AF746D}"/>
                    </a:ext>
                  </a:extLst>
                </p:cNvPr>
                <p:cNvSpPr/>
                <p:nvPr/>
              </p:nvSpPr>
              <p:spPr>
                <a:xfrm>
                  <a:off x="4790490" y="5538141"/>
                  <a:ext cx="252000" cy="252000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chemeClr val="tx1">
                        <a:lumMod val="85000"/>
                        <a:lumOff val="15000"/>
                      </a:schemeClr>
                    </a:gs>
                    <a:gs pos="50000">
                      <a:schemeClr val="tx1">
                        <a:lumMod val="65000"/>
                        <a:lumOff val="35000"/>
                        <a:tint val="44500"/>
                        <a:satMod val="160000"/>
                      </a:schemeClr>
                    </a:gs>
                    <a:gs pos="0">
                      <a:schemeClr val="tx1">
                        <a:lumMod val="65000"/>
                        <a:lumOff val="35000"/>
                        <a:tint val="23500"/>
                        <a:satMod val="16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dirty="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6" name="TextBox 12">
                      <a:extLst>
                        <a:ext uri="{FF2B5EF4-FFF2-40B4-BE49-F238E27FC236}">
                          <a16:creationId xmlns:a16="http://schemas.microsoft.com/office/drawing/2014/main" id="{5F42856C-2686-4BA6-8A2A-4D59CB08273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086742" y="4552177"/>
                      <a:ext cx="262273" cy="5606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oMath>
                        </m:oMathPara>
                      </a14:m>
                      <a:endParaRPr lang="en-US" sz="1600" dirty="0"/>
                    </a:p>
                  </p:txBody>
                </p:sp>
              </mc:Choice>
              <mc:Fallback xmlns="">
                <p:sp>
                  <p:nvSpPr>
                    <p:cNvPr id="82" name="TextBox 12">
                      <a:extLst>
                        <a:ext uri="{FF2B5EF4-FFF2-40B4-BE49-F238E27FC236}">
                          <a16:creationId xmlns:a16="http://schemas.microsoft.com/office/drawing/2014/main" id="{14CF689C-59F6-4C1A-8466-9046C3CE0DC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086742" y="4552177"/>
                      <a:ext cx="262273" cy="560654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 r="-65385" b="-363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7" name="TextBox 13">
                      <a:extLst>
                        <a:ext uri="{FF2B5EF4-FFF2-40B4-BE49-F238E27FC236}">
                          <a16:creationId xmlns:a16="http://schemas.microsoft.com/office/drawing/2014/main" id="{74CDAE2B-BA7D-4D77-8643-FE93A4A9891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726301" y="3535973"/>
                      <a:ext cx="262273" cy="5606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oMath>
                        </m:oMathPara>
                      </a14:m>
                      <a:endParaRPr lang="en-US" sz="1600" dirty="0"/>
                    </a:p>
                  </p:txBody>
                </p:sp>
              </mc:Choice>
              <mc:Fallback xmlns="">
                <p:sp>
                  <p:nvSpPr>
                    <p:cNvPr id="83" name="TextBox 13">
                      <a:extLst>
                        <a:ext uri="{FF2B5EF4-FFF2-40B4-BE49-F238E27FC236}">
                          <a16:creationId xmlns:a16="http://schemas.microsoft.com/office/drawing/2014/main" id="{9714FE09-9A4C-41AC-BDAF-DDFAB90C9D0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726301" y="3535973"/>
                      <a:ext cx="262273" cy="560654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 r="-4230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38" name="DVO">
                  <a:extLst>
                    <a:ext uri="{FF2B5EF4-FFF2-40B4-BE49-F238E27FC236}">
                      <a16:creationId xmlns:a16="http://schemas.microsoft.com/office/drawing/2014/main" id="{43C7AFD2-1064-4871-9687-622A693B10F4}"/>
                    </a:ext>
                  </a:extLst>
                </p:cNvPr>
                <p:cNvSpPr/>
                <p:nvPr/>
              </p:nvSpPr>
              <p:spPr>
                <a:xfrm flipH="1">
                  <a:off x="4375829" y="3447523"/>
                  <a:ext cx="1070273" cy="2217330"/>
                </a:xfrm>
                <a:prstGeom prst="arc">
                  <a:avLst>
                    <a:gd name="adj1" fmla="val 5396867"/>
                    <a:gd name="adj2" fmla="val 16170484"/>
                  </a:avLst>
                </a:prstGeom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dirty="0"/>
                </a:p>
              </p:txBody>
            </p:sp>
            <p:cxnSp>
              <p:nvCxnSpPr>
                <p:cNvPr id="139" name="Straight Arrow Connector 17">
                  <a:extLst>
                    <a:ext uri="{FF2B5EF4-FFF2-40B4-BE49-F238E27FC236}">
                      <a16:creationId xmlns:a16="http://schemas.microsoft.com/office/drawing/2014/main" id="{1241F73F-2354-4576-9B2C-BCB10E9FFF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580724" y="4549013"/>
                  <a:ext cx="328471" cy="424757"/>
                </a:xfrm>
                <a:prstGeom prst="straightConnector1">
                  <a:avLst/>
                </a:prstGeom>
                <a:ln w="53975">
                  <a:solidFill>
                    <a:srgbClr val="238109"/>
                  </a:solidFill>
                  <a:tailEnd type="stealth" w="lg" len="lg"/>
                </a:ln>
              </p:spPr>
              <p:style>
                <a:lnRef idx="3">
                  <a:schemeClr val="accent6"/>
                </a:lnRef>
                <a:fillRef idx="0">
                  <a:schemeClr val="accent6"/>
                </a:fillRef>
                <a:effectRef idx="2">
                  <a:schemeClr val="accent6"/>
                </a:effectRef>
                <a:fontRef idx="minor">
                  <a:schemeClr val="tx1"/>
                </a:fontRef>
              </p:style>
            </p:cxnSp>
            <p:sp>
              <p:nvSpPr>
                <p:cNvPr id="140" name="Oval 23">
                  <a:extLst>
                    <a:ext uri="{FF2B5EF4-FFF2-40B4-BE49-F238E27FC236}">
                      <a16:creationId xmlns:a16="http://schemas.microsoft.com/office/drawing/2014/main" id="{BED0A9B3-F456-4417-A648-2A6F8438FE1A}"/>
                    </a:ext>
                  </a:extLst>
                </p:cNvPr>
                <p:cNvSpPr/>
                <p:nvPr/>
              </p:nvSpPr>
              <p:spPr>
                <a:xfrm>
                  <a:off x="5862033" y="4431462"/>
                  <a:ext cx="252000" cy="252000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chemeClr val="tx1">
                        <a:lumMod val="85000"/>
                        <a:lumOff val="15000"/>
                      </a:schemeClr>
                    </a:gs>
                    <a:gs pos="50000">
                      <a:schemeClr val="tx1">
                        <a:lumMod val="65000"/>
                        <a:lumOff val="35000"/>
                        <a:tint val="44500"/>
                        <a:satMod val="160000"/>
                      </a:schemeClr>
                    </a:gs>
                    <a:gs pos="0">
                      <a:schemeClr val="tx1">
                        <a:lumMod val="65000"/>
                        <a:lumOff val="35000"/>
                        <a:tint val="23500"/>
                        <a:satMod val="16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dirty="0"/>
                </a:p>
              </p:txBody>
            </p:sp>
            <p:sp>
              <p:nvSpPr>
                <p:cNvPr id="141" name="Partial Circle 9">
                  <a:extLst>
                    <a:ext uri="{FF2B5EF4-FFF2-40B4-BE49-F238E27FC236}">
                      <a16:creationId xmlns:a16="http://schemas.microsoft.com/office/drawing/2014/main" id="{0EE6BB8D-74D1-4BAE-ADEE-C8502B98B90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777039" y="4295384"/>
                  <a:ext cx="246001" cy="496848"/>
                </a:xfrm>
                <a:prstGeom prst="pie">
                  <a:avLst>
                    <a:gd name="adj1" fmla="val 16258856"/>
                    <a:gd name="adj2" fmla="val 19252600"/>
                  </a:avLst>
                </a:prstGeom>
                <a:gradFill flip="none" rotWithShape="1">
                  <a:gsLst>
                    <a:gs pos="0">
                      <a:schemeClr val="accent5">
                        <a:lumMod val="60000"/>
                        <a:lumOff val="40000"/>
                        <a:shade val="30000"/>
                        <a:satMod val="115000"/>
                      </a:schemeClr>
                    </a:gs>
                    <a:gs pos="50000">
                      <a:schemeClr val="accent5">
                        <a:lumMod val="60000"/>
                        <a:lumOff val="40000"/>
                        <a:shade val="67500"/>
                        <a:satMod val="115000"/>
                      </a:schemeClr>
                    </a:gs>
                    <a:gs pos="100000">
                      <a:schemeClr val="accent5">
                        <a:lumMod val="60000"/>
                        <a:lumOff val="40000"/>
                        <a:shade val="100000"/>
                        <a:satMod val="115000"/>
                      </a:schemeClr>
                    </a:gs>
                  </a:gsLst>
                  <a:lin ang="2700000" scaled="1"/>
                  <a:tileRect/>
                </a:gradFill>
                <a:ln w="1905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142" name="Straight Arrow Connector 7">
                  <a:extLst>
                    <a:ext uri="{FF2B5EF4-FFF2-40B4-BE49-F238E27FC236}">
                      <a16:creationId xmlns:a16="http://schemas.microsoft.com/office/drawing/2014/main" id="{AC2AA450-682E-454B-B4A4-B5A2A6B232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906471" y="3891965"/>
                  <a:ext cx="2515" cy="660975"/>
                </a:xfrm>
                <a:prstGeom prst="straightConnector1">
                  <a:avLst/>
                </a:prstGeom>
                <a:ln w="34925">
                  <a:solidFill>
                    <a:schemeClr val="tx1"/>
                  </a:solidFill>
                  <a:tailEnd type="triangl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3" name="TextBox 10">
                      <a:extLst>
                        <a:ext uri="{FF2B5EF4-FFF2-40B4-BE49-F238E27FC236}">
                          <a16:creationId xmlns:a16="http://schemas.microsoft.com/office/drawing/2014/main" id="{D8D42419-3133-4AF8-947A-5562F7F6252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898963" y="3960206"/>
                      <a:ext cx="262273" cy="5606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i="1">
                                <a:solidFill>
                                  <a:schemeClr val="accent1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oMath>
                        </m:oMathPara>
                      </a14:m>
                      <a:endParaRPr lang="en-US" sz="16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89" name="TextBox 10">
                      <a:extLst>
                        <a:ext uri="{FF2B5EF4-FFF2-40B4-BE49-F238E27FC236}">
                          <a16:creationId xmlns:a16="http://schemas.microsoft.com/office/drawing/2014/main" id="{4240A0D3-5703-4004-862C-326D524413B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898963" y="3960206"/>
                      <a:ext cx="262273" cy="560654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 l="-11538" r="-84615" b="-892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44" name="Straight Arrow Connector 19">
                  <a:extLst>
                    <a:ext uri="{FF2B5EF4-FFF2-40B4-BE49-F238E27FC236}">
                      <a16:creationId xmlns:a16="http://schemas.microsoft.com/office/drawing/2014/main" id="{6355DC5C-77DE-4238-9F52-07FAF253AFE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910897" y="4549701"/>
                  <a:ext cx="290252" cy="232381"/>
                </a:xfrm>
                <a:prstGeom prst="straightConnector1">
                  <a:avLst/>
                </a:prstGeom>
                <a:ln w="34925">
                  <a:solidFill>
                    <a:schemeClr val="tx1"/>
                  </a:solidFill>
                  <a:tailEnd type="triangl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Arrow Connector 18">
                  <a:extLst>
                    <a:ext uri="{FF2B5EF4-FFF2-40B4-BE49-F238E27FC236}">
                      <a16:creationId xmlns:a16="http://schemas.microsoft.com/office/drawing/2014/main" id="{88B69A1E-F10B-4252-BD9E-C8D0A3492A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 flipV="1">
                  <a:off x="4656933" y="4295511"/>
                  <a:ext cx="0" cy="508379"/>
                </a:xfrm>
                <a:prstGeom prst="straightConnector1">
                  <a:avLst/>
                </a:prstGeom>
                <a:ln w="34925">
                  <a:solidFill>
                    <a:schemeClr val="tx1"/>
                  </a:solidFill>
                  <a:tailEnd type="triangl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Arrow Connector 17">
                  <a:extLst>
                    <a:ext uri="{FF2B5EF4-FFF2-40B4-BE49-F238E27FC236}">
                      <a16:creationId xmlns:a16="http://schemas.microsoft.com/office/drawing/2014/main" id="{15CA8273-A93B-491F-843D-A271FA6BBE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897207" y="3888283"/>
                  <a:ext cx="847803" cy="666541"/>
                </a:xfrm>
                <a:prstGeom prst="straightConnector1">
                  <a:avLst/>
                </a:prstGeom>
                <a:ln w="53975">
                  <a:solidFill>
                    <a:schemeClr val="accent5">
                      <a:lumMod val="75000"/>
                    </a:schemeClr>
                  </a:solidFill>
                  <a:tailEnd type="stealth" w="lg" len="lg"/>
                </a:ln>
              </p:spPr>
              <p:style>
                <a:lnRef idx="3">
                  <a:schemeClr val="accent6"/>
                </a:lnRef>
                <a:fillRef idx="0">
                  <a:schemeClr val="accent6"/>
                </a:fillRef>
                <a:effectRef idx="2">
                  <a:schemeClr val="accent6"/>
                </a:effectRef>
                <a:fontRef idx="minor">
                  <a:schemeClr val="tx1"/>
                </a:fontRef>
              </p:style>
            </p:cxnSp>
            <p:sp>
              <p:nvSpPr>
                <p:cNvPr id="147" name="Oval 20">
                  <a:extLst>
                    <a:ext uri="{FF2B5EF4-FFF2-40B4-BE49-F238E27FC236}">
                      <a16:creationId xmlns:a16="http://schemas.microsoft.com/office/drawing/2014/main" id="{B8D39A88-69BE-488B-AB61-02C5DD60D6D1}"/>
                    </a:ext>
                  </a:extLst>
                </p:cNvPr>
                <p:cNvSpPr/>
                <p:nvPr/>
              </p:nvSpPr>
              <p:spPr>
                <a:xfrm>
                  <a:off x="3721242" y="4431462"/>
                  <a:ext cx="252000" cy="252000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chemeClr val="tx1">
                        <a:lumMod val="85000"/>
                        <a:lumOff val="15000"/>
                      </a:schemeClr>
                    </a:gs>
                    <a:gs pos="50000">
                      <a:schemeClr val="tx1">
                        <a:lumMod val="65000"/>
                        <a:lumOff val="35000"/>
                        <a:tint val="44500"/>
                        <a:satMod val="160000"/>
                      </a:schemeClr>
                    </a:gs>
                    <a:gs pos="0">
                      <a:schemeClr val="tx1">
                        <a:lumMod val="65000"/>
                        <a:lumOff val="35000"/>
                        <a:tint val="23500"/>
                        <a:satMod val="16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150" name="Oval 22">
                  <a:extLst>
                    <a:ext uri="{FF2B5EF4-FFF2-40B4-BE49-F238E27FC236}">
                      <a16:creationId xmlns:a16="http://schemas.microsoft.com/office/drawing/2014/main" id="{1AE41DA7-95B0-4CF3-9D54-3DD78A2326D0}"/>
                    </a:ext>
                  </a:extLst>
                </p:cNvPr>
                <p:cNvSpPr/>
                <p:nvPr/>
              </p:nvSpPr>
              <p:spPr>
                <a:xfrm>
                  <a:off x="4792242" y="3310384"/>
                  <a:ext cx="252000" cy="252000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chemeClr val="tx1">
                        <a:lumMod val="85000"/>
                        <a:lumOff val="15000"/>
                      </a:schemeClr>
                    </a:gs>
                    <a:gs pos="50000">
                      <a:schemeClr val="tx1">
                        <a:lumMod val="65000"/>
                        <a:lumOff val="35000"/>
                        <a:tint val="44500"/>
                        <a:satMod val="160000"/>
                      </a:schemeClr>
                    </a:gs>
                    <a:gs pos="0">
                      <a:schemeClr val="tx1">
                        <a:lumMod val="65000"/>
                        <a:lumOff val="35000"/>
                        <a:tint val="23500"/>
                        <a:satMod val="16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dirty="0"/>
                </a:p>
              </p:txBody>
            </p:sp>
            <p:sp>
              <p:nvSpPr>
                <p:cNvPr id="151" name="Oval 23">
                  <a:extLst>
                    <a:ext uri="{FF2B5EF4-FFF2-40B4-BE49-F238E27FC236}">
                      <a16:creationId xmlns:a16="http://schemas.microsoft.com/office/drawing/2014/main" id="{7B1F1378-1CB8-4136-B988-D8011CB96350}"/>
                    </a:ext>
                  </a:extLst>
                </p:cNvPr>
                <p:cNvSpPr/>
                <p:nvPr/>
              </p:nvSpPr>
              <p:spPr>
                <a:xfrm>
                  <a:off x="5313839" y="4875217"/>
                  <a:ext cx="252000" cy="252000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chemeClr val="tx1">
                        <a:lumMod val="85000"/>
                        <a:lumOff val="15000"/>
                      </a:schemeClr>
                    </a:gs>
                    <a:gs pos="50000">
                      <a:schemeClr val="tx1">
                        <a:lumMod val="65000"/>
                        <a:lumOff val="35000"/>
                        <a:tint val="44500"/>
                        <a:satMod val="160000"/>
                      </a:schemeClr>
                    </a:gs>
                    <a:gs pos="0">
                      <a:schemeClr val="tx1">
                        <a:lumMod val="65000"/>
                        <a:lumOff val="35000"/>
                        <a:tint val="23500"/>
                        <a:satMod val="16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dirty="0"/>
                </a:p>
              </p:txBody>
            </p:sp>
            <p:sp>
              <p:nvSpPr>
                <p:cNvPr id="153" name="Oval 23">
                  <a:extLst>
                    <a:ext uri="{FF2B5EF4-FFF2-40B4-BE49-F238E27FC236}">
                      <a16:creationId xmlns:a16="http://schemas.microsoft.com/office/drawing/2014/main" id="{6F72E84E-C433-40B8-BA5D-EE6E726861D2}"/>
                    </a:ext>
                  </a:extLst>
                </p:cNvPr>
                <p:cNvSpPr/>
                <p:nvPr/>
              </p:nvSpPr>
              <p:spPr>
                <a:xfrm>
                  <a:off x="4111260" y="4066612"/>
                  <a:ext cx="252000" cy="252000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chemeClr val="tx1">
                        <a:lumMod val="85000"/>
                        <a:lumOff val="15000"/>
                      </a:schemeClr>
                    </a:gs>
                    <a:gs pos="50000">
                      <a:schemeClr val="tx1">
                        <a:lumMod val="65000"/>
                        <a:lumOff val="35000"/>
                        <a:tint val="44500"/>
                        <a:satMod val="160000"/>
                      </a:schemeClr>
                    </a:gs>
                    <a:gs pos="0">
                      <a:schemeClr val="tx1">
                        <a:lumMod val="65000"/>
                        <a:lumOff val="35000"/>
                        <a:tint val="23500"/>
                        <a:satMod val="16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dirty="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1" name="文字方塊 120">
                    <a:extLst>
                      <a:ext uri="{FF2B5EF4-FFF2-40B4-BE49-F238E27FC236}">
                        <a16:creationId xmlns:a16="http://schemas.microsoft.com/office/drawing/2014/main" id="{A3A0BB78-0A72-4C16-AF48-04887BFE04CA}"/>
                      </a:ext>
                    </a:extLst>
                  </p:cNvPr>
                  <p:cNvSpPr txBox="1"/>
                  <p:nvPr/>
                </p:nvSpPr>
                <p:spPr>
                  <a:xfrm>
                    <a:off x="7137298" y="5995740"/>
                    <a:ext cx="1301888" cy="3268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zh-TW" sz="1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TW" sz="1400" b="0" i="1" dirty="0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TW" sz="1400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  <m:sup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zh-TW" altLang="en-US" sz="1400" dirty="0"/>
                  </a:p>
                </p:txBody>
              </p:sp>
            </mc:Choice>
            <mc:Fallback xmlns="">
              <p:sp>
                <p:nvSpPr>
                  <p:cNvPr id="121" name="文字方塊 120">
                    <a:extLst>
                      <a:ext uri="{FF2B5EF4-FFF2-40B4-BE49-F238E27FC236}">
                        <a16:creationId xmlns:a16="http://schemas.microsoft.com/office/drawing/2014/main" id="{A3A0BB78-0A72-4C16-AF48-04887BFE04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37298" y="5995740"/>
                    <a:ext cx="1301888" cy="326821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4" name="文字方塊 113">
                    <a:extLst>
                      <a:ext uri="{FF2B5EF4-FFF2-40B4-BE49-F238E27FC236}">
                        <a16:creationId xmlns:a16="http://schemas.microsoft.com/office/drawing/2014/main" id="{1D05D5C9-AFDA-4390-B098-60D869ACEEF2}"/>
                      </a:ext>
                    </a:extLst>
                  </p:cNvPr>
                  <p:cNvSpPr txBox="1"/>
                  <p:nvPr/>
                </p:nvSpPr>
                <p:spPr>
                  <a:xfrm>
                    <a:off x="4646493" y="4986624"/>
                    <a:ext cx="2398366" cy="5373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altLang="zh-TW" sz="1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  <m:sSub>
                            <m:sSub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 dirty="0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,ℓ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  <m:sSub>
                            <m:sSub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zh-TW" sz="1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TW" sz="1400" b="0" i="1" dirty="0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TW" sz="1400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  <m:sup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zh-TW" altLang="en-US" sz="1400" dirty="0"/>
                  </a:p>
                </p:txBody>
              </p:sp>
            </mc:Choice>
            <mc:Fallback xmlns="">
              <p:sp>
                <p:nvSpPr>
                  <p:cNvPr id="114" name="文字方塊 113">
                    <a:extLst>
                      <a:ext uri="{FF2B5EF4-FFF2-40B4-BE49-F238E27FC236}">
                        <a16:creationId xmlns:a16="http://schemas.microsoft.com/office/drawing/2014/main" id="{1D05D5C9-AFDA-4390-B098-60D869ACEEF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46493" y="4986624"/>
                    <a:ext cx="2398366" cy="537327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b="-1136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2" name="文字方塊 111">
                    <a:extLst>
                      <a:ext uri="{FF2B5EF4-FFF2-40B4-BE49-F238E27FC236}">
                        <a16:creationId xmlns:a16="http://schemas.microsoft.com/office/drawing/2014/main" id="{EF395259-DABA-412E-87D3-1BF1C932049F}"/>
                      </a:ext>
                    </a:extLst>
                  </p:cNvPr>
                  <p:cNvSpPr txBox="1"/>
                  <p:nvPr/>
                </p:nvSpPr>
                <p:spPr>
                  <a:xfrm>
                    <a:off x="7151656" y="4213280"/>
                    <a:ext cx="1192186" cy="31720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 dirty="0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,ℓ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zh-TW" altLang="en-US" sz="1400" dirty="0"/>
                  </a:p>
                </p:txBody>
              </p:sp>
            </mc:Choice>
            <mc:Fallback xmlns="">
              <p:sp>
                <p:nvSpPr>
                  <p:cNvPr id="112" name="文字方塊 111">
                    <a:extLst>
                      <a:ext uri="{FF2B5EF4-FFF2-40B4-BE49-F238E27FC236}">
                        <a16:creationId xmlns:a16="http://schemas.microsoft.com/office/drawing/2014/main" id="{EF395259-DABA-412E-87D3-1BF1C932049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51656" y="4213280"/>
                    <a:ext cx="1192186" cy="317203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61" name="圖形 60">
              <a:extLst>
                <a:ext uri="{FF2B5EF4-FFF2-40B4-BE49-F238E27FC236}">
                  <a16:creationId xmlns:a16="http://schemas.microsoft.com/office/drawing/2014/main" id="{8B3863D2-3348-4F35-9060-F34A360DE97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1" r="74259" b="-1"/>
            <a:stretch/>
          </p:blipFill>
          <p:spPr>
            <a:xfrm>
              <a:off x="4996526" y="5200142"/>
              <a:ext cx="167715" cy="154315"/>
            </a:xfrm>
            <a:prstGeom prst="rect">
              <a:avLst/>
            </a:prstGeom>
          </p:spPr>
        </p:pic>
        <p:pic>
          <p:nvPicPr>
            <p:cNvPr id="62" name="圖形 61">
              <a:extLst>
                <a:ext uri="{FF2B5EF4-FFF2-40B4-BE49-F238E27FC236}">
                  <a16:creationId xmlns:a16="http://schemas.microsoft.com/office/drawing/2014/main" id="{225984AF-2440-459A-9A33-1CF88E0FCF1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1" r="74259" b="-1"/>
            <a:stretch/>
          </p:blipFill>
          <p:spPr>
            <a:xfrm>
              <a:off x="6126962" y="5200142"/>
              <a:ext cx="167715" cy="154315"/>
            </a:xfrm>
            <a:prstGeom prst="rect">
              <a:avLst/>
            </a:prstGeom>
          </p:spPr>
        </p:pic>
        <p:pic>
          <p:nvPicPr>
            <p:cNvPr id="63" name="圖形 62">
              <a:extLst>
                <a:ext uri="{FF2B5EF4-FFF2-40B4-BE49-F238E27FC236}">
                  <a16:creationId xmlns:a16="http://schemas.microsoft.com/office/drawing/2014/main" id="{3C1688ED-BE9F-4162-862F-2E0E82F7B38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1" r="74259" b="-1"/>
            <a:stretch/>
          </p:blipFill>
          <p:spPr>
            <a:xfrm>
              <a:off x="7386135" y="6105705"/>
              <a:ext cx="167715" cy="154315"/>
            </a:xfrm>
            <a:prstGeom prst="rect">
              <a:avLst/>
            </a:prstGeom>
          </p:spPr>
        </p:pic>
        <p:pic>
          <p:nvPicPr>
            <p:cNvPr id="64" name="圖形 63">
              <a:extLst>
                <a:ext uri="{FF2B5EF4-FFF2-40B4-BE49-F238E27FC236}">
                  <a16:creationId xmlns:a16="http://schemas.microsoft.com/office/drawing/2014/main" id="{47C70DFB-711A-44FB-A9A4-5C49BB3C7DF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1" r="74259" b="-1"/>
            <a:stretch/>
          </p:blipFill>
          <p:spPr>
            <a:xfrm>
              <a:off x="7407242" y="4307928"/>
              <a:ext cx="167715" cy="1543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59365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圖片 70">
            <a:extLst>
              <a:ext uri="{FF2B5EF4-FFF2-40B4-BE49-F238E27FC236}">
                <a16:creationId xmlns:a16="http://schemas.microsoft.com/office/drawing/2014/main" id="{F541341B-E1DE-4481-8FD2-B9677C0EF1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" r="15273"/>
          <a:stretch/>
        </p:blipFill>
        <p:spPr>
          <a:xfrm>
            <a:off x="7071090" y="2999778"/>
            <a:ext cx="207230" cy="822325"/>
          </a:xfrm>
          <a:prstGeom prst="rect">
            <a:avLst/>
          </a:prstGeom>
        </p:spPr>
      </p:pic>
      <p:pic>
        <p:nvPicPr>
          <p:cNvPr id="64" name="圖片 63">
            <a:extLst>
              <a:ext uri="{FF2B5EF4-FFF2-40B4-BE49-F238E27FC236}">
                <a16:creationId xmlns:a16="http://schemas.microsoft.com/office/drawing/2014/main" id="{328C66A5-9A62-4C16-8C87-5EE1FACAE5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451" y="2925184"/>
            <a:ext cx="1080000" cy="1082236"/>
          </a:xfrm>
          <a:prstGeom prst="rect">
            <a:avLst/>
          </a:prstGeom>
        </p:spPr>
      </p:pic>
      <p:pic>
        <p:nvPicPr>
          <p:cNvPr id="66" name="圖片 65">
            <a:extLst>
              <a:ext uri="{FF2B5EF4-FFF2-40B4-BE49-F238E27FC236}">
                <a16:creationId xmlns:a16="http://schemas.microsoft.com/office/drawing/2014/main" id="{7C300A12-CC57-4D85-863B-0FA186C759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6659" y="2930985"/>
            <a:ext cx="1080000" cy="1082236"/>
          </a:xfrm>
          <a:prstGeom prst="rect">
            <a:avLst/>
          </a:prstGeom>
        </p:spPr>
      </p:pic>
      <p:pic>
        <p:nvPicPr>
          <p:cNvPr id="67" name="圖片 66">
            <a:extLst>
              <a:ext uri="{FF2B5EF4-FFF2-40B4-BE49-F238E27FC236}">
                <a16:creationId xmlns:a16="http://schemas.microsoft.com/office/drawing/2014/main" id="{65120A38-4363-453E-A0B4-70432B81A4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2157" y="4034676"/>
            <a:ext cx="1080000" cy="1080000"/>
          </a:xfrm>
          <a:prstGeom prst="rect">
            <a:avLst/>
          </a:prstGeom>
        </p:spPr>
      </p:pic>
      <p:pic>
        <p:nvPicPr>
          <p:cNvPr id="68" name="圖片 67">
            <a:extLst>
              <a:ext uri="{FF2B5EF4-FFF2-40B4-BE49-F238E27FC236}">
                <a16:creationId xmlns:a16="http://schemas.microsoft.com/office/drawing/2014/main" id="{B0594F1F-13A9-4B02-9C7E-AF2C979335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3240" y="5138871"/>
            <a:ext cx="1080000" cy="1082236"/>
          </a:xfrm>
          <a:prstGeom prst="rect">
            <a:avLst/>
          </a:prstGeom>
        </p:spPr>
      </p:pic>
      <p:pic>
        <p:nvPicPr>
          <p:cNvPr id="69" name="圖片 68">
            <a:extLst>
              <a:ext uri="{FF2B5EF4-FFF2-40B4-BE49-F238E27FC236}">
                <a16:creationId xmlns:a16="http://schemas.microsoft.com/office/drawing/2014/main" id="{AF736347-3882-4402-8962-C34630D6BB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40451" y="5144460"/>
            <a:ext cx="1080000" cy="1077764"/>
          </a:xfrm>
          <a:prstGeom prst="rect">
            <a:avLst/>
          </a:prstGeom>
        </p:spPr>
      </p:pic>
      <p:cxnSp>
        <p:nvCxnSpPr>
          <p:cNvPr id="168" name="直線接點 167">
            <a:extLst>
              <a:ext uri="{FF2B5EF4-FFF2-40B4-BE49-F238E27FC236}">
                <a16:creationId xmlns:a16="http://schemas.microsoft.com/office/drawing/2014/main" id="{032BB5B7-138E-4926-A2CA-8628FFB589B3}"/>
              </a:ext>
            </a:extLst>
          </p:cNvPr>
          <p:cNvCxnSpPr>
            <a:cxnSpLocks/>
          </p:cNvCxnSpPr>
          <p:nvPr/>
        </p:nvCxnSpPr>
        <p:spPr>
          <a:xfrm>
            <a:off x="6108575" y="2314575"/>
            <a:ext cx="0" cy="454342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2" name="標題 1">
            <a:extLst>
              <a:ext uri="{FF2B5EF4-FFF2-40B4-BE49-F238E27FC236}">
                <a16:creationId xmlns:a16="http://schemas.microsoft.com/office/drawing/2014/main" id="{700DBB01-F9E1-4E1D-8A82-15C38DBE89D8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VVB : even number of AM difference -</a:t>
            </a:r>
            <a:r>
              <a:rPr lang="en-US" altLang="zh-TW" sz="32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symmetry</a:t>
            </a:r>
            <a:endParaRPr lang="en-US" altLang="zh-TW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9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3" name="矩形 752">
                <a:extLst>
                  <a:ext uri="{FF2B5EF4-FFF2-40B4-BE49-F238E27FC236}">
                    <a16:creationId xmlns:a16="http://schemas.microsoft.com/office/drawing/2014/main" id="{FA8A4ADF-1AB5-4A97-B584-60F7D2201026}"/>
                  </a:ext>
                </a:extLst>
              </p:cNvPr>
              <p:cNvSpPr/>
              <p:nvPr/>
            </p:nvSpPr>
            <p:spPr>
              <a:xfrm>
                <a:off x="150974" y="4397705"/>
                <a:ext cx="1005573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7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r>
                        <a:rPr lang="en-US" altLang="zh-TW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sz="17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1700" dirty="0"/>
              </a:p>
            </p:txBody>
          </p:sp>
        </mc:Choice>
        <mc:Fallback xmlns="">
          <p:sp>
            <p:nvSpPr>
              <p:cNvPr id="753" name="矩形 752">
                <a:extLst>
                  <a:ext uri="{FF2B5EF4-FFF2-40B4-BE49-F238E27FC236}">
                    <a16:creationId xmlns:a16="http://schemas.microsoft.com/office/drawing/2014/main" id="{FA8A4ADF-1AB5-4A97-B584-60F7D22010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974" y="4397705"/>
                <a:ext cx="1005573" cy="3539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5" name="矩形 184">
            <a:extLst>
              <a:ext uri="{FF2B5EF4-FFF2-40B4-BE49-F238E27FC236}">
                <a16:creationId xmlns:a16="http://schemas.microsoft.com/office/drawing/2014/main" id="{BAB1CE55-FEBC-467F-9D11-EBCC762F4975}"/>
              </a:ext>
            </a:extLst>
          </p:cNvPr>
          <p:cNvSpPr/>
          <p:nvPr/>
        </p:nvSpPr>
        <p:spPr>
          <a:xfrm>
            <a:off x="6095989" y="1918801"/>
            <a:ext cx="6093876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intensity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ECE15283-706A-488F-80FB-6CE17EB247A5}"/>
              </a:ext>
            </a:extLst>
          </p:cNvPr>
          <p:cNvSpPr/>
          <p:nvPr/>
        </p:nvSpPr>
        <p:spPr>
          <a:xfrm>
            <a:off x="2287" y="1918801"/>
            <a:ext cx="6093702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Polarization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trajectory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8" name="矩形 217">
                <a:extLst>
                  <a:ext uri="{FF2B5EF4-FFF2-40B4-BE49-F238E27FC236}">
                    <a16:creationId xmlns:a16="http://schemas.microsoft.com/office/drawing/2014/main" id="{5DCDCB03-4248-4529-94C2-F3A1ABFC23F1}"/>
                  </a:ext>
                </a:extLst>
              </p:cNvPr>
              <p:cNvSpPr/>
              <p:nvPr/>
            </p:nvSpPr>
            <p:spPr>
              <a:xfrm>
                <a:off x="1452127" y="614122"/>
                <a:ext cx="4542691" cy="6455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∝</m:t>
                      </m:r>
                      <m:sSub>
                        <m:sSubPr>
                          <m:ctrlPr>
                            <a:rPr lang="en-US" altLang="zh-TW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altLang="zh-TW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1600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TW" sz="16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ℓ</m:t>
                                  </m:r>
                                </m:num>
                                <m:den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altLang="zh-TW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6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6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d>
                          <m:acc>
                            <m:accPr>
                              <m:chr m:val="̂"/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  <m:r>
                            <a:rPr lang="en-US" altLang="zh-TW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altLang="zh-TW" sz="1600">
                              <a:latin typeface="Cambria Math" panose="02040503050406030204" pitchFamily="18" charset="0"/>
                            </a:rPr>
                            <m:t>sin</m:t>
                          </m:r>
                          <m:d>
                            <m:d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TW" sz="16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ℓ</m:t>
                                  </m:r>
                                </m:num>
                                <m:den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altLang="zh-TW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6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6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d>
                          <m:acc>
                            <m:accPr>
                              <m:chr m:val="̂"/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8" name="矩形 217">
                <a:extLst>
                  <a:ext uri="{FF2B5EF4-FFF2-40B4-BE49-F238E27FC236}">
                    <a16:creationId xmlns:a16="http://schemas.microsoft.com/office/drawing/2014/main" id="{5DCDCB03-4248-4529-94C2-F3A1ABFC23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2127" y="614122"/>
                <a:ext cx="4542691" cy="64556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9" name="矩形 218">
                <a:extLst>
                  <a:ext uri="{FF2B5EF4-FFF2-40B4-BE49-F238E27FC236}">
                    <a16:creationId xmlns:a16="http://schemas.microsoft.com/office/drawing/2014/main" id="{7C658C39-C5BB-4D2D-A454-69212A953E88}"/>
                  </a:ext>
                </a:extLst>
              </p:cNvPr>
              <p:cNvSpPr/>
              <p:nvPr/>
            </p:nvSpPr>
            <p:spPr>
              <a:xfrm>
                <a:off x="1461653" y="1213505"/>
                <a:ext cx="2325701" cy="6455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∝</m:t>
                      </m:r>
                      <m:sSub>
                        <m:sSubPr>
                          <m:ctrlPr>
                            <a:rPr lang="en-US" altLang="zh-TW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altLang="zh-TW" sz="160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num>
                            <m:den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TW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i="1" dirty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600" i="1" dirty="0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  <m:acc>
                        <m:accPr>
                          <m:chr m:val="̂"/>
                          <m:ctrlPr>
                            <a:rPr lang="en-US" altLang="zh-TW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9" name="矩形 218">
                <a:extLst>
                  <a:ext uri="{FF2B5EF4-FFF2-40B4-BE49-F238E27FC236}">
                    <a16:creationId xmlns:a16="http://schemas.microsoft.com/office/drawing/2014/main" id="{7C658C39-C5BB-4D2D-A454-69212A953E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1653" y="1213505"/>
                <a:ext cx="2325701" cy="64556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矩形 109">
                <a:extLst>
                  <a:ext uri="{FF2B5EF4-FFF2-40B4-BE49-F238E27FC236}">
                    <a16:creationId xmlns:a16="http://schemas.microsoft.com/office/drawing/2014/main" id="{CD0BF54A-863E-4003-8CE1-703AC702CB2F}"/>
                  </a:ext>
                </a:extLst>
              </p:cNvPr>
              <p:cNvSpPr/>
              <p:nvPr/>
            </p:nvSpPr>
            <p:spPr>
              <a:xfrm>
                <a:off x="10611452" y="760665"/>
                <a:ext cx="138204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ℓ≡</m:t>
                      </m:r>
                      <m:sSup>
                        <m:sSup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−ℓ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10" name="矩形 109">
                <a:extLst>
                  <a:ext uri="{FF2B5EF4-FFF2-40B4-BE49-F238E27FC236}">
                    <a16:creationId xmlns:a16="http://schemas.microsoft.com/office/drawing/2014/main" id="{CD0BF54A-863E-4003-8CE1-703AC702CB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1452" y="760665"/>
                <a:ext cx="1382045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9621F213-695F-4D50-B651-68DA75602F7E}"/>
                  </a:ext>
                </a:extLst>
              </p:cNvPr>
              <p:cNvSpPr/>
              <p:nvPr/>
            </p:nvSpPr>
            <p:spPr>
              <a:xfrm>
                <a:off x="10611452" y="1355387"/>
                <a:ext cx="129933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sSup>
                        <m:sSup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9621F213-695F-4D50-B651-68DA75602F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1452" y="1355387"/>
                <a:ext cx="1299330" cy="369332"/>
              </a:xfrm>
              <a:prstGeom prst="rect">
                <a:avLst/>
              </a:prstGeom>
              <a:blipFill>
                <a:blip r:embed="rId12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矩形 111">
                <a:extLst>
                  <a:ext uri="{FF2B5EF4-FFF2-40B4-BE49-F238E27FC236}">
                    <a16:creationId xmlns:a16="http://schemas.microsoft.com/office/drawing/2014/main" id="{577DDF6D-A416-4471-8719-D071C7D5782D}"/>
                  </a:ext>
                </a:extLst>
              </p:cNvPr>
              <p:cNvSpPr/>
              <p:nvPr/>
            </p:nvSpPr>
            <p:spPr>
              <a:xfrm>
                <a:off x="121995" y="3289333"/>
                <a:ext cx="1229540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ℓ=−1</m:t>
                      </m:r>
                    </m:oMath>
                  </m:oMathPara>
                </a14:m>
                <a:endParaRPr lang="zh-TW" altLang="en-US" sz="1700" dirty="0"/>
              </a:p>
            </p:txBody>
          </p:sp>
        </mc:Choice>
        <mc:Fallback xmlns="">
          <p:sp>
            <p:nvSpPr>
              <p:cNvPr id="112" name="矩形 111">
                <a:extLst>
                  <a:ext uri="{FF2B5EF4-FFF2-40B4-BE49-F238E27FC236}">
                    <a16:creationId xmlns:a16="http://schemas.microsoft.com/office/drawing/2014/main" id="{577DDF6D-A416-4471-8719-D071C7D578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95" y="3289333"/>
                <a:ext cx="1229540" cy="35394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矩形 112">
                <a:extLst>
                  <a:ext uri="{FF2B5EF4-FFF2-40B4-BE49-F238E27FC236}">
                    <a16:creationId xmlns:a16="http://schemas.microsoft.com/office/drawing/2014/main" id="{B91025DC-CC42-49DD-B357-F9B31AFF9F29}"/>
                  </a:ext>
                </a:extLst>
              </p:cNvPr>
              <p:cNvSpPr/>
              <p:nvPr/>
            </p:nvSpPr>
            <p:spPr>
              <a:xfrm>
                <a:off x="121995" y="5505253"/>
                <a:ext cx="1018979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7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r>
                        <a:rPr lang="en-US" altLang="zh-TW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TW" altLang="en-US" sz="1700" dirty="0"/>
              </a:p>
            </p:txBody>
          </p:sp>
        </mc:Choice>
        <mc:Fallback xmlns="">
          <p:sp>
            <p:nvSpPr>
              <p:cNvPr id="113" name="矩形 112">
                <a:extLst>
                  <a:ext uri="{FF2B5EF4-FFF2-40B4-BE49-F238E27FC236}">
                    <a16:creationId xmlns:a16="http://schemas.microsoft.com/office/drawing/2014/main" id="{B91025DC-CC42-49DD-B357-F9B31AFF9F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95" y="5505253"/>
                <a:ext cx="1018979" cy="35394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圖片 5">
            <a:extLst>
              <a:ext uri="{FF2B5EF4-FFF2-40B4-BE49-F238E27FC236}">
                <a16:creationId xmlns:a16="http://schemas.microsoft.com/office/drawing/2014/main" id="{A8ADC84D-DE1E-40A8-A99C-3EFFEA336EB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5810" y="2927231"/>
            <a:ext cx="1080000" cy="107814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70E79B0A-F658-4B7F-B5B7-2214E36EB9C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36797" y="4033747"/>
            <a:ext cx="1080000" cy="108185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78A8EE98-FEDC-4FCA-938E-F576DB4B1F5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302199" y="5141296"/>
            <a:ext cx="1080000" cy="1081857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A965D5F7-A809-45A4-AC3F-7C7319E9FD5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302199" y="2926304"/>
            <a:ext cx="1080000" cy="108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矩形 135">
                <a:extLst>
                  <a:ext uri="{FF2B5EF4-FFF2-40B4-BE49-F238E27FC236}">
                    <a16:creationId xmlns:a16="http://schemas.microsoft.com/office/drawing/2014/main" id="{0FE6D11B-E51D-46A8-98F0-AD1FCD33EB72}"/>
                  </a:ext>
                </a:extLst>
              </p:cNvPr>
              <p:cNvSpPr/>
              <p:nvPr/>
            </p:nvSpPr>
            <p:spPr>
              <a:xfrm>
                <a:off x="6450310" y="4397705"/>
                <a:ext cx="1156037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TW" altLang="en-US" sz="1700" dirty="0"/>
              </a:p>
            </p:txBody>
          </p:sp>
        </mc:Choice>
        <mc:Fallback xmlns="">
          <p:sp>
            <p:nvSpPr>
              <p:cNvPr id="136" name="矩形 135">
                <a:extLst>
                  <a:ext uri="{FF2B5EF4-FFF2-40B4-BE49-F238E27FC236}">
                    <a16:creationId xmlns:a16="http://schemas.microsoft.com/office/drawing/2014/main" id="{0FE6D11B-E51D-46A8-98F0-AD1FCD33EB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310" y="4397705"/>
                <a:ext cx="1156037" cy="353943"/>
              </a:xfrm>
              <a:prstGeom prst="rect">
                <a:avLst/>
              </a:prstGeom>
              <a:blipFill>
                <a:blip r:embed="rId19"/>
                <a:stretch>
                  <a:fillRect l="-526" b="-103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矩形 136">
                <a:extLst>
                  <a:ext uri="{FF2B5EF4-FFF2-40B4-BE49-F238E27FC236}">
                    <a16:creationId xmlns:a16="http://schemas.microsoft.com/office/drawing/2014/main" id="{EBCD52E2-249D-4596-ACD5-301A42D5785F}"/>
                  </a:ext>
                </a:extLst>
              </p:cNvPr>
              <p:cNvSpPr/>
              <p:nvPr/>
            </p:nvSpPr>
            <p:spPr>
              <a:xfrm>
                <a:off x="6421331" y="3289333"/>
                <a:ext cx="1229540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sz="1700" dirty="0"/>
              </a:p>
            </p:txBody>
          </p:sp>
        </mc:Choice>
        <mc:Fallback xmlns="">
          <p:sp>
            <p:nvSpPr>
              <p:cNvPr id="137" name="矩形 136">
                <a:extLst>
                  <a:ext uri="{FF2B5EF4-FFF2-40B4-BE49-F238E27FC236}">
                    <a16:creationId xmlns:a16="http://schemas.microsoft.com/office/drawing/2014/main" id="{EBCD52E2-249D-4596-ACD5-301A42D578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1331" y="3289333"/>
                <a:ext cx="1229540" cy="353943"/>
              </a:xfrm>
              <a:prstGeom prst="rect">
                <a:avLst/>
              </a:prstGeom>
              <a:blipFill>
                <a:blip r:embed="rId20"/>
                <a:stretch>
                  <a:fillRect l="-495" b="-86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BE7DCFB9-0E65-4DCD-9489-A14B69D4AC2F}"/>
                  </a:ext>
                </a:extLst>
              </p:cNvPr>
              <p:cNvSpPr/>
              <p:nvPr/>
            </p:nvSpPr>
            <p:spPr>
              <a:xfrm>
                <a:off x="6421331" y="5505253"/>
                <a:ext cx="1018979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zh-TW" altLang="en-US" sz="1700" dirty="0"/>
              </a:p>
            </p:txBody>
          </p:sp>
        </mc:Choice>
        <mc:Fallback xmlns=""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BE7DCFB9-0E65-4DCD-9489-A14B69D4AC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1331" y="5505253"/>
                <a:ext cx="1018979" cy="353943"/>
              </a:xfrm>
              <a:prstGeom prst="rect">
                <a:avLst/>
              </a:prstGeom>
              <a:blipFill>
                <a:blip r:embed="rId21"/>
                <a:stretch>
                  <a:fillRect l="-595" b="-103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682A85DE-8C99-473D-A263-42A4B5A2218D}"/>
                  </a:ext>
                </a:extLst>
              </p:cNvPr>
              <p:cNvSpPr/>
              <p:nvPr/>
            </p:nvSpPr>
            <p:spPr>
              <a:xfrm>
                <a:off x="9673984" y="2578489"/>
                <a:ext cx="1165334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TW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TW" sz="17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682A85DE-8C99-473D-A263-42A4B5A221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3984" y="2578489"/>
                <a:ext cx="1165334" cy="353943"/>
              </a:xfrm>
              <a:prstGeom prst="rect">
                <a:avLst/>
              </a:prstGeom>
              <a:blipFill>
                <a:blip r:embed="rId22"/>
                <a:stretch>
                  <a:fillRect b="-86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矩形 139">
                <a:extLst>
                  <a:ext uri="{FF2B5EF4-FFF2-40B4-BE49-F238E27FC236}">
                    <a16:creationId xmlns:a16="http://schemas.microsoft.com/office/drawing/2014/main" id="{AC6A1E79-2F0E-4615-B6C0-E81814A96583}"/>
                  </a:ext>
                </a:extLst>
              </p:cNvPr>
              <p:cNvSpPr/>
              <p:nvPr/>
            </p:nvSpPr>
            <p:spPr>
              <a:xfrm>
                <a:off x="7397812" y="2578489"/>
                <a:ext cx="1123257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TW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US" altLang="zh-TW" sz="17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0" name="矩形 139">
                <a:extLst>
                  <a:ext uri="{FF2B5EF4-FFF2-40B4-BE49-F238E27FC236}">
                    <a16:creationId xmlns:a16="http://schemas.microsoft.com/office/drawing/2014/main" id="{AC6A1E79-2F0E-4615-B6C0-E81814A965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7812" y="2578489"/>
                <a:ext cx="1123257" cy="353943"/>
              </a:xfrm>
              <a:prstGeom prst="rect">
                <a:avLst/>
              </a:prstGeom>
              <a:blipFill>
                <a:blip r:embed="rId23"/>
                <a:stretch>
                  <a:fillRect b="-86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矩形 140">
                <a:extLst>
                  <a:ext uri="{FF2B5EF4-FFF2-40B4-BE49-F238E27FC236}">
                    <a16:creationId xmlns:a16="http://schemas.microsoft.com/office/drawing/2014/main" id="{8E2988F4-FF8F-462B-920C-619F26F2E6DC}"/>
                  </a:ext>
                </a:extLst>
              </p:cNvPr>
              <p:cNvSpPr/>
              <p:nvPr/>
            </p:nvSpPr>
            <p:spPr>
              <a:xfrm>
                <a:off x="8525690" y="2578489"/>
                <a:ext cx="1165334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TW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US" altLang="zh-TW" sz="17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1" name="矩形 140">
                <a:extLst>
                  <a:ext uri="{FF2B5EF4-FFF2-40B4-BE49-F238E27FC236}">
                    <a16:creationId xmlns:a16="http://schemas.microsoft.com/office/drawing/2014/main" id="{8E2988F4-FF8F-462B-920C-619F26F2E6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5690" y="2578489"/>
                <a:ext cx="1165334" cy="353943"/>
              </a:xfrm>
              <a:prstGeom prst="rect">
                <a:avLst/>
              </a:prstGeom>
              <a:blipFill>
                <a:blip r:embed="rId24"/>
                <a:stretch>
                  <a:fillRect b="-86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32E8DF22-DD90-4B39-AB78-D10C29811991}"/>
                  </a:ext>
                </a:extLst>
              </p:cNvPr>
              <p:cNvSpPr txBox="1"/>
              <p:nvPr/>
            </p:nvSpPr>
            <p:spPr>
              <a:xfrm rot="5400000">
                <a:off x="6990919" y="3369117"/>
                <a:ext cx="385849" cy="351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32E8DF22-DD90-4B39-AB78-D10C298119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6990919" y="3369117"/>
                <a:ext cx="385849" cy="351901"/>
              </a:xfrm>
              <a:prstGeom prst="rect">
                <a:avLst/>
              </a:prstGeom>
              <a:blipFill>
                <a:blip r:embed="rId25"/>
                <a:stretch>
                  <a:fillRect b="-1269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矩形 150">
                <a:extLst>
                  <a:ext uri="{FF2B5EF4-FFF2-40B4-BE49-F238E27FC236}">
                    <a16:creationId xmlns:a16="http://schemas.microsoft.com/office/drawing/2014/main" id="{C9FC3133-C823-48E7-AB33-8F5D755DEA56}"/>
                  </a:ext>
                </a:extLst>
              </p:cNvPr>
              <p:cNvSpPr/>
              <p:nvPr/>
            </p:nvSpPr>
            <p:spPr>
              <a:xfrm>
                <a:off x="7023756" y="2711970"/>
                <a:ext cx="365805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51" name="矩形 150">
                <a:extLst>
                  <a:ext uri="{FF2B5EF4-FFF2-40B4-BE49-F238E27FC236}">
                    <a16:creationId xmlns:a16="http://schemas.microsoft.com/office/drawing/2014/main" id="{C9FC3133-C823-48E7-AB33-8F5D755DEA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3756" y="2711970"/>
                <a:ext cx="365805" cy="36933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矩形 151">
                <a:extLst>
                  <a:ext uri="{FF2B5EF4-FFF2-40B4-BE49-F238E27FC236}">
                    <a16:creationId xmlns:a16="http://schemas.microsoft.com/office/drawing/2014/main" id="{7D9D8BBE-A3AA-4FD7-99F8-9E06C74D5D67}"/>
                  </a:ext>
                </a:extLst>
              </p:cNvPr>
              <p:cNvSpPr/>
              <p:nvPr/>
            </p:nvSpPr>
            <p:spPr>
              <a:xfrm>
                <a:off x="6951264" y="3727970"/>
                <a:ext cx="53893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52" name="矩形 151">
                <a:extLst>
                  <a:ext uri="{FF2B5EF4-FFF2-40B4-BE49-F238E27FC236}">
                    <a16:creationId xmlns:a16="http://schemas.microsoft.com/office/drawing/2014/main" id="{7D9D8BBE-A3AA-4FD7-99F8-9E06C74D5D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1264" y="3727970"/>
                <a:ext cx="538930" cy="36933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圖片 17">
            <a:extLst>
              <a:ext uri="{FF2B5EF4-FFF2-40B4-BE49-F238E27FC236}">
                <a16:creationId xmlns:a16="http://schemas.microsoft.com/office/drawing/2014/main" id="{D071F7B3-08EF-4868-B436-39CB91E0385C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640451" y="5142224"/>
            <a:ext cx="1080000" cy="1080000"/>
          </a:xfrm>
          <a:prstGeom prst="rect">
            <a:avLst/>
          </a:prstGeom>
        </p:spPr>
      </p:pic>
      <p:sp>
        <p:nvSpPr>
          <p:cNvPr id="167" name="矩形 166">
            <a:extLst>
              <a:ext uri="{FF2B5EF4-FFF2-40B4-BE49-F238E27FC236}">
                <a16:creationId xmlns:a16="http://schemas.microsoft.com/office/drawing/2014/main" id="{2E499A66-D349-4F57-A882-565B17D69B5E}"/>
              </a:ext>
            </a:extLst>
          </p:cNvPr>
          <p:cNvSpPr/>
          <p:nvPr/>
        </p:nvSpPr>
        <p:spPr>
          <a:xfrm>
            <a:off x="7649472" y="6620169"/>
            <a:ext cx="461796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fr-FR" altLang="zh-TW" sz="1200" dirty="0"/>
              <a:t>O. J. G. Sanchez, G.-H. Peng </a:t>
            </a:r>
            <a:r>
              <a:rPr lang="fr-FR" altLang="zh-TW" sz="1200" i="1" dirty="0"/>
              <a:t>et al.</a:t>
            </a:r>
            <a:r>
              <a:rPr lang="fr-FR" altLang="zh-TW" sz="1200" dirty="0"/>
              <a:t>, </a:t>
            </a:r>
            <a:r>
              <a:rPr lang="fr-FR" altLang="zh-TW" sz="1200" i="1" dirty="0"/>
              <a:t>ACS Nano</a:t>
            </a:r>
            <a:r>
              <a:rPr lang="fr-FR" altLang="zh-TW" sz="1200" dirty="0"/>
              <a:t> </a:t>
            </a:r>
            <a:r>
              <a:rPr lang="fr-FR" altLang="zh-TW" sz="1200" b="1" dirty="0"/>
              <a:t>18</a:t>
            </a:r>
            <a:r>
              <a:rPr lang="fr-FR" altLang="zh-TW" sz="1200" dirty="0"/>
              <a:t>, 11425 (2024)</a:t>
            </a:r>
            <a:endParaRPr lang="zh-TW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文字方塊 202">
                <a:extLst>
                  <a:ext uri="{FF2B5EF4-FFF2-40B4-BE49-F238E27FC236}">
                    <a16:creationId xmlns:a16="http://schemas.microsoft.com/office/drawing/2014/main" id="{7FC61B16-FC6D-4DBA-BB75-1679A65449AB}"/>
                  </a:ext>
                </a:extLst>
              </p:cNvPr>
              <p:cNvSpPr txBox="1"/>
              <p:nvPr/>
            </p:nvSpPr>
            <p:spPr>
              <a:xfrm>
                <a:off x="7215711" y="3698493"/>
                <a:ext cx="6998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3" name="文字方塊 202">
                <a:extLst>
                  <a:ext uri="{FF2B5EF4-FFF2-40B4-BE49-F238E27FC236}">
                    <a16:creationId xmlns:a16="http://schemas.microsoft.com/office/drawing/2014/main" id="{7FC61B16-FC6D-4DBA-BB75-1679A6544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5711" y="3698493"/>
                <a:ext cx="699886" cy="276999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群組 33">
            <a:extLst>
              <a:ext uri="{FF2B5EF4-FFF2-40B4-BE49-F238E27FC236}">
                <a16:creationId xmlns:a16="http://schemas.microsoft.com/office/drawing/2014/main" id="{58D6F992-8A90-40A1-8106-F65A226E7084}"/>
              </a:ext>
            </a:extLst>
          </p:cNvPr>
          <p:cNvGrpSpPr/>
          <p:nvPr/>
        </p:nvGrpSpPr>
        <p:grpSpPr>
          <a:xfrm>
            <a:off x="7695516" y="3119147"/>
            <a:ext cx="483108" cy="476014"/>
            <a:chOff x="7670116" y="5414672"/>
            <a:chExt cx="483108" cy="476014"/>
          </a:xfrm>
        </p:grpSpPr>
        <p:grpSp>
          <p:nvGrpSpPr>
            <p:cNvPr id="209" name="群組 208">
              <a:extLst>
                <a:ext uri="{FF2B5EF4-FFF2-40B4-BE49-F238E27FC236}">
                  <a16:creationId xmlns:a16="http://schemas.microsoft.com/office/drawing/2014/main" id="{E4D53F27-6225-43F8-86EF-B659EF03DD0B}"/>
                </a:ext>
              </a:extLst>
            </p:cNvPr>
            <p:cNvGrpSpPr/>
            <p:nvPr/>
          </p:nvGrpSpPr>
          <p:grpSpPr>
            <a:xfrm>
              <a:off x="7831422" y="5680229"/>
              <a:ext cx="87607" cy="84039"/>
              <a:chOff x="1373392" y="2391862"/>
              <a:chExt cx="479433" cy="476535"/>
            </a:xfrm>
            <a:solidFill>
              <a:schemeClr val="tx1"/>
            </a:solidFill>
          </p:grpSpPr>
          <p:sp>
            <p:nvSpPr>
              <p:cNvPr id="212" name="箭號: 向右 211">
                <a:extLst>
                  <a:ext uri="{FF2B5EF4-FFF2-40B4-BE49-F238E27FC236}">
                    <a16:creationId xmlns:a16="http://schemas.microsoft.com/office/drawing/2014/main" id="{C1356A34-7643-426A-9519-2FECA4036B95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213" name="箭號: 向右 212">
                <a:extLst>
                  <a:ext uri="{FF2B5EF4-FFF2-40B4-BE49-F238E27FC236}">
                    <a16:creationId xmlns:a16="http://schemas.microsoft.com/office/drawing/2014/main" id="{B7CF931E-9282-419F-9E29-BE7453ECD610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" name="文字方塊 214">
                  <a:extLst>
                    <a:ext uri="{FF2B5EF4-FFF2-40B4-BE49-F238E27FC236}">
                      <a16:creationId xmlns:a16="http://schemas.microsoft.com/office/drawing/2014/main" id="{C9B8D14B-6737-42A6-AF52-2723F41F1EE8}"/>
                    </a:ext>
                  </a:extLst>
                </p:cNvPr>
                <p:cNvSpPr txBox="1"/>
                <p:nvPr/>
              </p:nvSpPr>
              <p:spPr>
                <a:xfrm>
                  <a:off x="7670116" y="5414672"/>
                  <a:ext cx="332280" cy="2916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5" name="文字方塊 214">
                  <a:extLst>
                    <a:ext uri="{FF2B5EF4-FFF2-40B4-BE49-F238E27FC236}">
                      <a16:creationId xmlns:a16="http://schemas.microsoft.com/office/drawing/2014/main" id="{C9B8D14B-6737-42A6-AF52-2723F41F1E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0116" y="5414672"/>
                  <a:ext cx="332280" cy="291617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6" name="文字方塊 215">
                  <a:extLst>
                    <a:ext uri="{FF2B5EF4-FFF2-40B4-BE49-F238E27FC236}">
                      <a16:creationId xmlns:a16="http://schemas.microsoft.com/office/drawing/2014/main" id="{4BFEBA65-A6A3-4018-8223-0700A77A7029}"/>
                    </a:ext>
                  </a:extLst>
                </p:cNvPr>
                <p:cNvSpPr txBox="1"/>
                <p:nvPr/>
              </p:nvSpPr>
              <p:spPr>
                <a:xfrm>
                  <a:off x="7858819" y="5613688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6" name="文字方塊 215">
                  <a:extLst>
                    <a:ext uri="{FF2B5EF4-FFF2-40B4-BE49-F238E27FC236}">
                      <a16:creationId xmlns:a16="http://schemas.microsoft.com/office/drawing/2014/main" id="{4BFEBA65-A6A3-4018-8223-0700A77A70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58819" y="5613688"/>
                  <a:ext cx="294405" cy="276998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群組 39">
            <a:extLst>
              <a:ext uri="{FF2B5EF4-FFF2-40B4-BE49-F238E27FC236}">
                <a16:creationId xmlns:a16="http://schemas.microsoft.com/office/drawing/2014/main" id="{AC4A932D-4319-49BE-8647-9927E041EAB0}"/>
              </a:ext>
            </a:extLst>
          </p:cNvPr>
          <p:cNvGrpSpPr/>
          <p:nvPr/>
        </p:nvGrpSpPr>
        <p:grpSpPr>
          <a:xfrm>
            <a:off x="1338869" y="3119147"/>
            <a:ext cx="483108" cy="476014"/>
            <a:chOff x="1338869" y="2976272"/>
            <a:chExt cx="483108" cy="476014"/>
          </a:xfrm>
        </p:grpSpPr>
        <p:grpSp>
          <p:nvGrpSpPr>
            <p:cNvPr id="234" name="群組 233">
              <a:extLst>
                <a:ext uri="{FF2B5EF4-FFF2-40B4-BE49-F238E27FC236}">
                  <a16:creationId xmlns:a16="http://schemas.microsoft.com/office/drawing/2014/main" id="{12931DAB-A292-4809-BF07-BC28116E516E}"/>
                </a:ext>
              </a:extLst>
            </p:cNvPr>
            <p:cNvGrpSpPr/>
            <p:nvPr/>
          </p:nvGrpSpPr>
          <p:grpSpPr>
            <a:xfrm>
              <a:off x="1500175" y="3241829"/>
              <a:ext cx="87607" cy="84039"/>
              <a:chOff x="1373392" y="2391862"/>
              <a:chExt cx="479433" cy="476535"/>
            </a:xfrm>
            <a:solidFill>
              <a:schemeClr val="bg1"/>
            </a:solidFill>
          </p:grpSpPr>
          <p:sp>
            <p:nvSpPr>
              <p:cNvPr id="237" name="箭號: 向右 236">
                <a:extLst>
                  <a:ext uri="{FF2B5EF4-FFF2-40B4-BE49-F238E27FC236}">
                    <a16:creationId xmlns:a16="http://schemas.microsoft.com/office/drawing/2014/main" id="{245EB0F1-A409-4E34-91F1-31880CB5505E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bg1"/>
                  </a:solidFill>
                </a:endParaRPr>
              </a:p>
            </p:txBody>
          </p:sp>
          <p:sp>
            <p:nvSpPr>
              <p:cNvPr id="238" name="箭號: 向右 237">
                <a:extLst>
                  <a:ext uri="{FF2B5EF4-FFF2-40B4-BE49-F238E27FC236}">
                    <a16:creationId xmlns:a16="http://schemas.microsoft.com/office/drawing/2014/main" id="{840AF78D-8408-4055-977B-6D33BC0F0B85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9" name="文字方塊 238">
                  <a:extLst>
                    <a:ext uri="{FF2B5EF4-FFF2-40B4-BE49-F238E27FC236}">
                      <a16:creationId xmlns:a16="http://schemas.microsoft.com/office/drawing/2014/main" id="{B217DEAC-D122-45AE-B67B-85BCEADB1EE3}"/>
                    </a:ext>
                  </a:extLst>
                </p:cNvPr>
                <p:cNvSpPr txBox="1"/>
                <p:nvPr/>
              </p:nvSpPr>
              <p:spPr>
                <a:xfrm>
                  <a:off x="1338869" y="2976272"/>
                  <a:ext cx="332280" cy="2916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39" name="文字方塊 238">
                  <a:extLst>
                    <a:ext uri="{FF2B5EF4-FFF2-40B4-BE49-F238E27FC236}">
                      <a16:creationId xmlns:a16="http://schemas.microsoft.com/office/drawing/2014/main" id="{B217DEAC-D122-45AE-B67B-85BCEADB1E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8869" y="2976272"/>
                  <a:ext cx="332280" cy="291617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0" name="文字方塊 239">
                  <a:extLst>
                    <a:ext uri="{FF2B5EF4-FFF2-40B4-BE49-F238E27FC236}">
                      <a16:creationId xmlns:a16="http://schemas.microsoft.com/office/drawing/2014/main" id="{92482094-CC08-4718-9AE9-15A0170357B0}"/>
                    </a:ext>
                  </a:extLst>
                </p:cNvPr>
                <p:cNvSpPr txBox="1"/>
                <p:nvPr/>
              </p:nvSpPr>
              <p:spPr>
                <a:xfrm>
                  <a:off x="1527572" y="3175288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40" name="文字方塊 239">
                  <a:extLst>
                    <a:ext uri="{FF2B5EF4-FFF2-40B4-BE49-F238E27FC236}">
                      <a16:creationId xmlns:a16="http://schemas.microsoft.com/office/drawing/2014/main" id="{92482094-CC08-4718-9AE9-15A0170357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7572" y="3175288"/>
                  <a:ext cx="294405" cy="276998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2" name="矩形 241">
                <a:extLst>
                  <a:ext uri="{FF2B5EF4-FFF2-40B4-BE49-F238E27FC236}">
                    <a16:creationId xmlns:a16="http://schemas.microsoft.com/office/drawing/2014/main" id="{D183E7C4-03A1-4D91-98E2-4797D17E4AA4}"/>
                  </a:ext>
                </a:extLst>
              </p:cNvPr>
              <p:cNvSpPr/>
              <p:nvPr/>
            </p:nvSpPr>
            <p:spPr>
              <a:xfrm>
                <a:off x="3335732" y="2578489"/>
                <a:ext cx="1165334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p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zh-TW" sz="17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2" name="矩形 241">
                <a:extLst>
                  <a:ext uri="{FF2B5EF4-FFF2-40B4-BE49-F238E27FC236}">
                    <a16:creationId xmlns:a16="http://schemas.microsoft.com/office/drawing/2014/main" id="{D183E7C4-03A1-4D91-98E2-4797D17E4A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5732" y="2578489"/>
                <a:ext cx="1165334" cy="353943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3" name="矩形 242">
                <a:extLst>
                  <a:ext uri="{FF2B5EF4-FFF2-40B4-BE49-F238E27FC236}">
                    <a16:creationId xmlns:a16="http://schemas.microsoft.com/office/drawing/2014/main" id="{98F6C692-485B-4414-8329-24699389FD72}"/>
                  </a:ext>
                </a:extLst>
              </p:cNvPr>
              <p:cNvSpPr/>
              <p:nvPr/>
            </p:nvSpPr>
            <p:spPr>
              <a:xfrm>
                <a:off x="1030382" y="2578489"/>
                <a:ext cx="1123257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p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US" altLang="zh-TW" sz="17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3" name="矩形 242">
                <a:extLst>
                  <a:ext uri="{FF2B5EF4-FFF2-40B4-BE49-F238E27FC236}">
                    <a16:creationId xmlns:a16="http://schemas.microsoft.com/office/drawing/2014/main" id="{98F6C692-485B-4414-8329-24699389FD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382" y="2578489"/>
                <a:ext cx="1123257" cy="353943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4" name="矩形 243">
                <a:extLst>
                  <a:ext uri="{FF2B5EF4-FFF2-40B4-BE49-F238E27FC236}">
                    <a16:creationId xmlns:a16="http://schemas.microsoft.com/office/drawing/2014/main" id="{7CA0172B-4EC7-46C0-880A-B68DCBC69187}"/>
                  </a:ext>
                </a:extLst>
              </p:cNvPr>
              <p:cNvSpPr/>
              <p:nvPr/>
            </p:nvSpPr>
            <p:spPr>
              <a:xfrm>
                <a:off x="2153078" y="2578489"/>
                <a:ext cx="1165334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p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TW" sz="17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4" name="矩形 243">
                <a:extLst>
                  <a:ext uri="{FF2B5EF4-FFF2-40B4-BE49-F238E27FC236}">
                    <a16:creationId xmlns:a16="http://schemas.microsoft.com/office/drawing/2014/main" id="{7CA0172B-4EC7-46C0-880A-B68DCBC691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3078" y="2578489"/>
                <a:ext cx="1165334" cy="353943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5" name="矩形 244">
                <a:extLst>
                  <a:ext uri="{FF2B5EF4-FFF2-40B4-BE49-F238E27FC236}">
                    <a16:creationId xmlns:a16="http://schemas.microsoft.com/office/drawing/2014/main" id="{391AF8AB-1D3A-4743-A25B-FD0C28BA1A8E}"/>
                  </a:ext>
                </a:extLst>
              </p:cNvPr>
              <p:cNvSpPr/>
              <p:nvPr/>
            </p:nvSpPr>
            <p:spPr>
              <a:xfrm>
                <a:off x="649520" y="6280225"/>
                <a:ext cx="4024800" cy="369332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Symmetry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an </a:t>
                </a:r>
                <a:r>
                  <a:rPr lang="en-US" altLang="zh-TW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even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number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5" name="矩形 244">
                <a:extLst>
                  <a:ext uri="{FF2B5EF4-FFF2-40B4-BE49-F238E27FC236}">
                    <a16:creationId xmlns:a16="http://schemas.microsoft.com/office/drawing/2014/main" id="{391AF8AB-1D3A-4743-A25B-FD0C28BA1A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520" y="6280225"/>
                <a:ext cx="4024800" cy="369332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6" name="矩形 245">
                <a:extLst>
                  <a:ext uri="{FF2B5EF4-FFF2-40B4-BE49-F238E27FC236}">
                    <a16:creationId xmlns:a16="http://schemas.microsoft.com/office/drawing/2014/main" id="{E4F4FFB4-8917-4051-A326-F700DD2DF577}"/>
                  </a:ext>
                </a:extLst>
              </p:cNvPr>
              <p:cNvSpPr/>
              <p:nvPr/>
            </p:nvSpPr>
            <p:spPr>
              <a:xfrm>
                <a:off x="7097251" y="6271508"/>
                <a:ext cx="4024800" cy="369332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Symmetry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an </a:t>
                </a:r>
                <a:r>
                  <a:rPr lang="en-US" altLang="zh-TW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even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number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6" name="矩形 245">
                <a:extLst>
                  <a:ext uri="{FF2B5EF4-FFF2-40B4-BE49-F238E27FC236}">
                    <a16:creationId xmlns:a16="http://schemas.microsoft.com/office/drawing/2014/main" id="{E4F4FFB4-8917-4051-A326-F700DD2DF5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7251" y="6271508"/>
                <a:ext cx="4024800" cy="369332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3" name="群組 252">
            <a:extLst>
              <a:ext uri="{FF2B5EF4-FFF2-40B4-BE49-F238E27FC236}">
                <a16:creationId xmlns:a16="http://schemas.microsoft.com/office/drawing/2014/main" id="{56040658-5F06-46F5-98B2-54DFB5D41F1E}"/>
              </a:ext>
            </a:extLst>
          </p:cNvPr>
          <p:cNvGrpSpPr/>
          <p:nvPr/>
        </p:nvGrpSpPr>
        <p:grpSpPr>
          <a:xfrm>
            <a:off x="-18918" y="708699"/>
            <a:ext cx="1584857" cy="456407"/>
            <a:chOff x="4937693" y="1384388"/>
            <a:chExt cx="1584857" cy="4564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4" name="矩形 253">
                  <a:extLst>
                    <a:ext uri="{FF2B5EF4-FFF2-40B4-BE49-F238E27FC236}">
                      <a16:creationId xmlns:a16="http://schemas.microsoft.com/office/drawing/2014/main" id="{191A51B7-7868-4C16-89D1-6316F620A83C}"/>
                    </a:ext>
                  </a:extLst>
                </p:cNvPr>
                <p:cNvSpPr/>
                <p:nvPr/>
              </p:nvSpPr>
              <p:spPr>
                <a:xfrm>
                  <a:off x="4937693" y="1384388"/>
                  <a:ext cx="1584857" cy="45640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∥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4" name="矩形 253">
                  <a:extLst>
                    <a:ext uri="{FF2B5EF4-FFF2-40B4-BE49-F238E27FC236}">
                      <a16:creationId xmlns:a16="http://schemas.microsoft.com/office/drawing/2014/main" id="{191A51B7-7868-4C16-89D1-6316F620A83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7693" y="1384388"/>
                  <a:ext cx="1584857" cy="456407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55" name="圖形 254">
              <a:extLst>
                <a:ext uri="{FF2B5EF4-FFF2-40B4-BE49-F238E27FC236}">
                  <a16:creationId xmlns:a16="http://schemas.microsoft.com/office/drawing/2014/main" id="{2519BEBA-710F-4B72-9493-A663B9098F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rcRect l="54717" r="19245"/>
            <a:stretch/>
          </p:blipFill>
          <p:spPr>
            <a:xfrm>
              <a:off x="5078095" y="1507863"/>
              <a:ext cx="233506" cy="212400"/>
            </a:xfrm>
            <a:prstGeom prst="rect">
              <a:avLst/>
            </a:prstGeom>
          </p:spPr>
        </p:pic>
      </p:grpSp>
      <p:grpSp>
        <p:nvGrpSpPr>
          <p:cNvPr id="256" name="群組 255">
            <a:extLst>
              <a:ext uri="{FF2B5EF4-FFF2-40B4-BE49-F238E27FC236}">
                <a16:creationId xmlns:a16="http://schemas.microsoft.com/office/drawing/2014/main" id="{09A13B60-2A87-4FC5-9D30-4F06AC1DD69B}"/>
              </a:ext>
            </a:extLst>
          </p:cNvPr>
          <p:cNvGrpSpPr/>
          <p:nvPr/>
        </p:nvGrpSpPr>
        <p:grpSpPr>
          <a:xfrm>
            <a:off x="-18918" y="1330652"/>
            <a:ext cx="1584857" cy="411266"/>
            <a:chOff x="4937693" y="1384388"/>
            <a:chExt cx="1584857" cy="41126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7" name="矩形 256">
                  <a:extLst>
                    <a:ext uri="{FF2B5EF4-FFF2-40B4-BE49-F238E27FC236}">
                      <a16:creationId xmlns:a16="http://schemas.microsoft.com/office/drawing/2014/main" id="{DDD2216F-44A1-40B3-8D0D-62075EA7C0B3}"/>
                    </a:ext>
                  </a:extLst>
                </p:cNvPr>
                <p:cNvSpPr/>
                <p:nvPr/>
              </p:nvSpPr>
              <p:spPr>
                <a:xfrm>
                  <a:off x="4937693" y="1384388"/>
                  <a:ext cx="1584857" cy="41126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7" name="矩形 256">
                  <a:extLst>
                    <a:ext uri="{FF2B5EF4-FFF2-40B4-BE49-F238E27FC236}">
                      <a16:creationId xmlns:a16="http://schemas.microsoft.com/office/drawing/2014/main" id="{DDD2216F-44A1-40B3-8D0D-62075EA7C0B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7693" y="1384388"/>
                  <a:ext cx="1584857" cy="411266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58" name="圖形 257">
              <a:extLst>
                <a:ext uri="{FF2B5EF4-FFF2-40B4-BE49-F238E27FC236}">
                  <a16:creationId xmlns:a16="http://schemas.microsoft.com/office/drawing/2014/main" id="{C629C66C-3AC3-4E1A-8B18-AC093449E43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rcRect l="54717" r="19245"/>
            <a:stretch/>
          </p:blipFill>
          <p:spPr>
            <a:xfrm>
              <a:off x="5078095" y="1507863"/>
              <a:ext cx="233506" cy="212400"/>
            </a:xfrm>
            <a:prstGeom prst="rect">
              <a:avLst/>
            </a:prstGeom>
          </p:spPr>
        </p:pic>
      </p:grpSp>
      <p:pic>
        <p:nvPicPr>
          <p:cNvPr id="65" name="圖片 64">
            <a:extLst>
              <a:ext uri="{FF2B5EF4-FFF2-40B4-BE49-F238E27FC236}">
                <a16:creationId xmlns:a16="http://schemas.microsoft.com/office/drawing/2014/main" id="{9368AC8F-363C-4548-A11F-3E4D586F6AB3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975810" y="5139031"/>
            <a:ext cx="1080000" cy="1084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479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圖片 61">
            <a:extLst>
              <a:ext uri="{FF2B5EF4-FFF2-40B4-BE49-F238E27FC236}">
                <a16:creationId xmlns:a16="http://schemas.microsoft.com/office/drawing/2014/main" id="{DD47719F-FF81-44DD-9619-530C226A3EF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640451" y="2925184"/>
            <a:ext cx="1080000" cy="1082236"/>
          </a:xfrm>
          <a:prstGeom prst="rect">
            <a:avLst/>
          </a:prstGeom>
        </p:spPr>
      </p:pic>
      <p:pic>
        <p:nvPicPr>
          <p:cNvPr id="67" name="圖片 66">
            <a:extLst>
              <a:ext uri="{FF2B5EF4-FFF2-40B4-BE49-F238E27FC236}">
                <a16:creationId xmlns:a16="http://schemas.microsoft.com/office/drawing/2014/main" id="{B593530B-6480-481C-96FD-7946C8EF6FF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640451" y="5144460"/>
            <a:ext cx="1080000" cy="1077764"/>
          </a:xfrm>
          <a:prstGeom prst="rect">
            <a:avLst/>
          </a:prstGeom>
        </p:spPr>
      </p:pic>
      <p:pic>
        <p:nvPicPr>
          <p:cNvPr id="68" name="圖片 67">
            <a:extLst>
              <a:ext uri="{FF2B5EF4-FFF2-40B4-BE49-F238E27FC236}">
                <a16:creationId xmlns:a16="http://schemas.microsoft.com/office/drawing/2014/main" id="{29AE56F9-CC52-4B17-BFA4-82084F31E3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1067" y="3787699"/>
            <a:ext cx="1544400" cy="1544400"/>
          </a:xfrm>
          <a:prstGeom prst="rect">
            <a:avLst/>
          </a:prstGeom>
        </p:spPr>
      </p:pic>
      <p:pic>
        <p:nvPicPr>
          <p:cNvPr id="64" name="圖片 63">
            <a:extLst>
              <a:ext uri="{FF2B5EF4-FFF2-40B4-BE49-F238E27FC236}">
                <a16:creationId xmlns:a16="http://schemas.microsoft.com/office/drawing/2014/main" id="{56085C45-98D7-4C2B-940A-C938661C8380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346659" y="2930985"/>
            <a:ext cx="1080000" cy="1082236"/>
          </a:xfrm>
          <a:prstGeom prst="rect">
            <a:avLst/>
          </a:prstGeom>
        </p:spPr>
      </p:pic>
      <p:pic>
        <p:nvPicPr>
          <p:cNvPr id="65" name="圖片 64">
            <a:extLst>
              <a:ext uri="{FF2B5EF4-FFF2-40B4-BE49-F238E27FC236}">
                <a16:creationId xmlns:a16="http://schemas.microsoft.com/office/drawing/2014/main" id="{A435F4A7-3480-4FB5-87CE-792732D563A1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492157" y="4034676"/>
            <a:ext cx="1080000" cy="1080000"/>
          </a:xfrm>
          <a:prstGeom prst="rect">
            <a:avLst/>
          </a:prstGeom>
        </p:spPr>
      </p:pic>
      <p:pic>
        <p:nvPicPr>
          <p:cNvPr id="66" name="圖片 65">
            <a:extLst>
              <a:ext uri="{FF2B5EF4-FFF2-40B4-BE49-F238E27FC236}">
                <a16:creationId xmlns:a16="http://schemas.microsoft.com/office/drawing/2014/main" id="{474CA850-5C1B-4FA4-9ED1-969BB830E4CE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343240" y="5138871"/>
            <a:ext cx="1080000" cy="1082236"/>
          </a:xfrm>
          <a:prstGeom prst="rect">
            <a:avLst/>
          </a:prstGeom>
        </p:spPr>
      </p:pic>
      <p:pic>
        <p:nvPicPr>
          <p:cNvPr id="63" name="圖片 62">
            <a:extLst>
              <a:ext uri="{FF2B5EF4-FFF2-40B4-BE49-F238E27FC236}">
                <a16:creationId xmlns:a16="http://schemas.microsoft.com/office/drawing/2014/main" id="{36F694EC-39E9-4570-A866-389D7ACA9BF7}"/>
              </a:ext>
            </a:extLst>
          </p:cNvPr>
          <p:cNvPicPr>
            <a:picLocks noChangeAspect="1"/>
          </p:cNvPicPr>
          <p:nvPr/>
        </p:nvPicPr>
        <p:blipFill>
          <a:blip r:embed="rId8">
            <a:lum bright="70000" contrast="-70000"/>
          </a:blip>
          <a:stretch>
            <a:fillRect/>
          </a:stretch>
        </p:blipFill>
        <p:spPr>
          <a:xfrm>
            <a:off x="975810" y="5139031"/>
            <a:ext cx="1080000" cy="1084122"/>
          </a:xfrm>
          <a:prstGeom prst="rect">
            <a:avLst/>
          </a:prstGeom>
        </p:spPr>
      </p:pic>
      <p:cxnSp>
        <p:nvCxnSpPr>
          <p:cNvPr id="168" name="直線接點 167">
            <a:extLst>
              <a:ext uri="{FF2B5EF4-FFF2-40B4-BE49-F238E27FC236}">
                <a16:creationId xmlns:a16="http://schemas.microsoft.com/office/drawing/2014/main" id="{032BB5B7-138E-4926-A2CA-8628FFB589B3}"/>
              </a:ext>
            </a:extLst>
          </p:cNvPr>
          <p:cNvCxnSpPr>
            <a:cxnSpLocks/>
          </p:cNvCxnSpPr>
          <p:nvPr/>
        </p:nvCxnSpPr>
        <p:spPr>
          <a:xfrm>
            <a:off x="6108575" y="2314575"/>
            <a:ext cx="0" cy="454342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10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72" name="矩形 371">
                <a:extLst>
                  <a:ext uri="{FF2B5EF4-FFF2-40B4-BE49-F238E27FC236}">
                    <a16:creationId xmlns:a16="http://schemas.microsoft.com/office/drawing/2014/main" id="{816A3863-A346-4DA7-96D7-E2C110307917}"/>
                  </a:ext>
                </a:extLst>
              </p:cNvPr>
              <p:cNvSpPr/>
              <p:nvPr/>
            </p:nvSpPr>
            <p:spPr>
              <a:xfrm>
                <a:off x="4659552" y="3376074"/>
                <a:ext cx="1005573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′=2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72" name="矩形 371">
                <a:extLst>
                  <a:ext uri="{FF2B5EF4-FFF2-40B4-BE49-F238E27FC236}">
                    <a16:creationId xmlns:a16="http://schemas.microsoft.com/office/drawing/2014/main" id="{816A3863-A346-4DA7-96D7-E2C1103079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9552" y="3376074"/>
                <a:ext cx="1005573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5" name="矩形 184">
            <a:extLst>
              <a:ext uri="{FF2B5EF4-FFF2-40B4-BE49-F238E27FC236}">
                <a16:creationId xmlns:a16="http://schemas.microsoft.com/office/drawing/2014/main" id="{BAB1CE55-FEBC-467F-9D11-EBCC762F4975}"/>
              </a:ext>
            </a:extLst>
          </p:cNvPr>
          <p:cNvSpPr/>
          <p:nvPr/>
        </p:nvSpPr>
        <p:spPr>
          <a:xfrm>
            <a:off x="6095989" y="1918801"/>
            <a:ext cx="6093876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intensity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ECE15283-706A-488F-80FB-6CE17EB247A5}"/>
              </a:ext>
            </a:extLst>
          </p:cNvPr>
          <p:cNvSpPr/>
          <p:nvPr/>
        </p:nvSpPr>
        <p:spPr>
          <a:xfrm>
            <a:off x="2287" y="1918801"/>
            <a:ext cx="6093702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Polarization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trajectory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8" name="矩形 217">
                <a:extLst>
                  <a:ext uri="{FF2B5EF4-FFF2-40B4-BE49-F238E27FC236}">
                    <a16:creationId xmlns:a16="http://schemas.microsoft.com/office/drawing/2014/main" id="{5DCDCB03-4248-4529-94C2-F3A1ABFC23F1}"/>
                  </a:ext>
                </a:extLst>
              </p:cNvPr>
              <p:cNvSpPr/>
              <p:nvPr/>
            </p:nvSpPr>
            <p:spPr>
              <a:xfrm>
                <a:off x="1413307" y="665881"/>
                <a:ext cx="10448013" cy="5418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3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∝</m:t>
                      </m:r>
                      <m:f>
                        <m:fPr>
                          <m:ctrlPr>
                            <a:rPr lang="en-US" altLang="zh-TW" sz="13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TW" sz="13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3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en-US" altLang="zh-TW" sz="13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sz="13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3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3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3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3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3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3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3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3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  <m:sup>
                              <m:r>
                                <a:rPr lang="en-US" altLang="zh-TW" sz="13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3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3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3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3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3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30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d>
                                <m:dPr>
                                  <m:ctrlPr>
                                    <a:rPr lang="en-US" altLang="zh-TW" sz="13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TW" sz="13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30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3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ℓ</m:t>
                                      </m:r>
                                    </m:num>
                                    <m:den>
                                      <m:r>
                                        <a:rPr lang="en-US" altLang="zh-TW" sz="13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en-US" altLang="zh-TW" sz="13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3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300" i="1" dirty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300" i="1" dirty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300" i="1" dirty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3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sz="130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const</m:t>
                                  </m:r>
                                  <m:r>
                                    <a:rPr lang="en-US" altLang="zh-TW" sz="13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3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300" b="1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  <m:r>
                                <a:rPr lang="en-US" altLang="zh-TW" sz="13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130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d>
                                <m:dPr>
                                  <m:ctrlPr>
                                    <a:rPr lang="en-US" altLang="zh-TW" sz="13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TW" sz="13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30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3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ℓ</m:t>
                                      </m:r>
                                    </m:num>
                                    <m:den>
                                      <m:r>
                                        <a:rPr lang="en-US" altLang="zh-TW" sz="13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en-US" altLang="zh-TW" sz="13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3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300" i="1" dirty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300" i="1" dirty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300" i="1" dirty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3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sz="130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const</m:t>
                                  </m:r>
                                  <m:r>
                                    <a:rPr lang="en-US" altLang="zh-TW" sz="13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3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300" b="1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</m:d>
                          <m:r>
                            <a:rPr lang="en-US" altLang="zh-TW" sz="13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TW" sz="13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3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3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3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3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3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3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3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3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  <m:sup>
                              <m:r>
                                <a:rPr lang="en-US" altLang="zh-TW" sz="13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3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3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3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3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3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3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3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sin</m:t>
                              </m:r>
                              <m:d>
                                <m:dPr>
                                  <m:ctrlPr>
                                    <a:rPr lang="en-US" altLang="zh-TW" sz="13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TW" sz="13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30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3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ℓ</m:t>
                                      </m:r>
                                    </m:num>
                                    <m:den>
                                      <m:r>
                                        <a:rPr lang="en-US" altLang="zh-TW" sz="13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en-US" altLang="zh-TW" sz="13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3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300" i="1" dirty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300" i="1" dirty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300" i="1" dirty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3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sz="130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const</m:t>
                                  </m:r>
                                  <m:r>
                                    <a:rPr lang="en-US" altLang="zh-TW" sz="13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3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3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  <m:r>
                                <a:rPr lang="en-US" altLang="zh-TW" sz="13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13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  <m:d>
                                <m:dPr>
                                  <m:ctrlPr>
                                    <a:rPr lang="en-US" altLang="zh-TW" sz="13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TW" sz="13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30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3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ℓ</m:t>
                                      </m:r>
                                    </m:num>
                                    <m:den>
                                      <m:r>
                                        <a:rPr lang="en-US" altLang="zh-TW" sz="13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en-US" altLang="zh-TW" sz="13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3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300" i="1" dirty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300" i="1" dirty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300" i="1" dirty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3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sz="130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const</m:t>
                                  </m:r>
                                  <m:r>
                                    <a:rPr lang="en-US" altLang="zh-TW" sz="13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3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3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zh-TW" altLang="en-US" sz="13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8" name="矩形 217">
                <a:extLst>
                  <a:ext uri="{FF2B5EF4-FFF2-40B4-BE49-F238E27FC236}">
                    <a16:creationId xmlns:a16="http://schemas.microsoft.com/office/drawing/2014/main" id="{5DCDCB03-4248-4529-94C2-F3A1ABFC23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3307" y="665881"/>
                <a:ext cx="10448013" cy="54181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9" name="矩形 218">
                <a:extLst>
                  <a:ext uri="{FF2B5EF4-FFF2-40B4-BE49-F238E27FC236}">
                    <a16:creationId xmlns:a16="http://schemas.microsoft.com/office/drawing/2014/main" id="{7C658C39-C5BB-4D2D-A454-69212A953E88}"/>
                  </a:ext>
                </a:extLst>
              </p:cNvPr>
              <p:cNvSpPr/>
              <p:nvPr/>
            </p:nvSpPr>
            <p:spPr>
              <a:xfrm>
                <a:off x="1422834" y="1291143"/>
                <a:ext cx="5697265" cy="5418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3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∝</m:t>
                      </m:r>
                      <m:f>
                        <m:fPr>
                          <m:ctrlPr>
                            <a:rPr lang="en-US" altLang="zh-TW" sz="13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TW" sz="13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3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en-US" altLang="zh-TW" sz="13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sz="13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3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3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3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3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3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3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3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3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  <m:sup>
                              <m:r>
                                <a:rPr lang="en-US" altLang="zh-TW" sz="13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3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3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3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3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TW" sz="130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ctrlPr>
                                <a:rPr lang="en-US" altLang="zh-TW" sz="13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3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TW" sz="130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3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num>
                                <m:den>
                                  <m:r>
                                    <a:rPr lang="en-US" altLang="zh-TW" sz="13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altLang="zh-TW" sz="13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3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3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3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3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3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13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const</m:t>
                              </m:r>
                              <m:r>
                                <a:rPr lang="en-US" altLang="zh-TW" sz="13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d>
                          <m:r>
                            <a:rPr lang="en-US" altLang="zh-TW" sz="13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TW" sz="13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3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3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3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3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3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3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3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3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  <m:sup>
                              <m:r>
                                <a:rPr lang="en-US" altLang="zh-TW" sz="13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3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3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3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3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3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m:rPr>
                              <m:sty m:val="p"/>
                            </m:rPr>
                            <a:rPr lang="en-US" altLang="zh-TW" sz="13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sin</m:t>
                          </m:r>
                          <m:d>
                            <m:dPr>
                              <m:ctrlPr>
                                <a:rPr lang="en-US" altLang="zh-TW" sz="13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3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TW" sz="13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3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num>
                                <m:den>
                                  <m:r>
                                    <a:rPr lang="en-US" altLang="zh-TW" sz="13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altLang="zh-TW" sz="13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3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3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3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3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3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13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const</m:t>
                              </m:r>
                              <m:r>
                                <a:rPr lang="en-US" altLang="zh-TW" sz="13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d>
                        </m:e>
                      </m:d>
                      <m:acc>
                        <m:accPr>
                          <m:chr m:val="̂"/>
                          <m:ctrlPr>
                            <a:rPr lang="en-US" altLang="zh-TW" sz="13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3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9" name="矩形 218">
                <a:extLst>
                  <a:ext uri="{FF2B5EF4-FFF2-40B4-BE49-F238E27FC236}">
                    <a16:creationId xmlns:a16="http://schemas.microsoft.com/office/drawing/2014/main" id="{7C658C39-C5BB-4D2D-A454-69212A953E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2834" y="1291143"/>
                <a:ext cx="5697265" cy="54181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圖片 5">
            <a:extLst>
              <a:ext uri="{FF2B5EF4-FFF2-40B4-BE49-F238E27FC236}">
                <a16:creationId xmlns:a16="http://schemas.microsoft.com/office/drawing/2014/main" id="{A8ADC84D-DE1E-40A8-A99C-3EFFEA336EBE}"/>
              </a:ext>
            </a:extLst>
          </p:cNvPr>
          <p:cNvPicPr>
            <a:picLocks noChangeAspect="1"/>
          </p:cNvPicPr>
          <p:nvPr/>
        </p:nvPicPr>
        <p:blipFill>
          <a:blip r:embed="rId14">
            <a:lum bright="70000" contrast="-70000"/>
          </a:blip>
          <a:stretch>
            <a:fillRect/>
          </a:stretch>
        </p:blipFill>
        <p:spPr>
          <a:xfrm>
            <a:off x="975810" y="2927231"/>
            <a:ext cx="1080000" cy="107814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70E79B0A-F658-4B7F-B5B7-2214E36EB9C8}"/>
              </a:ext>
            </a:extLst>
          </p:cNvPr>
          <p:cNvPicPr>
            <a:picLocks noChangeAspect="1"/>
          </p:cNvPicPr>
          <p:nvPr/>
        </p:nvPicPr>
        <p:blipFill>
          <a:blip r:embed="rId15">
            <a:lum bright="70000" contrast="-70000"/>
          </a:blip>
          <a:stretch>
            <a:fillRect/>
          </a:stretch>
        </p:blipFill>
        <p:spPr>
          <a:xfrm>
            <a:off x="2136797" y="4033747"/>
            <a:ext cx="1080000" cy="108185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78A8EE98-FEDC-4FCA-938E-F576DB4B1F5E}"/>
              </a:ext>
            </a:extLst>
          </p:cNvPr>
          <p:cNvPicPr>
            <a:picLocks noChangeAspect="1"/>
          </p:cNvPicPr>
          <p:nvPr/>
        </p:nvPicPr>
        <p:blipFill>
          <a:blip r:embed="rId16">
            <a:lum bright="70000" contrast="-70000"/>
          </a:blip>
          <a:stretch>
            <a:fillRect/>
          </a:stretch>
        </p:blipFill>
        <p:spPr>
          <a:xfrm>
            <a:off x="3302199" y="5141296"/>
            <a:ext cx="1080000" cy="1081857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A965D5F7-A809-45A4-AC3F-7C7319E9FD57}"/>
              </a:ext>
            </a:extLst>
          </p:cNvPr>
          <p:cNvPicPr>
            <a:picLocks noChangeAspect="1"/>
          </p:cNvPicPr>
          <p:nvPr/>
        </p:nvPicPr>
        <p:blipFill>
          <a:blip r:embed="rId17">
            <a:lum bright="70000" contrast="-70000"/>
          </a:blip>
          <a:stretch>
            <a:fillRect/>
          </a:stretch>
        </p:blipFill>
        <p:spPr>
          <a:xfrm>
            <a:off x="3302199" y="2926304"/>
            <a:ext cx="1080000" cy="108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矩形 141">
                <a:extLst>
                  <a:ext uri="{FF2B5EF4-FFF2-40B4-BE49-F238E27FC236}">
                    <a16:creationId xmlns:a16="http://schemas.microsoft.com/office/drawing/2014/main" id="{F217D8A1-630F-4340-A320-7DD3EB77DC00}"/>
                  </a:ext>
                </a:extLst>
              </p:cNvPr>
              <p:cNvSpPr/>
              <p:nvPr/>
            </p:nvSpPr>
            <p:spPr>
              <a:xfrm>
                <a:off x="10680140" y="3350014"/>
                <a:ext cx="1165334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zh-TW" sz="20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2" name="矩形 141">
                <a:extLst>
                  <a:ext uri="{FF2B5EF4-FFF2-40B4-BE49-F238E27FC236}">
                    <a16:creationId xmlns:a16="http://schemas.microsoft.com/office/drawing/2014/main" id="{F217D8A1-630F-4340-A320-7DD3EB77DC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0140" y="3350014"/>
                <a:ext cx="1165334" cy="400110"/>
              </a:xfrm>
              <a:prstGeom prst="rect">
                <a:avLst/>
              </a:prstGeom>
              <a:blipFill>
                <a:blip r:embed="rId18"/>
                <a:stretch>
                  <a:fillRect b="-123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標題 1">
                <a:extLst>
                  <a:ext uri="{FF2B5EF4-FFF2-40B4-BE49-F238E27FC236}">
                    <a16:creationId xmlns:a16="http://schemas.microsoft.com/office/drawing/2014/main" id="{85109608-C351-4569-B725-63CC69087C1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-24293"/>
                <a:ext cx="12192000" cy="65346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VVB : even number of AM difference -</a:t>
                </a:r>
                <a:r>
                  <a:rPr lang="en-US" altLang="zh-TW" sz="3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symmetry</a:t>
                </a:r>
                <a:r>
                  <a:rPr lang="zh-TW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</m:d>
                    <m:r>
                      <a:rPr lang="en-US" altLang="zh-TW" sz="3200" i="1" smtClean="0">
                        <a:latin typeface="Cambria Math" panose="02040503050406030204" pitchFamily="18" charset="0"/>
                      </a:rPr>
                      <m:t>≠</m:t>
                    </m:r>
                    <m:d>
                      <m:dPr>
                        <m:begChr m:val="|"/>
                        <m:endChr m:val="|"/>
                        <m:ctrlPr>
                          <a:rPr lang="en-US" altLang="zh-TW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200" i="1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  <m:sup>
                            <m:r>
                              <a:rPr lang="en-US" altLang="zh-TW" sz="32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74" name="標題 1">
                <a:extLst>
                  <a:ext uri="{FF2B5EF4-FFF2-40B4-BE49-F238E27FC236}">
                    <a16:creationId xmlns:a16="http://schemas.microsoft.com/office/drawing/2014/main" id="{85109608-C351-4569-B725-63CC69087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4293"/>
                <a:ext cx="12192000" cy="653467"/>
              </a:xfrm>
              <a:prstGeom prst="rect">
                <a:avLst/>
              </a:prstGeom>
              <a:blipFill>
                <a:blip r:embed="rId19"/>
                <a:stretch>
                  <a:fillRect l="-1250" t="-11215" b="-205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6" name="群組 75">
            <a:extLst>
              <a:ext uri="{FF2B5EF4-FFF2-40B4-BE49-F238E27FC236}">
                <a16:creationId xmlns:a16="http://schemas.microsoft.com/office/drawing/2014/main" id="{FAD7ED67-3C4D-4D35-A457-9AFD2942A935}"/>
              </a:ext>
            </a:extLst>
          </p:cNvPr>
          <p:cNvGrpSpPr/>
          <p:nvPr/>
        </p:nvGrpSpPr>
        <p:grpSpPr>
          <a:xfrm>
            <a:off x="-18918" y="708699"/>
            <a:ext cx="1584857" cy="456407"/>
            <a:chOff x="4937693" y="1384388"/>
            <a:chExt cx="1584857" cy="4564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矩形 76">
                  <a:extLst>
                    <a:ext uri="{FF2B5EF4-FFF2-40B4-BE49-F238E27FC236}">
                      <a16:creationId xmlns:a16="http://schemas.microsoft.com/office/drawing/2014/main" id="{23849FD4-C351-4E09-BC7E-F176E314DB33}"/>
                    </a:ext>
                  </a:extLst>
                </p:cNvPr>
                <p:cNvSpPr/>
                <p:nvPr/>
              </p:nvSpPr>
              <p:spPr>
                <a:xfrm>
                  <a:off x="4937693" y="1384388"/>
                  <a:ext cx="1584857" cy="45640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∥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7" name="矩形 76">
                  <a:extLst>
                    <a:ext uri="{FF2B5EF4-FFF2-40B4-BE49-F238E27FC236}">
                      <a16:creationId xmlns:a16="http://schemas.microsoft.com/office/drawing/2014/main" id="{23849FD4-C351-4E09-BC7E-F176E314DB3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7693" y="1384388"/>
                  <a:ext cx="1584857" cy="456407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78" name="圖形 77">
              <a:extLst>
                <a:ext uri="{FF2B5EF4-FFF2-40B4-BE49-F238E27FC236}">
                  <a16:creationId xmlns:a16="http://schemas.microsoft.com/office/drawing/2014/main" id="{8E00B65B-7670-40CA-A0DA-E59FAB055C0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rcRect l="54717" r="19245"/>
            <a:stretch/>
          </p:blipFill>
          <p:spPr>
            <a:xfrm>
              <a:off x="5078095" y="1507863"/>
              <a:ext cx="233506" cy="212400"/>
            </a:xfrm>
            <a:prstGeom prst="rect">
              <a:avLst/>
            </a:prstGeom>
          </p:spPr>
        </p:pic>
      </p:grpSp>
      <p:grpSp>
        <p:nvGrpSpPr>
          <p:cNvPr id="79" name="群組 78">
            <a:extLst>
              <a:ext uri="{FF2B5EF4-FFF2-40B4-BE49-F238E27FC236}">
                <a16:creationId xmlns:a16="http://schemas.microsoft.com/office/drawing/2014/main" id="{01327996-18A8-4287-8B0D-B5EFA8309E9A}"/>
              </a:ext>
            </a:extLst>
          </p:cNvPr>
          <p:cNvGrpSpPr/>
          <p:nvPr/>
        </p:nvGrpSpPr>
        <p:grpSpPr>
          <a:xfrm>
            <a:off x="-18918" y="1330652"/>
            <a:ext cx="1584857" cy="411266"/>
            <a:chOff x="4937693" y="1384388"/>
            <a:chExt cx="1584857" cy="41126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矩形 79">
                  <a:extLst>
                    <a:ext uri="{FF2B5EF4-FFF2-40B4-BE49-F238E27FC236}">
                      <a16:creationId xmlns:a16="http://schemas.microsoft.com/office/drawing/2014/main" id="{9340099D-0195-46CF-8339-19B2D72BE096}"/>
                    </a:ext>
                  </a:extLst>
                </p:cNvPr>
                <p:cNvSpPr/>
                <p:nvPr/>
              </p:nvSpPr>
              <p:spPr>
                <a:xfrm>
                  <a:off x="4937693" y="1384388"/>
                  <a:ext cx="1584857" cy="41126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0" name="矩形 79">
                  <a:extLst>
                    <a:ext uri="{FF2B5EF4-FFF2-40B4-BE49-F238E27FC236}">
                      <a16:creationId xmlns:a16="http://schemas.microsoft.com/office/drawing/2014/main" id="{9340099D-0195-46CF-8339-19B2D72BE09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7693" y="1384388"/>
                  <a:ext cx="1584857" cy="411266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81" name="圖形 80">
              <a:extLst>
                <a:ext uri="{FF2B5EF4-FFF2-40B4-BE49-F238E27FC236}">
                  <a16:creationId xmlns:a16="http://schemas.microsoft.com/office/drawing/2014/main" id="{BF76D6FB-6920-4100-AF9D-B38221532E2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rcRect l="54717" r="19245"/>
            <a:stretch/>
          </p:blipFill>
          <p:spPr>
            <a:xfrm>
              <a:off x="5078095" y="1507863"/>
              <a:ext cx="233506" cy="21240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7F73BA7D-6C5A-4099-A4DC-BEF3DD4D9248}"/>
                  </a:ext>
                </a:extLst>
              </p:cNvPr>
              <p:cNvSpPr/>
              <p:nvPr/>
            </p:nvSpPr>
            <p:spPr>
              <a:xfrm>
                <a:off x="11871801" y="3842030"/>
                <a:ext cx="365805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7F73BA7D-6C5A-4099-A4DC-BEF3DD4D92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1801" y="3842030"/>
                <a:ext cx="365805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8EDCB4F1-D288-4EE9-8A90-DBA01D6A4273}"/>
                  </a:ext>
                </a:extLst>
              </p:cNvPr>
              <p:cNvSpPr/>
              <p:nvPr/>
            </p:nvSpPr>
            <p:spPr>
              <a:xfrm>
                <a:off x="11799309" y="4858030"/>
                <a:ext cx="53893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8EDCB4F1-D288-4EE9-8A90-DBA01D6A42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9309" y="4858030"/>
                <a:ext cx="538930" cy="36933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圖片 2">
            <a:extLst>
              <a:ext uri="{FF2B5EF4-FFF2-40B4-BE49-F238E27FC236}">
                <a16:creationId xmlns:a16="http://schemas.microsoft.com/office/drawing/2014/main" id="{3557EA50-FF4E-4700-8BBF-F70603D28B9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304581" y="3768101"/>
            <a:ext cx="1582704" cy="15799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391926B5-2A32-4827-8841-EB24D0CCBFA4}"/>
                  </a:ext>
                </a:extLst>
              </p:cNvPr>
              <p:cNvSpPr/>
              <p:nvPr/>
            </p:nvSpPr>
            <p:spPr>
              <a:xfrm>
                <a:off x="904874" y="5486595"/>
                <a:ext cx="4972051" cy="739626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en-US" altLang="zh-TW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Symmetry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an </a:t>
                </a:r>
                <a:r>
                  <a:rPr lang="en-US" altLang="zh-TW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even</a:t>
                </a:r>
                <a:r>
                  <a:rPr lang="en-US" altLang="zh-TW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number</a:t>
                </a:r>
              </a:p>
              <a:p>
                <a:pPr marL="342900" indent="-342900">
                  <a:buFontTx/>
                  <a:buAutoNum type="arabicPeriod"/>
                </a:pPr>
                <a:r>
                  <a:rPr lang="zh-TW" altLang="zh-TW" dirty="0">
                    <a:latin typeface="Times New Roman" panose="02020603050405020304" pitchFamily="18" charset="0"/>
                    <a:ea typeface="inherit"/>
                    <a:cs typeface="Times New Roman" panose="02020603050405020304" pitchFamily="18" charset="0"/>
                  </a:rPr>
                  <a:t>Elliptical</a:t>
                </a:r>
                <a:r>
                  <a:rPr lang="en-US" altLang="zh-TW" dirty="0">
                    <a:latin typeface="Times New Roman" panose="02020603050405020304" pitchFamily="18" charset="0"/>
                    <a:ea typeface="inherit"/>
                    <a:cs typeface="Times New Roman" panose="02020603050405020304" pitchFamily="18" charset="0"/>
                  </a:rPr>
                  <a:t> since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TW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  <m:r>
                          <a:rPr lang="en-US" altLang="zh-TW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TW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TW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sub>
                      <m:sup>
                        <m:r>
                          <a:rPr lang="en-US" altLang="zh-TW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  <m:d>
                      <m:dPr>
                        <m:ctrlPr>
                          <a:rPr lang="en-US" altLang="zh-TW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∥</m:t>
                            </m:r>
                          </m:sub>
                        </m:sSub>
                      </m:e>
                    </m:d>
                    <m:r>
                      <a:rPr lang="en-US" altLang="zh-TW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≫ </m:t>
                    </m:r>
                    <m:sSubSup>
                      <m:sSubSupPr>
                        <m:ctrlP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TW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sub>
                      <m:sup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  <m:r>
                      <a:rPr lang="en-US" altLang="zh-TW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endParaRPr lang="en-US" altLang="zh-TW" dirty="0">
                  <a:latin typeface="Times New Roman" panose="02020603050405020304" pitchFamily="18" charset="0"/>
                  <a:ea typeface="inherit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391926B5-2A32-4827-8841-EB24D0CCBF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874" y="5486595"/>
                <a:ext cx="4972051" cy="739626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ED268E64-AB90-49CE-9BAA-F528D10C4BD9}"/>
                  </a:ext>
                </a:extLst>
              </p:cNvPr>
              <p:cNvSpPr/>
              <p:nvPr/>
            </p:nvSpPr>
            <p:spPr>
              <a:xfrm>
                <a:off x="8661334" y="1322369"/>
                <a:ext cx="3473515" cy="510589"/>
              </a:xfrm>
              <a:prstGeom prst="rect">
                <a:avLst/>
              </a:prstGeom>
              <a:ln/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</m:e>
                        <m:sub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  <m:r>
                            <a:rPr lang="en-US" altLang="zh-TW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  <m:sup>
                                  <m:r>
                                    <a:rPr lang="en-US" altLang="zh-TW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sub>
                        <m:sup>
                          <m:r>
                            <a:rPr lang="en-US" altLang="zh-TW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±</m:t>
                          </m:r>
                        </m:sup>
                      </m:sSubSup>
                      <m:d>
                        <m:dPr>
                          <m:ctrlPr>
                            <a:rPr lang="en-US" altLang="zh-TW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  <m:r>
                        <a:rPr lang="en-US" altLang="zh-TW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US" altLang="zh-TW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en-US" altLang="zh-TW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  <m:r>
                        <a:rPr lang="en-US" altLang="zh-TW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lang="en-US" altLang="zh-TW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  <m:sup>
                                  <m:r>
                                    <a:rPr lang="en-US" altLang="zh-TW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sub>
                      </m:sSub>
                      <m:d>
                        <m:dPr>
                          <m:ctrlPr>
                            <a:rPr lang="en-US" altLang="zh-TW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ED268E64-AB90-49CE-9BAA-F528D10C4B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1334" y="1322369"/>
                <a:ext cx="3473515" cy="510589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文字方塊 202">
                <a:extLst>
                  <a:ext uri="{FF2B5EF4-FFF2-40B4-BE49-F238E27FC236}">
                    <a16:creationId xmlns:a16="http://schemas.microsoft.com/office/drawing/2014/main" id="{7FC61B16-FC6D-4DBA-BB75-1679A65449AB}"/>
                  </a:ext>
                </a:extLst>
              </p:cNvPr>
              <p:cNvSpPr txBox="1"/>
              <p:nvPr/>
            </p:nvSpPr>
            <p:spPr>
              <a:xfrm>
                <a:off x="10295341" y="4932070"/>
                <a:ext cx="6998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3" name="文字方塊 202">
                <a:extLst>
                  <a:ext uri="{FF2B5EF4-FFF2-40B4-BE49-F238E27FC236}">
                    <a16:creationId xmlns:a16="http://schemas.microsoft.com/office/drawing/2014/main" id="{7FC61B16-FC6D-4DBA-BB75-1679A6544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5341" y="4932070"/>
                <a:ext cx="699886" cy="276999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群組 33">
            <a:extLst>
              <a:ext uri="{FF2B5EF4-FFF2-40B4-BE49-F238E27FC236}">
                <a16:creationId xmlns:a16="http://schemas.microsoft.com/office/drawing/2014/main" id="{58D6F992-8A90-40A1-8106-F65A226E7084}"/>
              </a:ext>
            </a:extLst>
          </p:cNvPr>
          <p:cNvGrpSpPr/>
          <p:nvPr/>
        </p:nvGrpSpPr>
        <p:grpSpPr>
          <a:xfrm>
            <a:off x="10964927" y="4231954"/>
            <a:ext cx="483108" cy="476014"/>
            <a:chOff x="7670116" y="5414672"/>
            <a:chExt cx="483108" cy="476014"/>
          </a:xfrm>
        </p:grpSpPr>
        <p:grpSp>
          <p:nvGrpSpPr>
            <p:cNvPr id="209" name="群組 208">
              <a:extLst>
                <a:ext uri="{FF2B5EF4-FFF2-40B4-BE49-F238E27FC236}">
                  <a16:creationId xmlns:a16="http://schemas.microsoft.com/office/drawing/2014/main" id="{E4D53F27-6225-43F8-86EF-B659EF03DD0B}"/>
                </a:ext>
              </a:extLst>
            </p:cNvPr>
            <p:cNvGrpSpPr/>
            <p:nvPr/>
          </p:nvGrpSpPr>
          <p:grpSpPr>
            <a:xfrm>
              <a:off x="7831422" y="5680229"/>
              <a:ext cx="87607" cy="84039"/>
              <a:chOff x="1373392" y="2391862"/>
              <a:chExt cx="479433" cy="476535"/>
            </a:xfrm>
            <a:solidFill>
              <a:schemeClr val="tx1"/>
            </a:solidFill>
          </p:grpSpPr>
          <p:sp>
            <p:nvSpPr>
              <p:cNvPr id="212" name="箭號: 向右 211">
                <a:extLst>
                  <a:ext uri="{FF2B5EF4-FFF2-40B4-BE49-F238E27FC236}">
                    <a16:creationId xmlns:a16="http://schemas.microsoft.com/office/drawing/2014/main" id="{C1356A34-7643-426A-9519-2FECA4036B95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213" name="箭號: 向右 212">
                <a:extLst>
                  <a:ext uri="{FF2B5EF4-FFF2-40B4-BE49-F238E27FC236}">
                    <a16:creationId xmlns:a16="http://schemas.microsoft.com/office/drawing/2014/main" id="{B7CF931E-9282-419F-9E29-BE7453ECD610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" name="文字方塊 214">
                  <a:extLst>
                    <a:ext uri="{FF2B5EF4-FFF2-40B4-BE49-F238E27FC236}">
                      <a16:creationId xmlns:a16="http://schemas.microsoft.com/office/drawing/2014/main" id="{C9B8D14B-6737-42A6-AF52-2723F41F1EE8}"/>
                    </a:ext>
                  </a:extLst>
                </p:cNvPr>
                <p:cNvSpPr txBox="1"/>
                <p:nvPr/>
              </p:nvSpPr>
              <p:spPr>
                <a:xfrm>
                  <a:off x="7670116" y="5414672"/>
                  <a:ext cx="332280" cy="2916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5" name="文字方塊 214">
                  <a:extLst>
                    <a:ext uri="{FF2B5EF4-FFF2-40B4-BE49-F238E27FC236}">
                      <a16:creationId xmlns:a16="http://schemas.microsoft.com/office/drawing/2014/main" id="{C9B8D14B-6737-42A6-AF52-2723F41F1E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0116" y="5414672"/>
                  <a:ext cx="332280" cy="291617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6" name="文字方塊 215">
                  <a:extLst>
                    <a:ext uri="{FF2B5EF4-FFF2-40B4-BE49-F238E27FC236}">
                      <a16:creationId xmlns:a16="http://schemas.microsoft.com/office/drawing/2014/main" id="{4BFEBA65-A6A3-4018-8223-0700A77A7029}"/>
                    </a:ext>
                  </a:extLst>
                </p:cNvPr>
                <p:cNvSpPr txBox="1"/>
                <p:nvPr/>
              </p:nvSpPr>
              <p:spPr>
                <a:xfrm>
                  <a:off x="7858819" y="5613688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6" name="文字方塊 215">
                  <a:extLst>
                    <a:ext uri="{FF2B5EF4-FFF2-40B4-BE49-F238E27FC236}">
                      <a16:creationId xmlns:a16="http://schemas.microsoft.com/office/drawing/2014/main" id="{4BFEBA65-A6A3-4018-8223-0700A77A70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58819" y="5613688"/>
                  <a:ext cx="294405" cy="276998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6" name="群組 95">
            <a:extLst>
              <a:ext uri="{FF2B5EF4-FFF2-40B4-BE49-F238E27FC236}">
                <a16:creationId xmlns:a16="http://schemas.microsoft.com/office/drawing/2014/main" id="{D8E0284B-469C-4A64-9965-7D94D76369EB}"/>
              </a:ext>
            </a:extLst>
          </p:cNvPr>
          <p:cNvGrpSpPr/>
          <p:nvPr/>
        </p:nvGrpSpPr>
        <p:grpSpPr>
          <a:xfrm>
            <a:off x="4925540" y="4231954"/>
            <a:ext cx="483108" cy="476014"/>
            <a:chOff x="1338869" y="2976272"/>
            <a:chExt cx="483108" cy="476014"/>
          </a:xfrm>
        </p:grpSpPr>
        <p:grpSp>
          <p:nvGrpSpPr>
            <p:cNvPr id="97" name="群組 96">
              <a:extLst>
                <a:ext uri="{FF2B5EF4-FFF2-40B4-BE49-F238E27FC236}">
                  <a16:creationId xmlns:a16="http://schemas.microsoft.com/office/drawing/2014/main" id="{63A82A06-163E-4D3F-BACB-5FE16F070BC7}"/>
                </a:ext>
              </a:extLst>
            </p:cNvPr>
            <p:cNvGrpSpPr/>
            <p:nvPr/>
          </p:nvGrpSpPr>
          <p:grpSpPr>
            <a:xfrm>
              <a:off x="1500175" y="3241829"/>
              <a:ext cx="87607" cy="84039"/>
              <a:chOff x="1373392" y="2391862"/>
              <a:chExt cx="479433" cy="476535"/>
            </a:xfrm>
            <a:solidFill>
              <a:schemeClr val="bg1"/>
            </a:solidFill>
          </p:grpSpPr>
          <p:sp>
            <p:nvSpPr>
              <p:cNvPr id="102" name="箭號: 向右 101">
                <a:extLst>
                  <a:ext uri="{FF2B5EF4-FFF2-40B4-BE49-F238E27FC236}">
                    <a16:creationId xmlns:a16="http://schemas.microsoft.com/office/drawing/2014/main" id="{68179B75-8477-46F4-BE61-6BA0A5592DF5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bg1"/>
                  </a:solidFill>
                </a:endParaRPr>
              </a:p>
            </p:txBody>
          </p:sp>
          <p:sp>
            <p:nvSpPr>
              <p:cNvPr id="104" name="箭號: 向右 103">
                <a:extLst>
                  <a:ext uri="{FF2B5EF4-FFF2-40B4-BE49-F238E27FC236}">
                    <a16:creationId xmlns:a16="http://schemas.microsoft.com/office/drawing/2014/main" id="{F3303713-4904-4BFC-B659-997896DD3E46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文字方塊 99">
                  <a:extLst>
                    <a:ext uri="{FF2B5EF4-FFF2-40B4-BE49-F238E27FC236}">
                      <a16:creationId xmlns:a16="http://schemas.microsoft.com/office/drawing/2014/main" id="{9ABA27EE-293F-40EF-AEFC-79408D1E353F}"/>
                    </a:ext>
                  </a:extLst>
                </p:cNvPr>
                <p:cNvSpPr txBox="1"/>
                <p:nvPr/>
              </p:nvSpPr>
              <p:spPr>
                <a:xfrm>
                  <a:off x="1338869" y="2976272"/>
                  <a:ext cx="332280" cy="2916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00" name="文字方塊 99">
                  <a:extLst>
                    <a:ext uri="{FF2B5EF4-FFF2-40B4-BE49-F238E27FC236}">
                      <a16:creationId xmlns:a16="http://schemas.microsoft.com/office/drawing/2014/main" id="{9ABA27EE-293F-40EF-AEFC-79408D1E35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8869" y="2976272"/>
                  <a:ext cx="332280" cy="291617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文字方塊 100">
                  <a:extLst>
                    <a:ext uri="{FF2B5EF4-FFF2-40B4-BE49-F238E27FC236}">
                      <a16:creationId xmlns:a16="http://schemas.microsoft.com/office/drawing/2014/main" id="{ACC28893-3A74-405A-89E6-BD8BB6D62E72}"/>
                    </a:ext>
                  </a:extLst>
                </p:cNvPr>
                <p:cNvSpPr txBox="1"/>
                <p:nvPr/>
              </p:nvSpPr>
              <p:spPr>
                <a:xfrm>
                  <a:off x="1527572" y="3175288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01" name="文字方塊 100">
                  <a:extLst>
                    <a:ext uri="{FF2B5EF4-FFF2-40B4-BE49-F238E27FC236}">
                      <a16:creationId xmlns:a16="http://schemas.microsoft.com/office/drawing/2014/main" id="{ACC28893-3A74-405A-89E6-BD8BB6D62E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7572" y="3175288"/>
                  <a:ext cx="294405" cy="276998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618EC3C5-F93B-433C-9779-AFC628ED9A55}"/>
                  </a:ext>
                </a:extLst>
              </p:cNvPr>
              <p:cNvSpPr/>
              <p:nvPr/>
            </p:nvSpPr>
            <p:spPr>
              <a:xfrm>
                <a:off x="3512895" y="4397705"/>
                <a:ext cx="1005573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618EC3C5-F93B-433C-9779-AFC628ED9A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2895" y="4397705"/>
                <a:ext cx="1005573" cy="400110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0EEBF310-7A5F-4AFD-B044-29B469D2E5C1}"/>
                  </a:ext>
                </a:extLst>
              </p:cNvPr>
              <p:cNvSpPr/>
              <p:nvPr/>
            </p:nvSpPr>
            <p:spPr>
              <a:xfrm>
                <a:off x="121995" y="3289333"/>
                <a:ext cx="1229540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ℓ=−1</m:t>
                      </m:r>
                    </m:oMath>
                  </m:oMathPara>
                </a14:m>
                <a:endParaRPr lang="zh-TW" altLang="en-US" sz="1700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0EEBF310-7A5F-4AFD-B044-29B469D2E5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95" y="3289333"/>
                <a:ext cx="1229540" cy="353943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524E59D7-0C04-4E76-9675-286FC8853DF9}"/>
                  </a:ext>
                </a:extLst>
              </p:cNvPr>
              <p:cNvSpPr/>
              <p:nvPr/>
            </p:nvSpPr>
            <p:spPr>
              <a:xfrm>
                <a:off x="121995" y="5505253"/>
                <a:ext cx="1018979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70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TW" altLang="en-US" sz="1700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524E59D7-0C04-4E76-9675-286FC8853D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95" y="5505253"/>
                <a:ext cx="1018979" cy="353943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矩形 119">
                <a:extLst>
                  <a:ext uri="{FF2B5EF4-FFF2-40B4-BE49-F238E27FC236}">
                    <a16:creationId xmlns:a16="http://schemas.microsoft.com/office/drawing/2014/main" id="{333426F9-ABE7-4F6A-8728-A7D76FD373E2}"/>
                  </a:ext>
                </a:extLst>
              </p:cNvPr>
              <p:cNvSpPr/>
              <p:nvPr/>
            </p:nvSpPr>
            <p:spPr>
              <a:xfrm>
                <a:off x="9604119" y="4397705"/>
                <a:ext cx="1156037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20" name="矩形 119">
                <a:extLst>
                  <a:ext uri="{FF2B5EF4-FFF2-40B4-BE49-F238E27FC236}">
                    <a16:creationId xmlns:a16="http://schemas.microsoft.com/office/drawing/2014/main" id="{333426F9-ABE7-4F6A-8728-A7D76FD373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4119" y="4397705"/>
                <a:ext cx="1156037" cy="400110"/>
              </a:xfrm>
              <a:prstGeom prst="rect">
                <a:avLst/>
              </a:prstGeom>
              <a:blipFill>
                <a:blip r:embed="rId39"/>
                <a:stretch>
                  <a:fillRect l="-1579" b="-1060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矩形 120">
                <a:extLst>
                  <a:ext uri="{FF2B5EF4-FFF2-40B4-BE49-F238E27FC236}">
                    <a16:creationId xmlns:a16="http://schemas.microsoft.com/office/drawing/2014/main" id="{E9466D52-3E32-45C0-A009-805AF5DFBB5C}"/>
                  </a:ext>
                </a:extLst>
              </p:cNvPr>
              <p:cNvSpPr/>
              <p:nvPr/>
            </p:nvSpPr>
            <p:spPr>
              <a:xfrm>
                <a:off x="6421331" y="3289333"/>
                <a:ext cx="1229540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sz="1700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1" name="矩形 120">
                <a:extLst>
                  <a:ext uri="{FF2B5EF4-FFF2-40B4-BE49-F238E27FC236}">
                    <a16:creationId xmlns:a16="http://schemas.microsoft.com/office/drawing/2014/main" id="{E9466D52-3E32-45C0-A009-805AF5DFBB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1331" y="3289333"/>
                <a:ext cx="1229540" cy="353943"/>
              </a:xfrm>
              <a:prstGeom prst="rect">
                <a:avLst/>
              </a:prstGeom>
              <a:blipFill>
                <a:blip r:embed="rId40"/>
                <a:stretch>
                  <a:fillRect l="-495" b="-86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矩形 121">
                <a:extLst>
                  <a:ext uri="{FF2B5EF4-FFF2-40B4-BE49-F238E27FC236}">
                    <a16:creationId xmlns:a16="http://schemas.microsoft.com/office/drawing/2014/main" id="{6EE6377E-0C59-4B86-AEB5-EA0A18C5F399}"/>
                  </a:ext>
                </a:extLst>
              </p:cNvPr>
              <p:cNvSpPr/>
              <p:nvPr/>
            </p:nvSpPr>
            <p:spPr>
              <a:xfrm>
                <a:off x="6421331" y="5505253"/>
                <a:ext cx="1018979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zh-TW" altLang="en-US" sz="1700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2" name="矩形 121">
                <a:extLst>
                  <a:ext uri="{FF2B5EF4-FFF2-40B4-BE49-F238E27FC236}">
                    <a16:creationId xmlns:a16="http://schemas.microsoft.com/office/drawing/2014/main" id="{6EE6377E-0C59-4B86-AEB5-EA0A18C5F3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1331" y="5505253"/>
                <a:ext cx="1018979" cy="353943"/>
              </a:xfrm>
              <a:prstGeom prst="rect">
                <a:avLst/>
              </a:prstGeom>
              <a:blipFill>
                <a:blip r:embed="rId41"/>
                <a:stretch>
                  <a:fillRect l="-595" b="-103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矩形 122">
                <a:extLst>
                  <a:ext uri="{FF2B5EF4-FFF2-40B4-BE49-F238E27FC236}">
                    <a16:creationId xmlns:a16="http://schemas.microsoft.com/office/drawing/2014/main" id="{28A1B175-610F-4805-9FF7-F3A2507AA0A8}"/>
                  </a:ext>
                </a:extLst>
              </p:cNvPr>
              <p:cNvSpPr/>
              <p:nvPr/>
            </p:nvSpPr>
            <p:spPr>
              <a:xfrm>
                <a:off x="9673984" y="2578489"/>
                <a:ext cx="1165334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TW" sz="17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TW" sz="1700" dirty="0">
                  <a:solidFill>
                    <a:schemeClr val="bg1">
                      <a:lumMod val="75000"/>
                    </a:schemeClr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3" name="矩形 122">
                <a:extLst>
                  <a:ext uri="{FF2B5EF4-FFF2-40B4-BE49-F238E27FC236}">
                    <a16:creationId xmlns:a16="http://schemas.microsoft.com/office/drawing/2014/main" id="{28A1B175-610F-4805-9FF7-F3A2507AA0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3984" y="2578489"/>
                <a:ext cx="1165334" cy="353943"/>
              </a:xfrm>
              <a:prstGeom prst="rect">
                <a:avLst/>
              </a:prstGeom>
              <a:blipFill>
                <a:blip r:embed="rId42"/>
                <a:stretch>
                  <a:fillRect b="-86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矩形 123">
                <a:extLst>
                  <a:ext uri="{FF2B5EF4-FFF2-40B4-BE49-F238E27FC236}">
                    <a16:creationId xmlns:a16="http://schemas.microsoft.com/office/drawing/2014/main" id="{36885473-F0F3-4E75-BBB7-BFC4D4DF0A31}"/>
                  </a:ext>
                </a:extLst>
              </p:cNvPr>
              <p:cNvSpPr/>
              <p:nvPr/>
            </p:nvSpPr>
            <p:spPr>
              <a:xfrm>
                <a:off x="7397812" y="2578489"/>
                <a:ext cx="1123257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TW" sz="17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US" altLang="zh-TW" sz="1700" dirty="0">
                  <a:solidFill>
                    <a:schemeClr val="bg1">
                      <a:lumMod val="75000"/>
                    </a:schemeClr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4" name="矩形 123">
                <a:extLst>
                  <a:ext uri="{FF2B5EF4-FFF2-40B4-BE49-F238E27FC236}">
                    <a16:creationId xmlns:a16="http://schemas.microsoft.com/office/drawing/2014/main" id="{36885473-F0F3-4E75-BBB7-BFC4D4DF0A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7812" y="2578489"/>
                <a:ext cx="1123257" cy="353943"/>
              </a:xfrm>
              <a:prstGeom prst="rect">
                <a:avLst/>
              </a:prstGeom>
              <a:blipFill>
                <a:blip r:embed="rId43"/>
                <a:stretch>
                  <a:fillRect b="-86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矩形 124">
                <a:extLst>
                  <a:ext uri="{FF2B5EF4-FFF2-40B4-BE49-F238E27FC236}">
                    <a16:creationId xmlns:a16="http://schemas.microsoft.com/office/drawing/2014/main" id="{2C537D36-E250-440A-BC81-5C698F3B5676}"/>
                  </a:ext>
                </a:extLst>
              </p:cNvPr>
              <p:cNvSpPr/>
              <p:nvPr/>
            </p:nvSpPr>
            <p:spPr>
              <a:xfrm>
                <a:off x="8525690" y="2578489"/>
                <a:ext cx="1165334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TW" sz="17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US" altLang="zh-TW" sz="1700" dirty="0">
                  <a:solidFill>
                    <a:schemeClr val="bg1">
                      <a:lumMod val="75000"/>
                    </a:schemeClr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5" name="矩形 124">
                <a:extLst>
                  <a:ext uri="{FF2B5EF4-FFF2-40B4-BE49-F238E27FC236}">
                    <a16:creationId xmlns:a16="http://schemas.microsoft.com/office/drawing/2014/main" id="{2C537D36-E250-440A-BC81-5C698F3B56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5690" y="2578489"/>
                <a:ext cx="1165334" cy="353943"/>
              </a:xfrm>
              <a:prstGeom prst="rect">
                <a:avLst/>
              </a:prstGeom>
              <a:blipFill>
                <a:blip r:embed="rId44"/>
                <a:stretch>
                  <a:fillRect b="-86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矩形 125">
                <a:extLst>
                  <a:ext uri="{FF2B5EF4-FFF2-40B4-BE49-F238E27FC236}">
                    <a16:creationId xmlns:a16="http://schemas.microsoft.com/office/drawing/2014/main" id="{68A9D325-6AE9-4D9A-9512-F8E50E5BF0C8}"/>
                  </a:ext>
                </a:extLst>
              </p:cNvPr>
              <p:cNvSpPr/>
              <p:nvPr/>
            </p:nvSpPr>
            <p:spPr>
              <a:xfrm>
                <a:off x="6638143" y="5486595"/>
                <a:ext cx="5267324" cy="739626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en-US" altLang="zh-TW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Symmetry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an </a:t>
                </a:r>
                <a:r>
                  <a:rPr lang="en-US" altLang="zh-TW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even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number</a:t>
                </a:r>
              </a:p>
              <a:p>
                <a:pPr marL="342900" indent="-342900">
                  <a:buFontTx/>
                  <a:buAutoNum type="arabicPeriod"/>
                </a:pPr>
                <a:r>
                  <a:rPr lang="en-US" altLang="zh-TW" dirty="0">
                    <a:latin typeface="Times New Roman" panose="02020603050405020304" pitchFamily="18" charset="0"/>
                    <a:ea typeface="inherit"/>
                    <a:cs typeface="Times New Roman" panose="02020603050405020304" pitchFamily="18" charset="0"/>
                  </a:rPr>
                  <a:t>Additional pattern since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TW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  <m:r>
                          <a:rPr lang="en-US" altLang="zh-TW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TW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TW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sub>
                      <m:sup>
                        <m:r>
                          <a:rPr lang="en-US" altLang="zh-TW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  <m:d>
                      <m:dPr>
                        <m:ctrlPr>
                          <a:rPr lang="en-US" altLang="zh-TW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∥</m:t>
                            </m:r>
                          </m:sub>
                        </m:sSub>
                      </m:e>
                    </m:d>
                    <m:r>
                      <a:rPr lang="en-US" altLang="zh-TW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≫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TW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sub>
                      <m:sup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  <m:r>
                      <a:rPr lang="en-US" altLang="zh-TW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endParaRPr lang="en-US" altLang="zh-TW" dirty="0">
                  <a:latin typeface="Times New Roman" panose="02020603050405020304" pitchFamily="18" charset="0"/>
                  <a:ea typeface="inherit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6" name="矩形 125">
                <a:extLst>
                  <a:ext uri="{FF2B5EF4-FFF2-40B4-BE49-F238E27FC236}">
                    <a16:creationId xmlns:a16="http://schemas.microsoft.com/office/drawing/2014/main" id="{68A9D325-6AE9-4D9A-9512-F8E50E5BF0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8143" y="5486595"/>
                <a:ext cx="5267324" cy="739626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矩形 126">
                <a:extLst>
                  <a:ext uri="{FF2B5EF4-FFF2-40B4-BE49-F238E27FC236}">
                    <a16:creationId xmlns:a16="http://schemas.microsoft.com/office/drawing/2014/main" id="{62CCED6C-0D71-409F-96CD-F6F870F9E65F}"/>
                  </a:ext>
                </a:extLst>
              </p:cNvPr>
              <p:cNvSpPr/>
              <p:nvPr/>
            </p:nvSpPr>
            <p:spPr>
              <a:xfrm>
                <a:off x="3335732" y="2578489"/>
                <a:ext cx="1165334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p>
                          <m:r>
                            <a:rPr lang="en-US" altLang="zh-TW" sz="17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zh-TW" sz="1700" dirty="0">
                  <a:solidFill>
                    <a:schemeClr val="bg1">
                      <a:lumMod val="75000"/>
                    </a:schemeClr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7" name="矩形 126">
                <a:extLst>
                  <a:ext uri="{FF2B5EF4-FFF2-40B4-BE49-F238E27FC236}">
                    <a16:creationId xmlns:a16="http://schemas.microsoft.com/office/drawing/2014/main" id="{62CCED6C-0D71-409F-96CD-F6F870F9E6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5732" y="2578489"/>
                <a:ext cx="1165334" cy="353943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矩形 127">
                <a:extLst>
                  <a:ext uri="{FF2B5EF4-FFF2-40B4-BE49-F238E27FC236}">
                    <a16:creationId xmlns:a16="http://schemas.microsoft.com/office/drawing/2014/main" id="{E5E77C27-A07A-4B33-A1EB-A2528F4B76AC}"/>
                  </a:ext>
                </a:extLst>
              </p:cNvPr>
              <p:cNvSpPr/>
              <p:nvPr/>
            </p:nvSpPr>
            <p:spPr>
              <a:xfrm>
                <a:off x="1030382" y="2578489"/>
                <a:ext cx="1123257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p>
                          <m:r>
                            <a:rPr lang="en-US" altLang="zh-TW" sz="17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US" altLang="zh-TW" sz="1700" dirty="0">
                  <a:solidFill>
                    <a:schemeClr val="bg1">
                      <a:lumMod val="75000"/>
                    </a:schemeClr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8" name="矩形 127">
                <a:extLst>
                  <a:ext uri="{FF2B5EF4-FFF2-40B4-BE49-F238E27FC236}">
                    <a16:creationId xmlns:a16="http://schemas.microsoft.com/office/drawing/2014/main" id="{E5E77C27-A07A-4B33-A1EB-A2528F4B76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382" y="2578489"/>
                <a:ext cx="1123257" cy="353943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矩形 128">
                <a:extLst>
                  <a:ext uri="{FF2B5EF4-FFF2-40B4-BE49-F238E27FC236}">
                    <a16:creationId xmlns:a16="http://schemas.microsoft.com/office/drawing/2014/main" id="{F0C19951-A381-4E14-BC85-17BD675A8065}"/>
                  </a:ext>
                </a:extLst>
              </p:cNvPr>
              <p:cNvSpPr/>
              <p:nvPr/>
            </p:nvSpPr>
            <p:spPr>
              <a:xfrm>
                <a:off x="2153078" y="2578489"/>
                <a:ext cx="1165334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p>
                          <m:r>
                            <a:rPr lang="en-US" altLang="zh-TW" sz="17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TW" sz="1700" dirty="0">
                  <a:solidFill>
                    <a:schemeClr val="bg1">
                      <a:lumMod val="75000"/>
                    </a:schemeClr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9" name="矩形 128">
                <a:extLst>
                  <a:ext uri="{FF2B5EF4-FFF2-40B4-BE49-F238E27FC236}">
                    <a16:creationId xmlns:a16="http://schemas.microsoft.com/office/drawing/2014/main" id="{F0C19951-A381-4E14-BC85-17BD675A80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3078" y="2578489"/>
                <a:ext cx="1165334" cy="353943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9" name="圖片 68">
            <a:extLst>
              <a:ext uri="{FF2B5EF4-FFF2-40B4-BE49-F238E27FC236}">
                <a16:creationId xmlns:a16="http://schemas.microsoft.com/office/drawing/2014/main" id="{061FAA2E-03BD-4AF0-B1E8-FFD66B74E58B}"/>
              </a:ext>
            </a:extLst>
          </p:cNvPr>
          <p:cNvPicPr>
            <a:picLocks noChangeAspect="1"/>
          </p:cNvPicPr>
          <p:nvPr/>
        </p:nvPicPr>
        <p:blipFill rotWithShape="1">
          <a:blip r:embed="rId4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" r="15273"/>
          <a:stretch/>
        </p:blipFill>
        <p:spPr>
          <a:xfrm>
            <a:off x="11923644" y="4121996"/>
            <a:ext cx="207230" cy="82232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141C308C-B7BE-4F6E-AD17-310D30309A37}"/>
                  </a:ext>
                </a:extLst>
              </p:cNvPr>
              <p:cNvSpPr txBox="1"/>
              <p:nvPr/>
            </p:nvSpPr>
            <p:spPr>
              <a:xfrm rot="5400000">
                <a:off x="11843473" y="4491335"/>
                <a:ext cx="385849" cy="351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141C308C-B7BE-4F6E-AD17-310D30309A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11843473" y="4491335"/>
                <a:ext cx="385849" cy="351901"/>
              </a:xfrm>
              <a:prstGeom prst="rect">
                <a:avLst/>
              </a:prstGeom>
              <a:blipFill>
                <a:blip r:embed="rId50"/>
                <a:stretch>
                  <a:fillRect b="-1269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3195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圖片 95">
            <a:extLst>
              <a:ext uri="{FF2B5EF4-FFF2-40B4-BE49-F238E27FC236}">
                <a16:creationId xmlns:a16="http://schemas.microsoft.com/office/drawing/2014/main" id="{0AB4F5C1-90F8-4901-83C9-AA0BDA1F74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2157" y="2927667"/>
            <a:ext cx="1080000" cy="1080000"/>
          </a:xfrm>
          <a:prstGeom prst="rect">
            <a:avLst/>
          </a:prstGeom>
        </p:spPr>
      </p:pic>
      <p:pic>
        <p:nvPicPr>
          <p:cNvPr id="97" name="圖片 96">
            <a:extLst>
              <a:ext uri="{FF2B5EF4-FFF2-40B4-BE49-F238E27FC236}">
                <a16:creationId xmlns:a16="http://schemas.microsoft.com/office/drawing/2014/main" id="{9DB31547-2B2A-47B8-8AF2-AE83D97062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9336" y="2927661"/>
            <a:ext cx="1080000" cy="1080000"/>
          </a:xfrm>
          <a:prstGeom prst="rect">
            <a:avLst/>
          </a:prstGeom>
        </p:spPr>
      </p:pic>
      <p:pic>
        <p:nvPicPr>
          <p:cNvPr id="100" name="圖片 99">
            <a:extLst>
              <a:ext uri="{FF2B5EF4-FFF2-40B4-BE49-F238E27FC236}">
                <a16:creationId xmlns:a16="http://schemas.microsoft.com/office/drawing/2014/main" id="{9333E2B0-E461-40E5-82B1-6C9AB20609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3240" y="4032193"/>
            <a:ext cx="1080000" cy="1077764"/>
          </a:xfrm>
          <a:prstGeom prst="rect">
            <a:avLst/>
          </a:prstGeom>
        </p:spPr>
      </p:pic>
      <p:pic>
        <p:nvPicPr>
          <p:cNvPr id="101" name="圖片 100">
            <a:extLst>
              <a:ext uri="{FF2B5EF4-FFF2-40B4-BE49-F238E27FC236}">
                <a16:creationId xmlns:a16="http://schemas.microsoft.com/office/drawing/2014/main" id="{D374B386-AFF1-4543-B9A3-886460D5B8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0451" y="4034676"/>
            <a:ext cx="1080000" cy="1080000"/>
          </a:xfrm>
          <a:prstGeom prst="rect">
            <a:avLst/>
          </a:prstGeom>
        </p:spPr>
      </p:pic>
      <p:pic>
        <p:nvPicPr>
          <p:cNvPr id="102" name="圖片 101">
            <a:extLst>
              <a:ext uri="{FF2B5EF4-FFF2-40B4-BE49-F238E27FC236}">
                <a16:creationId xmlns:a16="http://schemas.microsoft.com/office/drawing/2014/main" id="{EAD8DDB5-1CBC-4970-A545-F6119303FA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2157" y="5137733"/>
            <a:ext cx="1080000" cy="1084491"/>
          </a:xfrm>
          <a:prstGeom prst="rect">
            <a:avLst/>
          </a:prstGeom>
        </p:spPr>
      </p:pic>
      <p:pic>
        <p:nvPicPr>
          <p:cNvPr id="104" name="圖片 103">
            <a:extLst>
              <a:ext uri="{FF2B5EF4-FFF2-40B4-BE49-F238E27FC236}">
                <a16:creationId xmlns:a16="http://schemas.microsoft.com/office/drawing/2014/main" id="{70E01526-6F66-4E79-BEAE-0C1D12D7D5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9336" y="5142224"/>
            <a:ext cx="1080000" cy="1080000"/>
          </a:xfrm>
          <a:prstGeom prst="rect">
            <a:avLst/>
          </a:prstGeom>
        </p:spPr>
      </p:pic>
      <p:cxnSp>
        <p:nvCxnSpPr>
          <p:cNvPr id="168" name="直線接點 167">
            <a:extLst>
              <a:ext uri="{FF2B5EF4-FFF2-40B4-BE49-F238E27FC236}">
                <a16:creationId xmlns:a16="http://schemas.microsoft.com/office/drawing/2014/main" id="{032BB5B7-138E-4926-A2CA-8628FFB589B3}"/>
              </a:ext>
            </a:extLst>
          </p:cNvPr>
          <p:cNvCxnSpPr>
            <a:cxnSpLocks/>
          </p:cNvCxnSpPr>
          <p:nvPr/>
        </p:nvCxnSpPr>
        <p:spPr>
          <a:xfrm>
            <a:off x="6108575" y="2314575"/>
            <a:ext cx="0" cy="454342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11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72" name="矩形 371">
                <a:extLst>
                  <a:ext uri="{FF2B5EF4-FFF2-40B4-BE49-F238E27FC236}">
                    <a16:creationId xmlns:a16="http://schemas.microsoft.com/office/drawing/2014/main" id="{816A3863-A346-4DA7-96D7-E2C110307917}"/>
                  </a:ext>
                </a:extLst>
              </p:cNvPr>
              <p:cNvSpPr/>
              <p:nvPr/>
            </p:nvSpPr>
            <p:spPr>
              <a:xfrm>
                <a:off x="4611927" y="2578489"/>
                <a:ext cx="1005573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′=2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72" name="矩形 371">
                <a:extLst>
                  <a:ext uri="{FF2B5EF4-FFF2-40B4-BE49-F238E27FC236}">
                    <a16:creationId xmlns:a16="http://schemas.microsoft.com/office/drawing/2014/main" id="{816A3863-A346-4DA7-96D7-E2C1103079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1927" y="2578489"/>
                <a:ext cx="1005573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5" name="矩形 184">
            <a:extLst>
              <a:ext uri="{FF2B5EF4-FFF2-40B4-BE49-F238E27FC236}">
                <a16:creationId xmlns:a16="http://schemas.microsoft.com/office/drawing/2014/main" id="{BAB1CE55-FEBC-467F-9D11-EBCC762F4975}"/>
              </a:ext>
            </a:extLst>
          </p:cNvPr>
          <p:cNvSpPr/>
          <p:nvPr/>
        </p:nvSpPr>
        <p:spPr>
          <a:xfrm>
            <a:off x="6095989" y="1918801"/>
            <a:ext cx="6093876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intensity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ECE15283-706A-488F-80FB-6CE17EB247A5}"/>
              </a:ext>
            </a:extLst>
          </p:cNvPr>
          <p:cNvSpPr/>
          <p:nvPr/>
        </p:nvSpPr>
        <p:spPr>
          <a:xfrm>
            <a:off x="2287" y="1918801"/>
            <a:ext cx="6093702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Polarization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trajectory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8ADC84D-DE1E-40A8-A99C-3EFFEA336EBE}"/>
              </a:ext>
            </a:extLst>
          </p:cNvPr>
          <p:cNvPicPr>
            <a:picLocks noChangeAspect="1"/>
          </p:cNvPicPr>
          <p:nvPr/>
        </p:nvPicPr>
        <p:blipFill>
          <a:blip r:embed="rId11">
            <a:lum bright="70000" contrast="-70000"/>
          </a:blip>
          <a:stretch>
            <a:fillRect/>
          </a:stretch>
        </p:blipFill>
        <p:spPr>
          <a:xfrm>
            <a:off x="975810" y="2926304"/>
            <a:ext cx="1080000" cy="107814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70E79B0A-F658-4B7F-B5B7-2214E36EB9C8}"/>
              </a:ext>
            </a:extLst>
          </p:cNvPr>
          <p:cNvPicPr>
            <a:picLocks noChangeAspect="1"/>
          </p:cNvPicPr>
          <p:nvPr/>
        </p:nvPicPr>
        <p:blipFill>
          <a:blip r:embed="rId12">
            <a:lum bright="70000" contrast="-70000"/>
          </a:blip>
          <a:stretch>
            <a:fillRect/>
          </a:stretch>
        </p:blipFill>
        <p:spPr>
          <a:xfrm>
            <a:off x="2136797" y="4033747"/>
            <a:ext cx="1080000" cy="108185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78A8EE98-FEDC-4FCA-938E-F576DB4B1F5E}"/>
              </a:ext>
            </a:extLst>
          </p:cNvPr>
          <p:cNvPicPr>
            <a:picLocks noChangeAspect="1"/>
          </p:cNvPicPr>
          <p:nvPr/>
        </p:nvPicPr>
        <p:blipFill>
          <a:blip r:embed="rId13">
            <a:lum bright="70000" contrast="-70000"/>
          </a:blip>
          <a:stretch>
            <a:fillRect/>
          </a:stretch>
        </p:blipFill>
        <p:spPr>
          <a:xfrm>
            <a:off x="3302199" y="5141296"/>
            <a:ext cx="1080000" cy="1081857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A965D5F7-A809-45A4-AC3F-7C7319E9FD57}"/>
              </a:ext>
            </a:extLst>
          </p:cNvPr>
          <p:cNvPicPr>
            <a:picLocks noChangeAspect="1"/>
          </p:cNvPicPr>
          <p:nvPr/>
        </p:nvPicPr>
        <p:blipFill>
          <a:blip r:embed="rId14">
            <a:lum bright="70000" contrast="-70000"/>
          </a:blip>
          <a:stretch>
            <a:fillRect/>
          </a:stretch>
        </p:blipFill>
        <p:spPr>
          <a:xfrm>
            <a:off x="3302199" y="2926304"/>
            <a:ext cx="1080000" cy="108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矩形 141">
                <a:extLst>
                  <a:ext uri="{FF2B5EF4-FFF2-40B4-BE49-F238E27FC236}">
                    <a16:creationId xmlns:a16="http://schemas.microsoft.com/office/drawing/2014/main" id="{F217D8A1-630F-4340-A320-7DD3EB77DC00}"/>
                  </a:ext>
                </a:extLst>
              </p:cNvPr>
              <p:cNvSpPr/>
              <p:nvPr/>
            </p:nvSpPr>
            <p:spPr>
              <a:xfrm>
                <a:off x="10869921" y="2578489"/>
                <a:ext cx="1165334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zh-TW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2" name="矩形 141">
                <a:extLst>
                  <a:ext uri="{FF2B5EF4-FFF2-40B4-BE49-F238E27FC236}">
                    <a16:creationId xmlns:a16="http://schemas.microsoft.com/office/drawing/2014/main" id="{F217D8A1-630F-4340-A320-7DD3EB77DC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9921" y="2578489"/>
                <a:ext cx="1165334" cy="369332"/>
              </a:xfrm>
              <a:prstGeom prst="rect">
                <a:avLst/>
              </a:prstGeom>
              <a:blipFill>
                <a:blip r:embed="rId15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標題 1">
            <a:extLst>
              <a:ext uri="{FF2B5EF4-FFF2-40B4-BE49-F238E27FC236}">
                <a16:creationId xmlns:a16="http://schemas.microsoft.com/office/drawing/2014/main" id="{85109608-C351-4569-B725-63CC69087C1D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VVB :  odd  number of AM difference -</a:t>
            </a:r>
            <a:r>
              <a:rPr lang="en-US" altLang="zh-TW" sz="32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asymmetry</a:t>
            </a:r>
            <a:endParaRPr lang="en-US" altLang="zh-TW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6" name="群組 75">
            <a:extLst>
              <a:ext uri="{FF2B5EF4-FFF2-40B4-BE49-F238E27FC236}">
                <a16:creationId xmlns:a16="http://schemas.microsoft.com/office/drawing/2014/main" id="{FAD7ED67-3C4D-4D35-A457-9AFD2942A935}"/>
              </a:ext>
            </a:extLst>
          </p:cNvPr>
          <p:cNvGrpSpPr/>
          <p:nvPr/>
        </p:nvGrpSpPr>
        <p:grpSpPr>
          <a:xfrm>
            <a:off x="-18918" y="708699"/>
            <a:ext cx="1584857" cy="456407"/>
            <a:chOff x="4937693" y="1384388"/>
            <a:chExt cx="1584857" cy="4564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矩形 76">
                  <a:extLst>
                    <a:ext uri="{FF2B5EF4-FFF2-40B4-BE49-F238E27FC236}">
                      <a16:creationId xmlns:a16="http://schemas.microsoft.com/office/drawing/2014/main" id="{23849FD4-C351-4E09-BC7E-F176E314DB33}"/>
                    </a:ext>
                  </a:extLst>
                </p:cNvPr>
                <p:cNvSpPr/>
                <p:nvPr/>
              </p:nvSpPr>
              <p:spPr>
                <a:xfrm>
                  <a:off x="4937693" y="1384388"/>
                  <a:ext cx="1584857" cy="45640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∥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7" name="矩形 76">
                  <a:extLst>
                    <a:ext uri="{FF2B5EF4-FFF2-40B4-BE49-F238E27FC236}">
                      <a16:creationId xmlns:a16="http://schemas.microsoft.com/office/drawing/2014/main" id="{23849FD4-C351-4E09-BC7E-F176E314DB3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7693" y="1384388"/>
                  <a:ext cx="1584857" cy="456407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78" name="圖形 77">
              <a:extLst>
                <a:ext uri="{FF2B5EF4-FFF2-40B4-BE49-F238E27FC236}">
                  <a16:creationId xmlns:a16="http://schemas.microsoft.com/office/drawing/2014/main" id="{8E00B65B-7670-40CA-A0DA-E59FAB055C0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 l="54717" r="19245"/>
            <a:stretch/>
          </p:blipFill>
          <p:spPr>
            <a:xfrm>
              <a:off x="5078095" y="1507863"/>
              <a:ext cx="233506" cy="212400"/>
            </a:xfrm>
            <a:prstGeom prst="rect">
              <a:avLst/>
            </a:prstGeom>
          </p:spPr>
        </p:pic>
      </p:grpSp>
      <p:grpSp>
        <p:nvGrpSpPr>
          <p:cNvPr id="79" name="群組 78">
            <a:extLst>
              <a:ext uri="{FF2B5EF4-FFF2-40B4-BE49-F238E27FC236}">
                <a16:creationId xmlns:a16="http://schemas.microsoft.com/office/drawing/2014/main" id="{01327996-18A8-4287-8B0D-B5EFA8309E9A}"/>
              </a:ext>
            </a:extLst>
          </p:cNvPr>
          <p:cNvGrpSpPr/>
          <p:nvPr/>
        </p:nvGrpSpPr>
        <p:grpSpPr>
          <a:xfrm>
            <a:off x="-18918" y="1330652"/>
            <a:ext cx="1584857" cy="411266"/>
            <a:chOff x="4937693" y="1384388"/>
            <a:chExt cx="1584857" cy="41126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矩形 79">
                  <a:extLst>
                    <a:ext uri="{FF2B5EF4-FFF2-40B4-BE49-F238E27FC236}">
                      <a16:creationId xmlns:a16="http://schemas.microsoft.com/office/drawing/2014/main" id="{9340099D-0195-46CF-8339-19B2D72BE096}"/>
                    </a:ext>
                  </a:extLst>
                </p:cNvPr>
                <p:cNvSpPr/>
                <p:nvPr/>
              </p:nvSpPr>
              <p:spPr>
                <a:xfrm>
                  <a:off x="4937693" y="1384388"/>
                  <a:ext cx="1584857" cy="41126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0" name="矩形 79">
                  <a:extLst>
                    <a:ext uri="{FF2B5EF4-FFF2-40B4-BE49-F238E27FC236}">
                      <a16:creationId xmlns:a16="http://schemas.microsoft.com/office/drawing/2014/main" id="{9340099D-0195-46CF-8339-19B2D72BE09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7693" y="1384388"/>
                  <a:ext cx="1584857" cy="411266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81" name="圖形 80">
              <a:extLst>
                <a:ext uri="{FF2B5EF4-FFF2-40B4-BE49-F238E27FC236}">
                  <a16:creationId xmlns:a16="http://schemas.microsoft.com/office/drawing/2014/main" id="{BF76D6FB-6920-4100-AF9D-B38221532E2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 l="54717" r="19245"/>
            <a:stretch/>
          </p:blipFill>
          <p:spPr>
            <a:xfrm>
              <a:off x="5078095" y="1507863"/>
              <a:ext cx="233506" cy="212400"/>
            </a:xfrm>
            <a:prstGeom prst="rect">
              <a:avLst/>
            </a:prstGeom>
          </p:spPr>
        </p:pic>
      </p:grpSp>
      <p:pic>
        <p:nvPicPr>
          <p:cNvPr id="3" name="圖片 2">
            <a:extLst>
              <a:ext uri="{FF2B5EF4-FFF2-40B4-BE49-F238E27FC236}">
                <a16:creationId xmlns:a16="http://schemas.microsoft.com/office/drawing/2014/main" id="{3557EA50-FF4E-4700-8BBF-F70603D28B90}"/>
              </a:ext>
            </a:extLst>
          </p:cNvPr>
          <p:cNvPicPr>
            <a:picLocks noChangeAspect="1"/>
          </p:cNvPicPr>
          <p:nvPr/>
        </p:nvPicPr>
        <p:blipFill>
          <a:blip r:embed="rId20">
            <a:lum bright="70000" contrast="-70000"/>
          </a:blip>
          <a:stretch>
            <a:fillRect/>
          </a:stretch>
        </p:blipFill>
        <p:spPr>
          <a:xfrm>
            <a:off x="4466540" y="4037463"/>
            <a:ext cx="1080000" cy="10781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618EC3C5-F93B-433C-9779-AFC628ED9A55}"/>
                  </a:ext>
                </a:extLst>
              </p:cNvPr>
              <p:cNvSpPr/>
              <p:nvPr/>
            </p:nvSpPr>
            <p:spPr>
              <a:xfrm>
                <a:off x="83895" y="4397705"/>
                <a:ext cx="1005573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618EC3C5-F93B-433C-9779-AFC628ED9A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95" y="4397705"/>
                <a:ext cx="1005573" cy="36933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0EEBF310-7A5F-4AFD-B044-29B469D2E5C1}"/>
                  </a:ext>
                </a:extLst>
              </p:cNvPr>
              <p:cNvSpPr/>
              <p:nvPr/>
            </p:nvSpPr>
            <p:spPr>
              <a:xfrm>
                <a:off x="121995" y="3289333"/>
                <a:ext cx="1229540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ℓ=−1</m:t>
                      </m:r>
                    </m:oMath>
                  </m:oMathPara>
                </a14:m>
                <a:endParaRPr lang="zh-TW" altLang="en-US" sz="17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0EEBF310-7A5F-4AFD-B044-29B469D2E5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95" y="3289333"/>
                <a:ext cx="1229540" cy="353943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524E59D7-0C04-4E76-9675-286FC8853DF9}"/>
                  </a:ext>
                </a:extLst>
              </p:cNvPr>
              <p:cNvSpPr/>
              <p:nvPr/>
            </p:nvSpPr>
            <p:spPr>
              <a:xfrm>
                <a:off x="121995" y="5505253"/>
                <a:ext cx="1018979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7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TW" altLang="en-US" sz="17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524E59D7-0C04-4E76-9675-286FC8853D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95" y="5505253"/>
                <a:ext cx="1018979" cy="353943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矩形 113">
                <a:extLst>
                  <a:ext uri="{FF2B5EF4-FFF2-40B4-BE49-F238E27FC236}">
                    <a16:creationId xmlns:a16="http://schemas.microsoft.com/office/drawing/2014/main" id="{25CCCA1A-C20D-4DEC-BD29-A6C6153A8CBA}"/>
                  </a:ext>
                </a:extLst>
              </p:cNvPr>
              <p:cNvSpPr/>
              <p:nvPr/>
            </p:nvSpPr>
            <p:spPr>
              <a:xfrm>
                <a:off x="3335732" y="2578489"/>
                <a:ext cx="1165334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p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zh-TW" sz="17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4" name="矩形 113">
                <a:extLst>
                  <a:ext uri="{FF2B5EF4-FFF2-40B4-BE49-F238E27FC236}">
                    <a16:creationId xmlns:a16="http://schemas.microsoft.com/office/drawing/2014/main" id="{25CCCA1A-C20D-4DEC-BD29-A6C6153A8C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5732" y="2578489"/>
                <a:ext cx="1165334" cy="353943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矩形 117">
                <a:extLst>
                  <a:ext uri="{FF2B5EF4-FFF2-40B4-BE49-F238E27FC236}">
                    <a16:creationId xmlns:a16="http://schemas.microsoft.com/office/drawing/2014/main" id="{7E697D07-8E7D-474A-9CEE-98D4ADAA9A4E}"/>
                  </a:ext>
                </a:extLst>
              </p:cNvPr>
              <p:cNvSpPr/>
              <p:nvPr/>
            </p:nvSpPr>
            <p:spPr>
              <a:xfrm>
                <a:off x="1030382" y="2578489"/>
                <a:ext cx="1123257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p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US" altLang="zh-TW" sz="17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8" name="矩形 117">
                <a:extLst>
                  <a:ext uri="{FF2B5EF4-FFF2-40B4-BE49-F238E27FC236}">
                    <a16:creationId xmlns:a16="http://schemas.microsoft.com/office/drawing/2014/main" id="{7E697D07-8E7D-474A-9CEE-98D4ADAA9A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382" y="2578489"/>
                <a:ext cx="1123257" cy="353943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矩形 118">
                <a:extLst>
                  <a:ext uri="{FF2B5EF4-FFF2-40B4-BE49-F238E27FC236}">
                    <a16:creationId xmlns:a16="http://schemas.microsoft.com/office/drawing/2014/main" id="{9DF5782F-7DD3-4511-ABE8-775676657C40}"/>
                  </a:ext>
                </a:extLst>
              </p:cNvPr>
              <p:cNvSpPr/>
              <p:nvPr/>
            </p:nvSpPr>
            <p:spPr>
              <a:xfrm>
                <a:off x="2153078" y="2578489"/>
                <a:ext cx="1165334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p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TW" sz="17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9" name="矩形 118">
                <a:extLst>
                  <a:ext uri="{FF2B5EF4-FFF2-40B4-BE49-F238E27FC236}">
                    <a16:creationId xmlns:a16="http://schemas.microsoft.com/office/drawing/2014/main" id="{9DF5782F-7DD3-4511-ABE8-775676657C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3078" y="2578489"/>
                <a:ext cx="1165334" cy="353943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矩形 119">
                <a:extLst>
                  <a:ext uri="{FF2B5EF4-FFF2-40B4-BE49-F238E27FC236}">
                    <a16:creationId xmlns:a16="http://schemas.microsoft.com/office/drawing/2014/main" id="{333426F9-ABE7-4F6A-8728-A7D76FD373E2}"/>
                  </a:ext>
                </a:extLst>
              </p:cNvPr>
              <p:cNvSpPr/>
              <p:nvPr/>
            </p:nvSpPr>
            <p:spPr>
              <a:xfrm>
                <a:off x="6421331" y="4397705"/>
                <a:ext cx="1156037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20" name="矩形 119">
                <a:extLst>
                  <a:ext uri="{FF2B5EF4-FFF2-40B4-BE49-F238E27FC236}">
                    <a16:creationId xmlns:a16="http://schemas.microsoft.com/office/drawing/2014/main" id="{333426F9-ABE7-4F6A-8728-A7D76FD373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1331" y="4397705"/>
                <a:ext cx="1156037" cy="369332"/>
              </a:xfrm>
              <a:prstGeom prst="rect">
                <a:avLst/>
              </a:prstGeom>
              <a:blipFill>
                <a:blip r:embed="rId32"/>
                <a:stretch>
                  <a:fillRect l="-1053" b="-98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矩形 120">
                <a:extLst>
                  <a:ext uri="{FF2B5EF4-FFF2-40B4-BE49-F238E27FC236}">
                    <a16:creationId xmlns:a16="http://schemas.microsoft.com/office/drawing/2014/main" id="{E9466D52-3E32-45C0-A009-805AF5DFBB5C}"/>
                  </a:ext>
                </a:extLst>
              </p:cNvPr>
              <p:cNvSpPr/>
              <p:nvPr/>
            </p:nvSpPr>
            <p:spPr>
              <a:xfrm>
                <a:off x="6421331" y="3289333"/>
                <a:ext cx="1229540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sz="17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1" name="矩形 120">
                <a:extLst>
                  <a:ext uri="{FF2B5EF4-FFF2-40B4-BE49-F238E27FC236}">
                    <a16:creationId xmlns:a16="http://schemas.microsoft.com/office/drawing/2014/main" id="{E9466D52-3E32-45C0-A009-805AF5DFBB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1331" y="3289333"/>
                <a:ext cx="1229540" cy="353943"/>
              </a:xfrm>
              <a:prstGeom prst="rect">
                <a:avLst/>
              </a:prstGeom>
              <a:blipFill>
                <a:blip r:embed="rId33"/>
                <a:stretch>
                  <a:fillRect l="-495" b="-86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矩形 121">
                <a:extLst>
                  <a:ext uri="{FF2B5EF4-FFF2-40B4-BE49-F238E27FC236}">
                    <a16:creationId xmlns:a16="http://schemas.microsoft.com/office/drawing/2014/main" id="{6EE6377E-0C59-4B86-AEB5-EA0A18C5F399}"/>
                  </a:ext>
                </a:extLst>
              </p:cNvPr>
              <p:cNvSpPr/>
              <p:nvPr/>
            </p:nvSpPr>
            <p:spPr>
              <a:xfrm>
                <a:off x="6421331" y="5505253"/>
                <a:ext cx="1018979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zh-TW" altLang="en-US" sz="17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2" name="矩形 121">
                <a:extLst>
                  <a:ext uri="{FF2B5EF4-FFF2-40B4-BE49-F238E27FC236}">
                    <a16:creationId xmlns:a16="http://schemas.microsoft.com/office/drawing/2014/main" id="{6EE6377E-0C59-4B86-AEB5-EA0A18C5F3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1331" y="5505253"/>
                <a:ext cx="1018979" cy="353943"/>
              </a:xfrm>
              <a:prstGeom prst="rect">
                <a:avLst/>
              </a:prstGeom>
              <a:blipFill>
                <a:blip r:embed="rId34"/>
                <a:stretch>
                  <a:fillRect l="-595" b="-103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矩形 122">
                <a:extLst>
                  <a:ext uri="{FF2B5EF4-FFF2-40B4-BE49-F238E27FC236}">
                    <a16:creationId xmlns:a16="http://schemas.microsoft.com/office/drawing/2014/main" id="{28A1B175-610F-4805-9FF7-F3A2507AA0A8}"/>
                  </a:ext>
                </a:extLst>
              </p:cNvPr>
              <p:cNvSpPr/>
              <p:nvPr/>
            </p:nvSpPr>
            <p:spPr>
              <a:xfrm>
                <a:off x="9673984" y="2578489"/>
                <a:ext cx="1165334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TW" sz="17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3" name="矩形 122">
                <a:extLst>
                  <a:ext uri="{FF2B5EF4-FFF2-40B4-BE49-F238E27FC236}">
                    <a16:creationId xmlns:a16="http://schemas.microsoft.com/office/drawing/2014/main" id="{28A1B175-610F-4805-9FF7-F3A2507AA0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3984" y="2578489"/>
                <a:ext cx="1165334" cy="353943"/>
              </a:xfrm>
              <a:prstGeom prst="rect">
                <a:avLst/>
              </a:prstGeom>
              <a:blipFill>
                <a:blip r:embed="rId35"/>
                <a:stretch>
                  <a:fillRect b="-86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矩形 123">
                <a:extLst>
                  <a:ext uri="{FF2B5EF4-FFF2-40B4-BE49-F238E27FC236}">
                    <a16:creationId xmlns:a16="http://schemas.microsoft.com/office/drawing/2014/main" id="{36885473-F0F3-4E75-BBB7-BFC4D4DF0A31}"/>
                  </a:ext>
                </a:extLst>
              </p:cNvPr>
              <p:cNvSpPr/>
              <p:nvPr/>
            </p:nvSpPr>
            <p:spPr>
              <a:xfrm>
                <a:off x="7397812" y="2578489"/>
                <a:ext cx="1123257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US" altLang="zh-TW" sz="17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4" name="矩形 123">
                <a:extLst>
                  <a:ext uri="{FF2B5EF4-FFF2-40B4-BE49-F238E27FC236}">
                    <a16:creationId xmlns:a16="http://schemas.microsoft.com/office/drawing/2014/main" id="{36885473-F0F3-4E75-BBB7-BFC4D4DF0A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7812" y="2578489"/>
                <a:ext cx="1123257" cy="353943"/>
              </a:xfrm>
              <a:prstGeom prst="rect">
                <a:avLst/>
              </a:prstGeom>
              <a:blipFill>
                <a:blip r:embed="rId36"/>
                <a:stretch>
                  <a:fillRect b="-86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矩形 124">
                <a:extLst>
                  <a:ext uri="{FF2B5EF4-FFF2-40B4-BE49-F238E27FC236}">
                    <a16:creationId xmlns:a16="http://schemas.microsoft.com/office/drawing/2014/main" id="{2C537D36-E250-440A-BC81-5C698F3B5676}"/>
                  </a:ext>
                </a:extLst>
              </p:cNvPr>
              <p:cNvSpPr/>
              <p:nvPr/>
            </p:nvSpPr>
            <p:spPr>
              <a:xfrm>
                <a:off x="8525690" y="2578489"/>
                <a:ext cx="1165334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US" altLang="zh-TW" sz="17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5" name="矩形 124">
                <a:extLst>
                  <a:ext uri="{FF2B5EF4-FFF2-40B4-BE49-F238E27FC236}">
                    <a16:creationId xmlns:a16="http://schemas.microsoft.com/office/drawing/2014/main" id="{2C537D36-E250-440A-BC81-5C698F3B56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5690" y="2578489"/>
                <a:ext cx="1165334" cy="353943"/>
              </a:xfrm>
              <a:prstGeom prst="rect">
                <a:avLst/>
              </a:prstGeom>
              <a:blipFill>
                <a:blip r:embed="rId37"/>
                <a:stretch>
                  <a:fillRect b="-86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6BEF2B96-87E0-4FB3-811F-03B741009F35}"/>
                  </a:ext>
                </a:extLst>
              </p:cNvPr>
              <p:cNvSpPr/>
              <p:nvPr/>
            </p:nvSpPr>
            <p:spPr>
              <a:xfrm>
                <a:off x="7023756" y="2711970"/>
                <a:ext cx="365805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6BEF2B96-87E0-4FB3-811F-03B741009F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3756" y="2711970"/>
                <a:ext cx="365805" cy="369332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67B92059-9D68-4F37-AA02-8D6A5431509B}"/>
                  </a:ext>
                </a:extLst>
              </p:cNvPr>
              <p:cNvSpPr/>
              <p:nvPr/>
            </p:nvSpPr>
            <p:spPr>
              <a:xfrm>
                <a:off x="6951264" y="3727970"/>
                <a:ext cx="53893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67B92059-9D68-4F37-AA02-8D6A543150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1264" y="3727970"/>
                <a:ext cx="538930" cy="369332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>
            <a:extLst>
              <a:ext uri="{FF2B5EF4-FFF2-40B4-BE49-F238E27FC236}">
                <a16:creationId xmlns:a16="http://schemas.microsoft.com/office/drawing/2014/main" id="{54FCC28A-9C24-42F1-BA92-D73C51BDC399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4466540" y="2926304"/>
            <a:ext cx="1080000" cy="108206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A29ECC9D-2229-4271-82AE-9A3ED7D9CB04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2136797" y="2926304"/>
            <a:ext cx="1080000" cy="108413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215C6B27-8A1D-4243-8885-3EAA34C8E2FC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975810" y="4031483"/>
            <a:ext cx="1080000" cy="1084122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D5442BFF-04BF-40C4-8872-C853490C75A3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3302199" y="4033545"/>
            <a:ext cx="1080000" cy="1082060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7C4291E9-4725-41CF-8639-7E815222CE7D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2136797" y="5151366"/>
            <a:ext cx="1080000" cy="1071787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0CFDBD04-78E6-4E3F-82C6-3574518A0C36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4466540" y="5141092"/>
            <a:ext cx="1080000" cy="10820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88481903-7C30-4AC8-B60B-9F26E8E6862F}"/>
                  </a:ext>
                </a:extLst>
              </p:cNvPr>
              <p:cNvSpPr/>
              <p:nvPr/>
            </p:nvSpPr>
            <p:spPr>
              <a:xfrm>
                <a:off x="1102562" y="6375115"/>
                <a:ext cx="4022854" cy="369332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Asymmetry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an </a:t>
                </a:r>
                <a:r>
                  <a:rPr lang="en-US" altLang="zh-TW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odd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number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88481903-7C30-4AC8-B60B-9F26E8E686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2562" y="6375115"/>
                <a:ext cx="4022854" cy="369332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73646CB5-4061-4E75-9F63-64ECB3122FB4}"/>
                  </a:ext>
                </a:extLst>
              </p:cNvPr>
              <p:cNvSpPr/>
              <p:nvPr/>
            </p:nvSpPr>
            <p:spPr>
              <a:xfrm>
                <a:off x="7627445" y="6366398"/>
                <a:ext cx="4022854" cy="369332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Asymmetry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an </a:t>
                </a:r>
                <a:r>
                  <a:rPr lang="en-US" altLang="zh-TW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odd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number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73646CB5-4061-4E75-9F63-64ECB3122F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7445" y="6366398"/>
                <a:ext cx="4022854" cy="369332"/>
              </a:xfrm>
              <a:prstGeom prst="rect">
                <a:avLst/>
              </a:prstGeom>
              <a:blipFill>
                <a:blip r:embed="rId5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矩形 86">
                <a:extLst>
                  <a:ext uri="{FF2B5EF4-FFF2-40B4-BE49-F238E27FC236}">
                    <a16:creationId xmlns:a16="http://schemas.microsoft.com/office/drawing/2014/main" id="{2075520B-6E18-4CDA-8141-BA9278AA76D1}"/>
                  </a:ext>
                </a:extLst>
              </p:cNvPr>
              <p:cNvSpPr/>
              <p:nvPr/>
            </p:nvSpPr>
            <p:spPr>
              <a:xfrm>
                <a:off x="1413307" y="665881"/>
                <a:ext cx="10448013" cy="5418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3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∝</m:t>
                      </m:r>
                      <m:f>
                        <m:fPr>
                          <m:ctrlPr>
                            <a:rPr lang="en-US" altLang="zh-TW" sz="13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TW" sz="13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3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en-US" altLang="zh-TW" sz="13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sz="13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3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3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3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3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3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  <m:sup>
                              <m:r>
                                <a:rPr lang="en-US" altLang="zh-TW" sz="13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3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3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3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d>
                                <m:dPr>
                                  <m:ctrlP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TW" sz="13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3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3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ℓ</m:t>
                                      </m:r>
                                    </m:num>
                                    <m:den>
                                      <m:r>
                                        <a:rPr lang="en-US" altLang="zh-TW" sz="13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en-US" altLang="zh-TW" sz="13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3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3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3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3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3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sz="130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const</m:t>
                                  </m:r>
                                  <m:r>
                                    <a:rPr lang="en-US" altLang="zh-TW" sz="13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3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  <m:r>
                                <a:rPr lang="en-US" altLang="zh-TW" sz="13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13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d>
                                <m:dPr>
                                  <m:ctrlP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TW" sz="13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3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3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ℓ</m:t>
                                      </m:r>
                                    </m:num>
                                    <m:den>
                                      <m:r>
                                        <a:rPr lang="en-US" altLang="zh-TW" sz="13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en-US" altLang="zh-TW" sz="13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3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3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3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3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3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sz="130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const</m:t>
                                  </m:r>
                                  <m:r>
                                    <a:rPr lang="en-US" altLang="zh-TW" sz="13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3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</m:d>
                          <m:r>
                            <a:rPr lang="en-US" altLang="zh-TW" sz="13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TW" sz="13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3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3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3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3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3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  <m:sup>
                              <m:r>
                                <a:rPr lang="en-US" altLang="zh-TW" sz="13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3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3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3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3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sin</m:t>
                              </m:r>
                              <m:d>
                                <m:dPr>
                                  <m:ctrlPr>
                                    <a:rPr lang="en-US" altLang="zh-TW" sz="13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TW" sz="13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3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3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ℓ</m:t>
                                      </m:r>
                                    </m:num>
                                    <m:den>
                                      <m:r>
                                        <a:rPr lang="en-US" altLang="zh-TW" sz="13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en-US" altLang="zh-TW" sz="13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3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3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3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3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3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sz="130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const</m:t>
                                  </m:r>
                                  <m:r>
                                    <a:rPr lang="en-US" altLang="zh-TW" sz="13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3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  <m:r>
                                <a:rPr lang="en-US" altLang="zh-TW" sz="13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13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  <m:d>
                                <m:dPr>
                                  <m:ctrlP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TW" sz="13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3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3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ℓ</m:t>
                                      </m:r>
                                    </m:num>
                                    <m:den>
                                      <m:r>
                                        <a:rPr lang="en-US" altLang="zh-TW" sz="13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en-US" altLang="zh-TW" sz="13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3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3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3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3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3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sz="130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const</m:t>
                                  </m:r>
                                  <m:r>
                                    <a:rPr lang="en-US" altLang="zh-TW" sz="13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3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zh-TW" altLang="en-US" sz="13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7" name="矩形 86">
                <a:extLst>
                  <a:ext uri="{FF2B5EF4-FFF2-40B4-BE49-F238E27FC236}">
                    <a16:creationId xmlns:a16="http://schemas.microsoft.com/office/drawing/2014/main" id="{2075520B-6E18-4CDA-8141-BA9278AA76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3307" y="665881"/>
                <a:ext cx="10448013" cy="541815"/>
              </a:xfrm>
              <a:prstGeom prst="rect">
                <a:avLst/>
              </a:prstGeom>
              <a:blipFill>
                <a:blip r:embed="rId5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矩形 87">
                <a:extLst>
                  <a:ext uri="{FF2B5EF4-FFF2-40B4-BE49-F238E27FC236}">
                    <a16:creationId xmlns:a16="http://schemas.microsoft.com/office/drawing/2014/main" id="{AC1FC9F1-87A8-41EE-B990-DF7FF3936B57}"/>
                  </a:ext>
                </a:extLst>
              </p:cNvPr>
              <p:cNvSpPr/>
              <p:nvPr/>
            </p:nvSpPr>
            <p:spPr>
              <a:xfrm>
                <a:off x="1422834" y="1291143"/>
                <a:ext cx="5697265" cy="5418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3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∝</m:t>
                      </m:r>
                      <m:f>
                        <m:fPr>
                          <m:ctrlPr>
                            <a:rPr lang="en-US" altLang="zh-TW" sz="13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TW" sz="13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3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en-US" altLang="zh-TW" sz="13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sz="13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3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3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3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3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3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  <m:sup>
                              <m:r>
                                <a:rPr lang="en-US" altLang="zh-TW" sz="13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3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TW" sz="13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ctrlPr>
                                <a:rPr lang="en-US" altLang="zh-TW" sz="13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TW" sz="13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num>
                                <m:den>
                                  <m: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altLang="zh-TW" sz="13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3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3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3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3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3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13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const</m:t>
                              </m:r>
                              <m:r>
                                <a:rPr lang="en-US" altLang="zh-TW" sz="13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d>
                          <m:r>
                            <a:rPr lang="en-US" altLang="zh-TW" sz="13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TW" sz="13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3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3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3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3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3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  <m:sup>
                              <m:r>
                                <a:rPr lang="en-US" altLang="zh-TW" sz="13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3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3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m:rPr>
                              <m:sty m:val="p"/>
                            </m:rPr>
                            <a:rPr lang="en-US" altLang="zh-TW" sz="13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sin</m:t>
                          </m:r>
                          <m:d>
                            <m:dPr>
                              <m:ctrlPr>
                                <a:rPr lang="en-US" altLang="zh-TW" sz="13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TW" sz="13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num>
                                <m:den>
                                  <m: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altLang="zh-TW" sz="13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3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3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3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3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3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13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const</m:t>
                              </m:r>
                              <m:r>
                                <a:rPr lang="en-US" altLang="zh-TW" sz="13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d>
                        </m:e>
                      </m:d>
                      <m:acc>
                        <m:accPr>
                          <m:chr m:val="̂"/>
                          <m:ctrlPr>
                            <a:rPr lang="en-US" altLang="zh-TW" sz="13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3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13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8" name="矩形 87">
                <a:extLst>
                  <a:ext uri="{FF2B5EF4-FFF2-40B4-BE49-F238E27FC236}">
                    <a16:creationId xmlns:a16="http://schemas.microsoft.com/office/drawing/2014/main" id="{AC1FC9F1-87A8-41EE-B990-DF7FF3936B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2834" y="1291143"/>
                <a:ext cx="5697265" cy="541815"/>
              </a:xfrm>
              <a:prstGeom prst="rect">
                <a:avLst/>
              </a:prstGeom>
              <a:blipFill>
                <a:blip r:embed="rId5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9" name="群組 88">
            <a:extLst>
              <a:ext uri="{FF2B5EF4-FFF2-40B4-BE49-F238E27FC236}">
                <a16:creationId xmlns:a16="http://schemas.microsoft.com/office/drawing/2014/main" id="{588992DF-0EA1-4F8F-A4A8-4DC49D4B3119}"/>
              </a:ext>
            </a:extLst>
          </p:cNvPr>
          <p:cNvGrpSpPr/>
          <p:nvPr/>
        </p:nvGrpSpPr>
        <p:grpSpPr>
          <a:xfrm>
            <a:off x="2503435" y="3119147"/>
            <a:ext cx="483108" cy="476014"/>
            <a:chOff x="1338869" y="2976272"/>
            <a:chExt cx="483108" cy="476014"/>
          </a:xfrm>
        </p:grpSpPr>
        <p:grpSp>
          <p:nvGrpSpPr>
            <p:cNvPr id="90" name="群組 89">
              <a:extLst>
                <a:ext uri="{FF2B5EF4-FFF2-40B4-BE49-F238E27FC236}">
                  <a16:creationId xmlns:a16="http://schemas.microsoft.com/office/drawing/2014/main" id="{B3A527AA-3C3D-469B-B6A0-1CA7C146E0C7}"/>
                </a:ext>
              </a:extLst>
            </p:cNvPr>
            <p:cNvGrpSpPr/>
            <p:nvPr/>
          </p:nvGrpSpPr>
          <p:grpSpPr>
            <a:xfrm>
              <a:off x="1500175" y="3241829"/>
              <a:ext cx="87607" cy="84039"/>
              <a:chOff x="1373392" y="2391862"/>
              <a:chExt cx="479433" cy="476535"/>
            </a:xfrm>
            <a:solidFill>
              <a:schemeClr val="bg1"/>
            </a:solidFill>
          </p:grpSpPr>
          <p:sp>
            <p:nvSpPr>
              <p:cNvPr id="94" name="箭號: 向右 93">
                <a:extLst>
                  <a:ext uri="{FF2B5EF4-FFF2-40B4-BE49-F238E27FC236}">
                    <a16:creationId xmlns:a16="http://schemas.microsoft.com/office/drawing/2014/main" id="{A2BEDF0C-08D3-4885-9FEB-2B8C4A67E712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bg1"/>
                  </a:solidFill>
                </a:endParaRPr>
              </a:p>
            </p:txBody>
          </p:sp>
          <p:sp>
            <p:nvSpPr>
              <p:cNvPr id="95" name="箭號: 向右 94">
                <a:extLst>
                  <a:ext uri="{FF2B5EF4-FFF2-40B4-BE49-F238E27FC236}">
                    <a16:creationId xmlns:a16="http://schemas.microsoft.com/office/drawing/2014/main" id="{0CA18BD3-563B-47FA-8956-D42B7162F309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文字方塊 90">
                  <a:extLst>
                    <a:ext uri="{FF2B5EF4-FFF2-40B4-BE49-F238E27FC236}">
                      <a16:creationId xmlns:a16="http://schemas.microsoft.com/office/drawing/2014/main" id="{5739EC8D-60E6-4A1D-B12B-5696E90BA79F}"/>
                    </a:ext>
                  </a:extLst>
                </p:cNvPr>
                <p:cNvSpPr txBox="1"/>
                <p:nvPr/>
              </p:nvSpPr>
              <p:spPr>
                <a:xfrm>
                  <a:off x="1338869" y="2976272"/>
                  <a:ext cx="332280" cy="2916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91" name="文字方塊 90">
                  <a:extLst>
                    <a:ext uri="{FF2B5EF4-FFF2-40B4-BE49-F238E27FC236}">
                      <a16:creationId xmlns:a16="http://schemas.microsoft.com/office/drawing/2014/main" id="{5739EC8D-60E6-4A1D-B12B-5696E90BA7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8869" y="2976272"/>
                  <a:ext cx="332280" cy="291617"/>
                </a:xfrm>
                <a:prstGeom prst="rect">
                  <a:avLst/>
                </a:prstGeom>
                <a:blipFill>
                  <a:blip r:embed="rId5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文字方塊 91">
                  <a:extLst>
                    <a:ext uri="{FF2B5EF4-FFF2-40B4-BE49-F238E27FC236}">
                      <a16:creationId xmlns:a16="http://schemas.microsoft.com/office/drawing/2014/main" id="{C587CE14-090F-4AD3-82EA-E3215919D6FA}"/>
                    </a:ext>
                  </a:extLst>
                </p:cNvPr>
                <p:cNvSpPr txBox="1"/>
                <p:nvPr/>
              </p:nvSpPr>
              <p:spPr>
                <a:xfrm>
                  <a:off x="1527572" y="3175288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92" name="文字方塊 91">
                  <a:extLst>
                    <a:ext uri="{FF2B5EF4-FFF2-40B4-BE49-F238E27FC236}">
                      <a16:creationId xmlns:a16="http://schemas.microsoft.com/office/drawing/2014/main" id="{C587CE14-090F-4AD3-82EA-E3215919D6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7572" y="3175288"/>
                  <a:ext cx="294405" cy="276998"/>
                </a:xfrm>
                <a:prstGeom prst="rect">
                  <a:avLst/>
                </a:prstGeom>
                <a:blipFill>
                  <a:blip r:embed="rId5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4DBC080F-BD08-4D69-AB4F-23B705D83E2E}"/>
                  </a:ext>
                </a:extLst>
              </p:cNvPr>
              <p:cNvSpPr txBox="1"/>
              <p:nvPr/>
            </p:nvSpPr>
            <p:spPr>
              <a:xfrm>
                <a:off x="8363024" y="3698493"/>
                <a:ext cx="6998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4DBC080F-BD08-4D69-AB4F-23B705D83E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3024" y="3698493"/>
                <a:ext cx="699886" cy="276999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9" name="群組 98">
            <a:extLst>
              <a:ext uri="{FF2B5EF4-FFF2-40B4-BE49-F238E27FC236}">
                <a16:creationId xmlns:a16="http://schemas.microsoft.com/office/drawing/2014/main" id="{9756ABB9-F815-41A4-A6E3-AE39075D970D}"/>
              </a:ext>
            </a:extLst>
          </p:cNvPr>
          <p:cNvGrpSpPr/>
          <p:nvPr/>
        </p:nvGrpSpPr>
        <p:grpSpPr>
          <a:xfrm>
            <a:off x="8842829" y="3119147"/>
            <a:ext cx="483108" cy="476014"/>
            <a:chOff x="7670116" y="5414672"/>
            <a:chExt cx="483108" cy="476014"/>
          </a:xfrm>
        </p:grpSpPr>
        <p:grpSp>
          <p:nvGrpSpPr>
            <p:cNvPr id="105" name="群組 104">
              <a:extLst>
                <a:ext uri="{FF2B5EF4-FFF2-40B4-BE49-F238E27FC236}">
                  <a16:creationId xmlns:a16="http://schemas.microsoft.com/office/drawing/2014/main" id="{283E0902-7771-493E-AE5F-C2C9AC9D1AD5}"/>
                </a:ext>
              </a:extLst>
            </p:cNvPr>
            <p:cNvGrpSpPr/>
            <p:nvPr/>
          </p:nvGrpSpPr>
          <p:grpSpPr>
            <a:xfrm>
              <a:off x="7831422" y="5680229"/>
              <a:ext cx="87607" cy="84039"/>
              <a:chOff x="1373392" y="2391862"/>
              <a:chExt cx="479433" cy="476535"/>
            </a:xfrm>
            <a:solidFill>
              <a:schemeClr val="tx1"/>
            </a:solidFill>
          </p:grpSpPr>
          <p:sp>
            <p:nvSpPr>
              <p:cNvPr id="111" name="箭號: 向右 110">
                <a:extLst>
                  <a:ext uri="{FF2B5EF4-FFF2-40B4-BE49-F238E27FC236}">
                    <a16:creationId xmlns:a16="http://schemas.microsoft.com/office/drawing/2014/main" id="{E6746A2F-3301-4104-81D9-A834F72E5358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112" name="箭號: 向右 111">
                <a:extLst>
                  <a:ext uri="{FF2B5EF4-FFF2-40B4-BE49-F238E27FC236}">
                    <a16:creationId xmlns:a16="http://schemas.microsoft.com/office/drawing/2014/main" id="{FCC4A649-AA41-4A99-8166-B20B1FD7143A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文字方塊 105">
                  <a:extLst>
                    <a:ext uri="{FF2B5EF4-FFF2-40B4-BE49-F238E27FC236}">
                      <a16:creationId xmlns:a16="http://schemas.microsoft.com/office/drawing/2014/main" id="{E2901D9A-0423-4637-AE21-502177A6102A}"/>
                    </a:ext>
                  </a:extLst>
                </p:cNvPr>
                <p:cNvSpPr txBox="1"/>
                <p:nvPr/>
              </p:nvSpPr>
              <p:spPr>
                <a:xfrm>
                  <a:off x="7670116" y="5414672"/>
                  <a:ext cx="332280" cy="2916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6" name="文字方塊 105">
                  <a:extLst>
                    <a:ext uri="{FF2B5EF4-FFF2-40B4-BE49-F238E27FC236}">
                      <a16:creationId xmlns:a16="http://schemas.microsoft.com/office/drawing/2014/main" id="{E2901D9A-0423-4637-AE21-502177A610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0116" y="5414672"/>
                  <a:ext cx="332280" cy="291617"/>
                </a:xfrm>
                <a:prstGeom prst="rect">
                  <a:avLst/>
                </a:prstGeom>
                <a:blipFill>
                  <a:blip r:embed="rId6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文字方塊 109">
                  <a:extLst>
                    <a:ext uri="{FF2B5EF4-FFF2-40B4-BE49-F238E27FC236}">
                      <a16:creationId xmlns:a16="http://schemas.microsoft.com/office/drawing/2014/main" id="{4BA87431-FA41-43A5-8A3F-AA5479FB4D7D}"/>
                    </a:ext>
                  </a:extLst>
                </p:cNvPr>
                <p:cNvSpPr txBox="1"/>
                <p:nvPr/>
              </p:nvSpPr>
              <p:spPr>
                <a:xfrm>
                  <a:off x="7858819" y="5613688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0" name="文字方塊 109">
                  <a:extLst>
                    <a:ext uri="{FF2B5EF4-FFF2-40B4-BE49-F238E27FC236}">
                      <a16:creationId xmlns:a16="http://schemas.microsoft.com/office/drawing/2014/main" id="{4BA87431-FA41-43A5-8A3F-AA5479FB4D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58819" y="5613688"/>
                  <a:ext cx="294405" cy="276998"/>
                </a:xfrm>
                <a:prstGeom prst="rect">
                  <a:avLst/>
                </a:prstGeom>
                <a:blipFill>
                  <a:blip r:embed="rId6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13" name="圖片 112">
            <a:extLst>
              <a:ext uri="{FF2B5EF4-FFF2-40B4-BE49-F238E27FC236}">
                <a16:creationId xmlns:a16="http://schemas.microsoft.com/office/drawing/2014/main" id="{25F40BC4-9ED7-43BB-BEBE-DAD1EA4B9D18}"/>
              </a:ext>
            </a:extLst>
          </p:cNvPr>
          <p:cNvPicPr>
            <a:picLocks noChangeAspect="1"/>
          </p:cNvPicPr>
          <p:nvPr/>
        </p:nvPicPr>
        <p:blipFill>
          <a:blip r:embed="rId62">
            <a:lum bright="70000" contrast="-70000"/>
          </a:blip>
          <a:stretch>
            <a:fillRect/>
          </a:stretch>
        </p:blipFill>
        <p:spPr>
          <a:xfrm>
            <a:off x="975810" y="5139031"/>
            <a:ext cx="1080000" cy="1084122"/>
          </a:xfrm>
          <a:prstGeom prst="rect">
            <a:avLst/>
          </a:prstGeom>
        </p:spPr>
      </p:pic>
      <p:pic>
        <p:nvPicPr>
          <p:cNvPr id="73" name="圖片 72">
            <a:extLst>
              <a:ext uri="{FF2B5EF4-FFF2-40B4-BE49-F238E27FC236}">
                <a16:creationId xmlns:a16="http://schemas.microsoft.com/office/drawing/2014/main" id="{24672853-9730-4B56-A9A7-CA23ECB5568B}"/>
              </a:ext>
            </a:extLst>
          </p:cNvPr>
          <p:cNvPicPr>
            <a:picLocks noChangeAspect="1"/>
          </p:cNvPicPr>
          <p:nvPr/>
        </p:nvPicPr>
        <p:blipFill>
          <a:blip r:embed="rId6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640451" y="2925184"/>
            <a:ext cx="1080000" cy="1082236"/>
          </a:xfrm>
          <a:prstGeom prst="rect">
            <a:avLst/>
          </a:prstGeom>
        </p:spPr>
      </p:pic>
      <p:pic>
        <p:nvPicPr>
          <p:cNvPr id="75" name="圖片 74">
            <a:extLst>
              <a:ext uri="{FF2B5EF4-FFF2-40B4-BE49-F238E27FC236}">
                <a16:creationId xmlns:a16="http://schemas.microsoft.com/office/drawing/2014/main" id="{C97A6DA5-AE2F-45D5-9ABD-66A39903C083}"/>
              </a:ext>
            </a:extLst>
          </p:cNvPr>
          <p:cNvPicPr>
            <a:picLocks noChangeAspect="1"/>
          </p:cNvPicPr>
          <p:nvPr/>
        </p:nvPicPr>
        <p:blipFill>
          <a:blip r:embed="rId6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346659" y="2930985"/>
            <a:ext cx="1080000" cy="1082236"/>
          </a:xfrm>
          <a:prstGeom prst="rect">
            <a:avLst/>
          </a:prstGeom>
        </p:spPr>
      </p:pic>
      <p:pic>
        <p:nvPicPr>
          <p:cNvPr id="82" name="圖片 81">
            <a:extLst>
              <a:ext uri="{FF2B5EF4-FFF2-40B4-BE49-F238E27FC236}">
                <a16:creationId xmlns:a16="http://schemas.microsoft.com/office/drawing/2014/main" id="{6EE76411-59F3-4444-885A-693B65A19536}"/>
              </a:ext>
            </a:extLst>
          </p:cNvPr>
          <p:cNvPicPr>
            <a:picLocks noChangeAspect="1"/>
          </p:cNvPicPr>
          <p:nvPr/>
        </p:nvPicPr>
        <p:blipFill>
          <a:blip r:embed="rId65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492157" y="4034676"/>
            <a:ext cx="1080000" cy="1080000"/>
          </a:xfrm>
          <a:prstGeom prst="rect">
            <a:avLst/>
          </a:prstGeom>
        </p:spPr>
      </p:pic>
      <p:pic>
        <p:nvPicPr>
          <p:cNvPr id="83" name="圖片 82">
            <a:extLst>
              <a:ext uri="{FF2B5EF4-FFF2-40B4-BE49-F238E27FC236}">
                <a16:creationId xmlns:a16="http://schemas.microsoft.com/office/drawing/2014/main" id="{CFE0AE41-1B35-4DF0-849C-47934D0BFFC8}"/>
              </a:ext>
            </a:extLst>
          </p:cNvPr>
          <p:cNvPicPr>
            <a:picLocks noChangeAspect="1"/>
          </p:cNvPicPr>
          <p:nvPr/>
        </p:nvPicPr>
        <p:blipFill>
          <a:blip r:embed="rId66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343240" y="5138871"/>
            <a:ext cx="1080000" cy="1082236"/>
          </a:xfrm>
          <a:prstGeom prst="rect">
            <a:avLst/>
          </a:prstGeom>
        </p:spPr>
      </p:pic>
      <p:pic>
        <p:nvPicPr>
          <p:cNvPr id="84" name="圖片 83">
            <a:extLst>
              <a:ext uri="{FF2B5EF4-FFF2-40B4-BE49-F238E27FC236}">
                <a16:creationId xmlns:a16="http://schemas.microsoft.com/office/drawing/2014/main" id="{F03CA7F8-9BFA-4579-831E-E979A45A4A50}"/>
              </a:ext>
            </a:extLst>
          </p:cNvPr>
          <p:cNvPicPr>
            <a:picLocks noChangeAspect="1"/>
          </p:cNvPicPr>
          <p:nvPr/>
        </p:nvPicPr>
        <p:blipFill>
          <a:blip r:embed="rId67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640451" y="5144460"/>
            <a:ext cx="1080000" cy="1077764"/>
          </a:xfrm>
          <a:prstGeom prst="rect">
            <a:avLst/>
          </a:prstGeom>
        </p:spPr>
      </p:pic>
      <p:pic>
        <p:nvPicPr>
          <p:cNvPr id="93" name="圖片 92">
            <a:extLst>
              <a:ext uri="{FF2B5EF4-FFF2-40B4-BE49-F238E27FC236}">
                <a16:creationId xmlns:a16="http://schemas.microsoft.com/office/drawing/2014/main" id="{F5D8CE62-DFB2-468F-8CA5-E4A1B29D7C4B}"/>
              </a:ext>
            </a:extLst>
          </p:cNvPr>
          <p:cNvPicPr>
            <a:picLocks noChangeAspect="1"/>
          </p:cNvPicPr>
          <p:nvPr/>
        </p:nvPicPr>
        <p:blipFill>
          <a:blip r:embed="rId68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799336" y="4034676"/>
            <a:ext cx="1080000" cy="1080000"/>
          </a:xfrm>
          <a:prstGeom prst="rect">
            <a:avLst/>
          </a:prstGeom>
        </p:spPr>
      </p:pic>
      <p:pic>
        <p:nvPicPr>
          <p:cNvPr id="115" name="圖片 114">
            <a:extLst>
              <a:ext uri="{FF2B5EF4-FFF2-40B4-BE49-F238E27FC236}">
                <a16:creationId xmlns:a16="http://schemas.microsoft.com/office/drawing/2014/main" id="{EDCED4BB-888C-4357-BD42-B34AB5828124}"/>
              </a:ext>
            </a:extLst>
          </p:cNvPr>
          <p:cNvPicPr>
            <a:picLocks noChangeAspect="1"/>
          </p:cNvPicPr>
          <p:nvPr/>
        </p:nvPicPr>
        <p:blipFill rotWithShape="1">
          <a:blip r:embed="rId6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" r="15273"/>
          <a:stretch/>
        </p:blipFill>
        <p:spPr>
          <a:xfrm>
            <a:off x="7071090" y="2999778"/>
            <a:ext cx="207230" cy="82232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6" name="文字方塊 115">
                <a:extLst>
                  <a:ext uri="{FF2B5EF4-FFF2-40B4-BE49-F238E27FC236}">
                    <a16:creationId xmlns:a16="http://schemas.microsoft.com/office/drawing/2014/main" id="{D32210F4-51C2-4CC5-B575-0434C806E135}"/>
                  </a:ext>
                </a:extLst>
              </p:cNvPr>
              <p:cNvSpPr txBox="1"/>
              <p:nvPr/>
            </p:nvSpPr>
            <p:spPr>
              <a:xfrm rot="5400000">
                <a:off x="6990919" y="3369117"/>
                <a:ext cx="385849" cy="351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116" name="文字方塊 115">
                <a:extLst>
                  <a:ext uri="{FF2B5EF4-FFF2-40B4-BE49-F238E27FC236}">
                    <a16:creationId xmlns:a16="http://schemas.microsoft.com/office/drawing/2014/main" id="{D32210F4-51C2-4CC5-B575-0434C806E1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6990919" y="3369117"/>
                <a:ext cx="385849" cy="351901"/>
              </a:xfrm>
              <a:prstGeom prst="rect">
                <a:avLst/>
              </a:prstGeom>
              <a:blipFill>
                <a:blip r:embed="rId70"/>
                <a:stretch>
                  <a:fillRect b="-1269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12442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標題 2">
            <a:extLst>
              <a:ext uri="{FF2B5EF4-FFF2-40B4-BE49-F238E27FC236}">
                <a16:creationId xmlns:a16="http://schemas.microsoft.com/office/drawing/2014/main" id="{EF642DEB-617E-49E8-BC12-45D4CBA2D9E9}"/>
              </a:ext>
            </a:extLst>
          </p:cNvPr>
          <p:cNvSpPr txBox="1">
            <a:spLocks/>
          </p:cNvSpPr>
          <p:nvPr/>
        </p:nvSpPr>
        <p:spPr>
          <a:xfrm>
            <a:off x="1524000" y="1417320"/>
            <a:ext cx="9144000" cy="4270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895A4A1-A24F-4005-893F-E731AE9CC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12</a:t>
            </a:fld>
            <a:endParaRPr lang="zh-TW" altLang="en-US"/>
          </a:p>
        </p:txBody>
      </p:sp>
      <p:sp>
        <p:nvSpPr>
          <p:cNvPr id="12" name="內容版面配置區 2">
            <a:extLst>
              <a:ext uri="{FF2B5EF4-FFF2-40B4-BE49-F238E27FC236}">
                <a16:creationId xmlns:a16="http://schemas.microsoft.com/office/drawing/2014/main" id="{372ADE36-304D-48DB-8C40-0A80BFA3E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1174"/>
            <a:ext cx="10515600" cy="522352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Angular momentums (AM) induced </a:t>
            </a: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asymmetry </a:t>
            </a: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vector vortex beam (VVB)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Optical transitions</a:t>
            </a:r>
          </a:p>
          <a:p>
            <a:pPr lvl="1">
              <a:lnSpc>
                <a:spcPct val="150000"/>
              </a:lnSpc>
              <a:buClr>
                <a:schemeClr val="accent2">
                  <a:lumMod val="50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Directional momentum-selective excitation</a:t>
            </a:r>
          </a:p>
          <a:p>
            <a:pPr lvl="1">
              <a:lnSpc>
                <a:spcPct val="150000"/>
              </a:lnSpc>
              <a:buClr>
                <a:schemeClr val="accent2">
                  <a:lumMod val="50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Selective excitation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and outlook</a:t>
            </a:r>
          </a:p>
        </p:txBody>
      </p:sp>
    </p:spTree>
    <p:extLst>
      <p:ext uri="{BB962C8B-B14F-4D97-AF65-F5344CB8AC3E}">
        <p14:creationId xmlns:p14="http://schemas.microsoft.com/office/powerpoint/2010/main" val="27697137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標題 1">
            <a:extLst>
              <a:ext uri="{FF2B5EF4-FFF2-40B4-BE49-F238E27FC236}">
                <a16:creationId xmlns:a16="http://schemas.microsoft.com/office/drawing/2014/main" id="{700DBB01-F9E1-4E1D-8A82-15C38DBE89D8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Directional momentum-selective excitation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13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p:pic>
        <p:nvPicPr>
          <p:cNvPr id="104" name="圖片 103">
            <a:extLst>
              <a:ext uri="{FF2B5EF4-FFF2-40B4-BE49-F238E27FC236}">
                <a16:creationId xmlns:a16="http://schemas.microsoft.com/office/drawing/2014/main" id="{99B23E8D-4487-467E-9F70-9FDDFDB947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156342" y="1739139"/>
            <a:ext cx="1905414" cy="20545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F41154EF-E70C-4C41-B17E-22303EB9C1B4}"/>
                  </a:ext>
                </a:extLst>
              </p:cNvPr>
              <p:cNvSpPr/>
              <p:nvPr/>
            </p:nvSpPr>
            <p:spPr>
              <a:xfrm>
                <a:off x="1631711" y="1528874"/>
                <a:ext cx="85433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′,ℓ′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F41154EF-E70C-4C41-B17E-22303EB9C1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1711" y="1528874"/>
                <a:ext cx="854336" cy="369332"/>
              </a:xfrm>
              <a:prstGeom prst="rect">
                <a:avLst/>
              </a:prstGeom>
              <a:blipFill>
                <a:blip r:embed="rId5"/>
                <a:stretch>
                  <a:fillRect t="-121667" r="-55000" b="-188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6" name="Picture 2" descr="https://www.mdpi.com/applsci/applsci-08-01157/article_deploy/html/images/applsci-08-01157-g001.png">
            <a:extLst>
              <a:ext uri="{FF2B5EF4-FFF2-40B4-BE49-F238E27FC236}">
                <a16:creationId xmlns:a16="http://schemas.microsoft.com/office/drawing/2014/main" id="{98040563-B33B-4F2F-9686-44A00AE1A8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02" t="44676" r="72722" b="47528"/>
          <a:stretch/>
        </p:blipFill>
        <p:spPr bwMode="auto">
          <a:xfrm>
            <a:off x="540219" y="5025288"/>
            <a:ext cx="1941043" cy="440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8" name="群組 107">
            <a:extLst>
              <a:ext uri="{FF2B5EF4-FFF2-40B4-BE49-F238E27FC236}">
                <a16:creationId xmlns:a16="http://schemas.microsoft.com/office/drawing/2014/main" id="{D2281FA8-0A20-4E99-8FE9-3299BE7335C9}"/>
              </a:ext>
            </a:extLst>
          </p:cNvPr>
          <p:cNvGrpSpPr/>
          <p:nvPr/>
        </p:nvGrpSpPr>
        <p:grpSpPr>
          <a:xfrm rot="3736100">
            <a:off x="90424" y="2085388"/>
            <a:ext cx="1615465" cy="1339222"/>
            <a:chOff x="1150620" y="2040672"/>
            <a:chExt cx="2887980" cy="2394139"/>
          </a:xfrm>
        </p:grpSpPr>
        <p:pic>
          <p:nvPicPr>
            <p:cNvPr id="109" name="圖片 108">
              <a:extLst>
                <a:ext uri="{FF2B5EF4-FFF2-40B4-BE49-F238E27FC236}">
                  <a16:creationId xmlns:a16="http://schemas.microsoft.com/office/drawing/2014/main" id="{95EB5325-1896-4B10-A4C6-86850F6AF3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0517" b="50711"/>
            <a:stretch/>
          </p:blipFill>
          <p:spPr>
            <a:xfrm>
              <a:off x="1198879" y="2040672"/>
              <a:ext cx="2839721" cy="2394139"/>
            </a:xfrm>
            <a:prstGeom prst="rect">
              <a:avLst/>
            </a:prstGeom>
          </p:spPr>
        </p:pic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1A0D7B4F-BC88-41C2-B878-C808B24F75DF}"/>
                </a:ext>
              </a:extLst>
            </p:cNvPr>
            <p:cNvSpPr/>
            <p:nvPr/>
          </p:nvSpPr>
          <p:spPr>
            <a:xfrm>
              <a:off x="1150620" y="2095500"/>
              <a:ext cx="213360" cy="236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sp>
        <p:nvSpPr>
          <p:cNvPr id="122" name="等腰三角形 121">
            <a:extLst>
              <a:ext uri="{FF2B5EF4-FFF2-40B4-BE49-F238E27FC236}">
                <a16:creationId xmlns:a16="http://schemas.microsoft.com/office/drawing/2014/main" id="{51CA700D-C12F-45AF-868C-77BE8A23D985}"/>
              </a:ext>
            </a:extLst>
          </p:cNvPr>
          <p:cNvSpPr/>
          <p:nvPr/>
        </p:nvSpPr>
        <p:spPr>
          <a:xfrm rot="10800000">
            <a:off x="853241" y="3537532"/>
            <a:ext cx="200220" cy="16769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77"/>
          </a:p>
        </p:txBody>
      </p:sp>
      <p:sp>
        <p:nvSpPr>
          <p:cNvPr id="123" name="文字方塊 122">
            <a:extLst>
              <a:ext uri="{FF2B5EF4-FFF2-40B4-BE49-F238E27FC236}">
                <a16:creationId xmlns:a16="http://schemas.microsoft.com/office/drawing/2014/main" id="{03C108EC-B398-436C-A50F-8216CE877741}"/>
              </a:ext>
            </a:extLst>
          </p:cNvPr>
          <p:cNvSpPr txBox="1"/>
          <p:nvPr/>
        </p:nvSpPr>
        <p:spPr>
          <a:xfrm>
            <a:off x="1277920" y="2392036"/>
            <a:ext cx="4127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矩形 123">
                <a:extLst>
                  <a:ext uri="{FF2B5EF4-FFF2-40B4-BE49-F238E27FC236}">
                    <a16:creationId xmlns:a16="http://schemas.microsoft.com/office/drawing/2014/main" id="{B8EAA943-0513-4C87-B8FD-530AA84BF804}"/>
                  </a:ext>
                </a:extLst>
              </p:cNvPr>
              <p:cNvSpPr/>
              <p:nvPr/>
            </p:nvSpPr>
            <p:spPr>
              <a:xfrm>
                <a:off x="638116" y="1528874"/>
                <a:ext cx="74135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,ℓ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24" name="矩形 123">
                <a:extLst>
                  <a:ext uri="{FF2B5EF4-FFF2-40B4-BE49-F238E27FC236}">
                    <a16:creationId xmlns:a16="http://schemas.microsoft.com/office/drawing/2014/main" id="{B8EAA943-0513-4C87-B8FD-530AA84BF8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116" y="1528874"/>
                <a:ext cx="741357" cy="369332"/>
              </a:xfrm>
              <a:prstGeom prst="rect">
                <a:avLst/>
              </a:prstGeom>
              <a:blipFill>
                <a:blip r:embed="rId8"/>
                <a:stretch>
                  <a:fillRect t="-121667" r="-64463" b="-188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5" name="圖片 124">
            <a:extLst>
              <a:ext uri="{FF2B5EF4-FFF2-40B4-BE49-F238E27FC236}">
                <a16:creationId xmlns:a16="http://schemas.microsoft.com/office/drawing/2014/main" id="{546D6C40-EA38-4FE3-9BDC-E18D92DCFF99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5621"/>
          <a:stretch/>
        </p:blipFill>
        <p:spPr>
          <a:xfrm>
            <a:off x="1098550" y="4151283"/>
            <a:ext cx="806051" cy="886130"/>
          </a:xfrm>
          <a:prstGeom prst="rect">
            <a:avLst/>
          </a:prstGeom>
        </p:spPr>
      </p:pic>
      <p:sp>
        <p:nvSpPr>
          <p:cNvPr id="201" name="文字方塊 200">
            <a:extLst>
              <a:ext uri="{FF2B5EF4-FFF2-40B4-BE49-F238E27FC236}">
                <a16:creationId xmlns:a16="http://schemas.microsoft.com/office/drawing/2014/main" id="{32727E0B-1F44-4908-B5A6-57F1FF203198}"/>
              </a:ext>
            </a:extLst>
          </p:cNvPr>
          <p:cNvSpPr txBox="1"/>
          <p:nvPr/>
        </p:nvSpPr>
        <p:spPr>
          <a:xfrm>
            <a:off x="3212306" y="655445"/>
            <a:ext cx="57412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transition rate is obtained as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矩形 201">
                <a:extLst>
                  <a:ext uri="{FF2B5EF4-FFF2-40B4-BE49-F238E27FC236}">
                    <a16:creationId xmlns:a16="http://schemas.microsoft.com/office/drawing/2014/main" id="{51379902-2457-4DA7-97B4-FE37108CBCE6}"/>
                  </a:ext>
                </a:extLst>
              </p:cNvPr>
              <p:cNvSpPr/>
              <p:nvPr/>
            </p:nvSpPr>
            <p:spPr>
              <a:xfrm>
                <a:off x="3365642" y="1161759"/>
                <a:ext cx="4834016" cy="612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,ℓ,</m:t>
                          </m:r>
                          <m:sSup>
                            <m:s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 lang="en-US" altLang="zh-TW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  <m:d>
                        <m:dPr>
                          <m:ctrlPr>
                            <a:rPr lang="en-US" altLang="zh-TW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</m:d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  <m:sSup>
                        <m:s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,ℓ,</m:t>
                                  </m:r>
                                  <m:sSup>
                                    <m:sSup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altLang="zh-TW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  <m:sup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ℏ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b="1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b="1" i="1" dirty="0" smtClean="0"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sub>
                            <m:sup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p>
                          </m:sSubSup>
                        </m:e>
                      </m:d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2" name="矩形 201">
                <a:extLst>
                  <a:ext uri="{FF2B5EF4-FFF2-40B4-BE49-F238E27FC236}">
                    <a16:creationId xmlns:a16="http://schemas.microsoft.com/office/drawing/2014/main" id="{51379902-2457-4DA7-97B4-FE37108CBC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5642" y="1161759"/>
                <a:ext cx="4834016" cy="6127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群組 1">
            <a:extLst>
              <a:ext uri="{FF2B5EF4-FFF2-40B4-BE49-F238E27FC236}">
                <a16:creationId xmlns:a16="http://schemas.microsoft.com/office/drawing/2014/main" id="{08E8B47A-1973-4DA7-907A-E964C28A3B02}"/>
              </a:ext>
            </a:extLst>
          </p:cNvPr>
          <p:cNvGrpSpPr/>
          <p:nvPr/>
        </p:nvGrpSpPr>
        <p:grpSpPr>
          <a:xfrm>
            <a:off x="5510958" y="3535199"/>
            <a:ext cx="4198457" cy="619080"/>
            <a:chOff x="5109515" y="3133756"/>
            <a:chExt cx="4198457" cy="6190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0" name="矩形 219">
                  <a:extLst>
                    <a:ext uri="{FF2B5EF4-FFF2-40B4-BE49-F238E27FC236}">
                      <a16:creationId xmlns:a16="http://schemas.microsoft.com/office/drawing/2014/main" id="{CF06F7DC-D46A-45BC-B2E8-783DB486CACA}"/>
                    </a:ext>
                  </a:extLst>
                </p:cNvPr>
                <p:cNvSpPr/>
                <p:nvPr/>
              </p:nvSpPr>
              <p:spPr>
                <a:xfrm>
                  <a:off x="5109515" y="3133756"/>
                  <a:ext cx="4198457" cy="61908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b="1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̃"/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sSup>
                              <m:sSup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</m:e>
                        </m:d>
                        <m:r>
                          <a:rPr lang="en-US" altLang="zh-TW" b="1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ℏ</m:t>
                            </m:r>
                          </m:den>
                        </m:f>
                        <m:d>
                          <m:d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     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,ℓ,</m:t>
                                </m:r>
                                <m:sSup>
                                  <m:sSup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altLang="zh-TW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ℓ</m:t>
                                    </m:r>
                                  </m:e>
                                  <m:sup>
                                    <m:r>
                                      <a:rPr lang="en-US" altLang="zh-TW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b>
                            </m:sSub>
                            <m:d>
                              <m:d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𝑸</m:t>
                                </m:r>
                              </m:e>
                            </m:d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bSup>
                              <m:sSubSup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e>
                              <m:sub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  <m:sup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𝑸</m:t>
                                </m:r>
                              </m:sup>
                            </m:sSubSup>
                          </m:e>
                        </m:d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20" name="矩形 219">
                  <a:extLst>
                    <a:ext uri="{FF2B5EF4-FFF2-40B4-BE49-F238E27FC236}">
                      <a16:creationId xmlns:a16="http://schemas.microsoft.com/office/drawing/2014/main" id="{CF06F7DC-D46A-45BC-B2E8-783DB486CAC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9515" y="3133756"/>
                  <a:ext cx="4198457" cy="61908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21" name="圖形 220">
              <a:extLst>
                <a:ext uri="{FF2B5EF4-FFF2-40B4-BE49-F238E27FC236}">
                  <a16:creationId xmlns:a16="http://schemas.microsoft.com/office/drawing/2014/main" id="{9246E1B1-5F1D-4B41-9DD8-771FAA7B30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 r="75196"/>
            <a:stretch/>
          </p:blipFill>
          <p:spPr>
            <a:xfrm>
              <a:off x="7235035" y="3356125"/>
              <a:ext cx="223834" cy="213728"/>
            </a:xfrm>
            <a:prstGeom prst="rect">
              <a:avLst/>
            </a:prstGeom>
          </p:spPr>
        </p:pic>
      </p:grpSp>
      <p:sp>
        <p:nvSpPr>
          <p:cNvPr id="222" name="矩形 221">
            <a:extLst>
              <a:ext uri="{FF2B5EF4-FFF2-40B4-BE49-F238E27FC236}">
                <a16:creationId xmlns:a16="http://schemas.microsoft.com/office/drawing/2014/main" id="{C79C7955-C9E8-4AD0-B312-B862D4C5EEEF}"/>
              </a:ext>
            </a:extLst>
          </p:cNvPr>
          <p:cNvSpPr/>
          <p:nvPr/>
        </p:nvSpPr>
        <p:spPr>
          <a:xfrm>
            <a:off x="7645751" y="6588121"/>
            <a:ext cx="464870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altLang="zh-TW" sz="1400" dirty="0"/>
              <a:t>O. J. G. Sanchez, G.-H. Peng </a:t>
            </a:r>
            <a:r>
              <a:rPr lang="fr-FR" altLang="zh-TW" sz="1400" i="1" dirty="0"/>
              <a:t>et al.</a:t>
            </a:r>
            <a:r>
              <a:rPr lang="fr-FR" altLang="zh-TW" sz="1400" dirty="0"/>
              <a:t>, </a:t>
            </a:r>
            <a:r>
              <a:rPr lang="fr-FR" altLang="zh-TW" sz="1400" i="1" dirty="0"/>
              <a:t>ACS Nano</a:t>
            </a:r>
            <a:r>
              <a:rPr lang="fr-FR" altLang="zh-TW" sz="1400" dirty="0"/>
              <a:t> </a:t>
            </a:r>
            <a:r>
              <a:rPr lang="fr-FR" altLang="zh-TW" sz="1400" b="1" dirty="0"/>
              <a:t>18</a:t>
            </a:r>
            <a:r>
              <a:rPr lang="fr-FR" altLang="zh-TW" sz="1400" dirty="0"/>
              <a:t>, 11425 (2024)</a:t>
            </a:r>
            <a:endParaRPr lang="zh-TW" altLang="en-US" sz="1400" dirty="0"/>
          </a:p>
        </p:txBody>
      </p:sp>
      <p:cxnSp>
        <p:nvCxnSpPr>
          <p:cNvPr id="223" name="直線接點 222">
            <a:extLst>
              <a:ext uri="{FF2B5EF4-FFF2-40B4-BE49-F238E27FC236}">
                <a16:creationId xmlns:a16="http://schemas.microsoft.com/office/drawing/2014/main" id="{D58E63D2-3589-4E77-9F70-3FEF5D3AF33F}"/>
              </a:ext>
            </a:extLst>
          </p:cNvPr>
          <p:cNvCxnSpPr>
            <a:cxnSpLocks/>
          </p:cNvCxnSpPr>
          <p:nvPr/>
        </p:nvCxnSpPr>
        <p:spPr>
          <a:xfrm>
            <a:off x="3212306" y="660400"/>
            <a:ext cx="0" cy="61889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5" name="文字方塊 224">
            <a:extLst>
              <a:ext uri="{FF2B5EF4-FFF2-40B4-BE49-F238E27FC236}">
                <a16:creationId xmlns:a16="http://schemas.microsoft.com/office/drawing/2014/main" id="{EC22CF1E-4E0C-405B-BB6A-BDBE77EA95E3}"/>
              </a:ext>
            </a:extLst>
          </p:cNvPr>
          <p:cNvSpPr txBox="1"/>
          <p:nvPr/>
        </p:nvSpPr>
        <p:spPr>
          <a:xfrm>
            <a:off x="3212306" y="1913907"/>
            <a:ext cx="57412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optical matrix element is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CFB7B5F0-2279-40DB-870F-D61EA78B3287}"/>
                  </a:ext>
                </a:extLst>
              </p:cNvPr>
              <p:cNvSpPr/>
              <p:nvPr/>
            </p:nvSpPr>
            <p:spPr>
              <a:xfrm>
                <a:off x="9109098" y="6152879"/>
                <a:ext cx="3218060" cy="3755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b="1" i="1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lang="en-US" altLang="zh-TW" b="1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b="1" i="1">
                            <a:latin typeface="Cambria Math" panose="02040503050406030204" pitchFamily="18" charset="0"/>
                          </a:rPr>
                          <m:t>𝑸</m:t>
                        </m:r>
                      </m:sup>
                    </m:sSubSup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transition dipole moment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CFB7B5F0-2279-40DB-870F-D61EA78B32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9098" y="6152879"/>
                <a:ext cx="3218060" cy="375552"/>
              </a:xfrm>
              <a:prstGeom prst="rect">
                <a:avLst/>
              </a:prstGeom>
              <a:blipFill>
                <a:blip r:embed="rId14"/>
                <a:stretch>
                  <a:fillRect t="-6452" b="-241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6AF1F90E-DF51-4438-B713-AA1162D044B0}"/>
                  </a:ext>
                </a:extLst>
              </p:cNvPr>
              <p:cNvSpPr/>
              <p:nvPr/>
            </p:nvSpPr>
            <p:spPr>
              <a:xfrm>
                <a:off x="8279974" y="1304070"/>
                <a:ext cx="166244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+, 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−, 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6AF1F90E-DF51-4438-B713-AA1162D044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9974" y="1304070"/>
                <a:ext cx="1662443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40250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矩形 231">
            <a:extLst>
              <a:ext uri="{FF2B5EF4-FFF2-40B4-BE49-F238E27FC236}">
                <a16:creationId xmlns:a16="http://schemas.microsoft.com/office/drawing/2014/main" id="{E07EF9F3-10B5-453C-BD25-A950E67A079D}"/>
              </a:ext>
            </a:extLst>
          </p:cNvPr>
          <p:cNvSpPr/>
          <p:nvPr/>
        </p:nvSpPr>
        <p:spPr>
          <a:xfrm>
            <a:off x="2697957" y="633207"/>
            <a:ext cx="1327356" cy="73513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4" name="群組 143">
            <a:extLst>
              <a:ext uri="{FF2B5EF4-FFF2-40B4-BE49-F238E27FC236}">
                <a16:creationId xmlns:a16="http://schemas.microsoft.com/office/drawing/2014/main" id="{E956BECC-A0EF-4C7B-96AD-C95A5D9A56F3}"/>
              </a:ext>
            </a:extLst>
          </p:cNvPr>
          <p:cNvGrpSpPr/>
          <p:nvPr/>
        </p:nvGrpSpPr>
        <p:grpSpPr>
          <a:xfrm>
            <a:off x="2805719" y="4537247"/>
            <a:ext cx="1118387" cy="1259553"/>
            <a:chOff x="5728722" y="4684787"/>
            <a:chExt cx="1459478" cy="1643701"/>
          </a:xfrm>
        </p:grpSpPr>
        <p:grpSp>
          <p:nvGrpSpPr>
            <p:cNvPr id="145" name="群組 144">
              <a:extLst>
                <a:ext uri="{FF2B5EF4-FFF2-40B4-BE49-F238E27FC236}">
                  <a16:creationId xmlns:a16="http://schemas.microsoft.com/office/drawing/2014/main" id="{DD43B053-8488-41F8-AA63-C95438D51312}"/>
                </a:ext>
              </a:extLst>
            </p:cNvPr>
            <p:cNvGrpSpPr/>
            <p:nvPr/>
          </p:nvGrpSpPr>
          <p:grpSpPr>
            <a:xfrm>
              <a:off x="5728722" y="4684787"/>
              <a:ext cx="1459478" cy="1643701"/>
              <a:chOff x="8488189" y="4125243"/>
              <a:chExt cx="1671338" cy="1882303"/>
            </a:xfrm>
          </p:grpSpPr>
          <p:pic>
            <p:nvPicPr>
              <p:cNvPr id="147" name="圖片 146">
                <a:extLst>
                  <a:ext uri="{FF2B5EF4-FFF2-40B4-BE49-F238E27FC236}">
                    <a16:creationId xmlns:a16="http://schemas.microsoft.com/office/drawing/2014/main" id="{B9A04A44-FFA2-487A-982C-A9F89FD92FC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55300"/>
              <a:stretch/>
            </p:blipFill>
            <p:spPr>
              <a:xfrm>
                <a:off x="8531256" y="4125243"/>
                <a:ext cx="1628271" cy="1882303"/>
              </a:xfrm>
              <a:prstGeom prst="rect">
                <a:avLst/>
              </a:prstGeom>
            </p:spPr>
          </p:pic>
          <p:sp>
            <p:nvSpPr>
              <p:cNvPr id="148" name="矩形 147">
                <a:extLst>
                  <a:ext uri="{FF2B5EF4-FFF2-40B4-BE49-F238E27FC236}">
                    <a16:creationId xmlns:a16="http://schemas.microsoft.com/office/drawing/2014/main" id="{396F1E65-483A-4B63-89C6-060E58D900A2}"/>
                  </a:ext>
                </a:extLst>
              </p:cNvPr>
              <p:cNvSpPr/>
              <p:nvPr/>
            </p:nvSpPr>
            <p:spPr>
              <a:xfrm>
                <a:off x="8488189" y="4125243"/>
                <a:ext cx="390934" cy="39093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146" name="矩形 145">
              <a:extLst>
                <a:ext uri="{FF2B5EF4-FFF2-40B4-BE49-F238E27FC236}">
                  <a16:creationId xmlns:a16="http://schemas.microsoft.com/office/drawing/2014/main" id="{0C4F64FA-63B1-4655-A149-0263D5D99B54}"/>
                </a:ext>
              </a:extLst>
            </p:cNvPr>
            <p:cNvSpPr/>
            <p:nvPr/>
          </p:nvSpPr>
          <p:spPr>
            <a:xfrm rot="20888417">
              <a:off x="6724766" y="5213626"/>
              <a:ext cx="440531" cy="2966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136" name="群組 135">
            <a:extLst>
              <a:ext uri="{FF2B5EF4-FFF2-40B4-BE49-F238E27FC236}">
                <a16:creationId xmlns:a16="http://schemas.microsoft.com/office/drawing/2014/main" id="{A2EA418A-B4DE-44B9-9712-071E49F6EAA2}"/>
              </a:ext>
            </a:extLst>
          </p:cNvPr>
          <p:cNvGrpSpPr/>
          <p:nvPr/>
        </p:nvGrpSpPr>
        <p:grpSpPr>
          <a:xfrm>
            <a:off x="2661807" y="1840193"/>
            <a:ext cx="1354567" cy="1265043"/>
            <a:chOff x="4011072" y="4660900"/>
            <a:chExt cx="1767692" cy="1650868"/>
          </a:xfrm>
        </p:grpSpPr>
        <p:grpSp>
          <p:nvGrpSpPr>
            <p:cNvPr id="138" name="群組 137">
              <a:extLst>
                <a:ext uri="{FF2B5EF4-FFF2-40B4-BE49-F238E27FC236}">
                  <a16:creationId xmlns:a16="http://schemas.microsoft.com/office/drawing/2014/main" id="{0AE27EA7-624C-4A1C-AC2F-243699EB6A30}"/>
                </a:ext>
              </a:extLst>
            </p:cNvPr>
            <p:cNvGrpSpPr/>
            <p:nvPr/>
          </p:nvGrpSpPr>
          <p:grpSpPr>
            <a:xfrm>
              <a:off x="4011072" y="4660900"/>
              <a:ext cx="1767692" cy="1650868"/>
              <a:chOff x="6334628" y="4267200"/>
              <a:chExt cx="2024293" cy="1890510"/>
            </a:xfrm>
          </p:grpSpPr>
          <p:pic>
            <p:nvPicPr>
              <p:cNvPr id="142" name="圖片 141">
                <a:extLst>
                  <a:ext uri="{FF2B5EF4-FFF2-40B4-BE49-F238E27FC236}">
                    <a16:creationId xmlns:a16="http://schemas.microsoft.com/office/drawing/2014/main" id="{32AEA060-1D51-4130-A113-234F90E882E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45770"/>
              <a:stretch/>
            </p:blipFill>
            <p:spPr>
              <a:xfrm>
                <a:off x="6383496" y="4275407"/>
                <a:ext cx="1975425" cy="1882303"/>
              </a:xfrm>
              <a:prstGeom prst="rect">
                <a:avLst/>
              </a:prstGeom>
            </p:spPr>
          </p:pic>
          <p:sp>
            <p:nvSpPr>
              <p:cNvPr id="143" name="矩形 142">
                <a:extLst>
                  <a:ext uri="{FF2B5EF4-FFF2-40B4-BE49-F238E27FC236}">
                    <a16:creationId xmlns:a16="http://schemas.microsoft.com/office/drawing/2014/main" id="{73BD40CA-6C39-411B-B4AE-080DC0FFDECA}"/>
                  </a:ext>
                </a:extLst>
              </p:cNvPr>
              <p:cNvSpPr/>
              <p:nvPr/>
            </p:nvSpPr>
            <p:spPr>
              <a:xfrm>
                <a:off x="6334628" y="4267200"/>
                <a:ext cx="390934" cy="39093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140" name="矩形 139">
              <a:extLst>
                <a:ext uri="{FF2B5EF4-FFF2-40B4-BE49-F238E27FC236}">
                  <a16:creationId xmlns:a16="http://schemas.microsoft.com/office/drawing/2014/main" id="{B029868E-75A8-4499-A076-D2B8F9F58944}"/>
                </a:ext>
              </a:extLst>
            </p:cNvPr>
            <p:cNvSpPr/>
            <p:nvPr/>
          </p:nvSpPr>
          <p:spPr>
            <a:xfrm rot="20888417">
              <a:off x="5218736" y="5200776"/>
              <a:ext cx="440531" cy="2966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矩形 148">
                <a:extLst>
                  <a:ext uri="{FF2B5EF4-FFF2-40B4-BE49-F238E27FC236}">
                    <a16:creationId xmlns:a16="http://schemas.microsoft.com/office/drawing/2014/main" id="{B4A44B12-7BAD-4CC5-80A9-651126105C6F}"/>
                  </a:ext>
                </a:extLst>
              </p:cNvPr>
              <p:cNvSpPr/>
              <p:nvPr/>
            </p:nvSpPr>
            <p:spPr>
              <a:xfrm>
                <a:off x="2884916" y="5753836"/>
                <a:ext cx="813976" cy="407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−, 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</m:sup>
                      </m:sSup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9" name="矩形 148">
                <a:extLst>
                  <a:ext uri="{FF2B5EF4-FFF2-40B4-BE49-F238E27FC236}">
                    <a16:creationId xmlns:a16="http://schemas.microsoft.com/office/drawing/2014/main" id="{B4A44B12-7BAD-4CC5-80A9-651126105C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4916" y="5753836"/>
                <a:ext cx="813976" cy="4070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矩形 150">
                <a:extLst>
                  <a:ext uri="{FF2B5EF4-FFF2-40B4-BE49-F238E27FC236}">
                    <a16:creationId xmlns:a16="http://schemas.microsoft.com/office/drawing/2014/main" id="{FBD41EC9-37F3-4566-9586-C2BA9382FB77}"/>
                  </a:ext>
                </a:extLst>
              </p:cNvPr>
              <p:cNvSpPr/>
              <p:nvPr/>
            </p:nvSpPr>
            <p:spPr>
              <a:xfrm>
                <a:off x="2884916" y="3134206"/>
                <a:ext cx="813976" cy="407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+, 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</m:sup>
                      </m:sSup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1" name="矩形 150">
                <a:extLst>
                  <a:ext uri="{FF2B5EF4-FFF2-40B4-BE49-F238E27FC236}">
                    <a16:creationId xmlns:a16="http://schemas.microsoft.com/office/drawing/2014/main" id="{FBD41EC9-37F3-4566-9586-C2BA9382FB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4916" y="3134206"/>
                <a:ext cx="813976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圖片 1">
            <a:extLst>
              <a:ext uri="{FF2B5EF4-FFF2-40B4-BE49-F238E27FC236}">
                <a16:creationId xmlns:a16="http://schemas.microsoft.com/office/drawing/2014/main" id="{2709EE50-11B3-4E4F-AFAA-83BDACAF78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4280" y="5393973"/>
            <a:ext cx="4434840" cy="1127502"/>
          </a:xfrm>
          <a:prstGeom prst="rect">
            <a:avLst/>
          </a:prstGeom>
        </p:spPr>
      </p:pic>
      <p:sp>
        <p:nvSpPr>
          <p:cNvPr id="92" name="標題 1">
            <a:extLst>
              <a:ext uri="{FF2B5EF4-FFF2-40B4-BE49-F238E27FC236}">
                <a16:creationId xmlns:a16="http://schemas.microsoft.com/office/drawing/2014/main" id="{700DBB01-F9E1-4E1D-8A82-15C38DBE89D8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Directional momentum-selective excitation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(BXs)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14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p:pic>
        <p:nvPicPr>
          <p:cNvPr id="137" name="圖形 136">
            <a:extLst>
              <a:ext uri="{FF2B5EF4-FFF2-40B4-BE49-F238E27FC236}">
                <a16:creationId xmlns:a16="http://schemas.microsoft.com/office/drawing/2014/main" id="{8E572881-C2CA-44BD-A732-73DE3418B0A8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r="75196"/>
          <a:stretch/>
        </p:blipFill>
        <p:spPr>
          <a:xfrm>
            <a:off x="3670547" y="7523800"/>
            <a:ext cx="223834" cy="213728"/>
          </a:xfrm>
          <a:prstGeom prst="rect">
            <a:avLst/>
          </a:prstGeom>
        </p:spPr>
      </p:pic>
      <p:pic>
        <p:nvPicPr>
          <p:cNvPr id="139" name="圖片 138">
            <a:extLst>
              <a:ext uri="{FF2B5EF4-FFF2-40B4-BE49-F238E27FC236}">
                <a16:creationId xmlns:a16="http://schemas.microsoft.com/office/drawing/2014/main" id="{2B581DF3-918B-4974-B7F8-EED99CFAE60D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r="51781"/>
          <a:stretch/>
        </p:blipFill>
        <p:spPr>
          <a:xfrm rot="10800000">
            <a:off x="8103671" y="3526767"/>
            <a:ext cx="3285777" cy="759094"/>
          </a:xfrm>
          <a:prstGeom prst="rect">
            <a:avLst/>
          </a:prstGeom>
        </p:spPr>
      </p:pic>
      <p:pic>
        <p:nvPicPr>
          <p:cNvPr id="141" name="圖片 140">
            <a:extLst>
              <a:ext uri="{FF2B5EF4-FFF2-40B4-BE49-F238E27FC236}">
                <a16:creationId xmlns:a16="http://schemas.microsoft.com/office/drawing/2014/main" id="{7D4DF255-7486-416F-B2AB-EE215A9CA273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r="51781"/>
          <a:stretch/>
        </p:blipFill>
        <p:spPr>
          <a:xfrm rot="10800000">
            <a:off x="8103671" y="3835125"/>
            <a:ext cx="3285777" cy="759094"/>
          </a:xfrm>
          <a:prstGeom prst="rect">
            <a:avLst/>
          </a:prstGeom>
        </p:spPr>
      </p:pic>
      <p:pic>
        <p:nvPicPr>
          <p:cNvPr id="156" name="圖片 155">
            <a:extLst>
              <a:ext uri="{FF2B5EF4-FFF2-40B4-BE49-F238E27FC236}">
                <a16:creationId xmlns:a16="http://schemas.microsoft.com/office/drawing/2014/main" id="{FF2AC798-9903-42BD-A101-F9086E58A349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r="51781"/>
          <a:stretch/>
        </p:blipFill>
        <p:spPr>
          <a:xfrm rot="10800000">
            <a:off x="8103671" y="2082237"/>
            <a:ext cx="3285777" cy="759094"/>
          </a:xfrm>
          <a:prstGeom prst="rect">
            <a:avLst/>
          </a:prstGeom>
        </p:spPr>
      </p:pic>
      <p:cxnSp>
        <p:nvCxnSpPr>
          <p:cNvPr id="170" name="直線接點 169">
            <a:extLst>
              <a:ext uri="{FF2B5EF4-FFF2-40B4-BE49-F238E27FC236}">
                <a16:creationId xmlns:a16="http://schemas.microsoft.com/office/drawing/2014/main" id="{42FE3725-50A2-4488-9611-26EB440A998A}"/>
              </a:ext>
            </a:extLst>
          </p:cNvPr>
          <p:cNvCxnSpPr>
            <a:cxnSpLocks/>
          </p:cNvCxnSpPr>
          <p:nvPr/>
        </p:nvCxnSpPr>
        <p:spPr>
          <a:xfrm>
            <a:off x="8398444" y="801415"/>
            <a:ext cx="1349859" cy="2024786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1" name="直線接點 170">
            <a:extLst>
              <a:ext uri="{FF2B5EF4-FFF2-40B4-BE49-F238E27FC236}">
                <a16:creationId xmlns:a16="http://schemas.microsoft.com/office/drawing/2014/main" id="{3468D8CF-3C59-4F3B-83DE-9B7C9AF6D004}"/>
              </a:ext>
            </a:extLst>
          </p:cNvPr>
          <p:cNvCxnSpPr>
            <a:cxnSpLocks/>
          </p:cNvCxnSpPr>
          <p:nvPr/>
        </p:nvCxnSpPr>
        <p:spPr>
          <a:xfrm flipH="1">
            <a:off x="9748301" y="787347"/>
            <a:ext cx="1349857" cy="2024786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2" name="直線單箭頭接點 171">
            <a:extLst>
              <a:ext uri="{FF2B5EF4-FFF2-40B4-BE49-F238E27FC236}">
                <a16:creationId xmlns:a16="http://schemas.microsoft.com/office/drawing/2014/main" id="{A8C25A84-30A7-4D20-B5C4-FF10B8065A89}"/>
              </a:ext>
            </a:extLst>
          </p:cNvPr>
          <p:cNvCxnSpPr>
            <a:cxnSpLocks/>
          </p:cNvCxnSpPr>
          <p:nvPr/>
        </p:nvCxnSpPr>
        <p:spPr>
          <a:xfrm>
            <a:off x="8139788" y="5133324"/>
            <a:ext cx="3310777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矩形 174">
                <a:extLst>
                  <a:ext uri="{FF2B5EF4-FFF2-40B4-BE49-F238E27FC236}">
                    <a16:creationId xmlns:a16="http://schemas.microsoft.com/office/drawing/2014/main" id="{0F7C80C5-E31C-4951-9CAA-4125863CE653}"/>
                  </a:ext>
                </a:extLst>
              </p:cNvPr>
              <p:cNvSpPr/>
              <p:nvPr/>
            </p:nvSpPr>
            <p:spPr>
              <a:xfrm>
                <a:off x="11350426" y="591926"/>
                <a:ext cx="822883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5" name="矩形 174">
                <a:extLst>
                  <a:ext uri="{FF2B5EF4-FFF2-40B4-BE49-F238E27FC236}">
                    <a16:creationId xmlns:a16="http://schemas.microsoft.com/office/drawing/2014/main" id="{0F7C80C5-E31C-4951-9CAA-4125863CE6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0426" y="591926"/>
                <a:ext cx="822883" cy="400110"/>
              </a:xfrm>
              <a:prstGeom prst="rect">
                <a:avLst/>
              </a:prstGeom>
              <a:blipFill>
                <a:blip r:embed="rId12"/>
                <a:stretch>
                  <a:fillRect l="-3704" t="-121212" r="-57778" b="-18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矩形 176">
                <a:extLst>
                  <a:ext uri="{FF2B5EF4-FFF2-40B4-BE49-F238E27FC236}">
                    <a16:creationId xmlns:a16="http://schemas.microsoft.com/office/drawing/2014/main" id="{68A1827D-DE04-4BA8-B7BE-1842C6D6732F}"/>
                  </a:ext>
                </a:extLst>
              </p:cNvPr>
              <p:cNvSpPr/>
              <p:nvPr/>
            </p:nvSpPr>
            <p:spPr>
              <a:xfrm>
                <a:off x="11350426" y="2209230"/>
                <a:ext cx="822883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7" name="矩形 176">
                <a:extLst>
                  <a:ext uri="{FF2B5EF4-FFF2-40B4-BE49-F238E27FC236}">
                    <a16:creationId xmlns:a16="http://schemas.microsoft.com/office/drawing/2014/main" id="{68A1827D-DE04-4BA8-B7BE-1842C6D673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0426" y="2209230"/>
                <a:ext cx="822883" cy="400110"/>
              </a:xfrm>
              <a:prstGeom prst="rect">
                <a:avLst/>
              </a:prstGeom>
              <a:blipFill>
                <a:blip r:embed="rId13"/>
                <a:stretch>
                  <a:fillRect l="-3704" t="-121212" r="-57778" b="-18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矩形 177">
                <a:extLst>
                  <a:ext uri="{FF2B5EF4-FFF2-40B4-BE49-F238E27FC236}">
                    <a16:creationId xmlns:a16="http://schemas.microsoft.com/office/drawing/2014/main" id="{A8616301-681D-4072-90D4-FE5B87E207B6}"/>
                  </a:ext>
                </a:extLst>
              </p:cNvPr>
              <p:cNvSpPr/>
              <p:nvPr/>
            </p:nvSpPr>
            <p:spPr>
              <a:xfrm>
                <a:off x="11350426" y="3554672"/>
                <a:ext cx="822883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8" name="矩形 177">
                <a:extLst>
                  <a:ext uri="{FF2B5EF4-FFF2-40B4-BE49-F238E27FC236}">
                    <a16:creationId xmlns:a16="http://schemas.microsoft.com/office/drawing/2014/main" id="{A8616301-681D-4072-90D4-FE5B87E207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0426" y="3554672"/>
                <a:ext cx="822883" cy="400110"/>
              </a:xfrm>
              <a:prstGeom prst="rect">
                <a:avLst/>
              </a:prstGeom>
              <a:blipFill>
                <a:blip r:embed="rId14"/>
                <a:stretch>
                  <a:fillRect l="-15556" t="-121212" r="-27407" b="-18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矩形 178">
                <a:extLst>
                  <a:ext uri="{FF2B5EF4-FFF2-40B4-BE49-F238E27FC236}">
                    <a16:creationId xmlns:a16="http://schemas.microsoft.com/office/drawing/2014/main" id="{DAC7350D-4FA5-400B-B624-CB19EAF08FBE}"/>
                  </a:ext>
                </a:extLst>
              </p:cNvPr>
              <p:cNvSpPr/>
              <p:nvPr/>
            </p:nvSpPr>
            <p:spPr>
              <a:xfrm>
                <a:off x="11445317" y="3916987"/>
                <a:ext cx="1164328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9" name="矩形 178">
                <a:extLst>
                  <a:ext uri="{FF2B5EF4-FFF2-40B4-BE49-F238E27FC236}">
                    <a16:creationId xmlns:a16="http://schemas.microsoft.com/office/drawing/2014/main" id="{DAC7350D-4FA5-400B-B624-CB19EAF08F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45317" y="3916987"/>
                <a:ext cx="1164328" cy="400110"/>
              </a:xfrm>
              <a:prstGeom prst="rect">
                <a:avLst/>
              </a:prstGeom>
              <a:blipFill>
                <a:blip r:embed="rId15"/>
                <a:stretch>
                  <a:fillRect l="-9948" t="-123077" b="-18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0" name="矩形 179">
            <a:extLst>
              <a:ext uri="{FF2B5EF4-FFF2-40B4-BE49-F238E27FC236}">
                <a16:creationId xmlns:a16="http://schemas.microsoft.com/office/drawing/2014/main" id="{694BE2BD-EB18-4E38-A6A9-3C5D7AE20A0D}"/>
              </a:ext>
            </a:extLst>
          </p:cNvPr>
          <p:cNvSpPr/>
          <p:nvPr/>
        </p:nvSpPr>
        <p:spPr>
          <a:xfrm>
            <a:off x="8830035" y="755980"/>
            <a:ext cx="2066924" cy="415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w/ e-h exchange 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1" name="直線接點 180">
            <a:extLst>
              <a:ext uri="{FF2B5EF4-FFF2-40B4-BE49-F238E27FC236}">
                <a16:creationId xmlns:a16="http://schemas.microsoft.com/office/drawing/2014/main" id="{A509A814-B115-44E6-BA96-AA2BB365B1EA}"/>
              </a:ext>
            </a:extLst>
          </p:cNvPr>
          <p:cNvCxnSpPr>
            <a:cxnSpLocks/>
          </p:cNvCxnSpPr>
          <p:nvPr/>
        </p:nvCxnSpPr>
        <p:spPr>
          <a:xfrm>
            <a:off x="9755277" y="2838450"/>
            <a:ext cx="0" cy="229552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矩形 181">
                <a:extLst>
                  <a:ext uri="{FF2B5EF4-FFF2-40B4-BE49-F238E27FC236}">
                    <a16:creationId xmlns:a16="http://schemas.microsoft.com/office/drawing/2014/main" id="{B9567458-31B1-4416-8971-3B4CC9318DA3}"/>
                  </a:ext>
                </a:extLst>
              </p:cNvPr>
              <p:cNvSpPr/>
              <p:nvPr/>
            </p:nvSpPr>
            <p:spPr>
              <a:xfrm>
                <a:off x="9331201" y="5079839"/>
                <a:ext cx="84510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𝑸</m:t>
                      </m:r>
                      <m:r>
                        <a:rPr lang="en-US" altLang="zh-TW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1" i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182" name="矩形 181">
                <a:extLst>
                  <a:ext uri="{FF2B5EF4-FFF2-40B4-BE49-F238E27FC236}">
                    <a16:creationId xmlns:a16="http://schemas.microsoft.com/office/drawing/2014/main" id="{B9567458-31B1-4416-8971-3B4CC9318D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1201" y="5079839"/>
                <a:ext cx="845103" cy="369332"/>
              </a:xfrm>
              <a:prstGeom prst="rect">
                <a:avLst/>
              </a:prstGeom>
              <a:blipFill>
                <a:blip r:embed="rId16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矩形 205">
                <a:extLst>
                  <a:ext uri="{FF2B5EF4-FFF2-40B4-BE49-F238E27FC236}">
                    <a16:creationId xmlns:a16="http://schemas.microsoft.com/office/drawing/2014/main" id="{1D489D0C-F3E1-45B0-B385-72372C8674B4}"/>
                  </a:ext>
                </a:extLst>
              </p:cNvPr>
              <p:cNvSpPr/>
              <p:nvPr/>
            </p:nvSpPr>
            <p:spPr>
              <a:xfrm>
                <a:off x="7030231" y="6453740"/>
                <a:ext cx="695447" cy="3107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3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300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altLang="zh-TW" sz="13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sub>
                      </m:sSub>
                      <m:r>
                        <a:rPr lang="en-US" altLang="zh-TW" sz="1300" b="1" i="1" smtClean="0"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en-US" altLang="zh-TW" sz="13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300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altLang="zh-TW" sz="13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</m:oMath>
                  </m:oMathPara>
                </a14:m>
                <a:endParaRPr lang="zh-TW" altLang="en-US" sz="1300" b="1" dirty="0"/>
              </a:p>
            </p:txBody>
          </p:sp>
        </mc:Choice>
        <mc:Fallback xmlns="">
          <p:sp>
            <p:nvSpPr>
              <p:cNvPr id="206" name="矩形 205">
                <a:extLst>
                  <a:ext uri="{FF2B5EF4-FFF2-40B4-BE49-F238E27FC236}">
                    <a16:creationId xmlns:a16="http://schemas.microsoft.com/office/drawing/2014/main" id="{1D489D0C-F3E1-45B0-B385-72372C8674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0231" y="6453740"/>
                <a:ext cx="695447" cy="310726"/>
              </a:xfrm>
              <a:prstGeom prst="rect">
                <a:avLst/>
              </a:prstGeom>
              <a:blipFill>
                <a:blip r:embed="rId17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5" name="矩形 214">
                <a:extLst>
                  <a:ext uri="{FF2B5EF4-FFF2-40B4-BE49-F238E27FC236}">
                    <a16:creationId xmlns:a16="http://schemas.microsoft.com/office/drawing/2014/main" id="{95D37066-8644-4C64-BC7B-32AD60911377}"/>
                  </a:ext>
                </a:extLst>
              </p:cNvPr>
              <p:cNvSpPr/>
              <p:nvPr/>
            </p:nvSpPr>
            <p:spPr>
              <a:xfrm>
                <a:off x="9106455" y="6463418"/>
                <a:ext cx="567784" cy="2923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300" b="0" i="1" smtClean="0">
                          <a:latin typeface="Cambria Math" panose="02040503050406030204" pitchFamily="18" charset="0"/>
                        </a:rPr>
                        <m:t>−0.1</m:t>
                      </m:r>
                    </m:oMath>
                  </m:oMathPara>
                </a14:m>
                <a:endParaRPr lang="zh-TW" altLang="en-US" sz="1300" dirty="0"/>
              </a:p>
            </p:txBody>
          </p:sp>
        </mc:Choice>
        <mc:Fallback xmlns="">
          <p:sp>
            <p:nvSpPr>
              <p:cNvPr id="215" name="矩形 214">
                <a:extLst>
                  <a:ext uri="{FF2B5EF4-FFF2-40B4-BE49-F238E27FC236}">
                    <a16:creationId xmlns:a16="http://schemas.microsoft.com/office/drawing/2014/main" id="{95D37066-8644-4C64-BC7B-32AD609113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6455" y="6463418"/>
                <a:ext cx="567784" cy="292388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6" name="矩形 215">
                <a:extLst>
                  <a:ext uri="{FF2B5EF4-FFF2-40B4-BE49-F238E27FC236}">
                    <a16:creationId xmlns:a16="http://schemas.microsoft.com/office/drawing/2014/main" id="{D0D4E666-2DCA-424C-B51D-5BD1AFCCBFC9}"/>
                  </a:ext>
                </a:extLst>
              </p:cNvPr>
              <p:cNvSpPr/>
              <p:nvPr/>
            </p:nvSpPr>
            <p:spPr>
              <a:xfrm>
                <a:off x="9955682" y="6463418"/>
                <a:ext cx="442750" cy="2923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300" b="0" i="1" smtClean="0">
                          <a:latin typeface="Cambria Math" panose="02040503050406030204" pitchFamily="18" charset="0"/>
                        </a:rPr>
                        <m:t>0.1</m:t>
                      </m:r>
                    </m:oMath>
                  </m:oMathPara>
                </a14:m>
                <a:endParaRPr lang="zh-TW" altLang="en-US" sz="1300" dirty="0"/>
              </a:p>
            </p:txBody>
          </p:sp>
        </mc:Choice>
        <mc:Fallback xmlns="">
          <p:sp>
            <p:nvSpPr>
              <p:cNvPr id="216" name="矩形 215">
                <a:extLst>
                  <a:ext uri="{FF2B5EF4-FFF2-40B4-BE49-F238E27FC236}">
                    <a16:creationId xmlns:a16="http://schemas.microsoft.com/office/drawing/2014/main" id="{D0D4E666-2DCA-424C-B51D-5BD1AFCCBF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5682" y="6463418"/>
                <a:ext cx="442750" cy="29238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7" name="矩形 216">
                <a:extLst>
                  <a:ext uri="{FF2B5EF4-FFF2-40B4-BE49-F238E27FC236}">
                    <a16:creationId xmlns:a16="http://schemas.microsoft.com/office/drawing/2014/main" id="{3F25F043-D6D3-4593-9C28-E3F1E553DE92}"/>
                  </a:ext>
                </a:extLst>
              </p:cNvPr>
              <p:cNvSpPr/>
              <p:nvPr/>
            </p:nvSpPr>
            <p:spPr>
              <a:xfrm>
                <a:off x="11195300" y="6463418"/>
                <a:ext cx="442750" cy="2923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300" b="0" i="1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altLang="zh-TW" sz="1300" i="1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zh-TW" altLang="en-US" sz="1300" dirty="0"/>
              </a:p>
            </p:txBody>
          </p:sp>
        </mc:Choice>
        <mc:Fallback xmlns="">
          <p:sp>
            <p:nvSpPr>
              <p:cNvPr id="217" name="矩形 216">
                <a:extLst>
                  <a:ext uri="{FF2B5EF4-FFF2-40B4-BE49-F238E27FC236}">
                    <a16:creationId xmlns:a16="http://schemas.microsoft.com/office/drawing/2014/main" id="{3F25F043-D6D3-4593-9C28-E3F1E553DE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95300" y="6463418"/>
                <a:ext cx="442750" cy="292388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8" name="矩形 217">
                <a:extLst>
                  <a:ext uri="{FF2B5EF4-FFF2-40B4-BE49-F238E27FC236}">
                    <a16:creationId xmlns:a16="http://schemas.microsoft.com/office/drawing/2014/main" id="{BC3C7941-841E-4AC1-BFC1-2C17E79E8162}"/>
                  </a:ext>
                </a:extLst>
              </p:cNvPr>
              <p:cNvSpPr/>
              <p:nvPr/>
            </p:nvSpPr>
            <p:spPr>
              <a:xfrm>
                <a:off x="7907540" y="6463418"/>
                <a:ext cx="567784" cy="2923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300" b="0" i="1" smtClean="0">
                          <a:latin typeface="Cambria Math" panose="02040503050406030204" pitchFamily="18" charset="0"/>
                        </a:rPr>
                        <m:t>−0.</m:t>
                      </m:r>
                      <m:r>
                        <a:rPr lang="en-US" altLang="zh-TW" sz="1300" i="1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zh-TW" altLang="en-US" sz="1300" dirty="0"/>
              </a:p>
            </p:txBody>
          </p:sp>
        </mc:Choice>
        <mc:Fallback xmlns="">
          <p:sp>
            <p:nvSpPr>
              <p:cNvPr id="218" name="矩形 217">
                <a:extLst>
                  <a:ext uri="{FF2B5EF4-FFF2-40B4-BE49-F238E27FC236}">
                    <a16:creationId xmlns:a16="http://schemas.microsoft.com/office/drawing/2014/main" id="{BC3C7941-841E-4AC1-BFC1-2C17E79E81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540" y="6463418"/>
                <a:ext cx="567784" cy="292388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D3088BEF-3B7B-4269-ADF4-30B4625AB7DA}"/>
                  </a:ext>
                </a:extLst>
              </p:cNvPr>
              <p:cNvSpPr/>
              <p:nvPr/>
            </p:nvSpPr>
            <p:spPr>
              <a:xfrm>
                <a:off x="9934908" y="6041993"/>
                <a:ext cx="147829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≈</m:t>
                    </m:r>
                    <m:acc>
                      <m:accPr>
                        <m:chr m:val="̂"/>
                        <m:ctrlPr>
                          <a:rPr lang="en-US" altLang="zh-TW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</m:oMath>
                </a14:m>
                <a:r>
                  <a:rPr lang="en-US" altLang="zh-TW" dirty="0"/>
                  <a:t> polarized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D3088BEF-3B7B-4269-ADF4-30B4625AB7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4908" y="6041993"/>
                <a:ext cx="1478290" cy="369332"/>
              </a:xfrm>
              <a:prstGeom prst="rect">
                <a:avLst/>
              </a:prstGeom>
              <a:blipFill>
                <a:blip r:embed="rId23"/>
                <a:stretch>
                  <a:fillRect t="-8197" r="-2893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A35535BD-5466-4DBB-95A6-3E1DF48EE15E}"/>
                  </a:ext>
                </a:extLst>
              </p:cNvPr>
              <p:cNvSpPr/>
              <p:nvPr/>
            </p:nvSpPr>
            <p:spPr>
              <a:xfrm>
                <a:off x="-4271" y="633207"/>
                <a:ext cx="2693192" cy="735138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Polarization</a:t>
                </a:r>
              </a:p>
              <a:p>
                <a:pPr algn="ctr"/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    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−1, −1, 2</m:t>
                        </m:r>
                      </m:sub>
                    </m:sSub>
                    <m:d>
                      <m:dPr>
                        <m:ctrlPr>
                          <a:rPr lang="en-US" altLang="zh-TW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1" i="1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</m:d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A35535BD-5466-4DBB-95A6-3E1DF48EE1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271" y="633207"/>
                <a:ext cx="2693192" cy="735138"/>
              </a:xfrm>
              <a:prstGeom prst="rect">
                <a:avLst/>
              </a:prstGeom>
              <a:blipFill>
                <a:blip r:embed="rId24"/>
                <a:stretch>
                  <a:fillRect t="-4959" b="-99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" name="矩形 125">
            <a:extLst>
              <a:ext uri="{FF2B5EF4-FFF2-40B4-BE49-F238E27FC236}">
                <a16:creationId xmlns:a16="http://schemas.microsoft.com/office/drawing/2014/main" id="{B98373D0-3923-4163-81C3-965CCE1EFB8D}"/>
              </a:ext>
            </a:extLst>
          </p:cNvPr>
          <p:cNvSpPr/>
          <p:nvPr/>
        </p:nvSpPr>
        <p:spPr>
          <a:xfrm>
            <a:off x="4023281" y="633207"/>
            <a:ext cx="1694974" cy="73513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9" name="群組 128">
            <a:extLst>
              <a:ext uri="{FF2B5EF4-FFF2-40B4-BE49-F238E27FC236}">
                <a16:creationId xmlns:a16="http://schemas.microsoft.com/office/drawing/2014/main" id="{E18EBEE0-305A-4DE5-A932-7BC2313032A0}"/>
              </a:ext>
            </a:extLst>
          </p:cNvPr>
          <p:cNvGrpSpPr/>
          <p:nvPr/>
        </p:nvGrpSpPr>
        <p:grpSpPr>
          <a:xfrm>
            <a:off x="3981047" y="4697258"/>
            <a:ext cx="862094" cy="583304"/>
            <a:chOff x="7047875" y="5232494"/>
            <a:chExt cx="862094" cy="583304"/>
          </a:xfrm>
        </p:grpSpPr>
        <p:grpSp>
          <p:nvGrpSpPr>
            <p:cNvPr id="130" name="群組 129">
              <a:extLst>
                <a:ext uri="{FF2B5EF4-FFF2-40B4-BE49-F238E27FC236}">
                  <a16:creationId xmlns:a16="http://schemas.microsoft.com/office/drawing/2014/main" id="{74FF912E-CF9F-4EBF-99F2-385E91AFA149}"/>
                </a:ext>
              </a:extLst>
            </p:cNvPr>
            <p:cNvGrpSpPr/>
            <p:nvPr/>
          </p:nvGrpSpPr>
          <p:grpSpPr>
            <a:xfrm>
              <a:off x="7449729" y="5439534"/>
              <a:ext cx="188539" cy="180862"/>
              <a:chOff x="1373392" y="2391862"/>
              <a:chExt cx="479433" cy="476535"/>
            </a:xfrm>
          </p:grpSpPr>
          <p:sp>
            <p:nvSpPr>
              <p:cNvPr id="134" name="箭號: 向右 133">
                <a:extLst>
                  <a:ext uri="{FF2B5EF4-FFF2-40B4-BE49-F238E27FC236}">
                    <a16:creationId xmlns:a16="http://schemas.microsoft.com/office/drawing/2014/main" id="{67103129-7AA0-4F54-AEE6-BFD4BE48EA9F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>
                  <a:solidFill>
                    <a:schemeClr val="bg1"/>
                  </a:solidFill>
                </a:endParaRPr>
              </a:p>
            </p:txBody>
          </p:sp>
          <p:sp>
            <p:nvSpPr>
              <p:cNvPr id="135" name="箭號: 向右 134">
                <a:extLst>
                  <a:ext uri="{FF2B5EF4-FFF2-40B4-BE49-F238E27FC236}">
                    <a16:creationId xmlns:a16="http://schemas.microsoft.com/office/drawing/2014/main" id="{92B93C0C-A291-4546-BB51-530A1A8D60D7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文字方塊 130">
                  <a:extLst>
                    <a:ext uri="{FF2B5EF4-FFF2-40B4-BE49-F238E27FC236}">
                      <a16:creationId xmlns:a16="http://schemas.microsoft.com/office/drawing/2014/main" id="{57754B67-6C30-4A8F-9243-E397C7AE811D}"/>
                    </a:ext>
                  </a:extLst>
                </p:cNvPr>
                <p:cNvSpPr txBox="1"/>
                <p:nvPr/>
              </p:nvSpPr>
              <p:spPr>
                <a:xfrm>
                  <a:off x="7047875" y="5232494"/>
                  <a:ext cx="671803" cy="3081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97" name="文字方塊 596">
                  <a:extLst>
                    <a:ext uri="{FF2B5EF4-FFF2-40B4-BE49-F238E27FC236}">
                      <a16:creationId xmlns:a16="http://schemas.microsoft.com/office/drawing/2014/main" id="{1FA8FABD-47E5-46A2-A2D8-BEAE4E8E4A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7875" y="5232494"/>
                  <a:ext cx="671803" cy="308161"/>
                </a:xfrm>
                <a:prstGeom prst="rect">
                  <a:avLst/>
                </a:prstGeom>
                <a:blipFill>
                  <a:blip r:embed="rId26"/>
                  <a:stretch>
                    <a:fillRect b="-196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文字方塊 131">
                  <a:extLst>
                    <a:ext uri="{FF2B5EF4-FFF2-40B4-BE49-F238E27FC236}">
                      <a16:creationId xmlns:a16="http://schemas.microsoft.com/office/drawing/2014/main" id="{90F7DCF6-0379-416C-A444-F912AEC0358B}"/>
                    </a:ext>
                  </a:extLst>
                </p:cNvPr>
                <p:cNvSpPr txBox="1"/>
                <p:nvPr/>
              </p:nvSpPr>
              <p:spPr>
                <a:xfrm>
                  <a:off x="7478195" y="5523410"/>
                  <a:ext cx="431774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98" name="文字方塊 597">
                  <a:extLst>
                    <a:ext uri="{FF2B5EF4-FFF2-40B4-BE49-F238E27FC236}">
                      <a16:creationId xmlns:a16="http://schemas.microsoft.com/office/drawing/2014/main" id="{21C0A50F-74B5-44CC-AD5C-06EE93B733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8195" y="5523410"/>
                  <a:ext cx="431774" cy="292388"/>
                </a:xfrm>
                <a:prstGeom prst="rect">
                  <a:avLst/>
                </a:prstGeom>
                <a:blipFill>
                  <a:blip r:embed="rId27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52" name="直線接點 151">
            <a:extLst>
              <a:ext uri="{FF2B5EF4-FFF2-40B4-BE49-F238E27FC236}">
                <a16:creationId xmlns:a16="http://schemas.microsoft.com/office/drawing/2014/main" id="{7C7B3385-A3CC-4EA6-8F60-11DA896188BD}"/>
              </a:ext>
            </a:extLst>
          </p:cNvPr>
          <p:cNvCxnSpPr>
            <a:cxnSpLocks/>
          </p:cNvCxnSpPr>
          <p:nvPr/>
        </p:nvCxnSpPr>
        <p:spPr>
          <a:xfrm flipH="1">
            <a:off x="7573992" y="6456692"/>
            <a:ext cx="4427508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ysDash"/>
            <a:round/>
            <a:headEnd type="triangle" w="lg" len="lg"/>
            <a:tailEnd type="none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矩形 152">
                <a:extLst>
                  <a:ext uri="{FF2B5EF4-FFF2-40B4-BE49-F238E27FC236}">
                    <a16:creationId xmlns:a16="http://schemas.microsoft.com/office/drawing/2014/main" id="{49C56CF2-889D-433A-BEA2-5CC457C9874D}"/>
                  </a:ext>
                </a:extLst>
              </p:cNvPr>
              <p:cNvSpPr/>
              <p:nvPr/>
            </p:nvSpPr>
            <p:spPr>
              <a:xfrm>
                <a:off x="8138082" y="6041993"/>
                <a:ext cx="14682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≈</m:t>
                    </m:r>
                    <m:acc>
                      <m:accPr>
                        <m:chr m:val="̂"/>
                        <m:ctrlPr>
                          <a:rPr lang="en-US" altLang="zh-TW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en-US" altLang="zh-TW" dirty="0"/>
                  <a:t> polarized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153" name="矩形 152">
                <a:extLst>
                  <a:ext uri="{FF2B5EF4-FFF2-40B4-BE49-F238E27FC236}">
                    <a16:creationId xmlns:a16="http://schemas.microsoft.com/office/drawing/2014/main" id="{49C56CF2-889D-433A-BEA2-5CC457C987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8082" y="6041993"/>
                <a:ext cx="1468287" cy="369332"/>
              </a:xfrm>
              <a:prstGeom prst="rect">
                <a:avLst/>
              </a:prstGeom>
              <a:blipFill>
                <a:blip r:embed="rId28"/>
                <a:stretch>
                  <a:fillRect t="-8197" r="-3320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5" name="橢圓 154">
            <a:extLst>
              <a:ext uri="{FF2B5EF4-FFF2-40B4-BE49-F238E27FC236}">
                <a16:creationId xmlns:a16="http://schemas.microsoft.com/office/drawing/2014/main" id="{59E2C9BD-6D2A-4E48-A5E9-DA25CE7D9AA9}"/>
              </a:ext>
            </a:extLst>
          </p:cNvPr>
          <p:cNvSpPr/>
          <p:nvPr/>
        </p:nvSpPr>
        <p:spPr>
          <a:xfrm>
            <a:off x="8740297" y="2538738"/>
            <a:ext cx="367606" cy="367606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7" name="橢圓 156">
            <a:extLst>
              <a:ext uri="{FF2B5EF4-FFF2-40B4-BE49-F238E27FC236}">
                <a16:creationId xmlns:a16="http://schemas.microsoft.com/office/drawing/2014/main" id="{1E96AFA4-EFFD-4B48-AE25-1594912ED349}"/>
              </a:ext>
            </a:extLst>
          </p:cNvPr>
          <p:cNvSpPr/>
          <p:nvPr/>
        </p:nvSpPr>
        <p:spPr>
          <a:xfrm>
            <a:off x="10407733" y="1373326"/>
            <a:ext cx="367606" cy="367606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5" name="橢圓 164">
            <a:extLst>
              <a:ext uri="{FF2B5EF4-FFF2-40B4-BE49-F238E27FC236}">
                <a16:creationId xmlns:a16="http://schemas.microsoft.com/office/drawing/2014/main" id="{E5A6A147-A65E-4DE8-BC4E-894913719D84}"/>
              </a:ext>
            </a:extLst>
          </p:cNvPr>
          <p:cNvSpPr/>
          <p:nvPr/>
        </p:nvSpPr>
        <p:spPr>
          <a:xfrm>
            <a:off x="10569658" y="1195526"/>
            <a:ext cx="317417" cy="317417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7" name="橢圓 166">
            <a:extLst>
              <a:ext uri="{FF2B5EF4-FFF2-40B4-BE49-F238E27FC236}">
                <a16:creationId xmlns:a16="http://schemas.microsoft.com/office/drawing/2014/main" id="{5DCF29CB-CB12-4FE4-9999-6AC8A070478B}"/>
              </a:ext>
            </a:extLst>
          </p:cNvPr>
          <p:cNvSpPr/>
          <p:nvPr/>
        </p:nvSpPr>
        <p:spPr>
          <a:xfrm>
            <a:off x="9009858" y="2626136"/>
            <a:ext cx="317417" cy="317417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8" name="橢圓 167">
            <a:extLst>
              <a:ext uri="{FF2B5EF4-FFF2-40B4-BE49-F238E27FC236}">
                <a16:creationId xmlns:a16="http://schemas.microsoft.com/office/drawing/2014/main" id="{F9303C41-E5FD-478F-92C4-146E708F32B4}"/>
              </a:ext>
            </a:extLst>
          </p:cNvPr>
          <p:cNvSpPr/>
          <p:nvPr/>
        </p:nvSpPr>
        <p:spPr>
          <a:xfrm>
            <a:off x="8512618" y="2509109"/>
            <a:ext cx="317417" cy="317417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4" name="橢圓 183">
            <a:extLst>
              <a:ext uri="{FF2B5EF4-FFF2-40B4-BE49-F238E27FC236}">
                <a16:creationId xmlns:a16="http://schemas.microsoft.com/office/drawing/2014/main" id="{D68F735F-049F-498A-A513-56EDE8D705BE}"/>
              </a:ext>
            </a:extLst>
          </p:cNvPr>
          <p:cNvSpPr/>
          <p:nvPr/>
        </p:nvSpPr>
        <p:spPr>
          <a:xfrm>
            <a:off x="10747067" y="1116807"/>
            <a:ext cx="170966" cy="170966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5" name="橢圓 184">
            <a:extLst>
              <a:ext uri="{FF2B5EF4-FFF2-40B4-BE49-F238E27FC236}">
                <a16:creationId xmlns:a16="http://schemas.microsoft.com/office/drawing/2014/main" id="{181CBE8B-C2B5-4B30-BFEB-E5F7FCE40EE9}"/>
              </a:ext>
            </a:extLst>
          </p:cNvPr>
          <p:cNvSpPr/>
          <p:nvPr/>
        </p:nvSpPr>
        <p:spPr>
          <a:xfrm>
            <a:off x="9274661" y="2720181"/>
            <a:ext cx="190016" cy="190016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6" name="橢圓 185">
            <a:extLst>
              <a:ext uri="{FF2B5EF4-FFF2-40B4-BE49-F238E27FC236}">
                <a16:creationId xmlns:a16="http://schemas.microsoft.com/office/drawing/2014/main" id="{FE3CFCA3-46EB-4384-B0C5-6043128D94E2}"/>
              </a:ext>
            </a:extLst>
          </p:cNvPr>
          <p:cNvSpPr/>
          <p:nvPr/>
        </p:nvSpPr>
        <p:spPr>
          <a:xfrm>
            <a:off x="8372961" y="2520156"/>
            <a:ext cx="190016" cy="190016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0" name="橢圓 189">
            <a:extLst>
              <a:ext uri="{FF2B5EF4-FFF2-40B4-BE49-F238E27FC236}">
                <a16:creationId xmlns:a16="http://schemas.microsoft.com/office/drawing/2014/main" id="{A40FC631-3B73-4BB7-BCE1-39A3FE911AF0}"/>
              </a:ext>
            </a:extLst>
          </p:cNvPr>
          <p:cNvSpPr/>
          <p:nvPr/>
        </p:nvSpPr>
        <p:spPr>
          <a:xfrm>
            <a:off x="10840051" y="1025204"/>
            <a:ext cx="143580" cy="143580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1" name="橢圓 190">
            <a:extLst>
              <a:ext uri="{FF2B5EF4-FFF2-40B4-BE49-F238E27FC236}">
                <a16:creationId xmlns:a16="http://schemas.microsoft.com/office/drawing/2014/main" id="{8ACCA621-8C43-48CA-980E-E63D03777E8A}"/>
              </a:ext>
            </a:extLst>
          </p:cNvPr>
          <p:cNvSpPr/>
          <p:nvPr/>
        </p:nvSpPr>
        <p:spPr>
          <a:xfrm>
            <a:off x="9416750" y="2764825"/>
            <a:ext cx="121250" cy="121250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2" name="橢圓 191">
            <a:extLst>
              <a:ext uri="{FF2B5EF4-FFF2-40B4-BE49-F238E27FC236}">
                <a16:creationId xmlns:a16="http://schemas.microsoft.com/office/drawing/2014/main" id="{55A741AE-2274-46A7-B992-36E366211CAF}"/>
              </a:ext>
            </a:extLst>
          </p:cNvPr>
          <p:cNvSpPr/>
          <p:nvPr/>
        </p:nvSpPr>
        <p:spPr>
          <a:xfrm>
            <a:off x="8282060" y="2522772"/>
            <a:ext cx="121250" cy="121250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95" name="橢圓 194">
            <a:extLst>
              <a:ext uri="{FF2B5EF4-FFF2-40B4-BE49-F238E27FC236}">
                <a16:creationId xmlns:a16="http://schemas.microsoft.com/office/drawing/2014/main" id="{EFB8DA96-F793-4AFF-B33C-9432FA030583}"/>
              </a:ext>
            </a:extLst>
          </p:cNvPr>
          <p:cNvSpPr/>
          <p:nvPr/>
        </p:nvSpPr>
        <p:spPr>
          <a:xfrm>
            <a:off x="10299980" y="1567184"/>
            <a:ext cx="317417" cy="317417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96" name="橢圓 195">
            <a:extLst>
              <a:ext uri="{FF2B5EF4-FFF2-40B4-BE49-F238E27FC236}">
                <a16:creationId xmlns:a16="http://schemas.microsoft.com/office/drawing/2014/main" id="{CB44902A-326B-44EC-9C7D-B9569E251FF0}"/>
              </a:ext>
            </a:extLst>
          </p:cNvPr>
          <p:cNvSpPr/>
          <p:nvPr/>
        </p:nvSpPr>
        <p:spPr>
          <a:xfrm>
            <a:off x="10229575" y="1734905"/>
            <a:ext cx="267728" cy="267728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8" name="橢圓 197">
            <a:extLst>
              <a:ext uri="{FF2B5EF4-FFF2-40B4-BE49-F238E27FC236}">
                <a16:creationId xmlns:a16="http://schemas.microsoft.com/office/drawing/2014/main" id="{1F0365DD-9B0D-49F1-A255-5DA294BD543C}"/>
              </a:ext>
            </a:extLst>
          </p:cNvPr>
          <p:cNvSpPr/>
          <p:nvPr/>
        </p:nvSpPr>
        <p:spPr>
          <a:xfrm>
            <a:off x="10185886" y="1913731"/>
            <a:ext cx="190016" cy="190016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9" name="橢圓 198">
            <a:extLst>
              <a:ext uri="{FF2B5EF4-FFF2-40B4-BE49-F238E27FC236}">
                <a16:creationId xmlns:a16="http://schemas.microsoft.com/office/drawing/2014/main" id="{12AD39E4-9E70-48F5-B567-36C235B9E591}"/>
              </a:ext>
            </a:extLst>
          </p:cNvPr>
          <p:cNvSpPr/>
          <p:nvPr/>
        </p:nvSpPr>
        <p:spPr>
          <a:xfrm>
            <a:off x="10145009" y="2037777"/>
            <a:ext cx="143580" cy="143580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矩形 86">
                <a:extLst>
                  <a:ext uri="{FF2B5EF4-FFF2-40B4-BE49-F238E27FC236}">
                    <a16:creationId xmlns:a16="http://schemas.microsoft.com/office/drawing/2014/main" id="{C317B812-56F4-4B65-ABD8-3A9CE489B19A}"/>
                  </a:ext>
                </a:extLst>
              </p:cNvPr>
              <p:cNvSpPr/>
              <p:nvPr/>
            </p:nvSpPr>
            <p:spPr>
              <a:xfrm>
                <a:off x="9858" y="2451068"/>
                <a:ext cx="2579360" cy="3695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16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65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650" b="1" i="1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en-US" altLang="zh-TW" sz="1650" b="1" i="1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  <m:r>
                      <a:rPr lang="en-US" altLang="zh-TW" sz="1650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TW" sz="165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zh-TW" sz="16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have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sz="165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165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</m:oMath>
                </a14:m>
                <a:r>
                  <a:rPr lang="en-US" altLang="zh-TW" sz="1650" dirty="0"/>
                  <a:t> polarized</a:t>
                </a:r>
                <a:endParaRPr lang="zh-TW" altLang="en-US" sz="1650" dirty="0"/>
              </a:p>
            </p:txBody>
          </p:sp>
        </mc:Choice>
        <mc:Fallback xmlns="">
          <p:sp>
            <p:nvSpPr>
              <p:cNvPr id="87" name="矩形 86">
                <a:extLst>
                  <a:ext uri="{FF2B5EF4-FFF2-40B4-BE49-F238E27FC236}">
                    <a16:creationId xmlns:a16="http://schemas.microsoft.com/office/drawing/2014/main" id="{C317B812-56F4-4B65-ABD8-3A9CE489B1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8" y="2451068"/>
                <a:ext cx="2579360" cy="369588"/>
              </a:xfrm>
              <a:prstGeom prst="rect">
                <a:avLst/>
              </a:prstGeom>
              <a:blipFill>
                <a:blip r:embed="rId29"/>
                <a:stretch>
                  <a:fillRect l="-1418" t="-4918" r="-236" b="-1639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矩形 93">
                <a:extLst>
                  <a:ext uri="{FF2B5EF4-FFF2-40B4-BE49-F238E27FC236}">
                    <a16:creationId xmlns:a16="http://schemas.microsoft.com/office/drawing/2014/main" id="{CCA13587-36EA-41FB-B90B-1E2ACF1B598A}"/>
                  </a:ext>
                </a:extLst>
              </p:cNvPr>
              <p:cNvSpPr/>
              <p:nvPr/>
            </p:nvSpPr>
            <p:spPr>
              <a:xfrm>
                <a:off x="7654442" y="4936964"/>
                <a:ext cx="516423" cy="3947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sub>
                      </m:sSub>
                    </m:oMath>
                  </m:oMathPara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94" name="矩形 93">
                <a:extLst>
                  <a:ext uri="{FF2B5EF4-FFF2-40B4-BE49-F238E27FC236}">
                    <a16:creationId xmlns:a16="http://schemas.microsoft.com/office/drawing/2014/main" id="{CCA13587-36EA-41FB-B90B-1E2ACF1B59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4442" y="4936964"/>
                <a:ext cx="516423" cy="394788"/>
              </a:xfrm>
              <a:prstGeom prst="rect">
                <a:avLst/>
              </a:prstGeom>
              <a:blipFill>
                <a:blip r:embed="rId30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5E66A33C-AFF5-4932-A636-7ABC6A0DE31F}"/>
                  </a:ext>
                </a:extLst>
              </p:cNvPr>
              <p:cNvSpPr/>
              <p:nvPr/>
            </p:nvSpPr>
            <p:spPr>
              <a:xfrm>
                <a:off x="3048000" y="803544"/>
                <a:ext cx="680507" cy="3755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5E66A33C-AFF5-4932-A636-7ABC6A0DE3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803544"/>
                <a:ext cx="680507" cy="37555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矩形 115">
                <a:extLst>
                  <a:ext uri="{FF2B5EF4-FFF2-40B4-BE49-F238E27FC236}">
                    <a16:creationId xmlns:a16="http://schemas.microsoft.com/office/drawing/2014/main" id="{E1C54691-A5D3-4C95-B3EA-0993AD3A9A2C}"/>
                  </a:ext>
                </a:extLst>
              </p:cNvPr>
              <p:cNvSpPr/>
              <p:nvPr/>
            </p:nvSpPr>
            <p:spPr>
              <a:xfrm>
                <a:off x="12263" y="4861834"/>
                <a:ext cx="2574551" cy="3695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16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65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650" b="1" i="1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en-US" altLang="zh-TW" sz="1650" b="1" i="1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  <m:r>
                      <a:rPr lang="en-US" altLang="zh-TW" sz="1650" b="1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TW" sz="165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zh-TW" sz="16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have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sz="165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165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en-US" altLang="zh-TW" sz="1650" dirty="0"/>
                  <a:t> polarized</a:t>
                </a:r>
                <a:endParaRPr lang="zh-TW" altLang="en-US" sz="1650" dirty="0"/>
              </a:p>
            </p:txBody>
          </p:sp>
        </mc:Choice>
        <mc:Fallback xmlns="">
          <p:sp>
            <p:nvSpPr>
              <p:cNvPr id="116" name="矩形 115">
                <a:extLst>
                  <a:ext uri="{FF2B5EF4-FFF2-40B4-BE49-F238E27FC236}">
                    <a16:creationId xmlns:a16="http://schemas.microsoft.com/office/drawing/2014/main" id="{E1C54691-A5D3-4C95-B3EA-0993AD3A9A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63" y="4861834"/>
                <a:ext cx="2574551" cy="369588"/>
              </a:xfrm>
              <a:prstGeom prst="rect">
                <a:avLst/>
              </a:prstGeom>
              <a:blipFill>
                <a:blip r:embed="rId32"/>
                <a:stretch>
                  <a:fillRect l="-1422" t="-6667" r="-237"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6" name="圖片 95">
            <a:extLst>
              <a:ext uri="{FF2B5EF4-FFF2-40B4-BE49-F238E27FC236}">
                <a16:creationId xmlns:a16="http://schemas.microsoft.com/office/drawing/2014/main" id="{62F8F67B-BAA9-4CBB-A46E-A6AEED9CB86D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13152" y="2814115"/>
            <a:ext cx="2029998" cy="2033870"/>
          </a:xfrm>
          <a:prstGeom prst="rect">
            <a:avLst/>
          </a:prstGeom>
        </p:spPr>
      </p:pic>
      <p:pic>
        <p:nvPicPr>
          <p:cNvPr id="150" name="圖形 149">
            <a:extLst>
              <a:ext uri="{FF2B5EF4-FFF2-40B4-BE49-F238E27FC236}">
                <a16:creationId xmlns:a16="http://schemas.microsoft.com/office/drawing/2014/main" id="{F65ED839-B02A-495F-8226-B5974299412D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r="75196"/>
          <a:stretch/>
        </p:blipFill>
        <p:spPr>
          <a:xfrm>
            <a:off x="760882" y="1050149"/>
            <a:ext cx="223834" cy="2137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矩形 158">
                <a:extLst>
                  <a:ext uri="{FF2B5EF4-FFF2-40B4-BE49-F238E27FC236}">
                    <a16:creationId xmlns:a16="http://schemas.microsoft.com/office/drawing/2014/main" id="{333291B3-D21D-4FBE-B39E-ED22352554A0}"/>
                  </a:ext>
                </a:extLst>
              </p:cNvPr>
              <p:cNvSpPr/>
              <p:nvPr/>
            </p:nvSpPr>
            <p:spPr>
              <a:xfrm>
                <a:off x="4150188" y="767573"/>
                <a:ext cx="1350177" cy="472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,ℓ,</m:t>
                          </m:r>
                          <m:sSup>
                            <m:s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 lang="en-US" altLang="zh-TW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  <m:d>
                        <m:dPr>
                          <m:ctrlPr>
                            <a:rPr lang="en-US" altLang="zh-TW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</m:d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9" name="矩形 158">
                <a:extLst>
                  <a:ext uri="{FF2B5EF4-FFF2-40B4-BE49-F238E27FC236}">
                    <a16:creationId xmlns:a16="http://schemas.microsoft.com/office/drawing/2014/main" id="{333291B3-D21D-4FBE-B39E-ED22352554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0188" y="767573"/>
                <a:ext cx="1350177" cy="472886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矩形 159">
                <a:extLst>
                  <a:ext uri="{FF2B5EF4-FFF2-40B4-BE49-F238E27FC236}">
                    <a16:creationId xmlns:a16="http://schemas.microsoft.com/office/drawing/2014/main" id="{630A7A63-0C31-45FF-A62C-3E6CE04DF2FF}"/>
                  </a:ext>
                </a:extLst>
              </p:cNvPr>
              <p:cNvSpPr/>
              <p:nvPr/>
            </p:nvSpPr>
            <p:spPr>
              <a:xfrm>
                <a:off x="3976921" y="3155408"/>
                <a:ext cx="1450076" cy="4510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−1, −1, 2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+, 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  <m:d>
                        <m:dPr>
                          <m:ctrlPr>
                            <a:rPr lang="en-US" altLang="zh-TW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0" name="矩形 159">
                <a:extLst>
                  <a:ext uri="{FF2B5EF4-FFF2-40B4-BE49-F238E27FC236}">
                    <a16:creationId xmlns:a16="http://schemas.microsoft.com/office/drawing/2014/main" id="{630A7A63-0C31-45FF-A62C-3E6CE04DF2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6921" y="3155408"/>
                <a:ext cx="1450076" cy="451021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1" name="圖片 160">
            <a:extLst>
              <a:ext uri="{FF2B5EF4-FFF2-40B4-BE49-F238E27FC236}">
                <a16:creationId xmlns:a16="http://schemas.microsoft.com/office/drawing/2014/main" id="{57E30DBE-2E52-426A-87FC-5D8FCB982AC1}"/>
              </a:ext>
            </a:extLst>
          </p:cNvPr>
          <p:cNvPicPr>
            <a:picLocks noChangeAspect="1"/>
          </p:cNvPicPr>
          <p:nvPr/>
        </p:nvPicPr>
        <p:blipFill rotWithShape="1">
          <a:blip r:embed="rId3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6027" t="634" b="50859"/>
          <a:stretch/>
        </p:blipFill>
        <p:spPr>
          <a:xfrm>
            <a:off x="4116663" y="2049409"/>
            <a:ext cx="1099800" cy="1089926"/>
          </a:xfrm>
          <a:prstGeom prst="rect">
            <a:avLst/>
          </a:prstGeom>
        </p:spPr>
      </p:pic>
      <p:pic>
        <p:nvPicPr>
          <p:cNvPr id="162" name="圖片 161">
            <a:extLst>
              <a:ext uri="{FF2B5EF4-FFF2-40B4-BE49-F238E27FC236}">
                <a16:creationId xmlns:a16="http://schemas.microsoft.com/office/drawing/2014/main" id="{FE4E8740-BAA3-4DAB-AB71-27A5D5D21A10}"/>
              </a:ext>
            </a:extLst>
          </p:cNvPr>
          <p:cNvPicPr>
            <a:picLocks noChangeAspect="1"/>
          </p:cNvPicPr>
          <p:nvPr/>
        </p:nvPicPr>
        <p:blipFill rotWithShape="1">
          <a:blip r:embed="rId3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5276" t="50404"/>
          <a:stretch/>
        </p:blipFill>
        <p:spPr>
          <a:xfrm>
            <a:off x="4072726" y="4619577"/>
            <a:ext cx="1134274" cy="11144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文字方塊 162">
                <a:extLst>
                  <a:ext uri="{FF2B5EF4-FFF2-40B4-BE49-F238E27FC236}">
                    <a16:creationId xmlns:a16="http://schemas.microsoft.com/office/drawing/2014/main" id="{BFB50922-D3AD-4F9D-A13A-9971B8CB5E75}"/>
                  </a:ext>
                </a:extLst>
              </p:cNvPr>
              <p:cNvSpPr txBox="1"/>
              <p:nvPr/>
            </p:nvSpPr>
            <p:spPr>
              <a:xfrm>
                <a:off x="4903570" y="3083325"/>
                <a:ext cx="7117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63" name="文字方塊 162">
                <a:extLst>
                  <a:ext uri="{FF2B5EF4-FFF2-40B4-BE49-F238E27FC236}">
                    <a16:creationId xmlns:a16="http://schemas.microsoft.com/office/drawing/2014/main" id="{BFB50922-D3AD-4F9D-A13A-9971B8CB5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3570" y="3083325"/>
                <a:ext cx="711762" cy="276999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4" name="群組 163">
            <a:extLst>
              <a:ext uri="{FF2B5EF4-FFF2-40B4-BE49-F238E27FC236}">
                <a16:creationId xmlns:a16="http://schemas.microsoft.com/office/drawing/2014/main" id="{A4148AA6-294F-4D96-9E4C-D94D3822A80B}"/>
              </a:ext>
            </a:extLst>
          </p:cNvPr>
          <p:cNvGrpSpPr/>
          <p:nvPr/>
        </p:nvGrpSpPr>
        <p:grpSpPr>
          <a:xfrm>
            <a:off x="4237195" y="2232740"/>
            <a:ext cx="862094" cy="583304"/>
            <a:chOff x="7047875" y="5232494"/>
            <a:chExt cx="862094" cy="583304"/>
          </a:xfrm>
        </p:grpSpPr>
        <p:grpSp>
          <p:nvGrpSpPr>
            <p:cNvPr id="166" name="群組 165">
              <a:extLst>
                <a:ext uri="{FF2B5EF4-FFF2-40B4-BE49-F238E27FC236}">
                  <a16:creationId xmlns:a16="http://schemas.microsoft.com/office/drawing/2014/main" id="{0A1E6DD1-1AD9-428A-B9CA-B1B27639944B}"/>
                </a:ext>
              </a:extLst>
            </p:cNvPr>
            <p:cNvGrpSpPr/>
            <p:nvPr/>
          </p:nvGrpSpPr>
          <p:grpSpPr>
            <a:xfrm>
              <a:off x="7449729" y="5439534"/>
              <a:ext cx="188539" cy="180862"/>
              <a:chOff x="1373392" y="2391862"/>
              <a:chExt cx="479433" cy="476535"/>
            </a:xfrm>
          </p:grpSpPr>
          <p:sp>
            <p:nvSpPr>
              <p:cNvPr id="174" name="箭號: 向右 173">
                <a:extLst>
                  <a:ext uri="{FF2B5EF4-FFF2-40B4-BE49-F238E27FC236}">
                    <a16:creationId xmlns:a16="http://schemas.microsoft.com/office/drawing/2014/main" id="{6DFCBDCD-FD1D-4B71-AD54-D97D7CE00F2C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00">
                  <a:solidFill>
                    <a:schemeClr val="bg1"/>
                  </a:solidFill>
                </a:endParaRPr>
              </a:p>
            </p:txBody>
          </p:sp>
          <p:sp>
            <p:nvSpPr>
              <p:cNvPr id="176" name="箭號: 向右 175">
                <a:extLst>
                  <a:ext uri="{FF2B5EF4-FFF2-40B4-BE49-F238E27FC236}">
                    <a16:creationId xmlns:a16="http://schemas.microsoft.com/office/drawing/2014/main" id="{80B1E72D-F13A-4145-B5A1-D560FBF1F44C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文字方塊 168">
                  <a:extLst>
                    <a:ext uri="{FF2B5EF4-FFF2-40B4-BE49-F238E27FC236}">
                      <a16:creationId xmlns:a16="http://schemas.microsoft.com/office/drawing/2014/main" id="{39B574B9-D060-4393-AE41-56CFC19A1F37}"/>
                    </a:ext>
                  </a:extLst>
                </p:cNvPr>
                <p:cNvSpPr txBox="1"/>
                <p:nvPr/>
              </p:nvSpPr>
              <p:spPr>
                <a:xfrm>
                  <a:off x="7047875" y="5232494"/>
                  <a:ext cx="671803" cy="3081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69" name="文字方塊 168">
                  <a:extLst>
                    <a:ext uri="{FF2B5EF4-FFF2-40B4-BE49-F238E27FC236}">
                      <a16:creationId xmlns:a16="http://schemas.microsoft.com/office/drawing/2014/main" id="{39B574B9-D060-4393-AE41-56CFC19A1F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7875" y="5232494"/>
                  <a:ext cx="671803" cy="308161"/>
                </a:xfrm>
                <a:prstGeom prst="rect">
                  <a:avLst/>
                </a:prstGeom>
                <a:blipFill>
                  <a:blip r:embed="rId38"/>
                  <a:stretch>
                    <a:fillRect b="-196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3" name="文字方塊 172">
                  <a:extLst>
                    <a:ext uri="{FF2B5EF4-FFF2-40B4-BE49-F238E27FC236}">
                      <a16:creationId xmlns:a16="http://schemas.microsoft.com/office/drawing/2014/main" id="{1F6062CB-47C9-4054-B58A-48E82C76988C}"/>
                    </a:ext>
                  </a:extLst>
                </p:cNvPr>
                <p:cNvSpPr txBox="1"/>
                <p:nvPr/>
              </p:nvSpPr>
              <p:spPr>
                <a:xfrm>
                  <a:off x="7478195" y="5523410"/>
                  <a:ext cx="431774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60" name="文字方塊 559">
                  <a:extLst>
                    <a:ext uri="{FF2B5EF4-FFF2-40B4-BE49-F238E27FC236}">
                      <a16:creationId xmlns:a16="http://schemas.microsoft.com/office/drawing/2014/main" id="{C4CFA2EE-9078-4970-9C0C-DE372483D0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8195" y="5523410"/>
                  <a:ext cx="431774" cy="292388"/>
                </a:xfrm>
                <a:prstGeom prst="rect">
                  <a:avLst/>
                </a:prstGeom>
                <a:blipFill>
                  <a:blip r:embed="rId39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矩形 182">
                <a:extLst>
                  <a:ext uri="{FF2B5EF4-FFF2-40B4-BE49-F238E27FC236}">
                    <a16:creationId xmlns:a16="http://schemas.microsoft.com/office/drawing/2014/main" id="{04587A64-18E3-402B-8DE1-5BFFD3A45DC1}"/>
                  </a:ext>
                </a:extLst>
              </p:cNvPr>
              <p:cNvSpPr/>
              <p:nvPr/>
            </p:nvSpPr>
            <p:spPr>
              <a:xfrm>
                <a:off x="3945417" y="5775156"/>
                <a:ext cx="1450076" cy="4510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−1, −1, 2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−, 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  <m:d>
                        <m:dPr>
                          <m:ctrlPr>
                            <a:rPr lang="en-US" altLang="zh-TW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83" name="矩形 182">
                <a:extLst>
                  <a:ext uri="{FF2B5EF4-FFF2-40B4-BE49-F238E27FC236}">
                    <a16:creationId xmlns:a16="http://schemas.microsoft.com/office/drawing/2014/main" id="{04587A64-18E3-402B-8DE1-5BFFD3A45D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5417" y="5775156"/>
                <a:ext cx="1450076" cy="451021"/>
              </a:xfrm>
              <a:prstGeom prst="rect">
                <a:avLst/>
              </a:prstGeom>
              <a:blipFill>
                <a:blip r:embed="rId40"/>
                <a:stretch>
                  <a:fillRect b="-13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2" name="直線接點 101">
            <a:extLst>
              <a:ext uri="{FF2B5EF4-FFF2-40B4-BE49-F238E27FC236}">
                <a16:creationId xmlns:a16="http://schemas.microsoft.com/office/drawing/2014/main" id="{7883674E-D89E-4318-99DB-535B031250F7}"/>
              </a:ext>
            </a:extLst>
          </p:cNvPr>
          <p:cNvCxnSpPr>
            <a:cxnSpLocks/>
          </p:cNvCxnSpPr>
          <p:nvPr/>
        </p:nvCxnSpPr>
        <p:spPr>
          <a:xfrm>
            <a:off x="2688431" y="628650"/>
            <a:ext cx="0" cy="622072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5CA4A872-9258-47F9-A89E-AA0ABBAFBBD7}"/>
              </a:ext>
            </a:extLst>
          </p:cNvPr>
          <p:cNvCxnSpPr>
            <a:cxnSpLocks/>
          </p:cNvCxnSpPr>
          <p:nvPr/>
        </p:nvCxnSpPr>
        <p:spPr>
          <a:xfrm>
            <a:off x="5709317" y="628650"/>
            <a:ext cx="0" cy="62293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5" name="直線接點 94">
            <a:extLst>
              <a:ext uri="{FF2B5EF4-FFF2-40B4-BE49-F238E27FC236}">
                <a16:creationId xmlns:a16="http://schemas.microsoft.com/office/drawing/2014/main" id="{08028D36-25BB-426F-908C-116AF7C89419}"/>
              </a:ext>
            </a:extLst>
          </p:cNvPr>
          <p:cNvCxnSpPr>
            <a:cxnSpLocks/>
          </p:cNvCxnSpPr>
          <p:nvPr/>
        </p:nvCxnSpPr>
        <p:spPr>
          <a:xfrm>
            <a:off x="4016374" y="628650"/>
            <a:ext cx="0" cy="62293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74E566D9-4351-4576-A6E2-8A554E81A4F8}"/>
              </a:ext>
            </a:extLst>
          </p:cNvPr>
          <p:cNvGrpSpPr/>
          <p:nvPr/>
        </p:nvGrpSpPr>
        <p:grpSpPr>
          <a:xfrm>
            <a:off x="898033" y="3471891"/>
            <a:ext cx="862094" cy="583304"/>
            <a:chOff x="898033" y="3465541"/>
            <a:chExt cx="862094" cy="583304"/>
          </a:xfrm>
        </p:grpSpPr>
        <p:grpSp>
          <p:nvGrpSpPr>
            <p:cNvPr id="236" name="群組 235">
              <a:extLst>
                <a:ext uri="{FF2B5EF4-FFF2-40B4-BE49-F238E27FC236}">
                  <a16:creationId xmlns:a16="http://schemas.microsoft.com/office/drawing/2014/main" id="{D1BA8A4B-A4F2-45A1-8753-CAD69239DA08}"/>
                </a:ext>
              </a:extLst>
            </p:cNvPr>
            <p:cNvGrpSpPr/>
            <p:nvPr/>
          </p:nvGrpSpPr>
          <p:grpSpPr>
            <a:xfrm>
              <a:off x="1299887" y="3672570"/>
              <a:ext cx="188539" cy="180861"/>
              <a:chOff x="1373392" y="2391859"/>
              <a:chExt cx="479433" cy="476538"/>
            </a:xfrm>
            <a:solidFill>
              <a:schemeClr val="bg1"/>
            </a:solidFill>
          </p:grpSpPr>
          <p:sp>
            <p:nvSpPr>
              <p:cNvPr id="239" name="箭號: 向右 238">
                <a:extLst>
                  <a:ext uri="{FF2B5EF4-FFF2-40B4-BE49-F238E27FC236}">
                    <a16:creationId xmlns:a16="http://schemas.microsoft.com/office/drawing/2014/main" id="{1C0E7EEA-2A39-4A6A-B5D8-5C4FC36666B3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00">
                  <a:solidFill>
                    <a:schemeClr val="bg1"/>
                  </a:solidFill>
                </a:endParaRPr>
              </a:p>
            </p:txBody>
          </p:sp>
          <p:sp>
            <p:nvSpPr>
              <p:cNvPr id="240" name="箭號: 向右 239">
                <a:extLst>
                  <a:ext uri="{FF2B5EF4-FFF2-40B4-BE49-F238E27FC236}">
                    <a16:creationId xmlns:a16="http://schemas.microsoft.com/office/drawing/2014/main" id="{C9A6ED2D-4850-4A97-9884-9BE95F0CF1FF}"/>
                  </a:ext>
                </a:extLst>
              </p:cNvPr>
              <p:cNvSpPr/>
              <p:nvPr/>
            </p:nvSpPr>
            <p:spPr>
              <a:xfrm rot="16200000">
                <a:off x="1218866" y="2546385"/>
                <a:ext cx="441582" cy="132530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1" name="文字方塊 240">
                  <a:extLst>
                    <a:ext uri="{FF2B5EF4-FFF2-40B4-BE49-F238E27FC236}">
                      <a16:creationId xmlns:a16="http://schemas.microsoft.com/office/drawing/2014/main" id="{AE480CB5-CEDD-4607-9220-0D30AA1A0469}"/>
                    </a:ext>
                  </a:extLst>
                </p:cNvPr>
                <p:cNvSpPr txBox="1"/>
                <p:nvPr/>
              </p:nvSpPr>
              <p:spPr>
                <a:xfrm>
                  <a:off x="898033" y="3465541"/>
                  <a:ext cx="671803" cy="3081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41" name="文字方塊 240">
                  <a:extLst>
                    <a:ext uri="{FF2B5EF4-FFF2-40B4-BE49-F238E27FC236}">
                      <a16:creationId xmlns:a16="http://schemas.microsoft.com/office/drawing/2014/main" id="{AE480CB5-CEDD-4607-9220-0D30AA1A04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8033" y="3465541"/>
                  <a:ext cx="671803" cy="308161"/>
                </a:xfrm>
                <a:prstGeom prst="rect">
                  <a:avLst/>
                </a:prstGeom>
                <a:blipFill>
                  <a:blip r:embed="rId41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2" name="文字方塊 241">
                  <a:extLst>
                    <a:ext uri="{FF2B5EF4-FFF2-40B4-BE49-F238E27FC236}">
                      <a16:creationId xmlns:a16="http://schemas.microsoft.com/office/drawing/2014/main" id="{65FC35AD-66DF-4497-94B0-F69936226CC3}"/>
                    </a:ext>
                  </a:extLst>
                </p:cNvPr>
                <p:cNvSpPr txBox="1"/>
                <p:nvPr/>
              </p:nvSpPr>
              <p:spPr>
                <a:xfrm>
                  <a:off x="1328353" y="3756457"/>
                  <a:ext cx="431774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42" name="文字方塊 241">
                  <a:extLst>
                    <a:ext uri="{FF2B5EF4-FFF2-40B4-BE49-F238E27FC236}">
                      <a16:creationId xmlns:a16="http://schemas.microsoft.com/office/drawing/2014/main" id="{65FC35AD-66DF-4497-94B0-F69936226C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8353" y="3756457"/>
                  <a:ext cx="431774" cy="292388"/>
                </a:xfrm>
                <a:prstGeom prst="rect">
                  <a:avLst/>
                </a:prstGeom>
                <a:blipFill>
                  <a:blip r:embed="rId42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6" name="橢圓 105">
            <a:extLst>
              <a:ext uri="{FF2B5EF4-FFF2-40B4-BE49-F238E27FC236}">
                <a16:creationId xmlns:a16="http://schemas.microsoft.com/office/drawing/2014/main" id="{6D261D9A-3075-4EFB-A30A-0385F5B3F6D9}"/>
              </a:ext>
            </a:extLst>
          </p:cNvPr>
          <p:cNvSpPr/>
          <p:nvPr/>
        </p:nvSpPr>
        <p:spPr>
          <a:xfrm>
            <a:off x="10730756" y="2595303"/>
            <a:ext cx="111075" cy="111075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8" name="橢圓 107">
            <a:extLst>
              <a:ext uri="{FF2B5EF4-FFF2-40B4-BE49-F238E27FC236}">
                <a16:creationId xmlns:a16="http://schemas.microsoft.com/office/drawing/2014/main" id="{ADA03091-FE6C-402A-B978-A12C8EC49CF9}"/>
              </a:ext>
            </a:extLst>
          </p:cNvPr>
          <p:cNvSpPr/>
          <p:nvPr/>
        </p:nvSpPr>
        <p:spPr>
          <a:xfrm>
            <a:off x="10821244" y="2585778"/>
            <a:ext cx="85985" cy="85985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9" name="橢圓 108">
            <a:extLst>
              <a:ext uri="{FF2B5EF4-FFF2-40B4-BE49-F238E27FC236}">
                <a16:creationId xmlns:a16="http://schemas.microsoft.com/office/drawing/2014/main" id="{05089EAE-E05F-4C46-8263-1B9F510408E5}"/>
              </a:ext>
            </a:extLst>
          </p:cNvPr>
          <p:cNvSpPr/>
          <p:nvPr/>
        </p:nvSpPr>
        <p:spPr>
          <a:xfrm>
            <a:off x="10669861" y="2627427"/>
            <a:ext cx="85985" cy="85985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0" name="橢圓 109">
            <a:extLst>
              <a:ext uri="{FF2B5EF4-FFF2-40B4-BE49-F238E27FC236}">
                <a16:creationId xmlns:a16="http://schemas.microsoft.com/office/drawing/2014/main" id="{A197F32F-FA5A-4FB2-9610-D3319BF92F0D}"/>
              </a:ext>
            </a:extLst>
          </p:cNvPr>
          <p:cNvSpPr/>
          <p:nvPr/>
        </p:nvSpPr>
        <p:spPr>
          <a:xfrm>
            <a:off x="10623979" y="2650005"/>
            <a:ext cx="69384" cy="69384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1" name="橢圓 110">
            <a:extLst>
              <a:ext uri="{FF2B5EF4-FFF2-40B4-BE49-F238E27FC236}">
                <a16:creationId xmlns:a16="http://schemas.microsoft.com/office/drawing/2014/main" id="{A0022890-AF7B-4243-A7BA-225C6B1284D1}"/>
              </a:ext>
            </a:extLst>
          </p:cNvPr>
          <p:cNvSpPr/>
          <p:nvPr/>
        </p:nvSpPr>
        <p:spPr>
          <a:xfrm>
            <a:off x="10893061" y="2578568"/>
            <a:ext cx="69384" cy="69384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2" name="橢圓 111">
            <a:extLst>
              <a:ext uri="{FF2B5EF4-FFF2-40B4-BE49-F238E27FC236}">
                <a16:creationId xmlns:a16="http://schemas.microsoft.com/office/drawing/2014/main" id="{1B670F66-B28F-4731-B931-EAEB4AB0D5C4}"/>
              </a:ext>
            </a:extLst>
          </p:cNvPr>
          <p:cNvSpPr/>
          <p:nvPr/>
        </p:nvSpPr>
        <p:spPr>
          <a:xfrm>
            <a:off x="8901856" y="1578884"/>
            <a:ext cx="111075" cy="111075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3" name="橢圓 112">
            <a:extLst>
              <a:ext uri="{FF2B5EF4-FFF2-40B4-BE49-F238E27FC236}">
                <a16:creationId xmlns:a16="http://schemas.microsoft.com/office/drawing/2014/main" id="{D77AC44C-CA08-4513-ADBE-3C71345837C7}"/>
              </a:ext>
            </a:extLst>
          </p:cNvPr>
          <p:cNvSpPr/>
          <p:nvPr/>
        </p:nvSpPr>
        <p:spPr>
          <a:xfrm>
            <a:off x="8968532" y="1664609"/>
            <a:ext cx="85985" cy="85985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4" name="橢圓 113">
            <a:extLst>
              <a:ext uri="{FF2B5EF4-FFF2-40B4-BE49-F238E27FC236}">
                <a16:creationId xmlns:a16="http://schemas.microsoft.com/office/drawing/2014/main" id="{557A9960-D017-4259-97FD-9A6CF9B8C70E}"/>
              </a:ext>
            </a:extLst>
          </p:cNvPr>
          <p:cNvSpPr/>
          <p:nvPr/>
        </p:nvSpPr>
        <p:spPr>
          <a:xfrm>
            <a:off x="8857630" y="1520521"/>
            <a:ext cx="85985" cy="85985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5" name="橢圓 114">
            <a:extLst>
              <a:ext uri="{FF2B5EF4-FFF2-40B4-BE49-F238E27FC236}">
                <a16:creationId xmlns:a16="http://schemas.microsoft.com/office/drawing/2014/main" id="{4E2A1EAB-C786-4E15-A2BA-7EDA4505FFC0}"/>
              </a:ext>
            </a:extLst>
          </p:cNvPr>
          <p:cNvSpPr/>
          <p:nvPr/>
        </p:nvSpPr>
        <p:spPr>
          <a:xfrm>
            <a:off x="8830798" y="1474042"/>
            <a:ext cx="69384" cy="69384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7" name="橢圓 116">
            <a:extLst>
              <a:ext uri="{FF2B5EF4-FFF2-40B4-BE49-F238E27FC236}">
                <a16:creationId xmlns:a16="http://schemas.microsoft.com/office/drawing/2014/main" id="{D692702D-137F-4234-983E-8A8A296F79C1}"/>
              </a:ext>
            </a:extLst>
          </p:cNvPr>
          <p:cNvSpPr/>
          <p:nvPr/>
        </p:nvSpPr>
        <p:spPr>
          <a:xfrm>
            <a:off x="9011773" y="1735980"/>
            <a:ext cx="69384" cy="69384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19" name="圖片 118">
            <a:extLst>
              <a:ext uri="{FF2B5EF4-FFF2-40B4-BE49-F238E27FC236}">
                <a16:creationId xmlns:a16="http://schemas.microsoft.com/office/drawing/2014/main" id="{E3E0F5A4-4966-4630-B2F3-C87D3896349B}"/>
              </a:ext>
            </a:extLst>
          </p:cNvPr>
          <p:cNvPicPr>
            <a:picLocks noChangeAspect="1"/>
          </p:cNvPicPr>
          <p:nvPr/>
        </p:nvPicPr>
        <p:blipFill rotWithShape="1">
          <a:blip r:embed="rId4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9833" r="21238"/>
          <a:stretch/>
        </p:blipFill>
        <p:spPr>
          <a:xfrm>
            <a:off x="5302015" y="4853591"/>
            <a:ext cx="257207" cy="745232"/>
          </a:xfrm>
          <a:prstGeom prst="rect">
            <a:avLst/>
          </a:prstGeom>
        </p:spPr>
      </p:pic>
      <p:pic>
        <p:nvPicPr>
          <p:cNvPr id="120" name="圖片 119">
            <a:extLst>
              <a:ext uri="{FF2B5EF4-FFF2-40B4-BE49-F238E27FC236}">
                <a16:creationId xmlns:a16="http://schemas.microsoft.com/office/drawing/2014/main" id="{189FDE77-6F8E-40AF-8C6D-BB67DFC4CCD1}"/>
              </a:ext>
            </a:extLst>
          </p:cNvPr>
          <p:cNvPicPr>
            <a:picLocks noChangeAspect="1"/>
          </p:cNvPicPr>
          <p:nvPr/>
        </p:nvPicPr>
        <p:blipFill rotWithShape="1">
          <a:blip r:embed="rId4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" r="20752" b="50242"/>
          <a:stretch/>
        </p:blipFill>
        <p:spPr>
          <a:xfrm>
            <a:off x="5302015" y="2254577"/>
            <a:ext cx="258795" cy="7391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矩形 120">
                <a:extLst>
                  <a:ext uri="{FF2B5EF4-FFF2-40B4-BE49-F238E27FC236}">
                    <a16:creationId xmlns:a16="http://schemas.microsoft.com/office/drawing/2014/main" id="{5AE89967-5252-4BBD-AABA-FD887928F63D}"/>
                  </a:ext>
                </a:extLst>
              </p:cNvPr>
              <p:cNvSpPr/>
              <p:nvPr/>
            </p:nvSpPr>
            <p:spPr>
              <a:xfrm>
                <a:off x="5298645" y="2023347"/>
                <a:ext cx="365805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21" name="矩形 120">
                <a:extLst>
                  <a:ext uri="{FF2B5EF4-FFF2-40B4-BE49-F238E27FC236}">
                    <a16:creationId xmlns:a16="http://schemas.microsoft.com/office/drawing/2014/main" id="{5AE89967-5252-4BBD-AABA-FD887928F6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8645" y="2023347"/>
                <a:ext cx="365805" cy="338554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矩形 121">
                <a:extLst>
                  <a:ext uri="{FF2B5EF4-FFF2-40B4-BE49-F238E27FC236}">
                    <a16:creationId xmlns:a16="http://schemas.microsoft.com/office/drawing/2014/main" id="{793E7795-943D-4FE0-9D2C-1E533132D8A5}"/>
                  </a:ext>
                </a:extLst>
              </p:cNvPr>
              <p:cNvSpPr/>
              <p:nvPr/>
            </p:nvSpPr>
            <p:spPr>
              <a:xfrm>
                <a:off x="5298645" y="4613183"/>
                <a:ext cx="365805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22" name="矩形 121">
                <a:extLst>
                  <a:ext uri="{FF2B5EF4-FFF2-40B4-BE49-F238E27FC236}">
                    <a16:creationId xmlns:a16="http://schemas.microsoft.com/office/drawing/2014/main" id="{793E7795-943D-4FE0-9D2C-1E533132D8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8645" y="4613183"/>
                <a:ext cx="365805" cy="338554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文字方塊 122">
                <a:extLst>
                  <a:ext uri="{FF2B5EF4-FFF2-40B4-BE49-F238E27FC236}">
                    <a16:creationId xmlns:a16="http://schemas.microsoft.com/office/drawing/2014/main" id="{B10B188E-D4FA-4AF2-B278-9AF450E8B1E3}"/>
                  </a:ext>
                </a:extLst>
              </p:cNvPr>
              <p:cNvSpPr txBox="1"/>
              <p:nvPr/>
            </p:nvSpPr>
            <p:spPr>
              <a:xfrm rot="5400000">
                <a:off x="5276386" y="4818319"/>
                <a:ext cx="385849" cy="351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23" name="文字方塊 122">
                <a:extLst>
                  <a:ext uri="{FF2B5EF4-FFF2-40B4-BE49-F238E27FC236}">
                    <a16:creationId xmlns:a16="http://schemas.microsoft.com/office/drawing/2014/main" id="{B10B188E-D4FA-4AF2-B278-9AF450E8B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5276386" y="4818319"/>
                <a:ext cx="385849" cy="351901"/>
              </a:xfrm>
              <a:prstGeom prst="rect">
                <a:avLst/>
              </a:prstGeom>
              <a:blipFill>
                <a:blip r:embed="rId48"/>
                <a:stretch>
                  <a:fillRect b="-1269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文字方塊 123">
                <a:extLst>
                  <a:ext uri="{FF2B5EF4-FFF2-40B4-BE49-F238E27FC236}">
                    <a16:creationId xmlns:a16="http://schemas.microsoft.com/office/drawing/2014/main" id="{C53E0A48-8DBC-4071-9584-B4D7AC29E407}"/>
                  </a:ext>
                </a:extLst>
              </p:cNvPr>
              <p:cNvSpPr txBox="1"/>
              <p:nvPr/>
            </p:nvSpPr>
            <p:spPr>
              <a:xfrm rot="5400000">
                <a:off x="5276386" y="2205263"/>
                <a:ext cx="385849" cy="351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24" name="文字方塊 123">
                <a:extLst>
                  <a:ext uri="{FF2B5EF4-FFF2-40B4-BE49-F238E27FC236}">
                    <a16:creationId xmlns:a16="http://schemas.microsoft.com/office/drawing/2014/main" id="{C53E0A48-8DBC-4071-9584-B4D7AC29E4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5276386" y="2205263"/>
                <a:ext cx="385849" cy="351901"/>
              </a:xfrm>
              <a:prstGeom prst="rect">
                <a:avLst/>
              </a:prstGeom>
              <a:blipFill>
                <a:blip r:embed="rId49"/>
                <a:stretch>
                  <a:fillRect b="-1269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矩形 153">
                <a:extLst>
                  <a:ext uri="{FF2B5EF4-FFF2-40B4-BE49-F238E27FC236}">
                    <a16:creationId xmlns:a16="http://schemas.microsoft.com/office/drawing/2014/main" id="{29CE6B6C-7C0F-44BF-B2DE-E0406A6B491A}"/>
                  </a:ext>
                </a:extLst>
              </p:cNvPr>
              <p:cNvSpPr/>
              <p:nvPr/>
            </p:nvSpPr>
            <p:spPr>
              <a:xfrm>
                <a:off x="5212082" y="2877060"/>
                <a:ext cx="53893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54" name="矩形 153">
                <a:extLst>
                  <a:ext uri="{FF2B5EF4-FFF2-40B4-BE49-F238E27FC236}">
                    <a16:creationId xmlns:a16="http://schemas.microsoft.com/office/drawing/2014/main" id="{29CE6B6C-7C0F-44BF-B2DE-E0406A6B49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2082" y="2877060"/>
                <a:ext cx="538930" cy="369332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矩形 186">
                <a:extLst>
                  <a:ext uri="{FF2B5EF4-FFF2-40B4-BE49-F238E27FC236}">
                    <a16:creationId xmlns:a16="http://schemas.microsoft.com/office/drawing/2014/main" id="{6D04111E-F83A-4CE3-9921-3E8120039D22}"/>
                  </a:ext>
                </a:extLst>
              </p:cNvPr>
              <p:cNvSpPr/>
              <p:nvPr/>
            </p:nvSpPr>
            <p:spPr>
              <a:xfrm>
                <a:off x="5212082" y="5479596"/>
                <a:ext cx="53893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87" name="矩形 186">
                <a:extLst>
                  <a:ext uri="{FF2B5EF4-FFF2-40B4-BE49-F238E27FC236}">
                    <a16:creationId xmlns:a16="http://schemas.microsoft.com/office/drawing/2014/main" id="{6D04111E-F83A-4CE3-9921-3E8120039D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2082" y="5479596"/>
                <a:ext cx="538930" cy="369332"/>
              </a:xfrm>
              <a:prstGeom prst="rect">
                <a:avLst/>
              </a:prstGeom>
              <a:blipFill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3A59B797-AD92-432C-B6A5-BF2E454F4DFF}"/>
                  </a:ext>
                </a:extLst>
              </p:cNvPr>
              <p:cNvSpPr txBox="1"/>
              <p:nvPr/>
            </p:nvSpPr>
            <p:spPr>
              <a:xfrm>
                <a:off x="4668620" y="2830595"/>
                <a:ext cx="7117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3A59B797-AD92-432C-B6A5-BF2E454F4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8620" y="2830595"/>
                <a:ext cx="711762" cy="276999"/>
              </a:xfrm>
              <a:prstGeom prst="rect">
                <a:avLst/>
              </a:prstGeom>
              <a:blipFill>
                <a:blip r:embed="rId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8" name="文字方塊 117">
                <a:extLst>
                  <a:ext uri="{FF2B5EF4-FFF2-40B4-BE49-F238E27FC236}">
                    <a16:creationId xmlns:a16="http://schemas.microsoft.com/office/drawing/2014/main" id="{1F391F54-85FC-46DF-9575-55FB416D0391}"/>
                  </a:ext>
                </a:extLst>
              </p:cNvPr>
              <p:cNvSpPr txBox="1"/>
              <p:nvPr/>
            </p:nvSpPr>
            <p:spPr>
              <a:xfrm rot="16200000">
                <a:off x="7263841" y="5822162"/>
                <a:ext cx="385849" cy="351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118" name="文字方塊 117">
                <a:extLst>
                  <a:ext uri="{FF2B5EF4-FFF2-40B4-BE49-F238E27FC236}">
                    <a16:creationId xmlns:a16="http://schemas.microsoft.com/office/drawing/2014/main" id="{1F391F54-85FC-46DF-9575-55FB416D0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7263841" y="5822162"/>
                <a:ext cx="385849" cy="351901"/>
              </a:xfrm>
              <a:prstGeom prst="rect">
                <a:avLst/>
              </a:prstGeom>
              <a:blipFill>
                <a:blip r:embed="rId53"/>
                <a:stretch>
                  <a:fillRect t="-1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5" name="矩形 124">
                <a:extLst>
                  <a:ext uri="{FF2B5EF4-FFF2-40B4-BE49-F238E27FC236}">
                    <a16:creationId xmlns:a16="http://schemas.microsoft.com/office/drawing/2014/main" id="{74652094-072A-4B49-ABFB-356AAD853C07}"/>
                  </a:ext>
                </a:extLst>
              </p:cNvPr>
              <p:cNvSpPr/>
              <p:nvPr/>
            </p:nvSpPr>
            <p:spPr>
              <a:xfrm>
                <a:off x="5619926" y="4941044"/>
                <a:ext cx="2010807" cy="4782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     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,−1,−1,2</m:t>
                                  </m:r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  <m:sup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∥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zh-TW" altLang="en-US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5" name="矩形 124">
                <a:extLst>
                  <a:ext uri="{FF2B5EF4-FFF2-40B4-BE49-F238E27FC236}">
                    <a16:creationId xmlns:a16="http://schemas.microsoft.com/office/drawing/2014/main" id="{74652094-072A-4B49-ABFB-356AAD853C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9926" y="4941044"/>
                <a:ext cx="2010807" cy="478208"/>
              </a:xfrm>
              <a:prstGeom prst="rect">
                <a:avLst/>
              </a:prstGeom>
              <a:blipFill>
                <a:blip r:embed="rId54"/>
                <a:stretch>
                  <a:fillRect b="-25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7" name="圖片 126">
            <a:extLst>
              <a:ext uri="{FF2B5EF4-FFF2-40B4-BE49-F238E27FC236}">
                <a16:creationId xmlns:a16="http://schemas.microsoft.com/office/drawing/2014/main" id="{DEFAF1A9-A53E-4D7A-95A2-302F78A963EC}"/>
              </a:ext>
            </a:extLst>
      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6040648" y="5428401"/>
            <a:ext cx="1069495" cy="106728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8" name="文字方塊 127">
                <a:extLst>
                  <a:ext uri="{FF2B5EF4-FFF2-40B4-BE49-F238E27FC236}">
                    <a16:creationId xmlns:a16="http://schemas.microsoft.com/office/drawing/2014/main" id="{7460A520-7305-460D-9D9B-E2723B944E53}"/>
                  </a:ext>
                </a:extLst>
              </p:cNvPr>
              <p:cNvSpPr txBox="1"/>
              <p:nvPr/>
            </p:nvSpPr>
            <p:spPr>
              <a:xfrm>
                <a:off x="5912681" y="6185959"/>
                <a:ext cx="7117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28" name="文字方塊 127">
                <a:extLst>
                  <a:ext uri="{FF2B5EF4-FFF2-40B4-BE49-F238E27FC236}">
                    <a16:creationId xmlns:a16="http://schemas.microsoft.com/office/drawing/2014/main" id="{7460A520-7305-460D-9D9B-E2723B944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2681" y="6185959"/>
                <a:ext cx="711762" cy="276999"/>
              </a:xfrm>
              <a:prstGeom prst="rect">
                <a:avLst/>
              </a:prstGeom>
              <a:blipFill>
                <a:blip r:embed="rId5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8" name="直線接點 187">
            <a:extLst>
              <a:ext uri="{FF2B5EF4-FFF2-40B4-BE49-F238E27FC236}">
                <a16:creationId xmlns:a16="http://schemas.microsoft.com/office/drawing/2014/main" id="{B17FDC15-43F4-4714-9E07-641C9A1F6B79}"/>
              </a:ext>
            </a:extLst>
          </p:cNvPr>
          <p:cNvCxnSpPr>
            <a:cxnSpLocks/>
            <a:stCxn id="127" idx="0"/>
            <a:endCxn id="127" idx="2"/>
          </p:cNvCxnSpPr>
          <p:nvPr/>
        </p:nvCxnSpPr>
        <p:spPr>
          <a:xfrm>
            <a:off x="6575396" y="5428401"/>
            <a:ext cx="0" cy="106728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ysDash"/>
            <a:round/>
            <a:headEnd type="triangle" w="lg" len="lg"/>
            <a:tailEnd type="none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93" name="圖形 192">
            <a:extLst>
              <a:ext uri="{FF2B5EF4-FFF2-40B4-BE49-F238E27FC236}">
                <a16:creationId xmlns:a16="http://schemas.microsoft.com/office/drawing/2014/main" id="{03367988-59AA-4DC8-94CA-CC0BDF644DB1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r="75196"/>
          <a:stretch/>
        </p:blipFill>
        <p:spPr>
          <a:xfrm>
            <a:off x="5871074" y="5083022"/>
            <a:ext cx="223834" cy="213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0611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圖片 165">
            <a:extLst>
              <a:ext uri="{FF2B5EF4-FFF2-40B4-BE49-F238E27FC236}">
                <a16:creationId xmlns:a16="http://schemas.microsoft.com/office/drawing/2014/main" id="{F2E84408-599D-4182-9E23-DF819B5EB6E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" r="15273"/>
          <a:stretch/>
        </p:blipFill>
        <p:spPr>
          <a:xfrm>
            <a:off x="2377273" y="3425825"/>
            <a:ext cx="207230" cy="822325"/>
          </a:xfrm>
          <a:prstGeom prst="rect">
            <a:avLst/>
          </a:prstGeom>
        </p:spPr>
      </p:pic>
      <p:pic>
        <p:nvPicPr>
          <p:cNvPr id="128" name="圖片 127">
            <a:extLst>
              <a:ext uri="{FF2B5EF4-FFF2-40B4-BE49-F238E27FC236}">
                <a16:creationId xmlns:a16="http://schemas.microsoft.com/office/drawing/2014/main" id="{6A3C265B-8D5A-4F46-A466-35647C9A36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196" y="5391605"/>
            <a:ext cx="4499233" cy="1146756"/>
          </a:xfrm>
          <a:prstGeom prst="rect">
            <a:avLst/>
          </a:prstGeom>
        </p:spPr>
      </p:pic>
      <p:pic>
        <p:nvPicPr>
          <p:cNvPr id="125" name="圖片 124">
            <a:extLst>
              <a:ext uri="{FF2B5EF4-FFF2-40B4-BE49-F238E27FC236}">
                <a16:creationId xmlns:a16="http://schemas.microsoft.com/office/drawing/2014/main" id="{4AD1FFE9-EC69-41C8-96E6-7561FF9830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8551" y="5428457"/>
            <a:ext cx="1069200" cy="1071597"/>
          </a:xfrm>
          <a:prstGeom prst="rect">
            <a:avLst/>
          </a:prstGeom>
        </p:spPr>
      </p:pic>
      <p:pic>
        <p:nvPicPr>
          <p:cNvPr id="123" name="圖片 122">
            <a:extLst>
              <a:ext uri="{FF2B5EF4-FFF2-40B4-BE49-F238E27FC236}">
                <a16:creationId xmlns:a16="http://schemas.microsoft.com/office/drawing/2014/main" id="{191EB0B4-A00F-4A6C-A538-D8F76CC15D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566" y="2810878"/>
            <a:ext cx="2030400" cy="2034952"/>
          </a:xfrm>
          <a:prstGeom prst="rect">
            <a:avLst/>
          </a:prstGeom>
        </p:spPr>
      </p:pic>
      <p:sp>
        <p:nvSpPr>
          <p:cNvPr id="232" name="矩形 231">
            <a:extLst>
              <a:ext uri="{FF2B5EF4-FFF2-40B4-BE49-F238E27FC236}">
                <a16:creationId xmlns:a16="http://schemas.microsoft.com/office/drawing/2014/main" id="{E07EF9F3-10B5-453C-BD25-A950E67A079D}"/>
              </a:ext>
            </a:extLst>
          </p:cNvPr>
          <p:cNvSpPr/>
          <p:nvPr/>
        </p:nvSpPr>
        <p:spPr>
          <a:xfrm>
            <a:off x="2697957" y="633207"/>
            <a:ext cx="1327356" cy="73513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標題 1">
            <a:extLst>
              <a:ext uri="{FF2B5EF4-FFF2-40B4-BE49-F238E27FC236}">
                <a16:creationId xmlns:a16="http://schemas.microsoft.com/office/drawing/2014/main" id="{700DBB01-F9E1-4E1D-8A82-15C38DBE89D8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Directional momentum-selective excitation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(GXs)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15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p:pic>
        <p:nvPicPr>
          <p:cNvPr id="137" name="圖形 136">
            <a:extLst>
              <a:ext uri="{FF2B5EF4-FFF2-40B4-BE49-F238E27FC236}">
                <a16:creationId xmlns:a16="http://schemas.microsoft.com/office/drawing/2014/main" id="{8E572881-C2CA-44BD-A732-73DE3418B0A8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r="75196"/>
          <a:stretch/>
        </p:blipFill>
        <p:spPr>
          <a:xfrm>
            <a:off x="3670547" y="7523800"/>
            <a:ext cx="223834" cy="213728"/>
          </a:xfrm>
          <a:prstGeom prst="rect">
            <a:avLst/>
          </a:prstGeom>
        </p:spPr>
      </p:pic>
      <p:sp>
        <p:nvSpPr>
          <p:cNvPr id="107" name="矩形 106">
            <a:extLst>
              <a:ext uri="{FF2B5EF4-FFF2-40B4-BE49-F238E27FC236}">
                <a16:creationId xmlns:a16="http://schemas.microsoft.com/office/drawing/2014/main" id="{A35535BD-5466-4DBB-95A6-3E1DF48EE15E}"/>
              </a:ext>
            </a:extLst>
          </p:cNvPr>
          <p:cNvSpPr/>
          <p:nvPr/>
        </p:nvSpPr>
        <p:spPr>
          <a:xfrm>
            <a:off x="-4271" y="633207"/>
            <a:ext cx="2693192" cy="7344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B98373D0-3923-4163-81C3-965CCE1EFB8D}"/>
              </a:ext>
            </a:extLst>
          </p:cNvPr>
          <p:cNvSpPr/>
          <p:nvPr/>
        </p:nvSpPr>
        <p:spPr>
          <a:xfrm>
            <a:off x="4023281" y="633207"/>
            <a:ext cx="1694974" cy="73513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9" name="群組 128">
            <a:extLst>
              <a:ext uri="{FF2B5EF4-FFF2-40B4-BE49-F238E27FC236}">
                <a16:creationId xmlns:a16="http://schemas.microsoft.com/office/drawing/2014/main" id="{E18EBEE0-305A-4DE5-A932-7BC2313032A0}"/>
              </a:ext>
            </a:extLst>
          </p:cNvPr>
          <p:cNvGrpSpPr/>
          <p:nvPr/>
        </p:nvGrpSpPr>
        <p:grpSpPr>
          <a:xfrm>
            <a:off x="3981047" y="4697258"/>
            <a:ext cx="862094" cy="583304"/>
            <a:chOff x="7047875" y="5232494"/>
            <a:chExt cx="862094" cy="583304"/>
          </a:xfrm>
        </p:grpSpPr>
        <p:grpSp>
          <p:nvGrpSpPr>
            <p:cNvPr id="130" name="群組 129">
              <a:extLst>
                <a:ext uri="{FF2B5EF4-FFF2-40B4-BE49-F238E27FC236}">
                  <a16:creationId xmlns:a16="http://schemas.microsoft.com/office/drawing/2014/main" id="{74FF912E-CF9F-4EBF-99F2-385E91AFA149}"/>
                </a:ext>
              </a:extLst>
            </p:cNvPr>
            <p:cNvGrpSpPr/>
            <p:nvPr/>
          </p:nvGrpSpPr>
          <p:grpSpPr>
            <a:xfrm>
              <a:off x="7449729" y="5439534"/>
              <a:ext cx="188539" cy="180862"/>
              <a:chOff x="1373392" y="2391862"/>
              <a:chExt cx="479433" cy="476535"/>
            </a:xfrm>
          </p:grpSpPr>
          <p:sp>
            <p:nvSpPr>
              <p:cNvPr id="134" name="箭號: 向右 133">
                <a:extLst>
                  <a:ext uri="{FF2B5EF4-FFF2-40B4-BE49-F238E27FC236}">
                    <a16:creationId xmlns:a16="http://schemas.microsoft.com/office/drawing/2014/main" id="{67103129-7AA0-4F54-AEE6-BFD4BE48EA9F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>
                  <a:solidFill>
                    <a:schemeClr val="bg1"/>
                  </a:solidFill>
                </a:endParaRPr>
              </a:p>
            </p:txBody>
          </p:sp>
          <p:sp>
            <p:nvSpPr>
              <p:cNvPr id="135" name="箭號: 向右 134">
                <a:extLst>
                  <a:ext uri="{FF2B5EF4-FFF2-40B4-BE49-F238E27FC236}">
                    <a16:creationId xmlns:a16="http://schemas.microsoft.com/office/drawing/2014/main" id="{92B93C0C-A291-4546-BB51-530A1A8D60D7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文字方塊 130">
                  <a:extLst>
                    <a:ext uri="{FF2B5EF4-FFF2-40B4-BE49-F238E27FC236}">
                      <a16:creationId xmlns:a16="http://schemas.microsoft.com/office/drawing/2014/main" id="{57754B67-6C30-4A8F-9243-E397C7AE811D}"/>
                    </a:ext>
                  </a:extLst>
                </p:cNvPr>
                <p:cNvSpPr txBox="1"/>
                <p:nvPr/>
              </p:nvSpPr>
              <p:spPr>
                <a:xfrm>
                  <a:off x="7047875" y="5232494"/>
                  <a:ext cx="671803" cy="3081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97" name="文字方塊 596">
                  <a:extLst>
                    <a:ext uri="{FF2B5EF4-FFF2-40B4-BE49-F238E27FC236}">
                      <a16:creationId xmlns:a16="http://schemas.microsoft.com/office/drawing/2014/main" id="{1FA8FABD-47E5-46A2-A2D8-BEAE4E8E4A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7875" y="5232494"/>
                  <a:ext cx="671803" cy="308161"/>
                </a:xfrm>
                <a:prstGeom prst="rect">
                  <a:avLst/>
                </a:prstGeom>
                <a:blipFill>
                  <a:blip r:embed="rId26"/>
                  <a:stretch>
                    <a:fillRect b="-196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文字方塊 131">
                  <a:extLst>
                    <a:ext uri="{FF2B5EF4-FFF2-40B4-BE49-F238E27FC236}">
                      <a16:creationId xmlns:a16="http://schemas.microsoft.com/office/drawing/2014/main" id="{90F7DCF6-0379-416C-A444-F912AEC0358B}"/>
                    </a:ext>
                  </a:extLst>
                </p:cNvPr>
                <p:cNvSpPr txBox="1"/>
                <p:nvPr/>
              </p:nvSpPr>
              <p:spPr>
                <a:xfrm>
                  <a:off x="7478195" y="5523410"/>
                  <a:ext cx="431774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98" name="文字方塊 597">
                  <a:extLst>
                    <a:ext uri="{FF2B5EF4-FFF2-40B4-BE49-F238E27FC236}">
                      <a16:creationId xmlns:a16="http://schemas.microsoft.com/office/drawing/2014/main" id="{21C0A50F-74B5-44CC-AD5C-06EE93B733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8195" y="5523410"/>
                  <a:ext cx="431774" cy="292388"/>
                </a:xfrm>
                <a:prstGeom prst="rect">
                  <a:avLst/>
                </a:prstGeom>
                <a:blipFill>
                  <a:blip r:embed="rId27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5E66A33C-AFF5-4932-A636-7ABC6A0DE31F}"/>
                  </a:ext>
                </a:extLst>
              </p:cNvPr>
              <p:cNvSpPr/>
              <p:nvPr/>
            </p:nvSpPr>
            <p:spPr>
              <a:xfrm>
                <a:off x="3048000" y="803544"/>
                <a:ext cx="680507" cy="3755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5E66A33C-AFF5-4932-A636-7ABC6A0DE3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803544"/>
                <a:ext cx="680507" cy="37555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矩形 158">
                <a:extLst>
                  <a:ext uri="{FF2B5EF4-FFF2-40B4-BE49-F238E27FC236}">
                    <a16:creationId xmlns:a16="http://schemas.microsoft.com/office/drawing/2014/main" id="{333291B3-D21D-4FBE-B39E-ED22352554A0}"/>
                  </a:ext>
                </a:extLst>
              </p:cNvPr>
              <p:cNvSpPr/>
              <p:nvPr/>
            </p:nvSpPr>
            <p:spPr>
              <a:xfrm>
                <a:off x="4150188" y="767573"/>
                <a:ext cx="1350177" cy="472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,ℓ,</m:t>
                          </m:r>
                          <m:sSup>
                            <m:s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 lang="en-US" altLang="zh-TW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  <m:d>
                        <m:dPr>
                          <m:ctrlPr>
                            <a:rPr lang="en-US" altLang="zh-TW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</m:d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9" name="矩形 158">
                <a:extLst>
                  <a:ext uri="{FF2B5EF4-FFF2-40B4-BE49-F238E27FC236}">
                    <a16:creationId xmlns:a16="http://schemas.microsoft.com/office/drawing/2014/main" id="{333291B3-D21D-4FBE-B39E-ED22352554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0188" y="767573"/>
                <a:ext cx="1350177" cy="472886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2" name="直線接點 101">
            <a:extLst>
              <a:ext uri="{FF2B5EF4-FFF2-40B4-BE49-F238E27FC236}">
                <a16:creationId xmlns:a16="http://schemas.microsoft.com/office/drawing/2014/main" id="{7883674E-D89E-4318-99DB-535B031250F7}"/>
              </a:ext>
            </a:extLst>
          </p:cNvPr>
          <p:cNvCxnSpPr>
            <a:cxnSpLocks/>
          </p:cNvCxnSpPr>
          <p:nvPr/>
        </p:nvCxnSpPr>
        <p:spPr>
          <a:xfrm>
            <a:off x="2688431" y="628650"/>
            <a:ext cx="0" cy="622072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4" name="圖片 103">
            <a:extLst>
              <a:ext uri="{FF2B5EF4-FFF2-40B4-BE49-F238E27FC236}">
                <a16:creationId xmlns:a16="http://schemas.microsoft.com/office/drawing/2014/main" id="{C84571F0-6169-4A45-A61C-AAE62A855545}"/>
              </a:ext>
            </a:extLst>
          </p:cNvPr>
          <p:cNvPicPr>
            <a:picLocks noChangeAspect="1"/>
          </p:cNvPicPr>
          <p:nvPr/>
        </p:nvPicPr>
        <p:blipFill rotWithShape="1">
          <a:blip r:embed="rId30"/>
          <a:srcRect r="51781"/>
          <a:stretch/>
        </p:blipFill>
        <p:spPr>
          <a:xfrm rot="10800000">
            <a:off x="8103671" y="3526767"/>
            <a:ext cx="3285777" cy="759094"/>
          </a:xfrm>
          <a:prstGeom prst="rect">
            <a:avLst/>
          </a:prstGeom>
        </p:spPr>
      </p:pic>
      <p:pic>
        <p:nvPicPr>
          <p:cNvPr id="105" name="圖片 104">
            <a:extLst>
              <a:ext uri="{FF2B5EF4-FFF2-40B4-BE49-F238E27FC236}">
                <a16:creationId xmlns:a16="http://schemas.microsoft.com/office/drawing/2014/main" id="{1BB18089-DD6B-4301-8F1A-9CCC4294178B}"/>
              </a:ext>
            </a:extLst>
          </p:cNvPr>
          <p:cNvPicPr>
            <a:picLocks noChangeAspect="1"/>
          </p:cNvPicPr>
          <p:nvPr/>
        </p:nvPicPr>
        <p:blipFill rotWithShape="1">
          <a:blip r:embed="rId30"/>
          <a:srcRect r="51781"/>
          <a:stretch/>
        </p:blipFill>
        <p:spPr>
          <a:xfrm rot="10800000">
            <a:off x="8103671" y="3835125"/>
            <a:ext cx="3285777" cy="759094"/>
          </a:xfrm>
          <a:prstGeom prst="rect">
            <a:avLst/>
          </a:prstGeom>
        </p:spPr>
      </p:pic>
      <p:pic>
        <p:nvPicPr>
          <p:cNvPr id="106" name="圖片 105">
            <a:extLst>
              <a:ext uri="{FF2B5EF4-FFF2-40B4-BE49-F238E27FC236}">
                <a16:creationId xmlns:a16="http://schemas.microsoft.com/office/drawing/2014/main" id="{84576DCD-A7EB-4C17-AD6D-6A6A9E4238B9}"/>
              </a:ext>
            </a:extLst>
          </p:cNvPr>
          <p:cNvPicPr>
            <a:picLocks noChangeAspect="1"/>
          </p:cNvPicPr>
          <p:nvPr/>
        </p:nvPicPr>
        <p:blipFill rotWithShape="1">
          <a:blip r:embed="rId30"/>
          <a:srcRect r="51781"/>
          <a:stretch/>
        </p:blipFill>
        <p:spPr>
          <a:xfrm rot="10800000">
            <a:off x="8103671" y="2082237"/>
            <a:ext cx="3285777" cy="759094"/>
          </a:xfrm>
          <a:prstGeom prst="rect">
            <a:avLst/>
          </a:prstGeom>
        </p:spPr>
      </p:pic>
      <p:cxnSp>
        <p:nvCxnSpPr>
          <p:cNvPr id="108" name="直線接點 107">
            <a:extLst>
              <a:ext uri="{FF2B5EF4-FFF2-40B4-BE49-F238E27FC236}">
                <a16:creationId xmlns:a16="http://schemas.microsoft.com/office/drawing/2014/main" id="{C2AFFA79-4910-45AC-8052-FF406039C98C}"/>
              </a:ext>
            </a:extLst>
          </p:cNvPr>
          <p:cNvCxnSpPr>
            <a:cxnSpLocks/>
          </p:cNvCxnSpPr>
          <p:nvPr/>
        </p:nvCxnSpPr>
        <p:spPr>
          <a:xfrm>
            <a:off x="8398444" y="801415"/>
            <a:ext cx="1349859" cy="2024786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9" name="直線接點 108">
            <a:extLst>
              <a:ext uri="{FF2B5EF4-FFF2-40B4-BE49-F238E27FC236}">
                <a16:creationId xmlns:a16="http://schemas.microsoft.com/office/drawing/2014/main" id="{703C46C1-5A58-44A3-A8D6-16C7D80EB4D8}"/>
              </a:ext>
            </a:extLst>
          </p:cNvPr>
          <p:cNvCxnSpPr>
            <a:cxnSpLocks/>
          </p:cNvCxnSpPr>
          <p:nvPr/>
        </p:nvCxnSpPr>
        <p:spPr>
          <a:xfrm flipH="1">
            <a:off x="9748301" y="787347"/>
            <a:ext cx="1349857" cy="2024786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1" name="直線單箭頭接點 110">
            <a:extLst>
              <a:ext uri="{FF2B5EF4-FFF2-40B4-BE49-F238E27FC236}">
                <a16:creationId xmlns:a16="http://schemas.microsoft.com/office/drawing/2014/main" id="{ED3E566F-59C0-4925-B504-FCA178B8FCD1}"/>
              </a:ext>
            </a:extLst>
          </p:cNvPr>
          <p:cNvCxnSpPr>
            <a:cxnSpLocks/>
          </p:cNvCxnSpPr>
          <p:nvPr/>
        </p:nvCxnSpPr>
        <p:spPr>
          <a:xfrm>
            <a:off x="8139788" y="5133324"/>
            <a:ext cx="3310777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矩形 111">
                <a:extLst>
                  <a:ext uri="{FF2B5EF4-FFF2-40B4-BE49-F238E27FC236}">
                    <a16:creationId xmlns:a16="http://schemas.microsoft.com/office/drawing/2014/main" id="{425A6FCC-C4C8-4018-89D0-2284F0B32CE4}"/>
                  </a:ext>
                </a:extLst>
              </p:cNvPr>
              <p:cNvSpPr/>
              <p:nvPr/>
            </p:nvSpPr>
            <p:spPr>
              <a:xfrm>
                <a:off x="11350426" y="591926"/>
                <a:ext cx="822883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2" name="矩形 111">
                <a:extLst>
                  <a:ext uri="{FF2B5EF4-FFF2-40B4-BE49-F238E27FC236}">
                    <a16:creationId xmlns:a16="http://schemas.microsoft.com/office/drawing/2014/main" id="{425A6FCC-C4C8-4018-89D0-2284F0B32C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0426" y="591926"/>
                <a:ext cx="822883" cy="400110"/>
              </a:xfrm>
              <a:prstGeom prst="rect">
                <a:avLst/>
              </a:prstGeom>
              <a:blipFill>
                <a:blip r:embed="rId32"/>
                <a:stretch>
                  <a:fillRect l="-3704" t="-121212" r="-57778" b="-18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矩形 112">
                <a:extLst>
                  <a:ext uri="{FF2B5EF4-FFF2-40B4-BE49-F238E27FC236}">
                    <a16:creationId xmlns:a16="http://schemas.microsoft.com/office/drawing/2014/main" id="{09D85E20-1DBF-40FB-9067-73A9F50FCF30}"/>
                  </a:ext>
                </a:extLst>
              </p:cNvPr>
              <p:cNvSpPr/>
              <p:nvPr/>
            </p:nvSpPr>
            <p:spPr>
              <a:xfrm>
                <a:off x="11350426" y="2209230"/>
                <a:ext cx="822883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3" name="矩形 112">
                <a:extLst>
                  <a:ext uri="{FF2B5EF4-FFF2-40B4-BE49-F238E27FC236}">
                    <a16:creationId xmlns:a16="http://schemas.microsoft.com/office/drawing/2014/main" id="{09D85E20-1DBF-40FB-9067-73A9F50FCF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0426" y="2209230"/>
                <a:ext cx="822883" cy="400110"/>
              </a:xfrm>
              <a:prstGeom prst="rect">
                <a:avLst/>
              </a:prstGeom>
              <a:blipFill>
                <a:blip r:embed="rId33"/>
                <a:stretch>
                  <a:fillRect l="-3704" t="-121212" r="-57778" b="-18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矩形 113">
                <a:extLst>
                  <a:ext uri="{FF2B5EF4-FFF2-40B4-BE49-F238E27FC236}">
                    <a16:creationId xmlns:a16="http://schemas.microsoft.com/office/drawing/2014/main" id="{A2F25587-8A7E-41A3-A4A3-2A5F9B0BA380}"/>
                  </a:ext>
                </a:extLst>
              </p:cNvPr>
              <p:cNvSpPr/>
              <p:nvPr/>
            </p:nvSpPr>
            <p:spPr>
              <a:xfrm>
                <a:off x="11350426" y="3554672"/>
                <a:ext cx="822883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4" name="矩形 113">
                <a:extLst>
                  <a:ext uri="{FF2B5EF4-FFF2-40B4-BE49-F238E27FC236}">
                    <a16:creationId xmlns:a16="http://schemas.microsoft.com/office/drawing/2014/main" id="{A2F25587-8A7E-41A3-A4A3-2A5F9B0BA3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0426" y="3554672"/>
                <a:ext cx="822883" cy="400110"/>
              </a:xfrm>
              <a:prstGeom prst="rect">
                <a:avLst/>
              </a:prstGeom>
              <a:blipFill>
                <a:blip r:embed="rId34"/>
                <a:stretch>
                  <a:fillRect l="-15556" t="-121212" r="-27407" b="-18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矩形 114">
                <a:extLst>
                  <a:ext uri="{FF2B5EF4-FFF2-40B4-BE49-F238E27FC236}">
                    <a16:creationId xmlns:a16="http://schemas.microsoft.com/office/drawing/2014/main" id="{CC72F50C-F909-4210-A760-A0F9588E41F1}"/>
                  </a:ext>
                </a:extLst>
              </p:cNvPr>
              <p:cNvSpPr/>
              <p:nvPr/>
            </p:nvSpPr>
            <p:spPr>
              <a:xfrm>
                <a:off x="11445317" y="3916987"/>
                <a:ext cx="1164328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5" name="矩形 114">
                <a:extLst>
                  <a:ext uri="{FF2B5EF4-FFF2-40B4-BE49-F238E27FC236}">
                    <a16:creationId xmlns:a16="http://schemas.microsoft.com/office/drawing/2014/main" id="{CC72F50C-F909-4210-A760-A0F9588E41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45317" y="3916987"/>
                <a:ext cx="1164328" cy="400110"/>
              </a:xfrm>
              <a:prstGeom prst="rect">
                <a:avLst/>
              </a:prstGeom>
              <a:blipFill>
                <a:blip r:embed="rId35"/>
                <a:stretch>
                  <a:fillRect l="-9948" t="-123077" b="-18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矩形 121">
            <a:extLst>
              <a:ext uri="{FF2B5EF4-FFF2-40B4-BE49-F238E27FC236}">
                <a16:creationId xmlns:a16="http://schemas.microsoft.com/office/drawing/2014/main" id="{6D511C03-70C9-400B-9BBC-E169E244B324}"/>
              </a:ext>
            </a:extLst>
          </p:cNvPr>
          <p:cNvSpPr/>
          <p:nvPr/>
        </p:nvSpPr>
        <p:spPr>
          <a:xfrm>
            <a:off x="8830035" y="755980"/>
            <a:ext cx="2066924" cy="415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w/ e-h exchange 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7" name="直線接點 126">
            <a:extLst>
              <a:ext uri="{FF2B5EF4-FFF2-40B4-BE49-F238E27FC236}">
                <a16:creationId xmlns:a16="http://schemas.microsoft.com/office/drawing/2014/main" id="{3B697570-281B-4BB8-82D8-129F85690435}"/>
              </a:ext>
            </a:extLst>
          </p:cNvPr>
          <p:cNvCxnSpPr>
            <a:cxnSpLocks/>
          </p:cNvCxnSpPr>
          <p:nvPr/>
        </p:nvCxnSpPr>
        <p:spPr>
          <a:xfrm>
            <a:off x="9755277" y="2838450"/>
            <a:ext cx="0" cy="229552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矩形 153">
                <a:extLst>
                  <a:ext uri="{FF2B5EF4-FFF2-40B4-BE49-F238E27FC236}">
                    <a16:creationId xmlns:a16="http://schemas.microsoft.com/office/drawing/2014/main" id="{0A5BFEE9-0E4A-4628-9A7C-DD224EE2BCDF}"/>
                  </a:ext>
                </a:extLst>
              </p:cNvPr>
              <p:cNvSpPr/>
              <p:nvPr/>
            </p:nvSpPr>
            <p:spPr>
              <a:xfrm>
                <a:off x="9331201" y="5068688"/>
                <a:ext cx="84510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𝑸</m:t>
                      </m:r>
                      <m:r>
                        <a:rPr lang="en-US" altLang="zh-TW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1" i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154" name="矩形 153">
                <a:extLst>
                  <a:ext uri="{FF2B5EF4-FFF2-40B4-BE49-F238E27FC236}">
                    <a16:creationId xmlns:a16="http://schemas.microsoft.com/office/drawing/2014/main" id="{0A5BFEE9-0E4A-4628-9A7C-DD224EE2BC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1201" y="5068688"/>
                <a:ext cx="845103" cy="369332"/>
              </a:xfrm>
              <a:prstGeom prst="rect">
                <a:avLst/>
              </a:prstGeom>
              <a:blipFill>
                <a:blip r:embed="rId36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橢圓 187">
            <a:extLst>
              <a:ext uri="{FF2B5EF4-FFF2-40B4-BE49-F238E27FC236}">
                <a16:creationId xmlns:a16="http://schemas.microsoft.com/office/drawing/2014/main" id="{14B02104-158A-4A1F-9C36-93EECEBB7E5F}"/>
              </a:ext>
            </a:extLst>
          </p:cNvPr>
          <p:cNvSpPr/>
          <p:nvPr/>
        </p:nvSpPr>
        <p:spPr>
          <a:xfrm>
            <a:off x="10685638" y="3874479"/>
            <a:ext cx="367606" cy="367606"/>
          </a:xfrm>
          <a:prstGeom prst="ellipse">
            <a:avLst/>
          </a:prstGeom>
          <a:solidFill>
            <a:srgbClr val="00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9" name="橢圓 188">
            <a:extLst>
              <a:ext uri="{FF2B5EF4-FFF2-40B4-BE49-F238E27FC236}">
                <a16:creationId xmlns:a16="http://schemas.microsoft.com/office/drawing/2014/main" id="{C7187734-CAB3-47D4-BC63-B4207CCE3D58}"/>
              </a:ext>
            </a:extLst>
          </p:cNvPr>
          <p:cNvSpPr/>
          <p:nvPr/>
        </p:nvSpPr>
        <p:spPr>
          <a:xfrm>
            <a:off x="10968725" y="3867474"/>
            <a:ext cx="271138" cy="271138"/>
          </a:xfrm>
          <a:prstGeom prst="ellipse">
            <a:avLst/>
          </a:prstGeom>
          <a:solidFill>
            <a:srgbClr val="00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3" name="橢圓 192">
            <a:extLst>
              <a:ext uri="{FF2B5EF4-FFF2-40B4-BE49-F238E27FC236}">
                <a16:creationId xmlns:a16="http://schemas.microsoft.com/office/drawing/2014/main" id="{4E4A5BF4-8577-4793-B22A-A895C9D44F3D}"/>
              </a:ext>
            </a:extLst>
          </p:cNvPr>
          <p:cNvSpPr/>
          <p:nvPr/>
        </p:nvSpPr>
        <p:spPr>
          <a:xfrm>
            <a:off x="10510968" y="4000651"/>
            <a:ext cx="271138" cy="271138"/>
          </a:xfrm>
          <a:prstGeom prst="ellipse">
            <a:avLst/>
          </a:prstGeom>
          <a:solidFill>
            <a:srgbClr val="00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4" name="橢圓 193">
            <a:extLst>
              <a:ext uri="{FF2B5EF4-FFF2-40B4-BE49-F238E27FC236}">
                <a16:creationId xmlns:a16="http://schemas.microsoft.com/office/drawing/2014/main" id="{44DF6B9F-F133-4C4F-BEFD-65F5EBF6F4BE}"/>
              </a:ext>
            </a:extLst>
          </p:cNvPr>
          <p:cNvSpPr/>
          <p:nvPr/>
        </p:nvSpPr>
        <p:spPr>
          <a:xfrm>
            <a:off x="10364614" y="4062657"/>
            <a:ext cx="224288" cy="224288"/>
          </a:xfrm>
          <a:prstGeom prst="ellipse">
            <a:avLst/>
          </a:prstGeom>
          <a:solidFill>
            <a:srgbClr val="00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97" name="橢圓 196">
            <a:extLst>
              <a:ext uri="{FF2B5EF4-FFF2-40B4-BE49-F238E27FC236}">
                <a16:creationId xmlns:a16="http://schemas.microsoft.com/office/drawing/2014/main" id="{6F0DF63F-AC34-4013-AC9C-67970F2D56BF}"/>
              </a:ext>
            </a:extLst>
          </p:cNvPr>
          <p:cNvSpPr/>
          <p:nvPr/>
        </p:nvSpPr>
        <p:spPr>
          <a:xfrm>
            <a:off x="11163107" y="3843828"/>
            <a:ext cx="224288" cy="224288"/>
          </a:xfrm>
          <a:prstGeom prst="ellipse">
            <a:avLst/>
          </a:prstGeom>
          <a:solidFill>
            <a:srgbClr val="00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0" name="橢圓 199">
            <a:extLst>
              <a:ext uri="{FF2B5EF4-FFF2-40B4-BE49-F238E27FC236}">
                <a16:creationId xmlns:a16="http://schemas.microsoft.com/office/drawing/2014/main" id="{8AF3B2F6-84A5-470A-94F6-5056E9D79751}"/>
              </a:ext>
            </a:extLst>
          </p:cNvPr>
          <p:cNvSpPr/>
          <p:nvPr/>
        </p:nvSpPr>
        <p:spPr>
          <a:xfrm>
            <a:off x="10248298" y="4105476"/>
            <a:ext cx="190584" cy="190584"/>
          </a:xfrm>
          <a:prstGeom prst="ellipse">
            <a:avLst/>
          </a:prstGeom>
          <a:solidFill>
            <a:srgbClr val="00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1" name="橢圓 200">
            <a:extLst>
              <a:ext uri="{FF2B5EF4-FFF2-40B4-BE49-F238E27FC236}">
                <a16:creationId xmlns:a16="http://schemas.microsoft.com/office/drawing/2014/main" id="{DA9A98D5-E050-4CEA-99D9-A4F45AFBAC07}"/>
              </a:ext>
            </a:extLst>
          </p:cNvPr>
          <p:cNvSpPr/>
          <p:nvPr/>
        </p:nvSpPr>
        <p:spPr>
          <a:xfrm>
            <a:off x="10150455" y="4142703"/>
            <a:ext cx="164602" cy="164602"/>
          </a:xfrm>
          <a:prstGeom prst="ellipse">
            <a:avLst/>
          </a:prstGeom>
          <a:solidFill>
            <a:srgbClr val="00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2" name="橢圓 201">
            <a:extLst>
              <a:ext uri="{FF2B5EF4-FFF2-40B4-BE49-F238E27FC236}">
                <a16:creationId xmlns:a16="http://schemas.microsoft.com/office/drawing/2014/main" id="{05405CD0-B16D-4946-8910-2E8DAC8423C1}"/>
              </a:ext>
            </a:extLst>
          </p:cNvPr>
          <p:cNvSpPr/>
          <p:nvPr/>
        </p:nvSpPr>
        <p:spPr>
          <a:xfrm>
            <a:off x="10078982" y="4175905"/>
            <a:ext cx="126262" cy="126262"/>
          </a:xfrm>
          <a:prstGeom prst="ellipse">
            <a:avLst/>
          </a:prstGeom>
          <a:solidFill>
            <a:srgbClr val="00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3" name="橢圓 202">
            <a:extLst>
              <a:ext uri="{FF2B5EF4-FFF2-40B4-BE49-F238E27FC236}">
                <a16:creationId xmlns:a16="http://schemas.microsoft.com/office/drawing/2014/main" id="{DC3490E8-95DD-4F18-A4CF-476D09A3CDA5}"/>
              </a:ext>
            </a:extLst>
          </p:cNvPr>
          <p:cNvSpPr/>
          <p:nvPr/>
        </p:nvSpPr>
        <p:spPr>
          <a:xfrm>
            <a:off x="8949518" y="4133086"/>
            <a:ext cx="110304" cy="110304"/>
          </a:xfrm>
          <a:prstGeom prst="ellipse">
            <a:avLst/>
          </a:prstGeom>
          <a:solidFill>
            <a:srgbClr val="00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8" name="橢圓 207">
            <a:extLst>
              <a:ext uri="{FF2B5EF4-FFF2-40B4-BE49-F238E27FC236}">
                <a16:creationId xmlns:a16="http://schemas.microsoft.com/office/drawing/2014/main" id="{4582F9DA-510F-43B7-AC99-7E2A46C10910}"/>
              </a:ext>
            </a:extLst>
          </p:cNvPr>
          <p:cNvSpPr/>
          <p:nvPr/>
        </p:nvSpPr>
        <p:spPr>
          <a:xfrm>
            <a:off x="9035243" y="4164040"/>
            <a:ext cx="81730" cy="81730"/>
          </a:xfrm>
          <a:prstGeom prst="ellipse">
            <a:avLst/>
          </a:prstGeom>
          <a:solidFill>
            <a:srgbClr val="00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9" name="橢圓 208">
            <a:extLst>
              <a:ext uri="{FF2B5EF4-FFF2-40B4-BE49-F238E27FC236}">
                <a16:creationId xmlns:a16="http://schemas.microsoft.com/office/drawing/2014/main" id="{C3208BC3-6CC1-42DF-83AF-9AC117A35C90}"/>
              </a:ext>
            </a:extLst>
          </p:cNvPr>
          <p:cNvSpPr/>
          <p:nvPr/>
        </p:nvSpPr>
        <p:spPr>
          <a:xfrm>
            <a:off x="8897131" y="4130702"/>
            <a:ext cx="81730" cy="81730"/>
          </a:xfrm>
          <a:prstGeom prst="ellipse">
            <a:avLst/>
          </a:prstGeom>
          <a:solidFill>
            <a:srgbClr val="00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矩形 209">
                <a:extLst>
                  <a:ext uri="{FF2B5EF4-FFF2-40B4-BE49-F238E27FC236}">
                    <a16:creationId xmlns:a16="http://schemas.microsoft.com/office/drawing/2014/main" id="{78E8133A-60CC-4466-B31B-8C0F2722761B}"/>
                  </a:ext>
                </a:extLst>
              </p:cNvPr>
              <p:cNvSpPr/>
              <p:nvPr/>
            </p:nvSpPr>
            <p:spPr>
              <a:xfrm>
                <a:off x="7030231" y="6453740"/>
                <a:ext cx="695447" cy="3107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3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300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altLang="zh-TW" sz="13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sub>
                      </m:sSub>
                      <m:r>
                        <a:rPr lang="en-US" altLang="zh-TW" sz="1300" b="1" i="1" smtClean="0"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en-US" altLang="zh-TW" sz="13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300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altLang="zh-TW" sz="13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</m:oMath>
                  </m:oMathPara>
                </a14:m>
                <a:endParaRPr lang="zh-TW" altLang="en-US" sz="1300" b="1" dirty="0"/>
              </a:p>
            </p:txBody>
          </p:sp>
        </mc:Choice>
        <mc:Fallback xmlns="">
          <p:sp>
            <p:nvSpPr>
              <p:cNvPr id="210" name="矩形 209">
                <a:extLst>
                  <a:ext uri="{FF2B5EF4-FFF2-40B4-BE49-F238E27FC236}">
                    <a16:creationId xmlns:a16="http://schemas.microsoft.com/office/drawing/2014/main" id="{78E8133A-60CC-4466-B31B-8C0F272276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0231" y="6453740"/>
                <a:ext cx="695447" cy="310726"/>
              </a:xfrm>
              <a:prstGeom prst="rect">
                <a:avLst/>
              </a:prstGeom>
              <a:blipFill>
                <a:blip r:embed="rId39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1" name="矩形 210">
                <a:extLst>
                  <a:ext uri="{FF2B5EF4-FFF2-40B4-BE49-F238E27FC236}">
                    <a16:creationId xmlns:a16="http://schemas.microsoft.com/office/drawing/2014/main" id="{3EB2EBB6-E174-4428-96B9-0EDF9EB08070}"/>
                  </a:ext>
                </a:extLst>
              </p:cNvPr>
              <p:cNvSpPr/>
              <p:nvPr/>
            </p:nvSpPr>
            <p:spPr>
              <a:xfrm>
                <a:off x="9106455" y="6463418"/>
                <a:ext cx="567784" cy="2923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300" b="0" i="1" smtClean="0">
                          <a:latin typeface="Cambria Math" panose="02040503050406030204" pitchFamily="18" charset="0"/>
                        </a:rPr>
                        <m:t>−0.1</m:t>
                      </m:r>
                    </m:oMath>
                  </m:oMathPara>
                </a14:m>
                <a:endParaRPr lang="zh-TW" altLang="en-US" sz="1300" dirty="0"/>
              </a:p>
            </p:txBody>
          </p:sp>
        </mc:Choice>
        <mc:Fallback xmlns="">
          <p:sp>
            <p:nvSpPr>
              <p:cNvPr id="211" name="矩形 210">
                <a:extLst>
                  <a:ext uri="{FF2B5EF4-FFF2-40B4-BE49-F238E27FC236}">
                    <a16:creationId xmlns:a16="http://schemas.microsoft.com/office/drawing/2014/main" id="{3EB2EBB6-E174-4428-96B9-0EDF9EB080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6455" y="6463418"/>
                <a:ext cx="567784" cy="292388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2" name="矩形 211">
                <a:extLst>
                  <a:ext uri="{FF2B5EF4-FFF2-40B4-BE49-F238E27FC236}">
                    <a16:creationId xmlns:a16="http://schemas.microsoft.com/office/drawing/2014/main" id="{35BFE563-7A78-405D-82CF-B73FCBE5CC6A}"/>
                  </a:ext>
                </a:extLst>
              </p:cNvPr>
              <p:cNvSpPr/>
              <p:nvPr/>
            </p:nvSpPr>
            <p:spPr>
              <a:xfrm>
                <a:off x="9955682" y="6463418"/>
                <a:ext cx="442750" cy="2923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300" b="0" i="1" smtClean="0">
                          <a:latin typeface="Cambria Math" panose="02040503050406030204" pitchFamily="18" charset="0"/>
                        </a:rPr>
                        <m:t>0.1</m:t>
                      </m:r>
                    </m:oMath>
                  </m:oMathPara>
                </a14:m>
                <a:endParaRPr lang="zh-TW" altLang="en-US" sz="1300" dirty="0"/>
              </a:p>
            </p:txBody>
          </p:sp>
        </mc:Choice>
        <mc:Fallback xmlns="">
          <p:sp>
            <p:nvSpPr>
              <p:cNvPr id="212" name="矩形 211">
                <a:extLst>
                  <a:ext uri="{FF2B5EF4-FFF2-40B4-BE49-F238E27FC236}">
                    <a16:creationId xmlns:a16="http://schemas.microsoft.com/office/drawing/2014/main" id="{35BFE563-7A78-405D-82CF-B73FCBE5CC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5682" y="6463418"/>
                <a:ext cx="442750" cy="292388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3" name="矩形 212">
                <a:extLst>
                  <a:ext uri="{FF2B5EF4-FFF2-40B4-BE49-F238E27FC236}">
                    <a16:creationId xmlns:a16="http://schemas.microsoft.com/office/drawing/2014/main" id="{EBD4F74B-F1AE-4721-84B5-51F18E8E60D0}"/>
                  </a:ext>
                </a:extLst>
              </p:cNvPr>
              <p:cNvSpPr/>
              <p:nvPr/>
            </p:nvSpPr>
            <p:spPr>
              <a:xfrm>
                <a:off x="11195300" y="6463418"/>
                <a:ext cx="442750" cy="2923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300" b="0" i="1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altLang="zh-TW" sz="1300" i="1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zh-TW" altLang="en-US" sz="1300" dirty="0"/>
              </a:p>
            </p:txBody>
          </p:sp>
        </mc:Choice>
        <mc:Fallback xmlns="">
          <p:sp>
            <p:nvSpPr>
              <p:cNvPr id="213" name="矩形 212">
                <a:extLst>
                  <a:ext uri="{FF2B5EF4-FFF2-40B4-BE49-F238E27FC236}">
                    <a16:creationId xmlns:a16="http://schemas.microsoft.com/office/drawing/2014/main" id="{EBD4F74B-F1AE-4721-84B5-51F18E8E60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95300" y="6463418"/>
                <a:ext cx="442750" cy="292388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4" name="矩形 213">
                <a:extLst>
                  <a:ext uri="{FF2B5EF4-FFF2-40B4-BE49-F238E27FC236}">
                    <a16:creationId xmlns:a16="http://schemas.microsoft.com/office/drawing/2014/main" id="{4EB8D408-D6BE-490A-A7D8-C1174107657E}"/>
                  </a:ext>
                </a:extLst>
              </p:cNvPr>
              <p:cNvSpPr/>
              <p:nvPr/>
            </p:nvSpPr>
            <p:spPr>
              <a:xfrm>
                <a:off x="7907540" y="6463418"/>
                <a:ext cx="567784" cy="2923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300" b="0" i="1" smtClean="0">
                          <a:latin typeface="Cambria Math" panose="02040503050406030204" pitchFamily="18" charset="0"/>
                        </a:rPr>
                        <m:t>−0.</m:t>
                      </m:r>
                      <m:r>
                        <a:rPr lang="en-US" altLang="zh-TW" sz="1300" i="1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zh-TW" altLang="en-US" sz="1300" dirty="0"/>
              </a:p>
            </p:txBody>
          </p:sp>
        </mc:Choice>
        <mc:Fallback xmlns="">
          <p:sp>
            <p:nvSpPr>
              <p:cNvPr id="214" name="矩形 213">
                <a:extLst>
                  <a:ext uri="{FF2B5EF4-FFF2-40B4-BE49-F238E27FC236}">
                    <a16:creationId xmlns:a16="http://schemas.microsoft.com/office/drawing/2014/main" id="{4EB8D408-D6BE-490A-A7D8-C117410765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540" y="6463418"/>
                <a:ext cx="567784" cy="292388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9" name="直線接點 218">
            <a:extLst>
              <a:ext uri="{FF2B5EF4-FFF2-40B4-BE49-F238E27FC236}">
                <a16:creationId xmlns:a16="http://schemas.microsoft.com/office/drawing/2014/main" id="{26899704-66EA-4044-B98E-11716A5729A2}"/>
              </a:ext>
            </a:extLst>
          </p:cNvPr>
          <p:cNvCxnSpPr>
            <a:cxnSpLocks/>
          </p:cNvCxnSpPr>
          <p:nvPr/>
        </p:nvCxnSpPr>
        <p:spPr>
          <a:xfrm flipH="1">
            <a:off x="7573992" y="6456692"/>
            <a:ext cx="4427508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ysDash"/>
            <a:round/>
            <a:headEnd type="triangle" w="lg" len="lg"/>
            <a:tailEnd type="none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21" name="群組 220">
            <a:extLst>
              <a:ext uri="{FF2B5EF4-FFF2-40B4-BE49-F238E27FC236}">
                <a16:creationId xmlns:a16="http://schemas.microsoft.com/office/drawing/2014/main" id="{4B9D3EA0-9D3C-4356-8A57-87E2F428B732}"/>
              </a:ext>
            </a:extLst>
          </p:cNvPr>
          <p:cNvGrpSpPr/>
          <p:nvPr/>
        </p:nvGrpSpPr>
        <p:grpSpPr>
          <a:xfrm>
            <a:off x="3981047" y="3790478"/>
            <a:ext cx="862094" cy="583304"/>
            <a:chOff x="7047875" y="5232494"/>
            <a:chExt cx="862094" cy="583304"/>
          </a:xfrm>
        </p:grpSpPr>
        <p:grpSp>
          <p:nvGrpSpPr>
            <p:cNvPr id="222" name="群組 221">
              <a:extLst>
                <a:ext uri="{FF2B5EF4-FFF2-40B4-BE49-F238E27FC236}">
                  <a16:creationId xmlns:a16="http://schemas.microsoft.com/office/drawing/2014/main" id="{4014DAF3-5DF7-4C85-B3B3-7F8EC8B6A38E}"/>
                </a:ext>
              </a:extLst>
            </p:cNvPr>
            <p:cNvGrpSpPr/>
            <p:nvPr/>
          </p:nvGrpSpPr>
          <p:grpSpPr>
            <a:xfrm>
              <a:off x="7449729" y="5439534"/>
              <a:ext cx="188539" cy="180862"/>
              <a:chOff x="1373392" y="2391862"/>
              <a:chExt cx="479433" cy="476535"/>
            </a:xfrm>
          </p:grpSpPr>
          <p:sp>
            <p:nvSpPr>
              <p:cNvPr id="225" name="箭號: 向右 224">
                <a:extLst>
                  <a:ext uri="{FF2B5EF4-FFF2-40B4-BE49-F238E27FC236}">
                    <a16:creationId xmlns:a16="http://schemas.microsoft.com/office/drawing/2014/main" id="{D6A17D3A-4D82-475A-A3AC-D72AD0975DDE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>
                  <a:solidFill>
                    <a:schemeClr val="bg1"/>
                  </a:solidFill>
                </a:endParaRPr>
              </a:p>
            </p:txBody>
          </p:sp>
          <p:sp>
            <p:nvSpPr>
              <p:cNvPr id="226" name="箭號: 向右 225">
                <a:extLst>
                  <a:ext uri="{FF2B5EF4-FFF2-40B4-BE49-F238E27FC236}">
                    <a16:creationId xmlns:a16="http://schemas.microsoft.com/office/drawing/2014/main" id="{C3CA9D24-BFDE-40B2-879B-BE0984A6A44A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3" name="文字方塊 222">
                  <a:extLst>
                    <a:ext uri="{FF2B5EF4-FFF2-40B4-BE49-F238E27FC236}">
                      <a16:creationId xmlns:a16="http://schemas.microsoft.com/office/drawing/2014/main" id="{36B368A2-2970-4651-B91E-51AFB13CAE7F}"/>
                    </a:ext>
                  </a:extLst>
                </p:cNvPr>
                <p:cNvSpPr txBox="1"/>
                <p:nvPr/>
              </p:nvSpPr>
              <p:spPr>
                <a:xfrm>
                  <a:off x="7047875" y="5232494"/>
                  <a:ext cx="671803" cy="3081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97" name="文字方塊 596">
                  <a:extLst>
                    <a:ext uri="{FF2B5EF4-FFF2-40B4-BE49-F238E27FC236}">
                      <a16:creationId xmlns:a16="http://schemas.microsoft.com/office/drawing/2014/main" id="{1FA8FABD-47E5-46A2-A2D8-BEAE4E8E4A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7875" y="5232494"/>
                  <a:ext cx="671803" cy="308161"/>
                </a:xfrm>
                <a:prstGeom prst="rect">
                  <a:avLst/>
                </a:prstGeom>
                <a:blipFill>
                  <a:blip r:embed="rId26"/>
                  <a:stretch>
                    <a:fillRect b="-196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4" name="文字方塊 223">
                  <a:extLst>
                    <a:ext uri="{FF2B5EF4-FFF2-40B4-BE49-F238E27FC236}">
                      <a16:creationId xmlns:a16="http://schemas.microsoft.com/office/drawing/2014/main" id="{B7E1B541-6BA0-4A59-B525-BE6B87893636}"/>
                    </a:ext>
                  </a:extLst>
                </p:cNvPr>
                <p:cNvSpPr txBox="1"/>
                <p:nvPr/>
              </p:nvSpPr>
              <p:spPr>
                <a:xfrm>
                  <a:off x="7478195" y="5523410"/>
                  <a:ext cx="431774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98" name="文字方塊 597">
                  <a:extLst>
                    <a:ext uri="{FF2B5EF4-FFF2-40B4-BE49-F238E27FC236}">
                      <a16:creationId xmlns:a16="http://schemas.microsoft.com/office/drawing/2014/main" id="{21C0A50F-74B5-44CC-AD5C-06EE93B733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8195" y="5523410"/>
                  <a:ext cx="431774" cy="292388"/>
                </a:xfrm>
                <a:prstGeom prst="rect">
                  <a:avLst/>
                </a:prstGeom>
                <a:blipFill>
                  <a:blip r:embed="rId27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矩形 226">
                <a:extLst>
                  <a:ext uri="{FF2B5EF4-FFF2-40B4-BE49-F238E27FC236}">
                    <a16:creationId xmlns:a16="http://schemas.microsoft.com/office/drawing/2014/main" id="{8472E6D2-98C3-49B6-B22C-14443433AF28}"/>
                  </a:ext>
                </a:extLst>
              </p:cNvPr>
              <p:cNvSpPr/>
              <p:nvPr/>
            </p:nvSpPr>
            <p:spPr>
              <a:xfrm>
                <a:off x="4008671" y="4436838"/>
                <a:ext cx="1450076" cy="4510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−1, −1, 2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  <m:d>
                        <m:dPr>
                          <m:ctrlPr>
                            <a:rPr lang="en-US" altLang="zh-TW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27" name="矩形 226">
                <a:extLst>
                  <a:ext uri="{FF2B5EF4-FFF2-40B4-BE49-F238E27FC236}">
                    <a16:creationId xmlns:a16="http://schemas.microsoft.com/office/drawing/2014/main" id="{8472E6D2-98C3-49B6-B22C-14443433AF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8671" y="4436838"/>
                <a:ext cx="1450076" cy="451021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8" name="圖片 227">
            <a:extLst>
              <a:ext uri="{FF2B5EF4-FFF2-40B4-BE49-F238E27FC236}">
                <a16:creationId xmlns:a16="http://schemas.microsoft.com/office/drawing/2014/main" id="{13F3F2D0-4044-4687-B4BE-1C2EB946904B}"/>
              </a:ext>
            </a:extLst>
          </p:cNvPr>
          <p:cNvPicPr>
            <a:picLocks noChangeAspect="1"/>
          </p:cNvPicPr>
          <p:nvPr/>
        </p:nvPicPr>
        <p:blipFill rotWithShape="1">
          <a:blip r:embed="rId4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5918" t="581"/>
          <a:stretch/>
        </p:blipFill>
        <p:spPr>
          <a:xfrm>
            <a:off x="4125612" y="3277872"/>
            <a:ext cx="1140700" cy="11290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9" name="文字方塊 228">
                <a:extLst>
                  <a:ext uri="{FF2B5EF4-FFF2-40B4-BE49-F238E27FC236}">
                    <a16:creationId xmlns:a16="http://schemas.microsoft.com/office/drawing/2014/main" id="{50FDB780-9052-4BA7-9841-88C84DCB0694}"/>
                  </a:ext>
                </a:extLst>
              </p:cNvPr>
              <p:cNvSpPr txBox="1"/>
              <p:nvPr/>
            </p:nvSpPr>
            <p:spPr>
              <a:xfrm>
                <a:off x="4716245" y="4116470"/>
                <a:ext cx="7117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29" name="文字方塊 228">
                <a:extLst>
                  <a:ext uri="{FF2B5EF4-FFF2-40B4-BE49-F238E27FC236}">
                    <a16:creationId xmlns:a16="http://schemas.microsoft.com/office/drawing/2014/main" id="{50FDB780-9052-4BA7-9841-88C84DCB06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245" y="4116470"/>
                <a:ext cx="711762" cy="276999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0" name="群組 229">
            <a:extLst>
              <a:ext uri="{FF2B5EF4-FFF2-40B4-BE49-F238E27FC236}">
                <a16:creationId xmlns:a16="http://schemas.microsoft.com/office/drawing/2014/main" id="{4454B8DB-9D93-49DF-8D76-17DBCA1179C5}"/>
              </a:ext>
            </a:extLst>
          </p:cNvPr>
          <p:cNvGrpSpPr/>
          <p:nvPr/>
        </p:nvGrpSpPr>
        <p:grpSpPr>
          <a:xfrm>
            <a:off x="4277675" y="3436543"/>
            <a:ext cx="855744" cy="627754"/>
            <a:chOff x="7054225" y="5188044"/>
            <a:chExt cx="855744" cy="627754"/>
          </a:xfrm>
        </p:grpSpPr>
        <p:grpSp>
          <p:nvGrpSpPr>
            <p:cNvPr id="231" name="群組 230">
              <a:extLst>
                <a:ext uri="{FF2B5EF4-FFF2-40B4-BE49-F238E27FC236}">
                  <a16:creationId xmlns:a16="http://schemas.microsoft.com/office/drawing/2014/main" id="{C70FACB3-1353-4BD9-AAD3-6891ADA3F4AF}"/>
                </a:ext>
              </a:extLst>
            </p:cNvPr>
            <p:cNvGrpSpPr/>
            <p:nvPr/>
          </p:nvGrpSpPr>
          <p:grpSpPr>
            <a:xfrm>
              <a:off x="7449729" y="5439533"/>
              <a:ext cx="188539" cy="180863"/>
              <a:chOff x="1373392" y="2391859"/>
              <a:chExt cx="479433" cy="476538"/>
            </a:xfrm>
          </p:grpSpPr>
          <p:sp>
            <p:nvSpPr>
              <p:cNvPr id="235" name="箭號: 向右 234">
                <a:extLst>
                  <a:ext uri="{FF2B5EF4-FFF2-40B4-BE49-F238E27FC236}">
                    <a16:creationId xmlns:a16="http://schemas.microsoft.com/office/drawing/2014/main" id="{7BEE3D9A-28D6-4818-B348-DDF105C40326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00">
                  <a:solidFill>
                    <a:schemeClr val="bg1"/>
                  </a:solidFill>
                </a:endParaRPr>
              </a:p>
            </p:txBody>
          </p:sp>
          <p:sp>
            <p:nvSpPr>
              <p:cNvPr id="236" name="箭號: 向右 235">
                <a:extLst>
                  <a:ext uri="{FF2B5EF4-FFF2-40B4-BE49-F238E27FC236}">
                    <a16:creationId xmlns:a16="http://schemas.microsoft.com/office/drawing/2014/main" id="{63B0AC10-42F9-4364-BDD6-22B974CDCE83}"/>
                  </a:ext>
                </a:extLst>
              </p:cNvPr>
              <p:cNvSpPr/>
              <p:nvPr/>
            </p:nvSpPr>
            <p:spPr>
              <a:xfrm rot="16200000">
                <a:off x="1218866" y="2546385"/>
                <a:ext cx="441582" cy="132530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3" name="文字方塊 232">
                  <a:extLst>
                    <a:ext uri="{FF2B5EF4-FFF2-40B4-BE49-F238E27FC236}">
                      <a16:creationId xmlns:a16="http://schemas.microsoft.com/office/drawing/2014/main" id="{1793FE8A-82ED-48BF-9D58-C3F19262BB77}"/>
                    </a:ext>
                  </a:extLst>
                </p:cNvPr>
                <p:cNvSpPr txBox="1"/>
                <p:nvPr/>
              </p:nvSpPr>
              <p:spPr>
                <a:xfrm>
                  <a:off x="7054225" y="5188044"/>
                  <a:ext cx="671803" cy="3081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33" name="文字方塊 232">
                  <a:extLst>
                    <a:ext uri="{FF2B5EF4-FFF2-40B4-BE49-F238E27FC236}">
                      <a16:creationId xmlns:a16="http://schemas.microsoft.com/office/drawing/2014/main" id="{1793FE8A-82ED-48BF-9D58-C3F19262BB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54225" y="5188044"/>
                  <a:ext cx="671803" cy="308161"/>
                </a:xfrm>
                <a:prstGeom prst="rect">
                  <a:avLst/>
                </a:prstGeom>
                <a:blipFill>
                  <a:blip r:embed="rId47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4" name="文字方塊 233">
                  <a:extLst>
                    <a:ext uri="{FF2B5EF4-FFF2-40B4-BE49-F238E27FC236}">
                      <a16:creationId xmlns:a16="http://schemas.microsoft.com/office/drawing/2014/main" id="{ADB50B93-74D1-42C7-AE65-78481E86BE81}"/>
                    </a:ext>
                  </a:extLst>
                </p:cNvPr>
                <p:cNvSpPr txBox="1"/>
                <p:nvPr/>
              </p:nvSpPr>
              <p:spPr>
                <a:xfrm>
                  <a:off x="7478195" y="5523410"/>
                  <a:ext cx="431774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60" name="文字方塊 559">
                  <a:extLst>
                    <a:ext uri="{FF2B5EF4-FFF2-40B4-BE49-F238E27FC236}">
                      <a16:creationId xmlns:a16="http://schemas.microsoft.com/office/drawing/2014/main" id="{C4CFA2EE-9078-4970-9C0C-DE372483D0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8195" y="5523410"/>
                  <a:ext cx="431774" cy="292388"/>
                </a:xfrm>
                <a:prstGeom prst="rect">
                  <a:avLst/>
                </a:prstGeom>
                <a:blipFill>
                  <a:blip r:embed="rId22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7" name="矩形 236">
                <a:extLst>
                  <a:ext uri="{FF2B5EF4-FFF2-40B4-BE49-F238E27FC236}">
                    <a16:creationId xmlns:a16="http://schemas.microsoft.com/office/drawing/2014/main" id="{300BD10C-2DE4-440E-85CC-3B037B82A3B7}"/>
                  </a:ext>
                </a:extLst>
              </p:cNvPr>
              <p:cNvSpPr/>
              <p:nvPr/>
            </p:nvSpPr>
            <p:spPr>
              <a:xfrm>
                <a:off x="2625836" y="3613451"/>
                <a:ext cx="1632238" cy="407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altLang="zh-TW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</m:sup>
                      </m:sSup>
                      <m:r>
                        <a:rPr lang="en-US" altLang="zh-TW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sup>
                      </m:sSup>
                      <m:acc>
                        <m:accPr>
                          <m:chr m:val="̂"/>
                          <m:ctrlPr>
                            <a:rPr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7" name="矩形 236">
                <a:extLst>
                  <a:ext uri="{FF2B5EF4-FFF2-40B4-BE49-F238E27FC236}">
                    <a16:creationId xmlns:a16="http://schemas.microsoft.com/office/drawing/2014/main" id="{300BD10C-2DE4-440E-85CC-3B037B82A3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5836" y="3613451"/>
                <a:ext cx="1632238" cy="407099"/>
              </a:xfrm>
              <a:prstGeom prst="rect">
                <a:avLst/>
              </a:prstGeom>
              <a:blipFill>
                <a:blip r:embed="rId48"/>
                <a:stretch>
                  <a:fillRect t="-4478" r="-82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1" name="文字方塊 240">
                <a:extLst>
                  <a:ext uri="{FF2B5EF4-FFF2-40B4-BE49-F238E27FC236}">
                    <a16:creationId xmlns:a16="http://schemas.microsoft.com/office/drawing/2014/main" id="{D8CA5A24-BA5A-41D0-801F-418EE5229DAA}"/>
                  </a:ext>
                </a:extLst>
              </p:cNvPr>
              <p:cNvSpPr txBox="1"/>
              <p:nvPr/>
            </p:nvSpPr>
            <p:spPr>
              <a:xfrm>
                <a:off x="312520" y="4410475"/>
                <a:ext cx="7117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1" name="文字方塊 240">
                <a:extLst>
                  <a:ext uri="{FF2B5EF4-FFF2-40B4-BE49-F238E27FC236}">
                    <a16:creationId xmlns:a16="http://schemas.microsoft.com/office/drawing/2014/main" id="{D8CA5A24-BA5A-41D0-801F-418EE5229D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520" y="4410475"/>
                <a:ext cx="711762" cy="276999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4" name="橢圓 243">
            <a:extLst>
              <a:ext uri="{FF2B5EF4-FFF2-40B4-BE49-F238E27FC236}">
                <a16:creationId xmlns:a16="http://schemas.microsoft.com/office/drawing/2014/main" id="{164F0B6C-DE75-4132-8C7D-C04A103A7DF8}"/>
              </a:ext>
            </a:extLst>
          </p:cNvPr>
          <p:cNvSpPr/>
          <p:nvPr/>
        </p:nvSpPr>
        <p:spPr>
          <a:xfrm>
            <a:off x="8740297" y="2538738"/>
            <a:ext cx="367606" cy="367606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5" name="橢圓 244">
            <a:extLst>
              <a:ext uri="{FF2B5EF4-FFF2-40B4-BE49-F238E27FC236}">
                <a16:creationId xmlns:a16="http://schemas.microsoft.com/office/drawing/2014/main" id="{A4BED2F0-2987-4A59-987B-295EFC80E039}"/>
              </a:ext>
            </a:extLst>
          </p:cNvPr>
          <p:cNvSpPr/>
          <p:nvPr/>
        </p:nvSpPr>
        <p:spPr>
          <a:xfrm>
            <a:off x="10407733" y="1373326"/>
            <a:ext cx="367606" cy="367606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6" name="橢圓 245">
            <a:extLst>
              <a:ext uri="{FF2B5EF4-FFF2-40B4-BE49-F238E27FC236}">
                <a16:creationId xmlns:a16="http://schemas.microsoft.com/office/drawing/2014/main" id="{111E40FF-12E0-4096-B274-50510579A00E}"/>
              </a:ext>
            </a:extLst>
          </p:cNvPr>
          <p:cNvSpPr/>
          <p:nvPr/>
        </p:nvSpPr>
        <p:spPr>
          <a:xfrm>
            <a:off x="10569658" y="1195526"/>
            <a:ext cx="317417" cy="317417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7" name="橢圓 246">
            <a:extLst>
              <a:ext uri="{FF2B5EF4-FFF2-40B4-BE49-F238E27FC236}">
                <a16:creationId xmlns:a16="http://schemas.microsoft.com/office/drawing/2014/main" id="{9DD9F2B7-F8DA-45D9-A5F4-1A14140DF9B3}"/>
              </a:ext>
            </a:extLst>
          </p:cNvPr>
          <p:cNvSpPr/>
          <p:nvPr/>
        </p:nvSpPr>
        <p:spPr>
          <a:xfrm>
            <a:off x="9009858" y="2626136"/>
            <a:ext cx="317417" cy="317417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8" name="橢圓 247">
            <a:extLst>
              <a:ext uri="{FF2B5EF4-FFF2-40B4-BE49-F238E27FC236}">
                <a16:creationId xmlns:a16="http://schemas.microsoft.com/office/drawing/2014/main" id="{2EE1614E-86E5-4F00-9449-ABBFCC4D0F33}"/>
              </a:ext>
            </a:extLst>
          </p:cNvPr>
          <p:cNvSpPr/>
          <p:nvPr/>
        </p:nvSpPr>
        <p:spPr>
          <a:xfrm>
            <a:off x="8512618" y="2509109"/>
            <a:ext cx="317417" cy="317417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9" name="橢圓 248">
            <a:extLst>
              <a:ext uri="{FF2B5EF4-FFF2-40B4-BE49-F238E27FC236}">
                <a16:creationId xmlns:a16="http://schemas.microsoft.com/office/drawing/2014/main" id="{AA9508FC-BA05-41F6-848D-E968D4A8BA9D}"/>
              </a:ext>
            </a:extLst>
          </p:cNvPr>
          <p:cNvSpPr/>
          <p:nvPr/>
        </p:nvSpPr>
        <p:spPr>
          <a:xfrm>
            <a:off x="10747067" y="1116807"/>
            <a:ext cx="170966" cy="170966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0" name="橢圓 249">
            <a:extLst>
              <a:ext uri="{FF2B5EF4-FFF2-40B4-BE49-F238E27FC236}">
                <a16:creationId xmlns:a16="http://schemas.microsoft.com/office/drawing/2014/main" id="{BF306B42-6773-4146-9047-D6F1A808C288}"/>
              </a:ext>
            </a:extLst>
          </p:cNvPr>
          <p:cNvSpPr/>
          <p:nvPr/>
        </p:nvSpPr>
        <p:spPr>
          <a:xfrm>
            <a:off x="9274661" y="2720181"/>
            <a:ext cx="190016" cy="190016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1" name="橢圓 250">
            <a:extLst>
              <a:ext uri="{FF2B5EF4-FFF2-40B4-BE49-F238E27FC236}">
                <a16:creationId xmlns:a16="http://schemas.microsoft.com/office/drawing/2014/main" id="{A3B77E38-AEB6-4C6D-AD01-695CA23ED07D}"/>
              </a:ext>
            </a:extLst>
          </p:cNvPr>
          <p:cNvSpPr/>
          <p:nvPr/>
        </p:nvSpPr>
        <p:spPr>
          <a:xfrm>
            <a:off x="8372961" y="2520156"/>
            <a:ext cx="190016" cy="190016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2" name="橢圓 251">
            <a:extLst>
              <a:ext uri="{FF2B5EF4-FFF2-40B4-BE49-F238E27FC236}">
                <a16:creationId xmlns:a16="http://schemas.microsoft.com/office/drawing/2014/main" id="{945CF03F-E2DA-4B8B-8B97-DD0CA3B1DCE2}"/>
              </a:ext>
            </a:extLst>
          </p:cNvPr>
          <p:cNvSpPr/>
          <p:nvPr/>
        </p:nvSpPr>
        <p:spPr>
          <a:xfrm>
            <a:off x="10840051" y="1025204"/>
            <a:ext cx="143580" cy="143580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3" name="橢圓 252">
            <a:extLst>
              <a:ext uri="{FF2B5EF4-FFF2-40B4-BE49-F238E27FC236}">
                <a16:creationId xmlns:a16="http://schemas.microsoft.com/office/drawing/2014/main" id="{8454F19C-223F-4F19-957C-675C730AE441}"/>
              </a:ext>
            </a:extLst>
          </p:cNvPr>
          <p:cNvSpPr/>
          <p:nvPr/>
        </p:nvSpPr>
        <p:spPr>
          <a:xfrm>
            <a:off x="9416750" y="2764825"/>
            <a:ext cx="121250" cy="121250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4" name="橢圓 253">
            <a:extLst>
              <a:ext uri="{FF2B5EF4-FFF2-40B4-BE49-F238E27FC236}">
                <a16:creationId xmlns:a16="http://schemas.microsoft.com/office/drawing/2014/main" id="{D29AE2CF-A1E9-4AA8-8D37-D2E170B81266}"/>
              </a:ext>
            </a:extLst>
          </p:cNvPr>
          <p:cNvSpPr/>
          <p:nvPr/>
        </p:nvSpPr>
        <p:spPr>
          <a:xfrm>
            <a:off x="8282060" y="2522772"/>
            <a:ext cx="121250" cy="121250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55" name="橢圓 254">
            <a:extLst>
              <a:ext uri="{FF2B5EF4-FFF2-40B4-BE49-F238E27FC236}">
                <a16:creationId xmlns:a16="http://schemas.microsoft.com/office/drawing/2014/main" id="{3D03AE8A-0649-43F6-88BD-D3046186B8ED}"/>
              </a:ext>
            </a:extLst>
          </p:cNvPr>
          <p:cNvSpPr/>
          <p:nvPr/>
        </p:nvSpPr>
        <p:spPr>
          <a:xfrm>
            <a:off x="10299980" y="1567184"/>
            <a:ext cx="317417" cy="317417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56" name="橢圓 255">
            <a:extLst>
              <a:ext uri="{FF2B5EF4-FFF2-40B4-BE49-F238E27FC236}">
                <a16:creationId xmlns:a16="http://schemas.microsoft.com/office/drawing/2014/main" id="{64BA48E0-5A2A-422C-BDC1-409FEB652D1A}"/>
              </a:ext>
            </a:extLst>
          </p:cNvPr>
          <p:cNvSpPr/>
          <p:nvPr/>
        </p:nvSpPr>
        <p:spPr>
          <a:xfrm>
            <a:off x="10229575" y="1734905"/>
            <a:ext cx="267728" cy="267728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7" name="橢圓 256">
            <a:extLst>
              <a:ext uri="{FF2B5EF4-FFF2-40B4-BE49-F238E27FC236}">
                <a16:creationId xmlns:a16="http://schemas.microsoft.com/office/drawing/2014/main" id="{23142F84-F3BF-451D-B98A-1583810E26F0}"/>
              </a:ext>
            </a:extLst>
          </p:cNvPr>
          <p:cNvSpPr/>
          <p:nvPr/>
        </p:nvSpPr>
        <p:spPr>
          <a:xfrm>
            <a:off x="10185886" y="1913731"/>
            <a:ext cx="190016" cy="190016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8" name="橢圓 257">
            <a:extLst>
              <a:ext uri="{FF2B5EF4-FFF2-40B4-BE49-F238E27FC236}">
                <a16:creationId xmlns:a16="http://schemas.microsoft.com/office/drawing/2014/main" id="{F2848324-B5A4-4540-AC49-49C1D3872E6B}"/>
              </a:ext>
            </a:extLst>
          </p:cNvPr>
          <p:cNvSpPr/>
          <p:nvPr/>
        </p:nvSpPr>
        <p:spPr>
          <a:xfrm>
            <a:off x="10145009" y="2037777"/>
            <a:ext cx="143580" cy="143580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5CA4A872-9258-47F9-A89E-AA0ABBAFBBD7}"/>
              </a:ext>
            </a:extLst>
          </p:cNvPr>
          <p:cNvCxnSpPr>
            <a:cxnSpLocks/>
          </p:cNvCxnSpPr>
          <p:nvPr/>
        </p:nvCxnSpPr>
        <p:spPr>
          <a:xfrm>
            <a:off x="5709317" y="628650"/>
            <a:ext cx="0" cy="62293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5" name="直線接點 94">
            <a:extLst>
              <a:ext uri="{FF2B5EF4-FFF2-40B4-BE49-F238E27FC236}">
                <a16:creationId xmlns:a16="http://schemas.microsoft.com/office/drawing/2014/main" id="{08028D36-25BB-426F-908C-116AF7C89419}"/>
              </a:ext>
            </a:extLst>
          </p:cNvPr>
          <p:cNvCxnSpPr>
            <a:cxnSpLocks/>
          </p:cNvCxnSpPr>
          <p:nvPr/>
        </p:nvCxnSpPr>
        <p:spPr>
          <a:xfrm>
            <a:off x="4016374" y="628650"/>
            <a:ext cx="0" cy="62293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71" name="群組 270">
            <a:extLst>
              <a:ext uri="{FF2B5EF4-FFF2-40B4-BE49-F238E27FC236}">
                <a16:creationId xmlns:a16="http://schemas.microsoft.com/office/drawing/2014/main" id="{41DF1DD1-4024-47AA-B1E2-76BEB07BA2E1}"/>
              </a:ext>
            </a:extLst>
          </p:cNvPr>
          <p:cNvGrpSpPr/>
          <p:nvPr/>
        </p:nvGrpSpPr>
        <p:grpSpPr>
          <a:xfrm>
            <a:off x="898033" y="3465541"/>
            <a:ext cx="862094" cy="583304"/>
            <a:chOff x="1355233" y="3982273"/>
            <a:chExt cx="862094" cy="583304"/>
          </a:xfrm>
        </p:grpSpPr>
        <p:grpSp>
          <p:nvGrpSpPr>
            <p:cNvPr id="272" name="群組 271">
              <a:extLst>
                <a:ext uri="{FF2B5EF4-FFF2-40B4-BE49-F238E27FC236}">
                  <a16:creationId xmlns:a16="http://schemas.microsoft.com/office/drawing/2014/main" id="{F9B432A8-8929-4F4C-A5F8-E558EB1D8A3A}"/>
                </a:ext>
              </a:extLst>
            </p:cNvPr>
            <p:cNvGrpSpPr/>
            <p:nvPr/>
          </p:nvGrpSpPr>
          <p:grpSpPr>
            <a:xfrm>
              <a:off x="1757087" y="4189302"/>
              <a:ext cx="188539" cy="180861"/>
              <a:chOff x="1373392" y="2391859"/>
              <a:chExt cx="479433" cy="476538"/>
            </a:xfrm>
            <a:solidFill>
              <a:schemeClr val="tx1"/>
            </a:solidFill>
          </p:grpSpPr>
          <p:sp>
            <p:nvSpPr>
              <p:cNvPr id="275" name="箭號: 向右 274">
                <a:extLst>
                  <a:ext uri="{FF2B5EF4-FFF2-40B4-BE49-F238E27FC236}">
                    <a16:creationId xmlns:a16="http://schemas.microsoft.com/office/drawing/2014/main" id="{96ECD266-6AC3-49C8-93E9-F913D3B7E48B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00">
                  <a:solidFill>
                    <a:schemeClr val="tx1"/>
                  </a:solidFill>
                </a:endParaRPr>
              </a:p>
            </p:txBody>
          </p:sp>
          <p:sp>
            <p:nvSpPr>
              <p:cNvPr id="276" name="箭號: 向右 275">
                <a:extLst>
                  <a:ext uri="{FF2B5EF4-FFF2-40B4-BE49-F238E27FC236}">
                    <a16:creationId xmlns:a16="http://schemas.microsoft.com/office/drawing/2014/main" id="{2D79B39D-84AF-4893-B2D0-1DCD4932C247}"/>
                  </a:ext>
                </a:extLst>
              </p:cNvPr>
              <p:cNvSpPr/>
              <p:nvPr/>
            </p:nvSpPr>
            <p:spPr>
              <a:xfrm rot="16200000">
                <a:off x="1218866" y="2546385"/>
                <a:ext cx="441582" cy="132530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0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3" name="文字方塊 272">
                  <a:extLst>
                    <a:ext uri="{FF2B5EF4-FFF2-40B4-BE49-F238E27FC236}">
                      <a16:creationId xmlns:a16="http://schemas.microsoft.com/office/drawing/2014/main" id="{F31E5214-131C-4EEA-8BFA-0CD8FDD9E648}"/>
                    </a:ext>
                  </a:extLst>
                </p:cNvPr>
                <p:cNvSpPr txBox="1"/>
                <p:nvPr/>
              </p:nvSpPr>
              <p:spPr>
                <a:xfrm>
                  <a:off x="1355233" y="3982273"/>
                  <a:ext cx="671803" cy="3081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73" name="文字方塊 272">
                  <a:extLst>
                    <a:ext uri="{FF2B5EF4-FFF2-40B4-BE49-F238E27FC236}">
                      <a16:creationId xmlns:a16="http://schemas.microsoft.com/office/drawing/2014/main" id="{F31E5214-131C-4EEA-8BFA-0CD8FDD9E6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55233" y="3982273"/>
                  <a:ext cx="671803" cy="308161"/>
                </a:xfrm>
                <a:prstGeom prst="rect">
                  <a:avLst/>
                </a:prstGeom>
                <a:blipFill>
                  <a:blip r:embed="rId50"/>
                  <a:stretch>
                    <a:fillRect b="-196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4" name="文字方塊 273">
                  <a:extLst>
                    <a:ext uri="{FF2B5EF4-FFF2-40B4-BE49-F238E27FC236}">
                      <a16:creationId xmlns:a16="http://schemas.microsoft.com/office/drawing/2014/main" id="{BC040BD4-09F0-436B-AD29-79A7353FCE0E}"/>
                    </a:ext>
                  </a:extLst>
                </p:cNvPr>
                <p:cNvSpPr txBox="1"/>
                <p:nvPr/>
              </p:nvSpPr>
              <p:spPr>
                <a:xfrm>
                  <a:off x="1785553" y="4273189"/>
                  <a:ext cx="431774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74" name="文字方塊 273">
                  <a:extLst>
                    <a:ext uri="{FF2B5EF4-FFF2-40B4-BE49-F238E27FC236}">
                      <a16:creationId xmlns:a16="http://schemas.microsoft.com/office/drawing/2014/main" id="{BC040BD4-09F0-436B-AD29-79A7353FCE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5553" y="4273189"/>
                  <a:ext cx="431774" cy="292388"/>
                </a:xfrm>
                <a:prstGeom prst="rect">
                  <a:avLst/>
                </a:prstGeom>
                <a:blipFill>
                  <a:blip r:embed="rId51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矩形 99">
                <a:extLst>
                  <a:ext uri="{FF2B5EF4-FFF2-40B4-BE49-F238E27FC236}">
                    <a16:creationId xmlns:a16="http://schemas.microsoft.com/office/drawing/2014/main" id="{DBCFF574-1674-43A1-A757-7B30F763CC35}"/>
                  </a:ext>
                </a:extLst>
              </p:cNvPr>
              <p:cNvSpPr/>
              <p:nvPr/>
            </p:nvSpPr>
            <p:spPr>
              <a:xfrm>
                <a:off x="371083" y="743072"/>
                <a:ext cx="1914691" cy="4603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     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,−1,−1,2</m:t>
                                  </m:r>
                                </m:sub>
                                <m:sup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𝒛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zh-TW" altLang="en-US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0" name="矩形 99">
                <a:extLst>
                  <a:ext uri="{FF2B5EF4-FFF2-40B4-BE49-F238E27FC236}">
                    <a16:creationId xmlns:a16="http://schemas.microsoft.com/office/drawing/2014/main" id="{DBCFF574-1674-43A1-A757-7B30F763CC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083" y="743072"/>
                <a:ext cx="1914691" cy="460319"/>
              </a:xfrm>
              <a:prstGeom prst="rect">
                <a:avLst/>
              </a:prstGeom>
              <a:blipFill>
                <a:blip r:embed="rId52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" name="橢圓 115">
            <a:extLst>
              <a:ext uri="{FF2B5EF4-FFF2-40B4-BE49-F238E27FC236}">
                <a16:creationId xmlns:a16="http://schemas.microsoft.com/office/drawing/2014/main" id="{021B417B-31AA-4351-9DC9-81C4CF94818A}"/>
              </a:ext>
            </a:extLst>
          </p:cNvPr>
          <p:cNvSpPr/>
          <p:nvPr/>
        </p:nvSpPr>
        <p:spPr>
          <a:xfrm>
            <a:off x="10730756" y="2595303"/>
            <a:ext cx="111075" cy="111075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7" name="橢圓 116">
            <a:extLst>
              <a:ext uri="{FF2B5EF4-FFF2-40B4-BE49-F238E27FC236}">
                <a16:creationId xmlns:a16="http://schemas.microsoft.com/office/drawing/2014/main" id="{562AC694-0EBE-4E3C-AF58-775E37D30026}"/>
              </a:ext>
            </a:extLst>
          </p:cNvPr>
          <p:cNvSpPr/>
          <p:nvPr/>
        </p:nvSpPr>
        <p:spPr>
          <a:xfrm>
            <a:off x="10821244" y="2585778"/>
            <a:ext cx="85985" cy="85985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8" name="橢圓 117">
            <a:extLst>
              <a:ext uri="{FF2B5EF4-FFF2-40B4-BE49-F238E27FC236}">
                <a16:creationId xmlns:a16="http://schemas.microsoft.com/office/drawing/2014/main" id="{B5707F30-C7B5-4E15-9043-6B6BD8ECCC33}"/>
              </a:ext>
            </a:extLst>
          </p:cNvPr>
          <p:cNvSpPr/>
          <p:nvPr/>
        </p:nvSpPr>
        <p:spPr>
          <a:xfrm>
            <a:off x="10669861" y="2627427"/>
            <a:ext cx="85985" cy="85985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" name="橢圓 118">
            <a:extLst>
              <a:ext uri="{FF2B5EF4-FFF2-40B4-BE49-F238E27FC236}">
                <a16:creationId xmlns:a16="http://schemas.microsoft.com/office/drawing/2014/main" id="{86BEE41E-0589-4048-9305-1476CF439D0B}"/>
              </a:ext>
            </a:extLst>
          </p:cNvPr>
          <p:cNvSpPr/>
          <p:nvPr/>
        </p:nvSpPr>
        <p:spPr>
          <a:xfrm>
            <a:off x="10623979" y="2650005"/>
            <a:ext cx="69384" cy="69384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0" name="橢圓 119">
            <a:extLst>
              <a:ext uri="{FF2B5EF4-FFF2-40B4-BE49-F238E27FC236}">
                <a16:creationId xmlns:a16="http://schemas.microsoft.com/office/drawing/2014/main" id="{893DA085-E805-4AD3-A7BD-EA4C8801C038}"/>
              </a:ext>
            </a:extLst>
          </p:cNvPr>
          <p:cNvSpPr/>
          <p:nvPr/>
        </p:nvSpPr>
        <p:spPr>
          <a:xfrm>
            <a:off x="10893061" y="2578568"/>
            <a:ext cx="69384" cy="69384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1" name="橢圓 120">
            <a:extLst>
              <a:ext uri="{FF2B5EF4-FFF2-40B4-BE49-F238E27FC236}">
                <a16:creationId xmlns:a16="http://schemas.microsoft.com/office/drawing/2014/main" id="{14489E74-6F0E-430D-96BA-AE499D58FFAB}"/>
              </a:ext>
            </a:extLst>
          </p:cNvPr>
          <p:cNvSpPr/>
          <p:nvPr/>
        </p:nvSpPr>
        <p:spPr>
          <a:xfrm>
            <a:off x="8901856" y="1578884"/>
            <a:ext cx="111075" cy="111075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3" name="橢圓 132">
            <a:extLst>
              <a:ext uri="{FF2B5EF4-FFF2-40B4-BE49-F238E27FC236}">
                <a16:creationId xmlns:a16="http://schemas.microsoft.com/office/drawing/2014/main" id="{2A520198-78D1-45C0-8E6D-9A69976BED66}"/>
              </a:ext>
            </a:extLst>
          </p:cNvPr>
          <p:cNvSpPr/>
          <p:nvPr/>
        </p:nvSpPr>
        <p:spPr>
          <a:xfrm>
            <a:off x="8968532" y="1664609"/>
            <a:ext cx="85985" cy="85985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6" name="橢圓 135">
            <a:extLst>
              <a:ext uri="{FF2B5EF4-FFF2-40B4-BE49-F238E27FC236}">
                <a16:creationId xmlns:a16="http://schemas.microsoft.com/office/drawing/2014/main" id="{9D873917-DB09-4712-A954-A0BA1BEC9FAA}"/>
              </a:ext>
            </a:extLst>
          </p:cNvPr>
          <p:cNvSpPr/>
          <p:nvPr/>
        </p:nvSpPr>
        <p:spPr>
          <a:xfrm>
            <a:off x="8857630" y="1520521"/>
            <a:ext cx="85985" cy="85985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FD8DCE2F-B136-46AF-A8BC-6DEB4733DCC3}"/>
              </a:ext>
            </a:extLst>
          </p:cNvPr>
          <p:cNvSpPr/>
          <p:nvPr/>
        </p:nvSpPr>
        <p:spPr>
          <a:xfrm>
            <a:off x="8830798" y="1474042"/>
            <a:ext cx="69384" cy="69384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9" name="橢圓 138">
            <a:extLst>
              <a:ext uri="{FF2B5EF4-FFF2-40B4-BE49-F238E27FC236}">
                <a16:creationId xmlns:a16="http://schemas.microsoft.com/office/drawing/2014/main" id="{D368FB58-8F92-4602-8D23-848498BD8014}"/>
              </a:ext>
            </a:extLst>
          </p:cNvPr>
          <p:cNvSpPr/>
          <p:nvPr/>
        </p:nvSpPr>
        <p:spPr>
          <a:xfrm>
            <a:off x="9011773" y="1735980"/>
            <a:ext cx="69384" cy="69384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0" name="橢圓 139">
            <a:extLst>
              <a:ext uri="{FF2B5EF4-FFF2-40B4-BE49-F238E27FC236}">
                <a16:creationId xmlns:a16="http://schemas.microsoft.com/office/drawing/2014/main" id="{8678717C-ADC4-4F61-ABBC-584C883E306E}"/>
              </a:ext>
            </a:extLst>
          </p:cNvPr>
          <p:cNvSpPr/>
          <p:nvPr/>
        </p:nvSpPr>
        <p:spPr>
          <a:xfrm>
            <a:off x="9104299" y="4190233"/>
            <a:ext cx="62679" cy="62679"/>
          </a:xfrm>
          <a:prstGeom prst="ellipse">
            <a:avLst/>
          </a:prstGeom>
          <a:solidFill>
            <a:srgbClr val="00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1" name="橢圓 140">
            <a:extLst>
              <a:ext uri="{FF2B5EF4-FFF2-40B4-BE49-F238E27FC236}">
                <a16:creationId xmlns:a16="http://schemas.microsoft.com/office/drawing/2014/main" id="{4A612AD4-1891-4E00-8B7E-9BDDCDD701BC}"/>
              </a:ext>
            </a:extLst>
          </p:cNvPr>
          <p:cNvSpPr/>
          <p:nvPr/>
        </p:nvSpPr>
        <p:spPr>
          <a:xfrm>
            <a:off x="8847124" y="4123558"/>
            <a:ext cx="62679" cy="62679"/>
          </a:xfrm>
          <a:prstGeom prst="ellipse">
            <a:avLst/>
          </a:prstGeom>
          <a:solidFill>
            <a:srgbClr val="00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42" name="圖片 141">
            <a:extLst>
              <a:ext uri="{FF2B5EF4-FFF2-40B4-BE49-F238E27FC236}">
                <a16:creationId xmlns:a16="http://schemas.microsoft.com/office/drawing/2014/main" id="{C9FD13E6-BFF9-40F6-88DE-AA332E745D4B}"/>
              </a:ext>
            </a:extLst>
          </p:cNvPr>
          <p:cNvPicPr>
            <a:picLocks noChangeAspect="1"/>
          </p:cNvPicPr>
          <p:nvPr/>
        </p:nvPicPr>
        <p:blipFill rotWithShape="1">
          <a:blip r:embed="rId5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52" t="70186" r="5937" b="8575"/>
          <a:stretch/>
        </p:blipFill>
        <p:spPr>
          <a:xfrm>
            <a:off x="5351419" y="3502044"/>
            <a:ext cx="210021" cy="7778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矩形 142">
                <a:extLst>
                  <a:ext uri="{FF2B5EF4-FFF2-40B4-BE49-F238E27FC236}">
                    <a16:creationId xmlns:a16="http://schemas.microsoft.com/office/drawing/2014/main" id="{CEBA1772-0B00-4F93-869F-142968C9443C}"/>
                  </a:ext>
                </a:extLst>
              </p:cNvPr>
              <p:cNvSpPr/>
              <p:nvPr/>
            </p:nvSpPr>
            <p:spPr>
              <a:xfrm>
                <a:off x="5294594" y="3269032"/>
                <a:ext cx="365805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43" name="矩形 142">
                <a:extLst>
                  <a:ext uri="{FF2B5EF4-FFF2-40B4-BE49-F238E27FC236}">
                    <a16:creationId xmlns:a16="http://schemas.microsoft.com/office/drawing/2014/main" id="{CEBA1772-0B00-4F93-869F-142968C944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4594" y="3269032"/>
                <a:ext cx="365805" cy="338554"/>
              </a:xfrm>
              <a:prstGeom prst="rect">
                <a:avLst/>
              </a:prstGeom>
              <a:blipFill>
                <a:blip r:embed="rId5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矩形 143">
                <a:extLst>
                  <a:ext uri="{FF2B5EF4-FFF2-40B4-BE49-F238E27FC236}">
                    <a16:creationId xmlns:a16="http://schemas.microsoft.com/office/drawing/2014/main" id="{C9D8D15C-CC0D-4FEF-A3F4-4D68EA2EE789}"/>
                  </a:ext>
                </a:extLst>
              </p:cNvPr>
              <p:cNvSpPr/>
              <p:nvPr/>
            </p:nvSpPr>
            <p:spPr>
              <a:xfrm>
                <a:off x="5208031" y="4137034"/>
                <a:ext cx="538930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44" name="矩形 143">
                <a:extLst>
                  <a:ext uri="{FF2B5EF4-FFF2-40B4-BE49-F238E27FC236}">
                    <a16:creationId xmlns:a16="http://schemas.microsoft.com/office/drawing/2014/main" id="{C9D8D15C-CC0D-4FEF-A3F4-4D68EA2EE7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8031" y="4137034"/>
                <a:ext cx="538930" cy="338554"/>
              </a:xfrm>
              <a:prstGeom prst="rect">
                <a:avLst/>
              </a:prstGeom>
              <a:blipFill>
                <a:blip r:embed="rId5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文字方塊 144">
                <a:extLst>
                  <a:ext uri="{FF2B5EF4-FFF2-40B4-BE49-F238E27FC236}">
                    <a16:creationId xmlns:a16="http://schemas.microsoft.com/office/drawing/2014/main" id="{75C8D286-8A37-4C8D-AAE9-FBF6C27B72EB}"/>
                  </a:ext>
                </a:extLst>
              </p:cNvPr>
              <p:cNvSpPr txBox="1"/>
              <p:nvPr/>
            </p:nvSpPr>
            <p:spPr>
              <a:xfrm rot="5400000">
                <a:off x="5272335" y="3470200"/>
                <a:ext cx="385849" cy="351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45" name="文字方塊 144">
                <a:extLst>
                  <a:ext uri="{FF2B5EF4-FFF2-40B4-BE49-F238E27FC236}">
                    <a16:creationId xmlns:a16="http://schemas.microsoft.com/office/drawing/2014/main" id="{75C8D286-8A37-4C8D-AAE9-FBF6C27B72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5272335" y="3470200"/>
                <a:ext cx="385849" cy="351901"/>
              </a:xfrm>
              <a:prstGeom prst="rect">
                <a:avLst/>
              </a:prstGeom>
              <a:blipFill>
                <a:blip r:embed="rId56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96103116-EAF8-47B2-AE24-DC750428ABD0}"/>
                  </a:ext>
                </a:extLst>
              </p:cNvPr>
              <p:cNvSpPr txBox="1"/>
              <p:nvPr/>
            </p:nvSpPr>
            <p:spPr>
              <a:xfrm rot="5400000">
                <a:off x="2289522" y="3791811"/>
                <a:ext cx="385849" cy="351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96103116-EAF8-47B2-AE24-DC750428AB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2289522" y="3791811"/>
                <a:ext cx="385849" cy="351901"/>
              </a:xfrm>
              <a:prstGeom prst="rect">
                <a:avLst/>
              </a:prstGeom>
              <a:blipFill>
                <a:blip r:embed="rId58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矩形 151">
                <a:extLst>
                  <a:ext uri="{FF2B5EF4-FFF2-40B4-BE49-F238E27FC236}">
                    <a16:creationId xmlns:a16="http://schemas.microsoft.com/office/drawing/2014/main" id="{A4165E8C-340A-461C-A071-E288834EC54A}"/>
                  </a:ext>
                </a:extLst>
              </p:cNvPr>
              <p:cNvSpPr/>
              <p:nvPr/>
            </p:nvSpPr>
            <p:spPr>
              <a:xfrm>
                <a:off x="2322359" y="3134664"/>
                <a:ext cx="365805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52" name="矩形 151">
                <a:extLst>
                  <a:ext uri="{FF2B5EF4-FFF2-40B4-BE49-F238E27FC236}">
                    <a16:creationId xmlns:a16="http://schemas.microsoft.com/office/drawing/2014/main" id="{A4165E8C-340A-461C-A071-E288834EC5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2359" y="3134664"/>
                <a:ext cx="365805" cy="369332"/>
              </a:xfrm>
              <a:prstGeom prst="rect">
                <a:avLst/>
              </a:prstGeom>
              <a:blipFill>
                <a:blip r:embed="rId5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矩形 152">
                <a:extLst>
                  <a:ext uri="{FF2B5EF4-FFF2-40B4-BE49-F238E27FC236}">
                    <a16:creationId xmlns:a16="http://schemas.microsoft.com/office/drawing/2014/main" id="{06762915-29CB-45B3-AFAC-C7F406F252E5}"/>
                  </a:ext>
                </a:extLst>
              </p:cNvPr>
              <p:cNvSpPr/>
              <p:nvPr/>
            </p:nvSpPr>
            <p:spPr>
              <a:xfrm>
                <a:off x="2249867" y="4150664"/>
                <a:ext cx="53893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53" name="矩形 152">
                <a:extLst>
                  <a:ext uri="{FF2B5EF4-FFF2-40B4-BE49-F238E27FC236}">
                    <a16:creationId xmlns:a16="http://schemas.microsoft.com/office/drawing/2014/main" id="{06762915-29CB-45B3-AFAC-C7F406F252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9867" y="4150664"/>
                <a:ext cx="538930" cy="369332"/>
              </a:xfrm>
              <a:prstGeom prst="rect">
                <a:avLst/>
              </a:prstGeom>
              <a:blipFill>
                <a:blip r:embed="rId6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4B78A61A-04FC-457F-B247-FDC74DB0BD10}"/>
                  </a:ext>
                </a:extLst>
              </p:cNvPr>
              <p:cNvSpPr txBox="1"/>
              <p:nvPr/>
            </p:nvSpPr>
            <p:spPr>
              <a:xfrm>
                <a:off x="5915856" y="6185959"/>
                <a:ext cx="7117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4B78A61A-04FC-457F-B247-FDC74DB0BD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5856" y="6185959"/>
                <a:ext cx="711762" cy="276999"/>
              </a:xfrm>
              <a:prstGeom prst="rect">
                <a:avLst/>
              </a:prstGeom>
              <a:blipFill>
                <a:blip r:embed="rId6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8" name="直線接點 147">
            <a:extLst>
              <a:ext uri="{FF2B5EF4-FFF2-40B4-BE49-F238E27FC236}">
                <a16:creationId xmlns:a16="http://schemas.microsoft.com/office/drawing/2014/main" id="{87CB6E6A-73E1-4442-9F2A-900FEB525A92}"/>
              </a:ext>
            </a:extLst>
          </p:cNvPr>
          <p:cNvCxnSpPr>
            <a:cxnSpLocks/>
          </p:cNvCxnSpPr>
          <p:nvPr/>
        </p:nvCxnSpPr>
        <p:spPr>
          <a:xfrm>
            <a:off x="6578571" y="5428401"/>
            <a:ext cx="0" cy="106728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ysDash"/>
            <a:round/>
            <a:headEnd type="triangle" w="lg" len="lg"/>
            <a:tailEnd type="none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矩形 149">
                <a:extLst>
                  <a:ext uri="{FF2B5EF4-FFF2-40B4-BE49-F238E27FC236}">
                    <a16:creationId xmlns:a16="http://schemas.microsoft.com/office/drawing/2014/main" id="{1B2F12F6-C669-4D0C-887E-FE327DEC7BCA}"/>
                  </a:ext>
                </a:extLst>
              </p:cNvPr>
              <p:cNvSpPr/>
              <p:nvPr/>
            </p:nvSpPr>
            <p:spPr>
              <a:xfrm>
                <a:off x="7654442" y="4936964"/>
                <a:ext cx="516423" cy="3947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sub>
                      </m:sSub>
                    </m:oMath>
                  </m:oMathPara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150" name="矩形 149">
                <a:extLst>
                  <a:ext uri="{FF2B5EF4-FFF2-40B4-BE49-F238E27FC236}">
                    <a16:creationId xmlns:a16="http://schemas.microsoft.com/office/drawing/2014/main" id="{1B2F12F6-C669-4D0C-887E-FE327DEC7B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4442" y="4936964"/>
                <a:ext cx="516423" cy="394788"/>
              </a:xfrm>
              <a:prstGeom prst="rect">
                <a:avLst/>
              </a:prstGeom>
              <a:blipFill>
                <a:blip r:embed="rId62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0" name="圖形 159">
            <a:extLst>
              <a:ext uri="{FF2B5EF4-FFF2-40B4-BE49-F238E27FC236}">
                <a16:creationId xmlns:a16="http://schemas.microsoft.com/office/drawing/2014/main" id="{58C27B71-B16D-42AA-BB4D-EFF0DA142B97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r="75196"/>
          <a:stretch/>
        </p:blipFill>
        <p:spPr>
          <a:xfrm>
            <a:off x="593614" y="894032"/>
            <a:ext cx="223834" cy="213728"/>
          </a:xfrm>
          <a:prstGeom prst="rect">
            <a:avLst/>
          </a:prstGeom>
        </p:spPr>
      </p:pic>
      <p:pic>
        <p:nvPicPr>
          <p:cNvPr id="162" name="圖形 161">
            <a:extLst>
              <a:ext uri="{FF2B5EF4-FFF2-40B4-BE49-F238E27FC236}">
                <a16:creationId xmlns:a16="http://schemas.microsoft.com/office/drawing/2014/main" id="{695D557C-B4B1-4F8A-9C9B-F683C9153E10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r="75196"/>
          <a:stretch/>
        </p:blipFill>
        <p:spPr>
          <a:xfrm>
            <a:off x="5874249" y="5083022"/>
            <a:ext cx="223834" cy="21372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63" name="矩形 162">
                <a:extLst>
                  <a:ext uri="{FF2B5EF4-FFF2-40B4-BE49-F238E27FC236}">
                    <a16:creationId xmlns:a16="http://schemas.microsoft.com/office/drawing/2014/main" id="{81B24CA0-66D6-47F5-9104-9438DA7818EB}"/>
                  </a:ext>
                </a:extLst>
              </p:cNvPr>
              <p:cNvSpPr/>
              <p:nvPr/>
            </p:nvSpPr>
            <p:spPr>
              <a:xfrm>
                <a:off x="5653909" y="4945838"/>
                <a:ext cx="1914691" cy="4603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     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,−1,−1,2</m:t>
                                  </m:r>
                                </m:sub>
                                <m:sup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𝒛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zh-TW" altLang="en-US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63" name="矩形 162">
                <a:extLst>
                  <a:ext uri="{FF2B5EF4-FFF2-40B4-BE49-F238E27FC236}">
                    <a16:creationId xmlns:a16="http://schemas.microsoft.com/office/drawing/2014/main" id="{81B24CA0-66D6-47F5-9104-9438DA7818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3909" y="4945838"/>
                <a:ext cx="1914691" cy="460319"/>
              </a:xfrm>
              <a:prstGeom prst="rect">
                <a:avLst/>
              </a:prstGeom>
              <a:blipFill>
                <a:blip r:embed="rId63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5" name="文字方塊 154">
                <a:extLst>
                  <a:ext uri="{FF2B5EF4-FFF2-40B4-BE49-F238E27FC236}">
                    <a16:creationId xmlns:a16="http://schemas.microsoft.com/office/drawing/2014/main" id="{5EDEB351-C4A8-4F1B-9F4C-5A75098BD249}"/>
                  </a:ext>
                </a:extLst>
              </p:cNvPr>
              <p:cNvSpPr txBox="1"/>
              <p:nvPr/>
            </p:nvSpPr>
            <p:spPr>
              <a:xfrm rot="16200000">
                <a:off x="7263841" y="5822162"/>
                <a:ext cx="385849" cy="351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155" name="文字方塊 154">
                <a:extLst>
                  <a:ext uri="{FF2B5EF4-FFF2-40B4-BE49-F238E27FC236}">
                    <a16:creationId xmlns:a16="http://schemas.microsoft.com/office/drawing/2014/main" id="{5EDEB351-C4A8-4F1B-9F4C-5A75098BD2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7263841" y="5822162"/>
                <a:ext cx="385849" cy="351901"/>
              </a:xfrm>
              <a:prstGeom prst="rect">
                <a:avLst/>
              </a:prstGeom>
              <a:blipFill>
                <a:blip r:embed="rId64"/>
                <a:stretch>
                  <a:fillRect t="-1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25197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圖片 71">
            <a:extLst>
              <a:ext uri="{FF2B5EF4-FFF2-40B4-BE49-F238E27FC236}">
                <a16:creationId xmlns:a16="http://schemas.microsoft.com/office/drawing/2014/main" id="{21BCC3F4-35B0-4547-9379-F52B161E8F5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" r="15273"/>
          <a:stretch/>
        </p:blipFill>
        <p:spPr>
          <a:xfrm>
            <a:off x="7945201" y="3589118"/>
            <a:ext cx="207230" cy="822325"/>
          </a:xfrm>
          <a:prstGeom prst="rect">
            <a:avLst/>
          </a:prstGeom>
        </p:spPr>
      </p:pic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16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標題 1">
                <a:extLst>
                  <a:ext uri="{FF2B5EF4-FFF2-40B4-BE49-F238E27FC236}">
                    <a16:creationId xmlns:a16="http://schemas.microsoft.com/office/drawing/2014/main" id="{85109608-C351-4569-B725-63CC69087C1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-24293"/>
                <a:ext cx="12192000" cy="65346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Effect of relative phase </a:t>
                </a:r>
                <a14:m>
                  <m:oMath xmlns:m="http://schemas.openxmlformats.org/officeDocument/2006/math">
                    <m:r>
                      <a:rPr lang="en-US" altLang="zh-TW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4" name="標題 1">
                <a:extLst>
                  <a:ext uri="{FF2B5EF4-FFF2-40B4-BE49-F238E27FC236}">
                    <a16:creationId xmlns:a16="http://schemas.microsoft.com/office/drawing/2014/main" id="{85109608-C351-4569-B725-63CC69087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4293"/>
                <a:ext cx="12192000" cy="653467"/>
              </a:xfrm>
              <a:prstGeom prst="rect">
                <a:avLst/>
              </a:prstGeom>
              <a:blipFill>
                <a:blip r:embed="rId3"/>
                <a:stretch>
                  <a:fillRect l="-1250" t="-11215" b="-205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群組 24">
            <a:extLst>
              <a:ext uri="{FF2B5EF4-FFF2-40B4-BE49-F238E27FC236}">
                <a16:creationId xmlns:a16="http://schemas.microsoft.com/office/drawing/2014/main" id="{CA01A9D7-CF1D-47D6-A9D2-05E7457F0DF6}"/>
              </a:ext>
            </a:extLst>
          </p:cNvPr>
          <p:cNvGrpSpPr/>
          <p:nvPr/>
        </p:nvGrpSpPr>
        <p:grpSpPr>
          <a:xfrm>
            <a:off x="-74674" y="1188201"/>
            <a:ext cx="1829090" cy="456407"/>
            <a:chOff x="4937693" y="1384388"/>
            <a:chExt cx="1829090" cy="4564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矩形 25">
                  <a:extLst>
                    <a:ext uri="{FF2B5EF4-FFF2-40B4-BE49-F238E27FC236}">
                      <a16:creationId xmlns:a16="http://schemas.microsoft.com/office/drawing/2014/main" id="{68E567BA-0891-4EE5-AE9C-BDFADFEF561D}"/>
                    </a:ext>
                  </a:extLst>
                </p:cNvPr>
                <p:cNvSpPr/>
                <p:nvPr/>
              </p:nvSpPr>
              <p:spPr>
                <a:xfrm>
                  <a:off x="4937693" y="1384388"/>
                  <a:ext cx="1829090" cy="45640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∥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" name="矩形 25">
                  <a:extLst>
                    <a:ext uri="{FF2B5EF4-FFF2-40B4-BE49-F238E27FC236}">
                      <a16:creationId xmlns:a16="http://schemas.microsoft.com/office/drawing/2014/main" id="{68E567BA-0891-4EE5-AE9C-BDFADFEF561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7693" y="1384388"/>
                  <a:ext cx="1829090" cy="45640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7" name="圖形 26">
              <a:extLst>
                <a:ext uri="{FF2B5EF4-FFF2-40B4-BE49-F238E27FC236}">
                  <a16:creationId xmlns:a16="http://schemas.microsoft.com/office/drawing/2014/main" id="{FF73B9A1-7E25-4D24-997E-ED62D31DB72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l="54717" r="19245"/>
            <a:stretch/>
          </p:blipFill>
          <p:spPr>
            <a:xfrm>
              <a:off x="5078095" y="1507863"/>
              <a:ext cx="233506" cy="212400"/>
            </a:xfrm>
            <a:prstGeom prst="rect">
              <a:avLst/>
            </a:prstGeom>
          </p:spPr>
        </p:pic>
      </p:grp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08FB0F4F-17F9-4B30-9EC5-0450AD017276}"/>
              </a:ext>
            </a:extLst>
          </p:cNvPr>
          <p:cNvGrpSpPr/>
          <p:nvPr/>
        </p:nvGrpSpPr>
        <p:grpSpPr>
          <a:xfrm>
            <a:off x="-74674" y="1810154"/>
            <a:ext cx="1829090" cy="411266"/>
            <a:chOff x="4937693" y="1384388"/>
            <a:chExt cx="1829090" cy="41126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矩形 28">
                  <a:extLst>
                    <a:ext uri="{FF2B5EF4-FFF2-40B4-BE49-F238E27FC236}">
                      <a16:creationId xmlns:a16="http://schemas.microsoft.com/office/drawing/2014/main" id="{D8017E01-0C25-49DF-8A7F-502D8778DC27}"/>
                    </a:ext>
                  </a:extLst>
                </p:cNvPr>
                <p:cNvSpPr/>
                <p:nvPr/>
              </p:nvSpPr>
              <p:spPr>
                <a:xfrm>
                  <a:off x="4937693" y="1384388"/>
                  <a:ext cx="1829090" cy="41126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9" name="矩形 28">
                  <a:extLst>
                    <a:ext uri="{FF2B5EF4-FFF2-40B4-BE49-F238E27FC236}">
                      <a16:creationId xmlns:a16="http://schemas.microsoft.com/office/drawing/2014/main" id="{D8017E01-0C25-49DF-8A7F-502D8778DC2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7693" y="1384388"/>
                  <a:ext cx="1829090" cy="411266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0" name="圖形 29">
              <a:extLst>
                <a:ext uri="{FF2B5EF4-FFF2-40B4-BE49-F238E27FC236}">
                  <a16:creationId xmlns:a16="http://schemas.microsoft.com/office/drawing/2014/main" id="{06405977-D2B2-4E7F-89EB-40B91168767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l="54717" r="19245"/>
            <a:stretch/>
          </p:blipFill>
          <p:spPr>
            <a:xfrm>
              <a:off x="5078095" y="1507863"/>
              <a:ext cx="233506" cy="212400"/>
            </a:xfrm>
            <a:prstGeom prst="rect">
              <a:avLst/>
            </a:prstGeom>
          </p:spPr>
        </p:pic>
      </p:grpSp>
      <p:sp>
        <p:nvSpPr>
          <p:cNvPr id="31" name="矩形 30">
            <a:extLst>
              <a:ext uri="{FF2B5EF4-FFF2-40B4-BE49-F238E27FC236}">
                <a16:creationId xmlns:a16="http://schemas.microsoft.com/office/drawing/2014/main" id="{2BA4D512-CDFB-458F-983D-AF1D8D4E72F7}"/>
              </a:ext>
            </a:extLst>
          </p:cNvPr>
          <p:cNvSpPr/>
          <p:nvPr/>
        </p:nvSpPr>
        <p:spPr>
          <a:xfrm>
            <a:off x="6096001" y="2309094"/>
            <a:ext cx="6093864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intensity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E0DACB5-E747-41A1-93F6-728CF2EEC2B6}"/>
              </a:ext>
            </a:extLst>
          </p:cNvPr>
          <p:cNvSpPr/>
          <p:nvPr/>
        </p:nvSpPr>
        <p:spPr>
          <a:xfrm>
            <a:off x="2287" y="2309094"/>
            <a:ext cx="6093714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Polarization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trajectory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" name="圖片 34">
            <a:extLst>
              <a:ext uri="{FF2B5EF4-FFF2-40B4-BE49-F238E27FC236}">
                <a16:creationId xmlns:a16="http://schemas.microsoft.com/office/drawing/2014/main" id="{D6A70102-A7B1-493F-A44F-FAABAFCA094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07284" y="3434304"/>
            <a:ext cx="1080000" cy="1080000"/>
          </a:xfrm>
          <a:prstGeom prst="rect">
            <a:avLst/>
          </a:prstGeom>
        </p:spPr>
      </p:pic>
      <p:pic>
        <p:nvPicPr>
          <p:cNvPr id="38" name="圖片 37">
            <a:extLst>
              <a:ext uri="{FF2B5EF4-FFF2-40B4-BE49-F238E27FC236}">
                <a16:creationId xmlns:a16="http://schemas.microsoft.com/office/drawing/2014/main" id="{EA91F5C5-8E70-410F-A9F8-B26E73B3A49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88587" y="3442427"/>
            <a:ext cx="1080000" cy="108224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628ACCAF-35A3-44D8-9446-B48E715E0A04}"/>
                  </a:ext>
                </a:extLst>
              </p:cNvPr>
              <p:cNvSpPr/>
              <p:nvPr/>
            </p:nvSpPr>
            <p:spPr>
              <a:xfrm>
                <a:off x="2042904" y="3096004"/>
                <a:ext cx="81201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628ACCAF-35A3-44D8-9446-B48E715E0A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2904" y="3096004"/>
                <a:ext cx="812017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D869DA86-5386-4E42-A37F-9534A1864EEB}"/>
                  </a:ext>
                </a:extLst>
              </p:cNvPr>
              <p:cNvSpPr/>
              <p:nvPr/>
            </p:nvSpPr>
            <p:spPr>
              <a:xfrm>
                <a:off x="3356376" y="3096004"/>
                <a:ext cx="82496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D869DA86-5386-4E42-A37F-9534A1864E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6376" y="3096004"/>
                <a:ext cx="82496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圖片 5">
            <a:extLst>
              <a:ext uri="{FF2B5EF4-FFF2-40B4-BE49-F238E27FC236}">
                <a16:creationId xmlns:a16="http://schemas.microsoft.com/office/drawing/2014/main" id="{4841D991-394A-4F23-86D6-E5AFCC8F59F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86249" y="4690174"/>
            <a:ext cx="1080000" cy="10800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E8B2C167-E35F-4814-B372-8A1ED66A679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96573" y="3434304"/>
            <a:ext cx="1080000" cy="108411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40F48078-E32A-496C-8D6E-BEFAF25541F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07284" y="4688113"/>
            <a:ext cx="1080000" cy="10841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A806A11B-7078-4B64-A4C0-9E9CB0F33BE7}"/>
                  </a:ext>
                </a:extLst>
              </p:cNvPr>
              <p:cNvSpPr/>
              <p:nvPr/>
            </p:nvSpPr>
            <p:spPr>
              <a:xfrm>
                <a:off x="8344687" y="3096004"/>
                <a:ext cx="81201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A806A11B-7078-4B64-A4C0-9E9CB0F33B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4687" y="3096004"/>
                <a:ext cx="812017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B3469E16-9FB0-419C-AE83-6FFB3C835173}"/>
                  </a:ext>
                </a:extLst>
              </p:cNvPr>
              <p:cNvSpPr/>
              <p:nvPr/>
            </p:nvSpPr>
            <p:spPr>
              <a:xfrm>
                <a:off x="9641564" y="3096004"/>
                <a:ext cx="82496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B3469E16-9FB0-419C-AE83-6FFB3C8351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1564" y="3096004"/>
                <a:ext cx="824969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圖片 8">
            <a:extLst>
              <a:ext uri="{FF2B5EF4-FFF2-40B4-BE49-F238E27FC236}">
                <a16:creationId xmlns:a16="http://schemas.microsoft.com/office/drawing/2014/main" id="{EC4536CE-1640-42C1-8623-35E922973BE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537756" y="3442427"/>
            <a:ext cx="1080000" cy="1082477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00A8FE4C-2696-4D62-A5D3-72D2D2A90CB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188587" y="4688930"/>
            <a:ext cx="1080000" cy="1082489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AEB36F6B-C918-4942-A253-A06CA90227B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537756" y="4690174"/>
            <a:ext cx="1080000" cy="108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矩形 116">
                <a:extLst>
                  <a:ext uri="{FF2B5EF4-FFF2-40B4-BE49-F238E27FC236}">
                    <a16:creationId xmlns:a16="http://schemas.microsoft.com/office/drawing/2014/main" id="{46EC2AC0-FB98-4FEA-9635-2C5A2AB7BEDA}"/>
                  </a:ext>
                </a:extLst>
              </p:cNvPr>
              <p:cNvSpPr/>
              <p:nvPr/>
            </p:nvSpPr>
            <p:spPr>
              <a:xfrm>
                <a:off x="1567101" y="1145383"/>
                <a:ext cx="10759643" cy="5418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27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∝</m:t>
                      </m:r>
                      <m:f>
                        <m:fPr>
                          <m:ctrlPr>
                            <a:rPr lang="en-US" altLang="zh-TW" sz="127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TW" sz="127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27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en-US" altLang="zh-TW" sz="127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sz="127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27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27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27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27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27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  <m:sup>
                              <m:r>
                                <a:rPr lang="en-US" altLang="zh-TW" sz="127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27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7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27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d>
                                <m:dPr>
                                  <m:ctrlP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TW" sz="127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27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27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ℓ</m:t>
                                      </m:r>
                                    </m:num>
                                    <m:den>
                                      <m:r>
                                        <a:rPr lang="en-US" altLang="zh-TW" sz="127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en-US" altLang="zh-TW" sz="127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7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7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7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7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7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altLang="zh-TW" sz="127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127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num>
                                    <m:den>
                                      <m:r>
                                        <a:rPr lang="en-US" altLang="zh-TW" sz="127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en-US" altLang="zh-TW" sz="127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sz="127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const</m:t>
                                  </m:r>
                                  <m:r>
                                    <a:rPr lang="en-US" altLang="zh-TW" sz="127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27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  <m:r>
                                <a:rPr lang="en-US" altLang="zh-TW" sz="127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127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d>
                                <m:dPr>
                                  <m:ctrlP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TW" sz="127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27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27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ℓ</m:t>
                                      </m:r>
                                    </m:num>
                                    <m:den>
                                      <m:r>
                                        <a:rPr lang="en-US" altLang="zh-TW" sz="127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en-US" altLang="zh-TW" sz="127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7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7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7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7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7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altLang="zh-TW" sz="127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127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num>
                                    <m:den>
                                      <m:r>
                                        <a:rPr lang="en-US" altLang="zh-TW" sz="127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en-US" altLang="zh-TW" sz="127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sz="127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const</m:t>
                                  </m:r>
                                  <m:r>
                                    <a:rPr lang="en-US" altLang="zh-TW" sz="127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27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</m:d>
                          <m:r>
                            <a:rPr lang="en-US" altLang="zh-TW" sz="127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TW" sz="127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27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27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27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27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27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  <m:sup>
                              <m:r>
                                <a:rPr lang="en-US" altLang="zh-TW" sz="127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27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27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7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27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sin</m:t>
                              </m:r>
                              <m:d>
                                <m:dPr>
                                  <m:ctrlPr>
                                    <a:rPr lang="en-US" altLang="zh-TW" sz="127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TW" sz="127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27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27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ℓ</m:t>
                                      </m:r>
                                    </m:num>
                                    <m:den>
                                      <m:r>
                                        <a:rPr lang="en-US" altLang="zh-TW" sz="127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en-US" altLang="zh-TW" sz="127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7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7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7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7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7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altLang="zh-TW" sz="127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127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num>
                                    <m:den>
                                      <m:r>
                                        <a:rPr lang="en-US" altLang="zh-TW" sz="127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en-US" altLang="zh-TW" sz="127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sz="127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const</m:t>
                                  </m:r>
                                  <m:r>
                                    <a:rPr lang="en-US" altLang="zh-TW" sz="127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27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  <m:r>
                                <a:rPr lang="en-US" altLang="zh-TW" sz="127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127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  <m:d>
                                <m:dPr>
                                  <m:ctrlP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TW" sz="127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27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27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ℓ</m:t>
                                      </m:r>
                                    </m:num>
                                    <m:den>
                                      <m:r>
                                        <a:rPr lang="en-US" altLang="zh-TW" sz="127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en-US" altLang="zh-TW" sz="127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7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7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7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7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7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altLang="zh-TW" sz="127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127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num>
                                    <m:den>
                                      <m:r>
                                        <a:rPr lang="en-US" altLang="zh-TW" sz="127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en-US" altLang="zh-TW" sz="127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sz="127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const</m:t>
                                  </m:r>
                                  <m:r>
                                    <a:rPr lang="en-US" altLang="zh-TW" sz="127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27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zh-TW" altLang="en-US" sz="127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7" name="矩形 116">
                <a:extLst>
                  <a:ext uri="{FF2B5EF4-FFF2-40B4-BE49-F238E27FC236}">
                    <a16:creationId xmlns:a16="http://schemas.microsoft.com/office/drawing/2014/main" id="{46EC2AC0-FB98-4FEA-9635-2C5A2AB7BE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7101" y="1145383"/>
                <a:ext cx="10759643" cy="541815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矩形 117">
                <a:extLst>
                  <a:ext uri="{FF2B5EF4-FFF2-40B4-BE49-F238E27FC236}">
                    <a16:creationId xmlns:a16="http://schemas.microsoft.com/office/drawing/2014/main" id="{F1958CC9-0653-4E71-BB6F-389ACE8DB239}"/>
                  </a:ext>
                </a:extLst>
              </p:cNvPr>
              <p:cNvSpPr/>
              <p:nvPr/>
            </p:nvSpPr>
            <p:spPr>
              <a:xfrm>
                <a:off x="1576628" y="1770645"/>
                <a:ext cx="6183744" cy="5418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27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∝</m:t>
                      </m:r>
                      <m:f>
                        <m:fPr>
                          <m:ctrlPr>
                            <a:rPr lang="en-US" altLang="zh-TW" sz="127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TW" sz="127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27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en-US" altLang="zh-TW" sz="127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sz="127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27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27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27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27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27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  <m:sup>
                              <m:r>
                                <a:rPr lang="en-US" altLang="zh-TW" sz="127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27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TW" sz="127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ctrlPr>
                                <a:rPr lang="en-US" altLang="zh-TW" sz="127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TW" sz="127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num>
                                <m:den>
                                  <m: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altLang="zh-TW" sz="127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7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27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7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7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27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sz="127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7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TW" sz="127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TW" sz="127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127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const</m:t>
                              </m:r>
                              <m:r>
                                <a:rPr lang="en-US" altLang="zh-TW" sz="127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d>
                          <m:r>
                            <a:rPr lang="en-US" altLang="zh-TW" sz="127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TW" sz="127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27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27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27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27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27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  <m:sup>
                              <m:r>
                                <a:rPr lang="en-US" altLang="zh-TW" sz="127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27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27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m:rPr>
                              <m:sty m:val="p"/>
                            </m:rPr>
                            <a:rPr lang="en-US" altLang="zh-TW" sz="127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sin</m:t>
                          </m:r>
                          <m:d>
                            <m:dPr>
                              <m:ctrlPr>
                                <a:rPr lang="en-US" altLang="zh-TW" sz="127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TW" sz="127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num>
                                <m:den>
                                  <m: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altLang="zh-TW" sz="127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7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27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7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7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27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sz="127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7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TW" sz="127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TW" sz="127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127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const</m:t>
                              </m:r>
                              <m:r>
                                <a:rPr lang="en-US" altLang="zh-TW" sz="127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d>
                        </m:e>
                      </m:d>
                      <m:acc>
                        <m:accPr>
                          <m:chr m:val="̂"/>
                          <m:ctrlPr>
                            <a:rPr lang="en-US" altLang="zh-TW" sz="127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27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127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8" name="矩形 117">
                <a:extLst>
                  <a:ext uri="{FF2B5EF4-FFF2-40B4-BE49-F238E27FC236}">
                    <a16:creationId xmlns:a16="http://schemas.microsoft.com/office/drawing/2014/main" id="{F1958CC9-0653-4E71-BB6F-389ACE8DB2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6628" y="1770645"/>
                <a:ext cx="6183744" cy="541815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直線接點 53">
            <a:extLst>
              <a:ext uri="{FF2B5EF4-FFF2-40B4-BE49-F238E27FC236}">
                <a16:creationId xmlns:a16="http://schemas.microsoft.com/office/drawing/2014/main" id="{AFCC88FC-2F6E-40F0-B38A-23DF9C7A0335}"/>
              </a:ext>
            </a:extLst>
          </p:cNvPr>
          <p:cNvCxnSpPr>
            <a:cxnSpLocks/>
          </p:cNvCxnSpPr>
          <p:nvPr/>
        </p:nvCxnSpPr>
        <p:spPr>
          <a:xfrm>
            <a:off x="6096000" y="2709746"/>
            <a:ext cx="0" cy="414825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78" name="群組 77">
            <a:extLst>
              <a:ext uri="{FF2B5EF4-FFF2-40B4-BE49-F238E27FC236}">
                <a16:creationId xmlns:a16="http://schemas.microsoft.com/office/drawing/2014/main" id="{80F08775-4999-466B-8494-019D1E34429D}"/>
              </a:ext>
            </a:extLst>
          </p:cNvPr>
          <p:cNvGrpSpPr/>
          <p:nvPr/>
        </p:nvGrpSpPr>
        <p:grpSpPr>
          <a:xfrm>
            <a:off x="2273325" y="3641404"/>
            <a:ext cx="483108" cy="476014"/>
            <a:chOff x="1338869" y="2976272"/>
            <a:chExt cx="483108" cy="476014"/>
          </a:xfrm>
        </p:grpSpPr>
        <p:grpSp>
          <p:nvGrpSpPr>
            <p:cNvPr id="80" name="群組 79">
              <a:extLst>
                <a:ext uri="{FF2B5EF4-FFF2-40B4-BE49-F238E27FC236}">
                  <a16:creationId xmlns:a16="http://schemas.microsoft.com/office/drawing/2014/main" id="{C17A8C3E-9057-450F-91A3-382E7E2F46A9}"/>
                </a:ext>
              </a:extLst>
            </p:cNvPr>
            <p:cNvGrpSpPr/>
            <p:nvPr/>
          </p:nvGrpSpPr>
          <p:grpSpPr>
            <a:xfrm>
              <a:off x="1500175" y="3241829"/>
              <a:ext cx="87607" cy="84039"/>
              <a:chOff x="1373392" y="2391862"/>
              <a:chExt cx="479433" cy="476535"/>
            </a:xfrm>
            <a:solidFill>
              <a:schemeClr val="bg1"/>
            </a:solidFill>
          </p:grpSpPr>
          <p:sp>
            <p:nvSpPr>
              <p:cNvPr id="86" name="箭號: 向右 85">
                <a:extLst>
                  <a:ext uri="{FF2B5EF4-FFF2-40B4-BE49-F238E27FC236}">
                    <a16:creationId xmlns:a16="http://schemas.microsoft.com/office/drawing/2014/main" id="{804314B8-0752-42F7-BFBC-F9331B9F0E87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bg1"/>
                  </a:solidFill>
                </a:endParaRPr>
              </a:p>
            </p:txBody>
          </p:sp>
          <p:sp>
            <p:nvSpPr>
              <p:cNvPr id="87" name="箭號: 向右 86">
                <a:extLst>
                  <a:ext uri="{FF2B5EF4-FFF2-40B4-BE49-F238E27FC236}">
                    <a16:creationId xmlns:a16="http://schemas.microsoft.com/office/drawing/2014/main" id="{72C5CBA8-B1DF-411A-8528-E308726F863C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文字方塊 81">
                  <a:extLst>
                    <a:ext uri="{FF2B5EF4-FFF2-40B4-BE49-F238E27FC236}">
                      <a16:creationId xmlns:a16="http://schemas.microsoft.com/office/drawing/2014/main" id="{E3AAE6AC-93D4-4F3A-AF62-1ACE06233980}"/>
                    </a:ext>
                  </a:extLst>
                </p:cNvPr>
                <p:cNvSpPr txBox="1"/>
                <p:nvPr/>
              </p:nvSpPr>
              <p:spPr>
                <a:xfrm>
                  <a:off x="1338869" y="2976272"/>
                  <a:ext cx="332280" cy="2916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00" name="文字方塊 99">
                  <a:extLst>
                    <a:ext uri="{FF2B5EF4-FFF2-40B4-BE49-F238E27FC236}">
                      <a16:creationId xmlns:a16="http://schemas.microsoft.com/office/drawing/2014/main" id="{9ABA27EE-293F-40EF-AEFC-79408D1E35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8869" y="2976272"/>
                  <a:ext cx="332280" cy="291617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字方塊 83">
                  <a:extLst>
                    <a:ext uri="{FF2B5EF4-FFF2-40B4-BE49-F238E27FC236}">
                      <a16:creationId xmlns:a16="http://schemas.microsoft.com/office/drawing/2014/main" id="{6890C121-17D1-4AC5-A3E0-97EBFA450E06}"/>
                    </a:ext>
                  </a:extLst>
                </p:cNvPr>
                <p:cNvSpPr txBox="1"/>
                <p:nvPr/>
              </p:nvSpPr>
              <p:spPr>
                <a:xfrm>
                  <a:off x="1527572" y="3175288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01" name="文字方塊 100">
                  <a:extLst>
                    <a:ext uri="{FF2B5EF4-FFF2-40B4-BE49-F238E27FC236}">
                      <a16:creationId xmlns:a16="http://schemas.microsoft.com/office/drawing/2014/main" id="{ACC28893-3A74-405A-89E6-BD8BB6D62E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7572" y="3175288"/>
                  <a:ext cx="294405" cy="276998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群組 4">
            <a:extLst>
              <a:ext uri="{FF2B5EF4-FFF2-40B4-BE49-F238E27FC236}">
                <a16:creationId xmlns:a16="http://schemas.microsoft.com/office/drawing/2014/main" id="{2427D5B3-DB17-4F3C-86C7-D5DC0C9A5040}"/>
              </a:ext>
            </a:extLst>
          </p:cNvPr>
          <p:cNvGrpSpPr/>
          <p:nvPr/>
        </p:nvGrpSpPr>
        <p:grpSpPr>
          <a:xfrm>
            <a:off x="8543485" y="3641404"/>
            <a:ext cx="483108" cy="476014"/>
            <a:chOff x="7614758" y="3184204"/>
            <a:chExt cx="483108" cy="476014"/>
          </a:xfrm>
        </p:grpSpPr>
        <p:grpSp>
          <p:nvGrpSpPr>
            <p:cNvPr id="97" name="群組 96">
              <a:extLst>
                <a:ext uri="{FF2B5EF4-FFF2-40B4-BE49-F238E27FC236}">
                  <a16:creationId xmlns:a16="http://schemas.microsoft.com/office/drawing/2014/main" id="{63A82A06-163E-4D3F-BACB-5FE16F070BC7}"/>
                </a:ext>
              </a:extLst>
            </p:cNvPr>
            <p:cNvGrpSpPr/>
            <p:nvPr/>
          </p:nvGrpSpPr>
          <p:grpSpPr>
            <a:xfrm>
              <a:off x="7776064" y="3449761"/>
              <a:ext cx="87607" cy="84039"/>
              <a:chOff x="1373392" y="2391862"/>
              <a:chExt cx="479433" cy="476535"/>
            </a:xfrm>
            <a:solidFill>
              <a:schemeClr val="tx1"/>
            </a:solidFill>
          </p:grpSpPr>
          <p:sp>
            <p:nvSpPr>
              <p:cNvPr id="102" name="箭號: 向右 101">
                <a:extLst>
                  <a:ext uri="{FF2B5EF4-FFF2-40B4-BE49-F238E27FC236}">
                    <a16:creationId xmlns:a16="http://schemas.microsoft.com/office/drawing/2014/main" id="{68179B75-8477-46F4-BE61-6BA0A5592DF5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104" name="箭號: 向右 103">
                <a:extLst>
                  <a:ext uri="{FF2B5EF4-FFF2-40B4-BE49-F238E27FC236}">
                    <a16:creationId xmlns:a16="http://schemas.microsoft.com/office/drawing/2014/main" id="{F3303713-4904-4BFC-B659-997896DD3E46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文字方塊 87">
                  <a:extLst>
                    <a:ext uri="{FF2B5EF4-FFF2-40B4-BE49-F238E27FC236}">
                      <a16:creationId xmlns:a16="http://schemas.microsoft.com/office/drawing/2014/main" id="{5F816576-D02E-4202-8023-C378479D218D}"/>
                    </a:ext>
                  </a:extLst>
                </p:cNvPr>
                <p:cNvSpPr txBox="1"/>
                <p:nvPr/>
              </p:nvSpPr>
              <p:spPr>
                <a:xfrm>
                  <a:off x="7614758" y="3184204"/>
                  <a:ext cx="332280" cy="2916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8" name="文字方塊 87">
                  <a:extLst>
                    <a:ext uri="{FF2B5EF4-FFF2-40B4-BE49-F238E27FC236}">
                      <a16:creationId xmlns:a16="http://schemas.microsoft.com/office/drawing/2014/main" id="{5F816576-D02E-4202-8023-C378479D21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4758" y="3184204"/>
                  <a:ext cx="332280" cy="291617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文字方塊 88">
                  <a:extLst>
                    <a:ext uri="{FF2B5EF4-FFF2-40B4-BE49-F238E27FC236}">
                      <a16:creationId xmlns:a16="http://schemas.microsoft.com/office/drawing/2014/main" id="{406CB221-DA5D-4033-9B99-1AD7E8908CC6}"/>
                    </a:ext>
                  </a:extLst>
                </p:cNvPr>
                <p:cNvSpPr txBox="1"/>
                <p:nvPr/>
              </p:nvSpPr>
              <p:spPr>
                <a:xfrm>
                  <a:off x="7803461" y="3383220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9" name="文字方塊 88">
                  <a:extLst>
                    <a:ext uri="{FF2B5EF4-FFF2-40B4-BE49-F238E27FC236}">
                      <a16:creationId xmlns:a16="http://schemas.microsoft.com/office/drawing/2014/main" id="{406CB221-DA5D-4033-9B99-1AD7E8908C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03461" y="3383220"/>
                  <a:ext cx="294405" cy="276998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文字方塊 89">
                <a:extLst>
                  <a:ext uri="{FF2B5EF4-FFF2-40B4-BE49-F238E27FC236}">
                    <a16:creationId xmlns:a16="http://schemas.microsoft.com/office/drawing/2014/main" id="{C6BAD82D-F67F-473A-9414-1361188070E3}"/>
                  </a:ext>
                </a:extLst>
              </p:cNvPr>
              <p:cNvSpPr txBox="1"/>
              <p:nvPr/>
            </p:nvSpPr>
            <p:spPr>
              <a:xfrm>
                <a:off x="8045907" y="4197115"/>
                <a:ext cx="7117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0" name="文字方塊 89">
                <a:extLst>
                  <a:ext uri="{FF2B5EF4-FFF2-40B4-BE49-F238E27FC236}">
                    <a16:creationId xmlns:a16="http://schemas.microsoft.com/office/drawing/2014/main" id="{C6BAD82D-F67F-473A-9414-1361188070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5907" y="4197115"/>
                <a:ext cx="711762" cy="276999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F8A45BDD-36E6-46A5-9FC7-E3E7D6889171}"/>
                  </a:ext>
                </a:extLst>
              </p:cNvPr>
              <p:cNvSpPr/>
              <p:nvPr/>
            </p:nvSpPr>
            <p:spPr>
              <a:xfrm>
                <a:off x="1836207" y="6003133"/>
                <a:ext cx="2534800" cy="369332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ea typeface="inherit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inherit"/>
                    <a:cs typeface="Times New Roman" panose="02020603050405020304" pitchFamily="18" charset="0"/>
                  </a:rPr>
                  <a:t>rotate the </a:t>
                </a:r>
                <a:r>
                  <a:rPr lang="en-US" altLang="zh-TW" dirty="0">
                    <a:latin typeface="Times New Roman" panose="02020603050405020304" pitchFamily="18" charset="0"/>
                    <a:ea typeface="inherit"/>
                    <a:cs typeface="Times New Roman" panose="02020603050405020304" pitchFamily="18" charset="0"/>
                  </a:rPr>
                  <a:t>orientation</a:t>
                </a:r>
              </a:p>
            </p:txBody>
          </p:sp>
        </mc:Choice>
        <mc:Fallback xmlns=""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F8A45BDD-36E6-46A5-9FC7-E3E7D68891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6207" y="6003133"/>
                <a:ext cx="2534800" cy="36933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79416857-EC86-4991-90C1-122E8465D0B8}"/>
                  </a:ext>
                </a:extLst>
              </p:cNvPr>
              <p:cNvSpPr/>
              <p:nvPr/>
            </p:nvSpPr>
            <p:spPr>
              <a:xfrm>
                <a:off x="7446890" y="5852212"/>
                <a:ext cx="3442111" cy="646331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marL="342900" indent="-342900">
                  <a:buFontTx/>
                  <a:buAutoNum type="arabicPeriod"/>
                </a:pPr>
                <a:r>
                  <a:rPr lang="en-US" altLang="zh-TW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TW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r>
                      <a:rPr lang="en-US" altLang="zh-TW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TW" dirty="0">
                    <a:solidFill>
                      <a:schemeClr val="bg1"/>
                    </a:solidFill>
                  </a:rPr>
                  <a:t> : </a:t>
                </a:r>
                <a14:m>
                  <m:oMath xmlns:m="http://schemas.openxmlformats.org/officeDocument/2006/math">
                    <m:r>
                      <a:rPr lang="en-US" altLang="zh-TW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TW" altLang="en-US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inherit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inherit"/>
                    <a:cs typeface="Times New Roman" panose="02020603050405020304" pitchFamily="18" charset="0"/>
                  </a:rPr>
                  <a:t>change the intensity </a:t>
                </a:r>
                <a:endParaRPr lang="zh-TW" alt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Tx/>
                  <a:buAutoNum type="arabicPeriod"/>
                </a:pPr>
                <a:r>
                  <a:rPr lang="en-US" altLang="zh-TW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TW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r>
                      <a:rPr lang="en-US" altLang="zh-TW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TW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TW" altLang="en-US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zh-TW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TW" altLang="en-US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inherit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inherit"/>
                    <a:cs typeface="Times New Roman" panose="02020603050405020304" pitchFamily="18" charset="0"/>
                  </a:rPr>
                  <a:t>rotate the pattern </a:t>
                </a:r>
                <a:endParaRPr lang="zh-TW" alt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79416857-EC86-4991-90C1-122E8465D0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6890" y="5852212"/>
                <a:ext cx="3442111" cy="646331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FDEDF769-4191-4BB7-81AF-4B1453179D3A}"/>
                  </a:ext>
                </a:extLst>
              </p:cNvPr>
              <p:cNvSpPr/>
              <p:nvPr/>
            </p:nvSpPr>
            <p:spPr>
              <a:xfrm>
                <a:off x="6856635" y="3917635"/>
                <a:ext cx="90249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FDEDF769-4191-4BB7-81AF-4B1453179D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6635" y="3917635"/>
                <a:ext cx="902491" cy="369332"/>
              </a:xfrm>
              <a:prstGeom prst="rect">
                <a:avLst/>
              </a:prstGeom>
              <a:blipFill>
                <a:blip r:embed="rId29"/>
                <a:stretch>
                  <a:fillRect b="-11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4" name="矩形 93">
                <a:extLst>
                  <a:ext uri="{FF2B5EF4-FFF2-40B4-BE49-F238E27FC236}">
                    <a16:creationId xmlns:a16="http://schemas.microsoft.com/office/drawing/2014/main" id="{387A5A1C-48D2-4A85-AADB-1ACFE2424CDB}"/>
                  </a:ext>
                </a:extLst>
              </p:cNvPr>
              <p:cNvSpPr/>
              <p:nvPr/>
            </p:nvSpPr>
            <p:spPr>
              <a:xfrm>
                <a:off x="6770072" y="5015932"/>
                <a:ext cx="107561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=−4</m:t>
                      </m:r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4" name="矩形 93">
                <a:extLst>
                  <a:ext uri="{FF2B5EF4-FFF2-40B4-BE49-F238E27FC236}">
                    <a16:creationId xmlns:a16="http://schemas.microsoft.com/office/drawing/2014/main" id="{387A5A1C-48D2-4A85-AADB-1ACFE2424C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0072" y="5015932"/>
                <a:ext cx="1075615" cy="369332"/>
              </a:xfrm>
              <a:prstGeom prst="rect">
                <a:avLst/>
              </a:prstGeom>
              <a:blipFill>
                <a:blip r:embed="rId30"/>
                <a:stretch>
                  <a:fillRect b="-11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33C43893-1221-4111-9898-F4E772A12A44}"/>
                  </a:ext>
                </a:extLst>
              </p:cNvPr>
              <p:cNvSpPr/>
              <p:nvPr/>
            </p:nvSpPr>
            <p:spPr>
              <a:xfrm>
                <a:off x="971257" y="3858678"/>
                <a:ext cx="93006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ℓ=2</m:t>
                      </m:r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33C43893-1221-4111-9898-F4E772A12A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257" y="3858678"/>
                <a:ext cx="930063" cy="36933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F2844D55-5698-4D6D-A7FF-AD333CFDAE2D}"/>
                  </a:ext>
                </a:extLst>
              </p:cNvPr>
              <p:cNvSpPr/>
              <p:nvPr/>
            </p:nvSpPr>
            <p:spPr>
              <a:xfrm>
                <a:off x="875817" y="5023811"/>
                <a:ext cx="1103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ℓ=−2</m:t>
                      </m:r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F2844D55-5698-4D6D-A7FF-AD333CFDAE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817" y="5023811"/>
                <a:ext cx="1103187" cy="36933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0" name="文字方塊 139">
                <a:extLst>
                  <a:ext uri="{FF2B5EF4-FFF2-40B4-BE49-F238E27FC236}">
                    <a16:creationId xmlns:a16="http://schemas.microsoft.com/office/drawing/2014/main" id="{FA329F1D-BCAF-40B5-8585-C9B8F786F9D6}"/>
                  </a:ext>
                </a:extLst>
              </p:cNvPr>
              <p:cNvSpPr txBox="1"/>
              <p:nvPr/>
            </p:nvSpPr>
            <p:spPr>
              <a:xfrm rot="5400000">
                <a:off x="7858183" y="3955713"/>
                <a:ext cx="385849" cy="351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140" name="文字方塊 139">
                <a:extLst>
                  <a:ext uri="{FF2B5EF4-FFF2-40B4-BE49-F238E27FC236}">
                    <a16:creationId xmlns:a16="http://schemas.microsoft.com/office/drawing/2014/main" id="{FA329F1D-BCAF-40B5-8585-C9B8F786F9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7858183" y="3955713"/>
                <a:ext cx="385849" cy="351901"/>
              </a:xfrm>
              <a:prstGeom prst="rect">
                <a:avLst/>
              </a:prstGeom>
              <a:blipFill>
                <a:blip r:embed="rId33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1" name="矩形 140">
                <a:extLst>
                  <a:ext uri="{FF2B5EF4-FFF2-40B4-BE49-F238E27FC236}">
                    <a16:creationId xmlns:a16="http://schemas.microsoft.com/office/drawing/2014/main" id="{A7A7FF1A-9927-43D7-A0D3-41BC3026485C}"/>
                  </a:ext>
                </a:extLst>
              </p:cNvPr>
              <p:cNvSpPr/>
              <p:nvPr/>
            </p:nvSpPr>
            <p:spPr>
              <a:xfrm>
                <a:off x="7891020" y="3298566"/>
                <a:ext cx="365805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41" name="矩形 140">
                <a:extLst>
                  <a:ext uri="{FF2B5EF4-FFF2-40B4-BE49-F238E27FC236}">
                    <a16:creationId xmlns:a16="http://schemas.microsoft.com/office/drawing/2014/main" id="{A7A7FF1A-9927-43D7-A0D3-41BC302648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1020" y="3298566"/>
                <a:ext cx="365805" cy="369332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2" name="矩形 141">
                <a:extLst>
                  <a:ext uri="{FF2B5EF4-FFF2-40B4-BE49-F238E27FC236}">
                    <a16:creationId xmlns:a16="http://schemas.microsoft.com/office/drawing/2014/main" id="{A95C61A5-CF05-43DE-8F65-F9FB6BC7C52E}"/>
                  </a:ext>
                </a:extLst>
              </p:cNvPr>
              <p:cNvSpPr/>
              <p:nvPr/>
            </p:nvSpPr>
            <p:spPr>
              <a:xfrm>
                <a:off x="7818528" y="4314566"/>
                <a:ext cx="53893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42" name="矩形 141">
                <a:extLst>
                  <a:ext uri="{FF2B5EF4-FFF2-40B4-BE49-F238E27FC236}">
                    <a16:creationId xmlns:a16="http://schemas.microsoft.com/office/drawing/2014/main" id="{A95C61A5-CF05-43DE-8F65-F9FB6BC7C5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8528" y="4314566"/>
                <a:ext cx="538930" cy="369332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5C7CF4CB-94C2-463A-8145-711F55D16B33}"/>
              </a:ext>
            </a:extLst>
          </p:cNvPr>
          <p:cNvCxnSpPr>
            <a:cxnSpLocks/>
          </p:cNvCxnSpPr>
          <p:nvPr/>
        </p:nvCxnSpPr>
        <p:spPr>
          <a:xfrm flipV="1">
            <a:off x="0" y="1154399"/>
            <a:ext cx="1218971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C82DA3C0-FE04-4CE5-8E49-C48AD81309CC}"/>
              </a:ext>
            </a:extLst>
          </p:cNvPr>
          <p:cNvGrpSpPr/>
          <p:nvPr/>
        </p:nvGrpSpPr>
        <p:grpSpPr>
          <a:xfrm>
            <a:off x="1909063" y="657556"/>
            <a:ext cx="8373875" cy="468462"/>
            <a:chOff x="1892709" y="701821"/>
            <a:chExt cx="8373875" cy="46846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11">
                  <a:extLst>
                    <a:ext uri="{FF2B5EF4-FFF2-40B4-BE49-F238E27FC236}">
                      <a16:creationId xmlns:a16="http://schemas.microsoft.com/office/drawing/2014/main" id="{41FEC59A-2A26-4FF1-8AC3-01E694284A52}"/>
                    </a:ext>
                  </a:extLst>
                </p:cNvPr>
                <p:cNvSpPr txBox="1"/>
                <p:nvPr/>
              </p:nvSpPr>
              <p:spPr>
                <a:xfrm>
                  <a:off x="1925418" y="701821"/>
                  <a:ext cx="8341166" cy="46846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,ℓ,</m:t>
                          </m:r>
                          <m:sSup>
                            <m:sSupPr>
                              <m:ctrlP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TW" sz="16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600" i="1" dirty="0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altLang="zh-TW" sz="1600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TW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600" i="1" dirty="0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altLang="zh-TW" sz="16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altLang="zh-TW" sz="16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sSub>
                        <m:sSubPr>
                          <m:ctrlPr>
                            <a:rPr lang="en-US" altLang="zh-TW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 dirty="0">
                              <a:latin typeface="Cambria Math" panose="02040503050406030204" pitchFamily="18" charset="0"/>
                            </a:rPr>
                            <m:t>     </m:t>
                          </m:r>
                        </m:e>
                        <m:sub>
                          <m:r>
                            <a:rPr lang="en-US" altLang="zh-TW" sz="1600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600" i="1" dirty="0">
                              <a:latin typeface="Cambria Math" panose="02040503050406030204" pitchFamily="18" charset="0"/>
                            </a:rPr>
                            <m:t>,ℓ</m:t>
                          </m:r>
                        </m:sub>
                      </m:sSub>
                      <m:d>
                        <m:dPr>
                          <m:ctrlPr>
                            <a:rPr lang="en-US" altLang="zh-TW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p>
                      </m:sSup>
                      <m:f>
                        <m:f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sSub>
                        <m:sSubPr>
                          <m:ctrlPr>
                            <a:rPr lang="en-US" altLang="zh-TW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 dirty="0">
                              <a:latin typeface="Cambria Math" panose="02040503050406030204" pitchFamily="18" charset="0"/>
                            </a:rPr>
                            <m:t>     </m:t>
                          </m:r>
                        </m:e>
                        <m:sub>
                          <m:sSup>
                            <m:sSupPr>
                              <m:ctrlP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TW" sz="16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altLang="zh-TW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TW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TW" alt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,ℓ,</m:t>
                          </m:r>
                          <m:sSup>
                            <m:sSup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TW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 lang="en-US" altLang="zh-TW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>
                          <m:r>
                            <a:rPr lang="en-US" altLang="zh-TW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∥</m:t>
                          </m:r>
                        </m:sup>
                      </m:sSubSup>
                      <m:d>
                        <m:dPr>
                          <m:ctrlPr>
                            <a:rPr lang="en-US" altLang="zh-TW" sz="1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6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  <m:r>
                            <a:rPr lang="en-US" altLang="zh-TW" sz="1600" b="1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n-US" altLang="zh-TW" sz="1600" b="1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TW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TW" alt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,ℓ,</m:t>
                          </m:r>
                          <m:sSup>
                            <m:sSup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TW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 lang="en-US" altLang="zh-TW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>
                          <m:r>
                            <a:rPr lang="en-US" altLang="zh-TW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sup>
                      </m:sSubSup>
                      <m:d>
                        <m:dPr>
                          <m:ctrlPr>
                            <a:rPr lang="en-US" altLang="zh-TW" sz="1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6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  <m:r>
                            <a:rPr lang="en-US" altLang="zh-TW" sz="1600" b="1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</m:oMath>
                  </a14:m>
                  <a:r>
                    <a:rPr lang="en-US" sz="1600" i="1" dirty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62" name="TextBox 11">
                  <a:extLst>
                    <a:ext uri="{FF2B5EF4-FFF2-40B4-BE49-F238E27FC236}">
                      <a16:creationId xmlns:a16="http://schemas.microsoft.com/office/drawing/2014/main" id="{41FEC59A-2A26-4FF1-8AC3-01E694284A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25418" y="701821"/>
                  <a:ext cx="8341166" cy="468462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60" name="圖形 59">
              <a:extLst>
                <a:ext uri="{FF2B5EF4-FFF2-40B4-BE49-F238E27FC236}">
                  <a16:creationId xmlns:a16="http://schemas.microsoft.com/office/drawing/2014/main" id="{1B824840-D720-4686-B243-ABB03BE82A5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rcRect t="1" r="53142" b="-1"/>
            <a:stretch/>
          </p:blipFill>
          <p:spPr>
            <a:xfrm>
              <a:off x="1892709" y="866034"/>
              <a:ext cx="224841" cy="172247"/>
            </a:xfrm>
            <a:prstGeom prst="rect">
              <a:avLst/>
            </a:prstGeom>
          </p:spPr>
        </p:pic>
        <p:pic>
          <p:nvPicPr>
            <p:cNvPr id="64" name="圖形 63">
              <a:extLst>
                <a:ext uri="{FF2B5EF4-FFF2-40B4-BE49-F238E27FC236}">
                  <a16:creationId xmlns:a16="http://schemas.microsoft.com/office/drawing/2014/main" id="{7E21AEE7-7AAC-48B2-99D4-09ECBB4BC55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r="75196"/>
            <a:stretch/>
          </p:blipFill>
          <p:spPr>
            <a:xfrm>
              <a:off x="5916343" y="823012"/>
              <a:ext cx="223834" cy="213728"/>
            </a:xfrm>
            <a:prstGeom prst="rect">
              <a:avLst/>
            </a:prstGeom>
          </p:spPr>
        </p:pic>
        <p:pic>
          <p:nvPicPr>
            <p:cNvPr id="65" name="圖形 64">
              <a:extLst>
                <a:ext uri="{FF2B5EF4-FFF2-40B4-BE49-F238E27FC236}">
                  <a16:creationId xmlns:a16="http://schemas.microsoft.com/office/drawing/2014/main" id="{2CB0F54D-6421-4A4F-B3A1-5B466A081EC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r="75196"/>
            <a:stretch/>
          </p:blipFill>
          <p:spPr>
            <a:xfrm>
              <a:off x="4343246" y="823012"/>
              <a:ext cx="223834" cy="213728"/>
            </a:xfrm>
            <a:prstGeom prst="rect">
              <a:avLst/>
            </a:prstGeom>
          </p:spPr>
        </p:pic>
        <p:pic>
          <p:nvPicPr>
            <p:cNvPr id="69" name="圖形 68">
              <a:extLst>
                <a:ext uri="{FF2B5EF4-FFF2-40B4-BE49-F238E27FC236}">
                  <a16:creationId xmlns:a16="http://schemas.microsoft.com/office/drawing/2014/main" id="{8CCABEB9-A99E-4469-A04D-35F6D94935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r="75196"/>
            <a:stretch/>
          </p:blipFill>
          <p:spPr>
            <a:xfrm>
              <a:off x="8733898" y="841254"/>
              <a:ext cx="223834" cy="213728"/>
            </a:xfrm>
            <a:prstGeom prst="rect">
              <a:avLst/>
            </a:prstGeom>
          </p:spPr>
        </p:pic>
        <p:pic>
          <p:nvPicPr>
            <p:cNvPr id="70" name="圖形 69">
              <a:extLst>
                <a:ext uri="{FF2B5EF4-FFF2-40B4-BE49-F238E27FC236}">
                  <a16:creationId xmlns:a16="http://schemas.microsoft.com/office/drawing/2014/main" id="{560EEE99-06C3-41C2-9E2D-C647DC1BC61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r="75196"/>
            <a:stretch/>
          </p:blipFill>
          <p:spPr>
            <a:xfrm>
              <a:off x="7096218" y="841254"/>
              <a:ext cx="223834" cy="213728"/>
            </a:xfrm>
            <a:prstGeom prst="rect">
              <a:avLst/>
            </a:prstGeom>
          </p:spPr>
        </p:pic>
      </p:grp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453638A8-EAC5-4C68-992C-85F61E6BD855}"/>
              </a:ext>
            </a:extLst>
          </p:cNvPr>
          <p:cNvSpPr txBox="1"/>
          <p:nvPr/>
        </p:nvSpPr>
        <p:spPr>
          <a:xfrm>
            <a:off x="38961" y="691732"/>
            <a:ext cx="9088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VVB : 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9" name="圖片 58">
            <a:extLst>
              <a:ext uri="{FF2B5EF4-FFF2-40B4-BE49-F238E27FC236}">
                <a16:creationId xmlns:a16="http://schemas.microsoft.com/office/drawing/2014/main" id="{62B790D1-10AD-4CC1-8E1B-FF2CDCAEA16D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191797" y="3443869"/>
            <a:ext cx="1080000" cy="1082236"/>
          </a:xfrm>
          <a:prstGeom prst="rect">
            <a:avLst/>
          </a:prstGeom>
        </p:spPr>
      </p:pic>
      <p:pic>
        <p:nvPicPr>
          <p:cNvPr id="61" name="圖片 60">
            <a:extLst>
              <a:ext uri="{FF2B5EF4-FFF2-40B4-BE49-F238E27FC236}">
                <a16:creationId xmlns:a16="http://schemas.microsoft.com/office/drawing/2014/main" id="{E85A79B7-8F57-4275-AF2A-50E58E3D173E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8191797" y="4689711"/>
            <a:ext cx="1080000" cy="1082236"/>
          </a:xfrm>
          <a:prstGeom prst="rect">
            <a:avLst/>
          </a:prstGeom>
        </p:spPr>
      </p:pic>
      <p:pic>
        <p:nvPicPr>
          <p:cNvPr id="66" name="圖片 65">
            <a:extLst>
              <a:ext uri="{FF2B5EF4-FFF2-40B4-BE49-F238E27FC236}">
                <a16:creationId xmlns:a16="http://schemas.microsoft.com/office/drawing/2014/main" id="{85D7F790-A687-4663-BA2C-D21B23D4E989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9539066" y="3448573"/>
            <a:ext cx="1080000" cy="1077768"/>
          </a:xfrm>
          <a:prstGeom prst="rect">
            <a:avLst/>
          </a:prstGeom>
        </p:spPr>
      </p:pic>
      <p:pic>
        <p:nvPicPr>
          <p:cNvPr id="67" name="圖片 66">
            <a:extLst>
              <a:ext uri="{FF2B5EF4-FFF2-40B4-BE49-F238E27FC236}">
                <a16:creationId xmlns:a16="http://schemas.microsoft.com/office/drawing/2014/main" id="{F218224D-0231-4A45-BABE-B287E7F3ADE4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9539066" y="4697987"/>
            <a:ext cx="1080000" cy="1082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8119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群組 144">
            <a:extLst>
              <a:ext uri="{FF2B5EF4-FFF2-40B4-BE49-F238E27FC236}">
                <a16:creationId xmlns:a16="http://schemas.microsoft.com/office/drawing/2014/main" id="{949167B8-FD7A-4A7C-B7E6-CE30F563BE40}"/>
              </a:ext>
            </a:extLst>
          </p:cNvPr>
          <p:cNvGrpSpPr/>
          <p:nvPr/>
        </p:nvGrpSpPr>
        <p:grpSpPr>
          <a:xfrm>
            <a:off x="8273532" y="3223547"/>
            <a:ext cx="1118387" cy="1259553"/>
            <a:chOff x="5728722" y="4684787"/>
            <a:chExt cx="1459478" cy="1643701"/>
          </a:xfrm>
        </p:grpSpPr>
        <p:grpSp>
          <p:nvGrpSpPr>
            <p:cNvPr id="146" name="群組 145">
              <a:extLst>
                <a:ext uri="{FF2B5EF4-FFF2-40B4-BE49-F238E27FC236}">
                  <a16:creationId xmlns:a16="http://schemas.microsoft.com/office/drawing/2014/main" id="{C7621547-4204-4749-8492-BD4F6FDDD7E9}"/>
                </a:ext>
              </a:extLst>
            </p:cNvPr>
            <p:cNvGrpSpPr/>
            <p:nvPr/>
          </p:nvGrpSpPr>
          <p:grpSpPr>
            <a:xfrm>
              <a:off x="5728722" y="4684787"/>
              <a:ext cx="1459478" cy="1643701"/>
              <a:chOff x="8488189" y="4125243"/>
              <a:chExt cx="1671338" cy="1882303"/>
            </a:xfrm>
          </p:grpSpPr>
          <p:pic>
            <p:nvPicPr>
              <p:cNvPr id="148" name="圖片 147">
                <a:extLst>
                  <a:ext uri="{FF2B5EF4-FFF2-40B4-BE49-F238E27FC236}">
                    <a16:creationId xmlns:a16="http://schemas.microsoft.com/office/drawing/2014/main" id="{7F520733-8820-4480-BE3A-38698F0ADF3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55300"/>
              <a:stretch/>
            </p:blipFill>
            <p:spPr>
              <a:xfrm>
                <a:off x="8531256" y="4125243"/>
                <a:ext cx="1628271" cy="1882303"/>
              </a:xfrm>
              <a:prstGeom prst="rect">
                <a:avLst/>
              </a:prstGeom>
            </p:spPr>
          </p:pic>
          <p:sp>
            <p:nvSpPr>
              <p:cNvPr id="149" name="矩形 148">
                <a:extLst>
                  <a:ext uri="{FF2B5EF4-FFF2-40B4-BE49-F238E27FC236}">
                    <a16:creationId xmlns:a16="http://schemas.microsoft.com/office/drawing/2014/main" id="{576C0AE5-0EFA-458C-9ED5-4E1BD67B1D25}"/>
                  </a:ext>
                </a:extLst>
              </p:cNvPr>
              <p:cNvSpPr/>
              <p:nvPr/>
            </p:nvSpPr>
            <p:spPr>
              <a:xfrm>
                <a:off x="8488189" y="4125243"/>
                <a:ext cx="390934" cy="39093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147" name="矩形 146">
              <a:extLst>
                <a:ext uri="{FF2B5EF4-FFF2-40B4-BE49-F238E27FC236}">
                  <a16:creationId xmlns:a16="http://schemas.microsoft.com/office/drawing/2014/main" id="{FD0538C4-4986-4FF8-93B3-348332437C18}"/>
                </a:ext>
              </a:extLst>
            </p:cNvPr>
            <p:cNvSpPr/>
            <p:nvPr/>
          </p:nvSpPr>
          <p:spPr>
            <a:xfrm rot="20888417">
              <a:off x="6724766" y="5213626"/>
              <a:ext cx="440531" cy="2966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150" name="群組 149">
            <a:extLst>
              <a:ext uri="{FF2B5EF4-FFF2-40B4-BE49-F238E27FC236}">
                <a16:creationId xmlns:a16="http://schemas.microsoft.com/office/drawing/2014/main" id="{3462D61C-1B98-4ECD-8648-EA535B46A635}"/>
              </a:ext>
            </a:extLst>
          </p:cNvPr>
          <p:cNvGrpSpPr/>
          <p:nvPr/>
        </p:nvGrpSpPr>
        <p:grpSpPr>
          <a:xfrm>
            <a:off x="4046327" y="3230389"/>
            <a:ext cx="1354567" cy="1265043"/>
            <a:chOff x="4011072" y="4660900"/>
            <a:chExt cx="1767692" cy="1650868"/>
          </a:xfrm>
        </p:grpSpPr>
        <p:grpSp>
          <p:nvGrpSpPr>
            <p:cNvPr id="151" name="群組 150">
              <a:extLst>
                <a:ext uri="{FF2B5EF4-FFF2-40B4-BE49-F238E27FC236}">
                  <a16:creationId xmlns:a16="http://schemas.microsoft.com/office/drawing/2014/main" id="{B29934B7-378A-417C-9B52-587EF68C02E4}"/>
                </a:ext>
              </a:extLst>
            </p:cNvPr>
            <p:cNvGrpSpPr/>
            <p:nvPr/>
          </p:nvGrpSpPr>
          <p:grpSpPr>
            <a:xfrm>
              <a:off x="4011072" y="4660900"/>
              <a:ext cx="1767692" cy="1650868"/>
              <a:chOff x="6334628" y="4267200"/>
              <a:chExt cx="2024293" cy="1890510"/>
            </a:xfrm>
          </p:grpSpPr>
          <p:pic>
            <p:nvPicPr>
              <p:cNvPr id="153" name="圖片 152">
                <a:extLst>
                  <a:ext uri="{FF2B5EF4-FFF2-40B4-BE49-F238E27FC236}">
                    <a16:creationId xmlns:a16="http://schemas.microsoft.com/office/drawing/2014/main" id="{0B9721C4-F2BF-42BC-A857-AE8EAFFB30A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45770"/>
              <a:stretch/>
            </p:blipFill>
            <p:spPr>
              <a:xfrm>
                <a:off x="6383496" y="4275407"/>
                <a:ext cx="1975425" cy="1882303"/>
              </a:xfrm>
              <a:prstGeom prst="rect">
                <a:avLst/>
              </a:prstGeom>
            </p:spPr>
          </p:pic>
          <p:sp>
            <p:nvSpPr>
              <p:cNvPr id="154" name="矩形 153">
                <a:extLst>
                  <a:ext uri="{FF2B5EF4-FFF2-40B4-BE49-F238E27FC236}">
                    <a16:creationId xmlns:a16="http://schemas.microsoft.com/office/drawing/2014/main" id="{5BA87D5B-D297-44CB-9F05-2FC2894E399F}"/>
                  </a:ext>
                </a:extLst>
              </p:cNvPr>
              <p:cNvSpPr/>
              <p:nvPr/>
            </p:nvSpPr>
            <p:spPr>
              <a:xfrm>
                <a:off x="6334628" y="4267200"/>
                <a:ext cx="390934" cy="39093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152" name="矩形 151">
              <a:extLst>
                <a:ext uri="{FF2B5EF4-FFF2-40B4-BE49-F238E27FC236}">
                  <a16:creationId xmlns:a16="http://schemas.microsoft.com/office/drawing/2014/main" id="{FA4BEF66-F78F-4CD7-9195-37F0B52F74B5}"/>
                </a:ext>
              </a:extLst>
            </p:cNvPr>
            <p:cNvSpPr/>
            <p:nvPr/>
          </p:nvSpPr>
          <p:spPr>
            <a:xfrm rot="20888417">
              <a:off x="5218736" y="5200776"/>
              <a:ext cx="440531" cy="2966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矩形 154">
                <a:extLst>
                  <a:ext uri="{FF2B5EF4-FFF2-40B4-BE49-F238E27FC236}">
                    <a16:creationId xmlns:a16="http://schemas.microsoft.com/office/drawing/2014/main" id="{EDB6DACF-1E33-47BE-ADFE-AB9A4BEA6081}"/>
                  </a:ext>
                </a:extLst>
              </p:cNvPr>
              <p:cNvSpPr/>
              <p:nvPr/>
            </p:nvSpPr>
            <p:spPr>
              <a:xfrm>
                <a:off x="8352729" y="4440136"/>
                <a:ext cx="813976" cy="407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−, 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</m:sup>
                      </m:sSup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5" name="矩形 154">
                <a:extLst>
                  <a:ext uri="{FF2B5EF4-FFF2-40B4-BE49-F238E27FC236}">
                    <a16:creationId xmlns:a16="http://schemas.microsoft.com/office/drawing/2014/main" id="{EDB6DACF-1E33-47BE-ADFE-AB9A4BEA60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2729" y="4440136"/>
                <a:ext cx="813976" cy="4070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矩形 155">
                <a:extLst>
                  <a:ext uri="{FF2B5EF4-FFF2-40B4-BE49-F238E27FC236}">
                    <a16:creationId xmlns:a16="http://schemas.microsoft.com/office/drawing/2014/main" id="{D14CB74D-CDAE-4768-ACA5-01467E961B42}"/>
                  </a:ext>
                </a:extLst>
              </p:cNvPr>
              <p:cNvSpPr/>
              <p:nvPr/>
            </p:nvSpPr>
            <p:spPr>
              <a:xfrm>
                <a:off x="4269436" y="4524402"/>
                <a:ext cx="813976" cy="407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+, 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</m:sup>
                      </m:sSup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6" name="矩形 155">
                <a:extLst>
                  <a:ext uri="{FF2B5EF4-FFF2-40B4-BE49-F238E27FC236}">
                    <a16:creationId xmlns:a16="http://schemas.microsoft.com/office/drawing/2014/main" id="{D14CB74D-CDAE-4768-ACA5-01467E961B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9436" y="4524402"/>
                <a:ext cx="813976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17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標題 1">
                <a:extLst>
                  <a:ext uri="{FF2B5EF4-FFF2-40B4-BE49-F238E27FC236}">
                    <a16:creationId xmlns:a16="http://schemas.microsoft.com/office/drawing/2014/main" id="{85109608-C351-4569-B725-63CC69087C1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-24293"/>
                <a:ext cx="12192000" cy="65346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Selective excitation</a:t>
                </a:r>
                <a:r>
                  <a:rPr lang="zh-TW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</a:t>
                </a:r>
                <a14:m>
                  <m:oMath xmlns:m="http://schemas.openxmlformats.org/officeDocument/2006/math">
                    <m:r>
                      <a:rPr lang="en-US" altLang="zh-TW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4" name="標題 1">
                <a:extLst>
                  <a:ext uri="{FF2B5EF4-FFF2-40B4-BE49-F238E27FC236}">
                    <a16:creationId xmlns:a16="http://schemas.microsoft.com/office/drawing/2014/main" id="{85109608-C351-4569-B725-63CC69087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4293"/>
                <a:ext cx="12192000" cy="653467"/>
              </a:xfrm>
              <a:prstGeom prst="rect">
                <a:avLst/>
              </a:prstGeom>
              <a:blipFill>
                <a:blip r:embed="rId5"/>
                <a:stretch>
                  <a:fillRect l="-1250" t="-11215" b="-205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矩形 31">
            <a:extLst>
              <a:ext uri="{FF2B5EF4-FFF2-40B4-BE49-F238E27FC236}">
                <a16:creationId xmlns:a16="http://schemas.microsoft.com/office/drawing/2014/main" id="{7E0DACB5-E747-41A1-93F6-728CF2EEC2B6}"/>
              </a:ext>
            </a:extLst>
          </p:cNvPr>
          <p:cNvSpPr/>
          <p:nvPr/>
        </p:nvSpPr>
        <p:spPr>
          <a:xfrm>
            <a:off x="9439280" y="625215"/>
            <a:ext cx="2735581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 rate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" name="圖片 34">
            <a:extLst>
              <a:ext uri="{FF2B5EF4-FFF2-40B4-BE49-F238E27FC236}">
                <a16:creationId xmlns:a16="http://schemas.microsoft.com/office/drawing/2014/main" id="{D6A70102-A7B1-493F-A44F-FAABAFCA09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3694" y="2481804"/>
            <a:ext cx="1080000" cy="108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628ACCAF-35A3-44D8-9446-B48E715E0A04}"/>
                  </a:ext>
                </a:extLst>
              </p:cNvPr>
              <p:cNvSpPr/>
              <p:nvPr/>
            </p:nvSpPr>
            <p:spPr>
              <a:xfrm>
                <a:off x="1319314" y="2143504"/>
                <a:ext cx="81201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628ACCAF-35A3-44D8-9446-B48E715E0A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9314" y="2143504"/>
                <a:ext cx="81201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D869DA86-5386-4E42-A37F-9534A1864EEB}"/>
                  </a:ext>
                </a:extLst>
              </p:cNvPr>
              <p:cNvSpPr/>
              <p:nvPr/>
            </p:nvSpPr>
            <p:spPr>
              <a:xfrm>
                <a:off x="2632786" y="2143504"/>
                <a:ext cx="82496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D869DA86-5386-4E42-A37F-9534A1864E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2786" y="2143504"/>
                <a:ext cx="82496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圖片 5">
            <a:extLst>
              <a:ext uri="{FF2B5EF4-FFF2-40B4-BE49-F238E27FC236}">
                <a16:creationId xmlns:a16="http://schemas.microsoft.com/office/drawing/2014/main" id="{4841D991-394A-4F23-86D6-E5AFCC8F59F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62659" y="4471594"/>
            <a:ext cx="1080000" cy="10800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E8B2C167-E35F-4814-B372-8A1ED66A679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72983" y="2481804"/>
            <a:ext cx="1080000" cy="108411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40F48078-E32A-496C-8D6E-BEFAF25541F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83694" y="4471594"/>
            <a:ext cx="1080000" cy="1084122"/>
          </a:xfrm>
          <a:prstGeom prst="rect">
            <a:avLst/>
          </a:prstGeom>
        </p:spPr>
      </p:pic>
      <p:grpSp>
        <p:nvGrpSpPr>
          <p:cNvPr id="78" name="群組 77">
            <a:extLst>
              <a:ext uri="{FF2B5EF4-FFF2-40B4-BE49-F238E27FC236}">
                <a16:creationId xmlns:a16="http://schemas.microsoft.com/office/drawing/2014/main" id="{80F08775-4999-466B-8494-019D1E34429D}"/>
              </a:ext>
            </a:extLst>
          </p:cNvPr>
          <p:cNvGrpSpPr/>
          <p:nvPr/>
        </p:nvGrpSpPr>
        <p:grpSpPr>
          <a:xfrm>
            <a:off x="1549735" y="2688904"/>
            <a:ext cx="483108" cy="476014"/>
            <a:chOff x="1338869" y="2976272"/>
            <a:chExt cx="483108" cy="476014"/>
          </a:xfrm>
        </p:grpSpPr>
        <p:grpSp>
          <p:nvGrpSpPr>
            <p:cNvPr id="80" name="群組 79">
              <a:extLst>
                <a:ext uri="{FF2B5EF4-FFF2-40B4-BE49-F238E27FC236}">
                  <a16:creationId xmlns:a16="http://schemas.microsoft.com/office/drawing/2014/main" id="{C17A8C3E-9057-450F-91A3-382E7E2F46A9}"/>
                </a:ext>
              </a:extLst>
            </p:cNvPr>
            <p:cNvGrpSpPr/>
            <p:nvPr/>
          </p:nvGrpSpPr>
          <p:grpSpPr>
            <a:xfrm>
              <a:off x="1500175" y="3241829"/>
              <a:ext cx="87607" cy="84039"/>
              <a:chOff x="1373392" y="2391862"/>
              <a:chExt cx="479433" cy="476535"/>
            </a:xfrm>
            <a:solidFill>
              <a:schemeClr val="bg1"/>
            </a:solidFill>
          </p:grpSpPr>
          <p:sp>
            <p:nvSpPr>
              <p:cNvPr id="86" name="箭號: 向右 85">
                <a:extLst>
                  <a:ext uri="{FF2B5EF4-FFF2-40B4-BE49-F238E27FC236}">
                    <a16:creationId xmlns:a16="http://schemas.microsoft.com/office/drawing/2014/main" id="{804314B8-0752-42F7-BFBC-F9331B9F0E87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bg1"/>
                  </a:solidFill>
                </a:endParaRPr>
              </a:p>
            </p:txBody>
          </p:sp>
          <p:sp>
            <p:nvSpPr>
              <p:cNvPr id="87" name="箭號: 向右 86">
                <a:extLst>
                  <a:ext uri="{FF2B5EF4-FFF2-40B4-BE49-F238E27FC236}">
                    <a16:creationId xmlns:a16="http://schemas.microsoft.com/office/drawing/2014/main" id="{72C5CBA8-B1DF-411A-8528-E308726F863C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文字方塊 81">
                  <a:extLst>
                    <a:ext uri="{FF2B5EF4-FFF2-40B4-BE49-F238E27FC236}">
                      <a16:creationId xmlns:a16="http://schemas.microsoft.com/office/drawing/2014/main" id="{E3AAE6AC-93D4-4F3A-AF62-1ACE06233980}"/>
                    </a:ext>
                  </a:extLst>
                </p:cNvPr>
                <p:cNvSpPr txBox="1"/>
                <p:nvPr/>
              </p:nvSpPr>
              <p:spPr>
                <a:xfrm>
                  <a:off x="1338869" y="2976272"/>
                  <a:ext cx="332280" cy="2916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00" name="文字方塊 99">
                  <a:extLst>
                    <a:ext uri="{FF2B5EF4-FFF2-40B4-BE49-F238E27FC236}">
                      <a16:creationId xmlns:a16="http://schemas.microsoft.com/office/drawing/2014/main" id="{9ABA27EE-293F-40EF-AEFC-79408D1E35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8869" y="2976272"/>
                  <a:ext cx="332280" cy="29161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字方塊 83">
                  <a:extLst>
                    <a:ext uri="{FF2B5EF4-FFF2-40B4-BE49-F238E27FC236}">
                      <a16:creationId xmlns:a16="http://schemas.microsoft.com/office/drawing/2014/main" id="{6890C121-17D1-4AC5-A3E0-97EBFA450E06}"/>
                    </a:ext>
                  </a:extLst>
                </p:cNvPr>
                <p:cNvSpPr txBox="1"/>
                <p:nvPr/>
              </p:nvSpPr>
              <p:spPr>
                <a:xfrm>
                  <a:off x="1527572" y="3175288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01" name="文字方塊 100">
                  <a:extLst>
                    <a:ext uri="{FF2B5EF4-FFF2-40B4-BE49-F238E27FC236}">
                      <a16:creationId xmlns:a16="http://schemas.microsoft.com/office/drawing/2014/main" id="{ACC28893-3A74-405A-89E6-BD8BB6D62E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7572" y="3175288"/>
                  <a:ext cx="294405" cy="276998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33C43893-1221-4111-9898-F4E772A12A44}"/>
                  </a:ext>
                </a:extLst>
              </p:cNvPr>
              <p:cNvSpPr/>
              <p:nvPr/>
            </p:nvSpPr>
            <p:spPr>
              <a:xfrm>
                <a:off x="247667" y="2906178"/>
                <a:ext cx="93006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ℓ=2</m:t>
                      </m:r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33C43893-1221-4111-9898-F4E772A12A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67" y="2906178"/>
                <a:ext cx="930063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F2844D55-5698-4D6D-A7FF-AD333CFDAE2D}"/>
                  </a:ext>
                </a:extLst>
              </p:cNvPr>
              <p:cNvSpPr/>
              <p:nvPr/>
            </p:nvSpPr>
            <p:spPr>
              <a:xfrm>
                <a:off x="152227" y="4807292"/>
                <a:ext cx="1103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ℓ=−2</m:t>
                      </m:r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F2844D55-5698-4D6D-A7FF-AD333CFDAE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227" y="4807292"/>
                <a:ext cx="1103187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矩形 100">
            <a:extLst>
              <a:ext uri="{FF2B5EF4-FFF2-40B4-BE49-F238E27FC236}">
                <a16:creationId xmlns:a16="http://schemas.microsoft.com/office/drawing/2014/main" id="{2085C97F-3F40-42A1-AACD-D1AFDCA2862C}"/>
              </a:ext>
            </a:extLst>
          </p:cNvPr>
          <p:cNvSpPr/>
          <p:nvPr/>
        </p:nvSpPr>
        <p:spPr>
          <a:xfrm>
            <a:off x="2286" y="625215"/>
            <a:ext cx="4072479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Polarization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trajectory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53DF0862-5151-4A06-8823-FB60C5FDBC0F}"/>
                  </a:ext>
                </a:extLst>
              </p:cNvPr>
              <p:cNvSpPr/>
              <p:nvPr/>
            </p:nvSpPr>
            <p:spPr>
              <a:xfrm>
                <a:off x="11134999" y="2120484"/>
                <a:ext cx="82496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53DF0862-5151-4A06-8823-FB60C5FDBC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4999" y="2120484"/>
                <a:ext cx="824969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8" name="圖片 107">
            <a:extLst>
              <a:ext uri="{FF2B5EF4-FFF2-40B4-BE49-F238E27FC236}">
                <a16:creationId xmlns:a16="http://schemas.microsoft.com/office/drawing/2014/main" id="{224D9A90-4323-49AF-92DF-8E2A74C303E4}"/>
              </a:ext>
            </a:extLst>
          </p:cNvPr>
          <p:cNvPicPr>
            <a:picLocks noChangeAspect="1"/>
          </p:cNvPicPr>
          <p:nvPr/>
        </p:nvPicPr>
        <p:blipFill rotWithShape="1"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67379" b="50923"/>
          <a:stretch/>
        </p:blipFill>
        <p:spPr>
          <a:xfrm>
            <a:off x="5727696" y="4471594"/>
            <a:ext cx="1098721" cy="1084064"/>
          </a:xfrm>
          <a:prstGeom prst="rect">
            <a:avLst/>
          </a:prstGeom>
        </p:spPr>
      </p:pic>
      <p:pic>
        <p:nvPicPr>
          <p:cNvPr id="109" name="圖片 108">
            <a:extLst>
              <a:ext uri="{FF2B5EF4-FFF2-40B4-BE49-F238E27FC236}">
                <a16:creationId xmlns:a16="http://schemas.microsoft.com/office/drawing/2014/main" id="{286E51DD-FDC3-4529-9460-8E0F8B6F9B47}"/>
              </a:ext>
            </a:extLst>
          </p:cNvPr>
          <p:cNvPicPr>
            <a:picLocks noChangeAspect="1"/>
          </p:cNvPicPr>
          <p:nvPr/>
        </p:nvPicPr>
        <p:blipFill rotWithShape="1"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50112" r="67379"/>
          <a:stretch/>
        </p:blipFill>
        <p:spPr>
          <a:xfrm>
            <a:off x="9772205" y="4471594"/>
            <a:ext cx="1098721" cy="1101985"/>
          </a:xfrm>
          <a:prstGeom prst="rect">
            <a:avLst/>
          </a:prstGeom>
        </p:spPr>
      </p:pic>
      <p:grpSp>
        <p:nvGrpSpPr>
          <p:cNvPr id="110" name="群組 109">
            <a:extLst>
              <a:ext uri="{FF2B5EF4-FFF2-40B4-BE49-F238E27FC236}">
                <a16:creationId xmlns:a16="http://schemas.microsoft.com/office/drawing/2014/main" id="{C05D26E5-EF6A-4910-A129-1B8D8E0AAD65}"/>
              </a:ext>
            </a:extLst>
          </p:cNvPr>
          <p:cNvGrpSpPr/>
          <p:nvPr/>
        </p:nvGrpSpPr>
        <p:grpSpPr>
          <a:xfrm>
            <a:off x="9808300" y="2451592"/>
            <a:ext cx="483108" cy="476014"/>
            <a:chOff x="1338869" y="2976272"/>
            <a:chExt cx="483108" cy="476014"/>
          </a:xfrm>
        </p:grpSpPr>
        <p:grpSp>
          <p:nvGrpSpPr>
            <p:cNvPr id="111" name="群組 110">
              <a:extLst>
                <a:ext uri="{FF2B5EF4-FFF2-40B4-BE49-F238E27FC236}">
                  <a16:creationId xmlns:a16="http://schemas.microsoft.com/office/drawing/2014/main" id="{3ADA4CF2-7B24-4222-83FD-8CF109877E8F}"/>
                </a:ext>
              </a:extLst>
            </p:cNvPr>
            <p:cNvGrpSpPr/>
            <p:nvPr/>
          </p:nvGrpSpPr>
          <p:grpSpPr>
            <a:xfrm>
              <a:off x="1500175" y="3241829"/>
              <a:ext cx="87607" cy="84039"/>
              <a:chOff x="1373392" y="2391862"/>
              <a:chExt cx="479433" cy="476535"/>
            </a:xfrm>
            <a:solidFill>
              <a:schemeClr val="bg1"/>
            </a:solidFill>
          </p:grpSpPr>
          <p:sp>
            <p:nvSpPr>
              <p:cNvPr id="114" name="箭號: 向右 113">
                <a:extLst>
                  <a:ext uri="{FF2B5EF4-FFF2-40B4-BE49-F238E27FC236}">
                    <a16:creationId xmlns:a16="http://schemas.microsoft.com/office/drawing/2014/main" id="{26221895-1A76-492C-81ED-0B8620F4052B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bg1"/>
                  </a:solidFill>
                </a:endParaRPr>
              </a:p>
            </p:txBody>
          </p:sp>
          <p:sp>
            <p:nvSpPr>
              <p:cNvPr id="115" name="箭號: 向右 114">
                <a:extLst>
                  <a:ext uri="{FF2B5EF4-FFF2-40B4-BE49-F238E27FC236}">
                    <a16:creationId xmlns:a16="http://schemas.microsoft.com/office/drawing/2014/main" id="{131E8848-ECF2-40DA-BF0C-2E3432EA125E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文字方塊 111">
                  <a:extLst>
                    <a:ext uri="{FF2B5EF4-FFF2-40B4-BE49-F238E27FC236}">
                      <a16:creationId xmlns:a16="http://schemas.microsoft.com/office/drawing/2014/main" id="{56146B5F-8138-4862-A535-0F03CBFEF0B5}"/>
                    </a:ext>
                  </a:extLst>
                </p:cNvPr>
                <p:cNvSpPr txBox="1"/>
                <p:nvPr/>
              </p:nvSpPr>
              <p:spPr>
                <a:xfrm>
                  <a:off x="1338869" y="2976272"/>
                  <a:ext cx="332280" cy="2916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00" name="文字方塊 99">
                  <a:extLst>
                    <a:ext uri="{FF2B5EF4-FFF2-40B4-BE49-F238E27FC236}">
                      <a16:creationId xmlns:a16="http://schemas.microsoft.com/office/drawing/2014/main" id="{9ABA27EE-293F-40EF-AEFC-79408D1E35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8869" y="2976272"/>
                  <a:ext cx="332280" cy="29161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文字方塊 112">
                  <a:extLst>
                    <a:ext uri="{FF2B5EF4-FFF2-40B4-BE49-F238E27FC236}">
                      <a16:creationId xmlns:a16="http://schemas.microsoft.com/office/drawing/2014/main" id="{5F3637D5-E94B-469E-8235-515ADB3CA500}"/>
                    </a:ext>
                  </a:extLst>
                </p:cNvPr>
                <p:cNvSpPr txBox="1"/>
                <p:nvPr/>
              </p:nvSpPr>
              <p:spPr>
                <a:xfrm>
                  <a:off x="1527572" y="3175288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01" name="文字方塊 100">
                  <a:extLst>
                    <a:ext uri="{FF2B5EF4-FFF2-40B4-BE49-F238E27FC236}">
                      <a16:creationId xmlns:a16="http://schemas.microsoft.com/office/drawing/2014/main" id="{ACC28893-3A74-405A-89E6-BD8BB6D62E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7572" y="3175288"/>
                  <a:ext cx="294405" cy="276998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16" name="圖片 115">
            <a:extLst>
              <a:ext uri="{FF2B5EF4-FFF2-40B4-BE49-F238E27FC236}">
                <a16:creationId xmlns:a16="http://schemas.microsoft.com/office/drawing/2014/main" id="{CA9C2526-F3A1-4E61-8924-AFE8EBFAE930}"/>
              </a:ext>
            </a:extLst>
          </p:cNvPr>
          <p:cNvPicPr>
            <a:picLocks noChangeAspect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28" t="9942" r="51700" b="70784"/>
          <a:stretch/>
        </p:blipFill>
        <p:spPr>
          <a:xfrm>
            <a:off x="5722776" y="2449815"/>
            <a:ext cx="1080000" cy="1086572"/>
          </a:xfrm>
          <a:prstGeom prst="rect">
            <a:avLst/>
          </a:prstGeom>
        </p:spPr>
      </p:pic>
      <p:pic>
        <p:nvPicPr>
          <p:cNvPr id="119" name="圖片 118">
            <a:extLst>
              <a:ext uri="{FF2B5EF4-FFF2-40B4-BE49-F238E27FC236}">
                <a16:creationId xmlns:a16="http://schemas.microsoft.com/office/drawing/2014/main" id="{33EFD6D9-D950-4FD2-8596-1CC4823073EF}"/>
              </a:ext>
            </a:extLst>
          </p:cNvPr>
          <p:cNvPicPr>
            <a:picLocks noChangeAspect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74" t="30226" r="51683" b="50480"/>
          <a:stretch/>
        </p:blipFill>
        <p:spPr>
          <a:xfrm>
            <a:off x="9767161" y="2477873"/>
            <a:ext cx="1080000" cy="1081633"/>
          </a:xfrm>
          <a:prstGeom prst="rect">
            <a:avLst/>
          </a:prstGeom>
        </p:spPr>
      </p:pic>
      <p:pic>
        <p:nvPicPr>
          <p:cNvPr id="120" name="圖片 119">
            <a:extLst>
              <a:ext uri="{FF2B5EF4-FFF2-40B4-BE49-F238E27FC236}">
                <a16:creationId xmlns:a16="http://schemas.microsoft.com/office/drawing/2014/main" id="{53A6C152-DF96-41EC-B395-7B958F42D2F9}"/>
              </a:ext>
            </a:extLst>
          </p:cNvPr>
          <p:cNvPicPr>
            <a:picLocks noChangeAspect="1"/>
          </p:cNvPicPr>
          <p:nvPr/>
        </p:nvPicPr>
        <p:blipFill rotWithShape="1"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9833" r="21238"/>
          <a:stretch/>
        </p:blipFill>
        <p:spPr>
          <a:xfrm>
            <a:off x="9450404" y="2683382"/>
            <a:ext cx="257207" cy="745232"/>
          </a:xfrm>
          <a:prstGeom prst="rect">
            <a:avLst/>
          </a:prstGeom>
        </p:spPr>
      </p:pic>
      <p:pic>
        <p:nvPicPr>
          <p:cNvPr id="121" name="圖片 120">
            <a:extLst>
              <a:ext uri="{FF2B5EF4-FFF2-40B4-BE49-F238E27FC236}">
                <a16:creationId xmlns:a16="http://schemas.microsoft.com/office/drawing/2014/main" id="{BD57C6CF-6DD7-46EF-99F8-35368AB3658D}"/>
              </a:ext>
            </a:extLst>
          </p:cNvPr>
          <p:cNvPicPr>
            <a:picLocks noChangeAspect="1"/>
          </p:cNvPicPr>
          <p:nvPr/>
        </p:nvPicPr>
        <p:blipFill rotWithShape="1"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" r="20752" b="50242"/>
          <a:stretch/>
        </p:blipFill>
        <p:spPr>
          <a:xfrm>
            <a:off x="5415420" y="2651100"/>
            <a:ext cx="258795" cy="73914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2" name="矩形 121">
                <a:extLst>
                  <a:ext uri="{FF2B5EF4-FFF2-40B4-BE49-F238E27FC236}">
                    <a16:creationId xmlns:a16="http://schemas.microsoft.com/office/drawing/2014/main" id="{BC2FC8BE-0222-473D-8EB3-E01741A37478}"/>
                  </a:ext>
                </a:extLst>
              </p:cNvPr>
              <p:cNvSpPr/>
              <p:nvPr/>
            </p:nvSpPr>
            <p:spPr>
              <a:xfrm>
                <a:off x="5412050" y="2419870"/>
                <a:ext cx="365805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122" name="矩形 121">
                <a:extLst>
                  <a:ext uri="{FF2B5EF4-FFF2-40B4-BE49-F238E27FC236}">
                    <a16:creationId xmlns:a16="http://schemas.microsoft.com/office/drawing/2014/main" id="{BC2FC8BE-0222-473D-8EB3-E01741A374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2050" y="2419870"/>
                <a:ext cx="365805" cy="33855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3" name="矩形 122">
                <a:extLst>
                  <a:ext uri="{FF2B5EF4-FFF2-40B4-BE49-F238E27FC236}">
                    <a16:creationId xmlns:a16="http://schemas.microsoft.com/office/drawing/2014/main" id="{E939F3B7-0D3D-4DBA-80E9-75724853FBE4}"/>
                  </a:ext>
                </a:extLst>
              </p:cNvPr>
              <p:cNvSpPr/>
              <p:nvPr/>
            </p:nvSpPr>
            <p:spPr>
              <a:xfrm>
                <a:off x="9447034" y="2442974"/>
                <a:ext cx="365805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123" name="矩形 122">
                <a:extLst>
                  <a:ext uri="{FF2B5EF4-FFF2-40B4-BE49-F238E27FC236}">
                    <a16:creationId xmlns:a16="http://schemas.microsoft.com/office/drawing/2014/main" id="{E939F3B7-0D3D-4DBA-80E9-75724853FB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7034" y="2442974"/>
                <a:ext cx="365805" cy="3385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4" name="文字方塊 123">
                <a:extLst>
                  <a:ext uri="{FF2B5EF4-FFF2-40B4-BE49-F238E27FC236}">
                    <a16:creationId xmlns:a16="http://schemas.microsoft.com/office/drawing/2014/main" id="{F67CBA2D-B2F3-4A08-A256-8B9709268953}"/>
                  </a:ext>
                </a:extLst>
              </p:cNvPr>
              <p:cNvSpPr txBox="1"/>
              <p:nvPr/>
            </p:nvSpPr>
            <p:spPr>
              <a:xfrm rot="5400000">
                <a:off x="9424775" y="2648110"/>
                <a:ext cx="385849" cy="351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124" name="文字方塊 123">
                <a:extLst>
                  <a:ext uri="{FF2B5EF4-FFF2-40B4-BE49-F238E27FC236}">
                    <a16:creationId xmlns:a16="http://schemas.microsoft.com/office/drawing/2014/main" id="{F67CBA2D-B2F3-4A08-A256-8B97092689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9424775" y="2648110"/>
                <a:ext cx="385849" cy="351901"/>
              </a:xfrm>
              <a:prstGeom prst="rect">
                <a:avLst/>
              </a:prstGeom>
              <a:blipFill>
                <a:blip r:embed="rId22"/>
                <a:stretch>
                  <a:fillRect b="-1269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5" name="文字方塊 124">
                <a:extLst>
                  <a:ext uri="{FF2B5EF4-FFF2-40B4-BE49-F238E27FC236}">
                    <a16:creationId xmlns:a16="http://schemas.microsoft.com/office/drawing/2014/main" id="{6A80A5AB-8FAE-4ADF-9704-594DEA636629}"/>
                  </a:ext>
                </a:extLst>
              </p:cNvPr>
              <p:cNvSpPr txBox="1"/>
              <p:nvPr/>
            </p:nvSpPr>
            <p:spPr>
              <a:xfrm rot="5400000">
                <a:off x="5389791" y="2601786"/>
                <a:ext cx="385849" cy="351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125" name="文字方塊 124">
                <a:extLst>
                  <a:ext uri="{FF2B5EF4-FFF2-40B4-BE49-F238E27FC236}">
                    <a16:creationId xmlns:a16="http://schemas.microsoft.com/office/drawing/2014/main" id="{6A80A5AB-8FAE-4ADF-9704-594DEA6366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5389791" y="2601786"/>
                <a:ext cx="385849" cy="351901"/>
              </a:xfrm>
              <a:prstGeom prst="rect">
                <a:avLst/>
              </a:prstGeom>
              <a:blipFill>
                <a:blip r:embed="rId23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6" name="矩形 125">
                <a:extLst>
                  <a:ext uri="{FF2B5EF4-FFF2-40B4-BE49-F238E27FC236}">
                    <a16:creationId xmlns:a16="http://schemas.microsoft.com/office/drawing/2014/main" id="{EB7C4620-090F-4DC7-A2A6-272974BA9670}"/>
                  </a:ext>
                </a:extLst>
              </p:cNvPr>
              <p:cNvSpPr/>
              <p:nvPr/>
            </p:nvSpPr>
            <p:spPr>
              <a:xfrm>
                <a:off x="5325487" y="3273583"/>
                <a:ext cx="53893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26" name="矩形 125">
                <a:extLst>
                  <a:ext uri="{FF2B5EF4-FFF2-40B4-BE49-F238E27FC236}">
                    <a16:creationId xmlns:a16="http://schemas.microsoft.com/office/drawing/2014/main" id="{EB7C4620-090F-4DC7-A2A6-272974BA96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5487" y="3273583"/>
                <a:ext cx="538930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7" name="矩形 126">
                <a:extLst>
                  <a:ext uri="{FF2B5EF4-FFF2-40B4-BE49-F238E27FC236}">
                    <a16:creationId xmlns:a16="http://schemas.microsoft.com/office/drawing/2014/main" id="{859F9068-25E0-426C-96D4-2DEB86172B61}"/>
                  </a:ext>
                </a:extLst>
              </p:cNvPr>
              <p:cNvSpPr/>
              <p:nvPr/>
            </p:nvSpPr>
            <p:spPr>
              <a:xfrm>
                <a:off x="9360471" y="3309387"/>
                <a:ext cx="53893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27" name="矩形 126">
                <a:extLst>
                  <a:ext uri="{FF2B5EF4-FFF2-40B4-BE49-F238E27FC236}">
                    <a16:creationId xmlns:a16="http://schemas.microsoft.com/office/drawing/2014/main" id="{859F9068-25E0-426C-96D4-2DEB86172B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0471" y="3309387"/>
                <a:ext cx="538930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8" name="群組 127">
            <a:extLst>
              <a:ext uri="{FF2B5EF4-FFF2-40B4-BE49-F238E27FC236}">
                <a16:creationId xmlns:a16="http://schemas.microsoft.com/office/drawing/2014/main" id="{D7FF5E21-9236-4CA5-9189-C7254E91E630}"/>
              </a:ext>
            </a:extLst>
          </p:cNvPr>
          <p:cNvGrpSpPr/>
          <p:nvPr/>
        </p:nvGrpSpPr>
        <p:grpSpPr>
          <a:xfrm>
            <a:off x="5822215" y="2648313"/>
            <a:ext cx="862094" cy="583304"/>
            <a:chOff x="7047875" y="5232494"/>
            <a:chExt cx="862094" cy="583304"/>
          </a:xfrm>
        </p:grpSpPr>
        <p:grpSp>
          <p:nvGrpSpPr>
            <p:cNvPr id="129" name="群組 128">
              <a:extLst>
                <a:ext uri="{FF2B5EF4-FFF2-40B4-BE49-F238E27FC236}">
                  <a16:creationId xmlns:a16="http://schemas.microsoft.com/office/drawing/2014/main" id="{885A6203-62A4-4ED1-B0A8-49C18553A23D}"/>
                </a:ext>
              </a:extLst>
            </p:cNvPr>
            <p:cNvGrpSpPr/>
            <p:nvPr/>
          </p:nvGrpSpPr>
          <p:grpSpPr>
            <a:xfrm>
              <a:off x="7449729" y="5439534"/>
              <a:ext cx="188539" cy="180862"/>
              <a:chOff x="1373392" y="2391862"/>
              <a:chExt cx="479433" cy="476535"/>
            </a:xfrm>
          </p:grpSpPr>
          <p:sp>
            <p:nvSpPr>
              <p:cNvPr id="132" name="箭號: 向右 131">
                <a:extLst>
                  <a:ext uri="{FF2B5EF4-FFF2-40B4-BE49-F238E27FC236}">
                    <a16:creationId xmlns:a16="http://schemas.microsoft.com/office/drawing/2014/main" id="{B75AD03E-DA67-4CF4-B5AD-8A3CA3CFF792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00">
                  <a:solidFill>
                    <a:schemeClr val="bg1"/>
                  </a:solidFill>
                </a:endParaRPr>
              </a:p>
            </p:txBody>
          </p:sp>
          <p:sp>
            <p:nvSpPr>
              <p:cNvPr id="133" name="箭號: 向右 132">
                <a:extLst>
                  <a:ext uri="{FF2B5EF4-FFF2-40B4-BE49-F238E27FC236}">
                    <a16:creationId xmlns:a16="http://schemas.microsoft.com/office/drawing/2014/main" id="{3CE0B0A8-5490-4CDE-BF09-BF5C6FBCAC4C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文字方塊 129">
                  <a:extLst>
                    <a:ext uri="{FF2B5EF4-FFF2-40B4-BE49-F238E27FC236}">
                      <a16:creationId xmlns:a16="http://schemas.microsoft.com/office/drawing/2014/main" id="{984DA5FA-8C4D-4C74-B747-51A4E4A38171}"/>
                    </a:ext>
                  </a:extLst>
                </p:cNvPr>
                <p:cNvSpPr txBox="1"/>
                <p:nvPr/>
              </p:nvSpPr>
              <p:spPr>
                <a:xfrm>
                  <a:off x="7047875" y="5232494"/>
                  <a:ext cx="671803" cy="3081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30" name="文字方塊 129">
                  <a:extLst>
                    <a:ext uri="{FF2B5EF4-FFF2-40B4-BE49-F238E27FC236}">
                      <a16:creationId xmlns:a16="http://schemas.microsoft.com/office/drawing/2014/main" id="{984DA5FA-8C4D-4C74-B747-51A4E4A381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7875" y="5232494"/>
                  <a:ext cx="671803" cy="308161"/>
                </a:xfrm>
                <a:prstGeom prst="rect">
                  <a:avLst/>
                </a:prstGeom>
                <a:blipFill>
                  <a:blip r:embed="rId26"/>
                  <a:stretch>
                    <a:fillRect b="-196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文字方塊 130">
                  <a:extLst>
                    <a:ext uri="{FF2B5EF4-FFF2-40B4-BE49-F238E27FC236}">
                      <a16:creationId xmlns:a16="http://schemas.microsoft.com/office/drawing/2014/main" id="{65317016-1B02-46C9-B7D0-422144596D0A}"/>
                    </a:ext>
                  </a:extLst>
                </p:cNvPr>
                <p:cNvSpPr txBox="1"/>
                <p:nvPr/>
              </p:nvSpPr>
              <p:spPr>
                <a:xfrm>
                  <a:off x="7478195" y="5523410"/>
                  <a:ext cx="431774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31" name="文字方塊 130">
                  <a:extLst>
                    <a:ext uri="{FF2B5EF4-FFF2-40B4-BE49-F238E27FC236}">
                      <a16:creationId xmlns:a16="http://schemas.microsoft.com/office/drawing/2014/main" id="{65317016-1B02-46C9-B7D0-422144596D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8195" y="5523410"/>
                  <a:ext cx="431774" cy="292388"/>
                </a:xfrm>
                <a:prstGeom prst="rect">
                  <a:avLst/>
                </a:prstGeom>
                <a:blipFill>
                  <a:blip r:embed="rId27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4" name="文字方塊 133">
                <a:extLst>
                  <a:ext uri="{FF2B5EF4-FFF2-40B4-BE49-F238E27FC236}">
                    <a16:creationId xmlns:a16="http://schemas.microsoft.com/office/drawing/2014/main" id="{622DAA7C-C7F6-480D-B219-07116286E218}"/>
                  </a:ext>
                </a:extLst>
              </p:cNvPr>
              <p:cNvSpPr txBox="1"/>
              <p:nvPr/>
            </p:nvSpPr>
            <p:spPr>
              <a:xfrm>
                <a:off x="6253640" y="3246168"/>
                <a:ext cx="7117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34" name="文字方塊 133">
                <a:extLst>
                  <a:ext uri="{FF2B5EF4-FFF2-40B4-BE49-F238E27FC236}">
                    <a16:creationId xmlns:a16="http://schemas.microsoft.com/office/drawing/2014/main" id="{622DAA7C-C7F6-480D-B219-07116286E2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3640" y="3246168"/>
                <a:ext cx="711762" cy="276999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矩形 134">
                <a:extLst>
                  <a:ext uri="{FF2B5EF4-FFF2-40B4-BE49-F238E27FC236}">
                    <a16:creationId xmlns:a16="http://schemas.microsoft.com/office/drawing/2014/main" id="{DEF3386A-D49E-41CB-A93C-7C0C178F874F}"/>
                  </a:ext>
                </a:extLst>
              </p:cNvPr>
              <p:cNvSpPr/>
              <p:nvPr/>
            </p:nvSpPr>
            <p:spPr>
              <a:xfrm>
                <a:off x="6028408" y="1491573"/>
                <a:ext cx="1684692" cy="4472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−1, −1, 1</m:t>
                          </m:r>
                        </m:sub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  <m:d>
                        <m:dPr>
                          <m:ctrlPr>
                            <a:rPr lang="en-US" altLang="zh-TW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35" name="矩形 134">
                <a:extLst>
                  <a:ext uri="{FF2B5EF4-FFF2-40B4-BE49-F238E27FC236}">
                    <a16:creationId xmlns:a16="http://schemas.microsoft.com/office/drawing/2014/main" id="{DEF3386A-D49E-41CB-A93C-7C0C178F87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8408" y="1491573"/>
                <a:ext cx="1684692" cy="447238"/>
              </a:xfrm>
              <a:prstGeom prst="rect">
                <a:avLst/>
              </a:prstGeom>
              <a:blipFill>
                <a:blip r:embed="rId41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矩形 135">
                <a:extLst>
                  <a:ext uri="{FF2B5EF4-FFF2-40B4-BE49-F238E27FC236}">
                    <a16:creationId xmlns:a16="http://schemas.microsoft.com/office/drawing/2014/main" id="{67A7B6A7-998D-4164-8811-6FBE3FFA8616}"/>
                  </a:ext>
                </a:extLst>
              </p:cNvPr>
              <p:cNvSpPr/>
              <p:nvPr/>
            </p:nvSpPr>
            <p:spPr>
              <a:xfrm>
                <a:off x="9978053" y="1491573"/>
                <a:ext cx="1684692" cy="4472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−1, −1, 1</m:t>
                          </m:r>
                        </m:sub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  <m:d>
                        <m:dPr>
                          <m:ctrlPr>
                            <a:rPr lang="en-US" altLang="zh-TW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36" name="矩形 135">
                <a:extLst>
                  <a:ext uri="{FF2B5EF4-FFF2-40B4-BE49-F238E27FC236}">
                    <a16:creationId xmlns:a16="http://schemas.microsoft.com/office/drawing/2014/main" id="{67A7B6A7-998D-4164-8811-6FBE3FFA86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8053" y="1491573"/>
                <a:ext cx="1684692" cy="447238"/>
              </a:xfrm>
              <a:prstGeom prst="rect">
                <a:avLst/>
              </a:prstGeom>
              <a:blipFill>
                <a:blip r:embed="rId42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7" name="圖片 136">
            <a:extLst>
              <a:ext uri="{FF2B5EF4-FFF2-40B4-BE49-F238E27FC236}">
                <a16:creationId xmlns:a16="http://schemas.microsoft.com/office/drawing/2014/main" id="{E5970F73-FFFC-477F-84C6-DCAB4842EB2F}"/>
              </a:ext>
            </a:extLst>
          </p:cNvPr>
          <p:cNvPicPr>
            <a:picLocks noChangeAspect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70" t="9874" r="37949" b="70775"/>
          <a:stretch/>
        </p:blipFill>
        <p:spPr>
          <a:xfrm>
            <a:off x="6960224" y="2457441"/>
            <a:ext cx="1080000" cy="1081629"/>
          </a:xfrm>
          <a:prstGeom prst="rect">
            <a:avLst/>
          </a:prstGeom>
        </p:spPr>
      </p:pic>
      <p:pic>
        <p:nvPicPr>
          <p:cNvPr id="138" name="圖片 137">
            <a:extLst>
              <a:ext uri="{FF2B5EF4-FFF2-40B4-BE49-F238E27FC236}">
                <a16:creationId xmlns:a16="http://schemas.microsoft.com/office/drawing/2014/main" id="{DE1D43C6-49FA-4427-8817-F93EF51900EB}"/>
              </a:ext>
            </a:extLst>
          </p:cNvPr>
          <p:cNvPicPr>
            <a:picLocks noChangeAspect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93" t="30160" r="37946" b="50431"/>
          <a:stretch/>
        </p:blipFill>
        <p:spPr>
          <a:xfrm>
            <a:off x="10968720" y="2475663"/>
            <a:ext cx="1080000" cy="1086526"/>
          </a:xfrm>
          <a:prstGeom prst="rect">
            <a:avLst/>
          </a:prstGeom>
        </p:spPr>
      </p:pic>
      <p:pic>
        <p:nvPicPr>
          <p:cNvPr id="139" name="圖片 138">
            <a:extLst>
              <a:ext uri="{FF2B5EF4-FFF2-40B4-BE49-F238E27FC236}">
                <a16:creationId xmlns:a16="http://schemas.microsoft.com/office/drawing/2014/main" id="{36462D7E-B109-4FB8-A449-363FEF3C5E8A}"/>
              </a:ext>
            </a:extLst>
          </p:cNvPr>
          <p:cNvPicPr>
            <a:picLocks noChangeAspect="1"/>
          </p:cNvPicPr>
          <p:nvPr/>
        </p:nvPicPr>
        <p:blipFill rotWithShape="1"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7009" t="49767"/>
          <a:stretch/>
        </p:blipFill>
        <p:spPr>
          <a:xfrm>
            <a:off x="10934334" y="4471594"/>
            <a:ext cx="1111193" cy="1109605"/>
          </a:xfrm>
          <a:prstGeom prst="rect">
            <a:avLst/>
          </a:prstGeom>
        </p:spPr>
      </p:pic>
      <p:pic>
        <p:nvPicPr>
          <p:cNvPr id="140" name="圖片 139">
            <a:extLst>
              <a:ext uri="{FF2B5EF4-FFF2-40B4-BE49-F238E27FC236}">
                <a16:creationId xmlns:a16="http://schemas.microsoft.com/office/drawing/2014/main" id="{68F2173F-D0DE-4977-B484-1BEAD230CC2D}"/>
              </a:ext>
            </a:extLst>
          </p:cNvPr>
          <p:cNvPicPr>
            <a:picLocks noChangeAspect="1"/>
          </p:cNvPicPr>
          <p:nvPr/>
        </p:nvPicPr>
        <p:blipFill rotWithShape="1"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7009" b="49992"/>
          <a:stretch/>
        </p:blipFill>
        <p:spPr>
          <a:xfrm>
            <a:off x="6928833" y="4471594"/>
            <a:ext cx="1111193" cy="1104624"/>
          </a:xfrm>
          <a:prstGeom prst="rect">
            <a:avLst/>
          </a:prstGeom>
        </p:spPr>
      </p:pic>
      <p:cxnSp>
        <p:nvCxnSpPr>
          <p:cNvPr id="141" name="直線接點 140">
            <a:extLst>
              <a:ext uri="{FF2B5EF4-FFF2-40B4-BE49-F238E27FC236}">
                <a16:creationId xmlns:a16="http://schemas.microsoft.com/office/drawing/2014/main" id="{6217E3F8-0867-4184-91B7-60EC61999549}"/>
              </a:ext>
            </a:extLst>
          </p:cNvPr>
          <p:cNvCxnSpPr>
            <a:cxnSpLocks/>
          </p:cNvCxnSpPr>
          <p:nvPr/>
        </p:nvCxnSpPr>
        <p:spPr>
          <a:xfrm>
            <a:off x="9466122" y="1034850"/>
            <a:ext cx="0" cy="58231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2" name="矩形 141">
                <a:extLst>
                  <a:ext uri="{FF2B5EF4-FFF2-40B4-BE49-F238E27FC236}">
                    <a16:creationId xmlns:a16="http://schemas.microsoft.com/office/drawing/2014/main" id="{092871A7-5515-4556-8DB2-6D035FB30D38}"/>
                  </a:ext>
                </a:extLst>
              </p:cNvPr>
              <p:cNvSpPr/>
              <p:nvPr/>
            </p:nvSpPr>
            <p:spPr>
              <a:xfrm>
                <a:off x="9906727" y="2133184"/>
                <a:ext cx="81201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42" name="矩形 141">
                <a:extLst>
                  <a:ext uri="{FF2B5EF4-FFF2-40B4-BE49-F238E27FC236}">
                    <a16:creationId xmlns:a16="http://schemas.microsoft.com/office/drawing/2014/main" id="{092871A7-5515-4556-8DB2-6D035FB30D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727" y="2133184"/>
                <a:ext cx="812017" cy="369332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矩形 143">
                <a:extLst>
                  <a:ext uri="{FF2B5EF4-FFF2-40B4-BE49-F238E27FC236}">
                    <a16:creationId xmlns:a16="http://schemas.microsoft.com/office/drawing/2014/main" id="{945CF67D-83AC-4920-947F-3F1F51738CCE}"/>
                  </a:ext>
                </a:extLst>
              </p:cNvPr>
              <p:cNvSpPr/>
              <p:nvPr/>
            </p:nvSpPr>
            <p:spPr>
              <a:xfrm>
                <a:off x="8132293" y="625215"/>
                <a:ext cx="1327356" cy="407099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4" name="矩形 143">
                <a:extLst>
                  <a:ext uri="{FF2B5EF4-FFF2-40B4-BE49-F238E27FC236}">
                    <a16:creationId xmlns:a16="http://schemas.microsoft.com/office/drawing/2014/main" id="{945CF67D-83AC-4920-947F-3F1F51738C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2293" y="625215"/>
                <a:ext cx="1327356" cy="407099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FC6A248C-EBA5-4D8B-ABC0-B6009CC7CD8B}"/>
              </a:ext>
            </a:extLst>
          </p:cNvPr>
          <p:cNvCxnSpPr>
            <a:cxnSpLocks/>
          </p:cNvCxnSpPr>
          <p:nvPr/>
        </p:nvCxnSpPr>
        <p:spPr>
          <a:xfrm>
            <a:off x="8145909" y="1034850"/>
            <a:ext cx="0" cy="58231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0" name="矩形 159">
            <a:extLst>
              <a:ext uri="{FF2B5EF4-FFF2-40B4-BE49-F238E27FC236}">
                <a16:creationId xmlns:a16="http://schemas.microsoft.com/office/drawing/2014/main" id="{169E6CD7-DFD1-4377-A1BC-562FDAC260B3}"/>
              </a:ext>
            </a:extLst>
          </p:cNvPr>
          <p:cNvSpPr/>
          <p:nvPr/>
        </p:nvSpPr>
        <p:spPr>
          <a:xfrm>
            <a:off x="5381753" y="625215"/>
            <a:ext cx="2735581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 rate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矩形 160">
                <a:extLst>
                  <a:ext uri="{FF2B5EF4-FFF2-40B4-BE49-F238E27FC236}">
                    <a16:creationId xmlns:a16="http://schemas.microsoft.com/office/drawing/2014/main" id="{F9064406-321E-4DF1-AADE-DFF730A53F46}"/>
                  </a:ext>
                </a:extLst>
              </p:cNvPr>
              <p:cNvSpPr/>
              <p:nvPr/>
            </p:nvSpPr>
            <p:spPr>
              <a:xfrm>
                <a:off x="4074766" y="625215"/>
                <a:ext cx="1327356" cy="407099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1" name="矩形 160">
                <a:extLst>
                  <a:ext uri="{FF2B5EF4-FFF2-40B4-BE49-F238E27FC236}">
                    <a16:creationId xmlns:a16="http://schemas.microsoft.com/office/drawing/2014/main" id="{F9064406-321E-4DF1-AADE-DFF730A53F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4766" y="625215"/>
                <a:ext cx="1327356" cy="407099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2" name="直線接點 161">
            <a:extLst>
              <a:ext uri="{FF2B5EF4-FFF2-40B4-BE49-F238E27FC236}">
                <a16:creationId xmlns:a16="http://schemas.microsoft.com/office/drawing/2014/main" id="{43478E00-861E-498E-8D64-802FCDACFC01}"/>
              </a:ext>
            </a:extLst>
          </p:cNvPr>
          <p:cNvCxnSpPr>
            <a:cxnSpLocks/>
          </p:cNvCxnSpPr>
          <p:nvPr/>
        </p:nvCxnSpPr>
        <p:spPr>
          <a:xfrm>
            <a:off x="5402122" y="1034850"/>
            <a:ext cx="0" cy="58231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3" name="直線接點 162">
            <a:extLst>
              <a:ext uri="{FF2B5EF4-FFF2-40B4-BE49-F238E27FC236}">
                <a16:creationId xmlns:a16="http://schemas.microsoft.com/office/drawing/2014/main" id="{DC5E4014-00A2-4C29-B7B2-CC365777A4FC}"/>
              </a:ext>
            </a:extLst>
          </p:cNvPr>
          <p:cNvCxnSpPr>
            <a:cxnSpLocks/>
          </p:cNvCxnSpPr>
          <p:nvPr/>
        </p:nvCxnSpPr>
        <p:spPr>
          <a:xfrm>
            <a:off x="4081909" y="1034850"/>
            <a:ext cx="0" cy="58231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矩形 163">
                <a:extLst>
                  <a:ext uri="{FF2B5EF4-FFF2-40B4-BE49-F238E27FC236}">
                    <a16:creationId xmlns:a16="http://schemas.microsoft.com/office/drawing/2014/main" id="{E79D20DE-2DED-43B1-AB1F-8C36BEC182D5}"/>
                  </a:ext>
                </a:extLst>
              </p:cNvPr>
              <p:cNvSpPr/>
              <p:nvPr/>
            </p:nvSpPr>
            <p:spPr>
              <a:xfrm>
                <a:off x="5990308" y="5855430"/>
                <a:ext cx="1684692" cy="4472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1, −1, −1</m:t>
                          </m:r>
                        </m:sub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  <m:d>
                        <m:dPr>
                          <m:ctrlPr>
                            <a:rPr lang="en-US" altLang="zh-TW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4" name="矩形 163">
                <a:extLst>
                  <a:ext uri="{FF2B5EF4-FFF2-40B4-BE49-F238E27FC236}">
                    <a16:creationId xmlns:a16="http://schemas.microsoft.com/office/drawing/2014/main" id="{E79D20DE-2DED-43B1-AB1F-8C36BEC182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0308" y="5855430"/>
                <a:ext cx="1684692" cy="447238"/>
              </a:xfrm>
              <a:prstGeom prst="rect">
                <a:avLst/>
              </a:prstGeom>
              <a:blipFill>
                <a:blip r:embed="rId46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矩形 164">
                <a:extLst>
                  <a:ext uri="{FF2B5EF4-FFF2-40B4-BE49-F238E27FC236}">
                    <a16:creationId xmlns:a16="http://schemas.microsoft.com/office/drawing/2014/main" id="{6EC896A5-7C45-4E30-8449-77C967949333}"/>
                  </a:ext>
                </a:extLst>
              </p:cNvPr>
              <p:cNvSpPr/>
              <p:nvPr/>
            </p:nvSpPr>
            <p:spPr>
              <a:xfrm>
                <a:off x="10003453" y="5855430"/>
                <a:ext cx="1684692" cy="4472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1, −1, −1</m:t>
                          </m:r>
                        </m:sub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  <m:d>
                        <m:dPr>
                          <m:ctrlPr>
                            <a:rPr lang="en-US" altLang="zh-TW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5" name="矩形 164">
                <a:extLst>
                  <a:ext uri="{FF2B5EF4-FFF2-40B4-BE49-F238E27FC236}">
                    <a16:creationId xmlns:a16="http://schemas.microsoft.com/office/drawing/2014/main" id="{6EC896A5-7C45-4E30-8449-77C9679493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3453" y="5855430"/>
                <a:ext cx="1684692" cy="447238"/>
              </a:xfrm>
              <a:prstGeom prst="rect">
                <a:avLst/>
              </a:prstGeom>
              <a:blipFill>
                <a:blip r:embed="rId47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矩形 167">
                <a:extLst>
                  <a:ext uri="{FF2B5EF4-FFF2-40B4-BE49-F238E27FC236}">
                    <a16:creationId xmlns:a16="http://schemas.microsoft.com/office/drawing/2014/main" id="{7310709A-BC0E-47F0-AA34-0D53637CFD6E}"/>
                  </a:ext>
                </a:extLst>
              </p:cNvPr>
              <p:cNvSpPr/>
              <p:nvPr/>
            </p:nvSpPr>
            <p:spPr>
              <a:xfrm>
                <a:off x="7062842" y="2120484"/>
                <a:ext cx="82496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8" name="矩形 167">
                <a:extLst>
                  <a:ext uri="{FF2B5EF4-FFF2-40B4-BE49-F238E27FC236}">
                    <a16:creationId xmlns:a16="http://schemas.microsoft.com/office/drawing/2014/main" id="{7310709A-BC0E-47F0-AA34-0D53637CFD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2842" y="2120484"/>
                <a:ext cx="824969" cy="369332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9" name="矩形 168">
                <a:extLst>
                  <a:ext uri="{FF2B5EF4-FFF2-40B4-BE49-F238E27FC236}">
                    <a16:creationId xmlns:a16="http://schemas.microsoft.com/office/drawing/2014/main" id="{DD9BFE70-1B59-422C-92D6-17224EA418F5}"/>
                  </a:ext>
                </a:extLst>
              </p:cNvPr>
              <p:cNvSpPr/>
              <p:nvPr/>
            </p:nvSpPr>
            <p:spPr>
              <a:xfrm>
                <a:off x="5853620" y="2133184"/>
                <a:ext cx="81201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69" name="矩形 168">
                <a:extLst>
                  <a:ext uri="{FF2B5EF4-FFF2-40B4-BE49-F238E27FC236}">
                    <a16:creationId xmlns:a16="http://schemas.microsoft.com/office/drawing/2014/main" id="{DD9BFE70-1B59-422C-92D6-17224EA418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3620" y="2133184"/>
                <a:ext cx="812017" cy="369332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矩形 169">
                <a:extLst>
                  <a:ext uri="{FF2B5EF4-FFF2-40B4-BE49-F238E27FC236}">
                    <a16:creationId xmlns:a16="http://schemas.microsoft.com/office/drawing/2014/main" id="{CFCA36B3-68D6-450C-9E77-9F2147444B94}"/>
                  </a:ext>
                </a:extLst>
              </p:cNvPr>
              <p:cNvSpPr/>
              <p:nvPr/>
            </p:nvSpPr>
            <p:spPr>
              <a:xfrm>
                <a:off x="152227" y="5995822"/>
                <a:ext cx="3823525" cy="646331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marL="342900" indent="-342900">
                  <a:buFontTx/>
                  <a:buAutoNum type="arabicPeriod"/>
                </a:pPr>
                <a:r>
                  <a:rPr lang="en-US" altLang="zh-TW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ℓ=2</m:t>
                    </m:r>
                  </m:oMath>
                </a14:m>
                <a:r>
                  <a:rPr lang="en-US" altLang="zh-TW" dirty="0">
                    <a:solidFill>
                      <a:srgbClr val="FF0000"/>
                    </a:solidFill>
                  </a:rPr>
                  <a:t> : </a:t>
                </a:r>
                <a14:m>
                  <m:oMath xmlns:m="http://schemas.openxmlformats.org/officeDocument/2006/math">
                    <m:r>
                      <a:rPr lang="en-US" altLang="zh-TW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TW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inherit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inherit"/>
                    <a:cs typeface="Times New Roman" panose="02020603050405020304" pitchFamily="18" charset="0"/>
                  </a:rPr>
                  <a:t>change the excitation </a:t>
                </a:r>
                <a:endParaRPr lang="zh-TW" altLang="en-US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Tx/>
                  <a:buAutoNum type="arabicPeriod"/>
                </a:pPr>
                <a:r>
                  <a:rPr lang="zh-TW" altLang="en-US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</m:t>
                    </m:r>
                    <m:r>
                      <a:rPr lang="en-US" altLang="zh-TW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TW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ea typeface="inherit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ea typeface="inherit"/>
                    <a:cs typeface="Times New Roman" panose="02020603050405020304" pitchFamily="18" charset="0"/>
                  </a:rPr>
                  <a:t>rotate the pattern 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0" name="矩形 169">
                <a:extLst>
                  <a:ext uri="{FF2B5EF4-FFF2-40B4-BE49-F238E27FC236}">
                    <a16:creationId xmlns:a16="http://schemas.microsoft.com/office/drawing/2014/main" id="{CFCA36B3-68D6-450C-9E77-9F2147444B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227" y="5995822"/>
                <a:ext cx="3823525" cy="646331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62539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圖片 60">
            <a:extLst>
              <a:ext uri="{FF2B5EF4-FFF2-40B4-BE49-F238E27FC236}">
                <a16:creationId xmlns:a16="http://schemas.microsoft.com/office/drawing/2014/main" id="{4BA1B954-8D98-4016-829A-8DDA8CDD93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958" y="2489115"/>
            <a:ext cx="1080000" cy="1082236"/>
          </a:xfrm>
          <a:prstGeom prst="rect">
            <a:avLst/>
          </a:prstGeom>
        </p:spPr>
      </p:pic>
      <p:pic>
        <p:nvPicPr>
          <p:cNvPr id="62" name="圖片 61">
            <a:extLst>
              <a:ext uri="{FF2B5EF4-FFF2-40B4-BE49-F238E27FC236}">
                <a16:creationId xmlns:a16="http://schemas.microsoft.com/office/drawing/2014/main" id="{EB90BA10-ECAF-4810-92A0-EE4C4C028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958" y="4471847"/>
            <a:ext cx="1080000" cy="1082236"/>
          </a:xfrm>
          <a:prstGeom prst="rect">
            <a:avLst/>
          </a:prstGeom>
        </p:spPr>
      </p:pic>
      <p:pic>
        <p:nvPicPr>
          <p:cNvPr id="64" name="圖片 63">
            <a:extLst>
              <a:ext uri="{FF2B5EF4-FFF2-40B4-BE49-F238E27FC236}">
                <a16:creationId xmlns:a16="http://schemas.microsoft.com/office/drawing/2014/main" id="{9CA1D8B6-2FC9-4632-A8DE-CF5B494AB7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8118" y="2493819"/>
            <a:ext cx="1080000" cy="1077768"/>
          </a:xfrm>
          <a:prstGeom prst="rect">
            <a:avLst/>
          </a:prstGeom>
        </p:spPr>
      </p:pic>
      <p:pic>
        <p:nvPicPr>
          <p:cNvPr id="65" name="圖片 64">
            <a:extLst>
              <a:ext uri="{FF2B5EF4-FFF2-40B4-BE49-F238E27FC236}">
                <a16:creationId xmlns:a16="http://schemas.microsoft.com/office/drawing/2014/main" id="{565AA17F-C63D-4CDA-AA64-4181CC5074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8118" y="4470597"/>
            <a:ext cx="1080000" cy="1082241"/>
          </a:xfrm>
          <a:prstGeom prst="rect">
            <a:avLst/>
          </a:prstGeom>
        </p:spPr>
      </p:pic>
      <p:pic>
        <p:nvPicPr>
          <p:cNvPr id="218" name="圖片 217">
            <a:extLst>
              <a:ext uri="{FF2B5EF4-FFF2-40B4-BE49-F238E27FC236}">
                <a16:creationId xmlns:a16="http://schemas.microsoft.com/office/drawing/2014/main" id="{187A9D35-7621-4FBE-8068-4917125D274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50731"/>
          <a:stretch/>
        </p:blipFill>
        <p:spPr>
          <a:xfrm>
            <a:off x="5762644" y="2462395"/>
            <a:ext cx="1105451" cy="1089138"/>
          </a:xfrm>
          <a:prstGeom prst="rect">
            <a:avLst/>
          </a:prstGeom>
        </p:spPr>
      </p:pic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18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標題 1">
                <a:extLst>
                  <a:ext uri="{FF2B5EF4-FFF2-40B4-BE49-F238E27FC236}">
                    <a16:creationId xmlns:a16="http://schemas.microsoft.com/office/drawing/2014/main" id="{85109608-C351-4569-B725-63CC69087C1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-24293"/>
                <a:ext cx="12192000" cy="65346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Selective excitation</a:t>
                </a:r>
                <a:r>
                  <a:rPr lang="zh-TW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</a:t>
                </a:r>
                <a14:m>
                  <m:oMath xmlns:m="http://schemas.openxmlformats.org/officeDocument/2006/math">
                    <m:r>
                      <a:rPr lang="en-US" altLang="zh-TW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4" name="標題 1">
                <a:extLst>
                  <a:ext uri="{FF2B5EF4-FFF2-40B4-BE49-F238E27FC236}">
                    <a16:creationId xmlns:a16="http://schemas.microsoft.com/office/drawing/2014/main" id="{85109608-C351-4569-B725-63CC69087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4293"/>
                <a:ext cx="12192000" cy="653467"/>
              </a:xfrm>
              <a:prstGeom prst="rect">
                <a:avLst/>
              </a:prstGeom>
              <a:blipFill>
                <a:blip r:embed="rId7"/>
                <a:stretch>
                  <a:fillRect l="-1250" t="-11215" b="-205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628ACCAF-35A3-44D8-9446-B48E715E0A04}"/>
                  </a:ext>
                </a:extLst>
              </p:cNvPr>
              <p:cNvSpPr/>
              <p:nvPr/>
            </p:nvSpPr>
            <p:spPr>
              <a:xfrm>
                <a:off x="1319314" y="2143504"/>
                <a:ext cx="81201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628ACCAF-35A3-44D8-9446-B48E715E0A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9314" y="2143504"/>
                <a:ext cx="81201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D869DA86-5386-4E42-A37F-9534A1864EEB}"/>
                  </a:ext>
                </a:extLst>
              </p:cNvPr>
              <p:cNvSpPr/>
              <p:nvPr/>
            </p:nvSpPr>
            <p:spPr>
              <a:xfrm>
                <a:off x="2632786" y="2143504"/>
                <a:ext cx="82496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D869DA86-5386-4E42-A37F-9534A1864E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2786" y="2143504"/>
                <a:ext cx="82496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33C43893-1221-4111-9898-F4E772A12A44}"/>
                  </a:ext>
                </a:extLst>
              </p:cNvPr>
              <p:cNvSpPr/>
              <p:nvPr/>
            </p:nvSpPr>
            <p:spPr>
              <a:xfrm>
                <a:off x="57167" y="2906178"/>
                <a:ext cx="93006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33C43893-1221-4111-9898-F4E772A12A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67" y="2906178"/>
                <a:ext cx="930063" cy="369332"/>
              </a:xfrm>
              <a:prstGeom prst="rect">
                <a:avLst/>
              </a:prstGeom>
              <a:blipFill>
                <a:blip r:embed="rId10"/>
                <a:stretch>
                  <a:fillRect b="-11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F2844D55-5698-4D6D-A7FF-AD333CFDAE2D}"/>
                  </a:ext>
                </a:extLst>
              </p:cNvPr>
              <p:cNvSpPr/>
              <p:nvPr/>
            </p:nvSpPr>
            <p:spPr>
              <a:xfrm>
                <a:off x="56977" y="4807292"/>
                <a:ext cx="1103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=−4</m:t>
                      </m:r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F2844D55-5698-4D6D-A7FF-AD333CFDAE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77" y="4807292"/>
                <a:ext cx="1103187" cy="369332"/>
              </a:xfrm>
              <a:prstGeom prst="rect">
                <a:avLst/>
              </a:prstGeom>
              <a:blipFill>
                <a:blip r:embed="rId11"/>
                <a:stretch>
                  <a:fillRect b="-11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矩形 100">
            <a:extLst>
              <a:ext uri="{FF2B5EF4-FFF2-40B4-BE49-F238E27FC236}">
                <a16:creationId xmlns:a16="http://schemas.microsoft.com/office/drawing/2014/main" id="{2085C97F-3F40-42A1-AACD-D1AFDCA2862C}"/>
              </a:ext>
            </a:extLst>
          </p:cNvPr>
          <p:cNvSpPr/>
          <p:nvPr/>
        </p:nvSpPr>
        <p:spPr>
          <a:xfrm>
            <a:off x="2286" y="625215"/>
            <a:ext cx="4067924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intensity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8" name="圖片 107">
            <a:extLst>
              <a:ext uri="{FF2B5EF4-FFF2-40B4-BE49-F238E27FC236}">
                <a16:creationId xmlns:a16="http://schemas.microsoft.com/office/drawing/2014/main" id="{224D9A90-4323-49AF-92DF-8E2A74C303E4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67379" b="50923"/>
          <a:stretch/>
        </p:blipFill>
        <p:spPr>
          <a:xfrm>
            <a:off x="5813421" y="4471594"/>
            <a:ext cx="1098721" cy="108406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4" name="文字方塊 133">
                <a:extLst>
                  <a:ext uri="{FF2B5EF4-FFF2-40B4-BE49-F238E27FC236}">
                    <a16:creationId xmlns:a16="http://schemas.microsoft.com/office/drawing/2014/main" id="{622DAA7C-C7F6-480D-B219-07116286E218}"/>
                  </a:ext>
                </a:extLst>
              </p:cNvPr>
              <p:cNvSpPr txBox="1"/>
              <p:nvPr/>
            </p:nvSpPr>
            <p:spPr>
              <a:xfrm>
                <a:off x="6375627" y="3269983"/>
                <a:ext cx="4877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34" name="文字方塊 133">
                <a:extLst>
                  <a:ext uri="{FF2B5EF4-FFF2-40B4-BE49-F238E27FC236}">
                    <a16:creationId xmlns:a16="http://schemas.microsoft.com/office/drawing/2014/main" id="{622DAA7C-C7F6-480D-B219-07116286E2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5627" y="3269983"/>
                <a:ext cx="487790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矩形 134">
                <a:extLst>
                  <a:ext uri="{FF2B5EF4-FFF2-40B4-BE49-F238E27FC236}">
                    <a16:creationId xmlns:a16="http://schemas.microsoft.com/office/drawing/2014/main" id="{DEF3386A-D49E-41CB-A93C-7C0C178F874F}"/>
                  </a:ext>
                </a:extLst>
              </p:cNvPr>
              <p:cNvSpPr/>
              <p:nvPr/>
            </p:nvSpPr>
            <p:spPr>
              <a:xfrm>
                <a:off x="6028408" y="1491573"/>
                <a:ext cx="1684692" cy="4472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−1, −1, 1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  <m:d>
                        <m:dPr>
                          <m:ctrlPr>
                            <a:rPr lang="en-US" altLang="zh-TW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35" name="矩形 134">
                <a:extLst>
                  <a:ext uri="{FF2B5EF4-FFF2-40B4-BE49-F238E27FC236}">
                    <a16:creationId xmlns:a16="http://schemas.microsoft.com/office/drawing/2014/main" id="{DEF3386A-D49E-41CB-A93C-7C0C178F87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8408" y="1491573"/>
                <a:ext cx="1684692" cy="447238"/>
              </a:xfrm>
              <a:prstGeom prst="rect">
                <a:avLst/>
              </a:prstGeom>
              <a:blipFill>
                <a:blip r:embed="rId14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FC6A248C-EBA5-4D8B-ABC0-B6009CC7CD8B}"/>
              </a:ext>
            </a:extLst>
          </p:cNvPr>
          <p:cNvCxnSpPr>
            <a:cxnSpLocks/>
          </p:cNvCxnSpPr>
          <p:nvPr/>
        </p:nvCxnSpPr>
        <p:spPr>
          <a:xfrm>
            <a:off x="8110984" y="1034850"/>
            <a:ext cx="0" cy="58231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0" name="矩形 159">
            <a:extLst>
              <a:ext uri="{FF2B5EF4-FFF2-40B4-BE49-F238E27FC236}">
                <a16:creationId xmlns:a16="http://schemas.microsoft.com/office/drawing/2014/main" id="{169E6CD7-DFD1-4377-A1BC-562FDAC260B3}"/>
              </a:ext>
            </a:extLst>
          </p:cNvPr>
          <p:cNvSpPr/>
          <p:nvPr/>
        </p:nvSpPr>
        <p:spPr>
          <a:xfrm>
            <a:off x="5381753" y="625215"/>
            <a:ext cx="2735581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 rate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矩形 160">
                <a:extLst>
                  <a:ext uri="{FF2B5EF4-FFF2-40B4-BE49-F238E27FC236}">
                    <a16:creationId xmlns:a16="http://schemas.microsoft.com/office/drawing/2014/main" id="{F9064406-321E-4DF1-AADE-DFF730A53F46}"/>
                  </a:ext>
                </a:extLst>
              </p:cNvPr>
              <p:cNvSpPr/>
              <p:nvPr/>
            </p:nvSpPr>
            <p:spPr>
              <a:xfrm>
                <a:off x="4074766" y="625215"/>
                <a:ext cx="1327356" cy="407099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1" name="矩形 160">
                <a:extLst>
                  <a:ext uri="{FF2B5EF4-FFF2-40B4-BE49-F238E27FC236}">
                    <a16:creationId xmlns:a16="http://schemas.microsoft.com/office/drawing/2014/main" id="{F9064406-321E-4DF1-AADE-DFF730A53F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4766" y="625215"/>
                <a:ext cx="1327356" cy="4070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2" name="直線接點 161">
            <a:extLst>
              <a:ext uri="{FF2B5EF4-FFF2-40B4-BE49-F238E27FC236}">
                <a16:creationId xmlns:a16="http://schemas.microsoft.com/office/drawing/2014/main" id="{43478E00-861E-498E-8D64-802FCDACFC01}"/>
              </a:ext>
            </a:extLst>
          </p:cNvPr>
          <p:cNvCxnSpPr>
            <a:cxnSpLocks/>
          </p:cNvCxnSpPr>
          <p:nvPr/>
        </p:nvCxnSpPr>
        <p:spPr>
          <a:xfrm>
            <a:off x="5402122" y="1034850"/>
            <a:ext cx="0" cy="58231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3" name="直線接點 162">
            <a:extLst>
              <a:ext uri="{FF2B5EF4-FFF2-40B4-BE49-F238E27FC236}">
                <a16:creationId xmlns:a16="http://schemas.microsoft.com/office/drawing/2014/main" id="{DC5E4014-00A2-4C29-B7B2-CC365777A4FC}"/>
              </a:ext>
            </a:extLst>
          </p:cNvPr>
          <p:cNvCxnSpPr>
            <a:cxnSpLocks/>
          </p:cNvCxnSpPr>
          <p:nvPr/>
        </p:nvCxnSpPr>
        <p:spPr>
          <a:xfrm>
            <a:off x="4081909" y="1034850"/>
            <a:ext cx="0" cy="58231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矩形 163">
                <a:extLst>
                  <a:ext uri="{FF2B5EF4-FFF2-40B4-BE49-F238E27FC236}">
                    <a16:creationId xmlns:a16="http://schemas.microsoft.com/office/drawing/2014/main" id="{E79D20DE-2DED-43B1-AB1F-8C36BEC182D5}"/>
                  </a:ext>
                </a:extLst>
              </p:cNvPr>
              <p:cNvSpPr/>
              <p:nvPr/>
            </p:nvSpPr>
            <p:spPr>
              <a:xfrm>
                <a:off x="5990308" y="5855430"/>
                <a:ext cx="1684692" cy="4472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1, −1, −1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  <m:d>
                        <m:dPr>
                          <m:ctrlPr>
                            <a:rPr lang="en-US" altLang="zh-TW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4" name="矩形 163">
                <a:extLst>
                  <a:ext uri="{FF2B5EF4-FFF2-40B4-BE49-F238E27FC236}">
                    <a16:creationId xmlns:a16="http://schemas.microsoft.com/office/drawing/2014/main" id="{E79D20DE-2DED-43B1-AB1F-8C36BEC182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0308" y="5855430"/>
                <a:ext cx="1684692" cy="447238"/>
              </a:xfrm>
              <a:prstGeom prst="rect">
                <a:avLst/>
              </a:prstGeom>
              <a:blipFill>
                <a:blip r:embed="rId16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矩形 167">
                <a:extLst>
                  <a:ext uri="{FF2B5EF4-FFF2-40B4-BE49-F238E27FC236}">
                    <a16:creationId xmlns:a16="http://schemas.microsoft.com/office/drawing/2014/main" id="{7310709A-BC0E-47F0-AA34-0D53637CFD6E}"/>
                  </a:ext>
                </a:extLst>
              </p:cNvPr>
              <p:cNvSpPr/>
              <p:nvPr/>
            </p:nvSpPr>
            <p:spPr>
              <a:xfrm>
                <a:off x="7062842" y="2120484"/>
                <a:ext cx="82496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8" name="矩形 167">
                <a:extLst>
                  <a:ext uri="{FF2B5EF4-FFF2-40B4-BE49-F238E27FC236}">
                    <a16:creationId xmlns:a16="http://schemas.microsoft.com/office/drawing/2014/main" id="{7310709A-BC0E-47F0-AA34-0D53637CFD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2842" y="2120484"/>
                <a:ext cx="824969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9" name="矩形 168">
                <a:extLst>
                  <a:ext uri="{FF2B5EF4-FFF2-40B4-BE49-F238E27FC236}">
                    <a16:creationId xmlns:a16="http://schemas.microsoft.com/office/drawing/2014/main" id="{DD9BFE70-1B59-422C-92D6-17224EA418F5}"/>
                  </a:ext>
                </a:extLst>
              </p:cNvPr>
              <p:cNvSpPr/>
              <p:nvPr/>
            </p:nvSpPr>
            <p:spPr>
              <a:xfrm>
                <a:off x="5908865" y="2133184"/>
                <a:ext cx="81201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69" name="矩形 168">
                <a:extLst>
                  <a:ext uri="{FF2B5EF4-FFF2-40B4-BE49-F238E27FC236}">
                    <a16:creationId xmlns:a16="http://schemas.microsoft.com/office/drawing/2014/main" id="{DD9BFE70-1B59-422C-92D6-17224EA418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8865" y="2133184"/>
                <a:ext cx="812017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矩形 169">
                <a:extLst>
                  <a:ext uri="{FF2B5EF4-FFF2-40B4-BE49-F238E27FC236}">
                    <a16:creationId xmlns:a16="http://schemas.microsoft.com/office/drawing/2014/main" id="{CFCA36B3-68D6-450C-9E77-9F2147444B94}"/>
                  </a:ext>
                </a:extLst>
              </p:cNvPr>
              <p:cNvSpPr/>
              <p:nvPr/>
            </p:nvSpPr>
            <p:spPr>
              <a:xfrm>
                <a:off x="152227" y="5995822"/>
                <a:ext cx="3823525" cy="646331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marL="342900" indent="-342900">
                  <a:buFontTx/>
                  <a:buAutoNum type="arabicPeriod"/>
                </a:pPr>
                <a:r>
                  <a:rPr lang="en-US" altLang="zh-TW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TW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r>
                      <a:rPr lang="en-US" altLang="zh-TW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TW" dirty="0">
                    <a:solidFill>
                      <a:srgbClr val="FF0000"/>
                    </a:solidFill>
                  </a:rPr>
                  <a:t> : </a:t>
                </a:r>
                <a14:m>
                  <m:oMath xmlns:m="http://schemas.openxmlformats.org/officeDocument/2006/math">
                    <m:r>
                      <a:rPr lang="en-US" altLang="zh-TW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TW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inherit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inherit"/>
                    <a:cs typeface="Times New Roman" panose="02020603050405020304" pitchFamily="18" charset="0"/>
                  </a:rPr>
                  <a:t>change the excitation </a:t>
                </a:r>
                <a:endParaRPr lang="zh-TW" alt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Tx/>
                  <a:buAutoNum type="arabicPeriod"/>
                </a:pPr>
                <a:r>
                  <a:rPr lang="en-US" altLang="zh-TW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TW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r>
                      <a:rPr lang="en-US" altLang="zh-TW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zh-TW" altLang="en-US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zh-TW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TW" altLang="en-US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inherit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inherit"/>
                    <a:cs typeface="Times New Roman" panose="02020603050405020304" pitchFamily="18" charset="0"/>
                  </a:rPr>
                  <a:t>rotate the pattern </a:t>
                </a:r>
                <a:endParaRPr lang="zh-TW" alt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0" name="矩形 169">
                <a:extLst>
                  <a:ext uri="{FF2B5EF4-FFF2-40B4-BE49-F238E27FC236}">
                    <a16:creationId xmlns:a16="http://schemas.microsoft.com/office/drawing/2014/main" id="{CFCA36B3-68D6-450C-9E77-9F2147444B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227" y="5995822"/>
                <a:ext cx="3823525" cy="646331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0" name="群組 99">
            <a:extLst>
              <a:ext uri="{FF2B5EF4-FFF2-40B4-BE49-F238E27FC236}">
                <a16:creationId xmlns:a16="http://schemas.microsoft.com/office/drawing/2014/main" id="{7B5AB5EB-FD06-4159-A576-F3552764C9BC}"/>
              </a:ext>
            </a:extLst>
          </p:cNvPr>
          <p:cNvGrpSpPr/>
          <p:nvPr/>
        </p:nvGrpSpPr>
        <p:grpSpPr>
          <a:xfrm>
            <a:off x="1532856" y="2688087"/>
            <a:ext cx="483108" cy="476014"/>
            <a:chOff x="7614758" y="3184204"/>
            <a:chExt cx="483108" cy="476014"/>
          </a:xfrm>
        </p:grpSpPr>
        <p:grpSp>
          <p:nvGrpSpPr>
            <p:cNvPr id="102" name="群組 101">
              <a:extLst>
                <a:ext uri="{FF2B5EF4-FFF2-40B4-BE49-F238E27FC236}">
                  <a16:creationId xmlns:a16="http://schemas.microsoft.com/office/drawing/2014/main" id="{9B05B51C-2ADB-4DBB-9C89-1B71BFC7B3A9}"/>
                </a:ext>
              </a:extLst>
            </p:cNvPr>
            <p:cNvGrpSpPr/>
            <p:nvPr/>
          </p:nvGrpSpPr>
          <p:grpSpPr>
            <a:xfrm>
              <a:off x="7776064" y="3449761"/>
              <a:ext cx="87607" cy="84039"/>
              <a:chOff x="1373392" y="2391862"/>
              <a:chExt cx="479433" cy="476535"/>
            </a:xfrm>
            <a:solidFill>
              <a:schemeClr val="tx1"/>
            </a:solidFill>
          </p:grpSpPr>
          <p:sp>
            <p:nvSpPr>
              <p:cNvPr id="106" name="箭號: 向右 105">
                <a:extLst>
                  <a:ext uri="{FF2B5EF4-FFF2-40B4-BE49-F238E27FC236}">
                    <a16:creationId xmlns:a16="http://schemas.microsoft.com/office/drawing/2014/main" id="{3628C684-A73D-474F-BDC9-DB85F3DCBA56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107" name="箭號: 向右 106">
                <a:extLst>
                  <a:ext uri="{FF2B5EF4-FFF2-40B4-BE49-F238E27FC236}">
                    <a16:creationId xmlns:a16="http://schemas.microsoft.com/office/drawing/2014/main" id="{29329D51-B0BD-49E7-9737-1AB50E520015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文字方塊 103">
                  <a:extLst>
                    <a:ext uri="{FF2B5EF4-FFF2-40B4-BE49-F238E27FC236}">
                      <a16:creationId xmlns:a16="http://schemas.microsoft.com/office/drawing/2014/main" id="{AD71B0E5-5880-4F21-908A-FFEFCB651160}"/>
                    </a:ext>
                  </a:extLst>
                </p:cNvPr>
                <p:cNvSpPr txBox="1"/>
                <p:nvPr/>
              </p:nvSpPr>
              <p:spPr>
                <a:xfrm>
                  <a:off x="7614758" y="3184204"/>
                  <a:ext cx="332280" cy="2916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4" name="文字方塊 103">
                  <a:extLst>
                    <a:ext uri="{FF2B5EF4-FFF2-40B4-BE49-F238E27FC236}">
                      <a16:creationId xmlns:a16="http://schemas.microsoft.com/office/drawing/2014/main" id="{AD71B0E5-5880-4F21-908A-FFEFCB6511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4758" y="3184204"/>
                  <a:ext cx="332280" cy="291617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文字方塊 104">
                  <a:extLst>
                    <a:ext uri="{FF2B5EF4-FFF2-40B4-BE49-F238E27FC236}">
                      <a16:creationId xmlns:a16="http://schemas.microsoft.com/office/drawing/2014/main" id="{00497E93-CDD1-488E-8DE9-B0F9EFF28E51}"/>
                    </a:ext>
                  </a:extLst>
                </p:cNvPr>
                <p:cNvSpPr txBox="1"/>
                <p:nvPr/>
              </p:nvSpPr>
              <p:spPr>
                <a:xfrm>
                  <a:off x="7803461" y="3383220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5" name="文字方塊 104">
                  <a:extLst>
                    <a:ext uri="{FF2B5EF4-FFF2-40B4-BE49-F238E27FC236}">
                      <a16:creationId xmlns:a16="http://schemas.microsoft.com/office/drawing/2014/main" id="{00497E93-CDD1-488E-8DE9-B0F9EFF28E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03461" y="3383220"/>
                  <a:ext cx="294405" cy="276998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文字方塊 116">
                <a:extLst>
                  <a:ext uri="{FF2B5EF4-FFF2-40B4-BE49-F238E27FC236}">
                    <a16:creationId xmlns:a16="http://schemas.microsoft.com/office/drawing/2014/main" id="{41582D57-5C8D-40C6-B487-971CE72029D9}"/>
                  </a:ext>
                </a:extLst>
              </p:cNvPr>
              <p:cNvSpPr txBox="1"/>
              <p:nvPr/>
            </p:nvSpPr>
            <p:spPr>
              <a:xfrm>
                <a:off x="1035278" y="3243798"/>
                <a:ext cx="7117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7" name="文字方塊 116">
                <a:extLst>
                  <a:ext uri="{FF2B5EF4-FFF2-40B4-BE49-F238E27FC236}">
                    <a16:creationId xmlns:a16="http://schemas.microsoft.com/office/drawing/2014/main" id="{41582D57-5C8D-40C6-B487-971CE7202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278" y="3243798"/>
                <a:ext cx="711762" cy="276999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6" name="矩形 165">
                <a:extLst>
                  <a:ext uri="{FF2B5EF4-FFF2-40B4-BE49-F238E27FC236}">
                    <a16:creationId xmlns:a16="http://schemas.microsoft.com/office/drawing/2014/main" id="{2E3AF4AC-A435-4B45-819F-1A4D87215462}"/>
                  </a:ext>
                </a:extLst>
              </p:cNvPr>
              <p:cNvSpPr/>
              <p:nvPr/>
            </p:nvSpPr>
            <p:spPr>
              <a:xfrm>
                <a:off x="867084" y="2341035"/>
                <a:ext cx="365805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66" name="矩形 165">
                <a:extLst>
                  <a:ext uri="{FF2B5EF4-FFF2-40B4-BE49-F238E27FC236}">
                    <a16:creationId xmlns:a16="http://schemas.microsoft.com/office/drawing/2014/main" id="{2E3AF4AC-A435-4B45-819F-1A4D872154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084" y="2341035"/>
                <a:ext cx="365805" cy="36933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7" name="矩形 166">
                <a:extLst>
                  <a:ext uri="{FF2B5EF4-FFF2-40B4-BE49-F238E27FC236}">
                    <a16:creationId xmlns:a16="http://schemas.microsoft.com/office/drawing/2014/main" id="{C30D0D81-86BD-468B-840D-7BB13F50203F}"/>
                  </a:ext>
                </a:extLst>
              </p:cNvPr>
              <p:cNvSpPr/>
              <p:nvPr/>
            </p:nvSpPr>
            <p:spPr>
              <a:xfrm>
                <a:off x="794592" y="3357035"/>
                <a:ext cx="53893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67" name="矩形 166">
                <a:extLst>
                  <a:ext uri="{FF2B5EF4-FFF2-40B4-BE49-F238E27FC236}">
                    <a16:creationId xmlns:a16="http://schemas.microsoft.com/office/drawing/2014/main" id="{C30D0D81-86BD-468B-840D-7BB13F5020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592" y="3357035"/>
                <a:ext cx="538930" cy="36933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矩形 170">
                <a:extLst>
                  <a:ext uri="{FF2B5EF4-FFF2-40B4-BE49-F238E27FC236}">
                    <a16:creationId xmlns:a16="http://schemas.microsoft.com/office/drawing/2014/main" id="{22E99C5E-67DC-447C-8B67-39C755A2A8C6}"/>
                  </a:ext>
                </a:extLst>
              </p:cNvPr>
              <p:cNvSpPr/>
              <p:nvPr/>
            </p:nvSpPr>
            <p:spPr>
              <a:xfrm>
                <a:off x="4006961" y="3613451"/>
                <a:ext cx="1632238" cy="407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altLang="zh-TW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</m:sup>
                      </m:sSup>
                      <m:r>
                        <a:rPr lang="en-US" altLang="zh-TW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sup>
                      </m:sSup>
                      <m:acc>
                        <m:accPr>
                          <m:chr m:val="̂"/>
                          <m:ctrlPr>
                            <a:rPr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1" name="矩形 170">
                <a:extLst>
                  <a:ext uri="{FF2B5EF4-FFF2-40B4-BE49-F238E27FC236}">
                    <a16:creationId xmlns:a16="http://schemas.microsoft.com/office/drawing/2014/main" id="{22E99C5E-67DC-447C-8B67-39C755A2A8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6961" y="3613451"/>
                <a:ext cx="1632238" cy="407099"/>
              </a:xfrm>
              <a:prstGeom prst="rect">
                <a:avLst/>
              </a:prstGeom>
              <a:blipFill>
                <a:blip r:embed="rId31"/>
                <a:stretch>
                  <a:fillRect t="-4478" r="-85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4" name="圖片 173">
            <a:extLst>
              <a:ext uri="{FF2B5EF4-FFF2-40B4-BE49-F238E27FC236}">
                <a16:creationId xmlns:a16="http://schemas.microsoft.com/office/drawing/2014/main" id="{F9A5E04C-2FAA-495D-9B83-8E8600EC15A9}"/>
              </a:ext>
            </a:extLst>
          </p:cNvPr>
          <p:cNvPicPr>
            <a:picLocks noChangeAspect="1"/>
          </p:cNvPicPr>
          <p:nvPr/>
        </p:nvPicPr>
        <p:blipFill rotWithShape="1">
          <a:blip r:embed="rId32"/>
          <a:srcRect r="67430"/>
          <a:stretch/>
        </p:blipFill>
        <p:spPr>
          <a:xfrm>
            <a:off x="5780505" y="4465757"/>
            <a:ext cx="1105234" cy="1102147"/>
          </a:xfrm>
          <a:prstGeom prst="rect">
            <a:avLst/>
          </a:prstGeom>
        </p:spPr>
      </p:pic>
      <p:pic>
        <p:nvPicPr>
          <p:cNvPr id="217" name="圖片 216">
            <a:extLst>
              <a:ext uri="{FF2B5EF4-FFF2-40B4-BE49-F238E27FC236}">
                <a16:creationId xmlns:a16="http://schemas.microsoft.com/office/drawing/2014/main" id="{F524C450-795D-435D-977F-41623B718A2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51398"/>
          <a:stretch/>
        </p:blipFill>
        <p:spPr>
          <a:xfrm>
            <a:off x="6952867" y="2468539"/>
            <a:ext cx="1080000" cy="1078659"/>
          </a:xfrm>
          <a:prstGeom prst="rect">
            <a:avLst/>
          </a:prstGeom>
        </p:spPr>
      </p:pic>
      <p:grpSp>
        <p:nvGrpSpPr>
          <p:cNvPr id="219" name="群組 218">
            <a:extLst>
              <a:ext uri="{FF2B5EF4-FFF2-40B4-BE49-F238E27FC236}">
                <a16:creationId xmlns:a16="http://schemas.microsoft.com/office/drawing/2014/main" id="{07CEE48E-47C7-4C56-B12D-39D0B5746F7E}"/>
              </a:ext>
            </a:extLst>
          </p:cNvPr>
          <p:cNvGrpSpPr/>
          <p:nvPr/>
        </p:nvGrpSpPr>
        <p:grpSpPr>
          <a:xfrm>
            <a:off x="5870938" y="2587055"/>
            <a:ext cx="855744" cy="627754"/>
            <a:chOff x="7054225" y="5188044"/>
            <a:chExt cx="855744" cy="627754"/>
          </a:xfrm>
        </p:grpSpPr>
        <p:grpSp>
          <p:nvGrpSpPr>
            <p:cNvPr id="220" name="群組 219">
              <a:extLst>
                <a:ext uri="{FF2B5EF4-FFF2-40B4-BE49-F238E27FC236}">
                  <a16:creationId xmlns:a16="http://schemas.microsoft.com/office/drawing/2014/main" id="{F3BAC1EE-342C-461E-943A-2FDAE609BE2A}"/>
                </a:ext>
              </a:extLst>
            </p:cNvPr>
            <p:cNvGrpSpPr/>
            <p:nvPr/>
          </p:nvGrpSpPr>
          <p:grpSpPr>
            <a:xfrm>
              <a:off x="7449729" y="5439533"/>
              <a:ext cx="188539" cy="180863"/>
              <a:chOff x="1373392" y="2391859"/>
              <a:chExt cx="479433" cy="476538"/>
            </a:xfrm>
          </p:grpSpPr>
          <p:sp>
            <p:nvSpPr>
              <p:cNvPr id="223" name="箭號: 向右 222">
                <a:extLst>
                  <a:ext uri="{FF2B5EF4-FFF2-40B4-BE49-F238E27FC236}">
                    <a16:creationId xmlns:a16="http://schemas.microsoft.com/office/drawing/2014/main" id="{AAF6881A-1494-4BCE-858D-8AFE361FCE2D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00">
                  <a:solidFill>
                    <a:schemeClr val="bg1"/>
                  </a:solidFill>
                </a:endParaRPr>
              </a:p>
            </p:txBody>
          </p:sp>
          <p:sp>
            <p:nvSpPr>
              <p:cNvPr id="224" name="箭號: 向右 223">
                <a:extLst>
                  <a:ext uri="{FF2B5EF4-FFF2-40B4-BE49-F238E27FC236}">
                    <a16:creationId xmlns:a16="http://schemas.microsoft.com/office/drawing/2014/main" id="{B1AF565F-D91F-4BBC-8C04-56E5587D63F9}"/>
                  </a:ext>
                </a:extLst>
              </p:cNvPr>
              <p:cNvSpPr/>
              <p:nvPr/>
            </p:nvSpPr>
            <p:spPr>
              <a:xfrm rot="16200000">
                <a:off x="1218866" y="2546385"/>
                <a:ext cx="441582" cy="132530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1" name="文字方塊 220">
                  <a:extLst>
                    <a:ext uri="{FF2B5EF4-FFF2-40B4-BE49-F238E27FC236}">
                      <a16:creationId xmlns:a16="http://schemas.microsoft.com/office/drawing/2014/main" id="{21CB72C8-E4A0-4784-9028-4F1DC198D931}"/>
                    </a:ext>
                  </a:extLst>
                </p:cNvPr>
                <p:cNvSpPr txBox="1"/>
                <p:nvPr/>
              </p:nvSpPr>
              <p:spPr>
                <a:xfrm>
                  <a:off x="7054225" y="5188044"/>
                  <a:ext cx="671803" cy="3081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21" name="文字方塊 220">
                  <a:extLst>
                    <a:ext uri="{FF2B5EF4-FFF2-40B4-BE49-F238E27FC236}">
                      <a16:creationId xmlns:a16="http://schemas.microsoft.com/office/drawing/2014/main" id="{21CB72C8-E4A0-4784-9028-4F1DC198D9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54225" y="5188044"/>
                  <a:ext cx="671803" cy="308161"/>
                </a:xfrm>
                <a:prstGeom prst="rect">
                  <a:avLst/>
                </a:prstGeom>
                <a:blipFill>
                  <a:blip r:embed="rId34"/>
                  <a:stretch>
                    <a:fillRect b="-196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2" name="文字方塊 221">
                  <a:extLst>
                    <a:ext uri="{FF2B5EF4-FFF2-40B4-BE49-F238E27FC236}">
                      <a16:creationId xmlns:a16="http://schemas.microsoft.com/office/drawing/2014/main" id="{D316B539-E5AF-45AC-BD95-BA317E273588}"/>
                    </a:ext>
                  </a:extLst>
                </p:cNvPr>
                <p:cNvSpPr txBox="1"/>
                <p:nvPr/>
              </p:nvSpPr>
              <p:spPr>
                <a:xfrm>
                  <a:off x="7478195" y="5523410"/>
                  <a:ext cx="431774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222" name="文字方塊 221">
                  <a:extLst>
                    <a:ext uri="{FF2B5EF4-FFF2-40B4-BE49-F238E27FC236}">
                      <a16:creationId xmlns:a16="http://schemas.microsoft.com/office/drawing/2014/main" id="{D316B539-E5AF-45AC-BD95-BA317E2735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8195" y="5523410"/>
                  <a:ext cx="431774" cy="292388"/>
                </a:xfrm>
                <a:prstGeom prst="rect">
                  <a:avLst/>
                </a:prstGeom>
                <a:blipFill>
                  <a:blip r:embed="rId35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矩形 225">
                <a:extLst>
                  <a:ext uri="{FF2B5EF4-FFF2-40B4-BE49-F238E27FC236}">
                    <a16:creationId xmlns:a16="http://schemas.microsoft.com/office/drawing/2014/main" id="{38B7255D-E33C-462D-ABCC-B98B2582B6E5}"/>
                  </a:ext>
                </a:extLst>
              </p:cNvPr>
              <p:cNvSpPr/>
              <p:nvPr/>
            </p:nvSpPr>
            <p:spPr>
              <a:xfrm>
                <a:off x="8392302" y="3519869"/>
                <a:ext cx="3498073" cy="83356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1900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900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,ℓ,</m:t>
                          </m:r>
                          <m:sSup>
                            <m:sSup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TW" sz="1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bSup>
                      <m:d>
                        <m:d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n-US" altLang="zh-TW" sz="1900" b="1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sz="1900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TW" sz="19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900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e>
                            <m:sub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,ℓ,</m:t>
                              </m:r>
                              <m:sSup>
                                <m:sSupPr>
                                  <m:ctrlPr>
                                    <a:rPr lang="en-US" altLang="zh-TW" sz="19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TW" sz="19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  <m:sup>
                                  <m:r>
                                    <a:rPr lang="en-US" altLang="zh-TW" sz="19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  <m:sup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sz="1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6" name="矩形 225">
                <a:extLst>
                  <a:ext uri="{FF2B5EF4-FFF2-40B4-BE49-F238E27FC236}">
                    <a16:creationId xmlns:a16="http://schemas.microsoft.com/office/drawing/2014/main" id="{38B7255D-E33C-462D-ABCC-B98B2582B6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2302" y="3519869"/>
                <a:ext cx="3498073" cy="833562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7" name="矩形 226">
            <a:extLst>
              <a:ext uri="{FF2B5EF4-FFF2-40B4-BE49-F238E27FC236}">
                <a16:creationId xmlns:a16="http://schemas.microsoft.com/office/drawing/2014/main" id="{61AAB479-2FB8-471B-8431-4456086138B1}"/>
              </a:ext>
            </a:extLst>
          </p:cNvPr>
          <p:cNvSpPr/>
          <p:nvPr/>
        </p:nvSpPr>
        <p:spPr>
          <a:xfrm>
            <a:off x="8121890" y="1476115"/>
            <a:ext cx="4070110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transition rate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9" name="文字方塊 228">
            <a:extLst>
              <a:ext uri="{FF2B5EF4-FFF2-40B4-BE49-F238E27FC236}">
                <a16:creationId xmlns:a16="http://schemas.microsoft.com/office/drawing/2014/main" id="{1B210E55-6A25-4B34-91E9-7D63E6479642}"/>
              </a:ext>
            </a:extLst>
          </p:cNvPr>
          <p:cNvSpPr txBox="1"/>
          <p:nvPr/>
        </p:nvSpPr>
        <p:spPr>
          <a:xfrm>
            <a:off x="8407286" y="2928724"/>
            <a:ext cx="3537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 can be evaluated through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6" name="圖片 55">
            <a:extLst>
              <a:ext uri="{FF2B5EF4-FFF2-40B4-BE49-F238E27FC236}">
                <a16:creationId xmlns:a16="http://schemas.microsoft.com/office/drawing/2014/main" id="{487DE176-6F38-433B-97CD-6939720D5E3D}"/>
              </a:ext>
            </a:extLst>
          </p:cNvPr>
          <p:cNvPicPr>
            <a:picLocks noChangeAspect="1"/>
          </p:cNvPicPr>
          <p:nvPr/>
        </p:nvPicPr>
        <p:blipFill rotWithShape="1">
          <a:blip r:embed="rId32"/>
          <a:srcRect l="67429"/>
          <a:stretch/>
        </p:blipFill>
        <p:spPr>
          <a:xfrm>
            <a:off x="6943395" y="4465757"/>
            <a:ext cx="1105276" cy="1102147"/>
          </a:xfrm>
          <a:prstGeom prst="rect">
            <a:avLst/>
          </a:prstGeom>
        </p:spPr>
      </p:pic>
      <p:pic>
        <p:nvPicPr>
          <p:cNvPr id="55" name="圖片 54">
            <a:extLst>
              <a:ext uri="{FF2B5EF4-FFF2-40B4-BE49-F238E27FC236}">
                <a16:creationId xmlns:a16="http://schemas.microsoft.com/office/drawing/2014/main" id="{2F36C635-61AD-4BCF-8C2E-D852C3B3E8F8}"/>
              </a:ext>
            </a:extLst>
          </p:cNvPr>
          <p:cNvPicPr>
            <a:picLocks noChangeAspect="1"/>
          </p:cNvPicPr>
          <p:nvPr/>
        </p:nvPicPr>
        <p:blipFill rotWithShape="1">
          <a:blip r:embed="rId3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" r="15273"/>
          <a:stretch/>
        </p:blipFill>
        <p:spPr>
          <a:xfrm>
            <a:off x="923828" y="2615314"/>
            <a:ext cx="207230" cy="82232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841D430C-A9EE-42C3-A529-697C2B10BC4E}"/>
                  </a:ext>
                </a:extLst>
              </p:cNvPr>
              <p:cNvSpPr txBox="1"/>
              <p:nvPr/>
            </p:nvSpPr>
            <p:spPr>
              <a:xfrm rot="5400000">
                <a:off x="843657" y="2984653"/>
                <a:ext cx="385849" cy="351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841D430C-A9EE-42C3-A529-697C2B10BC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843657" y="2984653"/>
                <a:ext cx="385849" cy="351901"/>
              </a:xfrm>
              <a:prstGeom prst="rect">
                <a:avLst/>
              </a:prstGeom>
              <a:blipFill>
                <a:blip r:embed="rId38"/>
                <a:stretch>
                  <a:fillRect b="-1269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6" name="圖片 65">
            <a:extLst>
              <a:ext uri="{FF2B5EF4-FFF2-40B4-BE49-F238E27FC236}">
                <a16:creationId xmlns:a16="http://schemas.microsoft.com/office/drawing/2014/main" id="{1A458136-7178-419E-9313-245645BC8556}"/>
              </a:ext>
            </a:extLst>
          </p:cNvPr>
          <p:cNvPicPr>
            <a:picLocks noChangeAspect="1"/>
          </p:cNvPicPr>
          <p:nvPr/>
        </p:nvPicPr>
        <p:blipFill rotWithShape="1">
          <a:blip r:embed="rId3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52" t="70186" r="5937" b="8575"/>
          <a:stretch/>
        </p:blipFill>
        <p:spPr>
          <a:xfrm>
            <a:off x="5488549" y="2648041"/>
            <a:ext cx="210021" cy="77787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7" name="矩形 66">
                <a:extLst>
                  <a:ext uri="{FF2B5EF4-FFF2-40B4-BE49-F238E27FC236}">
                    <a16:creationId xmlns:a16="http://schemas.microsoft.com/office/drawing/2014/main" id="{4DB02A21-23EC-487E-9D78-90244F6B32C8}"/>
                  </a:ext>
                </a:extLst>
              </p:cNvPr>
              <p:cNvSpPr/>
              <p:nvPr/>
            </p:nvSpPr>
            <p:spPr>
              <a:xfrm>
                <a:off x="5434434" y="2419870"/>
                <a:ext cx="365805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67" name="矩形 66">
                <a:extLst>
                  <a:ext uri="{FF2B5EF4-FFF2-40B4-BE49-F238E27FC236}">
                    <a16:creationId xmlns:a16="http://schemas.microsoft.com/office/drawing/2014/main" id="{4DB02A21-23EC-487E-9D78-90244F6B32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4434" y="2419870"/>
                <a:ext cx="365805" cy="338554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2A60D847-9BB9-4CEA-B75C-63667B3CC6D3}"/>
                  </a:ext>
                </a:extLst>
              </p:cNvPr>
              <p:cNvSpPr txBox="1"/>
              <p:nvPr/>
            </p:nvSpPr>
            <p:spPr>
              <a:xfrm rot="5400000">
                <a:off x="5385981" y="2601786"/>
                <a:ext cx="385849" cy="351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2A60D847-9BB9-4CEA-B75C-63667B3CC6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5385981" y="2601786"/>
                <a:ext cx="385849" cy="351901"/>
              </a:xfrm>
              <a:prstGeom prst="rect">
                <a:avLst/>
              </a:prstGeom>
              <a:blipFill>
                <a:blip r:embed="rId41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3B01A1A9-965E-4886-9C63-C01B9CB371FB}"/>
                  </a:ext>
                </a:extLst>
              </p:cNvPr>
              <p:cNvSpPr/>
              <p:nvPr/>
            </p:nvSpPr>
            <p:spPr>
              <a:xfrm>
                <a:off x="5347871" y="3273583"/>
                <a:ext cx="53893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3B01A1A9-965E-4886-9C63-C01B9CB371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7871" y="3273583"/>
                <a:ext cx="538930" cy="369332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矩形: 圓角 69">
            <a:extLst>
              <a:ext uri="{FF2B5EF4-FFF2-40B4-BE49-F238E27FC236}">
                <a16:creationId xmlns:a16="http://schemas.microsoft.com/office/drawing/2014/main" id="{84D7E7FA-BBAC-4A1A-B135-A13C01A232BB}"/>
              </a:ext>
            </a:extLst>
          </p:cNvPr>
          <p:cNvSpPr/>
          <p:nvPr/>
        </p:nvSpPr>
        <p:spPr>
          <a:xfrm>
            <a:off x="8153400" y="1447800"/>
            <a:ext cx="4045328" cy="4407629"/>
          </a:xfrm>
          <a:prstGeom prst="roundRect">
            <a:avLst>
              <a:gd name="adj" fmla="val 982"/>
            </a:avLst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3579402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19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標題 1">
                <a:extLst>
                  <a:ext uri="{FF2B5EF4-FFF2-40B4-BE49-F238E27FC236}">
                    <a16:creationId xmlns:a16="http://schemas.microsoft.com/office/drawing/2014/main" id="{85109608-C351-4569-B725-63CC69087C1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-24293"/>
                <a:ext cx="12192000" cy="65346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Selective excitation</a:t>
                </a:r>
                <a:r>
                  <a:rPr lang="zh-TW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</a:t>
                </a:r>
                <a14:m>
                  <m:oMath xmlns:m="http://schemas.openxmlformats.org/officeDocument/2006/math">
                    <m:r>
                      <a:rPr lang="en-US" altLang="zh-TW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when </a:t>
                </a:r>
                <a14:m>
                  <m:oMath xmlns:m="http://schemas.openxmlformats.org/officeDocument/2006/math">
                    <m:r>
                      <a:rPr lang="en-US" altLang="zh-TW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ℓ=</m:t>
                    </m:r>
                    <m:r>
                      <a:rPr lang="en-US" altLang="zh-TW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−ℓ′=</m:t>
                    </m:r>
                    <m:r>
                      <a:rPr lang="en-US" altLang="zh-TW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zh-TW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4" name="標題 1">
                <a:extLst>
                  <a:ext uri="{FF2B5EF4-FFF2-40B4-BE49-F238E27FC236}">
                    <a16:creationId xmlns:a16="http://schemas.microsoft.com/office/drawing/2014/main" id="{85109608-C351-4569-B725-63CC69087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4293"/>
                <a:ext cx="12192000" cy="653467"/>
              </a:xfrm>
              <a:prstGeom prst="rect">
                <a:avLst/>
              </a:prstGeom>
              <a:blipFill>
                <a:blip r:embed="rId2"/>
                <a:stretch>
                  <a:fillRect l="-1250" t="-11215" b="-205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文字方塊 202">
                <a:extLst>
                  <a:ext uri="{FF2B5EF4-FFF2-40B4-BE49-F238E27FC236}">
                    <a16:creationId xmlns:a16="http://schemas.microsoft.com/office/drawing/2014/main" id="{7FC61B16-FC6D-4DBA-BB75-1679A65449AB}"/>
                  </a:ext>
                </a:extLst>
              </p:cNvPr>
              <p:cNvSpPr txBox="1"/>
              <p:nvPr/>
            </p:nvSpPr>
            <p:spPr>
              <a:xfrm>
                <a:off x="10320574" y="7161996"/>
                <a:ext cx="6998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3" name="文字方塊 202">
                <a:extLst>
                  <a:ext uri="{FF2B5EF4-FFF2-40B4-BE49-F238E27FC236}">
                    <a16:creationId xmlns:a16="http://schemas.microsoft.com/office/drawing/2014/main" id="{7FC61B16-FC6D-4DBA-BB75-1679A6544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0574" y="7161996"/>
                <a:ext cx="699886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群組 33">
            <a:extLst>
              <a:ext uri="{FF2B5EF4-FFF2-40B4-BE49-F238E27FC236}">
                <a16:creationId xmlns:a16="http://schemas.microsoft.com/office/drawing/2014/main" id="{58D6F992-8A90-40A1-8106-F65A226E7084}"/>
              </a:ext>
            </a:extLst>
          </p:cNvPr>
          <p:cNvGrpSpPr/>
          <p:nvPr/>
        </p:nvGrpSpPr>
        <p:grpSpPr>
          <a:xfrm>
            <a:off x="10926108" y="6879904"/>
            <a:ext cx="483108" cy="476014"/>
            <a:chOff x="7670116" y="5414672"/>
            <a:chExt cx="483108" cy="476014"/>
          </a:xfrm>
        </p:grpSpPr>
        <p:grpSp>
          <p:nvGrpSpPr>
            <p:cNvPr id="209" name="群組 208">
              <a:extLst>
                <a:ext uri="{FF2B5EF4-FFF2-40B4-BE49-F238E27FC236}">
                  <a16:creationId xmlns:a16="http://schemas.microsoft.com/office/drawing/2014/main" id="{E4D53F27-6225-43F8-86EF-B659EF03DD0B}"/>
                </a:ext>
              </a:extLst>
            </p:cNvPr>
            <p:cNvGrpSpPr/>
            <p:nvPr/>
          </p:nvGrpSpPr>
          <p:grpSpPr>
            <a:xfrm>
              <a:off x="7831422" y="5680229"/>
              <a:ext cx="87607" cy="84039"/>
              <a:chOff x="1373392" y="2391862"/>
              <a:chExt cx="479433" cy="476535"/>
            </a:xfrm>
            <a:solidFill>
              <a:schemeClr val="tx1"/>
            </a:solidFill>
          </p:grpSpPr>
          <p:sp>
            <p:nvSpPr>
              <p:cNvPr id="212" name="箭號: 向右 211">
                <a:extLst>
                  <a:ext uri="{FF2B5EF4-FFF2-40B4-BE49-F238E27FC236}">
                    <a16:creationId xmlns:a16="http://schemas.microsoft.com/office/drawing/2014/main" id="{C1356A34-7643-426A-9519-2FECA4036B95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213" name="箭號: 向右 212">
                <a:extLst>
                  <a:ext uri="{FF2B5EF4-FFF2-40B4-BE49-F238E27FC236}">
                    <a16:creationId xmlns:a16="http://schemas.microsoft.com/office/drawing/2014/main" id="{B7CF931E-9282-419F-9E29-BE7453ECD610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" name="文字方塊 214">
                  <a:extLst>
                    <a:ext uri="{FF2B5EF4-FFF2-40B4-BE49-F238E27FC236}">
                      <a16:creationId xmlns:a16="http://schemas.microsoft.com/office/drawing/2014/main" id="{C9B8D14B-6737-42A6-AF52-2723F41F1EE8}"/>
                    </a:ext>
                  </a:extLst>
                </p:cNvPr>
                <p:cNvSpPr txBox="1"/>
                <p:nvPr/>
              </p:nvSpPr>
              <p:spPr>
                <a:xfrm>
                  <a:off x="7670116" y="5414672"/>
                  <a:ext cx="332280" cy="2916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5" name="文字方塊 214">
                  <a:extLst>
                    <a:ext uri="{FF2B5EF4-FFF2-40B4-BE49-F238E27FC236}">
                      <a16:creationId xmlns:a16="http://schemas.microsoft.com/office/drawing/2014/main" id="{C9B8D14B-6737-42A6-AF52-2723F41F1E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0116" y="5414672"/>
                  <a:ext cx="332280" cy="29161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6" name="文字方塊 215">
                  <a:extLst>
                    <a:ext uri="{FF2B5EF4-FFF2-40B4-BE49-F238E27FC236}">
                      <a16:creationId xmlns:a16="http://schemas.microsoft.com/office/drawing/2014/main" id="{4BFEBA65-A6A3-4018-8223-0700A77A7029}"/>
                    </a:ext>
                  </a:extLst>
                </p:cNvPr>
                <p:cNvSpPr txBox="1"/>
                <p:nvPr/>
              </p:nvSpPr>
              <p:spPr>
                <a:xfrm>
                  <a:off x="7858819" y="5613688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6" name="文字方塊 215">
                  <a:extLst>
                    <a:ext uri="{FF2B5EF4-FFF2-40B4-BE49-F238E27FC236}">
                      <a16:creationId xmlns:a16="http://schemas.microsoft.com/office/drawing/2014/main" id="{4BFEBA65-A6A3-4018-8223-0700A77A70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58819" y="5613688"/>
                  <a:ext cx="294405" cy="27699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381539DD-E3C8-4AF3-A342-34D7DE9776AD}"/>
                  </a:ext>
                </a:extLst>
              </p:cNvPr>
              <p:cNvSpPr/>
              <p:nvPr/>
            </p:nvSpPr>
            <p:spPr>
              <a:xfrm>
                <a:off x="3474752" y="649764"/>
                <a:ext cx="3471078" cy="494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TW" altLang="en-US" sz="1900" b="1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900" b="1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sz="1900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en-US" altLang="zh-TW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r>
                          <a:rPr lang="en-US" altLang="zh-TW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,ℓ,</m:t>
                        </m:r>
                        <m:sSup>
                          <m:sSupPr>
                            <m:ctrlP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TW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ℓ</m:t>
                            </m:r>
                          </m:e>
                          <m:sup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>
                        <m:r>
                          <a:rPr lang="en-US" altLang="zh-TW" sz="1900" i="1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  <m:d>
                      <m:dPr>
                        <m:ctrlPr>
                          <a:rPr lang="en-US" altLang="zh-TW" sz="19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9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altLang="zh-TW" sz="1900" b="1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TW" sz="19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TW" sz="1900" b="1" i="1">
                            <a:latin typeface="Cambria Math" panose="02040503050406030204" pitchFamily="18" charset="0"/>
                          </a:rPr>
                          <m:t>𝑸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altLang="zh-TW" sz="1900" b="1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TW" sz="1900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sSup>
                              <m:sSup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e>
                    </m:nary>
                  </m:oMath>
                </a14:m>
                <a:endParaRPr lang="zh-TW" altLang="en-US" sz="1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381539DD-E3C8-4AF3-A342-34D7DE9776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4752" y="649764"/>
                <a:ext cx="3471078" cy="494110"/>
              </a:xfrm>
              <a:prstGeom prst="rect">
                <a:avLst/>
              </a:prstGeom>
              <a:blipFill>
                <a:blip r:embed="rId7"/>
                <a:stretch>
                  <a:fillRect t="-82716" b="-1296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61755CB7-AB76-43FE-9A11-D04E4C0214E4}"/>
                  </a:ext>
                </a:extLst>
              </p:cNvPr>
              <p:cNvSpPr/>
              <p:nvPr/>
            </p:nvSpPr>
            <p:spPr>
              <a:xfrm>
                <a:off x="3474752" y="1155274"/>
                <a:ext cx="3316614" cy="4756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TW" altLang="en-US" sz="1900" b="1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900" b="1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sz="1900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en-US" altLang="zh-TW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r>
                          <a:rPr lang="en-US" altLang="zh-TW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,ℓ,</m:t>
                        </m:r>
                        <m:sSup>
                          <m:sSupPr>
                            <m:ctrlP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TW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ℓ</m:t>
                            </m:r>
                          </m:e>
                          <m:sup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>
                        <m:r>
                          <a:rPr lang="en-US" altLang="zh-TW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p>
                    </m:sSubSup>
                    <m:d>
                      <m:dPr>
                        <m:ctrlPr>
                          <a:rPr lang="en-US" altLang="zh-TW" sz="19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9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altLang="zh-TW" sz="1900" b="1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TW" sz="19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TW" sz="19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brk m:alnAt="7"/>
                          </m:rPr>
                          <a:rPr lang="en-US" altLang="zh-TW" sz="1900" b="1" i="1" smtClean="0">
                            <a:latin typeface="Cambria Math" panose="02040503050406030204" pitchFamily="18" charset="0"/>
                          </a:rPr>
                          <m:t>±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altLang="zh-TW" sz="1900" b="1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TW" sz="1900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sSup>
                              <m:sSup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m:rPr>
                                <m:brk m:alnAt="7"/>
                              </m:rP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m:rPr>
                                <m:brk m:alnAt="7"/>
                              </m:r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±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e>
                    </m:nary>
                  </m:oMath>
                </a14:m>
                <a:endParaRPr lang="zh-TW" altLang="en-US" sz="1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61755CB7-AB76-43FE-9A11-D04E4C0214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4752" y="1155274"/>
                <a:ext cx="3316614" cy="475643"/>
              </a:xfrm>
              <a:prstGeom prst="rect">
                <a:avLst/>
              </a:prstGeom>
              <a:blipFill>
                <a:blip r:embed="rId8"/>
                <a:stretch>
                  <a:fillRect t="-87179" b="-1371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群組 2">
            <a:extLst>
              <a:ext uri="{FF2B5EF4-FFF2-40B4-BE49-F238E27FC236}">
                <a16:creationId xmlns:a16="http://schemas.microsoft.com/office/drawing/2014/main" id="{93B12404-F70C-4999-8BE5-D5B55003808D}"/>
              </a:ext>
            </a:extLst>
          </p:cNvPr>
          <p:cNvGrpSpPr/>
          <p:nvPr/>
        </p:nvGrpSpPr>
        <p:grpSpPr>
          <a:xfrm>
            <a:off x="1772194" y="1960494"/>
            <a:ext cx="8281853" cy="4008506"/>
            <a:chOff x="1772194" y="1916698"/>
            <a:chExt cx="8281853" cy="400850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EECBD170-26B3-4F5D-9E7A-515984A96A6A}"/>
                    </a:ext>
                  </a:extLst>
                </p:cNvPr>
                <p:cNvSpPr txBox="1"/>
                <p:nvPr/>
              </p:nvSpPr>
              <p:spPr>
                <a:xfrm>
                  <a:off x="4091709" y="5578649"/>
                  <a:ext cx="519959" cy="3465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ℓ</m:t>
                        </m:r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EECBD170-26B3-4F5D-9E7A-515984A96A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91709" y="5578649"/>
                  <a:ext cx="519959" cy="346555"/>
                </a:xfrm>
                <a:prstGeom prst="rect">
                  <a:avLst/>
                </a:prstGeom>
                <a:blipFill>
                  <a:blip r:embed="rId9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字方塊 25">
                  <a:extLst>
                    <a:ext uri="{FF2B5EF4-FFF2-40B4-BE49-F238E27FC236}">
                      <a16:creationId xmlns:a16="http://schemas.microsoft.com/office/drawing/2014/main" id="{0E2C565B-A9B1-4034-9DEA-FBF0B99415BF}"/>
                    </a:ext>
                  </a:extLst>
                </p:cNvPr>
                <p:cNvSpPr txBox="1"/>
                <p:nvPr/>
              </p:nvSpPr>
              <p:spPr>
                <a:xfrm>
                  <a:off x="8990536" y="5578649"/>
                  <a:ext cx="519959" cy="3465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ℓ</m:t>
                        </m:r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" name="文字方塊 25">
                  <a:extLst>
                    <a:ext uri="{FF2B5EF4-FFF2-40B4-BE49-F238E27FC236}">
                      <a16:creationId xmlns:a16="http://schemas.microsoft.com/office/drawing/2014/main" id="{0E2C565B-A9B1-4034-9DEA-FBF0B99415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90536" y="5578649"/>
                  <a:ext cx="519959" cy="346555"/>
                </a:xfrm>
                <a:prstGeom prst="rect">
                  <a:avLst/>
                </a:prstGeom>
                <a:blipFill>
                  <a:blip r:embed="rId10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字方塊 26">
                  <a:extLst>
                    <a:ext uri="{FF2B5EF4-FFF2-40B4-BE49-F238E27FC236}">
                      <a16:creationId xmlns:a16="http://schemas.microsoft.com/office/drawing/2014/main" id="{114EC926-E8AB-4CEB-B99A-1BC2F5F79040}"/>
                    </a:ext>
                  </a:extLst>
                </p:cNvPr>
                <p:cNvSpPr txBox="1"/>
                <p:nvPr/>
              </p:nvSpPr>
              <p:spPr>
                <a:xfrm>
                  <a:off x="5724651" y="5578649"/>
                  <a:ext cx="519959" cy="3465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ℓ</m:t>
                        </m:r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7" name="文字方塊 26">
                  <a:extLst>
                    <a:ext uri="{FF2B5EF4-FFF2-40B4-BE49-F238E27FC236}">
                      <a16:creationId xmlns:a16="http://schemas.microsoft.com/office/drawing/2014/main" id="{114EC926-E8AB-4CEB-B99A-1BC2F5F790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24651" y="5578649"/>
                  <a:ext cx="519959" cy="346555"/>
                </a:xfrm>
                <a:prstGeom prst="rect">
                  <a:avLst/>
                </a:prstGeom>
                <a:blipFill>
                  <a:blip r:embed="rId11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字方塊 27">
                  <a:extLst>
                    <a:ext uri="{FF2B5EF4-FFF2-40B4-BE49-F238E27FC236}">
                      <a16:creationId xmlns:a16="http://schemas.microsoft.com/office/drawing/2014/main" id="{5205065B-61F6-411D-8CA8-BB6CB70AB514}"/>
                    </a:ext>
                  </a:extLst>
                </p:cNvPr>
                <p:cNvSpPr txBox="1"/>
                <p:nvPr/>
              </p:nvSpPr>
              <p:spPr>
                <a:xfrm>
                  <a:off x="7357593" y="5578649"/>
                  <a:ext cx="519959" cy="3465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ℓ</m:t>
                        </m:r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8" name="文字方塊 27">
                  <a:extLst>
                    <a:ext uri="{FF2B5EF4-FFF2-40B4-BE49-F238E27FC236}">
                      <a16:creationId xmlns:a16="http://schemas.microsoft.com/office/drawing/2014/main" id="{5205065B-61F6-411D-8CA8-BB6CB70AB5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57593" y="5578649"/>
                  <a:ext cx="519959" cy="346555"/>
                </a:xfrm>
                <a:prstGeom prst="rect">
                  <a:avLst/>
                </a:prstGeom>
                <a:blipFill>
                  <a:blip r:embed="rId12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矩形: 圓角 28">
              <a:extLst>
                <a:ext uri="{FF2B5EF4-FFF2-40B4-BE49-F238E27FC236}">
                  <a16:creationId xmlns:a16="http://schemas.microsoft.com/office/drawing/2014/main" id="{F3B58AD5-C707-47B6-A79C-C612522FA914}"/>
                </a:ext>
              </a:extLst>
            </p:cNvPr>
            <p:cNvSpPr/>
            <p:nvPr/>
          </p:nvSpPr>
          <p:spPr>
            <a:xfrm>
              <a:off x="1931670" y="4479062"/>
              <a:ext cx="8090274" cy="1026394"/>
            </a:xfrm>
            <a:prstGeom prst="roundRect">
              <a:avLst>
                <a:gd name="adj" fmla="val 4048"/>
              </a:avLst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73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矩形: 圓角 29">
              <a:extLst>
                <a:ext uri="{FF2B5EF4-FFF2-40B4-BE49-F238E27FC236}">
                  <a16:creationId xmlns:a16="http://schemas.microsoft.com/office/drawing/2014/main" id="{19F19814-6A2E-4551-B71D-CF4A9A8B8B76}"/>
                </a:ext>
              </a:extLst>
            </p:cNvPr>
            <p:cNvSpPr/>
            <p:nvPr/>
          </p:nvSpPr>
          <p:spPr>
            <a:xfrm>
              <a:off x="1931671" y="3457692"/>
              <a:ext cx="8090275" cy="1026394"/>
            </a:xfrm>
            <a:prstGeom prst="roundRect">
              <a:avLst>
                <a:gd name="adj" fmla="val 4048"/>
              </a:avLst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73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矩形: 圓角 30">
              <a:extLst>
                <a:ext uri="{FF2B5EF4-FFF2-40B4-BE49-F238E27FC236}">
                  <a16:creationId xmlns:a16="http://schemas.microsoft.com/office/drawing/2014/main" id="{B987A681-4CFD-47D7-BFEB-8873D3DEA5EB}"/>
                </a:ext>
              </a:extLst>
            </p:cNvPr>
            <p:cNvSpPr/>
            <p:nvPr/>
          </p:nvSpPr>
          <p:spPr>
            <a:xfrm>
              <a:off x="1931671" y="2436321"/>
              <a:ext cx="8090275" cy="1026394"/>
            </a:xfrm>
            <a:prstGeom prst="roundRect">
              <a:avLst>
                <a:gd name="adj" fmla="val 4048"/>
              </a:avLst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73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字方塊 31">
                  <a:extLst>
                    <a:ext uri="{FF2B5EF4-FFF2-40B4-BE49-F238E27FC236}">
                      <a16:creationId xmlns:a16="http://schemas.microsoft.com/office/drawing/2014/main" id="{DA6C047E-B0D7-4A57-B3D1-96ABB8CB2D2D}"/>
                    </a:ext>
                  </a:extLst>
                </p:cNvPr>
                <p:cNvSpPr txBox="1"/>
                <p:nvPr/>
              </p:nvSpPr>
              <p:spPr>
                <a:xfrm>
                  <a:off x="1954800" y="4796938"/>
                  <a:ext cx="1176379" cy="4750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𝜋</m:t>
                      </m:r>
                    </m:oMath>
                  </a14:m>
                  <a:r>
                    <a:rPr lang="zh-TW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32" name="文字方塊 31">
                  <a:extLst>
                    <a:ext uri="{FF2B5EF4-FFF2-40B4-BE49-F238E27FC236}">
                      <a16:creationId xmlns:a16="http://schemas.microsoft.com/office/drawing/2014/main" id="{DA6C047E-B0D7-4A57-B3D1-96ABB8CB2D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54800" y="4796938"/>
                  <a:ext cx="1176379" cy="475019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字方塊 32">
                  <a:extLst>
                    <a:ext uri="{FF2B5EF4-FFF2-40B4-BE49-F238E27FC236}">
                      <a16:creationId xmlns:a16="http://schemas.microsoft.com/office/drawing/2014/main" id="{380D4D26-8A05-4D7A-8903-EB7F18DC7A64}"/>
                    </a:ext>
                  </a:extLst>
                </p:cNvPr>
                <p:cNvSpPr txBox="1"/>
                <p:nvPr/>
              </p:nvSpPr>
              <p:spPr>
                <a:xfrm>
                  <a:off x="1954801" y="2739661"/>
                  <a:ext cx="1176379" cy="4750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0</m:t>
                      </m:r>
                    </m:oMath>
                  </a14:m>
                  <a:r>
                    <a:rPr lang="zh-TW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33" name="文字方塊 32">
                  <a:extLst>
                    <a:ext uri="{FF2B5EF4-FFF2-40B4-BE49-F238E27FC236}">
                      <a16:creationId xmlns:a16="http://schemas.microsoft.com/office/drawing/2014/main" id="{380D4D26-8A05-4D7A-8903-EB7F18DC7A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54801" y="2739661"/>
                  <a:ext cx="1176379" cy="475019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字方塊 34">
                  <a:extLst>
                    <a:ext uri="{FF2B5EF4-FFF2-40B4-BE49-F238E27FC236}">
                      <a16:creationId xmlns:a16="http://schemas.microsoft.com/office/drawing/2014/main" id="{82DCF571-4641-4F3F-9B48-60DC1096661A}"/>
                    </a:ext>
                  </a:extLst>
                </p:cNvPr>
                <p:cNvSpPr txBox="1"/>
                <p:nvPr/>
              </p:nvSpPr>
              <p:spPr>
                <a:xfrm>
                  <a:off x="1772194" y="3768301"/>
                  <a:ext cx="1541592" cy="4750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/2</m:t>
                      </m:r>
                    </m:oMath>
                  </a14:m>
                  <a:r>
                    <a:rPr lang="zh-TW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35" name="文字方塊 34">
                  <a:extLst>
                    <a:ext uri="{FF2B5EF4-FFF2-40B4-BE49-F238E27FC236}">
                      <a16:creationId xmlns:a16="http://schemas.microsoft.com/office/drawing/2014/main" id="{82DCF571-4641-4F3F-9B48-60DC109666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2194" y="3768301"/>
                  <a:ext cx="1541592" cy="475019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6" name="圖片 35">
              <a:extLst>
                <a:ext uri="{FF2B5EF4-FFF2-40B4-BE49-F238E27FC236}">
                  <a16:creationId xmlns:a16="http://schemas.microsoft.com/office/drawing/2014/main" id="{6D2CE5C5-A662-43EF-BF1B-835368B1424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87024" y="2361139"/>
              <a:ext cx="6567023" cy="328351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字方塊 36">
                  <a:extLst>
                    <a:ext uri="{FF2B5EF4-FFF2-40B4-BE49-F238E27FC236}">
                      <a16:creationId xmlns:a16="http://schemas.microsoft.com/office/drawing/2014/main" id="{04C78891-46DA-4EA9-A0C6-D8E1D83991A4}"/>
                    </a:ext>
                  </a:extLst>
                </p:cNvPr>
                <p:cNvSpPr txBox="1"/>
                <p:nvPr/>
              </p:nvSpPr>
              <p:spPr>
                <a:xfrm rot="16200000">
                  <a:off x="3192483" y="4938390"/>
                  <a:ext cx="403777" cy="3018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160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TW" sz="16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zh-TW" sz="1600"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altLang="zh-TW" sz="1600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zh-TW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7" name="文字方塊 36">
                  <a:extLst>
                    <a:ext uri="{FF2B5EF4-FFF2-40B4-BE49-F238E27FC236}">
                      <a16:creationId xmlns:a16="http://schemas.microsoft.com/office/drawing/2014/main" id="{04C78891-46DA-4EA9-A0C6-D8E1D83991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3192483" y="4938390"/>
                  <a:ext cx="403777" cy="301881"/>
                </a:xfrm>
                <a:prstGeom prst="rect">
                  <a:avLst/>
                </a:prstGeom>
                <a:blipFill>
                  <a:blip r:embed="rId17"/>
                  <a:stretch>
                    <a:fillRect t="-757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BAC06CA4-F327-4A0B-81DB-7541984E7514}"/>
                    </a:ext>
                  </a:extLst>
                </p:cNvPr>
                <p:cNvSpPr/>
                <p:nvPr/>
              </p:nvSpPr>
              <p:spPr>
                <a:xfrm>
                  <a:off x="3732432" y="1917820"/>
                  <a:ext cx="1215485" cy="46546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TW" sz="1900" b="0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sz="19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en-US" altLang="zh-TW" sz="19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−ℓ</m:t>
                            </m:r>
                          </m:sub>
                          <m:sup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</m:oMath>
                    </m:oMathPara>
                  </a14:m>
                  <a:endParaRPr lang="zh-TW" altLang="en-US" sz="19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BAC06CA4-F327-4A0B-81DB-7541984E751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32432" y="1917820"/>
                  <a:ext cx="1215485" cy="465466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矩形 38">
                  <a:extLst>
                    <a:ext uri="{FF2B5EF4-FFF2-40B4-BE49-F238E27FC236}">
                      <a16:creationId xmlns:a16="http://schemas.microsoft.com/office/drawing/2014/main" id="{22D45E2F-64E6-40F5-B543-ECD7D1D4AB3A}"/>
                    </a:ext>
                  </a:extLst>
                </p:cNvPr>
                <p:cNvSpPr/>
                <p:nvPr/>
              </p:nvSpPr>
              <p:spPr>
                <a:xfrm>
                  <a:off x="5423165" y="1918626"/>
                  <a:ext cx="1215485" cy="46546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TW" sz="1900" b="0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en-US" altLang="zh-TW" sz="19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sz="19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,ℓ,−1,−ℓ</m:t>
                            </m:r>
                          </m:sub>
                          <m:sup>
                            <m:r>
                              <a:rPr lang="en-US" altLang="zh-TW" sz="19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</m:sup>
                        </m:sSubSup>
                      </m:oMath>
                    </m:oMathPara>
                  </a14:m>
                  <a:endParaRPr lang="zh-TW" altLang="en-US" sz="19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9" name="矩形 38">
                  <a:extLst>
                    <a:ext uri="{FF2B5EF4-FFF2-40B4-BE49-F238E27FC236}">
                      <a16:creationId xmlns:a16="http://schemas.microsoft.com/office/drawing/2014/main" id="{22D45E2F-64E6-40F5-B543-ECD7D1D4AB3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23165" y="1918626"/>
                  <a:ext cx="1215485" cy="465466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矩形 39">
                  <a:extLst>
                    <a:ext uri="{FF2B5EF4-FFF2-40B4-BE49-F238E27FC236}">
                      <a16:creationId xmlns:a16="http://schemas.microsoft.com/office/drawing/2014/main" id="{2D7270A9-4F55-4FD6-AFEF-0D0F083C3DF8}"/>
                    </a:ext>
                  </a:extLst>
                </p:cNvPr>
                <p:cNvSpPr/>
                <p:nvPr/>
              </p:nvSpPr>
              <p:spPr>
                <a:xfrm>
                  <a:off x="7084867" y="1918626"/>
                  <a:ext cx="1215485" cy="46546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TW" sz="1900" b="0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en-US" altLang="zh-TW" sz="19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sz="19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,ℓ,−1,−ℓ</m:t>
                            </m:r>
                          </m:sub>
                          <m:sup>
                            <m:r>
                              <a:rPr lang="en-US" altLang="zh-TW" sz="19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sup>
                        </m:sSubSup>
                      </m:oMath>
                    </m:oMathPara>
                  </a14:m>
                  <a:endParaRPr lang="zh-TW" altLang="en-US" sz="19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0" name="矩形 39">
                  <a:extLst>
                    <a:ext uri="{FF2B5EF4-FFF2-40B4-BE49-F238E27FC236}">
                      <a16:creationId xmlns:a16="http://schemas.microsoft.com/office/drawing/2014/main" id="{2D7270A9-4F55-4FD6-AFEF-0D0F083C3DF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84867" y="1918626"/>
                  <a:ext cx="1215485" cy="465466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矩形 41">
                  <a:extLst>
                    <a:ext uri="{FF2B5EF4-FFF2-40B4-BE49-F238E27FC236}">
                      <a16:creationId xmlns:a16="http://schemas.microsoft.com/office/drawing/2014/main" id="{A788C4D9-D5E8-4B10-899B-EB719A998488}"/>
                    </a:ext>
                  </a:extLst>
                </p:cNvPr>
                <p:cNvSpPr/>
                <p:nvPr/>
              </p:nvSpPr>
              <p:spPr>
                <a:xfrm>
                  <a:off x="8608936" y="1916698"/>
                  <a:ext cx="1215485" cy="4677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TW" sz="1900" b="0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en-US" altLang="zh-TW" sz="19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sz="19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,ℓ,−1,−ℓ</m:t>
                            </m:r>
                          </m:sub>
                          <m:sup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</m:sup>
                        </m:sSubSup>
                      </m:oMath>
                    </m:oMathPara>
                  </a14:m>
                  <a:endParaRPr lang="zh-TW" altLang="en-US" sz="19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2" name="矩形 41">
                  <a:extLst>
                    <a:ext uri="{FF2B5EF4-FFF2-40B4-BE49-F238E27FC236}">
                      <a16:creationId xmlns:a16="http://schemas.microsoft.com/office/drawing/2014/main" id="{A788C4D9-D5E8-4B10-899B-EB719A99848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8936" y="1916698"/>
                  <a:ext cx="1215485" cy="46771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字方塊 43">
                  <a:extLst>
                    <a:ext uri="{FF2B5EF4-FFF2-40B4-BE49-F238E27FC236}">
                      <a16:creationId xmlns:a16="http://schemas.microsoft.com/office/drawing/2014/main" id="{ED03C2E2-9B5E-4CF8-AE8E-586B0860B024}"/>
                    </a:ext>
                  </a:extLst>
                </p:cNvPr>
                <p:cNvSpPr txBox="1"/>
                <p:nvPr/>
              </p:nvSpPr>
              <p:spPr>
                <a:xfrm rot="16200000">
                  <a:off x="3192482" y="3913417"/>
                  <a:ext cx="403777" cy="3018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160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TW" sz="16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zh-TW" sz="1600"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altLang="zh-TW" sz="1600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zh-TW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4" name="文字方塊 43">
                  <a:extLst>
                    <a:ext uri="{FF2B5EF4-FFF2-40B4-BE49-F238E27FC236}">
                      <a16:creationId xmlns:a16="http://schemas.microsoft.com/office/drawing/2014/main" id="{ED03C2E2-9B5E-4CF8-AE8E-586B0860B0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3192482" y="3913417"/>
                  <a:ext cx="403777" cy="301881"/>
                </a:xfrm>
                <a:prstGeom prst="rect">
                  <a:avLst/>
                </a:prstGeom>
                <a:blipFill>
                  <a:blip r:embed="rId22"/>
                  <a:stretch>
                    <a:fillRect t="-757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字方塊 44">
                  <a:extLst>
                    <a:ext uri="{FF2B5EF4-FFF2-40B4-BE49-F238E27FC236}">
                      <a16:creationId xmlns:a16="http://schemas.microsoft.com/office/drawing/2014/main" id="{2BF920D2-8158-4337-BEE7-FD82EFFCE881}"/>
                    </a:ext>
                  </a:extLst>
                </p:cNvPr>
                <p:cNvSpPr txBox="1"/>
                <p:nvPr/>
              </p:nvSpPr>
              <p:spPr>
                <a:xfrm rot="16200000">
                  <a:off x="3192481" y="2852284"/>
                  <a:ext cx="403777" cy="3018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160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TW" sz="16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zh-TW" sz="1600"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altLang="zh-TW" sz="1600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zh-TW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5" name="文字方塊 44">
                  <a:extLst>
                    <a:ext uri="{FF2B5EF4-FFF2-40B4-BE49-F238E27FC236}">
                      <a16:creationId xmlns:a16="http://schemas.microsoft.com/office/drawing/2014/main" id="{2BF920D2-8158-4337-BEE7-FD82EFFCE8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3192481" y="2852284"/>
                  <a:ext cx="403777" cy="301881"/>
                </a:xfrm>
                <a:prstGeom prst="rect">
                  <a:avLst/>
                </a:prstGeom>
                <a:blipFill>
                  <a:blip r:embed="rId23"/>
                  <a:stretch>
                    <a:fillRect t="-909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7" name="矩形 46">
            <a:extLst>
              <a:ext uri="{FF2B5EF4-FFF2-40B4-BE49-F238E27FC236}">
                <a16:creationId xmlns:a16="http://schemas.microsoft.com/office/drawing/2014/main" id="{D105DB8A-A945-485D-ABF8-EEB2488340D2}"/>
              </a:ext>
            </a:extLst>
          </p:cNvPr>
          <p:cNvSpPr/>
          <p:nvPr/>
        </p:nvSpPr>
        <p:spPr>
          <a:xfrm>
            <a:off x="1364516" y="706403"/>
            <a:ext cx="2227533" cy="3847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transition rate </a:t>
            </a:r>
            <a:r>
              <a:rPr lang="en-US" altLang="zh-TW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TW" alt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9C726DB8-197A-450D-815D-7FA2B1E23CE3}"/>
              </a:ext>
            </a:extLst>
          </p:cNvPr>
          <p:cNvSpPr/>
          <p:nvPr/>
        </p:nvSpPr>
        <p:spPr>
          <a:xfrm>
            <a:off x="48673" y="1211913"/>
            <a:ext cx="3559629" cy="3847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transition rate for total BXs </a:t>
            </a:r>
            <a:r>
              <a:rPr lang="en-US" altLang="zh-TW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TW" alt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96BE5413-83EC-4122-B880-6D1F91307B6B}"/>
                  </a:ext>
                </a:extLst>
              </p:cNvPr>
              <p:cNvSpPr txBox="1"/>
              <p:nvPr/>
            </p:nvSpPr>
            <p:spPr>
              <a:xfrm>
                <a:off x="3717073" y="6348667"/>
                <a:ext cx="475785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Only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</m:t>
                    </m:r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zh-TW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can </a:t>
                </a:r>
                <a:r>
                  <a:rPr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TW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</m:t>
                    </m:r>
                    <m:r>
                      <a:rPr lang="en-US" altLang="zh-TW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</a:t>
                </a:r>
                <a:r>
                  <a:rPr lang="en-US" altLang="zh-TW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TW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r>
                      <a:rPr lang="en-US" altLang="zh-TW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96BE5413-83EC-4122-B880-6D1F91307B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7073" y="6348667"/>
                <a:ext cx="4757854" cy="369332"/>
              </a:xfrm>
              <a:prstGeom prst="rect">
                <a:avLst/>
              </a:prstGeom>
              <a:blipFill>
                <a:blip r:embed="rId24"/>
                <a:stretch>
                  <a:fillRect t="-9836" b="-229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75682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99D75D15-D9C6-4BB1-BAEA-63602AE23A0E}"/>
              </a:ext>
            </a:extLst>
          </p:cNvPr>
          <p:cNvSpPr txBox="1">
            <a:spLocks/>
          </p:cNvSpPr>
          <p:nvPr/>
        </p:nvSpPr>
        <p:spPr>
          <a:xfrm>
            <a:off x="1524000" y="0"/>
            <a:ext cx="9144000" cy="10363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新細明體" panose="02020500000000000000" pitchFamily="18" charset="-120"/>
              <a:cs typeface="+mj-cs"/>
            </a:endParaRPr>
          </a:p>
        </p:txBody>
      </p:sp>
      <p:sp>
        <p:nvSpPr>
          <p:cNvPr id="5" name="副標題 2">
            <a:extLst>
              <a:ext uri="{FF2B5EF4-FFF2-40B4-BE49-F238E27FC236}">
                <a16:creationId xmlns:a16="http://schemas.microsoft.com/office/drawing/2014/main" id="{EF642DEB-617E-49E8-BC12-45D4CBA2D9E9}"/>
              </a:ext>
            </a:extLst>
          </p:cNvPr>
          <p:cNvSpPr txBox="1">
            <a:spLocks/>
          </p:cNvSpPr>
          <p:nvPr/>
        </p:nvSpPr>
        <p:spPr>
          <a:xfrm>
            <a:off x="1524000" y="1417320"/>
            <a:ext cx="9144000" cy="4270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and outlook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6789338-4F66-4CE7-AFD6-56B6F550D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20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內容版面配置區 6">
                <a:extLst>
                  <a:ext uri="{FF2B5EF4-FFF2-40B4-BE49-F238E27FC236}">
                    <a16:creationId xmlns:a16="http://schemas.microsoft.com/office/drawing/2014/main" id="{4E11C54D-8219-4086-BCE5-EB57048EED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3700" y="947943"/>
                <a:ext cx="11404600" cy="558180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Summary :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TAM difference and OAM difference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independently determine the angular geometry of the 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longitudinal and transverse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components, manifested as 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intensity and polarization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distributions, respectively. This governing rule remains valid beyond the equal-OAM condition (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ℓ</m:t>
                        </m:r>
                      </m:e>
                    </m:d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ℓ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e>
                    </m:d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provided that the constituent beams maintain sufficient spatial overlap.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Matching between the optical angular geometry and the orientation of exciton transition dipole moments enables 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directional momentum-selective excitation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excitons in center-of-mass momentum space.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relative phase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generally rotates the optical angular geometry and the corresponding transition-rate distribution. Under the special condition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ℓ=2</m:t>
                    </m:r>
                  </m:oMath>
                </a14:m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however, relative phase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acts as an 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on/off switch for exciton excitation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Outlook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Selective excitation of excitons : Observe the evolution of exciton populations generated by tailored vector vortex beams through time-resolved photoluminescence imaging.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Exciton wave packets : Vector vortex beams actually carry average angular momentum in their phase, which can be further utilized to engineer exciton wave packets.</a:t>
                </a:r>
              </a:p>
              <a:p>
                <a:pPr marL="0" indent="0">
                  <a:buNone/>
                </a:pPr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內容版面配置區 6">
                <a:extLst>
                  <a:ext uri="{FF2B5EF4-FFF2-40B4-BE49-F238E27FC236}">
                    <a16:creationId xmlns:a16="http://schemas.microsoft.com/office/drawing/2014/main" id="{4E11C54D-8219-4086-BCE5-EB57048EED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3700" y="947943"/>
                <a:ext cx="11404600" cy="5581803"/>
              </a:xfrm>
              <a:blipFill>
                <a:blip r:embed="rId2"/>
                <a:stretch>
                  <a:fillRect l="-588" t="-1202" r="-2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75999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標題 2">
            <a:extLst>
              <a:ext uri="{FF2B5EF4-FFF2-40B4-BE49-F238E27FC236}">
                <a16:creationId xmlns:a16="http://schemas.microsoft.com/office/drawing/2014/main" id="{EF642DEB-617E-49E8-BC12-45D4CBA2D9E9}"/>
              </a:ext>
            </a:extLst>
          </p:cNvPr>
          <p:cNvSpPr txBox="1">
            <a:spLocks/>
          </p:cNvSpPr>
          <p:nvPr/>
        </p:nvSpPr>
        <p:spPr>
          <a:xfrm>
            <a:off x="1524000" y="1417320"/>
            <a:ext cx="9144000" cy="4270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6789338-4F66-4CE7-AFD6-56B6F550D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21</a:t>
            </a:fld>
            <a:endParaRPr lang="zh-TW" altLang="en-US"/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id="{7922C22E-A3AB-4945-B61D-514C1DBD40C4}"/>
              </a:ext>
            </a:extLst>
          </p:cNvPr>
          <p:cNvSpPr txBox="1">
            <a:spLocks/>
          </p:cNvSpPr>
          <p:nvPr/>
        </p:nvSpPr>
        <p:spPr>
          <a:xfrm>
            <a:off x="2743200" y="2237361"/>
            <a:ext cx="67056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Acknowledgment </a:t>
            </a:r>
          </a:p>
        </p:txBody>
      </p:sp>
      <p:sp>
        <p:nvSpPr>
          <p:cNvPr id="11" name="標題 1">
            <a:extLst>
              <a:ext uri="{FF2B5EF4-FFF2-40B4-BE49-F238E27FC236}">
                <a16:creationId xmlns:a16="http://schemas.microsoft.com/office/drawing/2014/main" id="{340A60C8-56EB-426F-9058-5ED96A7A5503}"/>
              </a:ext>
            </a:extLst>
          </p:cNvPr>
          <p:cNvSpPr txBox="1">
            <a:spLocks/>
          </p:cNvSpPr>
          <p:nvPr/>
        </p:nvSpPr>
        <p:spPr>
          <a:xfrm>
            <a:off x="2743200" y="3710869"/>
            <a:ext cx="67056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r>
              <a:rPr lang="zh-TW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listening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C6C6D7C-EB7B-4F68-A847-5F07C929A67C}"/>
              </a:ext>
            </a:extLst>
          </p:cNvPr>
          <p:cNvSpPr txBox="1"/>
          <p:nvPr/>
        </p:nvSpPr>
        <p:spPr>
          <a:xfrm>
            <a:off x="3717073" y="2962465"/>
            <a:ext cx="4757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5610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30603</TotalTime>
  <Words>1925</Words>
  <Application>Microsoft Office PowerPoint</Application>
  <PresentationFormat>寬螢幕</PresentationFormat>
  <Paragraphs>535</Paragraphs>
  <Slides>21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9" baseType="lpstr">
      <vt:lpstr>inherit</vt:lpstr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981</cp:revision>
  <dcterms:created xsi:type="dcterms:W3CDTF">2026-05-29T06:10:36Z</dcterms:created>
  <dcterms:modified xsi:type="dcterms:W3CDTF">2026-07-27T07:12:27Z</dcterms:modified>
</cp:coreProperties>
</file>