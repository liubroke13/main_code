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7" r:id="rId2"/>
    <p:sldId id="259" r:id="rId3"/>
    <p:sldId id="260" r:id="rId4"/>
    <p:sldId id="265" r:id="rId5"/>
    <p:sldId id="261" r:id="rId6"/>
    <p:sldId id="266" r:id="rId7"/>
    <p:sldId id="262" r:id="rId8"/>
    <p:sldId id="267" r:id="rId9"/>
    <p:sldId id="263" r:id="rId10"/>
    <p:sldId id="268" r:id="rId11"/>
    <p:sldId id="264" r:id="rId1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92" autoAdjust="0"/>
    <p:restoredTop sz="94660"/>
  </p:normalViewPr>
  <p:slideViewPr>
    <p:cSldViewPr snapToGrid="0">
      <p:cViewPr>
        <p:scale>
          <a:sx n="66" d="100"/>
          <a:sy n="66" d="100"/>
        </p:scale>
        <p:origin x="138" y="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D58890FC-0E3C-4C7F-A446-14BA862BBA7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CCFFCC2-1A90-43CE-99E6-F48860C54E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94A7B6-1C40-4E50-A661-C1BB58DFEE8B}" type="datetimeFigureOut">
              <a:rPr lang="zh-TW" altLang="en-US" smtClean="0"/>
              <a:t>2026/5/29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BFD85880-5A8C-4D97-864E-344E276004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F195ECA-E42C-42A9-929A-C5CC94E880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48F779-79CD-4108-A2AD-022A92E9A3D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2022619"/>
      </p:ext>
    </p:extLst>
  </p:cSld>
  <p:clrMap bg1="lt1" tx1="dk1" bg2="lt2" tx2="dk2" accent1="accent1" accent2="accent2" accent3="accent3" accent4="accent4" accent5="accent5" accent6="accent6" hlink="hlink" folHlink="folHlink"/>
  <p:hf sldNum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FA95AB-11A6-4F50-981D-2F517B9BD07B}" type="datetimeFigureOut">
              <a:rPr lang="zh-TW" altLang="en-US" smtClean="0"/>
              <a:t>2026/5/29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853A02-615E-438C-A6CE-74697197502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52049256"/>
      </p:ext>
    </p:extLst>
  </p:cSld>
  <p:clrMap bg1="lt1" tx1="dk1" bg2="lt2" tx2="dk2" accent1="accent1" accent2="accent2" accent3="accent3" accent4="accent4" accent5="accent5" accent6="accent6" hlink="hlink" folHlink="folHlink"/>
  <p:hf sldNum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6B691C-CD4A-43A2-B520-CAE49D2F2D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24B232C-0DBE-47DD-AFDD-9BD087A0F2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4164BEA-135B-469A-9E72-43F5385810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B1F57-EE61-4A7A-842F-878F1B85AAE0}" type="datetime1">
              <a:rPr lang="zh-TW" altLang="en-US" smtClean="0"/>
              <a:t>2026/5/29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9737A42-901E-402E-9933-861BED201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6D43637-3443-483A-A0E1-0C760F4EE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11305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AD6AD3-D64F-4AD1-B068-749E1E87A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7435B4B-E4C6-473E-AA93-3A4E4089E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327BFFB-5C39-42A9-84B7-B72D595BF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020B1-2EC9-4080-BB01-4C866668B3BF}" type="datetime1">
              <a:rPr lang="zh-TW" altLang="en-US" smtClean="0"/>
              <a:t>2026/5/29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E80540A-C5F3-41CD-945D-0012EFC10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8DA2F5F-79C4-47F0-9828-1B247829A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68158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BF93B3-9135-4423-B2A5-8F32A90FA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4B873E3-FAEF-4C2D-B950-2201DF7C4C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E3B26B3-8E3A-4103-B01A-27A4CA01E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158CA-3D60-425C-89AB-4AB1AC93CCC3}" type="datetime1">
              <a:rPr lang="zh-TW" altLang="en-US" smtClean="0"/>
              <a:t>2026/5/29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5627D54-7B66-473E-802C-B753DE12A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5EC52D2-8F6B-4B98-9A89-42B98717F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4356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E3660B-86EB-4DA1-91A6-8DF03215D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EA4C3EA-B57A-489B-A453-F808DD2F71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304A1C1-5C8F-40F7-9AEC-9A6F78DBAB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5B8368F-BC9A-4C47-844C-0C0F26052B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4AC51-4E1E-4A8A-91AC-27FEEF37DBDA}" type="datetime1">
              <a:rPr lang="zh-TW" altLang="en-US" smtClean="0"/>
              <a:t>2026/5/29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031D34A-65B4-40EC-A193-7D310D9F02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3DCCEAA-8C5A-44AD-B5AD-B89BBCA5C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449400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1D70AB-5AEE-4987-B024-23B19E816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5911982-8F94-4665-92DB-BFB853679A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B8426EA-A887-4D92-BF80-BBE88AB88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8078B31-7706-40E0-AF4C-5BC6F29D88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95F79F22-D921-40E8-A67E-2D5CCB406D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6B3F61B2-E1EA-4161-A3F7-869A6E625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8441AA-45BB-4427-BF7F-3FF492D877DF}" type="datetime1">
              <a:rPr lang="zh-TW" altLang="en-US" smtClean="0"/>
              <a:t>2026/5/29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75A15D31-E11F-4A77-9C5C-1BD127693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8BB29CF-0FEA-4BF1-96CF-1734DCF17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914403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F89D28-9A5E-4AD8-970C-FF8D860E6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7BA51452-BE12-490A-AFB2-0C69ACAEB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6968C-71A5-4AAA-AE9A-75E48F81AC4B}" type="datetime1">
              <a:rPr lang="zh-TW" altLang="en-US" smtClean="0"/>
              <a:t>2026/5/29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C47599B2-4579-44EA-A2EB-970FEC3CD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70D46C2-F5E5-48AF-8E51-35D0C962D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615251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DE29EA59-25D4-490F-8850-031D90DFD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B9425-3309-4029-B364-9A6145ADEAB5}" type="datetime1">
              <a:rPr lang="zh-TW" altLang="en-US" smtClean="0"/>
              <a:t>2026/5/29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0F2C1BD-2ED5-4152-8BE0-FA6ACF44E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5C791D6-5330-4A64-9C4B-B83034A27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80943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1B207F-FACC-47F5-9B64-79FD003C4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87E8F25-487C-4E15-8784-4F2CBE7FE3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1C1711B-CB6F-4A47-BC26-6D68D8E121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48414E3-3B14-4639-A0A0-5C094E5EA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395D1-D96C-4FDE-8F09-92167F77916D}" type="datetime1">
              <a:rPr lang="zh-TW" altLang="en-US" smtClean="0"/>
              <a:t>2026/5/29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0E8A612-B553-421E-85F9-285C18DE7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1B8DB27-133D-42A8-AE3F-5F4EB775E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90747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070C8E-1C12-441E-8FEA-5E759B2B6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FE13A0B1-9018-43B1-A0A5-9CA75ACA99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5EDD48C5-BA61-47FF-B4B0-1819525B57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083E122-E856-4E3E-9F77-1FB25FFA3A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7BE7C-0601-4AB7-BC80-D417CF370B12}" type="datetime1">
              <a:rPr lang="zh-TW" altLang="en-US" smtClean="0"/>
              <a:t>2026/5/29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9CB8CB8-E381-4DB4-A08E-97D14C5B2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A1826EF-0C6C-4E70-B548-A6E61D8CF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741263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D49CA0-B2C1-4E4E-808C-F00586C91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F36D40E-FB2B-44DD-BAE0-04F965B148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8E8BB79-C5CB-4265-9B44-179DBE11E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BB09-50AA-4BFB-8722-FD395A8A8D8C}" type="datetime1">
              <a:rPr lang="zh-TW" altLang="en-US" smtClean="0"/>
              <a:t>2026/5/29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7900BEF-E29F-4120-985F-E4D4F5FFC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212B234-2BB5-41C9-BE01-0BD41460C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88008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99F654B1-7D62-4C86-91A5-BBD33D8B65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E66CD05-1A94-4AD5-B835-FA3145CA32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9A61AF6-7FB4-41AB-9FBB-C674BC451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5EEDF-DF37-43A9-9611-0FB9CD478392}" type="datetime1">
              <a:rPr lang="zh-TW" altLang="en-US" smtClean="0"/>
              <a:t>2026/5/29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5CAD09C-4F2A-4FE9-BCA8-2DDAEC5F6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CA454CE-36C5-4608-82AF-1042403E2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58813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BA90D6F6-BD99-45D8-B451-8F07A775D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764D2CF-3DF5-4498-8889-8484908F3A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2A2A283-A1FA-4A52-962C-BC2FDC4887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2E692E-6FB4-4287-9701-DD2AD3537E23}" type="datetime1">
              <a:rPr lang="zh-TW" altLang="en-US" smtClean="0"/>
              <a:t>2026/5/29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5E60776-BDAB-4A55-B603-4CE711BAC2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73EF202-F5F3-4F19-A55C-9132512DA8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0769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1337E483-2C4B-4C93-9722-AE3E3DE35E20}"/>
              </a:ext>
            </a:extLst>
          </p:cNvPr>
          <p:cNvSpPr txBox="1">
            <a:spLocks/>
          </p:cNvSpPr>
          <p:nvPr/>
        </p:nvSpPr>
        <p:spPr>
          <a:xfrm>
            <a:off x="1652339" y="2084388"/>
            <a:ext cx="8887324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Theoretical studies of excitonic transitions in two dimensional materials under photoexcitation of scalar and vector vortex beams</a:t>
            </a:r>
            <a:endParaRPr lang="zh-TW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45710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8B65FA9-2C67-4FDA-8DAC-794A05FB2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zh-TW" dirty="0"/>
              <a:t>1</a:t>
            </a:r>
            <a:endParaRPr lang="zh-TW" altLang="en-US" dirty="0"/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79DF72C3-F8A7-4781-A687-449ABFB48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74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4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</a:t>
            </a:r>
            <a:r>
              <a:rPr lang="en-US" sz="24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4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Spin-orbital angular momentum interaction in light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4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Light-matter interaction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4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Exciton wave packet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</p:spTree>
    <p:extLst>
      <p:ext uri="{BB962C8B-B14F-4D97-AF65-F5344CB8AC3E}">
        <p14:creationId xmlns:p14="http://schemas.microsoft.com/office/powerpoint/2010/main" val="868679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8B65FA9-2C67-4FDA-8DAC-794A05FB2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zh-TW" dirty="0"/>
              <a:t>1</a:t>
            </a:r>
            <a:endParaRPr lang="zh-TW" altLang="en-US" dirty="0"/>
          </a:p>
        </p:txBody>
      </p:sp>
      <p:sp>
        <p:nvSpPr>
          <p:cNvPr id="13" name="內容版面配置區 2">
            <a:extLst>
              <a:ext uri="{FF2B5EF4-FFF2-40B4-BE49-F238E27FC236}">
                <a16:creationId xmlns:a16="http://schemas.microsoft.com/office/drawing/2014/main" id="{5DF1F115-271F-4B66-844C-E81655B2E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74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</a:t>
            </a:r>
            <a:r>
              <a:rPr lang="en-US" altLang="zh-TW" sz="24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Spin-orbital angular momentum interaction in light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Light-matter interaction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Exciton wave packet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</p:spTree>
    <p:extLst>
      <p:ext uri="{BB962C8B-B14F-4D97-AF65-F5344CB8AC3E}">
        <p14:creationId xmlns:p14="http://schemas.microsoft.com/office/powerpoint/2010/main" val="29636286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8B65FA9-2C67-4FDA-8DAC-794A05FB2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zh-TW" dirty="0"/>
              <a:t>1</a:t>
            </a:r>
            <a:endParaRPr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7A0B84D7-FBF0-48E8-A5CC-0E544A1522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4408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8B65FA9-2C67-4FDA-8DAC-794A05FB2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zh-TW" dirty="0"/>
              <a:t>1</a:t>
            </a:r>
            <a:endParaRPr lang="zh-TW" altLang="en-US" dirty="0"/>
          </a:p>
        </p:txBody>
      </p:sp>
      <p:sp>
        <p:nvSpPr>
          <p:cNvPr id="9" name="內容版面配置區 2">
            <a:extLst>
              <a:ext uri="{FF2B5EF4-FFF2-40B4-BE49-F238E27FC236}">
                <a16:creationId xmlns:a16="http://schemas.microsoft.com/office/drawing/2014/main" id="{A742B108-2FF9-4EC2-8628-7995F229C770}"/>
              </a:ext>
            </a:extLst>
          </p:cNvPr>
          <p:cNvSpPr txBox="1">
            <a:spLocks/>
          </p:cNvSpPr>
          <p:nvPr/>
        </p:nvSpPr>
        <p:spPr>
          <a:xfrm>
            <a:off x="838200" y="1341174"/>
            <a:ext cx="10515600" cy="520711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Spin-orbital angular momentum interaction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(SOI) in light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Laguerre-Gaussian beams : SOI in phase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Vector vortex beams : SOI in magnitude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Light-matter interaction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Exciton wave packet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</p:spTree>
    <p:extLst>
      <p:ext uri="{BB962C8B-B14F-4D97-AF65-F5344CB8AC3E}">
        <p14:creationId xmlns:p14="http://schemas.microsoft.com/office/powerpoint/2010/main" val="55174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Spin-orbital angular momentum interaction in light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8B65FA9-2C67-4FDA-8DAC-794A05FB2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zh-TW" dirty="0"/>
              <a:t>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97876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8B65FA9-2C67-4FDA-8DAC-794A05FB2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zh-TW" dirty="0"/>
              <a:t>1</a:t>
            </a:r>
            <a:endParaRPr lang="zh-TW" altLang="en-US" dirty="0"/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7C005CCE-1406-4BB0-8CE9-F532FD210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74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Spin-orbital angular momentum interaction in light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Light-matter interaction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Encoding SOI information 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Selective excitation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Exciton wave packet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</p:spTree>
    <p:extLst>
      <p:ext uri="{BB962C8B-B14F-4D97-AF65-F5344CB8AC3E}">
        <p14:creationId xmlns:p14="http://schemas.microsoft.com/office/powerpoint/2010/main" val="27697137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Light-matter interaction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8B65FA9-2C67-4FDA-8DAC-794A05FB2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zh-TW" dirty="0"/>
              <a:t>1</a:t>
            </a:r>
            <a:endParaRPr lang="zh-TW" altLang="en-US" dirty="0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D5A6C661-41C4-4FC1-B20D-D908855387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68082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8B65FA9-2C67-4FDA-8DAC-794A05FB2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zh-TW" dirty="0"/>
              <a:t>1</a:t>
            </a:r>
            <a:endParaRPr lang="zh-TW" altLang="en-US" dirty="0"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A01704AA-0464-4899-80C2-760928306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74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Spin-orbital angular momentum interaction in light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Light-matter interaction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Exciton wave packet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</p:spTree>
    <p:extLst>
      <p:ext uri="{BB962C8B-B14F-4D97-AF65-F5344CB8AC3E}">
        <p14:creationId xmlns:p14="http://schemas.microsoft.com/office/powerpoint/2010/main" val="31282956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99D75D15-D9C6-4BB1-BAEA-63602AE23A0E}"/>
              </a:ext>
            </a:extLst>
          </p:cNvPr>
          <p:cNvSpPr txBox="1">
            <a:spLocks/>
          </p:cNvSpPr>
          <p:nvPr/>
        </p:nvSpPr>
        <p:spPr>
          <a:xfrm>
            <a:off x="1524000" y="0"/>
            <a:ext cx="9144000" cy="10363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新細明體" panose="02020500000000000000" pitchFamily="18" charset="-120"/>
              <a:cs typeface="+mj-cs"/>
            </a:endParaRPr>
          </a:p>
        </p:txBody>
      </p:sp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Exciton wave packet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8B65FA9-2C67-4FDA-8DAC-794A05FB2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zh-TW" dirty="0"/>
              <a:t>1</a:t>
            </a:r>
            <a:endParaRPr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23448457-02F0-4B46-89E3-AB70872B49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202376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99D75D15-D9C6-4BB1-BAEA-63602AE23A0E}"/>
              </a:ext>
            </a:extLst>
          </p:cNvPr>
          <p:cNvSpPr txBox="1">
            <a:spLocks/>
          </p:cNvSpPr>
          <p:nvPr/>
        </p:nvSpPr>
        <p:spPr>
          <a:xfrm>
            <a:off x="1524000" y="0"/>
            <a:ext cx="9144000" cy="10363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新細明體" panose="02020500000000000000" pitchFamily="18" charset="-120"/>
              <a:cs typeface="+mj-cs"/>
            </a:endParaRPr>
          </a:p>
        </p:txBody>
      </p:sp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8B65FA9-2C67-4FDA-8DAC-794A05FB2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zh-TW" dirty="0"/>
              <a:t>1</a:t>
            </a:r>
            <a:endParaRPr lang="zh-TW" altLang="en-US" dirty="0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267826F5-3628-4254-900A-BB61FABC6D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dirty="0"/>
              <a:t>123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26792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</TotalTime>
  <Words>192</Words>
  <Application>Microsoft Office PowerPoint</Application>
  <PresentationFormat>寬螢幕</PresentationFormat>
  <Paragraphs>61</Paragraphs>
  <Slides>11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7" baseType="lpstr">
      <vt:lpstr>新細明體</vt:lpstr>
      <vt:lpstr>Arial</vt:lpstr>
      <vt:lpstr>Calibri</vt:lpstr>
      <vt:lpstr>Calibri Light</vt:lpstr>
      <vt:lpstr>Times New Roman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17</cp:revision>
  <dcterms:created xsi:type="dcterms:W3CDTF">2026-05-29T06:10:36Z</dcterms:created>
  <dcterms:modified xsi:type="dcterms:W3CDTF">2026-05-29T10:14:37Z</dcterms:modified>
</cp:coreProperties>
</file>