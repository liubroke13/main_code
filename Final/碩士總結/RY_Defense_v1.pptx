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7" r:id="rId2"/>
    <p:sldId id="259" r:id="rId3"/>
    <p:sldId id="260" r:id="rId4"/>
    <p:sldId id="329" r:id="rId5"/>
    <p:sldId id="290" r:id="rId6"/>
    <p:sldId id="291" r:id="rId7"/>
    <p:sldId id="293" r:id="rId8"/>
    <p:sldId id="294" r:id="rId9"/>
    <p:sldId id="295" r:id="rId10"/>
    <p:sldId id="328" r:id="rId11"/>
    <p:sldId id="265" r:id="rId12"/>
    <p:sldId id="323" r:id="rId13"/>
    <p:sldId id="324" r:id="rId14"/>
    <p:sldId id="325" r:id="rId15"/>
    <p:sldId id="326" r:id="rId16"/>
    <p:sldId id="322" r:id="rId17"/>
    <p:sldId id="327" r:id="rId18"/>
    <p:sldId id="261" r:id="rId19"/>
    <p:sldId id="266" r:id="rId20"/>
    <p:sldId id="276" r:id="rId21"/>
    <p:sldId id="269" r:id="rId22"/>
    <p:sldId id="279" r:id="rId23"/>
    <p:sldId id="271" r:id="rId24"/>
    <p:sldId id="274" r:id="rId25"/>
    <p:sldId id="277" r:id="rId26"/>
    <p:sldId id="280" r:id="rId27"/>
    <p:sldId id="284" r:id="rId28"/>
    <p:sldId id="288" r:id="rId29"/>
    <p:sldId id="286" r:id="rId30"/>
    <p:sldId id="298" r:id="rId31"/>
    <p:sldId id="299" r:id="rId32"/>
    <p:sldId id="301" r:id="rId33"/>
    <p:sldId id="296" r:id="rId34"/>
    <p:sldId id="306" r:id="rId35"/>
    <p:sldId id="302" r:id="rId36"/>
    <p:sldId id="303" r:id="rId37"/>
    <p:sldId id="304" r:id="rId38"/>
    <p:sldId id="305" r:id="rId39"/>
    <p:sldId id="316" r:id="rId40"/>
    <p:sldId id="307" r:id="rId41"/>
    <p:sldId id="308" r:id="rId42"/>
    <p:sldId id="309" r:id="rId43"/>
    <p:sldId id="310" r:id="rId44"/>
    <p:sldId id="311" r:id="rId45"/>
    <p:sldId id="312" r:id="rId46"/>
    <p:sldId id="313" r:id="rId47"/>
    <p:sldId id="315" r:id="rId48"/>
    <p:sldId id="314" r:id="rId49"/>
    <p:sldId id="317" r:id="rId50"/>
    <p:sldId id="318" r:id="rId51"/>
    <p:sldId id="319" r:id="rId52"/>
    <p:sldId id="262" r:id="rId53"/>
    <p:sldId id="267" r:id="rId54"/>
    <p:sldId id="263" r:id="rId55"/>
    <p:sldId id="268" r:id="rId56"/>
    <p:sldId id="264" r:id="rId5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ycugpu" initials="n" lastIdx="0" clrIdx="0">
    <p:extLst>
      <p:ext uri="{19B8F6BF-5375-455C-9EA6-DF929625EA0E}">
        <p15:presenceInfo xmlns:p15="http://schemas.microsoft.com/office/powerpoint/2012/main" userId="067ceecb8ce0af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783E"/>
    <a:srgbClr val="990043"/>
    <a:srgbClr val="2474B7"/>
    <a:srgbClr val="CE89C1"/>
    <a:srgbClr val="09703A"/>
    <a:srgbClr val="0A703A"/>
    <a:srgbClr val="F2F2F2"/>
    <a:srgbClr val="DEDED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4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10" Type="http://schemas.openxmlformats.org/officeDocument/2006/relationships/image" Target="../media/image21.png"/><Relationship Id="rId4" Type="http://schemas.openxmlformats.org/officeDocument/2006/relationships/image" Target="../media/image12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5.png"/><Relationship Id="rId10" Type="http://schemas.openxmlformats.org/officeDocument/2006/relationships/image" Target="../media/image27.png"/><Relationship Id="rId4" Type="http://schemas.openxmlformats.org/officeDocument/2006/relationships/image" Target="../media/image24.png"/><Relationship Id="rId9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32.png"/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12" Type="http://schemas.openxmlformats.org/officeDocument/2006/relationships/image" Target="../media/image31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0.png"/><Relationship Id="rId5" Type="http://schemas.openxmlformats.org/officeDocument/2006/relationships/image" Target="../media/image45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310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810.png"/><Relationship Id="rId4" Type="http://schemas.openxmlformats.org/officeDocument/2006/relationships/image" Target="../media/image17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810.png"/><Relationship Id="rId4" Type="http://schemas.openxmlformats.org/officeDocument/2006/relationships/image" Target="../media/image171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10" Type="http://schemas.openxmlformats.org/officeDocument/2006/relationships/image" Target="../media/image49.sv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3.png"/><Relationship Id="rId8" Type="http://schemas.openxmlformats.org/officeDocument/2006/relationships/image" Target="../media/image320.png"/><Relationship Id="rId26" Type="http://schemas.openxmlformats.org/officeDocument/2006/relationships/image" Target="../media/image61.png"/><Relationship Id="rId21" Type="http://schemas.openxmlformats.org/officeDocument/2006/relationships/image" Target="../media/image56.svg"/><Relationship Id="rId17" Type="http://schemas.openxmlformats.org/officeDocument/2006/relationships/image" Target="../media/image52.png"/><Relationship Id="rId7" Type="http://schemas.openxmlformats.org/officeDocument/2006/relationships/image" Target="../media/image311.png"/><Relationship Id="rId25" Type="http://schemas.openxmlformats.org/officeDocument/2006/relationships/image" Target="../media/image60.svg"/><Relationship Id="rId16" Type="http://schemas.openxmlformats.org/officeDocument/2006/relationships/image" Target="../media/image51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59.png"/><Relationship Id="rId11" Type="http://schemas.openxmlformats.org/officeDocument/2006/relationships/image" Target="../media/image350.png"/><Relationship Id="rId15" Type="http://schemas.openxmlformats.org/officeDocument/2006/relationships/image" Target="../media/image50.png"/><Relationship Id="rId23" Type="http://schemas.openxmlformats.org/officeDocument/2006/relationships/image" Target="../media/image58.svg"/><Relationship Id="rId28" Type="http://schemas.openxmlformats.org/officeDocument/2006/relationships/image" Target="../media/image63.png"/><Relationship Id="rId19" Type="http://schemas.openxmlformats.org/officeDocument/2006/relationships/image" Target="../media/image54.png"/><Relationship Id="rId14" Type="http://schemas.openxmlformats.org/officeDocument/2006/relationships/image" Target="../media/image380.png"/><Relationship Id="rId22" Type="http://schemas.openxmlformats.org/officeDocument/2006/relationships/image" Target="../media/image57.png"/><Relationship Id="rId27" Type="http://schemas.openxmlformats.org/officeDocument/2006/relationships/image" Target="../media/image62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61.png"/><Relationship Id="rId18" Type="http://schemas.openxmlformats.org/officeDocument/2006/relationships/image" Target="../media/image65.png"/><Relationship Id="rId7" Type="http://schemas.openxmlformats.org/officeDocument/2006/relationships/image" Target="../media/image311.png"/><Relationship Id="rId12" Type="http://schemas.openxmlformats.org/officeDocument/2006/relationships/image" Target="../media/image350.png"/><Relationship Id="rId17" Type="http://schemas.openxmlformats.org/officeDocument/2006/relationships/image" Target="../media/image51.png"/><Relationship Id="rId2" Type="http://schemas.openxmlformats.org/officeDocument/2006/relationships/image" Target="../media/image64.png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0.svg"/><Relationship Id="rId15" Type="http://schemas.openxmlformats.org/officeDocument/2006/relationships/image" Target="../media/image63.png"/><Relationship Id="rId10" Type="http://schemas.openxmlformats.org/officeDocument/2006/relationships/image" Target="../media/image59.png"/><Relationship Id="rId9" Type="http://schemas.openxmlformats.org/officeDocument/2006/relationships/image" Target="../media/image380.png"/><Relationship Id="rId14" Type="http://schemas.openxmlformats.org/officeDocument/2006/relationships/image" Target="../media/image6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69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68.png"/></Relationships>
</file>

<file path=ppt/slides/_rels/slide26.xml.rels><?xml version="1.0" encoding="UTF-8" standalone="yes"?>
<Relationships xmlns="http://schemas.openxmlformats.org/package/2006/relationships"><Relationship Id="rId18" Type="http://schemas.openxmlformats.org/officeDocument/2006/relationships/image" Target="../media/image70.png"/><Relationship Id="rId3" Type="http://schemas.openxmlformats.org/officeDocument/2006/relationships/image" Target="../media/image51.png"/><Relationship Id="rId21" Type="http://schemas.openxmlformats.org/officeDocument/2006/relationships/image" Target="../media/image73.png"/><Relationship Id="rId17" Type="http://schemas.openxmlformats.org/officeDocument/2006/relationships/image" Target="../media/image160.png"/><Relationship Id="rId25" Type="http://schemas.openxmlformats.org/officeDocument/2006/relationships/image" Target="../media/image69.png"/><Relationship Id="rId2" Type="http://schemas.openxmlformats.org/officeDocument/2006/relationships/image" Target="../media/image50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5.png"/><Relationship Id="rId23" Type="http://schemas.openxmlformats.org/officeDocument/2006/relationships/image" Target="../media/image66.png"/><Relationship Id="rId19" Type="http://schemas.openxmlformats.org/officeDocument/2006/relationships/image" Target="../media/image71.png"/><Relationship Id="rId22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320.png"/><Relationship Id="rId3" Type="http://schemas.openxmlformats.org/officeDocument/2006/relationships/image" Target="../media/image77.png"/><Relationship Id="rId7" Type="http://schemas.openxmlformats.org/officeDocument/2006/relationships/image" Target="../media/image79.svg"/><Relationship Id="rId12" Type="http://schemas.openxmlformats.org/officeDocument/2006/relationships/image" Target="../media/image84.png"/><Relationship Id="rId2" Type="http://schemas.openxmlformats.org/officeDocument/2006/relationships/image" Target="../media/image76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49.svg"/><Relationship Id="rId15" Type="http://schemas.openxmlformats.org/officeDocument/2006/relationships/image" Target="../media/image60.svg"/><Relationship Id="rId10" Type="http://schemas.openxmlformats.org/officeDocument/2006/relationships/image" Target="../media/image82.png"/><Relationship Id="rId4" Type="http://schemas.openxmlformats.org/officeDocument/2006/relationships/image" Target="../media/image48.png"/><Relationship Id="rId9" Type="http://schemas.openxmlformats.org/officeDocument/2006/relationships/image" Target="../media/image81.png"/><Relationship Id="rId1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9.svg"/><Relationship Id="rId7" Type="http://schemas.openxmlformats.org/officeDocument/2006/relationships/image" Target="../media/image4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87.png"/><Relationship Id="rId5" Type="http://schemas.openxmlformats.org/officeDocument/2006/relationships/image" Target="../media/image77.png"/><Relationship Id="rId10" Type="http://schemas.openxmlformats.org/officeDocument/2006/relationships/image" Target="../media/image86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79.svg"/><Relationship Id="rId7" Type="http://schemas.openxmlformats.org/officeDocument/2006/relationships/image" Target="../media/image77.png"/><Relationship Id="rId12" Type="http://schemas.openxmlformats.org/officeDocument/2006/relationships/image" Target="../media/image88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87.png"/><Relationship Id="rId10" Type="http://schemas.openxmlformats.org/officeDocument/2006/relationships/image" Target="../media/image80.png"/><Relationship Id="rId4" Type="http://schemas.openxmlformats.org/officeDocument/2006/relationships/image" Target="../media/image86.png"/><Relationship Id="rId9" Type="http://schemas.openxmlformats.org/officeDocument/2006/relationships/image" Target="../media/image49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6.png"/><Relationship Id="rId18" Type="http://schemas.openxmlformats.org/officeDocument/2006/relationships/image" Target="../media/image22.png"/><Relationship Id="rId3" Type="http://schemas.openxmlformats.org/officeDocument/2006/relationships/image" Target="../media/image79.svg"/><Relationship Id="rId7" Type="http://schemas.openxmlformats.org/officeDocument/2006/relationships/image" Target="../media/image92.png"/><Relationship Id="rId12" Type="http://schemas.openxmlformats.org/officeDocument/2006/relationships/image" Target="../media/image49.svg"/><Relationship Id="rId17" Type="http://schemas.openxmlformats.org/officeDocument/2006/relationships/image" Target="../media/image100.png"/><Relationship Id="rId2" Type="http://schemas.openxmlformats.org/officeDocument/2006/relationships/image" Target="../media/image78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48.png"/><Relationship Id="rId5" Type="http://schemas.openxmlformats.org/officeDocument/2006/relationships/image" Target="../media/image90.png"/><Relationship Id="rId15" Type="http://schemas.openxmlformats.org/officeDocument/2006/relationships/image" Target="../media/image98.png"/><Relationship Id="rId10" Type="http://schemas.openxmlformats.org/officeDocument/2006/relationships/image" Target="../media/image95.png"/><Relationship Id="rId19" Type="http://schemas.openxmlformats.org/officeDocument/2006/relationships/image" Target="../media/image101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106.png"/><Relationship Id="rId3" Type="http://schemas.openxmlformats.org/officeDocument/2006/relationships/image" Target="../media/image79.svg"/><Relationship Id="rId7" Type="http://schemas.openxmlformats.org/officeDocument/2006/relationships/image" Target="../media/image48.png"/><Relationship Id="rId12" Type="http://schemas.openxmlformats.org/officeDocument/2006/relationships/image" Target="../media/image105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11" Type="http://schemas.openxmlformats.org/officeDocument/2006/relationships/image" Target="../media/image104.png"/><Relationship Id="rId5" Type="http://schemas.openxmlformats.org/officeDocument/2006/relationships/image" Target="../media/image22.png"/><Relationship Id="rId10" Type="http://schemas.openxmlformats.org/officeDocument/2006/relationships/image" Target="../media/image103.png"/><Relationship Id="rId4" Type="http://schemas.openxmlformats.org/officeDocument/2006/relationships/image" Target="../media/image89.png"/><Relationship Id="rId9" Type="http://schemas.openxmlformats.org/officeDocument/2006/relationships/image" Target="../media/image102.png"/><Relationship Id="rId14" Type="http://schemas.openxmlformats.org/officeDocument/2006/relationships/image" Target="../media/image10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10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79.svg"/><Relationship Id="rId7" Type="http://schemas.openxmlformats.org/officeDocument/2006/relationships/image" Target="../media/image11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113.png"/><Relationship Id="rId4" Type="http://schemas.openxmlformats.org/officeDocument/2006/relationships/image" Target="../media/image109.png"/><Relationship Id="rId9" Type="http://schemas.openxmlformats.org/officeDocument/2006/relationships/image" Target="../media/image11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79.sv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14.png"/><Relationship Id="rId5" Type="http://schemas.openxmlformats.org/officeDocument/2006/relationships/image" Target="../media/image48.png"/><Relationship Id="rId10" Type="http://schemas.openxmlformats.org/officeDocument/2006/relationships/image" Target="../media/image113.png"/><Relationship Id="rId4" Type="http://schemas.openxmlformats.org/officeDocument/2006/relationships/image" Target="../media/image109.png"/><Relationship Id="rId9" Type="http://schemas.openxmlformats.org/officeDocument/2006/relationships/image" Target="../media/image11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79.svg"/><Relationship Id="rId7" Type="http://schemas.openxmlformats.org/officeDocument/2006/relationships/image" Target="../media/image4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2.png"/><Relationship Id="rId3" Type="http://schemas.openxmlformats.org/officeDocument/2006/relationships/image" Target="../media/image79.svg"/><Relationship Id="rId21" Type="http://schemas.openxmlformats.org/officeDocument/2006/relationships/image" Target="../media/image135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49.svg"/><Relationship Id="rId2" Type="http://schemas.openxmlformats.org/officeDocument/2006/relationships/image" Target="../media/image78.png"/><Relationship Id="rId16" Type="http://schemas.openxmlformats.org/officeDocument/2006/relationships/image" Target="../media/image48.png"/><Relationship Id="rId20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3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Relationship Id="rId22" Type="http://schemas.openxmlformats.org/officeDocument/2006/relationships/image" Target="../media/image13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41.png"/><Relationship Id="rId18" Type="http://schemas.openxmlformats.org/officeDocument/2006/relationships/image" Target="../media/image127.png"/><Relationship Id="rId3" Type="http://schemas.openxmlformats.org/officeDocument/2006/relationships/image" Target="../media/image79.svg"/><Relationship Id="rId21" Type="http://schemas.openxmlformats.org/officeDocument/2006/relationships/image" Target="../media/image146.png"/><Relationship Id="rId7" Type="http://schemas.openxmlformats.org/officeDocument/2006/relationships/image" Target="../media/image138.png"/><Relationship Id="rId12" Type="http://schemas.openxmlformats.org/officeDocument/2006/relationships/image" Target="../media/image140.png"/><Relationship Id="rId17" Type="http://schemas.openxmlformats.org/officeDocument/2006/relationships/image" Target="../media/image129.png"/><Relationship Id="rId2" Type="http://schemas.openxmlformats.org/officeDocument/2006/relationships/image" Target="../media/image78.png"/><Relationship Id="rId16" Type="http://schemas.openxmlformats.org/officeDocument/2006/relationships/image" Target="../media/image144.png"/><Relationship Id="rId20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39.png"/><Relationship Id="rId5" Type="http://schemas.openxmlformats.org/officeDocument/2006/relationships/image" Target="../media/image48.png"/><Relationship Id="rId15" Type="http://schemas.openxmlformats.org/officeDocument/2006/relationships/image" Target="../media/image143.png"/><Relationship Id="rId10" Type="http://schemas.openxmlformats.org/officeDocument/2006/relationships/image" Target="../media/image123.png"/><Relationship Id="rId19" Type="http://schemas.openxmlformats.org/officeDocument/2006/relationships/image" Target="../media/image134.png"/><Relationship Id="rId4" Type="http://schemas.openxmlformats.org/officeDocument/2006/relationships/image" Target="../media/image137.png"/><Relationship Id="rId9" Type="http://schemas.openxmlformats.org/officeDocument/2006/relationships/image" Target="../media/image122.png"/><Relationship Id="rId14" Type="http://schemas.openxmlformats.org/officeDocument/2006/relationships/image" Target="../media/image142.png"/><Relationship Id="rId22" Type="http://schemas.openxmlformats.org/officeDocument/2006/relationships/image" Target="../media/image14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79.sv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53.png"/><Relationship Id="rId5" Type="http://schemas.openxmlformats.org/officeDocument/2006/relationships/image" Target="../media/image48.png"/><Relationship Id="rId10" Type="http://schemas.openxmlformats.org/officeDocument/2006/relationships/image" Target="../media/image152.png"/><Relationship Id="rId4" Type="http://schemas.openxmlformats.org/officeDocument/2006/relationships/image" Target="../media/image148.png"/><Relationship Id="rId9" Type="http://schemas.openxmlformats.org/officeDocument/2006/relationships/image" Target="../media/image15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14.png"/><Relationship Id="rId3" Type="http://schemas.openxmlformats.org/officeDocument/2006/relationships/image" Target="../media/image79.sv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53.png"/><Relationship Id="rId5" Type="http://schemas.openxmlformats.org/officeDocument/2006/relationships/image" Target="../media/image48.png"/><Relationship Id="rId10" Type="http://schemas.openxmlformats.org/officeDocument/2006/relationships/image" Target="../media/image152.png"/><Relationship Id="rId4" Type="http://schemas.openxmlformats.org/officeDocument/2006/relationships/image" Target="../media/image148.png"/><Relationship Id="rId9" Type="http://schemas.openxmlformats.org/officeDocument/2006/relationships/image" Target="../media/image151.png"/><Relationship Id="rId14" Type="http://schemas.openxmlformats.org/officeDocument/2006/relationships/image" Target="../media/image15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163.png"/><Relationship Id="rId18" Type="http://schemas.openxmlformats.org/officeDocument/2006/relationships/image" Target="../media/image168.png"/><Relationship Id="rId3" Type="http://schemas.openxmlformats.org/officeDocument/2006/relationships/image" Target="../media/image48.png"/><Relationship Id="rId21" Type="http://schemas.openxmlformats.org/officeDocument/2006/relationships/image" Target="../media/image171.png"/><Relationship Id="rId7" Type="http://schemas.openxmlformats.org/officeDocument/2006/relationships/image" Target="../media/image120.png"/><Relationship Id="rId12" Type="http://schemas.openxmlformats.org/officeDocument/2006/relationships/image" Target="../media/image162.png"/><Relationship Id="rId17" Type="http://schemas.openxmlformats.org/officeDocument/2006/relationships/image" Target="../media/image167.png"/><Relationship Id="rId25" Type="http://schemas.openxmlformats.org/officeDocument/2006/relationships/image" Target="../media/image175.png"/><Relationship Id="rId2" Type="http://schemas.openxmlformats.org/officeDocument/2006/relationships/image" Target="../media/image156.png"/><Relationship Id="rId16" Type="http://schemas.openxmlformats.org/officeDocument/2006/relationships/image" Target="../media/image166.png"/><Relationship Id="rId20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svg"/><Relationship Id="rId11" Type="http://schemas.openxmlformats.org/officeDocument/2006/relationships/image" Target="../media/image161.png"/><Relationship Id="rId24" Type="http://schemas.openxmlformats.org/officeDocument/2006/relationships/image" Target="../media/image174.png"/><Relationship Id="rId5" Type="http://schemas.openxmlformats.org/officeDocument/2006/relationships/image" Target="../media/image78.png"/><Relationship Id="rId15" Type="http://schemas.openxmlformats.org/officeDocument/2006/relationships/image" Target="../media/image165.png"/><Relationship Id="rId23" Type="http://schemas.openxmlformats.org/officeDocument/2006/relationships/image" Target="../media/image173.png"/><Relationship Id="rId10" Type="http://schemas.openxmlformats.org/officeDocument/2006/relationships/image" Target="../media/image159.png"/><Relationship Id="rId19" Type="http://schemas.openxmlformats.org/officeDocument/2006/relationships/image" Target="../media/image169.png"/><Relationship Id="rId4" Type="http://schemas.openxmlformats.org/officeDocument/2006/relationships/image" Target="../media/image49.svg"/><Relationship Id="rId9" Type="http://schemas.openxmlformats.org/officeDocument/2006/relationships/image" Target="../media/image158.png"/><Relationship Id="rId14" Type="http://schemas.openxmlformats.org/officeDocument/2006/relationships/image" Target="../media/image164.png"/><Relationship Id="rId22" Type="http://schemas.openxmlformats.org/officeDocument/2006/relationships/image" Target="../media/image17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13" Type="http://schemas.openxmlformats.org/officeDocument/2006/relationships/image" Target="../media/image181.png"/><Relationship Id="rId18" Type="http://schemas.openxmlformats.org/officeDocument/2006/relationships/image" Target="../media/image186.png"/><Relationship Id="rId3" Type="http://schemas.openxmlformats.org/officeDocument/2006/relationships/image" Target="../media/image48.png"/><Relationship Id="rId21" Type="http://schemas.openxmlformats.org/officeDocument/2006/relationships/image" Target="../media/image189.png"/><Relationship Id="rId7" Type="http://schemas.openxmlformats.org/officeDocument/2006/relationships/image" Target="../media/image138.png"/><Relationship Id="rId12" Type="http://schemas.openxmlformats.org/officeDocument/2006/relationships/image" Target="../media/image180.png"/><Relationship Id="rId17" Type="http://schemas.openxmlformats.org/officeDocument/2006/relationships/image" Target="../media/image185.png"/><Relationship Id="rId2" Type="http://schemas.openxmlformats.org/officeDocument/2006/relationships/image" Target="../media/image176.png"/><Relationship Id="rId16" Type="http://schemas.openxmlformats.org/officeDocument/2006/relationships/image" Target="../media/image184.png"/><Relationship Id="rId20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svg"/><Relationship Id="rId11" Type="http://schemas.openxmlformats.org/officeDocument/2006/relationships/image" Target="../media/image161.png"/><Relationship Id="rId24" Type="http://schemas.openxmlformats.org/officeDocument/2006/relationships/image" Target="../media/image192.png"/><Relationship Id="rId5" Type="http://schemas.openxmlformats.org/officeDocument/2006/relationships/image" Target="../media/image78.png"/><Relationship Id="rId15" Type="http://schemas.openxmlformats.org/officeDocument/2006/relationships/image" Target="../media/image183.png"/><Relationship Id="rId23" Type="http://schemas.openxmlformats.org/officeDocument/2006/relationships/image" Target="../media/image191.png"/><Relationship Id="rId10" Type="http://schemas.openxmlformats.org/officeDocument/2006/relationships/image" Target="../media/image179.png"/><Relationship Id="rId19" Type="http://schemas.openxmlformats.org/officeDocument/2006/relationships/image" Target="../media/image187.png"/><Relationship Id="rId4" Type="http://schemas.openxmlformats.org/officeDocument/2006/relationships/image" Target="../media/image49.svg"/><Relationship Id="rId9" Type="http://schemas.openxmlformats.org/officeDocument/2006/relationships/image" Target="../media/image178.png"/><Relationship Id="rId14" Type="http://schemas.openxmlformats.org/officeDocument/2006/relationships/image" Target="../media/image182.png"/><Relationship Id="rId22" Type="http://schemas.openxmlformats.org/officeDocument/2006/relationships/image" Target="../media/image19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79.svg"/><Relationship Id="rId7" Type="http://schemas.openxmlformats.org/officeDocument/2006/relationships/image" Target="../media/image4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94.png"/><Relationship Id="rId4" Type="http://schemas.openxmlformats.org/officeDocument/2006/relationships/image" Target="../media/image19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79.svg"/><Relationship Id="rId7" Type="http://schemas.openxmlformats.org/officeDocument/2006/relationships/image" Target="../media/image4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198.png"/><Relationship Id="rId5" Type="http://schemas.openxmlformats.org/officeDocument/2006/relationships/image" Target="../media/image194.png"/><Relationship Id="rId10" Type="http://schemas.openxmlformats.org/officeDocument/2006/relationships/image" Target="../media/image197.png"/><Relationship Id="rId4" Type="http://schemas.openxmlformats.org/officeDocument/2006/relationships/image" Target="../media/image193.png"/><Relationship Id="rId9" Type="http://schemas.openxmlformats.org/officeDocument/2006/relationships/image" Target="../media/image19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202.png"/><Relationship Id="rId3" Type="http://schemas.openxmlformats.org/officeDocument/2006/relationships/image" Target="../media/image78.png"/><Relationship Id="rId7" Type="http://schemas.openxmlformats.org/officeDocument/2006/relationships/image" Target="../media/image48.png"/><Relationship Id="rId12" Type="http://schemas.openxmlformats.org/officeDocument/2006/relationships/image" Target="../media/image201.png"/><Relationship Id="rId17" Type="http://schemas.openxmlformats.org/officeDocument/2006/relationships/image" Target="../media/image206.png"/><Relationship Id="rId2" Type="http://schemas.openxmlformats.org/officeDocument/2006/relationships/image" Target="../media/image199.png"/><Relationship Id="rId16" Type="http://schemas.openxmlformats.org/officeDocument/2006/relationships/image" Target="../media/image2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7.png"/><Relationship Id="rId5" Type="http://schemas.openxmlformats.org/officeDocument/2006/relationships/image" Target="../media/image193.png"/><Relationship Id="rId15" Type="http://schemas.openxmlformats.org/officeDocument/2006/relationships/image" Target="../media/image204.png"/><Relationship Id="rId10" Type="http://schemas.openxmlformats.org/officeDocument/2006/relationships/image" Target="../media/image200.png"/><Relationship Id="rId4" Type="http://schemas.openxmlformats.org/officeDocument/2006/relationships/image" Target="../media/image79.svg"/><Relationship Id="rId9" Type="http://schemas.openxmlformats.org/officeDocument/2006/relationships/image" Target="../media/image195.png"/><Relationship Id="rId14" Type="http://schemas.openxmlformats.org/officeDocument/2006/relationships/image" Target="../media/image203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213.png"/><Relationship Id="rId18" Type="http://schemas.openxmlformats.org/officeDocument/2006/relationships/image" Target="../media/image218.png"/><Relationship Id="rId3" Type="http://schemas.openxmlformats.org/officeDocument/2006/relationships/image" Target="../media/image79.svg"/><Relationship Id="rId7" Type="http://schemas.openxmlformats.org/officeDocument/2006/relationships/image" Target="../media/image207.png"/><Relationship Id="rId12" Type="http://schemas.openxmlformats.org/officeDocument/2006/relationships/image" Target="../media/image212.png"/><Relationship Id="rId17" Type="http://schemas.openxmlformats.org/officeDocument/2006/relationships/image" Target="../media/image217.png"/><Relationship Id="rId2" Type="http://schemas.openxmlformats.org/officeDocument/2006/relationships/image" Target="../media/image78.png"/><Relationship Id="rId16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211.png"/><Relationship Id="rId5" Type="http://schemas.openxmlformats.org/officeDocument/2006/relationships/image" Target="../media/image48.png"/><Relationship Id="rId15" Type="http://schemas.openxmlformats.org/officeDocument/2006/relationships/image" Target="../media/image215.png"/><Relationship Id="rId10" Type="http://schemas.openxmlformats.org/officeDocument/2006/relationships/image" Target="../media/image210.png"/><Relationship Id="rId19" Type="http://schemas.openxmlformats.org/officeDocument/2006/relationships/image" Target="../media/image219.png"/><Relationship Id="rId4" Type="http://schemas.openxmlformats.org/officeDocument/2006/relationships/image" Target="../media/image177.png"/><Relationship Id="rId9" Type="http://schemas.openxmlformats.org/officeDocument/2006/relationships/image" Target="../media/image209.png"/><Relationship Id="rId14" Type="http://schemas.openxmlformats.org/officeDocument/2006/relationships/image" Target="../media/image21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213.png"/><Relationship Id="rId18" Type="http://schemas.openxmlformats.org/officeDocument/2006/relationships/image" Target="../media/image221.png"/><Relationship Id="rId3" Type="http://schemas.openxmlformats.org/officeDocument/2006/relationships/image" Target="../media/image79.svg"/><Relationship Id="rId21" Type="http://schemas.openxmlformats.org/officeDocument/2006/relationships/image" Target="../media/image224.png"/><Relationship Id="rId7" Type="http://schemas.openxmlformats.org/officeDocument/2006/relationships/image" Target="../media/image207.png"/><Relationship Id="rId12" Type="http://schemas.openxmlformats.org/officeDocument/2006/relationships/image" Target="../media/image220.png"/><Relationship Id="rId17" Type="http://schemas.openxmlformats.org/officeDocument/2006/relationships/image" Target="../media/image217.png"/><Relationship Id="rId2" Type="http://schemas.openxmlformats.org/officeDocument/2006/relationships/image" Target="../media/image78.png"/><Relationship Id="rId16" Type="http://schemas.openxmlformats.org/officeDocument/2006/relationships/image" Target="../media/image216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211.png"/><Relationship Id="rId5" Type="http://schemas.openxmlformats.org/officeDocument/2006/relationships/image" Target="../media/image48.png"/><Relationship Id="rId15" Type="http://schemas.openxmlformats.org/officeDocument/2006/relationships/image" Target="../media/image215.png"/><Relationship Id="rId10" Type="http://schemas.openxmlformats.org/officeDocument/2006/relationships/image" Target="../media/image210.png"/><Relationship Id="rId19" Type="http://schemas.openxmlformats.org/officeDocument/2006/relationships/image" Target="../media/image222.png"/><Relationship Id="rId4" Type="http://schemas.openxmlformats.org/officeDocument/2006/relationships/image" Target="../media/image177.png"/><Relationship Id="rId9" Type="http://schemas.openxmlformats.org/officeDocument/2006/relationships/image" Target="../media/image209.png"/><Relationship Id="rId14" Type="http://schemas.openxmlformats.org/officeDocument/2006/relationships/image" Target="../media/image214.png"/><Relationship Id="rId22" Type="http://schemas.openxmlformats.org/officeDocument/2006/relationships/image" Target="../media/image22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28.png"/><Relationship Id="rId18" Type="http://schemas.openxmlformats.org/officeDocument/2006/relationships/image" Target="../media/image229.png"/><Relationship Id="rId3" Type="http://schemas.openxmlformats.org/officeDocument/2006/relationships/image" Target="../media/image78.png"/><Relationship Id="rId21" Type="http://schemas.openxmlformats.org/officeDocument/2006/relationships/image" Target="../media/image232.png"/><Relationship Id="rId7" Type="http://schemas.openxmlformats.org/officeDocument/2006/relationships/image" Target="../media/image209.png"/><Relationship Id="rId12" Type="http://schemas.openxmlformats.org/officeDocument/2006/relationships/image" Target="../media/image227.png"/><Relationship Id="rId17" Type="http://schemas.openxmlformats.org/officeDocument/2006/relationships/image" Target="../media/image217.png"/><Relationship Id="rId2" Type="http://schemas.openxmlformats.org/officeDocument/2006/relationships/image" Target="../media/image211.png"/><Relationship Id="rId16" Type="http://schemas.openxmlformats.org/officeDocument/2006/relationships/image" Target="../media/image216.png"/><Relationship Id="rId20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26.png"/><Relationship Id="rId24" Type="http://schemas.openxmlformats.org/officeDocument/2006/relationships/image" Target="../media/image234.png"/><Relationship Id="rId5" Type="http://schemas.openxmlformats.org/officeDocument/2006/relationships/image" Target="../media/image220.png"/><Relationship Id="rId15" Type="http://schemas.openxmlformats.org/officeDocument/2006/relationships/image" Target="../media/image215.png"/><Relationship Id="rId23" Type="http://schemas.openxmlformats.org/officeDocument/2006/relationships/image" Target="../media/image210.png"/><Relationship Id="rId10" Type="http://schemas.openxmlformats.org/officeDocument/2006/relationships/image" Target="../media/image213.png"/><Relationship Id="rId19" Type="http://schemas.openxmlformats.org/officeDocument/2006/relationships/image" Target="../media/image230.png"/><Relationship Id="rId4" Type="http://schemas.openxmlformats.org/officeDocument/2006/relationships/image" Target="../media/image79.svg"/><Relationship Id="rId9" Type="http://schemas.openxmlformats.org/officeDocument/2006/relationships/image" Target="../media/image49.svg"/><Relationship Id="rId14" Type="http://schemas.openxmlformats.org/officeDocument/2006/relationships/image" Target="../media/image214.png"/><Relationship Id="rId22" Type="http://schemas.openxmlformats.org/officeDocument/2006/relationships/image" Target="../media/image23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3" Type="http://schemas.openxmlformats.org/officeDocument/2006/relationships/image" Target="../media/image78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2" Type="http://schemas.openxmlformats.org/officeDocument/2006/relationships/image" Target="../media/image211.png"/><Relationship Id="rId16" Type="http://schemas.openxmlformats.org/officeDocument/2006/relationships/image" Target="../media/image23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5" Type="http://schemas.openxmlformats.org/officeDocument/2006/relationships/image" Target="../media/image220.png"/><Relationship Id="rId15" Type="http://schemas.openxmlformats.org/officeDocument/2006/relationships/image" Target="../media/image210.png"/><Relationship Id="rId10" Type="http://schemas.openxmlformats.org/officeDocument/2006/relationships/image" Target="../media/image213.png"/><Relationship Id="rId4" Type="http://schemas.openxmlformats.org/officeDocument/2006/relationships/image" Target="../media/image79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3" Type="http://schemas.openxmlformats.org/officeDocument/2006/relationships/image" Target="../media/image78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2" Type="http://schemas.openxmlformats.org/officeDocument/2006/relationships/image" Target="../media/image211.png"/><Relationship Id="rId16" Type="http://schemas.openxmlformats.org/officeDocument/2006/relationships/image" Target="../media/image2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5" Type="http://schemas.openxmlformats.org/officeDocument/2006/relationships/image" Target="../media/image220.png"/><Relationship Id="rId15" Type="http://schemas.openxmlformats.org/officeDocument/2006/relationships/image" Target="../media/image210.png"/><Relationship Id="rId10" Type="http://schemas.openxmlformats.org/officeDocument/2006/relationships/image" Target="../media/image213.png"/><Relationship Id="rId4" Type="http://schemas.openxmlformats.org/officeDocument/2006/relationships/image" Target="../media/image79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3" Type="http://schemas.openxmlformats.org/officeDocument/2006/relationships/image" Target="../media/image78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37.png"/><Relationship Id="rId2" Type="http://schemas.openxmlformats.org/officeDocument/2006/relationships/image" Target="../media/image211.png"/><Relationship Id="rId16" Type="http://schemas.openxmlformats.org/officeDocument/2006/relationships/image" Target="../media/image2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5" Type="http://schemas.openxmlformats.org/officeDocument/2006/relationships/image" Target="../media/image220.png"/><Relationship Id="rId15" Type="http://schemas.openxmlformats.org/officeDocument/2006/relationships/image" Target="../media/image210.png"/><Relationship Id="rId10" Type="http://schemas.openxmlformats.org/officeDocument/2006/relationships/image" Target="../media/image213.png"/><Relationship Id="rId4" Type="http://schemas.openxmlformats.org/officeDocument/2006/relationships/image" Target="../media/image79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054102" y="2084388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5DF1F115-271F-4B66-844C-E81655B2E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altLang="zh-TW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9DCFE80-ACAC-4FCC-807E-86EC53B8F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36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EFEC8A8-94FE-46E0-8270-505FBE644EB1}"/>
              </a:ext>
            </a:extLst>
          </p:cNvPr>
          <p:cNvSpPr txBox="1">
            <a:spLocks/>
          </p:cNvSpPr>
          <p:nvPr/>
        </p:nvSpPr>
        <p:spPr>
          <a:xfrm>
            <a:off x="4953000" y="3238301"/>
            <a:ext cx="228600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material ?</a:t>
            </a:r>
          </a:p>
        </p:txBody>
      </p:sp>
    </p:spTree>
    <p:extLst>
      <p:ext uri="{BB962C8B-B14F-4D97-AF65-F5344CB8AC3E}">
        <p14:creationId xmlns:p14="http://schemas.microsoft.com/office/powerpoint/2010/main" val="1685346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AE7E0B95-6070-4322-A3A9-FFD55F3E46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34" name="內容版面配置區 2">
            <a:extLst>
              <a:ext uri="{FF2B5EF4-FFF2-40B4-BE49-F238E27FC236}">
                <a16:creationId xmlns:a16="http://schemas.microsoft.com/office/drawing/2014/main" id="{103CFA5E-A8B4-46D7-8063-AD9399C325B8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5C9A4A0-D400-4720-B906-D68E9E925AB1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6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61E0BFD-D96B-4041-B01B-A6C61C3C27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0AB8C95-149E-440C-9B3F-9B12631F46DE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535C96D-D9CF-4587-BCEF-B75716692176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535C96D-D9CF-4587-BCEF-B757166921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 38">
            <a:extLst>
              <a:ext uri="{FF2B5EF4-FFF2-40B4-BE49-F238E27FC236}">
                <a16:creationId xmlns:a16="http://schemas.microsoft.com/office/drawing/2014/main" id="{F99DF6F1-3770-48D7-9662-7AD8C6CCEED0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20E500B-D71E-44FB-9379-7530FF0B7E18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24DC6D54-0E26-45FC-BACE-2950375C647B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B1964549-3B7A-462D-9222-0A84607960B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20388-59BB-452D-A095-1EB98CD2A967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7817DDE-E0F2-4617-979D-67D2E3599461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6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E43ADF49-87EC-4DFC-B847-633BE209611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327E831-965A-4391-A38C-F87A637FBF45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7F6FF1F8-C3CB-4B89-99C9-4766DD11F385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1B7711C4-85E6-4250-BD74-4DD3C812AF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69D6A178-660F-4BC6-A36E-DCC557BD5FC7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1" name="內容版面配置區 2">
            <a:extLst>
              <a:ext uri="{FF2B5EF4-FFF2-40B4-BE49-F238E27FC236}">
                <a16:creationId xmlns:a16="http://schemas.microsoft.com/office/drawing/2014/main" id="{18CF9F7A-273B-49CC-B1D5-7EB943648D98}"/>
              </a:ext>
            </a:extLst>
          </p:cNvPr>
          <p:cNvSpPr txBox="1">
            <a:spLocks/>
          </p:cNvSpPr>
          <p:nvPr/>
        </p:nvSpPr>
        <p:spPr>
          <a:xfrm>
            <a:off x="-2330982" y="1090586"/>
            <a:ext cx="2175163" cy="6534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 structure that couple to light </a:t>
            </a:r>
          </a:p>
        </p:txBody>
      </p:sp>
      <p:sp>
        <p:nvSpPr>
          <p:cNvPr id="52" name="內容版面配置區 2">
            <a:extLst>
              <a:ext uri="{FF2B5EF4-FFF2-40B4-BE49-F238E27FC236}">
                <a16:creationId xmlns:a16="http://schemas.microsoft.com/office/drawing/2014/main" id="{19703DED-3BBF-4DE1-92B7-AB1C6157F9DE}"/>
              </a:ext>
            </a:extLst>
          </p:cNvPr>
          <p:cNvSpPr txBox="1">
            <a:spLocks/>
          </p:cNvSpPr>
          <p:nvPr/>
        </p:nvSpPr>
        <p:spPr>
          <a:xfrm>
            <a:off x="-2955752" y="4421206"/>
            <a:ext cx="2787871" cy="10529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Luminance property is dominant by exciton </a:t>
            </a:r>
          </a:p>
        </p:txBody>
      </p:sp>
    </p:spTree>
    <p:extLst>
      <p:ext uri="{BB962C8B-B14F-4D97-AF65-F5344CB8AC3E}">
        <p14:creationId xmlns:p14="http://schemas.microsoft.com/office/powerpoint/2010/main" val="956878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DF42CA-493A-435E-B0FB-462AC0510EDE}"/>
              </a:ext>
            </a:extLst>
          </p:cNvPr>
          <p:cNvGrpSpPr/>
          <p:nvPr/>
        </p:nvGrpSpPr>
        <p:grpSpPr>
          <a:xfrm>
            <a:off x="7254241" y="4327796"/>
            <a:ext cx="4389118" cy="2179607"/>
            <a:chOff x="747798" y="4818086"/>
            <a:chExt cx="4389118" cy="2179607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6AA5E7EF-3B60-4DE2-89CB-F9F11021AF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" t="19178" r="50309" b="14375"/>
            <a:stretch/>
          </p:blipFill>
          <p:spPr>
            <a:xfrm>
              <a:off x="747798" y="4818086"/>
              <a:ext cx="4389118" cy="173887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B5ADB71-4D90-4C0D-8502-4909F706E4B3}"/>
                    </a:ext>
                  </a:extLst>
                </p:cNvPr>
                <p:cNvSpPr/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285750" indent="-285750" algn="ctr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30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WSe</m:t>
                          </m:r>
                        </m:e>
                        <m:sub>
                          <m: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it-IT" altLang="zh-TW" sz="13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, calculated band structure</a:t>
                  </a:r>
                  <a:endParaRPr lang="nb-NO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nb-NO" altLang="zh-TW" sz="1400" dirty="0"/>
                    <a:t>G.-H. Peng </a:t>
                  </a:r>
                  <a:r>
                    <a:rPr lang="nb-NO" altLang="zh-TW" sz="1400" i="1" dirty="0"/>
                    <a:t>et al.</a:t>
                  </a:r>
                  <a:r>
                    <a:rPr lang="nb-NO" altLang="zh-TW" sz="1400" dirty="0"/>
                    <a:t>, </a:t>
                  </a:r>
                  <a:r>
                    <a:rPr lang="nb-NO" altLang="zh-TW" sz="1400" i="1" dirty="0"/>
                    <a:t>Nano Lett.</a:t>
                  </a:r>
                  <a:r>
                    <a:rPr lang="nb-NO" altLang="zh-TW" sz="1400" dirty="0"/>
                    <a:t> </a:t>
                  </a:r>
                  <a:r>
                    <a:rPr lang="nb-NO" altLang="zh-TW" sz="1400" b="1" dirty="0"/>
                    <a:t>19</a:t>
                  </a:r>
                  <a:r>
                    <a:rPr lang="nb-NO" altLang="zh-TW" sz="1400" dirty="0"/>
                    <a:t>, 2299 (2019)</a:t>
                  </a:r>
                  <a:endPara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B5ADB71-4D90-4C0D-8502-4909F706E4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  <a:blipFill>
                  <a:blip r:embed="rId3"/>
                  <a:stretch>
                    <a:fillRect t="-1205" b="-132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D6AF7015-26CC-41B3-8423-1DB41F0CFAD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5"/>
          <a:stretch/>
        </p:blipFill>
        <p:spPr>
          <a:xfrm>
            <a:off x="436880" y="4393625"/>
            <a:ext cx="6398899" cy="198656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062BD40-EF9A-4FC6-932B-5385C69BD36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D9FBB975-C8B8-4E4C-A98C-CA1D3FB83F8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98B15C6F-DB12-418F-97E0-1196A1170665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2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B8FFBBBA-F418-4032-8081-854168782B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1AFC2F9-7DE1-4CFD-B648-C8353FE444D1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F37AD543-1F22-41F9-8D20-0EC9E8C7B5B8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F37AD543-1F22-41F9-8D20-0EC9E8C7B5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7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矩形 34">
            <a:extLst>
              <a:ext uri="{FF2B5EF4-FFF2-40B4-BE49-F238E27FC236}">
                <a16:creationId xmlns:a16="http://schemas.microsoft.com/office/drawing/2014/main" id="{C5111E43-265F-45FF-80F3-013BD63FFCE4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3A8F4B4-FB50-4460-BF45-0714496DD8C9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37" name="內容版面配置區 2">
            <a:extLst>
              <a:ext uri="{FF2B5EF4-FFF2-40B4-BE49-F238E27FC236}">
                <a16:creationId xmlns:a16="http://schemas.microsoft.com/office/drawing/2014/main" id="{6B99D9BD-6092-4B9B-8DD1-5F2E2CC229FF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5F36F3A1-5DF0-4139-BF12-4FC715DEB7BF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924391BA-DF52-4926-B401-3658B4B0DA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9418EEAC-E603-4FF5-8122-908FB8823A71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DD1AF000-86FC-43FF-8B4B-EC9B76DB5605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2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E1A6A328-3F35-4F5C-B8E5-329FA3C12C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EBB232A-DF51-468A-972E-0B9F0AD21D8F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C028C2E6-875E-4409-9DEE-4C8A7D84FA72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6E18918F-333E-4D65-A463-1225F16E44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CAEDDCA5-A007-4A54-B291-9A762A3AF75A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22784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EAEAB4D7-B803-4C93-8457-52D57B9BC2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C1E29E72-B834-4FF2-9FB7-98501E2E7D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562B7D86-5534-4DDB-93F2-A5932C4CE4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DE1F9EE-5B04-4928-9D85-EBC6D21FD425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0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42D945AA-A4D6-4CCB-9F8B-798942B853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399471F-64AD-4680-A206-24FD2EA933B0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CAFFCA6-42DE-4FCC-91EE-CA58CF377001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CAFFCA6-42DE-4FCC-91EE-CA58CF377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5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5F09DF68-0E20-4FD4-8012-17FBCCB8FCFB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2F1B1FB-CE13-4E64-81E1-41DE6C6A3A2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35" name="內容版面配置區 2">
            <a:extLst>
              <a:ext uri="{FF2B5EF4-FFF2-40B4-BE49-F238E27FC236}">
                <a16:creationId xmlns:a16="http://schemas.microsoft.com/office/drawing/2014/main" id="{4F221197-7189-473B-A8E5-AD00A6ABF315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70284759-60F3-4736-85A1-225E1E4DC27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7BCE1D80-D686-4A9B-8C89-32F0563AF6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AAB79C9D-8621-409E-9077-B61D5C59CFA8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3D3EEBFC-786A-41ED-B174-3377A14086A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0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CA43F1CF-6245-4C5E-8A93-5FCB9089CB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6B37CB3-E96D-4398-B54F-54F394329F86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91E2A23E-6F0D-461F-B5C0-DE1BE0F702D1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040E213E-BC7E-4CD1-8BA8-1250C8888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523BAA3D-248C-41B6-894E-DC956B375614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429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D10935E-BB9C-4A9E-82C9-0BC5DEAE2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B643816-D742-43FD-95D6-7E0EF7B7120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11834A5C-5281-49D6-9147-3FC92E8DA8CF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205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B8458DB-585F-4581-BA13-2075CA78C2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81C8294-F689-4CFB-84F6-46EF3F7C9B72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11ED28BF-368B-49CF-8CDE-B7AC70CDFFA3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CEC191-68E1-484B-866A-00B6133F5B4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25" name="內容版面配置區 2">
            <a:extLst>
              <a:ext uri="{FF2B5EF4-FFF2-40B4-BE49-F238E27FC236}">
                <a16:creationId xmlns:a16="http://schemas.microsoft.com/office/drawing/2014/main" id="{ADA6BFAE-B89B-4FF5-BCFF-7884B5DF2BEA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8BC166C7-51C6-4FD2-85E9-0DC437D12A18}"/>
              </a:ext>
            </a:extLst>
          </p:cNvPr>
          <p:cNvSpPr txBox="1">
            <a:spLocks/>
          </p:cNvSpPr>
          <p:nvPr/>
        </p:nvSpPr>
        <p:spPr>
          <a:xfrm>
            <a:off x="3929662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types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5A2492F-A78C-4D6D-B5B7-71FDDED01DD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17"/>
          <a:stretch/>
        </p:blipFill>
        <p:spPr>
          <a:xfrm>
            <a:off x="4493509" y="4178855"/>
            <a:ext cx="3891424" cy="126502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C167E2-C56D-450A-9D62-9C22A10776C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E92F052-5BD1-451F-806B-60BDA9A47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B595994-8C47-43E6-A274-DE6FC6DA3874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FBFE1B4-88BA-4C28-A61E-EC10ED7925F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3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A9809DC4-BA7D-4B02-B6F5-51FD39707C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3505E65-D885-43B3-B823-53004B7FD25E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C09A0C3-183D-4132-9ED8-774EE73D3309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41483170-7413-4B75-AB1D-E0B23AD321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A36EC78-AE2E-4102-9046-DDD4E2AA5233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33" name="圖片 32">
            <a:extLst>
              <a:ext uri="{FF2B5EF4-FFF2-40B4-BE49-F238E27FC236}">
                <a16:creationId xmlns:a16="http://schemas.microsoft.com/office/drawing/2014/main" id="{17B2DE0A-F09E-48AE-9A7A-7943BAD19F5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CD61F4AB-71B9-4BAE-BFF5-099F8CCA9FD9}"/>
              </a:ext>
            </a:extLst>
          </p:cNvPr>
          <p:cNvSpPr/>
          <p:nvPr/>
        </p:nvSpPr>
        <p:spPr>
          <a:xfrm>
            <a:off x="8415831" y="4538598"/>
            <a:ext cx="375339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Bright excitons degenerate</a:t>
            </a:r>
          </a:p>
          <a:p>
            <a:pPr algn="ctr"/>
            <a:r>
              <a:rPr lang="en-US" altLang="zh-TW" sz="1400" dirty="0"/>
              <a:t>G.-H. Peng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B</a:t>
            </a:r>
            <a:r>
              <a:rPr lang="en-US" altLang="zh-TW" sz="1400" dirty="0"/>
              <a:t> </a:t>
            </a:r>
            <a:r>
              <a:rPr lang="en-US" altLang="zh-TW" sz="1400" b="1" dirty="0"/>
              <a:t>106</a:t>
            </a:r>
            <a:r>
              <a:rPr lang="en-US" altLang="zh-TW" sz="1400" dirty="0"/>
              <a:t>, 155304 (2022)</a:t>
            </a:r>
            <a:endParaRPr lang="zh-TW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26408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D10935E-BB9C-4A9E-82C9-0BC5DEAE2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B643816-D742-43FD-95D6-7E0EF7B7120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11834A5C-5281-49D6-9147-3FC92E8DA8CF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205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B8458DB-585F-4581-BA13-2075CA78C2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81C8294-F689-4CFB-84F6-46EF3F7C9B72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11ED28BF-368B-49CF-8CDE-B7AC70CDFFA3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CEC191-68E1-484B-866A-00B6133F5B4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25" name="內容版面配置區 2">
            <a:extLst>
              <a:ext uri="{FF2B5EF4-FFF2-40B4-BE49-F238E27FC236}">
                <a16:creationId xmlns:a16="http://schemas.microsoft.com/office/drawing/2014/main" id="{ADA6BFAE-B89B-4FF5-BCFF-7884B5DF2BEA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8BC166C7-51C6-4FD2-85E9-0DC437D12A18}"/>
              </a:ext>
            </a:extLst>
          </p:cNvPr>
          <p:cNvSpPr txBox="1">
            <a:spLocks/>
          </p:cNvSpPr>
          <p:nvPr/>
        </p:nvSpPr>
        <p:spPr>
          <a:xfrm>
            <a:off x="3929662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types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41DB2C4-D541-4C10-A78B-4B7BEAAFFD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761" y="5580667"/>
            <a:ext cx="3952579" cy="94808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05A2492F-A78C-4D6D-B5B7-71FDDED01D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17"/>
          <a:stretch/>
        </p:blipFill>
        <p:spPr>
          <a:xfrm>
            <a:off x="4493509" y="4178855"/>
            <a:ext cx="3891424" cy="126502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C167E2-C56D-450A-9D62-9C22A10776C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E92F052-5BD1-451F-806B-60BDA9A47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B595994-8C47-43E6-A274-DE6FC6DA3874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FBFE1B4-88BA-4C28-A61E-EC10ED7925F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3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A9809DC4-BA7D-4B02-B6F5-51FD39707C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3505E65-D885-43B3-B823-53004B7FD25E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C09A0C3-183D-4132-9ED8-774EE73D3309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41483170-7413-4B75-AB1D-E0B23AD321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A36EC78-AE2E-4102-9046-DDD4E2AA5233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33" name="圖片 32">
            <a:extLst>
              <a:ext uri="{FF2B5EF4-FFF2-40B4-BE49-F238E27FC236}">
                <a16:creationId xmlns:a16="http://schemas.microsoft.com/office/drawing/2014/main" id="{17B2DE0A-F09E-48AE-9A7A-7943BAD19F5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CD61F4AB-71B9-4BAE-BFF5-099F8CCA9FD9}"/>
              </a:ext>
            </a:extLst>
          </p:cNvPr>
          <p:cNvSpPr/>
          <p:nvPr/>
        </p:nvSpPr>
        <p:spPr>
          <a:xfrm>
            <a:off x="8415831" y="4538598"/>
            <a:ext cx="375339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Bright excitons degenerate</a:t>
            </a:r>
          </a:p>
          <a:p>
            <a:pPr algn="ctr"/>
            <a:r>
              <a:rPr lang="en-US" altLang="zh-TW" sz="1400" dirty="0"/>
              <a:t>G.-H. Peng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B</a:t>
            </a:r>
            <a:r>
              <a:rPr lang="en-US" altLang="zh-TW" sz="1400" dirty="0"/>
              <a:t> </a:t>
            </a:r>
            <a:r>
              <a:rPr lang="en-US" altLang="zh-TW" sz="1400" b="1" dirty="0"/>
              <a:t>106</a:t>
            </a:r>
            <a:r>
              <a:rPr lang="en-US" altLang="zh-TW" sz="1400" dirty="0"/>
              <a:t>, 155304 (2022)</a:t>
            </a:r>
            <a:endParaRPr lang="zh-TW" altLang="en-US" sz="1300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4E430D2-F37E-4F2A-BBEC-96645283A96F}"/>
              </a:ext>
            </a:extLst>
          </p:cNvPr>
          <p:cNvSpPr/>
          <p:nvPr/>
        </p:nvSpPr>
        <p:spPr>
          <a:xfrm>
            <a:off x="8449366" y="5740853"/>
            <a:ext cx="368632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Excitons categorized by radiation patterns</a:t>
            </a:r>
          </a:p>
          <a:p>
            <a:pPr algn="ctr"/>
            <a:r>
              <a:rPr lang="da-DK" altLang="zh-TW" sz="1400" dirty="0"/>
              <a:t>L. M. Schneider </a:t>
            </a:r>
            <a:r>
              <a:rPr lang="da-DK" altLang="zh-TW" sz="1400" i="1" dirty="0"/>
              <a:t>et al.</a:t>
            </a:r>
            <a:r>
              <a:rPr lang="da-DK" altLang="zh-TW" sz="1400" dirty="0"/>
              <a:t>, </a:t>
            </a:r>
            <a:r>
              <a:rPr lang="da-DK" altLang="zh-TW" sz="1400" i="1" dirty="0"/>
              <a:t>Sci. Rep.</a:t>
            </a:r>
            <a:r>
              <a:rPr lang="da-DK" altLang="zh-TW" sz="1400" dirty="0"/>
              <a:t> </a:t>
            </a:r>
            <a:r>
              <a:rPr lang="da-DK" altLang="zh-TW" sz="1400" b="1" dirty="0"/>
              <a:t>10</a:t>
            </a:r>
            <a:r>
              <a:rPr lang="da-DK" altLang="zh-TW" sz="1400" dirty="0"/>
              <a:t>, 8091 (2020)</a:t>
            </a:r>
            <a:endParaRPr lang="zh-TW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246961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內容版面配置區 2">
            <a:extLst>
              <a:ext uri="{FF2B5EF4-FFF2-40B4-BE49-F238E27FC236}">
                <a16:creationId xmlns:a16="http://schemas.microsoft.com/office/drawing/2014/main" id="{321E7E8A-0E9B-42F0-9CD1-D1052F134A47}"/>
              </a:ext>
            </a:extLst>
          </p:cNvPr>
          <p:cNvSpPr txBox="1">
            <a:spLocks/>
          </p:cNvSpPr>
          <p:nvPr/>
        </p:nvSpPr>
        <p:spPr>
          <a:xfrm>
            <a:off x="4343400" y="3238301"/>
            <a:ext cx="350520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light information ?</a:t>
            </a:r>
          </a:p>
        </p:txBody>
      </p:sp>
    </p:spTree>
    <p:extLst>
      <p:ext uri="{BB962C8B-B14F-4D97-AF65-F5344CB8AC3E}">
        <p14:creationId xmlns:p14="http://schemas.microsoft.com/office/powerpoint/2010/main" val="4156627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4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5">
                <a:extLst>
                  <a:ext uri="{FF2B5EF4-FFF2-40B4-BE49-F238E27FC236}">
                    <a16:creationId xmlns:a16="http://schemas.microsoft.com/office/drawing/2014/main" id="{CB367776-6AA0-42D4-8435-5D182A5C96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40" name="內容版面配置區 5">
                <a:extLst>
                  <a:ext uri="{FF2B5EF4-FFF2-40B4-BE49-F238E27FC236}">
                    <a16:creationId xmlns:a16="http://schemas.microsoft.com/office/drawing/2014/main" id="{CB367776-6AA0-42D4-8435-5D182A5C9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  <a:blipFill>
                <a:blip r:embed="rId5"/>
                <a:stretch>
                  <a:fillRect l="-797" t="-4608" r="-2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7A767FEE-AE40-4AE3-97AC-25FAF85F9D0E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4408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</p:spPr>
            <p:txBody>
              <a:bodyPr>
                <a:noAutofit/>
              </a:bodyPr>
              <a:lstStyle/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  <a:blipFill>
                <a:blip r:embed="rId2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內容版面配置區 5">
                <a:extLst>
                  <a:ext uri="{FF2B5EF4-FFF2-40B4-BE49-F238E27FC236}">
                    <a16:creationId xmlns:a16="http://schemas.microsoft.com/office/drawing/2014/main" id="{2E4108B7-4FE5-44C3-9D18-2B0BD2E42D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21" name="內容版面配置區 5">
                <a:extLst>
                  <a:ext uri="{FF2B5EF4-FFF2-40B4-BE49-F238E27FC236}">
                    <a16:creationId xmlns:a16="http://schemas.microsoft.com/office/drawing/2014/main" id="{2E4108B7-4FE5-44C3-9D18-2B0BD2E42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  <a:blipFill>
                <a:blip r:embed="rId4"/>
                <a:stretch>
                  <a:fillRect l="-797" t="-4608" r="-2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46AD22-2223-447B-9D49-08099B41EC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6861" y="4539139"/>
            <a:ext cx="2100628" cy="1475758"/>
          </a:xfrm>
          <a:prstGeom prst="rect">
            <a:avLst/>
          </a:prstGeom>
        </p:spPr>
      </p:pic>
      <p:sp>
        <p:nvSpPr>
          <p:cNvPr id="29" name="內容版面配置區 5">
            <a:extLst>
              <a:ext uri="{FF2B5EF4-FFF2-40B4-BE49-F238E27FC236}">
                <a16:creationId xmlns:a16="http://schemas.microsoft.com/office/drawing/2014/main" id="{0D52447E-ECC2-4C3A-B14E-6CB366A1DAC8}"/>
              </a:ext>
            </a:extLst>
          </p:cNvPr>
          <p:cNvSpPr txBox="1">
            <a:spLocks/>
          </p:cNvSpPr>
          <p:nvPr/>
        </p:nvSpPr>
        <p:spPr>
          <a:xfrm>
            <a:off x="5309211" y="4296385"/>
            <a:ext cx="5587679" cy="2419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Orbital angular momentum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(SOI)</a:t>
            </a: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</a:t>
            </a:r>
            <a:r>
              <a:rPr lang="en-US" altLang="zh-TW" sz="1800" dirty="0"/>
              <a:t>circularly polarized laser beam reflected or 	    refracted by medium inhomogeneity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Tight focusing of a paraxial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 </a:t>
            </a: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paraxial beam propagates in optical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fibres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other ……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AFE13A-1A84-4888-A101-150DF96205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53" y="4467842"/>
            <a:ext cx="1788397" cy="1646742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08BD4446-7D85-457A-A866-669CA3626D72}"/>
              </a:ext>
            </a:extLst>
          </p:cNvPr>
          <p:cNvSpPr/>
          <p:nvPr/>
        </p:nvSpPr>
        <p:spPr>
          <a:xfrm>
            <a:off x="1300842" y="6144334"/>
            <a:ext cx="36088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cases for SOI</a:t>
            </a:r>
          </a:p>
          <a:p>
            <a:r>
              <a:rPr lang="da-DK" altLang="zh-TW" sz="1400" dirty="0"/>
              <a:t>K. Y. Bliokh </a:t>
            </a:r>
            <a:r>
              <a:rPr lang="da-DK" altLang="zh-TW" sz="1400" i="1" dirty="0"/>
              <a:t>et al.</a:t>
            </a:r>
            <a:r>
              <a:rPr lang="da-DK" altLang="zh-TW" sz="1400" dirty="0"/>
              <a:t>, </a:t>
            </a:r>
            <a:r>
              <a:rPr lang="da-DK" altLang="zh-TW" sz="1400" i="1" dirty="0"/>
              <a:t>Nat. Photonics</a:t>
            </a:r>
            <a:r>
              <a:rPr lang="da-DK" altLang="zh-TW" sz="1400" dirty="0"/>
              <a:t> </a:t>
            </a:r>
            <a:r>
              <a:rPr lang="da-DK" altLang="zh-TW" sz="1400" b="1" dirty="0"/>
              <a:t>9</a:t>
            </a:r>
            <a:r>
              <a:rPr lang="da-DK" altLang="zh-TW" sz="1400" dirty="0"/>
              <a:t>, 796 (2015).</a:t>
            </a:r>
            <a:r>
              <a:rPr lang="en-US" altLang="zh-TW" sz="1400" dirty="0"/>
              <a:t> </a:t>
            </a:r>
            <a:endParaRPr lang="zh-TW" altLang="en-US" sz="1400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4C3B68B-23CE-404E-9760-C64F78DD59A1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02553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5A164AA-D965-45B2-B1B7-8C288D250D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r="633"/>
          <a:stretch/>
        </p:blipFill>
        <p:spPr>
          <a:xfrm>
            <a:off x="2142120" y="4349315"/>
            <a:ext cx="2496555" cy="1794647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DBFE493-2615-42DE-9D4A-CF1D579BF254}"/>
              </a:ext>
            </a:extLst>
          </p:cNvPr>
          <p:cNvSpPr/>
          <p:nvPr/>
        </p:nvSpPr>
        <p:spPr>
          <a:xfrm>
            <a:off x="379305" y="6064594"/>
            <a:ext cx="5925405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Measurements of SAM and OAM </a:t>
            </a:r>
          </a:p>
          <a:p>
            <a:pPr algn="ctr"/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 (1936)/L.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(1992)</a:t>
            </a:r>
            <a:endParaRPr lang="zh-TW" altLang="en-US" sz="1300" dirty="0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34" name="圖片 33">
            <a:extLst>
              <a:ext uri="{FF2B5EF4-FFF2-40B4-BE49-F238E27FC236}">
                <a16:creationId xmlns:a16="http://schemas.microsoft.com/office/drawing/2014/main" id="{D52B8FF9-39B3-4B15-9EFD-E94F03D59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0789" y="4264631"/>
            <a:ext cx="2829277" cy="1777640"/>
          </a:xfrm>
          <a:prstGeom prst="rect">
            <a:avLst/>
          </a:prstGeom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3D5C67E-DACC-4121-9F06-1478F90E0A44}"/>
              </a:ext>
            </a:extLst>
          </p:cNvPr>
          <p:cNvSpPr/>
          <p:nvPr/>
        </p:nvSpPr>
        <p:spPr>
          <a:xfrm>
            <a:off x="6905588" y="605689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 of SAM and OAM in optical tweezers 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6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5">
                <a:extLst>
                  <a:ext uri="{FF2B5EF4-FFF2-40B4-BE49-F238E27FC236}">
                    <a16:creationId xmlns:a16="http://schemas.microsoft.com/office/drawing/2014/main" id="{CB367776-6AA0-42D4-8435-5D182A5C96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40" name="內容版面配置區 5">
                <a:extLst>
                  <a:ext uri="{FF2B5EF4-FFF2-40B4-BE49-F238E27FC236}">
                    <a16:creationId xmlns:a16="http://schemas.microsoft.com/office/drawing/2014/main" id="{CB367776-6AA0-42D4-8435-5D182A5C9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  <a:blipFill>
                <a:blip r:embed="rId7"/>
                <a:stretch>
                  <a:fillRect l="-797" t="-4608" r="-2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矩形 28">
            <a:extLst>
              <a:ext uri="{FF2B5EF4-FFF2-40B4-BE49-F238E27FC236}">
                <a16:creationId xmlns:a16="http://schemas.microsoft.com/office/drawing/2014/main" id="{D9A1F860-5336-4828-B5F7-6CAE20133FD9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AE39F4C0-8876-4136-8512-61FC5E31A737}"/>
              </a:ext>
            </a:extLst>
          </p:cNvPr>
          <p:cNvSpPr txBox="1">
            <a:spLocks/>
          </p:cNvSpPr>
          <p:nvPr/>
        </p:nvSpPr>
        <p:spPr>
          <a:xfrm>
            <a:off x="173871" y="3875749"/>
            <a:ext cx="320433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</p:spTree>
    <p:extLst>
      <p:ext uri="{BB962C8B-B14F-4D97-AF65-F5344CB8AC3E}">
        <p14:creationId xmlns:p14="http://schemas.microsoft.com/office/powerpoint/2010/main" val="4178848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</p:spPr>
            <p:txBody>
              <a:bodyPr>
                <a:noAutofit/>
              </a:bodyPr>
              <a:lstStyle/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  <a:blipFill>
                <a:blip r:embed="rId2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67821" y="7055991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內容版面配置區 5">
                <a:extLst>
                  <a:ext uri="{FF2B5EF4-FFF2-40B4-BE49-F238E27FC236}">
                    <a16:creationId xmlns:a16="http://schemas.microsoft.com/office/drawing/2014/main" id="{2E4108B7-4FE5-44C3-9D18-2B0BD2E42D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21" name="內容版面配置區 5">
                <a:extLst>
                  <a:ext uri="{FF2B5EF4-FFF2-40B4-BE49-F238E27FC236}">
                    <a16:creationId xmlns:a16="http://schemas.microsoft.com/office/drawing/2014/main" id="{2E4108B7-4FE5-44C3-9D18-2B0BD2E42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2583471"/>
                <a:ext cx="5355194" cy="1322998"/>
              </a:xfrm>
              <a:prstGeom prst="rect">
                <a:avLst/>
              </a:prstGeom>
              <a:blipFill>
                <a:blip r:embed="rId4"/>
                <a:stretch>
                  <a:fillRect l="-797" t="-4608" r="-2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307735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4D332F5-669A-4E1F-B617-0FC71058DB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840" r="53631" b="63462"/>
          <a:stretch/>
        </p:blipFill>
        <p:spPr>
          <a:xfrm>
            <a:off x="1203270" y="5285347"/>
            <a:ext cx="1402824" cy="1325289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id="{A1E84CE4-E353-463D-9452-C400C832F807}"/>
              </a:ext>
            </a:extLst>
          </p:cNvPr>
          <p:cNvSpPr/>
          <p:nvPr/>
        </p:nvSpPr>
        <p:spPr>
          <a:xfrm>
            <a:off x="6288811" y="6147405"/>
            <a:ext cx="432336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OAM can influence exciton’s wave packet structures</a:t>
            </a:r>
            <a:r>
              <a: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1400" dirty="0"/>
          </a:p>
        </p:txBody>
      </p:sp>
      <p:pic>
        <p:nvPicPr>
          <p:cNvPr id="34" name="圖片 33">
            <a:extLst>
              <a:ext uri="{FF2B5EF4-FFF2-40B4-BE49-F238E27FC236}">
                <a16:creationId xmlns:a16="http://schemas.microsoft.com/office/drawing/2014/main" id="{9ADE0147-B0D9-4D50-86B8-673B75B0E3A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36113" b="32342"/>
          <a:stretch/>
        </p:blipFill>
        <p:spPr>
          <a:xfrm>
            <a:off x="2994732" y="5264581"/>
            <a:ext cx="1628866" cy="11441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2899872C-3191-4C81-A938-48E599E7BB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96838" y="581722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2899872C-3191-4C81-A938-48E599E7B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838" y="5817226"/>
                <a:ext cx="434362" cy="3350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圖片 36">
            <a:extLst>
              <a:ext uri="{FF2B5EF4-FFF2-40B4-BE49-F238E27FC236}">
                <a16:creationId xmlns:a16="http://schemas.microsoft.com/office/drawing/2014/main" id="{74FEF948-8A13-4808-9051-95CF8AE505D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72249"/>
          <a:stretch/>
        </p:blipFill>
        <p:spPr>
          <a:xfrm>
            <a:off x="4338735" y="5430205"/>
            <a:ext cx="1628866" cy="100659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741BE2B-A7B1-4A09-B946-42CEE4E4480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56460" b="70943"/>
          <a:stretch/>
        </p:blipFill>
        <p:spPr>
          <a:xfrm>
            <a:off x="1203271" y="4420543"/>
            <a:ext cx="1329066" cy="98705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2EAEDE5-5487-408B-BC53-FE67D2C95FB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36623" b="33614"/>
          <a:stretch/>
        </p:blipFill>
        <p:spPr>
          <a:xfrm>
            <a:off x="3023369" y="4376811"/>
            <a:ext cx="1277080" cy="1011008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EC84E8AD-1051-41CB-B787-C9993C2B4F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71024"/>
          <a:stretch/>
        </p:blipFill>
        <p:spPr>
          <a:xfrm>
            <a:off x="4375205" y="4425351"/>
            <a:ext cx="1277081" cy="98431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4A4BA1D-896C-4713-98A0-476BED4ED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575" y="4572707"/>
            <a:ext cx="4260024" cy="14099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933EA2D4-0595-4DEF-A0D6-13D578F72CA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96838" y="477810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933EA2D4-0595-4DEF-A0D6-13D578F72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838" y="4778106"/>
                <a:ext cx="434362" cy="3350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矩形 42">
            <a:extLst>
              <a:ext uri="{FF2B5EF4-FFF2-40B4-BE49-F238E27FC236}">
                <a16:creationId xmlns:a16="http://schemas.microsoft.com/office/drawing/2014/main" id="{304A6C6C-79F5-478E-A0A5-987C878C4DF4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p:sp>
        <p:nvSpPr>
          <p:cNvPr id="44" name="內容版面配置區 2">
            <a:extLst>
              <a:ext uri="{FF2B5EF4-FFF2-40B4-BE49-F238E27FC236}">
                <a16:creationId xmlns:a16="http://schemas.microsoft.com/office/drawing/2014/main" id="{4063E9B3-51F7-4626-BA70-227D76EDB313}"/>
              </a:ext>
            </a:extLst>
          </p:cNvPr>
          <p:cNvSpPr txBox="1">
            <a:spLocks/>
          </p:cNvSpPr>
          <p:nvPr/>
        </p:nvSpPr>
        <p:spPr>
          <a:xfrm>
            <a:off x="173871" y="3875749"/>
            <a:ext cx="320433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</p:spTree>
    <p:extLst>
      <p:ext uri="{BB962C8B-B14F-4D97-AF65-F5344CB8AC3E}">
        <p14:creationId xmlns:p14="http://schemas.microsoft.com/office/powerpoint/2010/main" val="4193015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sp>
        <p:nvSpPr>
          <p:cNvPr id="33" name="內容版面配置區 5">
            <a:extLst>
              <a:ext uri="{FF2B5EF4-FFF2-40B4-BE49-F238E27FC236}">
                <a16:creationId xmlns:a16="http://schemas.microsoft.com/office/drawing/2014/main" id="{4882FF95-6C48-4CB0-B5A9-5F7DE2911146}"/>
              </a:ext>
            </a:extLst>
          </p:cNvPr>
          <p:cNvSpPr txBox="1">
            <a:spLocks/>
          </p:cNvSpPr>
          <p:nvPr/>
        </p:nvSpPr>
        <p:spPr>
          <a:xfrm>
            <a:off x="4981512" y="6568417"/>
            <a:ext cx="5355193" cy="13229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altLang="zh-TW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in the phase are likely </a:t>
            </a:r>
            <a:r>
              <a:rPr lang="en-US" altLang="zh-TW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lost</a:t>
            </a: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calculating optical transition rates</a:t>
            </a:r>
            <a:r>
              <a:rPr lang="zh-TW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2D TMD 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F5BAEAD-9313-403A-B40D-3E0B067434A9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43D5DCA2-E3F7-451B-B11C-E203FD9BF7A9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A67E5DB-04FC-45BA-AA38-222E2CD3B8D7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2D4C80FF-9357-4C29-AC2E-0F59ADB3647C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72A00A31-B2E3-4CF6-AE72-DCE06F1D6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1686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7D95ACD5-17B8-49F8-A0B0-24F79F389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09" y="4676309"/>
            <a:ext cx="3630616" cy="1606994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83FAD4FD-595E-40B5-8154-B058A615B548}"/>
              </a:ext>
            </a:extLst>
          </p:cNvPr>
          <p:cNvSpPr/>
          <p:nvPr/>
        </p:nvSpPr>
        <p:spPr>
          <a:xfrm>
            <a:off x="626021" y="6316046"/>
            <a:ext cx="521280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influence optical transition rate through Vector vortex beam</a:t>
            </a:r>
            <a:endParaRPr lang="zh-TW" altLang="en-US" sz="1400" dirty="0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8FE908B-0241-4484-8AA9-CC4910A5E815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06207B10-D6F0-4C90-A450-F6255230291C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52" name="圖片 51">
              <a:extLst>
                <a:ext uri="{FF2B5EF4-FFF2-40B4-BE49-F238E27FC236}">
                  <a16:creationId xmlns:a16="http://schemas.microsoft.com/office/drawing/2014/main" id="{570750D6-433A-4041-80CF-D81FCEE317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30ED410F-C6B5-45E4-B136-99FB1E7EA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FB989E3-087E-4600-A923-D55B1F293AB7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5FA86E22-4923-4C36-BE0D-11768F7CEE89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4E2CDDC-55BB-49DC-9283-15B0F6831C6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FE6FCC39-7FF7-4793-9543-2FAA471CF5BD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58" name="圖片 57">
            <a:extLst>
              <a:ext uri="{FF2B5EF4-FFF2-40B4-BE49-F238E27FC236}">
                <a16:creationId xmlns:a16="http://schemas.microsoft.com/office/drawing/2014/main" id="{6B8D790B-A39E-42EE-9CFC-E4852FC28B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9676" y="4057656"/>
            <a:ext cx="1591924" cy="2212970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C9C777EF-6BCA-4F59-A310-7DF9C2A58D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200" y="4393921"/>
            <a:ext cx="1793238" cy="1892579"/>
          </a:xfrm>
          <a:prstGeom prst="rect">
            <a:avLst/>
          </a:prstGeom>
        </p:spPr>
      </p:pic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A98E8F3E-81DA-43BD-9518-274DBC6A8B04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9F84BCED-8034-4C8B-ADB8-BC71864CD176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0AFECD1F-32C6-49F5-B021-D5682D7531EB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3" name="圖片 62">
              <a:extLst>
                <a:ext uri="{FF2B5EF4-FFF2-40B4-BE49-F238E27FC236}">
                  <a16:creationId xmlns:a16="http://schemas.microsoft.com/office/drawing/2014/main" id="{5DDD9EE8-6953-47B7-A42F-2CE727911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EFAEBA7D-606A-4E10-B472-1595C0D3DE61}"/>
              </a:ext>
            </a:extLst>
          </p:cNvPr>
          <p:cNvSpPr/>
          <p:nvPr/>
        </p:nvSpPr>
        <p:spPr>
          <a:xfrm>
            <a:off x="5858476" y="6247223"/>
            <a:ext cx="52128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influence optical transition rate through </a:t>
            </a:r>
            <a:r>
              <a:rPr lang="en-US" altLang="zh-TW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ector</a:t>
            </a: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vortex beam</a:t>
            </a:r>
          </a:p>
          <a:p>
            <a:pPr algn="ctr"/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97474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B7370022-CB9F-4D97-88F3-89C20237581E}"/>
              </a:ext>
            </a:extLst>
          </p:cNvPr>
          <p:cNvSpPr/>
          <p:nvPr/>
        </p:nvSpPr>
        <p:spPr>
          <a:xfrm>
            <a:off x="996398" y="334390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and phase degree of freedom of light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37" name="圖片 36">
            <a:extLst>
              <a:ext uri="{FF2B5EF4-FFF2-40B4-BE49-F238E27FC236}">
                <a16:creationId xmlns:a16="http://schemas.microsoft.com/office/drawing/2014/main" id="{4F29F1F2-ECDD-4B4E-B059-437E96C0B2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9676" y="4057656"/>
            <a:ext cx="1591924" cy="221297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948E9E7B-8F69-4A4D-8BE9-F8FF02F62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200" y="4393921"/>
            <a:ext cx="1793238" cy="1892579"/>
          </a:xfrm>
          <a:prstGeom prst="rect">
            <a:avLst/>
          </a:prstGeom>
        </p:spPr>
      </p:pic>
      <p:sp>
        <p:nvSpPr>
          <p:cNvPr id="40" name="內容版面配置區 2">
            <a:extLst>
              <a:ext uri="{FF2B5EF4-FFF2-40B4-BE49-F238E27FC236}">
                <a16:creationId xmlns:a16="http://schemas.microsoft.com/office/drawing/2014/main" id="{FD8EB411-E7F6-4E6B-9367-B7C974D0B06E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1A06A0B1-5B27-425B-8730-7D57FE1D0F5A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8D1E2111-BDBF-4D1D-B1C9-7B6438825830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0913E150-AB24-41EF-85C1-CAC7B236D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  <p:pic>
        <p:nvPicPr>
          <p:cNvPr id="42" name="圖片 41">
            <a:extLst>
              <a:ext uri="{FF2B5EF4-FFF2-40B4-BE49-F238E27FC236}">
                <a16:creationId xmlns:a16="http://schemas.microsoft.com/office/drawing/2014/main" id="{D76E9C0B-7D7C-4AD9-B3F5-B349CD68533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840" r="53631" b="63462"/>
          <a:stretch/>
        </p:blipFill>
        <p:spPr>
          <a:xfrm>
            <a:off x="993720" y="5056747"/>
            <a:ext cx="1402824" cy="1325289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CE166D50-2F86-4639-A74A-451A1048AB2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36113" b="32342"/>
          <a:stretch/>
        </p:blipFill>
        <p:spPr>
          <a:xfrm>
            <a:off x="2785182" y="5035981"/>
            <a:ext cx="1628866" cy="114419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FA96114C-357F-41FF-B308-28A71A34C0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87288" y="558862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FA96114C-357F-41FF-B308-28A71A34C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288" y="5588626"/>
                <a:ext cx="434362" cy="3350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0" name="圖片 49">
            <a:extLst>
              <a:ext uri="{FF2B5EF4-FFF2-40B4-BE49-F238E27FC236}">
                <a16:creationId xmlns:a16="http://schemas.microsoft.com/office/drawing/2014/main" id="{CD370365-4360-4A1E-A66E-505D5CF10B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72249"/>
          <a:stretch/>
        </p:blipFill>
        <p:spPr>
          <a:xfrm>
            <a:off x="4129185" y="5201605"/>
            <a:ext cx="1628866" cy="1006598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A2A18E9D-A2FC-4E83-9C5D-150185A1947B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56460" b="70943"/>
          <a:stretch/>
        </p:blipFill>
        <p:spPr>
          <a:xfrm>
            <a:off x="993721" y="4268143"/>
            <a:ext cx="1329066" cy="987052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A2A6AA89-5E2F-467F-9890-B69828DF676B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36623" b="33614"/>
          <a:stretch/>
        </p:blipFill>
        <p:spPr>
          <a:xfrm>
            <a:off x="2813819" y="4224411"/>
            <a:ext cx="1277080" cy="101100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A9F29E1B-E4CA-4BE6-BED6-D6E66A403B4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71024"/>
          <a:stretch/>
        </p:blipFill>
        <p:spPr>
          <a:xfrm>
            <a:off x="4165655" y="4272951"/>
            <a:ext cx="1277081" cy="9843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BA11783C-55BF-4E85-8287-54F01A487F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87288" y="462570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BA11783C-55BF-4E85-8287-54F01A487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288" y="4625706"/>
                <a:ext cx="434362" cy="3350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矩形 54">
            <a:extLst>
              <a:ext uri="{FF2B5EF4-FFF2-40B4-BE49-F238E27FC236}">
                <a16:creationId xmlns:a16="http://schemas.microsoft.com/office/drawing/2014/main" id="{9065E9A2-2352-4BA9-BF27-DC08B4E715A4}"/>
              </a:ext>
            </a:extLst>
          </p:cNvPr>
          <p:cNvSpPr/>
          <p:nvPr/>
        </p:nvSpPr>
        <p:spPr>
          <a:xfrm>
            <a:off x="1118010" y="6195327"/>
            <a:ext cx="43233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OAM can influence exciton’s wave packet structures</a:t>
            </a:r>
            <a:r>
              <a: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nb-NO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nb-NO" altLang="zh-TW" sz="1400" dirty="0"/>
              <a:t>G.-H. Peng </a:t>
            </a:r>
            <a:r>
              <a:rPr lang="nb-NO" altLang="zh-TW" sz="1400" i="1" dirty="0"/>
              <a:t>et al.</a:t>
            </a:r>
            <a:r>
              <a:rPr lang="nb-NO" altLang="zh-TW" sz="1400" dirty="0"/>
              <a:t>, </a:t>
            </a:r>
            <a:r>
              <a:rPr lang="nb-NO" altLang="zh-TW" sz="1400" i="1" dirty="0"/>
              <a:t>Nano Lett.</a:t>
            </a:r>
            <a:r>
              <a:rPr lang="nb-NO" altLang="zh-TW" sz="1400" dirty="0"/>
              <a:t> </a:t>
            </a:r>
            <a:r>
              <a:rPr lang="nb-NO" altLang="zh-TW" sz="1400" b="1" dirty="0"/>
              <a:t>19</a:t>
            </a:r>
            <a:r>
              <a:rPr lang="nb-NO" altLang="zh-TW" sz="1400" dirty="0"/>
              <a:t>, 2299 (2019)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C43ADDE-5429-49A6-849B-28EA0A7083CB}"/>
              </a:ext>
            </a:extLst>
          </p:cNvPr>
          <p:cNvSpPr/>
          <p:nvPr/>
        </p:nvSpPr>
        <p:spPr>
          <a:xfrm>
            <a:off x="5858476" y="6247223"/>
            <a:ext cx="52128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influence optical transition rate through </a:t>
            </a:r>
            <a:r>
              <a:rPr lang="en-US" altLang="zh-TW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ector</a:t>
            </a: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vortex beam</a:t>
            </a:r>
          </a:p>
          <a:p>
            <a:pPr algn="ctr"/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4734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A742B108-2FF9-4EC2-8628-7995F229C770}"/>
              </a:ext>
            </a:extLst>
          </p:cNvPr>
          <p:cNvSpPr txBox="1">
            <a:spLocks/>
          </p:cNvSpPr>
          <p:nvPr/>
        </p:nvSpPr>
        <p:spPr>
          <a:xfrm>
            <a:off x="838200" y="1341174"/>
            <a:ext cx="10515600" cy="52071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Spin-orbital angular momentum interaction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(SOI) in light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Laguerre-Gaussian beams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: SOI effect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: Vector vortex beams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4AA9810-D2AB-4EA5-AA16-19E6AFE4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174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群組 49">
            <a:extLst>
              <a:ext uri="{FF2B5EF4-FFF2-40B4-BE49-F238E27FC236}">
                <a16:creationId xmlns:a16="http://schemas.microsoft.com/office/drawing/2014/main" id="{AEAAB9B6-6F02-4F50-A3A1-47E74951E4A5}"/>
              </a:ext>
            </a:extLst>
          </p:cNvPr>
          <p:cNvGrpSpPr/>
          <p:nvPr/>
        </p:nvGrpSpPr>
        <p:grpSpPr>
          <a:xfrm>
            <a:off x="1110416" y="1390657"/>
            <a:ext cx="4640566" cy="2425969"/>
            <a:chOff x="1022158" y="2367936"/>
            <a:chExt cx="4640566" cy="2425969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A885084-20BB-4DFF-8441-5530CE0470F3}"/>
                </a:ext>
              </a:extLst>
            </p:cNvPr>
            <p:cNvSpPr/>
            <p:nvPr/>
          </p:nvSpPr>
          <p:spPr>
            <a:xfrm>
              <a:off x="1022158" y="4165116"/>
              <a:ext cx="2836334" cy="62878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52" name="梯形 28">
              <a:extLst>
                <a:ext uri="{FF2B5EF4-FFF2-40B4-BE49-F238E27FC236}">
                  <a16:creationId xmlns:a16="http://schemas.microsoft.com/office/drawing/2014/main" id="{A2744EC8-4986-44B7-8E5D-BA1119A23279}"/>
                </a:ext>
              </a:extLst>
            </p:cNvPr>
            <p:cNvSpPr/>
            <p:nvPr/>
          </p:nvSpPr>
          <p:spPr>
            <a:xfrm rot="16200000">
              <a:off x="3543599" y="2670129"/>
              <a:ext cx="2421317" cy="1816932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4415725"/>
                <a:gd name="connsiteY0" fmla="*/ 1740810 h 2062520"/>
                <a:gd name="connsiteX1" fmla="*/ 1042950 w 4415725"/>
                <a:gd name="connsiteY1" fmla="*/ 4763 h 2062520"/>
                <a:gd name="connsiteX2" fmla="*/ 2601882 w 4415725"/>
                <a:gd name="connsiteY2" fmla="*/ 0 h 2062520"/>
                <a:gd name="connsiteX3" fmla="*/ 4415725 w 4415725"/>
                <a:gd name="connsiteY3" fmla="*/ 2062520 h 2062520"/>
                <a:gd name="connsiteX4" fmla="*/ 0 w 4415725"/>
                <a:gd name="connsiteY4" fmla="*/ 1740810 h 2062520"/>
                <a:gd name="connsiteX0" fmla="*/ 1576427 w 3372775"/>
                <a:gd name="connsiteY0" fmla="*/ 2128104 h 2128104"/>
                <a:gd name="connsiteX1" fmla="*/ 0 w 3372775"/>
                <a:gd name="connsiteY1" fmla="*/ 4763 h 2128104"/>
                <a:gd name="connsiteX2" fmla="*/ 1558932 w 3372775"/>
                <a:gd name="connsiteY2" fmla="*/ 0 h 2128104"/>
                <a:gd name="connsiteX3" fmla="*/ 3372775 w 3372775"/>
                <a:gd name="connsiteY3" fmla="*/ 2062520 h 2128104"/>
                <a:gd name="connsiteX4" fmla="*/ 1576427 w 3372775"/>
                <a:gd name="connsiteY4" fmla="*/ 2128104 h 2128104"/>
                <a:gd name="connsiteX0" fmla="*/ 633452 w 2429800"/>
                <a:gd name="connsiteY0" fmla="*/ 2128104 h 2128104"/>
                <a:gd name="connsiteX1" fmla="*/ 0 w 2429800"/>
                <a:gd name="connsiteY1" fmla="*/ 4765 h 2128104"/>
                <a:gd name="connsiteX2" fmla="*/ 615957 w 2429800"/>
                <a:gd name="connsiteY2" fmla="*/ 0 h 2128104"/>
                <a:gd name="connsiteX3" fmla="*/ 2429800 w 2429800"/>
                <a:gd name="connsiteY3" fmla="*/ 2062520 h 2128104"/>
                <a:gd name="connsiteX4" fmla="*/ 633452 w 2429800"/>
                <a:gd name="connsiteY4" fmla="*/ 2128104 h 2128104"/>
                <a:gd name="connsiteX0" fmla="*/ 690602 w 2429800"/>
                <a:gd name="connsiteY0" fmla="*/ 2066489 h 2066489"/>
                <a:gd name="connsiteX1" fmla="*/ 0 w 2429800"/>
                <a:gd name="connsiteY1" fmla="*/ 4765 h 2066489"/>
                <a:gd name="connsiteX2" fmla="*/ 615957 w 2429800"/>
                <a:gd name="connsiteY2" fmla="*/ 0 h 2066489"/>
                <a:gd name="connsiteX3" fmla="*/ 2429800 w 2429800"/>
                <a:gd name="connsiteY3" fmla="*/ 2062520 h 2066489"/>
                <a:gd name="connsiteX4" fmla="*/ 690602 w 2429800"/>
                <a:gd name="connsiteY4" fmla="*/ 2066489 h 2066489"/>
                <a:gd name="connsiteX0" fmla="*/ 352468 w 2429800"/>
                <a:gd name="connsiteY0" fmla="*/ 1560372 h 2062520"/>
                <a:gd name="connsiteX1" fmla="*/ 0 w 2429800"/>
                <a:gd name="connsiteY1" fmla="*/ 4765 h 2062520"/>
                <a:gd name="connsiteX2" fmla="*/ 615957 w 2429800"/>
                <a:gd name="connsiteY2" fmla="*/ 0 h 2062520"/>
                <a:gd name="connsiteX3" fmla="*/ 2429800 w 2429800"/>
                <a:gd name="connsiteY3" fmla="*/ 2062520 h 2062520"/>
                <a:gd name="connsiteX4" fmla="*/ 352468 w 2429800"/>
                <a:gd name="connsiteY4" fmla="*/ 1560372 h 2062520"/>
                <a:gd name="connsiteX0" fmla="*/ 352468 w 2034512"/>
                <a:gd name="connsiteY0" fmla="*/ 1560372 h 1560372"/>
                <a:gd name="connsiteX1" fmla="*/ 0 w 2034512"/>
                <a:gd name="connsiteY1" fmla="*/ 4765 h 1560372"/>
                <a:gd name="connsiteX2" fmla="*/ 615957 w 2034512"/>
                <a:gd name="connsiteY2" fmla="*/ 0 h 1560372"/>
                <a:gd name="connsiteX3" fmla="*/ 2034512 w 2034512"/>
                <a:gd name="connsiteY3" fmla="*/ 1556400 h 1560372"/>
                <a:gd name="connsiteX4" fmla="*/ 352468 w 2034512"/>
                <a:gd name="connsiteY4" fmla="*/ 1560372 h 1560372"/>
                <a:gd name="connsiteX0" fmla="*/ 860468 w 2034512"/>
                <a:gd name="connsiteY0" fmla="*/ 2499261 h 2499261"/>
                <a:gd name="connsiteX1" fmla="*/ 0 w 2034512"/>
                <a:gd name="connsiteY1" fmla="*/ 4765 h 2499261"/>
                <a:gd name="connsiteX2" fmla="*/ 615957 w 2034512"/>
                <a:gd name="connsiteY2" fmla="*/ 0 h 2499261"/>
                <a:gd name="connsiteX3" fmla="*/ 2034512 w 2034512"/>
                <a:gd name="connsiteY3" fmla="*/ 1556400 h 2499261"/>
                <a:gd name="connsiteX4" fmla="*/ 860468 w 2034512"/>
                <a:gd name="connsiteY4" fmla="*/ 2499261 h 2499261"/>
                <a:gd name="connsiteX0" fmla="*/ 860468 w 2832797"/>
                <a:gd name="connsiteY0" fmla="*/ 2499261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60468 w 2832797"/>
                <a:gd name="connsiteY4" fmla="*/ 2499261 h 2642829"/>
                <a:gd name="connsiteX0" fmla="*/ 81692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16926 w 2832797"/>
                <a:gd name="connsiteY4" fmla="*/ 2619976 h 2642829"/>
                <a:gd name="connsiteX0" fmla="*/ 80168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01686 w 2832797"/>
                <a:gd name="connsiteY4" fmla="*/ 2619976 h 2642829"/>
                <a:gd name="connsiteX0" fmla="*/ 801686 w 2527997"/>
                <a:gd name="connsiteY0" fmla="*/ 2619976 h 2619976"/>
                <a:gd name="connsiteX1" fmla="*/ 0 w 2527997"/>
                <a:gd name="connsiteY1" fmla="*/ 4765 h 2619976"/>
                <a:gd name="connsiteX2" fmla="*/ 615957 w 2527997"/>
                <a:gd name="connsiteY2" fmla="*/ 0 h 2619976"/>
                <a:gd name="connsiteX3" fmla="*/ 2527997 w 2527997"/>
                <a:gd name="connsiteY3" fmla="*/ 2614662 h 2619976"/>
                <a:gd name="connsiteX4" fmla="*/ 801686 w 2527997"/>
                <a:gd name="connsiteY4" fmla="*/ 2619976 h 2619976"/>
                <a:gd name="connsiteX0" fmla="*/ 649286 w 2527997"/>
                <a:gd name="connsiteY0" fmla="*/ 2070726 h 2614662"/>
                <a:gd name="connsiteX1" fmla="*/ 0 w 2527997"/>
                <a:gd name="connsiteY1" fmla="*/ 4765 h 2614662"/>
                <a:gd name="connsiteX2" fmla="*/ 615957 w 2527997"/>
                <a:gd name="connsiteY2" fmla="*/ 0 h 2614662"/>
                <a:gd name="connsiteX3" fmla="*/ 2527997 w 2527997"/>
                <a:gd name="connsiteY3" fmla="*/ 2614662 h 2614662"/>
                <a:gd name="connsiteX4" fmla="*/ 649286 w 2527997"/>
                <a:gd name="connsiteY4" fmla="*/ 2070726 h 2614662"/>
                <a:gd name="connsiteX0" fmla="*/ 649286 w 2802317"/>
                <a:gd name="connsiteY0" fmla="*/ 2070726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649286 w 2802317"/>
                <a:gd name="connsiteY4" fmla="*/ 2070726 h 2220329"/>
                <a:gd name="connsiteX0" fmla="*/ 130173 w 2802317"/>
                <a:gd name="connsiteY0" fmla="*/ 1679033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130173 w 2802317"/>
                <a:gd name="connsiteY4" fmla="*/ 1679033 h 2220329"/>
                <a:gd name="connsiteX0" fmla="*/ 130173 w 2421317"/>
                <a:gd name="connsiteY0" fmla="*/ 1679033 h 1679033"/>
                <a:gd name="connsiteX1" fmla="*/ 0 w 2421317"/>
                <a:gd name="connsiteY1" fmla="*/ 4765 h 1679033"/>
                <a:gd name="connsiteX2" fmla="*/ 615957 w 2421317"/>
                <a:gd name="connsiteY2" fmla="*/ 0 h 1679033"/>
                <a:gd name="connsiteX3" fmla="*/ 2421317 w 2421317"/>
                <a:gd name="connsiteY3" fmla="*/ 1436944 h 1679033"/>
                <a:gd name="connsiteX4" fmla="*/ 130173 w 2421317"/>
                <a:gd name="connsiteY4" fmla="*/ 1679033 h 1679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21317" h="1679033">
                  <a:moveTo>
                    <a:pt x="130173" y="1679033"/>
                  </a:moveTo>
                  <a:lnTo>
                    <a:pt x="0" y="4765"/>
                  </a:lnTo>
                  <a:lnTo>
                    <a:pt x="615957" y="0"/>
                  </a:lnTo>
                  <a:lnTo>
                    <a:pt x="2421317" y="1436944"/>
                  </a:lnTo>
                  <a:lnTo>
                    <a:pt x="130173" y="1679033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27000">
                  <a:schemeClr val="bg1">
                    <a:lumMod val="95000"/>
                  </a:schemeClr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620C9717-50DD-409A-90BE-82D08BA5518C}"/>
              </a:ext>
            </a:extLst>
          </p:cNvPr>
          <p:cNvGrpSpPr/>
          <p:nvPr/>
        </p:nvGrpSpPr>
        <p:grpSpPr>
          <a:xfrm>
            <a:off x="1130051" y="3795281"/>
            <a:ext cx="4571604" cy="2812565"/>
            <a:chOff x="1022158" y="4092750"/>
            <a:chExt cx="4571604" cy="2812565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748DFC57-A9A0-4E76-9A1C-37A7891E3076}"/>
                </a:ext>
              </a:extLst>
            </p:cNvPr>
            <p:cNvSpPr/>
            <p:nvPr/>
          </p:nvSpPr>
          <p:spPr>
            <a:xfrm>
              <a:off x="1022158" y="4165116"/>
              <a:ext cx="2836334" cy="15773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29" name="梯形 28">
              <a:extLst>
                <a:ext uri="{FF2B5EF4-FFF2-40B4-BE49-F238E27FC236}">
                  <a16:creationId xmlns:a16="http://schemas.microsoft.com/office/drawing/2014/main" id="{789E37BD-26F9-410D-90A9-245E94B638E1}"/>
                </a:ext>
              </a:extLst>
            </p:cNvPr>
            <p:cNvSpPr/>
            <p:nvPr/>
          </p:nvSpPr>
          <p:spPr>
            <a:xfrm rot="16200000">
              <a:off x="3313495" y="4625049"/>
              <a:ext cx="2812565" cy="1747968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3403177"/>
                <a:gd name="connsiteY0" fmla="*/ 1152987 h 1824864"/>
                <a:gd name="connsiteX1" fmla="*/ 1201977 w 3403177"/>
                <a:gd name="connsiteY1" fmla="*/ 4763 h 1824864"/>
                <a:gd name="connsiteX2" fmla="*/ 2760909 w 3403177"/>
                <a:gd name="connsiteY2" fmla="*/ 0 h 1824864"/>
                <a:gd name="connsiteX3" fmla="*/ 3403177 w 3403177"/>
                <a:gd name="connsiteY3" fmla="*/ 1824864 h 1824864"/>
                <a:gd name="connsiteX4" fmla="*/ 0 w 3403177"/>
                <a:gd name="connsiteY4" fmla="*/ 1152987 h 1824864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76784"/>
                <a:gd name="connsiteY0" fmla="*/ 1152987 h 1273777"/>
                <a:gd name="connsiteX1" fmla="*/ 1201977 w 2776784"/>
                <a:gd name="connsiteY1" fmla="*/ 4763 h 1273777"/>
                <a:gd name="connsiteX2" fmla="*/ 2776784 w 2776784"/>
                <a:gd name="connsiteY2" fmla="*/ 0 h 1273777"/>
                <a:gd name="connsiteX3" fmla="*/ 2753820 w 2776784"/>
                <a:gd name="connsiteY3" fmla="*/ 1273777 h 1273777"/>
                <a:gd name="connsiteX4" fmla="*/ 0 w 2776784"/>
                <a:gd name="connsiteY4" fmla="*/ 1152987 h 1273777"/>
                <a:gd name="connsiteX0" fmla="*/ 0 w 2779959"/>
                <a:gd name="connsiteY0" fmla="*/ 1152987 h 1273777"/>
                <a:gd name="connsiteX1" fmla="*/ 1201977 w 2779959"/>
                <a:gd name="connsiteY1" fmla="*/ 4763 h 1273777"/>
                <a:gd name="connsiteX2" fmla="*/ 2779959 w 2779959"/>
                <a:gd name="connsiteY2" fmla="*/ 0 h 1273777"/>
                <a:gd name="connsiteX3" fmla="*/ 2753820 w 2779959"/>
                <a:gd name="connsiteY3" fmla="*/ 1273777 h 1273777"/>
                <a:gd name="connsiteX4" fmla="*/ 0 w 2779959"/>
                <a:gd name="connsiteY4" fmla="*/ 1152987 h 1273777"/>
                <a:gd name="connsiteX0" fmla="*/ 0 w 2882408"/>
                <a:gd name="connsiteY0" fmla="*/ 1152987 h 1185756"/>
                <a:gd name="connsiteX1" fmla="*/ 1201977 w 2882408"/>
                <a:gd name="connsiteY1" fmla="*/ 4763 h 1185756"/>
                <a:gd name="connsiteX2" fmla="*/ 2779959 w 2882408"/>
                <a:gd name="connsiteY2" fmla="*/ 0 h 1185756"/>
                <a:gd name="connsiteX3" fmla="*/ 2882408 w 2882408"/>
                <a:gd name="connsiteY3" fmla="*/ 1185756 h 1185756"/>
                <a:gd name="connsiteX4" fmla="*/ 0 w 2882408"/>
                <a:gd name="connsiteY4" fmla="*/ 1152987 h 1185756"/>
                <a:gd name="connsiteX0" fmla="*/ 0 w 2888759"/>
                <a:gd name="connsiteY0" fmla="*/ 1076705 h 1185756"/>
                <a:gd name="connsiteX1" fmla="*/ 1208328 w 2888759"/>
                <a:gd name="connsiteY1" fmla="*/ 4763 h 1185756"/>
                <a:gd name="connsiteX2" fmla="*/ 2786310 w 2888759"/>
                <a:gd name="connsiteY2" fmla="*/ 0 h 1185756"/>
                <a:gd name="connsiteX3" fmla="*/ 2888759 w 2888759"/>
                <a:gd name="connsiteY3" fmla="*/ 1185756 h 1185756"/>
                <a:gd name="connsiteX4" fmla="*/ 0 w 2888759"/>
                <a:gd name="connsiteY4" fmla="*/ 1076705 h 1185756"/>
                <a:gd name="connsiteX0" fmla="*/ 0 w 2812559"/>
                <a:gd name="connsiteY0" fmla="*/ 1076705 h 1303117"/>
                <a:gd name="connsiteX1" fmla="*/ 1208328 w 2812559"/>
                <a:gd name="connsiteY1" fmla="*/ 4763 h 1303117"/>
                <a:gd name="connsiteX2" fmla="*/ 2786310 w 2812559"/>
                <a:gd name="connsiteY2" fmla="*/ 0 h 1303117"/>
                <a:gd name="connsiteX3" fmla="*/ 2812559 w 2812559"/>
                <a:gd name="connsiteY3" fmla="*/ 1303117 h 1303117"/>
                <a:gd name="connsiteX4" fmla="*/ 0 w 2812559"/>
                <a:gd name="connsiteY4" fmla="*/ 1076705 h 1303117"/>
                <a:gd name="connsiteX0" fmla="*/ 0 w 2907809"/>
                <a:gd name="connsiteY0" fmla="*/ 1563754 h 1563754"/>
                <a:gd name="connsiteX1" fmla="*/ 1303578 w 2907809"/>
                <a:gd name="connsiteY1" fmla="*/ 4763 h 1563754"/>
                <a:gd name="connsiteX2" fmla="*/ 2881560 w 2907809"/>
                <a:gd name="connsiteY2" fmla="*/ 0 h 1563754"/>
                <a:gd name="connsiteX3" fmla="*/ 2907809 w 2907809"/>
                <a:gd name="connsiteY3" fmla="*/ 1303117 h 1563754"/>
                <a:gd name="connsiteX4" fmla="*/ 0 w 2907809"/>
                <a:gd name="connsiteY4" fmla="*/ 1563754 h 1563754"/>
                <a:gd name="connsiteX0" fmla="*/ 0 w 2888762"/>
                <a:gd name="connsiteY0" fmla="*/ 1563754 h 1608258"/>
                <a:gd name="connsiteX1" fmla="*/ 1303578 w 2888762"/>
                <a:gd name="connsiteY1" fmla="*/ 4763 h 1608258"/>
                <a:gd name="connsiteX2" fmla="*/ 2881560 w 2888762"/>
                <a:gd name="connsiteY2" fmla="*/ 0 h 1608258"/>
                <a:gd name="connsiteX3" fmla="*/ 2888762 w 2888762"/>
                <a:gd name="connsiteY3" fmla="*/ 1608258 h 1608258"/>
                <a:gd name="connsiteX4" fmla="*/ 0 w 2888762"/>
                <a:gd name="connsiteY4" fmla="*/ 1563754 h 1608258"/>
                <a:gd name="connsiteX0" fmla="*/ 0 w 2743982"/>
                <a:gd name="connsiteY0" fmla="*/ 1472215 h 1608258"/>
                <a:gd name="connsiteX1" fmla="*/ 1158798 w 2743982"/>
                <a:gd name="connsiteY1" fmla="*/ 4763 h 1608258"/>
                <a:gd name="connsiteX2" fmla="*/ 2736780 w 2743982"/>
                <a:gd name="connsiteY2" fmla="*/ 0 h 1608258"/>
                <a:gd name="connsiteX3" fmla="*/ 2743982 w 2743982"/>
                <a:gd name="connsiteY3" fmla="*/ 1608258 h 1608258"/>
                <a:gd name="connsiteX4" fmla="*/ 0 w 2743982"/>
                <a:gd name="connsiteY4" fmla="*/ 1472215 h 1608258"/>
                <a:gd name="connsiteX0" fmla="*/ 0 w 2812565"/>
                <a:gd name="connsiteY0" fmla="*/ 1472215 h 1615302"/>
                <a:gd name="connsiteX1" fmla="*/ 1158798 w 2812565"/>
                <a:gd name="connsiteY1" fmla="*/ 4763 h 1615302"/>
                <a:gd name="connsiteX2" fmla="*/ 2736780 w 2812565"/>
                <a:gd name="connsiteY2" fmla="*/ 0 h 1615302"/>
                <a:gd name="connsiteX3" fmla="*/ 2812565 w 2812565"/>
                <a:gd name="connsiteY3" fmla="*/ 1615302 h 1615302"/>
                <a:gd name="connsiteX4" fmla="*/ 0 w 2812565"/>
                <a:gd name="connsiteY4" fmla="*/ 1472215 h 161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2565" h="1615302">
                  <a:moveTo>
                    <a:pt x="0" y="1472215"/>
                  </a:moveTo>
                  <a:lnTo>
                    <a:pt x="1158798" y="4763"/>
                  </a:lnTo>
                  <a:lnTo>
                    <a:pt x="2736780" y="0"/>
                  </a:lnTo>
                  <a:cubicBezTo>
                    <a:pt x="2739181" y="536086"/>
                    <a:pt x="2810164" y="1079216"/>
                    <a:pt x="2812565" y="1615302"/>
                  </a:cubicBezTo>
                  <a:lnTo>
                    <a:pt x="0" y="147221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4">
                    <a:lumMod val="20000"/>
                    <a:lumOff val="80000"/>
                  </a:schemeClr>
                </a:gs>
                <a:gs pos="27000">
                  <a:srgbClr val="FFF3D0"/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03C2514-8977-4A48-AEBB-49FA8EFDC57E}"/>
              </a:ext>
            </a:extLst>
          </p:cNvPr>
          <p:cNvSpPr/>
          <p:nvPr/>
        </p:nvSpPr>
        <p:spPr>
          <a:xfrm>
            <a:off x="5380383" y="3809051"/>
            <a:ext cx="6646280" cy="2844801"/>
          </a:xfrm>
          <a:prstGeom prst="roundRect">
            <a:avLst>
              <a:gd name="adj" fmla="val 13721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47E67B7-E039-45CC-886C-5BE4E72DC197}"/>
              </a:ext>
            </a:extLst>
          </p:cNvPr>
          <p:cNvSpPr/>
          <p:nvPr/>
        </p:nvSpPr>
        <p:spPr>
          <a:xfrm>
            <a:off x="5357032" y="1326478"/>
            <a:ext cx="5171268" cy="2351946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</a:t>
            </a:r>
            <a:r>
              <a:rPr lang="zh-TW" alt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(LG) beam : Derivation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/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zh-TW" altLang="en-US" sz="20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  <a:blipFill>
                <a:blip r:embed="rId2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/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/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11A73260-E74B-461A-9D7F-F42C525E9176}"/>
              </a:ext>
            </a:extLst>
          </p:cNvPr>
          <p:cNvSpPr/>
          <p:nvPr/>
        </p:nvSpPr>
        <p:spPr>
          <a:xfrm>
            <a:off x="209318" y="5458360"/>
            <a:ext cx="31630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369130-8182-495D-A6DC-A29FAC282A54}"/>
              </a:ext>
            </a:extLst>
          </p:cNvPr>
          <p:cNvSpPr/>
          <p:nvPr/>
        </p:nvSpPr>
        <p:spPr>
          <a:xfrm>
            <a:off x="844482" y="1970621"/>
            <a:ext cx="2935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/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659DFB7-24F7-49E7-9525-3402968A239B}"/>
              </a:ext>
            </a:extLst>
          </p:cNvPr>
          <p:cNvCxnSpPr>
            <a:cxnSpLocks/>
          </p:cNvCxnSpPr>
          <p:nvPr/>
        </p:nvCxnSpPr>
        <p:spPr>
          <a:xfrm>
            <a:off x="766853" y="2017486"/>
            <a:ext cx="0" cy="336731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0B13C1D9-CDE7-41BE-AD8C-6F4D0E41AEA4}"/>
              </a:ext>
            </a:extLst>
          </p:cNvPr>
          <p:cNvSpPr txBox="1">
            <a:spLocks/>
          </p:cNvSpPr>
          <p:nvPr/>
        </p:nvSpPr>
        <p:spPr>
          <a:xfrm>
            <a:off x="844481" y="2722878"/>
            <a:ext cx="2929233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approximation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4697F6B-5EB0-403A-810C-422B401D8463}"/>
              </a:ext>
            </a:extLst>
          </p:cNvPr>
          <p:cNvSpPr/>
          <p:nvPr/>
        </p:nvSpPr>
        <p:spPr>
          <a:xfrm>
            <a:off x="209318" y="1597506"/>
            <a:ext cx="21403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Maxwell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/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矩形 25">
            <a:extLst>
              <a:ext uri="{FF2B5EF4-FFF2-40B4-BE49-F238E27FC236}">
                <a16:creationId xmlns:a16="http://schemas.microsoft.com/office/drawing/2014/main" id="{7D470F9A-C972-4278-AEDD-9C1C747619F5}"/>
              </a:ext>
            </a:extLst>
          </p:cNvPr>
          <p:cNvSpPr/>
          <p:nvPr/>
        </p:nvSpPr>
        <p:spPr>
          <a:xfrm>
            <a:off x="4438018" y="4333848"/>
            <a:ext cx="11363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Approx.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/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𝛁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 smtClean="0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0">
                              <a:latin typeface="Cambria Math" panose="02040503050406030204" pitchFamily="18" charset="0"/>
                            </a:rPr>
                            <m:t>𝛁</m:t>
                          </m:r>
                        </m:e>
                        <m:sub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  <a:blipFill>
                <a:blip r:embed="rId7"/>
                <a:stretch>
                  <a:fillRect t="-4412"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/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∥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/>
                  <a:t>.</a:t>
                </a:r>
                <a:r>
                  <a:rPr lang="zh-TW" altLang="en-US" sz="2000" dirty="0"/>
                  <a:t> </a:t>
                </a: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  <a:blipFill>
                <a:blip r:embed="rId8"/>
                <a:stretch>
                  <a:fillRect b="-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060E675-1E0F-47F1-907F-126690C9EBA5}"/>
              </a:ext>
            </a:extLst>
          </p:cNvPr>
          <p:cNvSpPr/>
          <p:nvPr/>
        </p:nvSpPr>
        <p:spPr>
          <a:xfrm>
            <a:off x="5469812" y="5533338"/>
            <a:ext cx="50465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eventually constraint the transverse component</a:t>
            </a:r>
            <a:endParaRPr lang="zh-TW" altLang="en-US" sz="2000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01315F61-F096-4DAE-98AD-F17E18651ADB}"/>
              </a:ext>
            </a:extLst>
          </p:cNvPr>
          <p:cNvCxnSpPr>
            <a:cxnSpLocks/>
          </p:cNvCxnSpPr>
          <p:nvPr/>
        </p:nvCxnSpPr>
        <p:spPr>
          <a:xfrm>
            <a:off x="3791369" y="5056976"/>
            <a:ext cx="1695031" cy="117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06BF3344-9F11-4050-AAF7-3E94CD4BE8A3}"/>
              </a:ext>
            </a:extLst>
          </p:cNvPr>
          <p:cNvSpPr/>
          <p:nvPr/>
        </p:nvSpPr>
        <p:spPr>
          <a:xfrm>
            <a:off x="4406997" y="5437871"/>
            <a:ext cx="7111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Fail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0782" y="2074945"/>
                <a:ext cx="2728686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0782" y="2074945"/>
                <a:ext cx="2728686" cy="4801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1508" y="2608936"/>
                <a:ext cx="2727235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</a:t>
                </a:r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ave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508" y="2608936"/>
                <a:ext cx="2727235" cy="480186"/>
              </a:xfrm>
              <a:prstGeom prst="rect">
                <a:avLst/>
              </a:prstGeom>
              <a:blipFill>
                <a:blip r:embed="rId10"/>
                <a:stretch>
                  <a:fillRect b="-25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內容版面配置區 2">
            <a:extLst>
              <a:ext uri="{FF2B5EF4-FFF2-40B4-BE49-F238E27FC236}">
                <a16:creationId xmlns:a16="http://schemas.microsoft.com/office/drawing/2014/main" id="{B0BCB00E-25A9-4557-9C7E-A1DFC55F11FA}"/>
              </a:ext>
            </a:extLst>
          </p:cNvPr>
          <p:cNvSpPr txBox="1">
            <a:spLocks/>
          </p:cNvSpPr>
          <p:nvPr/>
        </p:nvSpPr>
        <p:spPr>
          <a:xfrm>
            <a:off x="4438018" y="2639808"/>
            <a:ext cx="1159026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Ansatz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EC326F-B691-46D4-BFD3-8C9AFD46E892}"/>
              </a:ext>
            </a:extLst>
          </p:cNvPr>
          <p:cNvSpPr/>
          <p:nvPr/>
        </p:nvSpPr>
        <p:spPr>
          <a:xfrm>
            <a:off x="5474456" y="3872266"/>
            <a:ext cx="293221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FBC69A0F-61F9-4122-9FCD-F1694388D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19099" y="1484951"/>
            <a:ext cx="2612016" cy="2086427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6D356F7B-9627-44E7-9D37-9B998D28AAD6}"/>
              </a:ext>
            </a:extLst>
          </p:cNvPr>
          <p:cNvGrpSpPr/>
          <p:nvPr/>
        </p:nvGrpSpPr>
        <p:grpSpPr>
          <a:xfrm>
            <a:off x="6539419" y="4864787"/>
            <a:ext cx="5539304" cy="860023"/>
            <a:chOff x="6327385" y="4814935"/>
            <a:chExt cx="5539304" cy="86002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/>
                <p:nvPr/>
              </p:nvSpPr>
              <p:spPr>
                <a:xfrm>
                  <a:off x="6327385" y="4814935"/>
                  <a:ext cx="3577967" cy="5797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en-US" altLang="zh-TW" sz="2000" dirty="0"/>
                    <a:t>,</a:t>
                  </a:r>
                  <a:r>
                    <a:rPr lang="zh-TW" altLang="en-US" sz="2000" dirty="0"/>
                    <a:t> </a:t>
                  </a:r>
                </a:p>
              </p:txBody>
            </p:sp>
          </mc:Choice>
          <mc:Fallback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7385" y="4814935"/>
                  <a:ext cx="3577967" cy="579710"/>
                </a:xfrm>
                <a:prstGeom prst="rect">
                  <a:avLst/>
                </a:prstGeom>
                <a:blipFill>
                  <a:blip r:embed="rId12"/>
                  <a:stretch>
                    <a:fillRect b="-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/>
                <p:nvPr/>
              </p:nvSpPr>
              <p:spPr>
                <a:xfrm>
                  <a:off x="9693807" y="4890220"/>
                  <a:ext cx="2100863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3807" y="4890220"/>
                  <a:ext cx="2100863" cy="400110"/>
                </a:xfrm>
                <a:prstGeom prst="rect">
                  <a:avLst/>
                </a:prstGeom>
                <a:blipFill>
                  <a:blip r:embed="rId13"/>
                  <a:stretch>
                    <a:fillRect l="-3188" t="-7576" r="-15072" b="-2575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/>
                <p:nvPr/>
              </p:nvSpPr>
              <p:spPr>
                <a:xfrm>
                  <a:off x="10681331" y="5274848"/>
                  <a:ext cx="1185358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200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=±1</m:t>
                        </m:r>
                      </m:oMath>
                    </m:oMathPara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81331" y="5274848"/>
                  <a:ext cx="1185358" cy="400110"/>
                </a:xfrm>
                <a:prstGeom prst="rect">
                  <a:avLst/>
                </a:prstGeom>
                <a:blipFill>
                  <a:blip r:embed="rId14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4220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Lorentz gauge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422075"/>
              </a:xfrm>
              <a:prstGeom prst="rect">
                <a:avLst/>
              </a:prstGeom>
              <a:blipFill>
                <a:blip r:embed="rId15"/>
                <a:stretch>
                  <a:fillRect l="-500" t="-24286" b="-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橢圓 61">
            <a:extLst>
              <a:ext uri="{FF2B5EF4-FFF2-40B4-BE49-F238E27FC236}">
                <a16:creationId xmlns:a16="http://schemas.microsoft.com/office/drawing/2014/main" id="{D2CCB39D-2A60-4D3D-91D9-F020C59ED9EB}"/>
              </a:ext>
            </a:extLst>
          </p:cNvPr>
          <p:cNvSpPr/>
          <p:nvPr/>
        </p:nvSpPr>
        <p:spPr>
          <a:xfrm>
            <a:off x="10516386" y="682864"/>
            <a:ext cx="1185358" cy="579352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Why? </a:t>
            </a:r>
          </a:p>
        </p:txBody>
      </p:sp>
      <p:sp>
        <p:nvSpPr>
          <p:cNvPr id="40" name="內容版面配置區 2">
            <a:extLst>
              <a:ext uri="{FF2B5EF4-FFF2-40B4-BE49-F238E27FC236}">
                <a16:creationId xmlns:a16="http://schemas.microsoft.com/office/drawing/2014/main" id="{D3B38635-1BE7-4AFD-8E91-312BC6F85A0D}"/>
              </a:ext>
            </a:extLst>
          </p:cNvPr>
          <p:cNvSpPr txBox="1">
            <a:spLocks/>
          </p:cNvSpPr>
          <p:nvPr/>
        </p:nvSpPr>
        <p:spPr>
          <a:xfrm>
            <a:off x="5752701" y="1604789"/>
            <a:ext cx="1744849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w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ave</a:t>
            </a:r>
          </a:p>
        </p:txBody>
      </p:sp>
    </p:spTree>
    <p:extLst>
      <p:ext uri="{BB962C8B-B14F-4D97-AF65-F5344CB8AC3E}">
        <p14:creationId xmlns:p14="http://schemas.microsoft.com/office/powerpoint/2010/main" val="1897876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Distribution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2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7">
                <a:extLst>
                  <a:ext uri="{FF2B5EF4-FFF2-40B4-BE49-F238E27FC236}">
                    <a16:creationId xmlns:a16="http://schemas.microsoft.com/office/drawing/2014/main" id="{533DF55B-1F33-4721-84EC-DCB3E613DAD4}"/>
                  </a:ext>
                </a:extLst>
              </p:cNvPr>
              <p:cNvSpPr txBox="1"/>
              <p:nvPr/>
            </p:nvSpPr>
            <p:spPr>
              <a:xfrm>
                <a:off x="5927641" y="4920330"/>
                <a:ext cx="6225049" cy="23243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Radial mode index: integer</a:t>
                </a:r>
                <a:r>
                  <a:rPr lang="en-US" altLang="zh-TW" sz="16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6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1600" i="1" dirty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Constant amplitude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LG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Generalized Laguerre polynomial : </a:t>
                </a:r>
              </a:p>
              <a:p>
                <a:r>
                  <a:rPr lang="zh-TW" altLang="en-US" sz="1600" dirty="0"/>
                  <a:t>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d>
                              <m:dPr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nary>
                      </m:e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f>
                      <m:f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sSup>
                      <m:s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zh-TW" altLang="en-US" sz="1600" dirty="0"/>
                  <a:t> </a:t>
                </a:r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1600" dirty="0"/>
              </a:p>
            </p:txBody>
          </p:sp>
        </mc:Choice>
        <mc:Fallback>
          <p:sp>
            <p:nvSpPr>
              <p:cNvPr id="20" name="TextBox 17">
                <a:extLst>
                  <a:ext uri="{FF2B5EF4-FFF2-40B4-BE49-F238E27FC236}">
                    <a16:creationId xmlns:a16="http://schemas.microsoft.com/office/drawing/2014/main" id="{533DF55B-1F33-4721-84EC-DCB3E613D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641" y="4920330"/>
                <a:ext cx="6225049" cy="2324354"/>
              </a:xfrm>
              <a:prstGeom prst="rect">
                <a:avLst/>
              </a:prstGeom>
              <a:blipFill>
                <a:blip r:embed="rId6"/>
                <a:stretch>
                  <a:fillRect l="-391" t="-10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7">
                <a:extLst>
                  <a:ext uri="{FF2B5EF4-FFF2-40B4-BE49-F238E27FC236}">
                    <a16:creationId xmlns:a16="http://schemas.microsoft.com/office/drawing/2014/main" id="{5368CA13-ECF4-4613-9270-6CA7F9672DA5}"/>
                  </a:ext>
                </a:extLst>
              </p:cNvPr>
              <p:cNvSpPr txBox="1"/>
              <p:nvPr/>
            </p:nvSpPr>
            <p:spPr>
              <a:xfrm>
                <a:off x="5927641" y="1509583"/>
                <a:ext cx="6225049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Topological charge: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dirty="0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altLang="zh-TW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zh-TW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TW" alt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(LG beam carries OAM of </a:t>
                </a:r>
                <a14:m>
                  <m:oMath xmlns:m="http://schemas.openxmlformats.org/officeDocument/2006/math">
                    <m:r>
                      <a:rPr lang="en-US" altLang="zh-TW" sz="2800" b="0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ℓℏ</m:t>
                    </m:r>
                  </m:oMath>
                </a14:m>
                <a:r>
                  <a:rPr lang="en-US" altLang="zh-TW" sz="2800" dirty="0"/>
                  <a:t>)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endParaRPr lang="en-US" altLang="zh-TW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800" dirty="0"/>
                  <a:t>Polarization unit vector :</a:t>
                </a:r>
              </a:p>
              <a:p>
                <a:pPr algn="ctr"/>
                <a:r>
                  <a:rPr lang="en-US" altLang="zh-TW" sz="28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28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28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28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28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2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28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sz="28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2800" dirty="0"/>
              </a:p>
              <a:p>
                <a:pPr algn="ctr"/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(LG beam carries SAM of </a:t>
                </a:r>
                <a14:m>
                  <m:oMath xmlns:m="http://schemas.openxmlformats.org/officeDocument/2006/math">
                    <m:r>
                      <a:rPr lang="en-US" altLang="zh-TW" sz="2800" i="1" dirty="0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800" i="1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ℏ</m:t>
                    </m:r>
                  </m:oMath>
                </a14:m>
                <a:r>
                  <a:rPr lang="en-US" altLang="zh-TW" sz="2800" dirty="0"/>
                  <a:t>)</a:t>
                </a:r>
              </a:p>
            </p:txBody>
          </p:sp>
        </mc:Choice>
        <mc:Fallback>
          <p:sp>
            <p:nvSpPr>
              <p:cNvPr id="16" name="TextBox 17">
                <a:extLst>
                  <a:ext uri="{FF2B5EF4-FFF2-40B4-BE49-F238E27FC236}">
                    <a16:creationId xmlns:a16="http://schemas.microsoft.com/office/drawing/2014/main" id="{5368CA13-ECF4-4613-9270-6CA7F967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641" y="1509583"/>
                <a:ext cx="6225049" cy="3108543"/>
              </a:xfrm>
              <a:prstGeom prst="rect">
                <a:avLst/>
              </a:prstGeom>
              <a:blipFill>
                <a:blip r:embed="rId7"/>
                <a:stretch>
                  <a:fillRect l="-1761" t="-2157" b="-4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BDB192D-96E0-4D19-9302-47B4F64EADC7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541" y="3581635"/>
            <a:ext cx="5420140" cy="306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607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Distribution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2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5" name="圖片 74">
            <a:extLst>
              <a:ext uri="{FF2B5EF4-FFF2-40B4-BE49-F238E27FC236}">
                <a16:creationId xmlns:a16="http://schemas.microsoft.com/office/drawing/2014/main" id="{C7A9B0C1-E4F3-49D1-B0CF-E80234897D40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24096" y="1415029"/>
            <a:ext cx="6559671" cy="3244150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525F55CF-76AC-4E2A-B9A9-88CAA7D61F77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18922" y="4536323"/>
            <a:ext cx="6579136" cy="1998396"/>
          </a:xfrm>
          <a:prstGeom prst="rect">
            <a:avLst/>
          </a:prstGeom>
        </p:spPr>
      </p:pic>
      <p:sp>
        <p:nvSpPr>
          <p:cNvPr id="77" name="矩形 76">
            <a:extLst>
              <a:ext uri="{FF2B5EF4-FFF2-40B4-BE49-F238E27FC236}">
                <a16:creationId xmlns:a16="http://schemas.microsoft.com/office/drawing/2014/main" id="{387EE245-11B6-4D8F-804D-D05D4E28F033}"/>
              </a:ext>
            </a:extLst>
          </p:cNvPr>
          <p:cNvSpPr/>
          <p:nvPr/>
        </p:nvSpPr>
        <p:spPr>
          <a:xfrm>
            <a:off x="7026580" y="4583513"/>
            <a:ext cx="38573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OAM appear in phase structure 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1D01EE9-EF4C-4564-AAFB-852A95B65B06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541" y="3581635"/>
            <a:ext cx="5420140" cy="3068186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EE4CD9C5-54BE-4681-B886-3B4016CD09E2}"/>
              </a:ext>
            </a:extLst>
          </p:cNvPr>
          <p:cNvSpPr/>
          <p:nvPr/>
        </p:nvSpPr>
        <p:spPr>
          <a:xfrm>
            <a:off x="1253797" y="1953090"/>
            <a:ext cx="33056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Separated SAM &amp; OAM </a:t>
            </a:r>
            <a:endParaRPr lang="zh-TW" altLang="en-US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896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CDADAB3C-5C2D-44C4-AC0A-F15B01A97150}"/>
              </a:ext>
            </a:extLst>
          </p:cNvPr>
          <p:cNvSpPr/>
          <p:nvPr/>
        </p:nvSpPr>
        <p:spPr>
          <a:xfrm>
            <a:off x="4572622" y="4760685"/>
            <a:ext cx="4310312" cy="1888681"/>
          </a:xfrm>
          <a:prstGeom prst="roundRect">
            <a:avLst/>
          </a:prstGeom>
          <a:ln w="57150">
            <a:solidFill>
              <a:srgbClr val="7030A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Requirement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67" name="內容版面配置區 2">
            <a:extLst>
              <a:ext uri="{FF2B5EF4-FFF2-40B4-BE49-F238E27FC236}">
                <a16:creationId xmlns:a16="http://schemas.microsoft.com/office/drawing/2014/main" id="{81E73D33-20C3-4D9C-9377-A26D9F81AA56}"/>
              </a:ext>
            </a:extLst>
          </p:cNvPr>
          <p:cNvSpPr txBox="1">
            <a:spLocks/>
          </p:cNvSpPr>
          <p:nvPr/>
        </p:nvSpPr>
        <p:spPr>
          <a:xfrm>
            <a:off x="7748203" y="2931106"/>
            <a:ext cx="3306126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What we really need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941A5BC-A2BB-4747-B880-95D52A934BFB}"/>
              </a:ext>
            </a:extLst>
          </p:cNvPr>
          <p:cNvSpPr/>
          <p:nvPr/>
        </p:nvSpPr>
        <p:spPr>
          <a:xfrm rot="5400000">
            <a:off x="6358027" y="19919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5934607" y="1025586"/>
                <a:ext cx="1901293" cy="73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3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607" y="1025586"/>
                <a:ext cx="1901293" cy="7394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內容版面配置區 2">
            <a:extLst>
              <a:ext uri="{FF2B5EF4-FFF2-40B4-BE49-F238E27FC236}">
                <a16:creationId xmlns:a16="http://schemas.microsoft.com/office/drawing/2014/main" id="{4247365D-85E0-448F-B61C-0B813096419B}"/>
              </a:ext>
            </a:extLst>
          </p:cNvPr>
          <p:cNvSpPr txBox="1">
            <a:spLocks/>
          </p:cNvSpPr>
          <p:nvPr/>
        </p:nvSpPr>
        <p:spPr>
          <a:xfrm>
            <a:off x="782551" y="1241457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2" name="內容版面配置區 2">
            <a:extLst>
              <a:ext uri="{FF2B5EF4-FFF2-40B4-BE49-F238E27FC236}">
                <a16:creationId xmlns:a16="http://schemas.microsoft.com/office/drawing/2014/main" id="{2423609C-F1F0-44A1-B1A9-A490076EEF69}"/>
              </a:ext>
            </a:extLst>
          </p:cNvPr>
          <p:cNvSpPr txBox="1">
            <a:spLocks/>
          </p:cNvSpPr>
          <p:nvPr/>
        </p:nvSpPr>
        <p:spPr>
          <a:xfrm>
            <a:off x="376567" y="2907370"/>
            <a:ext cx="5453821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angular spectrum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Coulomb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4" name="內容版面配置區 2">
            <a:extLst>
              <a:ext uri="{FF2B5EF4-FFF2-40B4-BE49-F238E27FC236}">
                <a16:creationId xmlns:a16="http://schemas.microsoft.com/office/drawing/2014/main" id="{CCA0DBC3-3859-4DCF-B456-AB477796E715}"/>
              </a:ext>
            </a:extLst>
          </p:cNvPr>
          <p:cNvSpPr txBox="1">
            <a:spLocks/>
          </p:cNvSpPr>
          <p:nvPr/>
        </p:nvSpPr>
        <p:spPr>
          <a:xfrm>
            <a:off x="4572622" y="4346858"/>
            <a:ext cx="4310312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Theory of light matter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6">
                <a:extLst>
                  <a:ext uri="{FF2B5EF4-FFF2-40B4-BE49-F238E27FC236}">
                    <a16:creationId xmlns:a16="http://schemas.microsoft.com/office/drawing/2014/main" id="{9A3EB0A8-FE82-4FA2-8150-1307E823EB39}"/>
                  </a:ext>
                </a:extLst>
              </p:cNvPr>
              <p:cNvSpPr txBox="1"/>
              <p:nvPr/>
            </p:nvSpPr>
            <p:spPr>
              <a:xfrm>
                <a:off x="4336468" y="4910054"/>
                <a:ext cx="4782620" cy="670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0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d>
                        <m:d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TextBox 26">
                <a:extLst>
                  <a:ext uri="{FF2B5EF4-FFF2-40B4-BE49-F238E27FC236}">
                    <a16:creationId xmlns:a16="http://schemas.microsoft.com/office/drawing/2014/main" id="{9A3EB0A8-FE82-4FA2-8150-1307E823E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6468" y="4910054"/>
                <a:ext cx="4782620" cy="670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CFC62B8-2835-4A46-85C8-46EA82E355DC}"/>
              </a:ext>
            </a:extLst>
          </p:cNvPr>
          <p:cNvSpPr/>
          <p:nvPr/>
        </p:nvSpPr>
        <p:spPr>
          <a:xfrm rot="5400000">
            <a:off x="6358027" y="3595730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8E24BA4-EDFF-445F-96E8-AE8F4C6C972B}"/>
              </a:ext>
            </a:extLst>
          </p:cNvPr>
          <p:cNvGrpSpPr/>
          <p:nvPr/>
        </p:nvGrpSpPr>
        <p:grpSpPr>
          <a:xfrm>
            <a:off x="4709297" y="5631919"/>
            <a:ext cx="4036963" cy="739851"/>
            <a:chOff x="4752840" y="5631919"/>
            <a:chExt cx="4036963" cy="7398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3">
                  <a:extLst>
                    <a:ext uri="{FF2B5EF4-FFF2-40B4-BE49-F238E27FC236}">
                      <a16:creationId xmlns:a16="http://schemas.microsoft.com/office/drawing/2014/main" id="{1C1B7730-F81F-4456-BA67-E89C8C279F3B}"/>
                    </a:ext>
                  </a:extLst>
                </p:cNvPr>
                <p:cNvSpPr txBox="1"/>
                <p:nvPr/>
              </p:nvSpPr>
              <p:spPr>
                <a:xfrm>
                  <a:off x="4752840" y="5631919"/>
                  <a:ext cx="4036963" cy="677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b>
                        </m:sSub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</m:t>
                        </m:r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2000" b="1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Sup>
                          <m:sSubSupPr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zh-TW" altLang="en-US" sz="20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3">
                  <a:extLst>
                    <a:ext uri="{FF2B5EF4-FFF2-40B4-BE49-F238E27FC236}">
                      <a16:creationId xmlns:a16="http://schemas.microsoft.com/office/drawing/2014/main" id="{1C1B7730-F81F-4456-BA67-E89C8C279F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2840" y="5631919"/>
                  <a:ext cx="4036963" cy="67768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23A8948F-D361-4DD0-9F15-D7BA8520990F}"/>
                </a:ext>
              </a:extLst>
            </p:cNvPr>
            <p:cNvSpPr/>
            <p:nvPr/>
          </p:nvSpPr>
          <p:spPr>
            <a:xfrm>
              <a:off x="6751320" y="5654039"/>
              <a:ext cx="943974" cy="717731"/>
            </a:xfrm>
            <a:prstGeom prst="round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83B4444D-4871-4489-9B27-2323957C9105}"/>
              </a:ext>
            </a:extLst>
          </p:cNvPr>
          <p:cNvGrpSpPr/>
          <p:nvPr/>
        </p:nvGrpSpPr>
        <p:grpSpPr>
          <a:xfrm>
            <a:off x="6780830" y="5822956"/>
            <a:ext cx="318154" cy="419526"/>
            <a:chOff x="5855923" y="2714244"/>
            <a:chExt cx="438444" cy="578144"/>
          </a:xfrm>
        </p:grpSpPr>
        <p:pic>
          <p:nvPicPr>
            <p:cNvPr id="44" name="圖形 43">
              <a:extLst>
                <a:ext uri="{FF2B5EF4-FFF2-40B4-BE49-F238E27FC236}">
                  <a16:creationId xmlns:a16="http://schemas.microsoft.com/office/drawing/2014/main" id="{7923549C-C46F-4023-93D1-3315201472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r="75558"/>
            <a:stretch/>
          </p:blipFill>
          <p:spPr>
            <a:xfrm>
              <a:off x="5855923" y="2760076"/>
              <a:ext cx="407287" cy="532312"/>
            </a:xfrm>
            <a:prstGeom prst="rect">
              <a:avLst/>
            </a:prstGeom>
          </p:spPr>
        </p:pic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0F6A3C7-BD08-416F-8C00-86CA68C68CEC}"/>
                </a:ext>
              </a:extLst>
            </p:cNvPr>
            <p:cNvSpPr/>
            <p:nvPr/>
          </p:nvSpPr>
          <p:spPr>
            <a:xfrm>
              <a:off x="6210832" y="3127234"/>
              <a:ext cx="83535" cy="10877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CE5427B2-7FEE-4A2B-8D65-8D76D0C16D43}"/>
                </a:ext>
              </a:extLst>
            </p:cNvPr>
            <p:cNvSpPr/>
            <p:nvPr/>
          </p:nvSpPr>
          <p:spPr>
            <a:xfrm>
              <a:off x="6179488" y="2714244"/>
              <a:ext cx="107950" cy="26919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4A30627-46C2-4E52-B12C-E531922B04A0}"/>
                  </a:ext>
                </a:extLst>
              </p:cNvPr>
              <p:cNvSpPr txBox="1"/>
              <p:nvPr/>
            </p:nvSpPr>
            <p:spPr>
              <a:xfrm>
                <a:off x="6872584" y="5781022"/>
                <a:ext cx="802839" cy="4147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4A30627-46C2-4E52-B12C-E531922B0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584" y="5781022"/>
                <a:ext cx="802839" cy="414729"/>
              </a:xfrm>
              <a:prstGeom prst="rect">
                <a:avLst/>
              </a:prstGeom>
              <a:blipFill>
                <a:blip r:embed="rId7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6F5CF501-4956-44AE-A2F9-5AB2BA79B050}"/>
                  </a:ext>
                </a:extLst>
              </p:cNvPr>
              <p:cNvSpPr txBox="1"/>
              <p:nvPr/>
            </p:nvSpPr>
            <p:spPr>
              <a:xfrm>
                <a:off x="6098976" y="2670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6F5CF501-4956-44AE-A2F9-5AB2BA79B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8976" y="2670723"/>
                <a:ext cx="1901293" cy="755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圖形 53">
            <a:extLst>
              <a:ext uri="{FF2B5EF4-FFF2-40B4-BE49-F238E27FC236}">
                <a16:creationId xmlns:a16="http://schemas.microsoft.com/office/drawing/2014/main" id="{310EF15E-29B7-45BA-97CE-4B559F792EBF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1" r="53142" b="-1"/>
          <a:stretch/>
        </p:blipFill>
        <p:spPr>
          <a:xfrm>
            <a:off x="5826625" y="2852738"/>
            <a:ext cx="509767" cy="39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893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E25A816-DAB1-4091-89F4-6912F7BC7FDB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23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1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47F644E0-63F1-4BA3-B286-DD588DA84212}"/>
              </a:ext>
            </a:extLst>
          </p:cNvPr>
          <p:cNvSpPr/>
          <p:nvPr/>
        </p:nvSpPr>
        <p:spPr>
          <a:xfrm>
            <a:off x="6328228" y="1034933"/>
            <a:ext cx="5655471" cy="5554553"/>
          </a:xfrm>
          <a:prstGeom prst="roundRect">
            <a:avLst>
              <a:gd name="adj" fmla="val 7949"/>
            </a:avLst>
          </a:prstGeom>
          <a:ln w="57150"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B1574A24-722C-4849-AF29-189CE2485423}"/>
                  </a:ext>
                </a:extLst>
              </p:cNvPr>
              <p:cNvSpPr txBox="1"/>
              <p:nvPr/>
            </p:nvSpPr>
            <p:spPr>
              <a:xfrm>
                <a:off x="7051620" y="4068824"/>
                <a:ext cx="3955563" cy="4373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B1574A24-722C-4849-AF29-189CE2485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620" y="4068824"/>
                <a:ext cx="3955563" cy="437364"/>
              </a:xfrm>
              <a:prstGeom prst="rect">
                <a:avLst/>
              </a:prstGeom>
              <a:blipFill>
                <a:blip r:embed="rId17"/>
                <a:stretch>
                  <a:fillRect b="-97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46BAEE07-B6B8-41F4-8325-B5BA7D83F4CE}"/>
                  </a:ext>
                </a:extLst>
              </p:cNvPr>
              <p:cNvSpPr txBox="1"/>
              <p:nvPr/>
            </p:nvSpPr>
            <p:spPr>
              <a:xfrm>
                <a:off x="6331165" y="3392821"/>
                <a:ext cx="5860928" cy="683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l-GR" altLang="zh-TW" sz="19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  <m:sup>
                              <m: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l-GR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46BAEE07-B6B8-41F4-8325-B5BA7D83F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165" y="3392821"/>
                <a:ext cx="5860928" cy="68300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矩形 54">
            <a:extLst>
              <a:ext uri="{FF2B5EF4-FFF2-40B4-BE49-F238E27FC236}">
                <a16:creationId xmlns:a16="http://schemas.microsoft.com/office/drawing/2014/main" id="{DDFB3C8E-A3C7-4530-A7B3-AB9966810135}"/>
              </a:ext>
            </a:extLst>
          </p:cNvPr>
          <p:cNvSpPr/>
          <p:nvPr/>
        </p:nvSpPr>
        <p:spPr>
          <a:xfrm>
            <a:off x="6507398" y="1189569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</a:t>
            </a:r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 plane-wave basis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322D278-BE57-4652-B2EE-6336A294EDEC}"/>
              </a:ext>
            </a:extLst>
          </p:cNvPr>
          <p:cNvSpPr/>
          <p:nvPr/>
        </p:nvSpPr>
        <p:spPr>
          <a:xfrm>
            <a:off x="6942653" y="3052724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Fourier transformation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A31F9EC-FA2A-48AC-9804-6BE740D88536}"/>
              </a:ext>
            </a:extLst>
          </p:cNvPr>
          <p:cNvGrpSpPr/>
          <p:nvPr/>
        </p:nvGrpSpPr>
        <p:grpSpPr>
          <a:xfrm>
            <a:off x="7604217" y="1515153"/>
            <a:ext cx="2850369" cy="837793"/>
            <a:chOff x="997731" y="5951181"/>
            <a:chExt cx="2850369" cy="83779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11">
                  <a:extLst>
                    <a:ext uri="{FF2B5EF4-FFF2-40B4-BE49-F238E27FC236}">
                      <a16:creationId xmlns:a16="http://schemas.microsoft.com/office/drawing/2014/main" id="{63122EE7-D699-4D56-8058-741905DDE797}"/>
                    </a:ext>
                  </a:extLst>
                </p:cNvPr>
                <p:cNvSpPr txBox="1"/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d>
                          <m:dPr>
                            <m:ctrlP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pt-BR" sz="19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pt-BR" sz="19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  <m:sup/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            </m:t>
                            </m:r>
                            <m:sSup>
                              <m:sSupPr>
                                <m:ctrlP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·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8" name="TextBox 11">
                  <a:extLst>
                    <a:ext uri="{FF2B5EF4-FFF2-40B4-BE49-F238E27FC236}">
                      <a16:creationId xmlns:a16="http://schemas.microsoft.com/office/drawing/2014/main" id="{63122EE7-D699-4D56-8058-741905DDE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9" name="圖形 58">
              <a:extLst>
                <a:ext uri="{FF2B5EF4-FFF2-40B4-BE49-F238E27FC236}">
                  <a16:creationId xmlns:a16="http://schemas.microsoft.com/office/drawing/2014/main" id="{CCBF5734-5AD8-440D-811C-A19D55D17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265547" y="6191646"/>
              <a:ext cx="563078" cy="266721"/>
            </a:xfrm>
            <a:prstGeom prst="rect">
              <a:avLst/>
            </a:prstGeom>
          </p:spPr>
        </p:pic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95BD3D13-46D7-4CB1-98A5-FAC2F6291F14}"/>
              </a:ext>
            </a:extLst>
          </p:cNvPr>
          <p:cNvSpPr/>
          <p:nvPr/>
        </p:nvSpPr>
        <p:spPr>
          <a:xfrm>
            <a:off x="6942653" y="5111837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2" name="圖形 61">
            <a:extLst>
              <a:ext uri="{FF2B5EF4-FFF2-40B4-BE49-F238E27FC236}">
                <a16:creationId xmlns:a16="http://schemas.microsoft.com/office/drawing/2014/main" id="{89A7E85F-E2CF-4D33-81A9-11FA0B8ED68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135287" y="5544458"/>
            <a:ext cx="3788229" cy="624114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763F4A1D-6B42-4427-8AAC-4B8F32D572B0}"/>
              </a:ext>
            </a:extLst>
          </p:cNvPr>
          <p:cNvSpPr/>
          <p:nvPr/>
        </p:nvSpPr>
        <p:spPr>
          <a:xfrm>
            <a:off x="6426181" y="633555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內容版面配置區 2">
            <a:extLst>
              <a:ext uri="{FF2B5EF4-FFF2-40B4-BE49-F238E27FC236}">
                <a16:creationId xmlns:a16="http://schemas.microsoft.com/office/drawing/2014/main" id="{0C431AFC-93B5-444E-9CC7-0A4A7A50FFB0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2" name="矩形: 圓角 71">
            <a:extLst>
              <a:ext uri="{FF2B5EF4-FFF2-40B4-BE49-F238E27FC236}">
                <a16:creationId xmlns:a16="http://schemas.microsoft.com/office/drawing/2014/main" id="{621E5C21-81C3-4EC4-9278-AAB1C295D448}"/>
              </a:ext>
            </a:extLst>
          </p:cNvPr>
          <p:cNvSpPr/>
          <p:nvPr/>
        </p:nvSpPr>
        <p:spPr>
          <a:xfrm>
            <a:off x="145773" y="4165600"/>
            <a:ext cx="6022797" cy="24529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05E02332-DF6F-4DC4-A3C0-BAABEFF46184}"/>
              </a:ext>
            </a:extLst>
          </p:cNvPr>
          <p:cNvGrpSpPr/>
          <p:nvPr/>
        </p:nvGrpSpPr>
        <p:grpSpPr>
          <a:xfrm>
            <a:off x="291839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11">
                  <a:extLst>
                    <a:ext uri="{FF2B5EF4-FFF2-40B4-BE49-F238E27FC236}">
                      <a16:creationId xmlns:a16="http://schemas.microsoft.com/office/drawing/2014/main" id="{ADF600F8-0EC1-498E-A65A-F68FA50251A9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1">
                  <a:extLst>
                    <a:ext uri="{FF2B5EF4-FFF2-40B4-BE49-F238E27FC236}">
                      <a16:creationId xmlns:a16="http://schemas.microsoft.com/office/drawing/2014/main" id="{96D12F34-8B2B-482D-93FB-8A75566B058B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8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8" name="圖形 77">
              <a:extLst>
                <a:ext uri="{FF2B5EF4-FFF2-40B4-BE49-F238E27FC236}">
                  <a16:creationId xmlns:a16="http://schemas.microsoft.com/office/drawing/2014/main" id="{F81BBD90-348E-4ADD-9476-6CA58027C2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0D91E6E2-56EB-4C57-BDD4-3D538B0A51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0E5B80E5-DDFD-4546-8819-D89F0D84F5B5}"/>
              </a:ext>
            </a:extLst>
          </p:cNvPr>
          <p:cNvGrpSpPr/>
          <p:nvPr/>
        </p:nvGrpSpPr>
        <p:grpSpPr>
          <a:xfrm>
            <a:off x="179612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11">
                  <a:extLst>
                    <a:ext uri="{FF2B5EF4-FFF2-40B4-BE49-F238E27FC236}">
                      <a16:creationId xmlns:a16="http://schemas.microsoft.com/office/drawing/2014/main" id="{7746A314-E135-44A6-BD9F-3984D587E05C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 xmlns="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4" name="圖形 83">
              <a:extLst>
                <a:ext uri="{FF2B5EF4-FFF2-40B4-BE49-F238E27FC236}">
                  <a16:creationId xmlns:a16="http://schemas.microsoft.com/office/drawing/2014/main" id="{2F73AA00-5344-4429-9FA6-414BE431B0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04EC9569-5429-42EC-B544-9A743AE4FE03}"/>
              </a:ext>
            </a:extLst>
          </p:cNvPr>
          <p:cNvCxnSpPr>
            <a:cxnSpLocks/>
          </p:cNvCxnSpPr>
          <p:nvPr/>
        </p:nvCxnSpPr>
        <p:spPr>
          <a:xfrm>
            <a:off x="2785503" y="5815013"/>
            <a:ext cx="166687" cy="328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6249864F-4B2A-4B21-A499-60442975834A}"/>
                  </a:ext>
                </a:extLst>
              </p:cNvPr>
              <p:cNvSpPr/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6249864F-4B2A-4B21-A499-6044297583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  <a:blipFill>
                <a:blip r:embed="rId28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內容版面配置區 2">
            <a:extLst>
              <a:ext uri="{FF2B5EF4-FFF2-40B4-BE49-F238E27FC236}">
                <a16:creationId xmlns:a16="http://schemas.microsoft.com/office/drawing/2014/main" id="{7ECA3754-3184-47F2-BFC6-0F7D35910E7F}"/>
              </a:ext>
            </a:extLst>
          </p:cNvPr>
          <p:cNvSpPr txBox="1">
            <a:spLocks/>
          </p:cNvSpPr>
          <p:nvPr/>
        </p:nvSpPr>
        <p:spPr>
          <a:xfrm>
            <a:off x="336962" y="3793117"/>
            <a:ext cx="5352638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5" name="箭號: 弧形左彎 4">
            <a:extLst>
              <a:ext uri="{FF2B5EF4-FFF2-40B4-BE49-F238E27FC236}">
                <a16:creationId xmlns:a16="http://schemas.microsoft.com/office/drawing/2014/main" id="{F442E053-1647-489B-B061-0035639B9CF5}"/>
              </a:ext>
            </a:extLst>
          </p:cNvPr>
          <p:cNvSpPr/>
          <p:nvPr/>
        </p:nvSpPr>
        <p:spPr>
          <a:xfrm>
            <a:off x="5268522" y="2758290"/>
            <a:ext cx="1016314" cy="1703038"/>
          </a:xfrm>
          <a:prstGeom prst="curvedLef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7753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CF72C5D3-8934-4276-9205-FE818E99C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19" y="654405"/>
            <a:ext cx="5714982" cy="3066696"/>
          </a:xfrm>
          <a:prstGeom prst="rect">
            <a:avLst/>
          </a:prstGeom>
        </p:spPr>
      </p:pic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65EE1D4F-BAD3-491A-913A-93A4DA61F5AC}"/>
              </a:ext>
            </a:extLst>
          </p:cNvPr>
          <p:cNvSpPr/>
          <p:nvPr/>
        </p:nvSpPr>
        <p:spPr>
          <a:xfrm>
            <a:off x="145773" y="4165600"/>
            <a:ext cx="6022797" cy="24529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24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6402AF03-AF37-4274-926C-61D91E50A055}"/>
              </a:ext>
            </a:extLst>
          </p:cNvPr>
          <p:cNvGrpSpPr/>
          <p:nvPr/>
        </p:nvGrpSpPr>
        <p:grpSpPr>
          <a:xfrm>
            <a:off x="291839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11">
                  <a:extLst>
                    <a:ext uri="{FF2B5EF4-FFF2-40B4-BE49-F238E27FC236}">
                      <a16:creationId xmlns:a16="http://schemas.microsoft.com/office/drawing/2014/main" id="{353CFA71-6B6F-4F08-AA0E-26B62DA0E6ED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11">
                  <a:extLst>
                    <a:ext uri="{FF2B5EF4-FFF2-40B4-BE49-F238E27FC236}">
                      <a16:creationId xmlns:a16="http://schemas.microsoft.com/office/drawing/2014/main" id="{214BE845-2A0C-4225-B6E5-FAAB0B469FE7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8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" name="圖形 30">
              <a:extLst>
                <a:ext uri="{FF2B5EF4-FFF2-40B4-BE49-F238E27FC236}">
                  <a16:creationId xmlns:a16="http://schemas.microsoft.com/office/drawing/2014/main" id="{C7CA0DFE-93B1-4204-9F16-E7AACD7017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32" name="圖形 31">
              <a:extLst>
                <a:ext uri="{FF2B5EF4-FFF2-40B4-BE49-F238E27FC236}">
                  <a16:creationId xmlns:a16="http://schemas.microsoft.com/office/drawing/2014/main" id="{4B39B452-C5BF-4208-961B-6F8D1D3572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891F3B2-C193-4960-B8CD-61A6860108CC}"/>
              </a:ext>
            </a:extLst>
          </p:cNvPr>
          <p:cNvGrpSpPr/>
          <p:nvPr/>
        </p:nvGrpSpPr>
        <p:grpSpPr>
          <a:xfrm>
            <a:off x="179612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11">
                  <a:extLst>
                    <a:ext uri="{FF2B5EF4-FFF2-40B4-BE49-F238E27FC236}">
                      <a16:creationId xmlns:a16="http://schemas.microsoft.com/office/drawing/2014/main" id="{842037E1-CE93-49C9-A5FE-F85BFE92D0E5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 xmlns="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" name="圖形 34">
              <a:extLst>
                <a:ext uri="{FF2B5EF4-FFF2-40B4-BE49-F238E27FC236}">
                  <a16:creationId xmlns:a16="http://schemas.microsoft.com/office/drawing/2014/main" id="{28F54CEF-97D1-456B-8BDD-EFFDF08A7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830A37D0-4A48-46AF-8903-557BAF86A07C}"/>
              </a:ext>
            </a:extLst>
          </p:cNvPr>
          <p:cNvCxnSpPr>
            <a:cxnSpLocks/>
          </p:cNvCxnSpPr>
          <p:nvPr/>
        </p:nvCxnSpPr>
        <p:spPr>
          <a:xfrm>
            <a:off x="2785503" y="5815013"/>
            <a:ext cx="166687" cy="328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36CC445-4A56-4CDB-AAF9-FCE58D2BC8F7}"/>
              </a:ext>
            </a:extLst>
          </p:cNvPr>
          <p:cNvCxnSpPr>
            <a:cxnSpLocks/>
          </p:cNvCxnSpPr>
          <p:nvPr/>
        </p:nvCxnSpPr>
        <p:spPr>
          <a:xfrm flipH="1">
            <a:off x="5892800" y="3743107"/>
            <a:ext cx="6299200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DD92E8F-6E5D-4E5A-8542-C95CA2F57B28}"/>
                  </a:ext>
                </a:extLst>
              </p:cNvPr>
              <p:cNvSpPr/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DD92E8F-6E5D-4E5A-8542-C95CA2F57B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  <a:blipFill>
                <a:blip r:embed="rId15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45C5C374-04C0-413F-A44A-09786A9700C5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11">
                <a:extLst>
                  <a:ext uri="{FF2B5EF4-FFF2-40B4-BE49-F238E27FC236}">
                    <a16:creationId xmlns:a16="http://schemas.microsoft.com/office/drawing/2014/main" id="{B1CCB6D8-5684-48AB-98BE-19AC3FFA3838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60" name="TextBox 11">
                <a:extLst>
                  <a:ext uri="{FF2B5EF4-FFF2-40B4-BE49-F238E27FC236}">
                    <a16:creationId xmlns:a16="http://schemas.microsoft.com/office/drawing/2014/main" id="{B1CCB6D8-5684-48AB-98BE-19AC3FFA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11">
                <a:extLst>
                  <a:ext uri="{FF2B5EF4-FFF2-40B4-BE49-F238E27FC236}">
                    <a16:creationId xmlns:a16="http://schemas.microsoft.com/office/drawing/2014/main" id="{E67888D8-36E6-455B-B85D-7A75E4C58C2C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2" name="TextBox 11">
                <a:extLst>
                  <a:ext uri="{FF2B5EF4-FFF2-40B4-BE49-F238E27FC236}">
                    <a16:creationId xmlns:a16="http://schemas.microsoft.com/office/drawing/2014/main" id="{E67888D8-36E6-455B-B85D-7A75E4C58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17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內容版面配置區 2">
            <a:extLst>
              <a:ext uri="{FF2B5EF4-FFF2-40B4-BE49-F238E27FC236}">
                <a16:creationId xmlns:a16="http://schemas.microsoft.com/office/drawing/2014/main" id="{522076F3-7EAC-4D41-98D0-F8327C0F930C}"/>
              </a:ext>
            </a:extLst>
          </p:cNvPr>
          <p:cNvSpPr txBox="1">
            <a:spLocks/>
          </p:cNvSpPr>
          <p:nvPr/>
        </p:nvSpPr>
        <p:spPr>
          <a:xfrm>
            <a:off x="7969432" y="3718506"/>
            <a:ext cx="2533468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Similar structure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F92BE52-A184-4BF5-8ED6-AE9C1F36C6EB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73800" y="3771444"/>
            <a:ext cx="5753100" cy="3091734"/>
          </a:xfrm>
          <a:prstGeom prst="rect">
            <a:avLst/>
          </a:prstGeom>
        </p:spPr>
      </p:pic>
      <p:sp>
        <p:nvSpPr>
          <p:cNvPr id="91" name="內容版面配置區 2">
            <a:extLst>
              <a:ext uri="{FF2B5EF4-FFF2-40B4-BE49-F238E27FC236}">
                <a16:creationId xmlns:a16="http://schemas.microsoft.com/office/drawing/2014/main" id="{C844828E-CCE5-434F-89D9-2CF4F99D3917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94" name="內容版面配置區 2">
            <a:extLst>
              <a:ext uri="{FF2B5EF4-FFF2-40B4-BE49-F238E27FC236}">
                <a16:creationId xmlns:a16="http://schemas.microsoft.com/office/drawing/2014/main" id="{3FF29AC2-FFAF-4401-8175-E6DB453BFBE3}"/>
              </a:ext>
            </a:extLst>
          </p:cNvPr>
          <p:cNvSpPr txBox="1">
            <a:spLocks/>
          </p:cNvSpPr>
          <p:nvPr/>
        </p:nvSpPr>
        <p:spPr>
          <a:xfrm>
            <a:off x="336962" y="3793117"/>
            <a:ext cx="5352638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2640808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75D006F5-E7C4-4966-AF3C-591A8753C563}"/>
              </a:ext>
            </a:extLst>
          </p:cNvPr>
          <p:cNvSpPr/>
          <p:nvPr/>
        </p:nvSpPr>
        <p:spPr>
          <a:xfrm>
            <a:off x="5769487" y="1028699"/>
            <a:ext cx="6347220" cy="236764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/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blipFill>
                <a:blip r:embed="rId2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1">
                <a:extLst>
                  <a:ext uri="{FF2B5EF4-FFF2-40B4-BE49-F238E27FC236}">
                    <a16:creationId xmlns:a16="http://schemas.microsoft.com/office/drawing/2014/main" id="{97D23508-44DA-43C9-A59E-639DCF2FC298}"/>
                  </a:ext>
                </a:extLst>
              </p:cNvPr>
              <p:cNvSpPr txBox="1"/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9" name="TextBox 11">
                <a:extLst>
                  <a:ext uri="{FF2B5EF4-FFF2-40B4-BE49-F238E27FC236}">
                    <a16:creationId xmlns:a16="http://schemas.microsoft.com/office/drawing/2014/main" id="{97D23508-44DA-43C9-A59E-639DCF2FC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1">
            <a:extLst>
              <a:ext uri="{FF2B5EF4-FFF2-40B4-BE49-F238E27FC236}">
                <a16:creationId xmlns:a16="http://schemas.microsoft.com/office/drawing/2014/main" id="{B77B4F4D-5DFF-4010-9902-7D96EE38AC1D}"/>
              </a:ext>
            </a:extLst>
          </p:cNvPr>
          <p:cNvSpPr txBox="1"/>
          <p:nvPr/>
        </p:nvSpPr>
        <p:spPr>
          <a:xfrm>
            <a:off x="5788067" y="1554451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1" name="TextBox 11">
            <a:extLst>
              <a:ext uri="{FF2B5EF4-FFF2-40B4-BE49-F238E27FC236}">
                <a16:creationId xmlns:a16="http://schemas.microsoft.com/office/drawing/2014/main" id="{8D053529-8779-4646-BE9E-F76399E58DCB}"/>
              </a:ext>
            </a:extLst>
          </p:cNvPr>
          <p:cNvSpPr txBox="1"/>
          <p:nvPr/>
        </p:nvSpPr>
        <p:spPr>
          <a:xfrm>
            <a:off x="5788067" y="227462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sp>
        <p:nvSpPr>
          <p:cNvPr id="112" name="內容版面配置區 2">
            <a:extLst>
              <a:ext uri="{FF2B5EF4-FFF2-40B4-BE49-F238E27FC236}">
                <a16:creationId xmlns:a16="http://schemas.microsoft.com/office/drawing/2014/main" id="{F68C7127-BF40-491F-94FF-F3091B172FAE}"/>
              </a:ext>
            </a:extLst>
          </p:cNvPr>
          <p:cNvSpPr txBox="1">
            <a:spLocks/>
          </p:cNvSpPr>
          <p:nvPr/>
        </p:nvSpPr>
        <p:spPr>
          <a:xfrm>
            <a:off x="5960676" y="693052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space: 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AB4A814D-471E-4A7B-9548-4B6E2275DE95}"/>
              </a:ext>
            </a:extLst>
          </p:cNvPr>
          <p:cNvSpPr/>
          <p:nvPr/>
        </p:nvSpPr>
        <p:spPr>
          <a:xfrm>
            <a:off x="2594428" y="4586514"/>
            <a:ext cx="5655471" cy="1908510"/>
          </a:xfrm>
          <a:prstGeom prst="roundRect">
            <a:avLst>
              <a:gd name="adj" fmla="val 18092"/>
            </a:avLst>
          </a:prstGeom>
          <a:ln w="57150">
            <a:solidFill>
              <a:srgbClr val="0070C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25</a:t>
            </a:fld>
            <a:endParaRPr lang="zh-TW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9549506-D6E8-47A6-A551-777DE6A27C0A}"/>
              </a:ext>
            </a:extLst>
          </p:cNvPr>
          <p:cNvSpPr/>
          <p:nvPr/>
        </p:nvSpPr>
        <p:spPr>
          <a:xfrm>
            <a:off x="2603481" y="4186832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3D8AEAE-EFCC-46F0-8909-69731EFC7BDB}"/>
              </a:ext>
            </a:extLst>
          </p:cNvPr>
          <p:cNvSpPr/>
          <p:nvPr/>
        </p:nvSpPr>
        <p:spPr>
          <a:xfrm>
            <a:off x="3135232" y="4878530"/>
            <a:ext cx="457386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 from Maxwell’s equations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23A68734-0C0E-498A-941B-F4A4F9C99E78}"/>
                  </a:ext>
                </a:extLst>
              </p:cNvPr>
              <p:cNvSpPr txBox="1"/>
              <p:nvPr/>
            </p:nvSpPr>
            <p:spPr>
              <a:xfrm>
                <a:off x="3252194" y="5248992"/>
                <a:ext cx="4339939" cy="875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d>
                            <m:d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Sup>
                                <m:sSubSup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,ℓ,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sSubSup>
                            <m:sSubSup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23A68734-0C0E-498A-941B-F4A4F9C99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2194" y="5248992"/>
                <a:ext cx="4339939" cy="8753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8A277EBC-87DE-49DD-9BD9-3C2843C3CFC4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箭號: 弧形左彎 56">
            <a:extLst>
              <a:ext uri="{FF2B5EF4-FFF2-40B4-BE49-F238E27FC236}">
                <a16:creationId xmlns:a16="http://schemas.microsoft.com/office/drawing/2014/main" id="{440C7588-C3EC-4338-BD54-E5F4200E3E74}"/>
              </a:ext>
            </a:extLst>
          </p:cNvPr>
          <p:cNvSpPr/>
          <p:nvPr/>
        </p:nvSpPr>
        <p:spPr>
          <a:xfrm rot="17266193" flipH="1">
            <a:off x="4935173" y="2991492"/>
            <a:ext cx="1015200" cy="1703038"/>
          </a:xfrm>
          <a:prstGeom prst="curvedLeftArrow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3F1AF64-E5A6-4890-914E-E4BB7968272A}"/>
              </a:ext>
            </a:extLst>
          </p:cNvPr>
          <p:cNvSpPr/>
          <p:nvPr/>
        </p:nvSpPr>
        <p:spPr>
          <a:xfrm>
            <a:off x="7008686" y="3374687"/>
            <a:ext cx="3925544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Additional component 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/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blipFill>
                <a:blip r:embed="rId7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C9373A8B-F465-4B45-A349-99B0B54EAE89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96247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E321ABD4-C91E-4729-BEEF-17A859EC535F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11">
                <a:extLst>
                  <a:ext uri="{FF2B5EF4-FFF2-40B4-BE49-F238E27FC236}">
                    <a16:creationId xmlns:a16="http://schemas.microsoft.com/office/drawing/2014/main" id="{689B0DE0-CA98-43B1-9976-D659316AE0F6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91" name="TextBox 11">
                <a:extLst>
                  <a:ext uri="{FF2B5EF4-FFF2-40B4-BE49-F238E27FC236}">
                    <a16:creationId xmlns:a16="http://schemas.microsoft.com/office/drawing/2014/main" id="{689B0DE0-CA98-43B1-9976-D659316AE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11">
                <a:extLst>
                  <a:ext uri="{FF2B5EF4-FFF2-40B4-BE49-F238E27FC236}">
                    <a16:creationId xmlns:a16="http://schemas.microsoft.com/office/drawing/2014/main" id="{5BBA8089-64A1-4D00-82FF-6E54A5E3A5E5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3" name="TextBox 11">
                <a:extLst>
                  <a:ext uri="{FF2B5EF4-FFF2-40B4-BE49-F238E27FC236}">
                    <a16:creationId xmlns:a16="http://schemas.microsoft.com/office/drawing/2014/main" id="{5BBA8089-64A1-4D00-82FF-6E54A5E3A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3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SOI appear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26</a:t>
            </a:fld>
            <a:endParaRPr lang="zh-TW" altLang="en-US"/>
          </a:p>
        </p:txBody>
      </p: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F2F3E939-60D8-4065-917D-C7B7FB5AD2C6}"/>
              </a:ext>
            </a:extLst>
          </p:cNvPr>
          <p:cNvGrpSpPr/>
          <p:nvPr/>
        </p:nvGrpSpPr>
        <p:grpSpPr>
          <a:xfrm>
            <a:off x="241669" y="3311692"/>
            <a:ext cx="2445204" cy="1127530"/>
            <a:chOff x="6759573" y="-18665"/>
            <a:chExt cx="2445204" cy="1127530"/>
          </a:xfrm>
        </p:grpSpPr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3C57F2F9-6173-42F1-B2FD-D3EF237EBD9C}"/>
                </a:ext>
              </a:extLst>
            </p:cNvPr>
            <p:cNvGrpSpPr/>
            <p:nvPr/>
          </p:nvGrpSpPr>
          <p:grpSpPr>
            <a:xfrm>
              <a:off x="6759573" y="-18665"/>
              <a:ext cx="2445204" cy="1127530"/>
              <a:chOff x="6067325" y="-300721"/>
              <a:chExt cx="2400583" cy="11535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文字方塊 68">
                    <a:extLst>
                      <a:ext uri="{FF2B5EF4-FFF2-40B4-BE49-F238E27FC236}">
                        <a16:creationId xmlns:a16="http://schemas.microsoft.com/office/drawing/2014/main" id="{6ACA89A7-DC0F-4C88-97E3-EEAA45999042}"/>
                      </a:ext>
                    </a:extLst>
                  </p:cNvPr>
                  <p:cNvSpPr txBox="1"/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=−1,ℓ,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TW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55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矩形: 圓角 69">
                <a:extLst>
                  <a:ext uri="{FF2B5EF4-FFF2-40B4-BE49-F238E27FC236}">
                    <a16:creationId xmlns:a16="http://schemas.microsoft.com/office/drawing/2014/main" id="{9137BE1E-97D6-47CA-9525-9DEE185BD7DA}"/>
                  </a:ext>
                </a:extLst>
              </p:cNvPr>
              <p:cNvSpPr/>
              <p:nvPr/>
            </p:nvSpPr>
            <p:spPr>
              <a:xfrm>
                <a:off x="6067325" y="-268451"/>
                <a:ext cx="2258421" cy="1121234"/>
              </a:xfrm>
              <a:prstGeom prst="roundRect">
                <a:avLst>
                  <a:gd name="adj" fmla="val 7976"/>
                </a:avLst>
              </a:prstGeom>
              <a:noFill/>
              <a:ln w="285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91CF68A2-DFEA-4E60-A771-9070F777C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55681" y="153447"/>
              <a:ext cx="567470" cy="787419"/>
            </a:xfrm>
            <a:prstGeom prst="rect">
              <a:avLst/>
            </a:prstGeom>
          </p:spPr>
        </p:pic>
      </p:grpSp>
      <p:pic>
        <p:nvPicPr>
          <p:cNvPr id="87" name="圖片 86">
            <a:extLst>
              <a:ext uri="{FF2B5EF4-FFF2-40B4-BE49-F238E27FC236}">
                <a16:creationId xmlns:a16="http://schemas.microsoft.com/office/drawing/2014/main" id="{ED02C526-056E-4902-A8FC-FA30D49D9A9B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8257" b="1"/>
          <a:stretch/>
        </p:blipFill>
        <p:spPr>
          <a:xfrm>
            <a:off x="6420802" y="5189219"/>
            <a:ext cx="5650738" cy="1565365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278FC905-B775-4C40-A97A-65B184E6FC83}"/>
              </a:ext>
            </a:extLst>
          </p:cNvPr>
          <p:cNvGrpSpPr/>
          <p:nvPr/>
        </p:nvGrpSpPr>
        <p:grpSpPr>
          <a:xfrm>
            <a:off x="6287548" y="3467099"/>
            <a:ext cx="5783992" cy="1748971"/>
            <a:chOff x="-76784" y="3200399"/>
            <a:chExt cx="5783992" cy="1748971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A5A0A1D-F189-4232-B59D-1914F8FB75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24" b="48139"/>
            <a:stretch/>
          </p:blipFill>
          <p:spPr>
            <a:xfrm>
              <a:off x="56470" y="3200399"/>
              <a:ext cx="5650738" cy="1748971"/>
            </a:xfrm>
            <a:prstGeom prst="rect">
              <a:avLst/>
            </a:prstGeom>
          </p:spPr>
        </p:pic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B526869F-D821-4C26-9E49-228DD79BFFD6}"/>
                </a:ext>
              </a:extLst>
            </p:cNvPr>
            <p:cNvSpPr/>
            <p:nvPr/>
          </p:nvSpPr>
          <p:spPr>
            <a:xfrm rot="16200000">
              <a:off x="-235828" y="3735794"/>
              <a:ext cx="68742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a.u.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161E8B7-CDA4-45A3-AFCC-39019FCB6849}"/>
                  </a:ext>
                </a:extLst>
              </p:cNvPr>
              <p:cNvSpPr/>
              <p:nvPr/>
            </p:nvSpPr>
            <p:spPr>
              <a:xfrm>
                <a:off x="4792932" y="3462024"/>
                <a:ext cx="178352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=1.5</m:t>
                      </m:r>
                      <m:r>
                        <m:rPr>
                          <m:sty m:val="p"/>
                        </m:rPr>
                        <a:rPr lang="en-US" altLang="zh-TW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μm</m:t>
                      </m:r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161E8B7-CDA4-45A3-AFCC-39019FCB68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2932" y="3462024"/>
                <a:ext cx="1783523" cy="400110"/>
              </a:xfrm>
              <a:prstGeom prst="rect">
                <a:avLst/>
              </a:prstGeom>
              <a:blipFill>
                <a:blip r:embed="rId2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B994F3AE-BB81-4DF6-97C9-94C70F986D58}"/>
                  </a:ext>
                </a:extLst>
              </p:cNvPr>
              <p:cNvSpPr/>
              <p:nvPr/>
            </p:nvSpPr>
            <p:spPr>
              <a:xfrm>
                <a:off x="4742132" y="5144774"/>
                <a:ext cx="178352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=0.5</m:t>
                      </m:r>
                      <m:r>
                        <m:rPr>
                          <m:sty m:val="p"/>
                        </m:rPr>
                        <a:rPr lang="en-US" altLang="zh-TW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μm</m:t>
                      </m:r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B994F3AE-BB81-4DF6-97C9-94C70F986D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132" y="5144774"/>
                <a:ext cx="1783523" cy="400110"/>
              </a:xfrm>
              <a:prstGeom prst="rect">
                <a:avLst/>
              </a:prstGeom>
              <a:blipFill>
                <a:blip r:embed="rId2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FAB962E-E756-4911-AF27-B92ED547E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7362713"/>
                  </p:ext>
                </p:extLst>
              </p:nvPr>
            </p:nvGraphicFramePr>
            <p:xfrm>
              <a:off x="253212" y="4528991"/>
              <a:ext cx="4551633" cy="21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7211">
                      <a:extLst>
                        <a:ext uri="{9D8B030D-6E8A-4147-A177-3AD203B41FA5}">
                          <a16:colId xmlns:a16="http://schemas.microsoft.com/office/drawing/2014/main" val="1840542363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3699236128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4089139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Transverse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Longitudinal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1616956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solidFill>
                                <a:schemeClr val="tx1"/>
                              </a:solidFill>
                            </a:rPr>
                            <a:t>Between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±ℓ</m:t>
                              </m:r>
                            </m:oMath>
                          </a14:m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symmetric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Asymmetric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33459230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solidFill>
                                <a:schemeClr val="tx1"/>
                              </a:solidFill>
                            </a:rPr>
                            <a:t>Focused</a:t>
                          </a:r>
                        </a:p>
                        <a:p>
                          <a:pPr algn="ctr"/>
                          <a:r>
                            <a:rPr lang="en-US" altLang="zh-TW" dirty="0">
                              <a:solidFill>
                                <a:schemeClr val="tx1"/>
                              </a:solidFill>
                            </a:rPr>
                            <a:t>magnitude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merely changed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Larger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007196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FAB962E-E756-4911-AF27-B92ED547E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7362713"/>
                  </p:ext>
                </p:extLst>
              </p:nvPr>
            </p:nvGraphicFramePr>
            <p:xfrm>
              <a:off x="253212" y="4528991"/>
              <a:ext cx="4551633" cy="21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7211">
                      <a:extLst>
                        <a:ext uri="{9D8B030D-6E8A-4147-A177-3AD203B41FA5}">
                          <a16:colId xmlns:a16="http://schemas.microsoft.com/office/drawing/2014/main" val="1840542363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3699236128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4089139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Transverse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Longitudinal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1616956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402" t="-44966" r="-201205" b="-1006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symmetric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Asymmetric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33459230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solidFill>
                                <a:schemeClr val="tx1"/>
                              </a:solidFill>
                            </a:rPr>
                            <a:t>Focused</a:t>
                          </a:r>
                        </a:p>
                        <a:p>
                          <a:pPr algn="ctr"/>
                          <a:r>
                            <a:rPr lang="en-US" altLang="zh-TW" dirty="0">
                              <a:solidFill>
                                <a:schemeClr val="tx1"/>
                              </a:solidFill>
                            </a:rPr>
                            <a:t>magnitude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merely changed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Larger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007196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2" name="矩形 101">
            <a:extLst>
              <a:ext uri="{FF2B5EF4-FFF2-40B4-BE49-F238E27FC236}">
                <a16:creationId xmlns:a16="http://schemas.microsoft.com/office/drawing/2014/main" id="{DD171EE9-EAD6-4163-9729-96C554E615D8}"/>
              </a:ext>
            </a:extLst>
          </p:cNvPr>
          <p:cNvSpPr/>
          <p:nvPr/>
        </p:nvSpPr>
        <p:spPr>
          <a:xfrm>
            <a:off x="3493283" y="5391869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6EEA13D-E03E-49B7-A7AF-A3A43B132B8E}"/>
              </a:ext>
            </a:extLst>
          </p:cNvPr>
          <p:cNvSpPr/>
          <p:nvPr/>
        </p:nvSpPr>
        <p:spPr>
          <a:xfrm>
            <a:off x="5769487" y="1028699"/>
            <a:ext cx="6347220" cy="236764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978EFA4-C9D1-47E8-A15D-87BA0D13B0A1}"/>
                  </a:ext>
                </a:extLst>
              </p:cNvPr>
              <p:cNvSpPr txBox="1"/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978EFA4-C9D1-47E8-A15D-87BA0D13B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blipFill>
                <a:blip r:embed="rId2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ABA2F799-4092-4589-B72C-7A699F39FC38}"/>
                  </a:ext>
                </a:extLst>
              </p:cNvPr>
              <p:cNvSpPr txBox="1"/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ABA2F799-4092-4589-B72C-7A699F39F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">
            <a:extLst>
              <a:ext uri="{FF2B5EF4-FFF2-40B4-BE49-F238E27FC236}">
                <a16:creationId xmlns:a16="http://schemas.microsoft.com/office/drawing/2014/main" id="{1D272875-353B-4A7E-9415-B4B26AB75C90}"/>
              </a:ext>
            </a:extLst>
          </p:cNvPr>
          <p:cNvSpPr txBox="1"/>
          <p:nvPr/>
        </p:nvSpPr>
        <p:spPr>
          <a:xfrm>
            <a:off x="5788067" y="1554451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7" name="TextBox 11">
            <a:extLst>
              <a:ext uri="{FF2B5EF4-FFF2-40B4-BE49-F238E27FC236}">
                <a16:creationId xmlns:a16="http://schemas.microsoft.com/office/drawing/2014/main" id="{55244A07-91F8-407D-B93D-B337B00034DC}"/>
              </a:ext>
            </a:extLst>
          </p:cNvPr>
          <p:cNvSpPr txBox="1"/>
          <p:nvPr/>
        </p:nvSpPr>
        <p:spPr>
          <a:xfrm>
            <a:off x="5788067" y="227462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C27398B9-B846-4266-974D-E2D608335188}"/>
              </a:ext>
            </a:extLst>
          </p:cNvPr>
          <p:cNvSpPr/>
          <p:nvPr/>
        </p:nvSpPr>
        <p:spPr>
          <a:xfrm>
            <a:off x="8501165" y="2445469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">
                <a:extLst>
                  <a:ext uri="{FF2B5EF4-FFF2-40B4-BE49-F238E27FC236}">
                    <a16:creationId xmlns:a16="http://schemas.microsoft.com/office/drawing/2014/main" id="{0469EEBD-045E-45B5-868B-085F1224D554}"/>
                  </a:ext>
                </a:extLst>
              </p:cNvPr>
              <p:cNvSpPr txBox="1"/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0" name="TextBox 11">
                <a:extLst>
                  <a:ext uri="{FF2B5EF4-FFF2-40B4-BE49-F238E27FC236}">
                    <a16:creationId xmlns:a16="http://schemas.microsoft.com/office/drawing/2014/main" id="{0469EEBD-045E-45B5-868B-085F1224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blipFill>
                <a:blip r:embed="rId25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內容版面配置區 2">
            <a:extLst>
              <a:ext uri="{FF2B5EF4-FFF2-40B4-BE49-F238E27FC236}">
                <a16:creationId xmlns:a16="http://schemas.microsoft.com/office/drawing/2014/main" id="{C3F9DAEC-9F39-4FB5-A5E5-421D687794A5}"/>
              </a:ext>
            </a:extLst>
          </p:cNvPr>
          <p:cNvSpPr txBox="1">
            <a:spLocks/>
          </p:cNvSpPr>
          <p:nvPr/>
        </p:nvSpPr>
        <p:spPr>
          <a:xfrm>
            <a:off x="5960676" y="693052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space: </a:t>
            </a:r>
          </a:p>
        </p:txBody>
      </p:sp>
      <p:sp>
        <p:nvSpPr>
          <p:cNvPr id="122" name="內容版面配置區 2">
            <a:extLst>
              <a:ext uri="{FF2B5EF4-FFF2-40B4-BE49-F238E27FC236}">
                <a16:creationId xmlns:a16="http://schemas.microsoft.com/office/drawing/2014/main" id="{29AA728F-46A9-4F82-8251-9F29A82EE69D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0542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內容版面配置區 2">
            <a:extLst>
              <a:ext uri="{FF2B5EF4-FFF2-40B4-BE49-F238E27FC236}">
                <a16:creationId xmlns:a16="http://schemas.microsoft.com/office/drawing/2014/main" id="{F8AD3186-4895-4741-931D-80EC548C42A3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95" name="內容版面配置區 2">
            <a:extLst>
              <a:ext uri="{FF2B5EF4-FFF2-40B4-BE49-F238E27FC236}">
                <a16:creationId xmlns:a16="http://schemas.microsoft.com/office/drawing/2014/main" id="{7219055C-DB29-4348-8A73-2E9C69AA40E7}"/>
              </a:ext>
            </a:extLst>
          </p:cNvPr>
          <p:cNvSpPr txBox="1">
            <a:spLocks/>
          </p:cNvSpPr>
          <p:nvPr/>
        </p:nvSpPr>
        <p:spPr>
          <a:xfrm>
            <a:off x="8637203" y="1437948"/>
            <a:ext cx="3306126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What we really need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11">
                <a:extLst>
                  <a:ext uri="{FF2B5EF4-FFF2-40B4-BE49-F238E27FC236}">
                    <a16:creationId xmlns:a16="http://schemas.microsoft.com/office/drawing/2014/main" id="{C4146DBB-899A-4BB2-BF32-171D754052D2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6" name="TextBox 11">
                <a:extLst>
                  <a:ext uri="{FF2B5EF4-FFF2-40B4-BE49-F238E27FC236}">
                    <a16:creationId xmlns:a16="http://schemas.microsoft.com/office/drawing/2014/main" id="{C4146DBB-899A-4BB2-BF32-171D75405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61E1DED0-D11C-468D-A22D-30BD9036386F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11">
                <a:extLst>
                  <a:ext uri="{FF2B5EF4-FFF2-40B4-BE49-F238E27FC236}">
                    <a16:creationId xmlns:a16="http://schemas.microsoft.com/office/drawing/2014/main" id="{2E720949-CA1E-481A-BBD4-D438065111A9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TextBox 11">
                <a:extLst>
                  <a:ext uri="{FF2B5EF4-FFF2-40B4-BE49-F238E27FC236}">
                    <a16:creationId xmlns:a16="http://schemas.microsoft.com/office/drawing/2014/main" id="{2E720949-CA1E-481A-BBD4-D43806511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3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11">
            <a:extLst>
              <a:ext uri="{FF2B5EF4-FFF2-40B4-BE49-F238E27FC236}">
                <a16:creationId xmlns:a16="http://schemas.microsoft.com/office/drawing/2014/main" id="{6B56D46C-54D4-4A98-947A-1C3554FF0299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00" name="TextBox 11">
            <a:extLst>
              <a:ext uri="{FF2B5EF4-FFF2-40B4-BE49-F238E27FC236}">
                <a16:creationId xmlns:a16="http://schemas.microsoft.com/office/drawing/2014/main" id="{2853BB71-E3DC-45D3-BD2B-E92A3D1B1EB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101" name="圖形 100">
            <a:extLst>
              <a:ext uri="{FF2B5EF4-FFF2-40B4-BE49-F238E27FC236}">
                <a16:creationId xmlns:a16="http://schemas.microsoft.com/office/drawing/2014/main" id="{DAC84C1E-E257-4F75-823F-C758A2D4EC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102" name="圖形 101">
            <a:extLst>
              <a:ext uri="{FF2B5EF4-FFF2-40B4-BE49-F238E27FC236}">
                <a16:creationId xmlns:a16="http://schemas.microsoft.com/office/drawing/2014/main" id="{691395E9-910A-45A1-9B16-0C21C7E176A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104" name="圖形 103">
            <a:extLst>
              <a:ext uri="{FF2B5EF4-FFF2-40B4-BE49-F238E27FC236}">
                <a16:creationId xmlns:a16="http://schemas.microsoft.com/office/drawing/2014/main" id="{C31FC7F3-56D4-44B4-ADF3-1A616E6B440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105" name="圖形 104">
            <a:extLst>
              <a:ext uri="{FF2B5EF4-FFF2-40B4-BE49-F238E27FC236}">
                <a16:creationId xmlns:a16="http://schemas.microsoft.com/office/drawing/2014/main" id="{6BC44DA0-C071-4341-B862-D239EC13621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sp>
        <p:nvSpPr>
          <p:cNvPr id="106" name="矩形 105">
            <a:extLst>
              <a:ext uri="{FF2B5EF4-FFF2-40B4-BE49-F238E27FC236}">
                <a16:creationId xmlns:a16="http://schemas.microsoft.com/office/drawing/2014/main" id="{0641A8E0-A88A-4F7F-A572-6D0AA898EC3D}"/>
              </a:ext>
            </a:extLst>
          </p:cNvPr>
          <p:cNvSpPr/>
          <p:nvPr/>
        </p:nvSpPr>
        <p:spPr>
          <a:xfrm>
            <a:off x="10744949" y="5312843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50C86663-EA1E-4D10-B470-E9DAF06D9698}"/>
              </a:ext>
            </a:extLst>
          </p:cNvPr>
          <p:cNvGrpSpPr/>
          <p:nvPr/>
        </p:nvGrpSpPr>
        <p:grpSpPr>
          <a:xfrm>
            <a:off x="6112329" y="35822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8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9" name="圖形 108">
              <a:extLst>
                <a:ext uri="{FF2B5EF4-FFF2-40B4-BE49-F238E27FC236}">
                  <a16:creationId xmlns:a16="http://schemas.microsoft.com/office/drawing/2014/main" id="{AC10A9F6-03BC-4140-B2CC-9C5E310A09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110" name="圖形 109">
              <a:extLst>
                <a:ext uri="{FF2B5EF4-FFF2-40B4-BE49-F238E27FC236}">
                  <a16:creationId xmlns:a16="http://schemas.microsoft.com/office/drawing/2014/main" id="{5581029C-88A4-4C23-AC8C-EE9BBE8404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4F86032B-B8AF-488E-9D35-4F22DD8E701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TextBox 11">
                  <a:extLst>
                    <a:ext uri="{FF2B5EF4-FFF2-40B4-BE49-F238E27FC236}">
                      <a16:creationId xmlns:a16="http://schemas.microsoft.com/office/drawing/2014/main" id="{A2186DD2-B95F-4AF1-AC97-E98C5E6FD93C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14" name="TextBox 11">
                  <a:extLst>
                    <a:ext uri="{FF2B5EF4-FFF2-40B4-BE49-F238E27FC236}">
                      <a16:creationId xmlns:a16="http://schemas.microsoft.com/office/drawing/2014/main" id="{A2186DD2-B95F-4AF1-AC97-E98C5E6FD9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6" name="圖形 115">
              <a:extLst>
                <a:ext uri="{FF2B5EF4-FFF2-40B4-BE49-F238E27FC236}">
                  <a16:creationId xmlns:a16="http://schemas.microsoft.com/office/drawing/2014/main" id="{3687E4D9-BF7D-4B8E-A8A8-6952830495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118" name="圖形 117">
              <a:extLst>
                <a:ext uri="{FF2B5EF4-FFF2-40B4-BE49-F238E27FC236}">
                  <a16:creationId xmlns:a16="http://schemas.microsoft.com/office/drawing/2014/main" id="{EB4EE8B5-076A-4EB6-B164-5A9BEDCF71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11" name="矩形: 圓角 110">
            <a:extLst>
              <a:ext uri="{FF2B5EF4-FFF2-40B4-BE49-F238E27FC236}">
                <a16:creationId xmlns:a16="http://schemas.microsoft.com/office/drawing/2014/main" id="{436FBC56-B1B9-4F94-A9D6-57EC654686C8}"/>
              </a:ext>
            </a:extLst>
          </p:cNvPr>
          <p:cNvSpPr/>
          <p:nvPr/>
        </p:nvSpPr>
        <p:spPr>
          <a:xfrm>
            <a:off x="145774" y="1059541"/>
            <a:ext cx="5529600" cy="2786745"/>
          </a:xfrm>
          <a:prstGeom prst="roundRect">
            <a:avLst>
              <a:gd name="adj" fmla="val 10061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/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blipFill>
                <a:blip r:embed="rId10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6B06B26E-6431-4A71-B841-72A8E538992D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solutions: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/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blipFill>
                <a:blip r:embed="rId11"/>
                <a:stretch>
                  <a:fillRect r="-6064"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群組 38">
            <a:extLst>
              <a:ext uri="{FF2B5EF4-FFF2-40B4-BE49-F238E27FC236}">
                <a16:creationId xmlns:a16="http://schemas.microsoft.com/office/drawing/2014/main" id="{8E100277-6390-4AA3-9C56-59870D24E711}"/>
              </a:ext>
            </a:extLst>
          </p:cNvPr>
          <p:cNvGrpSpPr/>
          <p:nvPr/>
        </p:nvGrpSpPr>
        <p:grpSpPr>
          <a:xfrm>
            <a:off x="452952" y="2278620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12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11">
                  <a:extLst>
                    <a:ext uri="{FF2B5EF4-FFF2-40B4-BE49-F238E27FC236}">
                      <a16:creationId xmlns:a16="http://schemas.microsoft.com/office/drawing/2014/main" id="{C142566C-C4D8-40DD-89DA-A677273C894B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13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3" name="圖形 42">
              <a:extLst>
                <a:ext uri="{FF2B5EF4-FFF2-40B4-BE49-F238E27FC236}">
                  <a16:creationId xmlns:a16="http://schemas.microsoft.com/office/drawing/2014/main" id="{FA33AAE8-FD45-4AFE-8762-FE8AA0E58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44" name="圖形 43">
              <a:extLst>
                <a:ext uri="{FF2B5EF4-FFF2-40B4-BE49-F238E27FC236}">
                  <a16:creationId xmlns:a16="http://schemas.microsoft.com/office/drawing/2014/main" id="{A1B85B82-B796-40CB-8241-9D6C95F4E8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27CF90DD-6DEF-470F-A683-1FA0709793AA}"/>
              </a:ext>
            </a:extLst>
          </p:cNvPr>
          <p:cNvSpPr/>
          <p:nvPr/>
        </p:nvSpPr>
        <p:spPr>
          <a:xfrm>
            <a:off x="566557" y="5007429"/>
            <a:ext cx="4586014" cy="1514212"/>
          </a:xfrm>
          <a:prstGeom prst="roundRect">
            <a:avLst>
              <a:gd name="adj" fmla="val 18092"/>
            </a:avLst>
          </a:prstGeom>
          <a:ln w="57150">
            <a:solidFill>
              <a:srgbClr val="7030A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C1503F33-B4F5-4072-B4B9-4C2F6E3DA0D1}"/>
              </a:ext>
            </a:extLst>
          </p:cNvPr>
          <p:cNvSpPr/>
          <p:nvPr/>
        </p:nvSpPr>
        <p:spPr>
          <a:xfrm>
            <a:off x="447281" y="4598079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42104CE-4C9C-4979-A2F1-BCADD6AB81E6}"/>
              </a:ext>
            </a:extLst>
          </p:cNvPr>
          <p:cNvSpPr/>
          <p:nvPr/>
        </p:nvSpPr>
        <p:spPr>
          <a:xfrm>
            <a:off x="350698" y="5238459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in plane-wave basis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內容版面配置區 2">
            <a:extLst>
              <a:ext uri="{FF2B5EF4-FFF2-40B4-BE49-F238E27FC236}">
                <a16:creationId xmlns:a16="http://schemas.microsoft.com/office/drawing/2014/main" id="{ED0C90CB-641A-4B9E-939B-00741F9ECEB7}"/>
              </a:ext>
            </a:extLst>
          </p:cNvPr>
          <p:cNvSpPr txBox="1">
            <a:spLocks/>
          </p:cNvSpPr>
          <p:nvPr/>
        </p:nvSpPr>
        <p:spPr>
          <a:xfrm>
            <a:off x="225906" y="1217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Lorentz :</a:t>
            </a:r>
          </a:p>
        </p:txBody>
      </p:sp>
      <p:sp>
        <p:nvSpPr>
          <p:cNvPr id="143" name="內容版面配置區 2">
            <a:extLst>
              <a:ext uri="{FF2B5EF4-FFF2-40B4-BE49-F238E27FC236}">
                <a16:creationId xmlns:a16="http://schemas.microsoft.com/office/drawing/2014/main" id="{A035F166-E418-466C-92EC-0BAFBB9A4C4E}"/>
              </a:ext>
            </a:extLst>
          </p:cNvPr>
          <p:cNvSpPr txBox="1">
            <a:spLocks/>
          </p:cNvSpPr>
          <p:nvPr/>
        </p:nvSpPr>
        <p:spPr>
          <a:xfrm>
            <a:off x="225906" y="2009788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/ Lorentz :</a:t>
            </a:r>
          </a:p>
        </p:txBody>
      </p:sp>
      <p:sp>
        <p:nvSpPr>
          <p:cNvPr id="144" name="內容版面配置區 2">
            <a:extLst>
              <a:ext uri="{FF2B5EF4-FFF2-40B4-BE49-F238E27FC236}">
                <a16:creationId xmlns:a16="http://schemas.microsoft.com/office/drawing/2014/main" id="{347A7B95-C8DA-487E-BB37-F7D73A2286B1}"/>
              </a:ext>
            </a:extLst>
          </p:cNvPr>
          <p:cNvSpPr txBox="1">
            <a:spLocks/>
          </p:cNvSpPr>
          <p:nvPr/>
        </p:nvSpPr>
        <p:spPr>
          <a:xfrm>
            <a:off x="225906" y="2808263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Coulomb :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E8FBD04F-DFA0-41F0-90A7-2B127EACBA67}"/>
              </a:ext>
            </a:extLst>
          </p:cNvPr>
          <p:cNvGrpSpPr/>
          <p:nvPr/>
        </p:nvGrpSpPr>
        <p:grpSpPr>
          <a:xfrm>
            <a:off x="755934" y="5607586"/>
            <a:ext cx="4396638" cy="707373"/>
            <a:chOff x="6347562" y="1937285"/>
            <a:chExt cx="4396638" cy="7073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1">
                  <a:extLst>
                    <a:ext uri="{FF2B5EF4-FFF2-40B4-BE49-F238E27FC236}">
                      <a16:creationId xmlns:a16="http://schemas.microsoft.com/office/drawing/2014/main" id="{15D34607-12DF-4BD3-B1DB-88E3ADFBE9AD}"/>
                    </a:ext>
                  </a:extLst>
                </p:cNvPr>
                <p:cNvSpPr txBox="1"/>
                <p:nvPr/>
              </p:nvSpPr>
              <p:spPr>
                <a:xfrm>
                  <a:off x="6347562" y="1937285"/>
                  <a:ext cx="4396638" cy="7073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nary>
                          <m:naryPr>
                            <m:ctrl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 altLang="zh-TW" sz="19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sSubSup>
                              <m:sSubSup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,ℓ,</m:t>
                                </m:r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  <m:sup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  <m:sSup>
                              <m:sSupPr>
                                <m:ctrlP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·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6" name="TextBox 11">
                  <a:extLst>
                    <a:ext uri="{FF2B5EF4-FFF2-40B4-BE49-F238E27FC236}">
                      <a16:creationId xmlns:a16="http://schemas.microsoft.com/office/drawing/2014/main" id="{15D34607-12DF-4BD3-B1DB-88E3ADFB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7562" y="1937285"/>
                  <a:ext cx="4396638" cy="707373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1" name="圖形 150">
              <a:extLst>
                <a:ext uri="{FF2B5EF4-FFF2-40B4-BE49-F238E27FC236}">
                  <a16:creationId xmlns:a16="http://schemas.microsoft.com/office/drawing/2014/main" id="{2F4855D1-BB15-4886-AD03-C59A94B60F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" r="53142" b="-1"/>
            <a:stretch/>
          </p:blipFill>
          <p:spPr>
            <a:xfrm>
              <a:off x="8922651" y="2215923"/>
              <a:ext cx="224841" cy="172247"/>
            </a:xfrm>
            <a:prstGeom prst="rect">
              <a:avLst/>
            </a:prstGeom>
          </p:spPr>
        </p:pic>
      </p:grpSp>
      <p:sp>
        <p:nvSpPr>
          <p:cNvPr id="67" name="箭號: 弧形左彎 66">
            <a:extLst>
              <a:ext uri="{FF2B5EF4-FFF2-40B4-BE49-F238E27FC236}">
                <a16:creationId xmlns:a16="http://schemas.microsoft.com/office/drawing/2014/main" id="{BADC73C7-1290-4075-B983-BC67DAD7AA5B}"/>
              </a:ext>
            </a:extLst>
          </p:cNvPr>
          <p:cNvSpPr/>
          <p:nvPr/>
        </p:nvSpPr>
        <p:spPr>
          <a:xfrm rot="19288798" flipH="1">
            <a:off x="4791736" y="3745730"/>
            <a:ext cx="1015200" cy="1703038"/>
          </a:xfrm>
          <a:prstGeom prst="curvedLef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119" name="圖形 118">
            <a:extLst>
              <a:ext uri="{FF2B5EF4-FFF2-40B4-BE49-F238E27FC236}">
                <a16:creationId xmlns:a16="http://schemas.microsoft.com/office/drawing/2014/main" id="{84AC5802-D529-485E-99BB-7A3F4F5FC6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90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74" name="內容版面配置區 2">
            <a:extLst>
              <a:ext uri="{FF2B5EF4-FFF2-40B4-BE49-F238E27FC236}">
                <a16:creationId xmlns:a16="http://schemas.microsoft.com/office/drawing/2014/main" id="{DE9DEF2D-9F08-4552-AE86-EBAA87096021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矩形: 圓角 80">
            <a:extLst>
              <a:ext uri="{FF2B5EF4-FFF2-40B4-BE49-F238E27FC236}">
                <a16:creationId xmlns:a16="http://schemas.microsoft.com/office/drawing/2014/main" id="{6C4EBC36-C5FD-4E2E-BA6B-ACDF9D0A04FC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5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11">
            <a:extLst>
              <a:ext uri="{FF2B5EF4-FFF2-40B4-BE49-F238E27FC236}">
                <a16:creationId xmlns:a16="http://schemas.microsoft.com/office/drawing/2014/main" id="{3C6A2C24-E7B8-470D-8A7F-4AB6062EEF0E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84" name="TextBox 11">
            <a:extLst>
              <a:ext uri="{FF2B5EF4-FFF2-40B4-BE49-F238E27FC236}">
                <a16:creationId xmlns:a16="http://schemas.microsoft.com/office/drawing/2014/main" id="{25FC2CD4-EF42-489D-982E-64D4DA568B4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85" name="圖形 84">
            <a:extLst>
              <a:ext uri="{FF2B5EF4-FFF2-40B4-BE49-F238E27FC236}">
                <a16:creationId xmlns:a16="http://schemas.microsoft.com/office/drawing/2014/main" id="{93C92BA4-E78A-4AC9-B03A-1ADBE39E7D4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86" name="圖形 85">
            <a:extLst>
              <a:ext uri="{FF2B5EF4-FFF2-40B4-BE49-F238E27FC236}">
                <a16:creationId xmlns:a16="http://schemas.microsoft.com/office/drawing/2014/main" id="{71712854-DBB8-406B-A388-D762901EF50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87" name="圖形 86">
            <a:extLst>
              <a:ext uri="{FF2B5EF4-FFF2-40B4-BE49-F238E27FC236}">
                <a16:creationId xmlns:a16="http://schemas.microsoft.com/office/drawing/2014/main" id="{43E82ADB-4CCF-4B94-A128-47BBE591AD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88" name="圖形 87">
            <a:extLst>
              <a:ext uri="{FF2B5EF4-FFF2-40B4-BE49-F238E27FC236}">
                <a16:creationId xmlns:a16="http://schemas.microsoft.com/office/drawing/2014/main" id="{E309D085-6DFD-4B74-82F2-03E8778C65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sp>
        <p:nvSpPr>
          <p:cNvPr id="89" name="矩形 88">
            <a:extLst>
              <a:ext uri="{FF2B5EF4-FFF2-40B4-BE49-F238E27FC236}">
                <a16:creationId xmlns:a16="http://schemas.microsoft.com/office/drawing/2014/main" id="{01889436-B33B-4865-9E0E-AD49A41B3575}"/>
              </a:ext>
            </a:extLst>
          </p:cNvPr>
          <p:cNvSpPr/>
          <p:nvPr/>
        </p:nvSpPr>
        <p:spPr>
          <a:xfrm>
            <a:off x="10744949" y="5312843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E972B4F8-4485-4532-BDCD-BF12DB7EAAED}"/>
              </a:ext>
            </a:extLst>
          </p:cNvPr>
          <p:cNvGrpSpPr/>
          <p:nvPr/>
        </p:nvGrpSpPr>
        <p:grpSpPr>
          <a:xfrm>
            <a:off x="6112329" y="35822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11">
                  <a:extLst>
                    <a:ext uri="{FF2B5EF4-FFF2-40B4-BE49-F238E27FC236}">
                      <a16:creationId xmlns:a16="http://schemas.microsoft.com/office/drawing/2014/main" id="{FF7EB227-A71D-4D08-B3C0-16F2F37F20F9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1" name="TextBox 11">
                  <a:extLst>
                    <a:ext uri="{FF2B5EF4-FFF2-40B4-BE49-F238E27FC236}">
                      <a16:creationId xmlns:a16="http://schemas.microsoft.com/office/drawing/2014/main" id="{FF7EB227-A71D-4D08-B3C0-16F2F37F2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8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2" name="圖形 91">
              <a:extLst>
                <a:ext uri="{FF2B5EF4-FFF2-40B4-BE49-F238E27FC236}">
                  <a16:creationId xmlns:a16="http://schemas.microsoft.com/office/drawing/2014/main" id="{94C1E10F-EA00-45C4-9C21-E839440C3B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93" name="圖形 92">
              <a:extLst>
                <a:ext uri="{FF2B5EF4-FFF2-40B4-BE49-F238E27FC236}">
                  <a16:creationId xmlns:a16="http://schemas.microsoft.com/office/drawing/2014/main" id="{FA8CFF45-BDFA-4744-ADE9-D356F57473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grpSp>
        <p:nvGrpSpPr>
          <p:cNvPr id="94" name="群組 93">
            <a:extLst>
              <a:ext uri="{FF2B5EF4-FFF2-40B4-BE49-F238E27FC236}">
                <a16:creationId xmlns:a16="http://schemas.microsoft.com/office/drawing/2014/main" id="{A6489FEE-5993-4FB2-B4A2-B5E45B7C8BD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6" name="圖形 95">
              <a:extLst>
                <a:ext uri="{FF2B5EF4-FFF2-40B4-BE49-F238E27FC236}">
                  <a16:creationId xmlns:a16="http://schemas.microsoft.com/office/drawing/2014/main" id="{8FB92DD1-EBDF-418E-82EB-0A3A340BD9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42DF1246-F49D-4656-AADD-733C1E663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98" name="TextBox 11">
            <a:extLst>
              <a:ext uri="{FF2B5EF4-FFF2-40B4-BE49-F238E27FC236}">
                <a16:creationId xmlns:a16="http://schemas.microsoft.com/office/drawing/2014/main" id="{0165B2E0-3B2E-4496-9403-C58831292EB7}"/>
              </a:ext>
            </a:extLst>
          </p:cNvPr>
          <p:cNvSpPr txBox="1"/>
          <p:nvPr/>
        </p:nvSpPr>
        <p:spPr>
          <a:xfrm>
            <a:off x="29525" y="1068223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99" name="TextBox 11">
            <a:extLst>
              <a:ext uri="{FF2B5EF4-FFF2-40B4-BE49-F238E27FC236}">
                <a16:creationId xmlns:a16="http://schemas.microsoft.com/office/drawing/2014/main" id="{FA9859C0-2248-4CEA-BE29-F9E9F05D213C}"/>
              </a:ext>
            </a:extLst>
          </p:cNvPr>
          <p:cNvSpPr txBox="1"/>
          <p:nvPr/>
        </p:nvSpPr>
        <p:spPr>
          <a:xfrm>
            <a:off x="29525" y="31273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63D0EB82-33A7-4E3D-A075-2CF77F68DF8B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50063"/>
          <a:stretch/>
        </p:blipFill>
        <p:spPr>
          <a:xfrm>
            <a:off x="86769" y="1479550"/>
            <a:ext cx="5777001" cy="1527134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3D464BB0-4C19-4CEE-A8EB-55A63F3E95B4}"/>
              </a:ext>
            </a:extLst>
          </p:cNvPr>
          <p:cNvGrpSpPr/>
          <p:nvPr/>
        </p:nvGrpSpPr>
        <p:grpSpPr>
          <a:xfrm>
            <a:off x="9239" y="3437346"/>
            <a:ext cx="5921026" cy="3049932"/>
            <a:chOff x="9239" y="3437346"/>
            <a:chExt cx="5921026" cy="3049932"/>
          </a:xfrm>
        </p:grpSpPr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6AE6D31-5CEC-4359-8AED-A33A7685C3A0}"/>
                </a:ext>
              </a:extLst>
            </p:cNvPr>
            <p:cNvGrpSpPr/>
            <p:nvPr/>
          </p:nvGrpSpPr>
          <p:grpSpPr>
            <a:xfrm>
              <a:off x="9239" y="3437346"/>
              <a:ext cx="5921026" cy="3049932"/>
              <a:chOff x="-286" y="4281896"/>
              <a:chExt cx="5921026" cy="3049932"/>
            </a:xfrm>
          </p:grpSpPr>
          <p:pic>
            <p:nvPicPr>
              <p:cNvPr id="36" name="圖片 35">
                <a:extLst>
                  <a:ext uri="{FF2B5EF4-FFF2-40B4-BE49-F238E27FC236}">
                    <a16:creationId xmlns:a16="http://schemas.microsoft.com/office/drawing/2014/main" id="{809170DC-3198-4924-98B6-BDFF6260144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34634"/>
              <a:stretch/>
            </p:blipFill>
            <p:spPr>
              <a:xfrm>
                <a:off x="-286" y="4358639"/>
                <a:ext cx="5861971" cy="2973189"/>
              </a:xfrm>
              <a:prstGeom prst="rect">
                <a:avLst/>
              </a:prstGeom>
            </p:spPr>
          </p:pic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A51EA9D-0FCF-4787-B5DD-F01745904030}"/>
                  </a:ext>
                </a:extLst>
              </p:cNvPr>
              <p:cNvSpPr/>
              <p:nvPr/>
            </p:nvSpPr>
            <p:spPr>
              <a:xfrm>
                <a:off x="5006340" y="4281896"/>
                <a:ext cx="914400" cy="1385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58D2276-6B96-4045-9497-9C57524DD73A}"/>
                </a:ext>
              </a:extLst>
            </p:cNvPr>
            <p:cNvSpPr/>
            <p:nvPr/>
          </p:nvSpPr>
          <p:spPr>
            <a:xfrm>
              <a:off x="4882243" y="3477078"/>
              <a:ext cx="914400" cy="138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pic>
        <p:nvPicPr>
          <p:cNvPr id="42" name="圖形 41">
            <a:extLst>
              <a:ext uri="{FF2B5EF4-FFF2-40B4-BE49-F238E27FC236}">
                <a16:creationId xmlns:a16="http://schemas.microsoft.com/office/drawing/2014/main" id="{4EC1D1F5-CC51-4903-BA6A-D59868999DE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  <p:sp>
        <p:nvSpPr>
          <p:cNvPr id="44" name="矩形 43">
            <a:extLst>
              <a:ext uri="{FF2B5EF4-FFF2-40B4-BE49-F238E27FC236}">
                <a16:creationId xmlns:a16="http://schemas.microsoft.com/office/drawing/2014/main" id="{47561EF9-10E1-42C3-B92B-78C574847015}"/>
              </a:ext>
            </a:extLst>
          </p:cNvPr>
          <p:cNvSpPr/>
          <p:nvPr/>
        </p:nvSpPr>
        <p:spPr>
          <a:xfrm>
            <a:off x="1225589" y="3613090"/>
            <a:ext cx="42554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Total AM appear in phase structure 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257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539CED67-5E6A-4DA4-886B-0B31B24825A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248"/>
          <a:stretch/>
        </p:blipFill>
        <p:spPr>
          <a:xfrm>
            <a:off x="86769" y="1442177"/>
            <a:ext cx="5777001" cy="1521460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A2A7E459-1098-485B-A0E8-8C6FD5A66116}"/>
              </a:ext>
            </a:extLst>
          </p:cNvPr>
          <p:cNvGrpSpPr/>
          <p:nvPr/>
        </p:nvGrpSpPr>
        <p:grpSpPr>
          <a:xfrm>
            <a:off x="14954" y="3472395"/>
            <a:ext cx="5861971" cy="1725255"/>
            <a:chOff x="14954" y="3766309"/>
            <a:chExt cx="5861971" cy="1725255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72AEDFB6-E51D-4AF6-BE77-65DF0BBF5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3524"/>
            <a:stretch/>
          </p:blipFill>
          <p:spPr>
            <a:xfrm>
              <a:off x="14954" y="3766309"/>
              <a:ext cx="5861971" cy="1659131"/>
            </a:xfrm>
            <a:prstGeom prst="rect">
              <a:avLst/>
            </a:prstGeom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34758D6-1C14-4399-97C6-55AFDEDAEA45}"/>
                </a:ext>
              </a:extLst>
            </p:cNvPr>
            <p:cNvSpPr/>
            <p:nvPr/>
          </p:nvSpPr>
          <p:spPr>
            <a:xfrm>
              <a:off x="266700" y="5353050"/>
              <a:ext cx="914400" cy="138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74" name="內容版面配置區 2">
            <a:extLst>
              <a:ext uri="{FF2B5EF4-FFF2-40B4-BE49-F238E27FC236}">
                <a16:creationId xmlns:a16="http://schemas.microsoft.com/office/drawing/2014/main" id="{DE9DEF2D-9F08-4552-AE86-EBAA87096021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矩形: 圓角 80">
            <a:extLst>
              <a:ext uri="{FF2B5EF4-FFF2-40B4-BE49-F238E27FC236}">
                <a16:creationId xmlns:a16="http://schemas.microsoft.com/office/drawing/2014/main" id="{6C4EBC36-C5FD-4E2E-BA6B-ACDF9D0A04FC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7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11">
            <a:extLst>
              <a:ext uri="{FF2B5EF4-FFF2-40B4-BE49-F238E27FC236}">
                <a16:creationId xmlns:a16="http://schemas.microsoft.com/office/drawing/2014/main" id="{3C6A2C24-E7B8-470D-8A7F-4AB6062EEF0E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84" name="TextBox 11">
            <a:extLst>
              <a:ext uri="{FF2B5EF4-FFF2-40B4-BE49-F238E27FC236}">
                <a16:creationId xmlns:a16="http://schemas.microsoft.com/office/drawing/2014/main" id="{25FC2CD4-EF42-489D-982E-64D4DA568B4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85" name="圖形 84">
            <a:extLst>
              <a:ext uri="{FF2B5EF4-FFF2-40B4-BE49-F238E27FC236}">
                <a16:creationId xmlns:a16="http://schemas.microsoft.com/office/drawing/2014/main" id="{93C92BA4-E78A-4AC9-B03A-1ADBE39E7D4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86" name="圖形 85">
            <a:extLst>
              <a:ext uri="{FF2B5EF4-FFF2-40B4-BE49-F238E27FC236}">
                <a16:creationId xmlns:a16="http://schemas.microsoft.com/office/drawing/2014/main" id="{71712854-DBB8-406B-A388-D762901EF50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87" name="圖形 86">
            <a:extLst>
              <a:ext uri="{FF2B5EF4-FFF2-40B4-BE49-F238E27FC236}">
                <a16:creationId xmlns:a16="http://schemas.microsoft.com/office/drawing/2014/main" id="{43E82ADB-4CCF-4B94-A128-47BBE591AD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88" name="圖形 87">
            <a:extLst>
              <a:ext uri="{FF2B5EF4-FFF2-40B4-BE49-F238E27FC236}">
                <a16:creationId xmlns:a16="http://schemas.microsoft.com/office/drawing/2014/main" id="{E309D085-6DFD-4B74-82F2-03E8778C65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sp>
        <p:nvSpPr>
          <p:cNvPr id="89" name="矩形 88">
            <a:extLst>
              <a:ext uri="{FF2B5EF4-FFF2-40B4-BE49-F238E27FC236}">
                <a16:creationId xmlns:a16="http://schemas.microsoft.com/office/drawing/2014/main" id="{01889436-B33B-4865-9E0E-AD49A41B3575}"/>
              </a:ext>
            </a:extLst>
          </p:cNvPr>
          <p:cNvSpPr/>
          <p:nvPr/>
        </p:nvSpPr>
        <p:spPr>
          <a:xfrm>
            <a:off x="10744949" y="5312843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E972B4F8-4485-4532-BDCD-BF12DB7EAAED}"/>
              </a:ext>
            </a:extLst>
          </p:cNvPr>
          <p:cNvGrpSpPr/>
          <p:nvPr/>
        </p:nvGrpSpPr>
        <p:grpSpPr>
          <a:xfrm>
            <a:off x="6112329" y="35822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11">
                  <a:extLst>
                    <a:ext uri="{FF2B5EF4-FFF2-40B4-BE49-F238E27FC236}">
                      <a16:creationId xmlns:a16="http://schemas.microsoft.com/office/drawing/2014/main" id="{FF7EB227-A71D-4D08-B3C0-16F2F37F20F9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1" name="TextBox 11">
                  <a:extLst>
                    <a:ext uri="{FF2B5EF4-FFF2-40B4-BE49-F238E27FC236}">
                      <a16:creationId xmlns:a16="http://schemas.microsoft.com/office/drawing/2014/main" id="{FF7EB227-A71D-4D08-B3C0-16F2F37F2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1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2" name="圖形 91">
              <a:extLst>
                <a:ext uri="{FF2B5EF4-FFF2-40B4-BE49-F238E27FC236}">
                  <a16:creationId xmlns:a16="http://schemas.microsoft.com/office/drawing/2014/main" id="{94C1E10F-EA00-45C4-9C21-E839440C3B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93" name="圖形 92">
              <a:extLst>
                <a:ext uri="{FF2B5EF4-FFF2-40B4-BE49-F238E27FC236}">
                  <a16:creationId xmlns:a16="http://schemas.microsoft.com/office/drawing/2014/main" id="{FA8CFF45-BDFA-4744-ADE9-D356F57473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grpSp>
        <p:nvGrpSpPr>
          <p:cNvPr id="94" name="群組 93">
            <a:extLst>
              <a:ext uri="{FF2B5EF4-FFF2-40B4-BE49-F238E27FC236}">
                <a16:creationId xmlns:a16="http://schemas.microsoft.com/office/drawing/2014/main" id="{A6489FEE-5993-4FB2-B4A2-B5E45B7C8BD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6" name="圖形 95">
              <a:extLst>
                <a:ext uri="{FF2B5EF4-FFF2-40B4-BE49-F238E27FC236}">
                  <a16:creationId xmlns:a16="http://schemas.microsoft.com/office/drawing/2014/main" id="{8FB92DD1-EBDF-418E-82EB-0A3A340BD9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42DF1246-F49D-4656-AADD-733C1E663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100" name="TextBox 11">
            <a:extLst>
              <a:ext uri="{FF2B5EF4-FFF2-40B4-BE49-F238E27FC236}">
                <a16:creationId xmlns:a16="http://schemas.microsoft.com/office/drawing/2014/main" id="{42C0CE8A-6C9C-419C-AEF6-98FDEF3916B9}"/>
              </a:ext>
            </a:extLst>
          </p:cNvPr>
          <p:cNvSpPr txBox="1"/>
          <p:nvPr/>
        </p:nvSpPr>
        <p:spPr>
          <a:xfrm>
            <a:off x="29525" y="1068223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01" name="TextBox 11">
            <a:extLst>
              <a:ext uri="{FF2B5EF4-FFF2-40B4-BE49-F238E27FC236}">
                <a16:creationId xmlns:a16="http://schemas.microsoft.com/office/drawing/2014/main" id="{1D5408FA-3398-4A22-AA07-9C02B2E105CC}"/>
              </a:ext>
            </a:extLst>
          </p:cNvPr>
          <p:cNvSpPr txBox="1"/>
          <p:nvPr/>
        </p:nvSpPr>
        <p:spPr>
          <a:xfrm>
            <a:off x="29525" y="31273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104" name="圖形 103">
            <a:extLst>
              <a:ext uri="{FF2B5EF4-FFF2-40B4-BE49-F238E27FC236}">
                <a16:creationId xmlns:a16="http://schemas.microsoft.com/office/drawing/2014/main" id="{5DD9D76C-B69C-4E8F-BCC3-1FEACA52BE1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DDE108C-DA3C-47E8-AFD8-CA9E5EF22F9E}"/>
                  </a:ext>
                </a:extLst>
              </p:cNvPr>
              <p:cNvSpPr/>
              <p:nvPr/>
            </p:nvSpPr>
            <p:spPr>
              <a:xfrm>
                <a:off x="864879" y="5265842"/>
                <a:ext cx="385732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Same radial structure for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000" b="1" i="1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</m:t>
                    </m:r>
                    <m:r>
                      <a:rPr lang="en-US" altLang="zh-TW" sz="2000" b="1" i="1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b="1" dirty="0">
                  <a:solidFill>
                    <a:srgbClr val="FF0000"/>
                  </a:solidFill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DDE108C-DA3C-47E8-AFD8-CA9E5EF22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879" y="5265842"/>
                <a:ext cx="3857320" cy="400110"/>
              </a:xfrm>
              <a:prstGeom prst="rect">
                <a:avLst/>
              </a:prstGeom>
              <a:blipFill>
                <a:blip r:embed="rId12"/>
                <a:stretch>
                  <a:fillRect l="-1738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6584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3B99BFFE-B9AA-4553-B351-C6514DE3F6EA}"/>
              </a:ext>
            </a:extLst>
          </p:cNvPr>
          <p:cNvSpPr txBox="1">
            <a:spLocks/>
          </p:cNvSpPr>
          <p:nvPr/>
        </p:nvSpPr>
        <p:spPr>
          <a:xfrm>
            <a:off x="-39317" y="810577"/>
            <a:ext cx="8173667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Forming vector vortex beams (VVB) by Superimposing LG beams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F1C69EA-7DE6-41A4-B386-7D8C8AE58E84}"/>
              </a:ext>
            </a:extLst>
          </p:cNvPr>
          <p:cNvGrpSpPr/>
          <p:nvPr/>
        </p:nvGrpSpPr>
        <p:grpSpPr>
          <a:xfrm>
            <a:off x="-3747445" y="2142821"/>
            <a:ext cx="3528017" cy="2628707"/>
            <a:chOff x="7076912" y="1223436"/>
            <a:chExt cx="3528017" cy="2628707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7FC6CD9-789E-4F5C-809B-D9C439E96E43}"/>
                </a:ext>
              </a:extLst>
            </p:cNvPr>
            <p:cNvGrpSpPr/>
            <p:nvPr/>
          </p:nvGrpSpPr>
          <p:grpSpPr>
            <a:xfrm>
              <a:off x="7475055" y="1223436"/>
              <a:ext cx="2800113" cy="1986490"/>
              <a:chOff x="7874871" y="437623"/>
              <a:chExt cx="4686499" cy="3324753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FBF12F45-F66B-494A-9F1D-D26E639834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b="66320"/>
              <a:stretch/>
            </p:blipFill>
            <p:spPr>
              <a:xfrm>
                <a:off x="7915586" y="437623"/>
                <a:ext cx="3070556" cy="1591202"/>
              </a:xfrm>
              <a:prstGeom prst="rect">
                <a:avLst/>
              </a:prstGeom>
            </p:spPr>
          </p:pic>
          <p:pic>
            <p:nvPicPr>
              <p:cNvPr id="151" name="圖片 150">
                <a:extLst>
                  <a:ext uri="{FF2B5EF4-FFF2-40B4-BE49-F238E27FC236}">
                    <a16:creationId xmlns:a16="http://schemas.microsoft.com/office/drawing/2014/main" id="{0EEBBF34-620E-4EAC-B588-535B063F614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33595" r="55451" b="33139"/>
              <a:stretch/>
            </p:blipFill>
            <p:spPr>
              <a:xfrm>
                <a:off x="11138461" y="437623"/>
                <a:ext cx="1367885" cy="1571626"/>
              </a:xfrm>
              <a:prstGeom prst="rect">
                <a:avLst/>
              </a:prstGeom>
            </p:spPr>
          </p:pic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CA8CC689-57C6-46A5-95E1-0FF50F4A7C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66458"/>
              <a:stretch/>
            </p:blipFill>
            <p:spPr>
              <a:xfrm>
                <a:off x="7874871" y="2177580"/>
                <a:ext cx="3070557" cy="1584671"/>
              </a:xfrm>
              <a:prstGeom prst="rect">
                <a:avLst/>
              </a:prstGeom>
            </p:spPr>
          </p:pic>
          <p:pic>
            <p:nvPicPr>
              <p:cNvPr id="154" name="圖片 153">
                <a:extLst>
                  <a:ext uri="{FF2B5EF4-FFF2-40B4-BE49-F238E27FC236}">
                    <a16:creationId xmlns:a16="http://schemas.microsoft.com/office/drawing/2014/main" id="{89D96370-D3D5-4F47-8825-38D2EC266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614" t="33192" b="33139"/>
              <a:stretch/>
            </p:blipFill>
            <p:spPr>
              <a:xfrm>
                <a:off x="11106349" y="2171700"/>
                <a:ext cx="1455021" cy="1590676"/>
              </a:xfrm>
              <a:prstGeom prst="rect">
                <a:avLst/>
              </a:prstGeom>
            </p:spPr>
          </p:pic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315A0471-03CC-4B52-A2C8-F9AA515E798A}"/>
                </a:ext>
              </a:extLst>
            </p:cNvPr>
            <p:cNvSpPr/>
            <p:nvPr/>
          </p:nvSpPr>
          <p:spPr>
            <a:xfrm>
              <a:off x="7076912" y="3328923"/>
              <a:ext cx="352801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 </a:t>
              </a:r>
              <a:endPara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de-DE" altLang="zh-TW" sz="1400" dirty="0"/>
                <a:t>F. Steinlechner </a:t>
              </a:r>
              <a:r>
                <a:rPr lang="de-DE" altLang="zh-TW" sz="1400" i="1" dirty="0"/>
                <a:t>et al.</a:t>
              </a:r>
              <a:r>
                <a:rPr lang="de-DE" altLang="zh-TW" sz="1400" dirty="0"/>
                <a:t>, </a:t>
              </a:r>
              <a:r>
                <a:rPr lang="de-DE" altLang="zh-TW" sz="1400" i="1" dirty="0"/>
                <a:t>Sci. Rep.</a:t>
              </a:r>
              <a:r>
                <a:rPr lang="de-DE" altLang="zh-TW" sz="1400" dirty="0"/>
                <a:t> </a:t>
              </a:r>
              <a:r>
                <a:rPr lang="de-DE" altLang="zh-TW" sz="1400" b="1" dirty="0"/>
                <a:t>6</a:t>
              </a:r>
              <a:r>
                <a:rPr lang="de-DE" altLang="zh-TW" sz="1400" dirty="0"/>
                <a:t>, 21390 (2016)</a:t>
              </a:r>
              <a:endParaRPr lang="zh-TW" altLang="en-US" sz="1400" dirty="0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B2B8E9E7-AED3-46F6-B26A-3CE7EFC29772}"/>
              </a:ext>
            </a:extLst>
          </p:cNvPr>
          <p:cNvGrpSpPr/>
          <p:nvPr/>
        </p:nvGrpSpPr>
        <p:grpSpPr>
          <a:xfrm>
            <a:off x="5136811" y="3958347"/>
            <a:ext cx="6310764" cy="2613238"/>
            <a:chOff x="5689808" y="4018456"/>
            <a:chExt cx="6310764" cy="2613238"/>
          </a:xfrm>
        </p:grpSpPr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CBA50CF4-5A3A-4A59-A82B-CF46ACC714E4}"/>
                </a:ext>
              </a:extLst>
            </p:cNvPr>
            <p:cNvGrpSpPr/>
            <p:nvPr/>
          </p:nvGrpSpPr>
          <p:grpSpPr>
            <a:xfrm>
              <a:off x="8064103" y="4337666"/>
              <a:ext cx="1444902" cy="1497416"/>
              <a:chOff x="3721242" y="3310384"/>
              <a:chExt cx="2392791" cy="2479757"/>
            </a:xfrm>
          </p:grpSpPr>
          <p:sp>
            <p:nvSpPr>
              <p:cNvPr id="72" name="Oval 14">
                <a:extLst>
                  <a:ext uri="{FF2B5EF4-FFF2-40B4-BE49-F238E27FC236}">
                    <a16:creationId xmlns:a16="http://schemas.microsoft.com/office/drawing/2014/main" id="{527775FD-4D04-4A24-92C8-A369C2CC2365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3" name="Oval 4">
                <a:extLst>
                  <a:ext uri="{FF2B5EF4-FFF2-40B4-BE49-F238E27FC236}">
                    <a16:creationId xmlns:a16="http://schemas.microsoft.com/office/drawing/2014/main" id="{4C52FDC4-EA59-4267-BD18-0FFE1213ECE6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4" name="Oval 15">
                <a:extLst>
                  <a:ext uri="{FF2B5EF4-FFF2-40B4-BE49-F238E27FC236}">
                    <a16:creationId xmlns:a16="http://schemas.microsoft.com/office/drawing/2014/main" id="{EF3FC69F-AFFE-4E4D-B2CE-4F4687C785B7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5" name="SHO">
                <a:extLst>
                  <a:ext uri="{FF2B5EF4-FFF2-40B4-BE49-F238E27FC236}">
                    <a16:creationId xmlns:a16="http://schemas.microsoft.com/office/drawing/2014/main" id="{656F6994-1199-4798-83B2-420EF2575EE8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6" name="SVO">
                <a:extLst>
                  <a:ext uri="{FF2B5EF4-FFF2-40B4-BE49-F238E27FC236}">
                    <a16:creationId xmlns:a16="http://schemas.microsoft.com/office/drawing/2014/main" id="{4A64D540-CB18-45A3-8DDC-8758B9BA5FDC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77" name="Oval 6">
                <a:extLst>
                  <a:ext uri="{FF2B5EF4-FFF2-40B4-BE49-F238E27FC236}">
                    <a16:creationId xmlns:a16="http://schemas.microsoft.com/office/drawing/2014/main" id="{F47E64BF-3A94-4C20-BAB6-559B3E393E35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8" name="Partial Circle 9">
                <a:extLst>
                  <a:ext uri="{FF2B5EF4-FFF2-40B4-BE49-F238E27FC236}">
                    <a16:creationId xmlns:a16="http://schemas.microsoft.com/office/drawing/2014/main" id="{6200C083-665F-43F6-AF0E-45806BBFE23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1" name="Oval 22">
                <a:extLst>
                  <a:ext uri="{FF2B5EF4-FFF2-40B4-BE49-F238E27FC236}">
                    <a16:creationId xmlns:a16="http://schemas.microsoft.com/office/drawing/2014/main" id="{E7F51018-257E-4547-A9EC-5B3CE661471B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DVO">
                <a:extLst>
                  <a:ext uri="{FF2B5EF4-FFF2-40B4-BE49-F238E27FC236}">
                    <a16:creationId xmlns:a16="http://schemas.microsoft.com/office/drawing/2014/main" id="{A114A0D6-3B28-42BF-BB13-27DAAD0C34E1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85" name="Straight Arrow Connector 17">
                <a:extLst>
                  <a:ext uri="{FF2B5EF4-FFF2-40B4-BE49-F238E27FC236}">
                    <a16:creationId xmlns:a16="http://schemas.microsoft.com/office/drawing/2014/main" id="{30BD90CC-B816-4C1D-9B3C-3CAEC6EB40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86" name="Oval 23">
                <a:extLst>
                  <a:ext uri="{FF2B5EF4-FFF2-40B4-BE49-F238E27FC236}">
                    <a16:creationId xmlns:a16="http://schemas.microsoft.com/office/drawing/2014/main" id="{A65046D1-6585-445E-BA68-24DF8D611BB7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87" name="Partial Circle 9">
                <a:extLst>
                  <a:ext uri="{FF2B5EF4-FFF2-40B4-BE49-F238E27FC236}">
                    <a16:creationId xmlns:a16="http://schemas.microsoft.com/office/drawing/2014/main" id="{2B7EBD6D-12D6-4404-8DE1-C8900A070E1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8" name="Straight Arrow Connector 7">
                <a:extLst>
                  <a:ext uri="{FF2B5EF4-FFF2-40B4-BE49-F238E27FC236}">
                    <a16:creationId xmlns:a16="http://schemas.microsoft.com/office/drawing/2014/main" id="{EFA637D0-443E-4744-B348-169F107EC0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0" name="Straight Arrow Connector 19">
                <a:extLst>
                  <a:ext uri="{FF2B5EF4-FFF2-40B4-BE49-F238E27FC236}">
                    <a16:creationId xmlns:a16="http://schemas.microsoft.com/office/drawing/2014/main" id="{3F599A57-4924-40FA-B1CD-2B6558D92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Arrow Connector 18">
                <a:extLst>
                  <a:ext uri="{FF2B5EF4-FFF2-40B4-BE49-F238E27FC236}">
                    <a16:creationId xmlns:a16="http://schemas.microsoft.com/office/drawing/2014/main" id="{CFAF2B0D-6774-43EA-8293-39466B5A6CE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Arrow Connector 17">
                <a:extLst>
                  <a:ext uri="{FF2B5EF4-FFF2-40B4-BE49-F238E27FC236}">
                    <a16:creationId xmlns:a16="http://schemas.microsoft.com/office/drawing/2014/main" id="{1F29F535-2F1A-4861-8F2A-16E1DAD82B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93" name="Oval 20">
                <a:extLst>
                  <a:ext uri="{FF2B5EF4-FFF2-40B4-BE49-F238E27FC236}">
                    <a16:creationId xmlns:a16="http://schemas.microsoft.com/office/drawing/2014/main" id="{8A0D5B0E-FB19-4F13-AA7C-98316BAA2B33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94" name="Oval 22">
                <a:extLst>
                  <a:ext uri="{FF2B5EF4-FFF2-40B4-BE49-F238E27FC236}">
                    <a16:creationId xmlns:a16="http://schemas.microsoft.com/office/drawing/2014/main" id="{AD739DCF-DBBC-4E27-BD48-922135D05BD6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01" name="Oval 23">
                <a:extLst>
                  <a:ext uri="{FF2B5EF4-FFF2-40B4-BE49-F238E27FC236}">
                    <a16:creationId xmlns:a16="http://schemas.microsoft.com/office/drawing/2014/main" id="{8182E179-D0C7-4A03-85CC-8BA7E50264EC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04" name="Oval 23">
                <a:extLst>
                  <a:ext uri="{FF2B5EF4-FFF2-40B4-BE49-F238E27FC236}">
                    <a16:creationId xmlns:a16="http://schemas.microsoft.com/office/drawing/2014/main" id="{9270BCCD-8B72-4B02-B532-F5734486218E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A3EA72CE-AC9C-4E88-B691-083DC630CD55}"/>
                </a:ext>
              </a:extLst>
            </p:cNvPr>
            <p:cNvGrpSpPr/>
            <p:nvPr/>
          </p:nvGrpSpPr>
          <p:grpSpPr>
            <a:xfrm>
              <a:off x="5766155" y="4301062"/>
              <a:ext cx="2811664" cy="537327"/>
              <a:chOff x="4868017" y="3988894"/>
              <a:chExt cx="2811664" cy="53732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文字方塊 108">
                    <a:extLst>
                      <a:ext uri="{FF2B5EF4-FFF2-40B4-BE49-F238E27FC236}">
                        <a16:creationId xmlns:a16="http://schemas.microsoft.com/office/drawing/2014/main" id="{B786A8E8-420C-4E74-A53C-E508D3F9A09E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09" name="文字方塊 108">
                    <a:extLst>
                      <a:ext uri="{FF2B5EF4-FFF2-40B4-BE49-F238E27FC236}">
                        <a16:creationId xmlns:a16="http://schemas.microsoft.com/office/drawing/2014/main" id="{B786A8E8-420C-4E74-A53C-E508D3F9A0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0" name="圖形 109">
                <a:extLst>
                  <a:ext uri="{FF2B5EF4-FFF2-40B4-BE49-F238E27FC236}">
                    <a16:creationId xmlns:a16="http://schemas.microsoft.com/office/drawing/2014/main" id="{BD34C4E8-08A5-4EBD-8D82-A0717BA46FD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430736" y="4233616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11" name="圖形 110">
                <a:extLst>
                  <a:ext uri="{FF2B5EF4-FFF2-40B4-BE49-F238E27FC236}">
                    <a16:creationId xmlns:a16="http://schemas.microsoft.com/office/drawing/2014/main" id="{1D4A8A92-4BD0-4B20-B287-E70F5A1196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6556614" y="4244783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E35CFF87-858B-422F-95F9-9535BD2AC806}"/>
                </a:ext>
              </a:extLst>
            </p:cNvPr>
            <p:cNvGrpSpPr/>
            <p:nvPr/>
          </p:nvGrpSpPr>
          <p:grpSpPr>
            <a:xfrm>
              <a:off x="8180613" y="5800916"/>
              <a:ext cx="1301888" cy="326821"/>
              <a:chOff x="5118933" y="9506967"/>
              <a:chExt cx="1301888" cy="32682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/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5" name="圖形 114">
                <a:extLst>
                  <a:ext uri="{FF2B5EF4-FFF2-40B4-BE49-F238E27FC236}">
                    <a16:creationId xmlns:a16="http://schemas.microsoft.com/office/drawing/2014/main" id="{FAAF9338-1B66-4419-847E-0FB544EBBF6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375499" y="9648825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75AEF451-7CC2-410C-9331-7FDEE430054D}"/>
                </a:ext>
              </a:extLst>
            </p:cNvPr>
            <p:cNvGrpSpPr/>
            <p:nvPr/>
          </p:nvGrpSpPr>
          <p:grpSpPr>
            <a:xfrm>
              <a:off x="9420928" y="4822429"/>
              <a:ext cx="2579644" cy="537327"/>
              <a:chOff x="8875756" y="4758720"/>
              <a:chExt cx="2579644" cy="53732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2" name="文字方塊 121">
                    <a:extLst>
                      <a:ext uri="{FF2B5EF4-FFF2-40B4-BE49-F238E27FC236}">
                        <a16:creationId xmlns:a16="http://schemas.microsoft.com/office/drawing/2014/main" id="{0280F6D8-803F-4E71-AE5C-B8B69F368129}"/>
                      </a:ext>
                    </a:extLst>
                  </p:cNvPr>
                  <p:cNvSpPr txBox="1"/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22" name="文字方塊 121">
                    <a:extLst>
                      <a:ext uri="{FF2B5EF4-FFF2-40B4-BE49-F238E27FC236}">
                        <a16:creationId xmlns:a16="http://schemas.microsoft.com/office/drawing/2014/main" id="{0280F6D8-803F-4E71-AE5C-B8B69F3681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3" name="圖形 122">
                <a:extLst>
                  <a:ext uri="{FF2B5EF4-FFF2-40B4-BE49-F238E27FC236}">
                    <a16:creationId xmlns:a16="http://schemas.microsoft.com/office/drawing/2014/main" id="{8C78F831-DDAE-4C3E-81A0-096589AE466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9321117" y="5004401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24" name="圖形 123">
                <a:extLst>
                  <a:ext uri="{FF2B5EF4-FFF2-40B4-BE49-F238E27FC236}">
                    <a16:creationId xmlns:a16="http://schemas.microsoft.com/office/drawing/2014/main" id="{FE226B8A-76CC-43C6-BA3B-8F7839007D1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10450650" y="5006941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673CA02B-0A94-4ABB-A7D6-3643F00B3016}"/>
                </a:ext>
              </a:extLst>
            </p:cNvPr>
            <p:cNvGrpSpPr/>
            <p:nvPr/>
          </p:nvGrpSpPr>
          <p:grpSpPr>
            <a:xfrm>
              <a:off x="5689808" y="4791800"/>
              <a:ext cx="2398366" cy="537327"/>
              <a:chOff x="4614380" y="4736448"/>
              <a:chExt cx="2398366" cy="53732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2E650999-A540-4D32-A495-4E65070B911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2E650999-A540-4D32-A495-4E65070B91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2" name="圖形 141">
                <a:extLst>
                  <a:ext uri="{FF2B5EF4-FFF2-40B4-BE49-F238E27FC236}">
                    <a16:creationId xmlns:a16="http://schemas.microsoft.com/office/drawing/2014/main" id="{94D7385B-10D7-438C-928D-2B01B1645B8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4969283" y="4989797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43" name="圖形 142">
                <a:extLst>
                  <a:ext uri="{FF2B5EF4-FFF2-40B4-BE49-F238E27FC236}">
                    <a16:creationId xmlns:a16="http://schemas.microsoft.com/office/drawing/2014/main" id="{17A9B0B8-1EF1-4CAB-8FDE-06B246CB58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6094847" y="4992337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097CB0EC-C283-41D5-8914-B9EC77BA34E6}"/>
                </a:ext>
              </a:extLst>
            </p:cNvPr>
            <p:cNvGrpSpPr/>
            <p:nvPr/>
          </p:nvGrpSpPr>
          <p:grpSpPr>
            <a:xfrm>
              <a:off x="8194971" y="4018456"/>
              <a:ext cx="1192186" cy="317203"/>
              <a:chOff x="5138506" y="6956415"/>
              <a:chExt cx="1192186" cy="31720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/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50" name="圖形 149">
                <a:extLst>
                  <a:ext uri="{FF2B5EF4-FFF2-40B4-BE49-F238E27FC236}">
                    <a16:creationId xmlns:a16="http://schemas.microsoft.com/office/drawing/2014/main" id="{0F7A2642-33C1-460C-8A30-B6437B4F749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406106" y="7088994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A7196DC8-775B-4753-A2BF-46E065D8C8D4}"/>
                </a:ext>
              </a:extLst>
            </p:cNvPr>
            <p:cNvGrpSpPr/>
            <p:nvPr/>
          </p:nvGrpSpPr>
          <p:grpSpPr>
            <a:xfrm>
              <a:off x="9301013" y="5393114"/>
              <a:ext cx="2353814" cy="537327"/>
              <a:chOff x="8722503" y="5372267"/>
              <a:chExt cx="2353814" cy="53732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8" name="文字方塊 117">
                    <a:extLst>
                      <a:ext uri="{FF2B5EF4-FFF2-40B4-BE49-F238E27FC236}">
                        <a16:creationId xmlns:a16="http://schemas.microsoft.com/office/drawing/2014/main" id="{CA7C0976-0BBA-48EA-AE8C-3EFC2CD8500F}"/>
                      </a:ext>
                    </a:extLst>
                  </p:cNvPr>
                  <p:cNvSpPr txBox="1"/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>
              <p:sp>
                <p:nvSpPr>
                  <p:cNvPr id="118" name="文字方塊 117">
                    <a:extLst>
                      <a:ext uri="{FF2B5EF4-FFF2-40B4-BE49-F238E27FC236}">
                        <a16:creationId xmlns:a16="http://schemas.microsoft.com/office/drawing/2014/main" id="{CA7C0976-0BBA-48EA-AE8C-3EFC2CD850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9" name="圖形 118">
                <a:extLst>
                  <a:ext uri="{FF2B5EF4-FFF2-40B4-BE49-F238E27FC236}">
                    <a16:creationId xmlns:a16="http://schemas.microsoft.com/office/drawing/2014/main" id="{E5D5863B-A020-4492-B838-253913A7F01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9054949" y="5621123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20" name="圖形 119">
                <a:extLst>
                  <a:ext uri="{FF2B5EF4-FFF2-40B4-BE49-F238E27FC236}">
                    <a16:creationId xmlns:a16="http://schemas.microsoft.com/office/drawing/2014/main" id="{AEC6FED9-5DAB-4D50-9D8C-D48FA5E6F3D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10178132" y="5623663"/>
                <a:ext cx="143688" cy="110077"/>
              </a:xfrm>
              <a:prstGeom prst="rect">
                <a:avLst/>
              </a:prstGeom>
            </p:spPr>
          </p:pic>
        </p:grp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34724DDE-9A13-4AF7-A060-05D5CF78C8EA}"/>
                </a:ext>
              </a:extLst>
            </p:cNvPr>
            <p:cNvSpPr/>
            <p:nvPr/>
          </p:nvSpPr>
          <p:spPr>
            <a:xfrm>
              <a:off x="7284240" y="6323917"/>
              <a:ext cx="288893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Poincaré sphere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for OAM states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F69B33B-1396-4AC0-BC0A-4A048DBF45C1}"/>
              </a:ext>
            </a:extLst>
          </p:cNvPr>
          <p:cNvGrpSpPr/>
          <p:nvPr/>
        </p:nvGrpSpPr>
        <p:grpSpPr>
          <a:xfrm>
            <a:off x="184630" y="1966175"/>
            <a:ext cx="4736142" cy="3829548"/>
            <a:chOff x="75336" y="2274826"/>
            <a:chExt cx="4736142" cy="3829548"/>
          </a:xfrm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C940A181-5BD7-49EC-9967-E36C057400CB}"/>
                </a:ext>
              </a:extLst>
            </p:cNvPr>
            <p:cNvSpPr/>
            <p:nvPr/>
          </p:nvSpPr>
          <p:spPr>
            <a:xfrm>
              <a:off x="75336" y="5365710"/>
              <a:ext cx="47361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BF80D3A-0DA8-4D25-8DAE-81B0EB2A9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738432" y="2274826"/>
              <a:ext cx="3518612" cy="3019308"/>
            </a:xfrm>
            <a:prstGeom prst="rect">
              <a:avLst/>
            </a:prstGeom>
          </p:spPr>
        </p:pic>
      </p:grp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5012367" y="1730672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  <p:pic>
          <p:nvPicPr>
            <p:cNvPr id="162" name="圖形 161">
              <a:extLst>
                <a:ext uri="{FF2B5EF4-FFF2-40B4-BE49-F238E27FC236}">
                  <a16:creationId xmlns:a16="http://schemas.microsoft.com/office/drawing/2014/main" id="{5277F830-23E8-4DFA-9FB7-64F034D054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3540078" y="1247233"/>
              <a:ext cx="224841" cy="172247"/>
            </a:xfrm>
            <a:prstGeom prst="rect">
              <a:avLst/>
            </a:prstGeom>
          </p:spPr>
        </p:pic>
        <p:pic>
          <p:nvPicPr>
            <p:cNvPr id="163" name="圖形 162">
              <a:extLst>
                <a:ext uri="{FF2B5EF4-FFF2-40B4-BE49-F238E27FC236}">
                  <a16:creationId xmlns:a16="http://schemas.microsoft.com/office/drawing/2014/main" id="{99344DFD-BE0F-483C-8234-710AAD632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5949590" y="1249773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6224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3B99BFFE-B9AA-4553-B351-C6514DE3F6EA}"/>
              </a:ext>
            </a:extLst>
          </p:cNvPr>
          <p:cNvSpPr txBox="1">
            <a:spLocks/>
          </p:cNvSpPr>
          <p:nvPr/>
        </p:nvSpPr>
        <p:spPr>
          <a:xfrm>
            <a:off x="-39317" y="810577"/>
            <a:ext cx="8173667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Forming vector vortex beams (VVB) by Superimposing LG beams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F1C69EA-7DE6-41A4-B386-7D8C8AE58E84}"/>
              </a:ext>
            </a:extLst>
          </p:cNvPr>
          <p:cNvGrpSpPr/>
          <p:nvPr/>
        </p:nvGrpSpPr>
        <p:grpSpPr>
          <a:xfrm>
            <a:off x="-3747445" y="2142821"/>
            <a:ext cx="3528017" cy="2628707"/>
            <a:chOff x="7076912" y="1223436"/>
            <a:chExt cx="3528017" cy="2628707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7FC6CD9-789E-4F5C-809B-D9C439E96E43}"/>
                </a:ext>
              </a:extLst>
            </p:cNvPr>
            <p:cNvGrpSpPr/>
            <p:nvPr/>
          </p:nvGrpSpPr>
          <p:grpSpPr>
            <a:xfrm>
              <a:off x="7475055" y="1223436"/>
              <a:ext cx="2800113" cy="1986490"/>
              <a:chOff x="7874871" y="437623"/>
              <a:chExt cx="4686499" cy="3324753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FBF12F45-F66B-494A-9F1D-D26E639834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b="66320"/>
              <a:stretch/>
            </p:blipFill>
            <p:spPr>
              <a:xfrm>
                <a:off x="7915586" y="437623"/>
                <a:ext cx="3070556" cy="1591202"/>
              </a:xfrm>
              <a:prstGeom prst="rect">
                <a:avLst/>
              </a:prstGeom>
            </p:spPr>
          </p:pic>
          <p:pic>
            <p:nvPicPr>
              <p:cNvPr id="151" name="圖片 150">
                <a:extLst>
                  <a:ext uri="{FF2B5EF4-FFF2-40B4-BE49-F238E27FC236}">
                    <a16:creationId xmlns:a16="http://schemas.microsoft.com/office/drawing/2014/main" id="{0EEBBF34-620E-4EAC-B588-535B063F614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33595" r="55451" b="33139"/>
              <a:stretch/>
            </p:blipFill>
            <p:spPr>
              <a:xfrm>
                <a:off x="11138461" y="437623"/>
                <a:ext cx="1367885" cy="1571626"/>
              </a:xfrm>
              <a:prstGeom prst="rect">
                <a:avLst/>
              </a:prstGeom>
            </p:spPr>
          </p:pic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CA8CC689-57C6-46A5-95E1-0FF50F4A7C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66458"/>
              <a:stretch/>
            </p:blipFill>
            <p:spPr>
              <a:xfrm>
                <a:off x="7874871" y="2177580"/>
                <a:ext cx="3070557" cy="1584671"/>
              </a:xfrm>
              <a:prstGeom prst="rect">
                <a:avLst/>
              </a:prstGeom>
            </p:spPr>
          </p:pic>
          <p:pic>
            <p:nvPicPr>
              <p:cNvPr id="154" name="圖片 153">
                <a:extLst>
                  <a:ext uri="{FF2B5EF4-FFF2-40B4-BE49-F238E27FC236}">
                    <a16:creationId xmlns:a16="http://schemas.microsoft.com/office/drawing/2014/main" id="{89D96370-D3D5-4F47-8825-38D2EC266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614" t="33192" b="33139"/>
              <a:stretch/>
            </p:blipFill>
            <p:spPr>
              <a:xfrm>
                <a:off x="11106349" y="2171700"/>
                <a:ext cx="1455021" cy="1590676"/>
              </a:xfrm>
              <a:prstGeom prst="rect">
                <a:avLst/>
              </a:prstGeom>
            </p:spPr>
          </p:pic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315A0471-03CC-4B52-A2C8-F9AA515E798A}"/>
                </a:ext>
              </a:extLst>
            </p:cNvPr>
            <p:cNvSpPr/>
            <p:nvPr/>
          </p:nvSpPr>
          <p:spPr>
            <a:xfrm>
              <a:off x="7076912" y="3328923"/>
              <a:ext cx="352801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 </a:t>
              </a:r>
              <a:endPara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de-DE" altLang="zh-TW" sz="1400" dirty="0"/>
                <a:t>F. Steinlechner </a:t>
              </a:r>
              <a:r>
                <a:rPr lang="de-DE" altLang="zh-TW" sz="1400" i="1" dirty="0"/>
                <a:t>et al.</a:t>
              </a:r>
              <a:r>
                <a:rPr lang="de-DE" altLang="zh-TW" sz="1400" dirty="0"/>
                <a:t>, </a:t>
              </a:r>
              <a:r>
                <a:rPr lang="de-DE" altLang="zh-TW" sz="1400" i="1" dirty="0"/>
                <a:t>Sci. Rep.</a:t>
              </a:r>
              <a:r>
                <a:rPr lang="de-DE" altLang="zh-TW" sz="1400" dirty="0"/>
                <a:t> </a:t>
              </a:r>
              <a:r>
                <a:rPr lang="de-DE" altLang="zh-TW" sz="1400" b="1" dirty="0"/>
                <a:t>6</a:t>
              </a:r>
              <a:r>
                <a:rPr lang="de-DE" altLang="zh-TW" sz="1400" dirty="0"/>
                <a:t>, 21390 (2016)</a:t>
              </a:r>
              <a:endParaRPr lang="zh-TW" altLang="en-US" sz="1400" dirty="0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F69B33B-1396-4AC0-BC0A-4A048DBF45C1}"/>
              </a:ext>
            </a:extLst>
          </p:cNvPr>
          <p:cNvGrpSpPr/>
          <p:nvPr/>
        </p:nvGrpSpPr>
        <p:grpSpPr>
          <a:xfrm>
            <a:off x="184630" y="1966175"/>
            <a:ext cx="4736142" cy="3829548"/>
            <a:chOff x="75336" y="2274826"/>
            <a:chExt cx="4736142" cy="3829548"/>
          </a:xfrm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C940A181-5BD7-49EC-9967-E36C057400CB}"/>
                </a:ext>
              </a:extLst>
            </p:cNvPr>
            <p:cNvSpPr/>
            <p:nvPr/>
          </p:nvSpPr>
          <p:spPr>
            <a:xfrm>
              <a:off x="75336" y="5365710"/>
              <a:ext cx="47361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BF80D3A-0DA8-4D25-8DAE-81B0EB2A9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8432" y="2274826"/>
              <a:ext cx="3518612" cy="3019308"/>
            </a:xfrm>
            <a:prstGeom prst="rect">
              <a:avLst/>
            </a:prstGeom>
          </p:spPr>
        </p:pic>
      </p:grp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694814F9-1BF8-427B-B52D-BD8331B6C85C}"/>
              </a:ext>
            </a:extLst>
          </p:cNvPr>
          <p:cNvGrpSpPr/>
          <p:nvPr/>
        </p:nvGrpSpPr>
        <p:grpSpPr>
          <a:xfrm>
            <a:off x="5012367" y="1730672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8" name="圖形 177">
              <a:extLst>
                <a:ext uri="{FF2B5EF4-FFF2-40B4-BE49-F238E27FC236}">
                  <a16:creationId xmlns:a16="http://schemas.microsoft.com/office/drawing/2014/main" id="{CB92C13E-9AB6-4F6F-8E7D-A0887EEC4B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  <p:pic>
          <p:nvPicPr>
            <p:cNvPr id="179" name="圖形 178">
              <a:extLst>
                <a:ext uri="{FF2B5EF4-FFF2-40B4-BE49-F238E27FC236}">
                  <a16:creationId xmlns:a16="http://schemas.microsoft.com/office/drawing/2014/main" id="{BF5C55A1-5902-4EBB-AA75-1B031D93A0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3540078" y="1247233"/>
              <a:ext cx="224841" cy="172247"/>
            </a:xfrm>
            <a:prstGeom prst="rect">
              <a:avLst/>
            </a:prstGeom>
          </p:spPr>
        </p:pic>
        <p:pic>
          <p:nvPicPr>
            <p:cNvPr id="180" name="圖形 179">
              <a:extLst>
                <a:ext uri="{FF2B5EF4-FFF2-40B4-BE49-F238E27FC236}">
                  <a16:creationId xmlns:a16="http://schemas.microsoft.com/office/drawing/2014/main" id="{3AAF1AF1-D5AF-4DAE-A9FA-5A7A90FC96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949590" y="1249773"/>
              <a:ext cx="224841" cy="172247"/>
            </a:xfrm>
            <a:prstGeom prst="rect">
              <a:avLst/>
            </a:prstGeom>
          </p:spPr>
        </p:pic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6C28B46D-0BA2-42F4-A7D3-7E2C225865F6}"/>
              </a:ext>
            </a:extLst>
          </p:cNvPr>
          <p:cNvGrpSpPr/>
          <p:nvPr/>
        </p:nvGrpSpPr>
        <p:grpSpPr>
          <a:xfrm>
            <a:off x="6728254" y="2611968"/>
            <a:ext cx="4629024" cy="476862"/>
            <a:chOff x="6756829" y="2697693"/>
            <a:chExt cx="4629024" cy="4768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/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圖形 180">
              <a:extLst>
                <a:ext uri="{FF2B5EF4-FFF2-40B4-BE49-F238E27FC236}">
                  <a16:creationId xmlns:a16="http://schemas.microsoft.com/office/drawing/2014/main" id="{F876ADDB-F61B-4168-8A73-7E15BE801F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177859" y="2878050"/>
              <a:ext cx="224841" cy="172247"/>
            </a:xfrm>
            <a:prstGeom prst="rect">
              <a:avLst/>
            </a:prstGeom>
          </p:spPr>
        </p:pic>
        <p:pic>
          <p:nvPicPr>
            <p:cNvPr id="182" name="圖形 181">
              <a:extLst>
                <a:ext uri="{FF2B5EF4-FFF2-40B4-BE49-F238E27FC236}">
                  <a16:creationId xmlns:a16="http://schemas.microsoft.com/office/drawing/2014/main" id="{50DB2CB0-F348-4798-8630-DC0B3D70E8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9339721" y="2880590"/>
              <a:ext cx="224841" cy="172247"/>
            </a:xfrm>
            <a:prstGeom prst="rect">
              <a:avLst/>
            </a:prstGeom>
          </p:spPr>
        </p:pic>
      </p:grpSp>
      <p:grpSp>
        <p:nvGrpSpPr>
          <p:cNvPr id="184" name="群組 183">
            <a:extLst>
              <a:ext uri="{FF2B5EF4-FFF2-40B4-BE49-F238E27FC236}">
                <a16:creationId xmlns:a16="http://schemas.microsoft.com/office/drawing/2014/main" id="{9D39EC40-E111-4913-A272-70A9B74B13A9}"/>
              </a:ext>
            </a:extLst>
          </p:cNvPr>
          <p:cNvGrpSpPr/>
          <p:nvPr/>
        </p:nvGrpSpPr>
        <p:grpSpPr>
          <a:xfrm>
            <a:off x="7001105" y="3524298"/>
            <a:ext cx="4896836" cy="312073"/>
            <a:chOff x="14379" y="1317211"/>
            <a:chExt cx="4896836" cy="3120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5" name="矩形 184">
                  <a:extLst>
                    <a:ext uri="{FF2B5EF4-FFF2-40B4-BE49-F238E27FC236}">
                      <a16:creationId xmlns:a16="http://schemas.microsoft.com/office/drawing/2014/main" id="{F412CE6F-60A7-49D4-9DF9-04A3FC3AD139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607556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−ℓ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5" name="矩形 184">
                  <a:extLst>
                    <a:ext uri="{FF2B5EF4-FFF2-40B4-BE49-F238E27FC236}">
                      <a16:creationId xmlns:a16="http://schemas.microsoft.com/office/drawing/2014/main" id="{F412CE6F-60A7-49D4-9DF9-04A3FC3AD1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607556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136" t="-1961" b="-196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3CB0E733-A8E6-4A6D-97A0-4884FEE7F7F3}"/>
                    </a:ext>
                  </a:extLst>
                </p:cNvPr>
                <p:cNvSpPr/>
                <p:nvPr/>
              </p:nvSpPr>
              <p:spPr>
                <a:xfrm>
                  <a:off x="1559652" y="1317211"/>
                  <a:ext cx="1110625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sSup>
                          <m:sSupPr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3CB0E733-A8E6-4A6D-97A0-4884FEE7F7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9652" y="1317211"/>
                  <a:ext cx="1110625" cy="31207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75D1F658-FF4D-4EA5-9639-7A4221BAAD91}"/>
                    </a:ext>
                  </a:extLst>
                </p:cNvPr>
                <p:cNvSpPr/>
                <p:nvPr/>
              </p:nvSpPr>
              <p:spPr>
                <a:xfrm>
                  <a:off x="2618795" y="1319359"/>
                  <a:ext cx="117153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75D1F658-FF4D-4EA5-9639-7A4221BAAD9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8795" y="1319359"/>
                  <a:ext cx="1171539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8" name="矩形 187">
                  <a:extLst>
                    <a:ext uri="{FF2B5EF4-FFF2-40B4-BE49-F238E27FC236}">
                      <a16:creationId xmlns:a16="http://schemas.microsoft.com/office/drawing/2014/main" id="{ED615B13-98B4-4F87-B603-61CECD34AE4E}"/>
                    </a:ext>
                  </a:extLst>
                </p:cNvPr>
                <p:cNvSpPr/>
                <p:nvPr/>
              </p:nvSpPr>
              <p:spPr>
                <a:xfrm>
                  <a:off x="3742882" y="1319359"/>
                  <a:ext cx="1168333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sSup>
                          <m:sSupPr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8" name="矩形 187">
                  <a:extLst>
                    <a:ext uri="{FF2B5EF4-FFF2-40B4-BE49-F238E27FC236}">
                      <a16:creationId xmlns:a16="http://schemas.microsoft.com/office/drawing/2014/main" id="{ED615B13-98B4-4F87-B603-61CECD34AE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2882" y="1319359"/>
                  <a:ext cx="1168333" cy="30777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9" name="群組 188">
            <a:extLst>
              <a:ext uri="{FF2B5EF4-FFF2-40B4-BE49-F238E27FC236}">
                <a16:creationId xmlns:a16="http://schemas.microsoft.com/office/drawing/2014/main" id="{EB60C834-192C-481B-BDD5-BA8E0DBC1C1D}"/>
              </a:ext>
            </a:extLst>
          </p:cNvPr>
          <p:cNvGrpSpPr/>
          <p:nvPr/>
        </p:nvGrpSpPr>
        <p:grpSpPr>
          <a:xfrm>
            <a:off x="6754609" y="4165897"/>
            <a:ext cx="4857612" cy="489686"/>
            <a:chOff x="6756829" y="2697693"/>
            <a:chExt cx="4857612" cy="4896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BB8EB8FB-8A04-47C4-8DE1-50BD5A004033}"/>
                    </a:ext>
                  </a:extLst>
                </p:cNvPr>
                <p:cNvSpPr/>
                <p:nvPr/>
              </p:nvSpPr>
              <p:spPr>
                <a:xfrm>
                  <a:off x="6756829" y="2697693"/>
                  <a:ext cx="4857612" cy="48968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zh-TW" altLang="en-US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BB8EB8FB-8A04-47C4-8DE1-50BD5A0040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6829" y="2697693"/>
                  <a:ext cx="4857612" cy="48968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1" name="圖形 190">
              <a:extLst>
                <a:ext uri="{FF2B5EF4-FFF2-40B4-BE49-F238E27FC236}">
                  <a16:creationId xmlns:a16="http://schemas.microsoft.com/office/drawing/2014/main" id="{B30DD1BE-D5CE-437D-820F-43F1D470FF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156428" y="2878050"/>
              <a:ext cx="224841" cy="172247"/>
            </a:xfrm>
            <a:prstGeom prst="rect">
              <a:avLst/>
            </a:prstGeom>
          </p:spPr>
        </p:pic>
        <p:pic>
          <p:nvPicPr>
            <p:cNvPr id="192" name="圖形 191">
              <a:extLst>
                <a:ext uri="{FF2B5EF4-FFF2-40B4-BE49-F238E27FC236}">
                  <a16:creationId xmlns:a16="http://schemas.microsoft.com/office/drawing/2014/main" id="{1B430DD6-B83D-4A01-833A-195F50BD92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9446253" y="2880590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55120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285FF7CC-8E16-4FE1-AD3D-965E9881762D}"/>
              </a:ext>
            </a:extLst>
          </p:cNvPr>
          <p:cNvGrpSpPr/>
          <p:nvPr/>
        </p:nvGrpSpPr>
        <p:grpSpPr>
          <a:xfrm>
            <a:off x="443866" y="1058691"/>
            <a:ext cx="6509384" cy="617709"/>
            <a:chOff x="443866" y="820566"/>
            <a:chExt cx="6509384" cy="617709"/>
          </a:xfrm>
        </p:grpSpPr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ABDD363E-4BEE-4AAF-ADD6-280544C21965}"/>
                </a:ext>
              </a:extLst>
            </p:cNvPr>
            <p:cNvSpPr/>
            <p:nvPr/>
          </p:nvSpPr>
          <p:spPr>
            <a:xfrm>
              <a:off x="443866" y="820566"/>
              <a:ext cx="6509384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289ED80-3697-4359-9C71-7F8A74CD8A91}"/>
                </a:ext>
              </a:extLst>
            </p:cNvPr>
            <p:cNvGrpSpPr/>
            <p:nvPr/>
          </p:nvGrpSpPr>
          <p:grpSpPr>
            <a:xfrm>
              <a:off x="491491" y="839616"/>
              <a:ext cx="6430735" cy="500971"/>
              <a:chOff x="104002" y="1200081"/>
              <a:chExt cx="6430735" cy="500971"/>
            </a:xfrm>
          </p:grpSpPr>
          <p:grpSp>
            <p:nvGrpSpPr>
              <p:cNvPr id="23" name="群組 22">
                <a:extLst>
                  <a:ext uri="{FF2B5EF4-FFF2-40B4-BE49-F238E27FC236}">
                    <a16:creationId xmlns:a16="http://schemas.microsoft.com/office/drawing/2014/main" id="{663AB5B2-2493-4627-8132-AEBE3C9604E7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430735" cy="500971"/>
                <a:chOff x="7110872" y="2697693"/>
                <a:chExt cx="6430735" cy="500971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矩形 25">
                      <a:extLst>
                        <a:ext uri="{FF2B5EF4-FFF2-40B4-BE49-F238E27FC236}">
                          <a16:creationId xmlns:a16="http://schemas.microsoft.com/office/drawing/2014/main" id="{ACA27BF9-C2AE-4311-B8FF-CD57C44D16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430735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矩形 25">
                      <a:extLst>
                        <a:ext uri="{FF2B5EF4-FFF2-40B4-BE49-F238E27FC236}">
                          <a16:creationId xmlns:a16="http://schemas.microsoft.com/office/drawing/2014/main" id="{ACA27BF9-C2AE-4311-B8FF-CD57C44D16B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430735" cy="50097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220" r="-587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27" name="圖形 26">
                  <a:extLst>
                    <a:ext uri="{FF2B5EF4-FFF2-40B4-BE49-F238E27FC236}">
                      <a16:creationId xmlns:a16="http://schemas.microsoft.com/office/drawing/2014/main" id="{B52C7492-E756-4567-9D5B-AEC2AD341D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24" name="圖形 23">
                <a:extLst>
                  <a:ext uri="{FF2B5EF4-FFF2-40B4-BE49-F238E27FC236}">
                    <a16:creationId xmlns:a16="http://schemas.microsoft.com/office/drawing/2014/main" id="{BFD3041C-2E02-459E-A50F-E2704AABEE7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25" name="圖形 24">
                <a:extLst>
                  <a:ext uri="{FF2B5EF4-FFF2-40B4-BE49-F238E27FC236}">
                    <a16:creationId xmlns:a16="http://schemas.microsoft.com/office/drawing/2014/main" id="{FED69F36-8F33-40F5-8A2B-43EF1DFDE1A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529490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矩形: 圓角 166">
            <a:extLst>
              <a:ext uri="{FF2B5EF4-FFF2-40B4-BE49-F238E27FC236}">
                <a16:creationId xmlns:a16="http://schemas.microsoft.com/office/drawing/2014/main" id="{F28874F2-8338-4048-AD17-BC2A0926A01B}"/>
              </a:ext>
            </a:extLst>
          </p:cNvPr>
          <p:cNvSpPr/>
          <p:nvPr/>
        </p:nvSpPr>
        <p:spPr>
          <a:xfrm>
            <a:off x="443865" y="2864588"/>
            <a:ext cx="10748009" cy="1202587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894C837A-4AE9-4E44-8306-9FF41B655ACE}"/>
              </a:ext>
            </a:extLst>
          </p:cNvPr>
          <p:cNvGrpSpPr/>
          <p:nvPr/>
        </p:nvGrpSpPr>
        <p:grpSpPr>
          <a:xfrm>
            <a:off x="524540" y="2881762"/>
            <a:ext cx="2765501" cy="593496"/>
            <a:chOff x="7129922" y="2697693"/>
            <a:chExt cx="2765501" cy="59349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/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9" name="圖形 138">
              <a:extLst>
                <a:ext uri="{FF2B5EF4-FFF2-40B4-BE49-F238E27FC236}">
                  <a16:creationId xmlns:a16="http://schemas.microsoft.com/office/drawing/2014/main" id="{1BF5298D-7F42-4339-A0FC-2C1BFDE984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/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  <a:blipFill>
                <a:blip r:embed="rId7"/>
                <a:stretch>
                  <a:fillRect r="-1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/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  <a:blipFill>
                <a:blip r:embed="rId8"/>
                <a:stretch>
                  <a:fillRect r="-21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DCCF8881-DC7A-42E1-9D7B-F2C6A9DAB5CF}"/>
              </a:ext>
            </a:extLst>
          </p:cNvPr>
          <p:cNvGrpSpPr/>
          <p:nvPr/>
        </p:nvGrpSpPr>
        <p:grpSpPr>
          <a:xfrm>
            <a:off x="443866" y="1058691"/>
            <a:ext cx="6893602" cy="617709"/>
            <a:chOff x="443866" y="820566"/>
            <a:chExt cx="6893602" cy="617709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500B5AC6-84C3-4B92-998E-9D185901D08A}"/>
                </a:ext>
              </a:extLst>
            </p:cNvPr>
            <p:cNvSpPr/>
            <p:nvPr/>
          </p:nvSpPr>
          <p:spPr>
            <a:xfrm>
              <a:off x="443866" y="820566"/>
              <a:ext cx="6509384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515F666A-528F-4234-8690-9C95831603A2}"/>
                </a:ext>
              </a:extLst>
            </p:cNvPr>
            <p:cNvGrpSpPr/>
            <p:nvPr/>
          </p:nvGrpSpPr>
          <p:grpSpPr>
            <a:xfrm>
              <a:off x="491491" y="839616"/>
              <a:ext cx="6845977" cy="500971"/>
              <a:chOff x="104002" y="1200081"/>
              <a:chExt cx="6845977" cy="500971"/>
            </a:xfrm>
          </p:grpSpPr>
          <p:grpSp>
            <p:nvGrpSpPr>
              <p:cNvPr id="159" name="群組 158">
                <a:extLst>
                  <a:ext uri="{FF2B5EF4-FFF2-40B4-BE49-F238E27FC236}">
                    <a16:creationId xmlns:a16="http://schemas.microsoft.com/office/drawing/2014/main" id="{BC57F142-8EA9-4B41-870D-C01DF6F00B26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845977" cy="500971"/>
                <a:chOff x="7110872" y="2697693"/>
                <a:chExt cx="6845977" cy="500971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1220" r="-54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163" name="圖形 162">
                  <a:extLst>
                    <a:ext uri="{FF2B5EF4-FFF2-40B4-BE49-F238E27FC236}">
                      <a16:creationId xmlns:a16="http://schemas.microsoft.com/office/drawing/2014/main" id="{833DAFB8-7BB7-4CD0-92C1-9F3DD74492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160" name="圖形 159">
                <a:extLst>
                  <a:ext uri="{FF2B5EF4-FFF2-40B4-BE49-F238E27FC236}">
                    <a16:creationId xmlns:a16="http://schemas.microsoft.com/office/drawing/2014/main" id="{6ACEECDF-E571-4C96-B61B-75B691ED00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161" name="圖形 160">
                <a:extLst>
                  <a:ext uri="{FF2B5EF4-FFF2-40B4-BE49-F238E27FC236}">
                    <a16:creationId xmlns:a16="http://schemas.microsoft.com/office/drawing/2014/main" id="{607219BE-E151-431E-BF16-D42F509D9C7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  <p:sp>
        <p:nvSpPr>
          <p:cNvPr id="164" name="內容版面配置區 2">
            <a:extLst>
              <a:ext uri="{FF2B5EF4-FFF2-40B4-BE49-F238E27FC236}">
                <a16:creationId xmlns:a16="http://schemas.microsoft.com/office/drawing/2014/main" id="{D6784137-CE13-4FDF-B1B9-155F7B69A6B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Transverse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</m:acc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  <a:blipFill>
                <a:blip r:embed="rId10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箭號: 向右 167">
            <a:extLst>
              <a:ext uri="{FF2B5EF4-FFF2-40B4-BE49-F238E27FC236}">
                <a16:creationId xmlns:a16="http://schemas.microsoft.com/office/drawing/2014/main" id="{DD9DADF1-0F03-4979-B75E-06DC85C2B11C}"/>
              </a:ext>
            </a:extLst>
          </p:cNvPr>
          <p:cNvSpPr/>
          <p:nvPr/>
        </p:nvSpPr>
        <p:spPr>
          <a:xfrm rot="5400000">
            <a:off x="1262152" y="18204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8017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600699" y="5166361"/>
            <a:ext cx="489204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419475" y="5166361"/>
            <a:ext cx="110490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5061264"/>
            <a:ext cx="10748009" cy="1350000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167" name="矩形: 圓角 166">
            <a:extLst>
              <a:ext uri="{FF2B5EF4-FFF2-40B4-BE49-F238E27FC236}">
                <a16:creationId xmlns:a16="http://schemas.microsoft.com/office/drawing/2014/main" id="{F28874F2-8338-4048-AD17-BC2A0926A01B}"/>
              </a:ext>
            </a:extLst>
          </p:cNvPr>
          <p:cNvSpPr/>
          <p:nvPr/>
        </p:nvSpPr>
        <p:spPr>
          <a:xfrm>
            <a:off x="443865" y="2864588"/>
            <a:ext cx="10748009" cy="1202587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34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894C837A-4AE9-4E44-8306-9FF41B655ACE}"/>
              </a:ext>
            </a:extLst>
          </p:cNvPr>
          <p:cNvGrpSpPr/>
          <p:nvPr/>
        </p:nvGrpSpPr>
        <p:grpSpPr>
          <a:xfrm>
            <a:off x="524540" y="2881762"/>
            <a:ext cx="2765501" cy="593496"/>
            <a:chOff x="7129922" y="2697693"/>
            <a:chExt cx="2765501" cy="59349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/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9" name="圖形 138">
              <a:extLst>
                <a:ext uri="{FF2B5EF4-FFF2-40B4-BE49-F238E27FC236}">
                  <a16:creationId xmlns:a16="http://schemas.microsoft.com/office/drawing/2014/main" id="{1BF5298D-7F42-4339-A0FC-2C1BFDE984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/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  <a:blipFill>
                <a:blip r:embed="rId7"/>
                <a:stretch>
                  <a:fillRect r="-1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/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  <a:blipFill>
                <a:blip r:embed="rId8"/>
                <a:stretch>
                  <a:fillRect r="-21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DCCF8881-DC7A-42E1-9D7B-F2C6A9DAB5CF}"/>
              </a:ext>
            </a:extLst>
          </p:cNvPr>
          <p:cNvGrpSpPr/>
          <p:nvPr/>
        </p:nvGrpSpPr>
        <p:grpSpPr>
          <a:xfrm>
            <a:off x="443866" y="1058691"/>
            <a:ext cx="6893602" cy="617709"/>
            <a:chOff x="443866" y="820566"/>
            <a:chExt cx="6893602" cy="617709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500B5AC6-84C3-4B92-998E-9D185901D08A}"/>
                </a:ext>
              </a:extLst>
            </p:cNvPr>
            <p:cNvSpPr/>
            <p:nvPr/>
          </p:nvSpPr>
          <p:spPr>
            <a:xfrm>
              <a:off x="443866" y="820566"/>
              <a:ext cx="6509384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515F666A-528F-4234-8690-9C95831603A2}"/>
                </a:ext>
              </a:extLst>
            </p:cNvPr>
            <p:cNvGrpSpPr/>
            <p:nvPr/>
          </p:nvGrpSpPr>
          <p:grpSpPr>
            <a:xfrm>
              <a:off x="491491" y="839616"/>
              <a:ext cx="6845977" cy="500971"/>
              <a:chOff x="104002" y="1200081"/>
              <a:chExt cx="6845977" cy="500971"/>
            </a:xfrm>
          </p:grpSpPr>
          <p:grpSp>
            <p:nvGrpSpPr>
              <p:cNvPr id="159" name="群組 158">
                <a:extLst>
                  <a:ext uri="{FF2B5EF4-FFF2-40B4-BE49-F238E27FC236}">
                    <a16:creationId xmlns:a16="http://schemas.microsoft.com/office/drawing/2014/main" id="{BC57F142-8EA9-4B41-870D-C01DF6F00B26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845977" cy="500971"/>
                <a:chOff x="7110872" y="2697693"/>
                <a:chExt cx="6845977" cy="500971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1220" r="-54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163" name="圖形 162">
                  <a:extLst>
                    <a:ext uri="{FF2B5EF4-FFF2-40B4-BE49-F238E27FC236}">
                      <a16:creationId xmlns:a16="http://schemas.microsoft.com/office/drawing/2014/main" id="{833DAFB8-7BB7-4CD0-92C1-9F3DD74492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160" name="圖形 159">
                <a:extLst>
                  <a:ext uri="{FF2B5EF4-FFF2-40B4-BE49-F238E27FC236}">
                    <a16:creationId xmlns:a16="http://schemas.microsoft.com/office/drawing/2014/main" id="{6ACEECDF-E571-4C96-B61B-75B691ED00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161" name="圖形 160">
                <a:extLst>
                  <a:ext uri="{FF2B5EF4-FFF2-40B4-BE49-F238E27FC236}">
                    <a16:creationId xmlns:a16="http://schemas.microsoft.com/office/drawing/2014/main" id="{607219BE-E151-431E-BF16-D42F509D9C7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  <p:sp>
        <p:nvSpPr>
          <p:cNvPr id="164" name="內容版面配置區 2">
            <a:extLst>
              <a:ext uri="{FF2B5EF4-FFF2-40B4-BE49-F238E27FC236}">
                <a16:creationId xmlns:a16="http://schemas.microsoft.com/office/drawing/2014/main" id="{D6784137-CE13-4FDF-B1B9-155F7B69A6B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Transverse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</m:acc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  <a:blipFill>
                <a:blip r:embed="rId10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箭號: 向右 167">
            <a:extLst>
              <a:ext uri="{FF2B5EF4-FFF2-40B4-BE49-F238E27FC236}">
                <a16:creationId xmlns:a16="http://schemas.microsoft.com/office/drawing/2014/main" id="{DD9DADF1-0F03-4979-B75E-06DC85C2B11C}"/>
              </a:ext>
            </a:extLst>
          </p:cNvPr>
          <p:cNvSpPr/>
          <p:nvPr/>
        </p:nvSpPr>
        <p:spPr>
          <a:xfrm rot="5400000">
            <a:off x="1262152" y="18204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9" name="箭號: 向右 168">
            <a:extLst>
              <a:ext uri="{FF2B5EF4-FFF2-40B4-BE49-F238E27FC236}">
                <a16:creationId xmlns:a16="http://schemas.microsoft.com/office/drawing/2014/main" id="{93F8922C-C611-4B81-84E0-7C374BB4638E}"/>
              </a:ext>
            </a:extLst>
          </p:cNvPr>
          <p:cNvSpPr/>
          <p:nvPr/>
        </p:nvSpPr>
        <p:spPr>
          <a:xfrm rot="5400000">
            <a:off x="1262152" y="43160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/>
              <p:nvPr/>
            </p:nvSpPr>
            <p:spPr>
              <a:xfrm>
                <a:off x="2036120" y="4354856"/>
                <a:ext cx="3234620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20" y="4354856"/>
                <a:ext cx="3234620" cy="570477"/>
              </a:xfrm>
              <a:prstGeom prst="rect">
                <a:avLst/>
              </a:prstGeom>
              <a:blipFill>
                <a:blip r:embed="rId11"/>
                <a:stretch>
                  <a:fillRect l="-1883" t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5198256"/>
            <a:ext cx="10091176" cy="696986"/>
            <a:chOff x="71454" y="3187418"/>
            <a:chExt cx="10091176" cy="6969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78044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3081713" y="597823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2EF5C55F-1A52-4EB2-9AE9-BDA084E97F64}"/>
              </a:ext>
            </a:extLst>
          </p:cNvPr>
          <p:cNvSpPr/>
          <p:nvPr/>
        </p:nvSpPr>
        <p:spPr>
          <a:xfrm>
            <a:off x="6953522" y="597281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polarization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3629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600699" y="1184911"/>
            <a:ext cx="489204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419475" y="1184911"/>
            <a:ext cx="110490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/>
              <p:nvPr/>
            </p:nvSpPr>
            <p:spPr>
              <a:xfrm>
                <a:off x="336962" y="2735606"/>
                <a:ext cx="5793431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Conditions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 LG beams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735606"/>
                <a:ext cx="5793431" cy="570477"/>
              </a:xfrm>
              <a:prstGeom prst="rect">
                <a:avLst/>
              </a:prstGeom>
              <a:blipFill>
                <a:blip r:embed="rId4"/>
                <a:stretch>
                  <a:fillRect l="-1052" t="-43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1216806"/>
            <a:ext cx="10091176" cy="696986"/>
            <a:chOff x="71454" y="3187418"/>
            <a:chExt cx="10091176" cy="6969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167410" y="3478044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3081713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2EF5C55F-1A52-4EB2-9AE9-BDA084E97F64}"/>
              </a:ext>
            </a:extLst>
          </p:cNvPr>
          <p:cNvSpPr/>
          <p:nvPr/>
        </p:nvSpPr>
        <p:spPr>
          <a:xfrm>
            <a:off x="6953522" y="199136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polarization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651C066-52A8-4E48-BB92-505A0AE08511}"/>
                  </a:ext>
                </a:extLst>
              </p:cNvPr>
              <p:cNvSpPr/>
              <p:nvPr/>
            </p:nvSpPr>
            <p:spPr>
              <a:xfrm>
                <a:off x="7286683" y="3763283"/>
                <a:ext cx="172602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AutoNum type="arabicPeriod"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ℓ=−ℓ′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651C066-52A8-4E48-BB92-505A0AE085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683" y="3763283"/>
                <a:ext cx="1726020" cy="707886"/>
              </a:xfrm>
              <a:prstGeom prst="rect">
                <a:avLst/>
              </a:prstGeom>
              <a:blipFill>
                <a:blip r:embed="rId8"/>
                <a:stretch>
                  <a:fillRect l="-2827" t="-862" b="-1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F1B627A-332A-4176-AF99-F9A1B8F47DB3}"/>
                  </a:ext>
                </a:extLst>
              </p:cNvPr>
              <p:cNvSpPr/>
              <p:nvPr/>
            </p:nvSpPr>
            <p:spPr>
              <a:xfrm>
                <a:off x="7212304" y="2597188"/>
                <a:ext cx="3355086" cy="7085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num>
                            <m:den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num>
                            <m:den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F1B627A-332A-4176-AF99-F9A1B8F47D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04" y="2597188"/>
                <a:ext cx="3355086" cy="7085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111EB553-1623-4C15-A50C-ACCBCDB406F4}"/>
              </a:ext>
            </a:extLst>
          </p:cNvPr>
          <p:cNvSpPr/>
          <p:nvPr/>
        </p:nvSpPr>
        <p:spPr>
          <a:xfrm>
            <a:off x="6301597" y="2699206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箭號: 向右 35">
            <a:extLst>
              <a:ext uri="{FF2B5EF4-FFF2-40B4-BE49-F238E27FC236}">
                <a16:creationId xmlns:a16="http://schemas.microsoft.com/office/drawing/2014/main" id="{FE6BDD1D-EC4A-43FA-84F8-0936E4D0CB04}"/>
              </a:ext>
            </a:extLst>
          </p:cNvPr>
          <p:cNvSpPr/>
          <p:nvPr/>
        </p:nvSpPr>
        <p:spPr>
          <a:xfrm>
            <a:off x="6301597" y="3763283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49590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229225" y="1184911"/>
            <a:ext cx="239077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314700" y="1184911"/>
            <a:ext cx="81915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First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4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AD7C2CA2-F9D9-4022-ACE7-C603A66BCB9A}"/>
              </a:ext>
            </a:extLst>
          </p:cNvPr>
          <p:cNvGrpSpPr/>
          <p:nvPr/>
        </p:nvGrpSpPr>
        <p:grpSpPr>
          <a:xfrm>
            <a:off x="309811" y="2763883"/>
            <a:ext cx="3668420" cy="4060658"/>
            <a:chOff x="119311" y="2763883"/>
            <a:chExt cx="3668420" cy="406065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/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C2C0FCB6-6FD2-4E1F-B60B-36152882AD3E}"/>
                    </a:ext>
                  </a:extLst>
                </p:cNvPr>
                <p:cNvSpPr/>
                <p:nvPr/>
              </p:nvSpPr>
              <p:spPr>
                <a:xfrm>
                  <a:off x="1993314" y="6547542"/>
                  <a:ext cx="1794417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ℓ,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 0, −1, 0</m:t>
                        </m:r>
                      </m:oMath>
                    </m:oMathPara>
                  </a14:m>
                  <a:endParaRPr lang="zh-TW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C2C0FCB6-6FD2-4E1F-B60B-36152882AD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314" y="6547542"/>
                  <a:ext cx="1794417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663023B-0630-4FDF-BD30-9B6BFBFFC8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671"/>
            <a:stretch/>
          </p:blipFill>
          <p:spPr>
            <a:xfrm>
              <a:off x="119311" y="2763883"/>
              <a:ext cx="2105966" cy="4013686"/>
            </a:xfrm>
            <a:prstGeom prst="rect">
              <a:avLst/>
            </a:prstGeom>
          </p:spPr>
        </p:pic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56B78C43-26BE-4D43-94B3-AD1C375BA2E7}"/>
              </a:ext>
            </a:extLst>
          </p:cNvPr>
          <p:cNvGrpSpPr/>
          <p:nvPr/>
        </p:nvGrpSpPr>
        <p:grpSpPr>
          <a:xfrm>
            <a:off x="8195418" y="2733675"/>
            <a:ext cx="3711106" cy="4090866"/>
            <a:chOff x="8195418" y="2733675"/>
            <a:chExt cx="3711106" cy="4090866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55477392-6F97-4C50-A70B-70BDFB945CED}"/>
                </a:ext>
              </a:extLst>
            </p:cNvPr>
            <p:cNvGrpSpPr/>
            <p:nvPr/>
          </p:nvGrpSpPr>
          <p:grpSpPr>
            <a:xfrm>
              <a:off x="8195418" y="2733675"/>
              <a:ext cx="2175803" cy="4029076"/>
              <a:chOff x="7268906" y="3343275"/>
              <a:chExt cx="1846604" cy="3419476"/>
            </a:xfrm>
          </p:grpSpPr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20062C53-50D7-471E-AD99-1B1AD63E0A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68906" y="3343275"/>
                <a:ext cx="1846604" cy="3419476"/>
              </a:xfrm>
              <a:prstGeom prst="rect">
                <a:avLst/>
              </a:prstGeom>
            </p:spPr>
          </p:pic>
          <p:pic>
            <p:nvPicPr>
              <p:cNvPr id="38" name="圖片 37">
                <a:extLst>
                  <a:ext uri="{FF2B5EF4-FFF2-40B4-BE49-F238E27FC236}">
                    <a16:creationId xmlns:a16="http://schemas.microsoft.com/office/drawing/2014/main" id="{A90DF68B-4F63-49CB-85F1-7F21B39F76D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l="2072"/>
              <a:stretch/>
            </p:blipFill>
            <p:spPr>
              <a:xfrm>
                <a:off x="7684295" y="3463667"/>
                <a:ext cx="983456" cy="21032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87FD32D-29D5-4864-9CD6-93D8997828CF}"/>
                    </a:ext>
                  </a:extLst>
                </p:cNvPr>
                <p:cNvSpPr/>
                <p:nvPr/>
              </p:nvSpPr>
              <p:spPr>
                <a:xfrm>
                  <a:off x="10112106" y="6547542"/>
                  <a:ext cx="1794418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ℓ,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 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−1, 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zh-TW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87FD32D-29D5-4864-9CD6-93D8997828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2106" y="6547542"/>
                  <a:ext cx="1794418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C6C9BF4B-A660-42B3-A583-F5230EB05471}"/>
                    </a:ext>
                  </a:extLst>
                </p:cNvPr>
                <p:cNvSpPr/>
                <p:nvPr/>
              </p:nvSpPr>
              <p:spPr>
                <a:xfrm>
                  <a:off x="10301178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C6C9BF4B-A660-42B3-A583-F5230EB0547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1178" y="2783869"/>
                  <a:ext cx="78739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DEB656E0-86F1-43E4-996E-B04BEB878A78}"/>
              </a:ext>
            </a:extLst>
          </p:cNvPr>
          <p:cNvGrpSpPr/>
          <p:nvPr/>
        </p:nvGrpSpPr>
        <p:grpSpPr>
          <a:xfrm>
            <a:off x="4101555" y="2749758"/>
            <a:ext cx="3970539" cy="4074783"/>
            <a:chOff x="4029354" y="2749758"/>
            <a:chExt cx="3970539" cy="40747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34E38169-2C7E-4319-8BB2-2A5F6D3E36BF}"/>
                    </a:ext>
                  </a:extLst>
                </p:cNvPr>
                <p:cNvSpPr/>
                <p:nvPr/>
              </p:nvSpPr>
              <p:spPr>
                <a:xfrm>
                  <a:off x="5916034" y="6547542"/>
                  <a:ext cx="2083859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ℓ,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−1,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34E38169-2C7E-4319-8BB2-2A5F6D3E36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034" y="6547542"/>
                  <a:ext cx="2083859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F4997A6-9389-411C-A68B-2FF5C3219C6D}"/>
                    </a:ext>
                  </a:extLst>
                </p:cNvPr>
                <p:cNvSpPr/>
                <p:nvPr/>
              </p:nvSpPr>
              <p:spPr>
                <a:xfrm>
                  <a:off x="6155580" y="2783869"/>
                  <a:ext cx="96051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F4997A6-9389-411C-A68B-2FF5C3219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5580" y="2783869"/>
                  <a:ext cx="96051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BA35B2F3-A757-456B-8820-2FFA460DD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029354" y="2749758"/>
              <a:ext cx="2157565" cy="4004725"/>
            </a:xfrm>
            <a:prstGeom prst="rect">
              <a:avLst/>
            </a:prstGeom>
          </p:spPr>
        </p:pic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C351AA28-38BC-41C9-ADBD-51B2AAECC044}"/>
              </a:ext>
            </a:extLst>
          </p:cNvPr>
          <p:cNvGrpSpPr/>
          <p:nvPr/>
        </p:nvGrpSpPr>
        <p:grpSpPr>
          <a:xfrm>
            <a:off x="648711" y="1216806"/>
            <a:ext cx="7742814" cy="1109663"/>
            <a:chOff x="648711" y="1216806"/>
            <a:chExt cx="7037964" cy="11096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648711" y="1216806"/>
                  <a:ext cx="7037964" cy="110966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711" y="1216806"/>
                  <a:ext cx="7037964" cy="1109663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形 45">
              <a:extLst>
                <a:ext uri="{FF2B5EF4-FFF2-40B4-BE49-F238E27FC236}">
                  <a16:creationId xmlns:a16="http://schemas.microsoft.com/office/drawing/2014/main" id="{FA730AF8-D12B-43D4-A59B-1536118701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t="1" r="53142" b="-1"/>
            <a:stretch/>
          </p:blipFill>
          <p:spPr>
            <a:xfrm>
              <a:off x="744667" y="1459807"/>
              <a:ext cx="224841" cy="172247"/>
            </a:xfrm>
            <a:prstGeom prst="rect">
              <a:avLst/>
            </a:prstGeom>
          </p:spPr>
        </p:pic>
      </p:grpSp>
      <p:sp>
        <p:nvSpPr>
          <p:cNvPr id="47" name="矩形 46">
            <a:extLst>
              <a:ext uri="{FF2B5EF4-FFF2-40B4-BE49-F238E27FC236}">
                <a16:creationId xmlns:a16="http://schemas.microsoft.com/office/drawing/2014/main" id="{5B17E067-A88C-4CA6-B944-A06E0FD0067A}"/>
              </a:ext>
            </a:extLst>
          </p:cNvPr>
          <p:cNvSpPr/>
          <p:nvPr/>
        </p:nvSpPr>
        <p:spPr>
          <a:xfrm>
            <a:off x="2615886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6A2EFE15-1453-4357-9BC9-DE0632976E9E}"/>
                  </a:ext>
                </a:extLst>
              </p:cNvPr>
              <p:cNvSpPr/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 polarization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changed with </a:t>
                </a:r>
                <a14:m>
                  <m:oMath xmlns:m="http://schemas.openxmlformats.org/officeDocument/2006/math">
                    <m:r>
                      <a:rPr lang="en-US" altLang="zh-TW" sz="2000" b="1" i="1" dirty="0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𝜶</m:t>
                    </m:r>
                  </m:oMath>
                </a14:m>
                <a:endParaRPr lang="zh-TW" altLang="en-US" sz="2000" b="1" dirty="0">
                  <a:solidFill>
                    <a:srgbClr val="FF0000"/>
                  </a:solidFill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6A2EFE15-1453-4357-9BC9-DE0632976E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  <a:blipFill>
                <a:blip r:embed="rId18"/>
                <a:stretch>
                  <a:fillRect l="-1211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群組 48">
            <a:extLst>
              <a:ext uri="{FF2B5EF4-FFF2-40B4-BE49-F238E27FC236}">
                <a16:creationId xmlns:a16="http://schemas.microsoft.com/office/drawing/2014/main" id="{B57AC9C8-2E12-488A-84F1-475893BC6A24}"/>
              </a:ext>
            </a:extLst>
          </p:cNvPr>
          <p:cNvGrpSpPr/>
          <p:nvPr/>
        </p:nvGrpSpPr>
        <p:grpSpPr>
          <a:xfrm>
            <a:off x="1884428" y="7452921"/>
            <a:ext cx="1643943" cy="681212"/>
            <a:chOff x="1854907" y="7050024"/>
            <a:chExt cx="1643943" cy="68121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C624D37E-C0EE-49E0-B054-F551B44C594A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643943" cy="681212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∥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C624D37E-C0EE-49E0-B054-F551B44C59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643943" cy="68121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1" name="圖形 50">
              <a:extLst>
                <a:ext uri="{FF2B5EF4-FFF2-40B4-BE49-F238E27FC236}">
                  <a16:creationId xmlns:a16="http://schemas.microsoft.com/office/drawing/2014/main" id="{3E76D215-8B62-4954-9902-0F16E45E76A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02E244EE-2B5F-449C-AED4-733F9996984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9625" y="2911475"/>
            <a:ext cx="517330" cy="22030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1A2200C-E223-4E35-8BFC-90FA59D3F39A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82906" y="2895600"/>
            <a:ext cx="562739" cy="21584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135DC35D-6366-4094-B71C-7DF85B70B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93155" y="2875434"/>
            <a:ext cx="569908" cy="23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114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4753154" y="1184911"/>
            <a:ext cx="4286069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545098" y="1184911"/>
            <a:ext cx="83712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1216806"/>
            <a:ext cx="10447914" cy="612796"/>
            <a:chOff x="71454" y="3187418"/>
            <a:chExt cx="10447914" cy="61279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447914" cy="61279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f>
                              <m:f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447914" cy="6127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30419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2615886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Second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AD7C2CA2-F9D9-4022-ACE7-C603A66BCB9A}"/>
              </a:ext>
            </a:extLst>
          </p:cNvPr>
          <p:cNvGrpSpPr/>
          <p:nvPr/>
        </p:nvGrpSpPr>
        <p:grpSpPr>
          <a:xfrm>
            <a:off x="309811" y="2763886"/>
            <a:ext cx="3668420" cy="4060655"/>
            <a:chOff x="119311" y="2763886"/>
            <a:chExt cx="3668420" cy="406065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/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C2C0FCB6-6FD2-4E1F-B60B-36152882AD3E}"/>
                    </a:ext>
                  </a:extLst>
                </p:cNvPr>
                <p:cNvSpPr/>
                <p:nvPr/>
              </p:nvSpPr>
              <p:spPr>
                <a:xfrm>
                  <a:off x="1993314" y="6547542"/>
                  <a:ext cx="1794417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ℓ,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 0, −1, 0</m:t>
                        </m:r>
                      </m:oMath>
                    </m:oMathPara>
                  </a14:m>
                  <a:endParaRPr lang="zh-TW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C2C0FCB6-6FD2-4E1F-B60B-36152882AD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314" y="6547542"/>
                  <a:ext cx="1794417" cy="2769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663023B-0630-4FDF-BD30-9B6BFBFFC8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t="671"/>
            <a:stretch/>
          </p:blipFill>
          <p:spPr>
            <a:xfrm>
              <a:off x="119311" y="2763886"/>
              <a:ext cx="2105966" cy="401368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80317777-E580-461B-A1B0-4E4E6FAB1FE4}"/>
                  </a:ext>
                </a:extLst>
              </p:cNvPr>
              <p:cNvSpPr/>
              <p:nvPr/>
            </p:nvSpPr>
            <p:spPr>
              <a:xfrm>
                <a:off x="10226406" y="6547542"/>
                <a:ext cx="1794418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ℓ,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−1,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80317777-E580-461B-A1B0-4E4E6FAB1F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6406" y="6547542"/>
                <a:ext cx="179441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ED0E0588-63DD-42B7-BBCE-A6F5E05CC09A}"/>
                  </a:ext>
                </a:extLst>
              </p:cNvPr>
              <p:cNvSpPr/>
              <p:nvPr/>
            </p:nvSpPr>
            <p:spPr>
              <a:xfrm>
                <a:off x="5874436" y="6547542"/>
                <a:ext cx="208385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ℓ,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−1,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ED0E0588-63DD-42B7-BBCE-A6F5E05CC0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436" y="6547542"/>
                <a:ext cx="2083859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984672AF-440A-471E-B477-78E2C435D0C5}"/>
                  </a:ext>
                </a:extLst>
              </p:cNvPr>
              <p:cNvSpPr/>
              <p:nvPr/>
            </p:nvSpPr>
            <p:spPr>
              <a:xfrm>
                <a:off x="4725569" y="1991366"/>
                <a:ext cx="5035009" cy="4415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 polarization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changed with </a:t>
                </a:r>
                <a14:m>
                  <m:oMath xmlns:m="http://schemas.openxmlformats.org/officeDocument/2006/math">
                    <m:r>
                      <a:rPr lang="en-US" altLang="zh-TW" sz="2000" b="1" i="1" dirty="0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𝜶</m:t>
                    </m:r>
                  </m:oMath>
                </a14:m>
                <a:r>
                  <a:rPr lang="zh-TW" altLang="en-US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sSub>
                          <m:sSubPr>
                            <m:ctrlPr>
                              <a:rPr lang="en-US" altLang="zh-TW" sz="2000" i="1" dirty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sub>
                    </m:sSub>
                  </m:oMath>
                </a14:m>
                <a:endParaRPr lang="zh-TW" altLang="en-US" sz="2000" b="1" dirty="0">
                  <a:solidFill>
                    <a:srgbClr val="FF0000"/>
                  </a:solidFill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984672AF-440A-471E-B477-78E2C435D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569" y="1991366"/>
                <a:ext cx="5035009" cy="441531"/>
              </a:xfrm>
              <a:prstGeom prst="rect">
                <a:avLst/>
              </a:prstGeom>
              <a:blipFill>
                <a:blip r:embed="rId13"/>
                <a:stretch>
                  <a:fillRect l="-1211" t="-8333" b="-152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圖片 55">
            <a:extLst>
              <a:ext uri="{FF2B5EF4-FFF2-40B4-BE49-F238E27FC236}">
                <a16:creationId xmlns:a16="http://schemas.microsoft.com/office/drawing/2014/main" id="{9238AAFE-C54D-4F69-9515-A156253235C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06449" y="2747268"/>
            <a:ext cx="2151475" cy="3981465"/>
          </a:xfrm>
          <a:prstGeom prst="rect">
            <a:avLst/>
          </a:prstGeom>
        </p:spPr>
      </p:pic>
      <p:grpSp>
        <p:nvGrpSpPr>
          <p:cNvPr id="57" name="群組 56">
            <a:extLst>
              <a:ext uri="{FF2B5EF4-FFF2-40B4-BE49-F238E27FC236}">
                <a16:creationId xmlns:a16="http://schemas.microsoft.com/office/drawing/2014/main" id="{DFEBC01D-DF00-40F3-8102-06E7AFF5A083}"/>
              </a:ext>
            </a:extLst>
          </p:cNvPr>
          <p:cNvGrpSpPr/>
          <p:nvPr/>
        </p:nvGrpSpPr>
        <p:grpSpPr>
          <a:xfrm>
            <a:off x="8195390" y="2709229"/>
            <a:ext cx="2186860" cy="4044405"/>
            <a:chOff x="7254948" y="3352800"/>
            <a:chExt cx="1838652" cy="3400425"/>
          </a:xfrm>
        </p:grpSpPr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14EEE922-C353-4C70-BD16-C60DE5F595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254948" y="3352800"/>
              <a:ext cx="1838652" cy="3400425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18D34C0-6A57-4F5E-BED3-B21B760CE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646711" y="3467800"/>
              <a:ext cx="1013895" cy="19954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EBDAFF6-5EAB-4EF9-B619-B5AB39E6CA00}"/>
                  </a:ext>
                </a:extLst>
              </p:cNvPr>
              <p:cNvSpPr/>
              <p:nvPr/>
            </p:nvSpPr>
            <p:spPr>
              <a:xfrm>
                <a:off x="6227781" y="2783869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EBDAFF6-5EAB-4EF9-B619-B5AB39E6C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7781" y="2783869"/>
                <a:ext cx="96051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02D338A-CD14-4B25-A4DA-A1174F376EA7}"/>
                  </a:ext>
                </a:extLst>
              </p:cNvPr>
              <p:cNvSpPr/>
              <p:nvPr/>
            </p:nvSpPr>
            <p:spPr>
              <a:xfrm>
                <a:off x="10301178" y="2783869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02D338A-CD14-4B25-A4DA-A1174F376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1178" y="2783869"/>
                <a:ext cx="787395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" name="圖片 62">
            <a:extLst>
              <a:ext uri="{FF2B5EF4-FFF2-40B4-BE49-F238E27FC236}">
                <a16:creationId xmlns:a16="http://schemas.microsoft.com/office/drawing/2014/main" id="{D59879EB-A27B-4FD4-92D0-C4568561100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9625" y="2911475"/>
            <a:ext cx="517330" cy="220308"/>
          </a:xfrm>
          <a:prstGeom prst="rect">
            <a:avLst/>
          </a:prstGeom>
        </p:spPr>
      </p:pic>
      <p:grpSp>
        <p:nvGrpSpPr>
          <p:cNvPr id="64" name="群組 63">
            <a:extLst>
              <a:ext uri="{FF2B5EF4-FFF2-40B4-BE49-F238E27FC236}">
                <a16:creationId xmlns:a16="http://schemas.microsoft.com/office/drawing/2014/main" id="{E2AD66AB-C1CE-4584-864E-BF2514717B3D}"/>
              </a:ext>
            </a:extLst>
          </p:cNvPr>
          <p:cNvGrpSpPr/>
          <p:nvPr/>
        </p:nvGrpSpPr>
        <p:grpSpPr>
          <a:xfrm>
            <a:off x="1137357" y="7113524"/>
            <a:ext cx="1804251" cy="681212"/>
            <a:chOff x="1854907" y="7050024"/>
            <a:chExt cx="1804251" cy="68121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9E17D4F8-4602-405B-830E-6336A15ADB5A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804251" cy="681212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∥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9E17D4F8-4602-405B-830E-6336A15ADB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804251" cy="68121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E0994607-DC12-4249-93AE-5DCAF158C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B8C980BF-01FA-42DB-AFB7-488BD3800EC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52281" y="2875410"/>
            <a:ext cx="610269" cy="2540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47F71DF9-DFC1-49C0-A36E-14D3F122747C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58172" y="2832100"/>
            <a:ext cx="660902" cy="25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3674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of VVB: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BDD363E-4BEE-4AAF-ADD6-280544C21965}"/>
              </a:ext>
            </a:extLst>
          </p:cNvPr>
          <p:cNvSpPr/>
          <p:nvPr/>
        </p:nvSpPr>
        <p:spPr>
          <a:xfrm>
            <a:off x="443866" y="1058691"/>
            <a:ext cx="10224134" cy="121778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3AB5B2-2493-4627-8132-AEBE3C9604E7}"/>
              </a:ext>
            </a:extLst>
          </p:cNvPr>
          <p:cNvGrpSpPr/>
          <p:nvPr/>
        </p:nvGrpSpPr>
        <p:grpSpPr>
          <a:xfrm>
            <a:off x="508743" y="1129500"/>
            <a:ext cx="2227982" cy="441916"/>
            <a:chOff x="7128124" y="2749452"/>
            <a:chExt cx="2227982" cy="4419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B52C7492-E756-4567-9D5B-AEC2AD341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/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5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5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acc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5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5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  <a:blipFill>
                <a:blip r:embed="rId8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6615456E-33C8-41B3-923B-E90E24297011}"/>
              </a:ext>
            </a:extLst>
          </p:cNvPr>
          <p:cNvSpPr/>
          <p:nvPr/>
        </p:nvSpPr>
        <p:spPr>
          <a:xfrm rot="5400000">
            <a:off x="1262152" y="25062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F98D4137-AA34-48EA-A88E-9AA672B02925}"/>
              </a:ext>
            </a:extLst>
          </p:cNvPr>
          <p:cNvGrpSpPr/>
          <p:nvPr/>
        </p:nvGrpSpPr>
        <p:grpSpPr>
          <a:xfrm>
            <a:off x="2076680" y="2630412"/>
            <a:ext cx="2661177" cy="312073"/>
            <a:chOff x="14379" y="1317211"/>
            <a:chExt cx="2661177" cy="3120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𝐽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ℓ+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1038" t="-4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/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  <a:blipFill>
                  <a:blip r:embed="rId10"/>
                  <a:stretch>
                    <a:fillRect r="-14103"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28DE32B5-4A54-47B9-B88B-CD53143B7DC3}"/>
              </a:ext>
            </a:extLst>
          </p:cNvPr>
          <p:cNvSpPr/>
          <p:nvPr/>
        </p:nvSpPr>
        <p:spPr>
          <a:xfrm>
            <a:off x="443866" y="3641595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D106034D-0B85-405C-8EF3-F5802FEA6CA8}"/>
              </a:ext>
            </a:extLst>
          </p:cNvPr>
          <p:cNvGrpSpPr/>
          <p:nvPr/>
        </p:nvGrpSpPr>
        <p:grpSpPr>
          <a:xfrm>
            <a:off x="508743" y="371240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圖形 33">
              <a:extLst>
                <a:ext uri="{FF2B5EF4-FFF2-40B4-BE49-F238E27FC236}">
                  <a16:creationId xmlns:a16="http://schemas.microsoft.com/office/drawing/2014/main" id="{90202BD3-2E66-46AA-B341-BC94CE426D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/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8470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of VVB: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BDD363E-4BEE-4AAF-ADD6-280544C21965}"/>
              </a:ext>
            </a:extLst>
          </p:cNvPr>
          <p:cNvSpPr/>
          <p:nvPr/>
        </p:nvSpPr>
        <p:spPr>
          <a:xfrm>
            <a:off x="443866" y="1058691"/>
            <a:ext cx="10224134" cy="121778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3AB5B2-2493-4627-8132-AEBE3C9604E7}"/>
              </a:ext>
            </a:extLst>
          </p:cNvPr>
          <p:cNvGrpSpPr/>
          <p:nvPr/>
        </p:nvGrpSpPr>
        <p:grpSpPr>
          <a:xfrm>
            <a:off x="508743" y="1129500"/>
            <a:ext cx="2227982" cy="441916"/>
            <a:chOff x="7128124" y="2749452"/>
            <a:chExt cx="2227982" cy="4419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B52C7492-E756-4567-9D5B-AEC2AD341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/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5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5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acc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5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5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  <a:blipFill>
                <a:blip r:embed="rId8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6615456E-33C8-41B3-923B-E90E24297011}"/>
              </a:ext>
            </a:extLst>
          </p:cNvPr>
          <p:cNvSpPr/>
          <p:nvPr/>
        </p:nvSpPr>
        <p:spPr>
          <a:xfrm rot="5400000">
            <a:off x="1262152" y="25062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F98D4137-AA34-48EA-A88E-9AA672B02925}"/>
              </a:ext>
            </a:extLst>
          </p:cNvPr>
          <p:cNvGrpSpPr/>
          <p:nvPr/>
        </p:nvGrpSpPr>
        <p:grpSpPr>
          <a:xfrm>
            <a:off x="2076680" y="2630412"/>
            <a:ext cx="2661177" cy="312073"/>
            <a:chOff x="14379" y="1317211"/>
            <a:chExt cx="2661177" cy="3120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𝐽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ℓ+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1038" t="-4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/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  <a:blipFill>
                  <a:blip r:embed="rId10"/>
                  <a:stretch>
                    <a:fillRect r="-14103"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28DE32B5-4A54-47B9-B88B-CD53143B7DC3}"/>
              </a:ext>
            </a:extLst>
          </p:cNvPr>
          <p:cNvSpPr/>
          <p:nvPr/>
        </p:nvSpPr>
        <p:spPr>
          <a:xfrm>
            <a:off x="443866" y="3641595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D106034D-0B85-405C-8EF3-F5802FEA6CA8}"/>
              </a:ext>
            </a:extLst>
          </p:cNvPr>
          <p:cNvGrpSpPr/>
          <p:nvPr/>
        </p:nvGrpSpPr>
        <p:grpSpPr>
          <a:xfrm>
            <a:off x="508743" y="371240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圖形 33">
              <a:extLst>
                <a:ext uri="{FF2B5EF4-FFF2-40B4-BE49-F238E27FC236}">
                  <a16:creationId xmlns:a16="http://schemas.microsoft.com/office/drawing/2014/main" id="{90202BD3-2E66-46AA-B341-BC94CE426D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/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4498C833-8F81-4492-962B-FD806EA915F9}"/>
              </a:ext>
            </a:extLst>
          </p:cNvPr>
          <p:cNvSpPr/>
          <p:nvPr/>
        </p:nvSpPr>
        <p:spPr>
          <a:xfrm>
            <a:off x="6584710" y="5471161"/>
            <a:ext cx="2147978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B9DAA02D-5B7F-45C1-B5C3-2BDF7AF8A21E}"/>
              </a:ext>
            </a:extLst>
          </p:cNvPr>
          <p:cNvSpPr/>
          <p:nvPr/>
        </p:nvSpPr>
        <p:spPr>
          <a:xfrm>
            <a:off x="4213106" y="5471161"/>
            <a:ext cx="121291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B6D8E0A1-B99B-4718-AE69-F10A8D7C4D0E}"/>
              </a:ext>
            </a:extLst>
          </p:cNvPr>
          <p:cNvSpPr/>
          <p:nvPr/>
        </p:nvSpPr>
        <p:spPr>
          <a:xfrm>
            <a:off x="491491" y="5366064"/>
            <a:ext cx="10748009" cy="1350000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45" name="箭號: 向右 44">
            <a:extLst>
              <a:ext uri="{FF2B5EF4-FFF2-40B4-BE49-F238E27FC236}">
                <a16:creationId xmlns:a16="http://schemas.microsoft.com/office/drawing/2014/main" id="{09700BD9-8DA0-474A-8AD3-C57CBD8A02B9}"/>
              </a:ext>
            </a:extLst>
          </p:cNvPr>
          <p:cNvSpPr/>
          <p:nvPr/>
        </p:nvSpPr>
        <p:spPr>
          <a:xfrm rot="5400000">
            <a:off x="1262152" y="46208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51F73E8-07A9-47EF-962B-4A96D651C992}"/>
                  </a:ext>
                </a:extLst>
              </p:cNvPr>
              <p:cNvSpPr/>
              <p:nvPr/>
            </p:nvSpPr>
            <p:spPr>
              <a:xfrm>
                <a:off x="2036120" y="4659656"/>
                <a:ext cx="3234620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51F73E8-07A9-47EF-962B-4A96D651C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20" y="4659656"/>
                <a:ext cx="3234620" cy="570477"/>
              </a:xfrm>
              <a:prstGeom prst="rect">
                <a:avLst/>
              </a:prstGeom>
              <a:blipFill>
                <a:blip r:embed="rId13"/>
                <a:stretch>
                  <a:fillRect l="-1883" t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群組 46">
            <a:extLst>
              <a:ext uri="{FF2B5EF4-FFF2-40B4-BE49-F238E27FC236}">
                <a16:creationId xmlns:a16="http://schemas.microsoft.com/office/drawing/2014/main" id="{19C25B56-5A18-44E8-BEC6-D1CBBF37EDEA}"/>
              </a:ext>
            </a:extLst>
          </p:cNvPr>
          <p:cNvGrpSpPr/>
          <p:nvPr/>
        </p:nvGrpSpPr>
        <p:grpSpPr>
          <a:xfrm>
            <a:off x="648711" y="5442674"/>
            <a:ext cx="10091176" cy="803361"/>
            <a:chOff x="71454" y="3127036"/>
            <a:chExt cx="10091176" cy="80336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5537657-BE5F-4BB4-B638-91A7FA19693A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 sz="20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𝐽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5537657-BE5F-4BB4-B638-91A7FA1969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9" name="圖形 48">
              <a:extLst>
                <a:ext uri="{FF2B5EF4-FFF2-40B4-BE49-F238E27FC236}">
                  <a16:creationId xmlns:a16="http://schemas.microsoft.com/office/drawing/2014/main" id="{F84917B6-2BA9-4397-A79B-C8F9B3710E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50" name="矩形 49">
            <a:extLst>
              <a:ext uri="{FF2B5EF4-FFF2-40B4-BE49-F238E27FC236}">
                <a16:creationId xmlns:a16="http://schemas.microsoft.com/office/drawing/2014/main" id="{55185BB5-EBE3-4449-92DF-8FDC8853E6DB}"/>
              </a:ext>
            </a:extLst>
          </p:cNvPr>
          <p:cNvSpPr/>
          <p:nvPr/>
        </p:nvSpPr>
        <p:spPr>
          <a:xfrm>
            <a:off x="3832210" y="628303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A029717-7CCE-4009-9C20-EC4E2A3E76BE}"/>
              </a:ext>
            </a:extLst>
          </p:cNvPr>
          <p:cNvSpPr/>
          <p:nvPr/>
        </p:nvSpPr>
        <p:spPr>
          <a:xfrm>
            <a:off x="6470443" y="627761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7258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5BCCBB01-5148-4CAB-8FB8-A82294C10B7C}"/>
              </a:ext>
            </a:extLst>
          </p:cNvPr>
          <p:cNvSpPr/>
          <p:nvPr/>
        </p:nvSpPr>
        <p:spPr>
          <a:xfrm>
            <a:off x="6746457" y="1195817"/>
            <a:ext cx="2213274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7AB7EC83-D440-409D-8967-E7B6861BBE4B}"/>
              </a:ext>
            </a:extLst>
          </p:cNvPr>
          <p:cNvSpPr/>
          <p:nvPr/>
        </p:nvSpPr>
        <p:spPr>
          <a:xfrm>
            <a:off x="4308179" y="1183832"/>
            <a:ext cx="85754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47F9B9E1-F5A1-4603-81DA-0EA810B015E8}"/>
              </a:ext>
            </a:extLst>
          </p:cNvPr>
          <p:cNvGrpSpPr/>
          <p:nvPr/>
        </p:nvGrpSpPr>
        <p:grpSpPr>
          <a:xfrm>
            <a:off x="595073" y="1167522"/>
            <a:ext cx="10091176" cy="803361"/>
            <a:chOff x="71454" y="3127036"/>
            <a:chExt cx="10091176" cy="80336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ℓ+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altLang="zh-TW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0" i="1" dirty="0" smtClean="0">
                                        <a:latin typeface="Cambria Math" panose="02040503050406030204" pitchFamily="18" charset="0"/>
                                      </a:rPr>
                                      <m:t>ℓ+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𝜎</m:t>
                                        </m:r>
                                      </m:e>
                                    </m:acc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圖形 44">
              <a:extLst>
                <a:ext uri="{FF2B5EF4-FFF2-40B4-BE49-F238E27FC236}">
                  <a16:creationId xmlns:a16="http://schemas.microsoft.com/office/drawing/2014/main" id="{5C0933FC-8606-4C68-A9EB-37D5E3BA60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First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矩形 52">
            <a:extLst>
              <a:ext uri="{FF2B5EF4-FFF2-40B4-BE49-F238E27FC236}">
                <a16:creationId xmlns:a16="http://schemas.microsoft.com/office/drawing/2014/main" id="{B47F25AE-47D8-469A-9ABA-89CB1E0A3E0B}"/>
              </a:ext>
            </a:extLst>
          </p:cNvPr>
          <p:cNvSpPr/>
          <p:nvPr/>
        </p:nvSpPr>
        <p:spPr>
          <a:xfrm>
            <a:off x="3825922" y="197839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4421F5F-0548-4B45-AA75-74B8D1577198}"/>
              </a:ext>
            </a:extLst>
          </p:cNvPr>
          <p:cNvSpPr/>
          <p:nvPr/>
        </p:nvSpPr>
        <p:spPr>
          <a:xfrm>
            <a:off x="6654834" y="197297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7AE43B-251D-493C-B89D-AC6D61FA8E5A}"/>
                  </a:ext>
                </a:extLst>
              </p:cNvPr>
              <p:cNvSpPr/>
              <p:nvPr/>
            </p:nvSpPr>
            <p:spPr>
              <a:xfrm>
                <a:off x="6393089" y="2596902"/>
                <a:ext cx="28393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Opposite spin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7AE43B-251D-493C-B89D-AC6D61FA8E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089" y="2596902"/>
                <a:ext cx="2839367" cy="400110"/>
              </a:xfrm>
              <a:prstGeom prst="rect">
                <a:avLst/>
              </a:prstGeom>
              <a:blipFill>
                <a:blip r:embed="rId8"/>
                <a:stretch>
                  <a:fillRect l="-2361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95E8230-0111-48D0-9702-D89FBD29AA2B}"/>
                  </a:ext>
                </a:extLst>
              </p:cNvPr>
              <p:cNvSpPr/>
              <p:nvPr/>
            </p:nvSpPr>
            <p:spPr>
              <a:xfrm>
                <a:off x="466742" y="2596902"/>
                <a:ext cx="2218556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Same spin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95E8230-0111-48D0-9702-D89FBD29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42" y="2596902"/>
                <a:ext cx="2218556" cy="400110"/>
              </a:xfrm>
              <a:prstGeom prst="rect">
                <a:avLst/>
              </a:prstGeom>
              <a:blipFill>
                <a:blip r:embed="rId9"/>
                <a:stretch>
                  <a:fillRect l="-3022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8884E2EE-9B6B-4166-9490-49F6609E54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9114" y="3049078"/>
            <a:ext cx="2522536" cy="298474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76CD897-F1FA-4047-994B-A8BC53E882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1772" y="3079269"/>
            <a:ext cx="2529597" cy="296748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7261D38-E90A-441C-811F-78D43D1191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62577" y="3072654"/>
            <a:ext cx="2545061" cy="298102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1486AEFA-52DD-43E6-9EEF-B18EE7C49F44}"/>
                  </a:ext>
                </a:extLst>
              </p:cNvPr>
              <p:cNvSpPr/>
              <p:nvPr/>
            </p:nvSpPr>
            <p:spPr>
              <a:xfrm>
                <a:off x="3844437" y="6000984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1486AEFA-52DD-43E6-9EEF-B18EE7C49F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437" y="6000984"/>
                <a:ext cx="96051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BC199245-1E23-4849-B8C9-EE6145D68502}"/>
                  </a:ext>
                </a:extLst>
              </p:cNvPr>
              <p:cNvSpPr/>
              <p:nvPr/>
            </p:nvSpPr>
            <p:spPr>
              <a:xfrm>
                <a:off x="7387044" y="6046756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BC199245-1E23-4849-B8C9-EE6145D685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044" y="6046756"/>
                <a:ext cx="78739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8444B4D3-CFDA-4FD9-BA26-F267BC3FD183}"/>
                  </a:ext>
                </a:extLst>
              </p:cNvPr>
              <p:cNvSpPr/>
              <p:nvPr/>
            </p:nvSpPr>
            <p:spPr>
              <a:xfrm>
                <a:off x="9868049" y="6046756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8444B4D3-CFDA-4FD9-BA26-F267BC3FD1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8049" y="6046756"/>
                <a:ext cx="96051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D7416FE-E5D0-4019-9A87-8574335D7677}"/>
                  </a:ext>
                </a:extLst>
              </p:cNvPr>
              <p:cNvSpPr/>
              <p:nvPr/>
            </p:nvSpPr>
            <p:spPr>
              <a:xfrm>
                <a:off x="2076503" y="2596902"/>
                <a:ext cx="249527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 node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D7416FE-E5D0-4019-9A87-8574335D76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503" y="2596902"/>
                <a:ext cx="2495278" cy="400110"/>
              </a:xfrm>
              <a:prstGeom prst="rect">
                <a:avLst/>
              </a:prstGeom>
              <a:blipFill>
                <a:blip r:embed="rId16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59C1F01-FCED-49A8-AE79-B49FC9E35E67}"/>
                  </a:ext>
                </a:extLst>
              </p:cNvPr>
              <p:cNvSpPr/>
              <p:nvPr/>
            </p:nvSpPr>
            <p:spPr>
              <a:xfrm>
                <a:off x="8714102" y="2596902"/>
                <a:ext cx="249527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  <m:r>
                      <a:rPr lang="en-US" altLang="zh-TW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nodes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59C1F01-FCED-49A8-AE79-B49FC9E35E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4102" y="2596902"/>
                <a:ext cx="2495278" cy="400110"/>
              </a:xfrm>
              <a:prstGeom prst="rect">
                <a:avLst/>
              </a:prstGeom>
              <a:blipFill>
                <a:blip r:embed="rId1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7" name="圖片 76">
            <a:extLst>
              <a:ext uri="{FF2B5EF4-FFF2-40B4-BE49-F238E27FC236}">
                <a16:creationId xmlns:a16="http://schemas.microsoft.com/office/drawing/2014/main" id="{B64A66A1-8C86-4424-8FEC-61A87E08C2F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3415" y="3062018"/>
            <a:ext cx="2547430" cy="29916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20580BD2-5DB7-49C9-96C6-8F24E7D01246}"/>
                  </a:ext>
                </a:extLst>
              </p:cNvPr>
              <p:cNvSpPr/>
              <p:nvPr/>
            </p:nvSpPr>
            <p:spPr>
              <a:xfrm>
                <a:off x="1363432" y="6000984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20580BD2-5DB7-49C9-96C6-8F24E7D01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432" y="6000984"/>
                <a:ext cx="78739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群組 94">
            <a:extLst>
              <a:ext uri="{FF2B5EF4-FFF2-40B4-BE49-F238E27FC236}">
                <a16:creationId xmlns:a16="http://schemas.microsoft.com/office/drawing/2014/main" id="{965904E3-0D6D-43B5-95DF-78666793B872}"/>
              </a:ext>
            </a:extLst>
          </p:cNvPr>
          <p:cNvGrpSpPr/>
          <p:nvPr/>
        </p:nvGrpSpPr>
        <p:grpSpPr>
          <a:xfrm>
            <a:off x="1950157" y="7050024"/>
            <a:ext cx="1974862" cy="620426"/>
            <a:chOff x="1854907" y="7050024"/>
            <a:chExt cx="1974862" cy="62042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矩形 95">
                  <a:extLst>
                    <a:ext uri="{FF2B5EF4-FFF2-40B4-BE49-F238E27FC236}">
                      <a16:creationId xmlns:a16="http://schemas.microsoft.com/office/drawing/2014/main" id="{4013AE3F-EBAB-4AFE-8A79-C7967812AFD3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974862" cy="620426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6" name="矩形 95">
                  <a:extLst>
                    <a:ext uri="{FF2B5EF4-FFF2-40B4-BE49-F238E27FC236}">
                      <a16:creationId xmlns:a16="http://schemas.microsoft.com/office/drawing/2014/main" id="{4013AE3F-EBAB-4AFE-8A79-C7967812A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974862" cy="620426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60B7BBC2-C50D-40F9-9F12-C8687F9105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9EFEFA08-5984-47F2-9CF5-7D172B238C33}"/>
                  </a:ext>
                </a:extLst>
              </p:cNvPr>
              <p:cNvSpPr/>
              <p:nvPr/>
            </p:nvSpPr>
            <p:spPr>
              <a:xfrm>
                <a:off x="-325769" y="7024640"/>
                <a:ext cx="1325462" cy="40786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ℓ+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9EFEFA08-5984-47F2-9CF5-7D172B238C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5769" y="7024640"/>
                <a:ext cx="1325462" cy="407869"/>
              </a:xfrm>
              <a:prstGeom prst="rect">
                <a:avLst/>
              </a:prstGeom>
              <a:blipFill>
                <a:blip r:embed="rId21"/>
                <a:stretch>
                  <a:fillRect r="-9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25E9BE4A-A9D7-4144-AFAB-132977970F5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6345" y="3164256"/>
            <a:ext cx="483494" cy="220963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50465477-2F9B-4501-804C-BD4FBE5434F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64353" y="3164256"/>
            <a:ext cx="522142" cy="2028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754ABC5-CCA8-473E-AE1A-D2C07A40554E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3434" t="1" r="14653" b="-1"/>
          <a:stretch/>
        </p:blipFill>
        <p:spPr>
          <a:xfrm>
            <a:off x="7138987" y="3183731"/>
            <a:ext cx="495301" cy="20632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DCE6882-F55C-4F00-A141-B340300F8290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3221" t="1" b="-1"/>
          <a:stretch/>
        </p:blipFill>
        <p:spPr>
          <a:xfrm>
            <a:off x="9689306" y="3203576"/>
            <a:ext cx="517102" cy="1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516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5BCCBB01-5148-4CAB-8FB8-A82294C10B7C}"/>
              </a:ext>
            </a:extLst>
          </p:cNvPr>
          <p:cNvSpPr/>
          <p:nvPr/>
        </p:nvSpPr>
        <p:spPr>
          <a:xfrm>
            <a:off x="6781801" y="1195817"/>
            <a:ext cx="3209924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7AB7EC83-D440-409D-8967-E7B6861BBE4B}"/>
              </a:ext>
            </a:extLst>
          </p:cNvPr>
          <p:cNvSpPr/>
          <p:nvPr/>
        </p:nvSpPr>
        <p:spPr>
          <a:xfrm>
            <a:off x="4757650" y="1183832"/>
            <a:ext cx="85754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47F9B9E1-F5A1-4603-81DA-0EA810B015E8}"/>
              </a:ext>
            </a:extLst>
          </p:cNvPr>
          <p:cNvGrpSpPr/>
          <p:nvPr/>
        </p:nvGrpSpPr>
        <p:grpSpPr>
          <a:xfrm>
            <a:off x="595073" y="1167522"/>
            <a:ext cx="10515750" cy="777008"/>
            <a:chOff x="71454" y="3127036"/>
            <a:chExt cx="10515750" cy="7770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515750" cy="77700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515750" cy="77700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圖形 44">
              <a:extLst>
                <a:ext uri="{FF2B5EF4-FFF2-40B4-BE49-F238E27FC236}">
                  <a16:creationId xmlns:a16="http://schemas.microsoft.com/office/drawing/2014/main" id="{5C0933FC-8606-4C68-A9EB-37D5E3BA60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Second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矩形 52">
            <a:extLst>
              <a:ext uri="{FF2B5EF4-FFF2-40B4-BE49-F238E27FC236}">
                <a16:creationId xmlns:a16="http://schemas.microsoft.com/office/drawing/2014/main" id="{B47F25AE-47D8-469A-9ABA-89CB1E0A3E0B}"/>
              </a:ext>
            </a:extLst>
          </p:cNvPr>
          <p:cNvSpPr/>
          <p:nvPr/>
        </p:nvSpPr>
        <p:spPr>
          <a:xfrm>
            <a:off x="4349797" y="197839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/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4421F5F-0548-4B45-AA75-74B8D1577198}"/>
              </a:ext>
            </a:extLst>
          </p:cNvPr>
          <p:cNvSpPr/>
          <p:nvPr/>
        </p:nvSpPr>
        <p:spPr>
          <a:xfrm>
            <a:off x="7169184" y="197297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8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793167" cy="620426"/>
            <a:chOff x="1854908" y="7050024"/>
            <a:chExt cx="1793167" cy="62042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793167" cy="620426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−4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793167" cy="62042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34E2A09-CF3B-4CEA-AF4C-7CE627BE3BC7}"/>
                  </a:ext>
                </a:extLst>
              </p:cNvPr>
              <p:cNvSpPr/>
              <p:nvPr/>
            </p:nvSpPr>
            <p:spPr>
              <a:xfrm>
                <a:off x="-460337" y="7440347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34E2A09-CF3B-4CEA-AF4C-7CE627BE3B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0337" y="7440347"/>
                <a:ext cx="2972766" cy="41658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7" name="圖片 96">
            <a:extLst>
              <a:ext uri="{FF2B5EF4-FFF2-40B4-BE49-F238E27FC236}">
                <a16:creationId xmlns:a16="http://schemas.microsoft.com/office/drawing/2014/main" id="{DCD3848E-9197-4B93-8401-15C84E5421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4595" y="3044017"/>
            <a:ext cx="2559358" cy="3002400"/>
          </a:xfrm>
          <a:prstGeom prst="rect">
            <a:avLst/>
          </a:prstGeom>
        </p:spPr>
      </p:pic>
      <p:pic>
        <p:nvPicPr>
          <p:cNvPr id="98" name="圖片 97">
            <a:extLst>
              <a:ext uri="{FF2B5EF4-FFF2-40B4-BE49-F238E27FC236}">
                <a16:creationId xmlns:a16="http://schemas.microsoft.com/office/drawing/2014/main" id="{AFC0B315-C138-4C3D-A919-55176CE62F1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1711" y="3044017"/>
            <a:ext cx="2552040" cy="3002400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145F2936-8DDB-48B2-8977-0AA088AAC60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458" y="3044017"/>
            <a:ext cx="2552632" cy="3002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47B4228D-A0DA-44F1-A22A-3029D9166ED8}"/>
                  </a:ext>
                </a:extLst>
              </p:cNvPr>
              <p:cNvSpPr/>
              <p:nvPr/>
            </p:nvSpPr>
            <p:spPr>
              <a:xfrm>
                <a:off x="9426092" y="6035372"/>
                <a:ext cx="89768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47B4228D-A0DA-44F1-A22A-3029D9166E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6092" y="6035372"/>
                <a:ext cx="897682" cy="369332"/>
              </a:xfrm>
              <a:prstGeom prst="rect">
                <a:avLst/>
              </a:prstGeom>
              <a:blipFill>
                <a:blip r:embed="rId14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C6FF0B06-B148-4CE2-98A5-081A360A5EA4}"/>
                  </a:ext>
                </a:extLst>
              </p:cNvPr>
              <p:cNvSpPr/>
              <p:nvPr/>
            </p:nvSpPr>
            <p:spPr>
              <a:xfrm>
                <a:off x="1429063" y="6035372"/>
                <a:ext cx="1070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C6FF0B06-B148-4CE2-98A5-081A360A5E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063" y="6035372"/>
                <a:ext cx="1070806" cy="369332"/>
              </a:xfrm>
              <a:prstGeom prst="rect">
                <a:avLst/>
              </a:prstGeom>
              <a:blipFill>
                <a:blip r:embed="rId1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5881C85A-A3ED-4E24-9574-DCC048BEDA29}"/>
                  </a:ext>
                </a:extLst>
              </p:cNvPr>
              <p:cNvSpPr/>
              <p:nvPr/>
            </p:nvSpPr>
            <p:spPr>
              <a:xfrm>
                <a:off x="6907521" y="6035372"/>
                <a:ext cx="89768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5881C85A-A3ED-4E24-9574-DCC048BEDA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7521" y="6035372"/>
                <a:ext cx="897682" cy="369332"/>
              </a:xfrm>
              <a:prstGeom prst="rect">
                <a:avLst/>
              </a:prstGeom>
              <a:blipFill>
                <a:blip r:embed="rId1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4" name="圖片 103">
            <a:extLst>
              <a:ext uri="{FF2B5EF4-FFF2-40B4-BE49-F238E27FC236}">
                <a16:creationId xmlns:a16="http://schemas.microsoft.com/office/drawing/2014/main" id="{6BAC33CE-E010-44B9-88B7-76576E6935B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97282" y="3044017"/>
            <a:ext cx="2555990" cy="3002400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63A84085-EA8A-4218-9FDA-ED865E55AA14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r="10865"/>
          <a:stretch/>
        </p:blipFill>
        <p:spPr>
          <a:xfrm>
            <a:off x="6765373" y="3167063"/>
            <a:ext cx="488454" cy="212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878599B-1F14-4C47-97F7-56E321944412}"/>
                  </a:ext>
                </a:extLst>
              </p:cNvPr>
              <p:cNvSpPr/>
              <p:nvPr/>
            </p:nvSpPr>
            <p:spPr>
              <a:xfrm>
                <a:off x="4041215" y="6035372"/>
                <a:ext cx="1070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878599B-1F14-4C47-97F7-56E321944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215" y="6035372"/>
                <a:ext cx="1070806" cy="369332"/>
              </a:xfrm>
              <a:prstGeom prst="rect">
                <a:avLst/>
              </a:prstGeom>
              <a:blipFill>
                <a:blip r:embed="rId19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7" name="圖片 106">
            <a:extLst>
              <a:ext uri="{FF2B5EF4-FFF2-40B4-BE49-F238E27FC236}">
                <a16:creationId xmlns:a16="http://schemas.microsoft.com/office/drawing/2014/main" id="{738482CF-1E00-4EC9-B766-62A000964EE4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l="5836"/>
          <a:stretch/>
        </p:blipFill>
        <p:spPr>
          <a:xfrm>
            <a:off x="4107656" y="3173446"/>
            <a:ext cx="510899" cy="212400"/>
          </a:xfrm>
          <a:prstGeom prst="rect">
            <a:avLst/>
          </a:prstGeom>
        </p:spPr>
      </p:pic>
      <p:pic>
        <p:nvPicPr>
          <p:cNvPr id="108" name="圖片 107">
            <a:extLst>
              <a:ext uri="{FF2B5EF4-FFF2-40B4-BE49-F238E27FC236}">
                <a16:creationId xmlns:a16="http://schemas.microsoft.com/office/drawing/2014/main" id="{A05DDB06-0A46-471F-9C34-BCE2A50491A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r="7969"/>
          <a:stretch/>
        </p:blipFill>
        <p:spPr>
          <a:xfrm>
            <a:off x="9347140" y="3160875"/>
            <a:ext cx="499329" cy="212400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47B20435-9205-4154-B4C9-A97F91C1CA7F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l="4150"/>
          <a:stretch/>
        </p:blipFill>
        <p:spPr>
          <a:xfrm>
            <a:off x="1431132" y="3169442"/>
            <a:ext cx="518820" cy="1919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97E29BFE-788F-4D7A-9815-4B042954D05B}"/>
                  </a:ext>
                </a:extLst>
              </p:cNvPr>
              <p:cNvSpPr/>
              <p:nvPr/>
            </p:nvSpPr>
            <p:spPr>
              <a:xfrm>
                <a:off x="466742" y="2581266"/>
                <a:ext cx="40754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AM difference: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97E29BFE-788F-4D7A-9815-4B042954D0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42" y="2581266"/>
                <a:ext cx="4075411" cy="400110"/>
              </a:xfrm>
              <a:prstGeom prst="rect">
                <a:avLst/>
              </a:prstGeom>
              <a:blipFill>
                <a:blip r:embed="rId23"/>
                <a:stretch>
                  <a:fillRect l="-1647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5FFA0AE-6015-4C54-99E5-53A9E4AF7C56}"/>
                  </a:ext>
                </a:extLst>
              </p:cNvPr>
              <p:cNvSpPr/>
              <p:nvPr/>
            </p:nvSpPr>
            <p:spPr>
              <a:xfrm>
                <a:off x="4405649" y="2581142"/>
                <a:ext cx="295717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 number of  nodes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5FFA0AE-6015-4C54-99E5-53A9E4AF7C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5649" y="2581142"/>
                <a:ext cx="2957175" cy="400110"/>
              </a:xfrm>
              <a:prstGeom prst="rect">
                <a:avLst/>
              </a:prstGeom>
              <a:blipFill>
                <a:blip r:embed="rId24"/>
                <a:stretch>
                  <a:fillRect t="-7576" r="-825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139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814524" y="326680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</p:spTree>
    <p:extLst>
      <p:ext uri="{BB962C8B-B14F-4D97-AF65-F5344CB8AC3E}">
        <p14:creationId xmlns:p14="http://schemas.microsoft.com/office/powerpoint/2010/main" val="7753478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4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730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44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4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5117142B-13B6-44BD-BA5C-B5B5E7F76B90}"/>
              </a:ext>
            </a:extLst>
          </p:cNvPr>
          <p:cNvSpPr/>
          <p:nvPr/>
        </p:nvSpPr>
        <p:spPr>
          <a:xfrm rot="5400000">
            <a:off x="1262152" y="26280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/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define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acc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ℓ′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400">
                        <a:latin typeface="Cambria Math" panose="02040503050406030204" pitchFamily="18" charset="0"/>
                      </a:rPr>
                      <m:t>Δ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ℓ′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  <a:blipFill>
                <a:blip r:embed="rId9"/>
                <a:stretch>
                  <a:fillRect l="-252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C93F7A6-25CF-404B-AF04-A274711AD9AA}"/>
              </a:ext>
            </a:extLst>
          </p:cNvPr>
          <p:cNvSpPr/>
          <p:nvPr/>
        </p:nvSpPr>
        <p:spPr>
          <a:xfrm>
            <a:off x="443866" y="3517770"/>
            <a:ext cx="11236300" cy="7695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3C661B0E-086B-4B91-B6D5-58E810EFF6FE}"/>
              </a:ext>
            </a:extLst>
          </p:cNvPr>
          <p:cNvGrpSpPr/>
          <p:nvPr/>
        </p:nvGrpSpPr>
        <p:grpSpPr>
          <a:xfrm>
            <a:off x="508743" y="358857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4" name="圖形 23">
              <a:extLst>
                <a:ext uri="{FF2B5EF4-FFF2-40B4-BE49-F238E27FC236}">
                  <a16:creationId xmlns:a16="http://schemas.microsoft.com/office/drawing/2014/main" id="{DBC8A858-A40B-4C32-B343-4286B30D24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/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  <a:blipFill>
                <a:blip r:embed="rId11"/>
                <a:stretch>
                  <a:fillRect r="-17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4840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21375BE-BBA9-4C3A-A8C6-5BBAE6817D24}"/>
                  </a:ext>
                </a:extLst>
              </p:cNvPr>
              <p:cNvSpPr/>
              <p:nvPr/>
            </p:nvSpPr>
            <p:spPr>
              <a:xfrm>
                <a:off x="3006725" y="5551875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21375BE-BBA9-4C3A-A8C6-5BBAE6817D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5551875"/>
                <a:ext cx="8738318" cy="4532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5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5117142B-13B6-44BD-BA5C-B5B5E7F76B90}"/>
              </a:ext>
            </a:extLst>
          </p:cNvPr>
          <p:cNvSpPr/>
          <p:nvPr/>
        </p:nvSpPr>
        <p:spPr>
          <a:xfrm rot="5400000">
            <a:off x="1262152" y="26280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/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define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acc>
                    <m:r>
                      <a:rPr lang="en-US" altLang="zh-TW" sz="1400" i="1" dirty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ℓ′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400">
                        <a:latin typeface="Cambria Math" panose="02040503050406030204" pitchFamily="18" charset="0"/>
                      </a:rPr>
                      <m:t>Δ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1400" i="1" dirty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ℓ′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  <a:blipFill>
                <a:blip r:embed="rId10"/>
                <a:stretch>
                  <a:fillRect l="-252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C93F7A6-25CF-404B-AF04-A274711AD9AA}"/>
              </a:ext>
            </a:extLst>
          </p:cNvPr>
          <p:cNvSpPr/>
          <p:nvPr/>
        </p:nvSpPr>
        <p:spPr>
          <a:xfrm>
            <a:off x="443866" y="3517770"/>
            <a:ext cx="11236300" cy="7695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3C661B0E-086B-4B91-B6D5-58E810EFF6FE}"/>
              </a:ext>
            </a:extLst>
          </p:cNvPr>
          <p:cNvGrpSpPr/>
          <p:nvPr/>
        </p:nvGrpSpPr>
        <p:grpSpPr>
          <a:xfrm>
            <a:off x="508743" y="358857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4" name="圖形 23">
              <a:extLst>
                <a:ext uri="{FF2B5EF4-FFF2-40B4-BE49-F238E27FC236}">
                  <a16:creationId xmlns:a16="http://schemas.microsoft.com/office/drawing/2014/main" id="{DBC8A858-A40B-4C32-B343-4286B30D24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/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  <a:blipFill>
                <a:blip r:embed="rId12"/>
                <a:stretch>
                  <a:fillRect r="-17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群組 25">
            <a:extLst>
              <a:ext uri="{FF2B5EF4-FFF2-40B4-BE49-F238E27FC236}">
                <a16:creationId xmlns:a16="http://schemas.microsoft.com/office/drawing/2014/main" id="{1F3B69A5-4E39-45D7-9C90-B773A787208A}"/>
              </a:ext>
            </a:extLst>
          </p:cNvPr>
          <p:cNvGrpSpPr/>
          <p:nvPr/>
        </p:nvGrpSpPr>
        <p:grpSpPr>
          <a:xfrm>
            <a:off x="2076680" y="4625565"/>
            <a:ext cx="6092901" cy="413190"/>
            <a:chOff x="14379" y="1343564"/>
            <a:chExt cx="6092901" cy="41319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8895F43A-68F5-45BE-AA25-D396D4F55937}"/>
                    </a:ext>
                  </a:extLst>
                </p:cNvPr>
                <p:cNvSpPr/>
                <p:nvPr/>
              </p:nvSpPr>
              <p:spPr>
                <a:xfrm>
                  <a:off x="14379" y="1343564"/>
                  <a:ext cx="3315010" cy="41319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8895F43A-68F5-45BE-AA25-D396D4F5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43564"/>
                  <a:ext cx="3315010" cy="413190"/>
                </a:xfrm>
                <a:prstGeom prst="rect">
                  <a:avLst/>
                </a:prstGeom>
                <a:blipFill>
                  <a:blip r:embed="rId13"/>
                  <a:stretch>
                    <a:fillRect l="-552" b="-14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66B39D83-AA0E-4C8A-A072-C8B0F352B141}"/>
                    </a:ext>
                  </a:extLst>
                </p:cNvPr>
                <p:cNvSpPr/>
                <p:nvPr/>
              </p:nvSpPr>
              <p:spPr>
                <a:xfrm>
                  <a:off x="3263553" y="1343564"/>
                  <a:ext cx="2843727" cy="41319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  <m:sup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b>
                            </m:sSub>
                            <m:d>
                              <m:d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ℓ</m:t>
                                        </m:r>
                                      </m:e>
                                      <m:sup>
                                        <m: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</m:sub>
                            </m:sSub>
                            <m:d>
                              <m:d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66B39D83-AA0E-4C8A-A072-C8B0F352B1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3553" y="1343564"/>
                  <a:ext cx="2843727" cy="41319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B182F97-8771-497A-9092-587E96E7061A}"/>
                  </a:ext>
                </a:extLst>
              </p:cNvPr>
              <p:cNvSpPr/>
              <p:nvPr/>
            </p:nvSpPr>
            <p:spPr>
              <a:xfrm>
                <a:off x="3817174" y="7220192"/>
                <a:ext cx="7354669" cy="507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B182F97-8771-497A-9092-587E96E706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174" y="7220192"/>
                <a:ext cx="7354669" cy="50731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A4802380-8BA1-43B8-9D5D-FDC24CE2E404}"/>
                  </a:ext>
                </a:extLst>
              </p:cNvPr>
              <p:cNvSpPr/>
              <p:nvPr/>
            </p:nvSpPr>
            <p:spPr>
              <a:xfrm>
                <a:off x="3980081" y="7792546"/>
                <a:ext cx="7354669" cy="507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A4802380-8BA1-43B8-9D5D-FDC24CE2E4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081" y="7792546"/>
                <a:ext cx="7354669" cy="50731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箭號: 向右 32">
            <a:extLst>
              <a:ext uri="{FF2B5EF4-FFF2-40B4-BE49-F238E27FC236}">
                <a16:creationId xmlns:a16="http://schemas.microsoft.com/office/drawing/2014/main" id="{5517371A-024A-4041-8E74-2337CCE14315}"/>
              </a:ext>
            </a:extLst>
          </p:cNvPr>
          <p:cNvSpPr/>
          <p:nvPr/>
        </p:nvSpPr>
        <p:spPr>
          <a:xfrm rot="5400000">
            <a:off x="1262152" y="45711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CDB7EE51-E2E3-4A67-8A55-5582BB809500}"/>
              </a:ext>
            </a:extLst>
          </p:cNvPr>
          <p:cNvSpPr/>
          <p:nvPr/>
        </p:nvSpPr>
        <p:spPr>
          <a:xfrm>
            <a:off x="443866" y="5413245"/>
            <a:ext cx="11236300" cy="769558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F99A9686-4FBF-4028-8D67-9AE65BDD755D}"/>
              </a:ext>
            </a:extLst>
          </p:cNvPr>
          <p:cNvGrpSpPr/>
          <p:nvPr/>
        </p:nvGrpSpPr>
        <p:grpSpPr>
          <a:xfrm>
            <a:off x="508743" y="548405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6905E30-FDF2-4474-87CC-59D5A3A0D4B6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6905E30-FDF2-4474-87CC-59D5A3A0D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圖形 36">
              <a:extLst>
                <a:ext uri="{FF2B5EF4-FFF2-40B4-BE49-F238E27FC236}">
                  <a16:creationId xmlns:a16="http://schemas.microsoft.com/office/drawing/2014/main" id="{932E058A-C3A2-4455-A9AB-AA96CC1DA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78572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431217" cy="901529"/>
            <a:chOff x="1854908" y="7050024"/>
            <a:chExt cx="1431217" cy="90152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den>
                            </m:f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300912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內容版面配置區 2">
                <a:extLst>
                  <a:ext uri="{FF2B5EF4-FFF2-40B4-BE49-F238E27FC236}">
                    <a16:creationId xmlns:a16="http://schemas.microsoft.com/office/drawing/2014/main" id="{EE02E0BF-A2F7-402A-AFB5-4347C7EFD4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6" name="內容版面配置區 2">
                <a:extLst>
                  <a:ext uri="{FF2B5EF4-FFF2-40B4-BE49-F238E27FC236}">
                    <a16:creationId xmlns:a16="http://schemas.microsoft.com/office/drawing/2014/main" id="{EE02E0BF-A2F7-402A-AFB5-4347C7EFD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0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7" name="圖片 106">
            <a:extLst>
              <a:ext uri="{FF2B5EF4-FFF2-40B4-BE49-F238E27FC236}">
                <a16:creationId xmlns:a16="http://schemas.microsoft.com/office/drawing/2014/main" id="{0F976479-1583-4661-BDD9-AACED4E91CC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內容版面配置區 2">
                <a:extLst>
                  <a:ext uri="{FF2B5EF4-FFF2-40B4-BE49-F238E27FC236}">
                    <a16:creationId xmlns:a16="http://schemas.microsoft.com/office/drawing/2014/main" id="{ACD4EFA2-D69B-426F-BE5A-8FDF1CADE0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6711538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odd number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8" name="內容版面配置區 2">
                <a:extLst>
                  <a:ext uri="{FF2B5EF4-FFF2-40B4-BE49-F238E27FC236}">
                    <a16:creationId xmlns:a16="http://schemas.microsoft.com/office/drawing/2014/main" id="{ACD4EFA2-D69B-426F-BE5A-8FDF1CADE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6711538" cy="324388"/>
              </a:xfrm>
              <a:prstGeom prst="rect">
                <a:avLst/>
              </a:prstGeom>
              <a:blipFill>
                <a:blip r:embed="rId12"/>
                <a:stretch>
                  <a:fillRect l="-908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9" name="圖片 108">
            <a:extLst>
              <a:ext uri="{FF2B5EF4-FFF2-40B4-BE49-F238E27FC236}">
                <a16:creationId xmlns:a16="http://schemas.microsoft.com/office/drawing/2014/main" id="{9DD92627-5CA0-4347-8393-FC9BC46F16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6B709DE2-47F3-49F8-B405-8B0F8B1FDAB0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985B551A-98DF-45E6-9139-F50645FEBCF9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985B551A-98DF-45E6-9139-F50645FEB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內容版面配置區 2">
                <a:extLst>
                  <a:ext uri="{FF2B5EF4-FFF2-40B4-BE49-F238E27FC236}">
                    <a16:creationId xmlns:a16="http://schemas.microsoft.com/office/drawing/2014/main" id="{AFDDA99F-B8FF-4C86-9357-DF67C2752D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2" name="內容版面配置區 2">
                <a:extLst>
                  <a:ext uri="{FF2B5EF4-FFF2-40B4-BE49-F238E27FC236}">
                    <a16:creationId xmlns:a16="http://schemas.microsoft.com/office/drawing/2014/main" id="{AFDDA99F-B8FF-4C86-9357-DF67C2752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內容版面配置區 2">
                <a:extLst>
                  <a:ext uri="{FF2B5EF4-FFF2-40B4-BE49-F238E27FC236}">
                    <a16:creationId xmlns:a16="http://schemas.microsoft.com/office/drawing/2014/main" id="{5B9C9BF7-B155-42EC-B658-512BB2BC87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3" name="內容版面配置區 2">
                <a:extLst>
                  <a:ext uri="{FF2B5EF4-FFF2-40B4-BE49-F238E27FC236}">
                    <a16:creationId xmlns:a16="http://schemas.microsoft.com/office/drawing/2014/main" id="{5B9C9BF7-B155-42EC-B658-512BB2BC8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40EBC26C-FAF5-4FED-BF38-CBCB9C531EB3}"/>
                  </a:ext>
                </a:extLst>
              </p:cNvPr>
              <p:cNvSpPr/>
              <p:nvPr/>
            </p:nvSpPr>
            <p:spPr>
              <a:xfrm>
                <a:off x="5981717" y="4162416"/>
                <a:ext cx="98135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40EBC26C-FAF5-4FED-BF38-CBCB9C531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717" y="4162416"/>
                <a:ext cx="981358" cy="400110"/>
              </a:xfrm>
              <a:prstGeom prst="rect">
                <a:avLst/>
              </a:prstGeom>
              <a:blipFill>
                <a:blip r:embed="rId18"/>
                <a:stretch>
                  <a:fillRect b="-1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3B48FFB7-FC81-4F56-83B2-59332459234F}"/>
                  </a:ext>
                </a:extLst>
              </p:cNvPr>
              <p:cNvSpPr/>
              <p:nvPr/>
            </p:nvSpPr>
            <p:spPr>
              <a:xfrm>
                <a:off x="6491624" y="4162292"/>
                <a:ext cx="295717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one node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3B48FFB7-FC81-4F56-83B2-593324592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1624" y="4162292"/>
                <a:ext cx="2957175" cy="400110"/>
              </a:xfrm>
              <a:prstGeom prst="rect">
                <a:avLst/>
              </a:prstGeom>
              <a:blipFill>
                <a:blip r:embed="rId19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62422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431217" cy="901529"/>
            <a:chOff x="1854908" y="7050024"/>
            <a:chExt cx="1431217" cy="90152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den>
                            </m:f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300912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01A4EF1B-D2C1-4366-A094-9D5A926DFC11}"/>
              </a:ext>
            </a:extLst>
          </p:cNvPr>
          <p:cNvSpPr/>
          <p:nvPr/>
        </p:nvSpPr>
        <p:spPr>
          <a:xfrm>
            <a:off x="4832350" y="1285874"/>
            <a:ext cx="1869977" cy="444501"/>
          </a:xfrm>
          <a:prstGeom prst="roundRect">
            <a:avLst/>
          </a:prstGeom>
          <a:noFill/>
          <a:ln w="38100">
            <a:solidFill>
              <a:srgbClr val="0970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595665A7-D60F-4ABA-83E1-24C9008B3DDF}"/>
              </a:ext>
            </a:extLst>
          </p:cNvPr>
          <p:cNvSpPr/>
          <p:nvPr/>
        </p:nvSpPr>
        <p:spPr>
          <a:xfrm>
            <a:off x="7624764" y="1285874"/>
            <a:ext cx="1957386" cy="444501"/>
          </a:xfrm>
          <a:prstGeom prst="roundRect">
            <a:avLst/>
          </a:prstGeom>
          <a:noFill/>
          <a:ln w="38100">
            <a:solidFill>
              <a:srgbClr val="CE89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45C4F3A5-67E8-4E06-BBA1-CCB6E552D841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內容版面配置區 2">
                <a:extLst>
                  <a:ext uri="{FF2B5EF4-FFF2-40B4-BE49-F238E27FC236}">
                    <a16:creationId xmlns:a16="http://schemas.microsoft.com/office/drawing/2014/main" id="{0235E8B4-D12C-4B89-903E-BCCA58E374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53" name="內容版面配置區 2">
                <a:extLst>
                  <a:ext uri="{FF2B5EF4-FFF2-40B4-BE49-F238E27FC236}">
                    <a16:creationId xmlns:a16="http://schemas.microsoft.com/office/drawing/2014/main" id="{0235E8B4-D12C-4B89-903E-BCCA58E37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0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圖片 53">
            <a:extLst>
              <a:ext uri="{FF2B5EF4-FFF2-40B4-BE49-F238E27FC236}">
                <a16:creationId xmlns:a16="http://schemas.microsoft.com/office/drawing/2014/main" id="{36320537-CA11-41BB-B336-05DF1554590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6" name="內容版面配置區 2">
                <a:extLst>
                  <a:ext uri="{FF2B5EF4-FFF2-40B4-BE49-F238E27FC236}">
                    <a16:creationId xmlns:a16="http://schemas.microsoft.com/office/drawing/2014/main" id="{72814DC2-0E8A-48AF-B981-42C7A0FD35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 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56" name="內容版面配置區 2">
                <a:extLst>
                  <a:ext uri="{FF2B5EF4-FFF2-40B4-BE49-F238E27FC236}">
                    <a16:creationId xmlns:a16="http://schemas.microsoft.com/office/drawing/2014/main" id="{72814DC2-0E8A-48AF-B981-42C7A0FD3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  <a:blipFill>
                <a:blip r:embed="rId12"/>
                <a:stretch>
                  <a:fillRect l="-1335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9" name="圖片 58">
            <a:extLst>
              <a:ext uri="{FF2B5EF4-FFF2-40B4-BE49-F238E27FC236}">
                <a16:creationId xmlns:a16="http://schemas.microsoft.com/office/drawing/2014/main" id="{761EA213-5E76-4BF6-95E3-5BEA0F3E9A2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A120FEB7-F476-4D19-815B-8FC7AEAE50C9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DC09D206-95E1-4267-93BB-CC09EAC59727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DC09D206-95E1-4267-93BB-CC09EAC59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內容版面配置區 2">
                <a:extLst>
                  <a:ext uri="{FF2B5EF4-FFF2-40B4-BE49-F238E27FC236}">
                    <a16:creationId xmlns:a16="http://schemas.microsoft.com/office/drawing/2014/main" id="{54FF5115-AF03-4D84-9E5B-F8C6BC85AC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3" name="內容版面配置區 2">
                <a:extLst>
                  <a:ext uri="{FF2B5EF4-FFF2-40B4-BE49-F238E27FC236}">
                    <a16:creationId xmlns:a16="http://schemas.microsoft.com/office/drawing/2014/main" id="{54FF5115-AF03-4D84-9E5B-F8C6BC85A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內容版面配置區 2">
                <a:extLst>
                  <a:ext uri="{FF2B5EF4-FFF2-40B4-BE49-F238E27FC236}">
                    <a16:creationId xmlns:a16="http://schemas.microsoft.com/office/drawing/2014/main" id="{75F8095B-7B59-4CB6-929F-1991678088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5" name="內容版面配置區 2">
                <a:extLst>
                  <a:ext uri="{FF2B5EF4-FFF2-40B4-BE49-F238E27FC236}">
                    <a16:creationId xmlns:a16="http://schemas.microsoft.com/office/drawing/2014/main" id="{75F8095B-7B59-4CB6-929F-199167808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C795E96-4092-4642-BA90-1983651AAA11}"/>
                  </a:ext>
                </a:extLst>
              </p:cNvPr>
              <p:cNvSpPr/>
              <p:nvPr/>
            </p:nvSpPr>
            <p:spPr>
              <a:xfrm>
                <a:off x="6820580" y="3968057"/>
                <a:ext cx="4643028" cy="649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smtClean="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b>
                                <m:sSub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90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C795E96-4092-4642-BA90-1983651AA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580" y="3968057"/>
                <a:ext cx="4643028" cy="64953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內容版面配置區 2">
                <a:extLst>
                  <a:ext uri="{FF2B5EF4-FFF2-40B4-BE49-F238E27FC236}">
                    <a16:creationId xmlns:a16="http://schemas.microsoft.com/office/drawing/2014/main" id="{2506A84A-7024-44AD-A118-085DA7DF43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0112" y="3413048"/>
                <a:ext cx="522923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But !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node appear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sSub>
                          <m:sSubPr>
                            <m:ctrlP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sub>
                    </m:sSub>
                    <m:r>
                      <a:rPr lang="en-US" altLang="zh-TW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zh-TW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內容版面配置區 2">
                <a:extLst>
                  <a:ext uri="{FF2B5EF4-FFF2-40B4-BE49-F238E27FC236}">
                    <a16:creationId xmlns:a16="http://schemas.microsoft.com/office/drawing/2014/main" id="{2506A84A-7024-44AD-A118-085DA7DF4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0112" y="3413048"/>
                <a:ext cx="5229232" cy="324388"/>
              </a:xfrm>
              <a:prstGeom prst="rect">
                <a:avLst/>
              </a:prstGeom>
              <a:blipFill>
                <a:blip r:embed="rId19"/>
                <a:stretch>
                  <a:fillRect l="-1284" t="-39623" b="-28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F8F2198A-8644-4FD9-8E5B-DA043B7CFD91}"/>
              </a:ext>
            </a:extLst>
          </p:cNvPr>
          <p:cNvSpPr/>
          <p:nvPr/>
        </p:nvSpPr>
        <p:spPr>
          <a:xfrm>
            <a:off x="3962400" y="2918139"/>
            <a:ext cx="7991475" cy="334931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E9F5AF5-25D3-45AC-989C-ABA618A72ECC}"/>
                  </a:ext>
                </a:extLst>
              </p:cNvPr>
              <p:cNvSpPr/>
              <p:nvPr/>
            </p:nvSpPr>
            <p:spPr>
              <a:xfrm>
                <a:off x="6820580" y="4914263"/>
                <a:ext cx="4643028" cy="649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b>
                                <m:sSub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zh-TW" altLang="en-US" sz="19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E9F5AF5-25D3-45AC-989C-ABA618A72E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580" y="4914263"/>
                <a:ext cx="4643028" cy="64953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7" name="圖片 76">
            <a:extLst>
              <a:ext uri="{FF2B5EF4-FFF2-40B4-BE49-F238E27FC236}">
                <a16:creationId xmlns:a16="http://schemas.microsoft.com/office/drawing/2014/main" id="{E125607A-F09D-4859-9F14-3F0E1DD5312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06453" y="3406217"/>
            <a:ext cx="2225012" cy="2225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C72ADEF-B28E-4028-A320-F549E00CC88B}"/>
                  </a:ext>
                </a:extLst>
              </p:cNvPr>
              <p:cNvSpPr txBox="1"/>
              <p:nvPr/>
            </p:nvSpPr>
            <p:spPr>
              <a:xfrm>
                <a:off x="4354899" y="3379207"/>
                <a:ext cx="175231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C72ADEF-B28E-4028-A320-F549E00CC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899" y="3379207"/>
                <a:ext cx="1752318" cy="323165"/>
              </a:xfrm>
              <a:prstGeom prst="rect">
                <a:avLst/>
              </a:prstGeom>
              <a:blipFill>
                <a:blip r:embed="rId22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83AD3010-61C1-4361-A738-9FCB857ACB08}"/>
              </a:ext>
            </a:extLst>
          </p:cNvPr>
          <p:cNvSpPr/>
          <p:nvPr/>
        </p:nvSpPr>
        <p:spPr>
          <a:xfrm>
            <a:off x="4786046" y="4777901"/>
            <a:ext cx="838200" cy="56597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5DB75F0-629D-4306-BDC5-2D5A5B219B39}"/>
              </a:ext>
            </a:extLst>
          </p:cNvPr>
          <p:cNvSpPr/>
          <p:nvPr/>
        </p:nvSpPr>
        <p:spPr>
          <a:xfrm>
            <a:off x="9407797" y="5546084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Maximum value !?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141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 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  <a:blipFill>
                <a:blip r:embed="rId5"/>
                <a:stretch>
                  <a:fillRect l="-1335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01A4EF1B-D2C1-4366-A094-9D5A926DFC11}"/>
              </a:ext>
            </a:extLst>
          </p:cNvPr>
          <p:cNvSpPr/>
          <p:nvPr/>
        </p:nvSpPr>
        <p:spPr>
          <a:xfrm>
            <a:off x="4832350" y="1285874"/>
            <a:ext cx="2638125" cy="444501"/>
          </a:xfrm>
          <a:prstGeom prst="roundRect">
            <a:avLst/>
          </a:prstGeom>
          <a:noFill/>
          <a:ln w="38100">
            <a:solidFill>
              <a:srgbClr val="0970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595665A7-D60F-4ABA-83E1-24C9008B3DDF}"/>
              </a:ext>
            </a:extLst>
          </p:cNvPr>
          <p:cNvSpPr/>
          <p:nvPr/>
        </p:nvSpPr>
        <p:spPr>
          <a:xfrm>
            <a:off x="7624764" y="1285874"/>
            <a:ext cx="2761440" cy="444501"/>
          </a:xfrm>
          <a:prstGeom prst="roundRect">
            <a:avLst/>
          </a:prstGeom>
          <a:noFill/>
          <a:ln w="38100">
            <a:solidFill>
              <a:srgbClr val="CE89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112CBC7-DA0B-4BAE-856E-5EF88918557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50112"/>
          <a:stretch/>
        </p:blipFill>
        <p:spPr>
          <a:xfrm>
            <a:off x="4114209" y="3143250"/>
            <a:ext cx="3176062" cy="284622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B9C071D-9EE1-4FED-BEB0-EDCB7B1794EE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50149"/>
          <a:stretch/>
        </p:blipFill>
        <p:spPr>
          <a:xfrm>
            <a:off x="8012047" y="3143250"/>
            <a:ext cx="3173730" cy="284622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C48A2AFB-431C-4757-B1AB-D652B95E95E9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263"/>
          <a:stretch/>
        </p:blipFill>
        <p:spPr>
          <a:xfrm>
            <a:off x="7285566" y="3178774"/>
            <a:ext cx="390006" cy="2863135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34DE1178-F8E3-4C6E-B084-55A3A30CA6F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799"/>
          <a:stretch/>
        </p:blipFill>
        <p:spPr>
          <a:xfrm>
            <a:off x="11183962" y="3121684"/>
            <a:ext cx="390006" cy="28898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2D31E7F-9DA8-4310-A697-DBCBCA8E617F}"/>
                  </a:ext>
                </a:extLst>
              </p:cNvPr>
              <p:cNvSpPr txBox="1"/>
              <p:nvPr/>
            </p:nvSpPr>
            <p:spPr>
              <a:xfrm>
                <a:off x="7215098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2D31E7F-9DA8-4310-A697-DBCBCA8E6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098" y="5715478"/>
                <a:ext cx="47831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9AF833F2-AD0F-4B25-8A99-ACD625C4FDF1}"/>
                  </a:ext>
                </a:extLst>
              </p:cNvPr>
              <p:cNvSpPr txBox="1"/>
              <p:nvPr/>
            </p:nvSpPr>
            <p:spPr>
              <a:xfrm>
                <a:off x="11112305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9AF833F2-AD0F-4B25-8A99-ACD625C4F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2305" y="5715478"/>
                <a:ext cx="47831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內容版面配置區 2">
                <a:extLst>
                  <a:ext uri="{FF2B5EF4-FFF2-40B4-BE49-F238E27FC236}">
                    <a16:creationId xmlns:a16="http://schemas.microsoft.com/office/drawing/2014/main" id="{7D6C3450-CC54-4E60-A5E1-EB23CCA72F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4352" y="3061701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1" name="內容版面配置區 2">
                <a:extLst>
                  <a:ext uri="{FF2B5EF4-FFF2-40B4-BE49-F238E27FC236}">
                    <a16:creationId xmlns:a16="http://schemas.microsoft.com/office/drawing/2014/main" id="{7D6C3450-CC54-4E60-A5E1-EB23CCA72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4352" y="3061701"/>
                <a:ext cx="422874" cy="3243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內容版面配置區 2">
                <a:extLst>
                  <a:ext uri="{FF2B5EF4-FFF2-40B4-BE49-F238E27FC236}">
                    <a16:creationId xmlns:a16="http://schemas.microsoft.com/office/drawing/2014/main" id="{AC6BBEB0-6104-4D80-AC93-F0D61D30DF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1477" y="5819279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2" name="內容版面配置區 2">
                <a:extLst>
                  <a:ext uri="{FF2B5EF4-FFF2-40B4-BE49-F238E27FC236}">
                    <a16:creationId xmlns:a16="http://schemas.microsoft.com/office/drawing/2014/main" id="{AC6BBEB0-6104-4D80-AC93-F0D61D30D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1477" y="5819279"/>
                <a:ext cx="365364" cy="324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內容版面配置區 2">
                <a:extLst>
                  <a:ext uri="{FF2B5EF4-FFF2-40B4-BE49-F238E27FC236}">
                    <a16:creationId xmlns:a16="http://schemas.microsoft.com/office/drawing/2014/main" id="{C269FA1F-FE58-4DC2-9F92-AAF8BDEC6C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94881" y="3048919"/>
                <a:ext cx="73342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.05 </a:t>
                </a:r>
              </a:p>
            </p:txBody>
          </p:sp>
        </mc:Choice>
        <mc:Fallback>
          <p:sp>
            <p:nvSpPr>
              <p:cNvPr id="83" name="內容版面配置區 2">
                <a:extLst>
                  <a:ext uri="{FF2B5EF4-FFF2-40B4-BE49-F238E27FC236}">
                    <a16:creationId xmlns:a16="http://schemas.microsoft.com/office/drawing/2014/main" id="{C269FA1F-FE58-4DC2-9F92-AAF8BDEC6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4881" y="3048919"/>
                <a:ext cx="733424" cy="324388"/>
              </a:xfrm>
              <a:prstGeom prst="rect">
                <a:avLst/>
              </a:prstGeom>
              <a:blipFill>
                <a:blip r:embed="rId20"/>
                <a:stretch>
                  <a:fillRect t="-32075" r="-5833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內容版面配置區 2">
                <a:extLst>
                  <a:ext uri="{FF2B5EF4-FFF2-40B4-BE49-F238E27FC236}">
                    <a16:creationId xmlns:a16="http://schemas.microsoft.com/office/drawing/2014/main" id="{77F1E1A7-39D3-4F5F-BC24-9973BB4A93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500989" y="5825030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4" name="內容版面配置區 2">
                <a:extLst>
                  <a:ext uri="{FF2B5EF4-FFF2-40B4-BE49-F238E27FC236}">
                    <a16:creationId xmlns:a16="http://schemas.microsoft.com/office/drawing/2014/main" id="{77F1E1A7-39D3-4F5F-BC24-9973BB4A9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0989" y="5825030"/>
                <a:ext cx="365364" cy="3243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FCC073F-4266-460D-8FBA-AF736741E863}"/>
                  </a:ext>
                </a:extLst>
              </p:cNvPr>
              <p:cNvSpPr/>
              <p:nvPr/>
            </p:nvSpPr>
            <p:spPr>
              <a:xfrm>
                <a:off x="4324580" y="6006690"/>
                <a:ext cx="2826095" cy="41319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 smtClean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FCC073F-4266-460D-8FBA-AF736741E8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580" y="6006690"/>
                <a:ext cx="2826095" cy="41319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23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E7C874F4-513F-4BFE-8578-DCDE18185797}"/>
                  </a:ext>
                </a:extLst>
              </p:cNvPr>
              <p:cNvSpPr/>
              <p:nvPr/>
            </p:nvSpPr>
            <p:spPr>
              <a:xfrm>
                <a:off x="8325525" y="6029367"/>
                <a:ext cx="2843727" cy="41319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E7C874F4-513F-4BFE-8578-DCDE181857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5525" y="6029367"/>
                <a:ext cx="2843727" cy="41319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5BABE361-1359-4474-A9A9-128DEDB25776}"/>
              </a:ext>
            </a:extLst>
          </p:cNvPr>
          <p:cNvSpPr/>
          <p:nvPr/>
        </p:nvSpPr>
        <p:spPr>
          <a:xfrm>
            <a:off x="8950597" y="6393809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Nearly zero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箭號: 弧形左彎 1">
            <a:extLst>
              <a:ext uri="{FF2B5EF4-FFF2-40B4-BE49-F238E27FC236}">
                <a16:creationId xmlns:a16="http://schemas.microsoft.com/office/drawing/2014/main" id="{BB3B8171-4129-408D-BA6E-9594888187F8}"/>
              </a:ext>
            </a:extLst>
          </p:cNvPr>
          <p:cNvSpPr/>
          <p:nvPr/>
        </p:nvSpPr>
        <p:spPr>
          <a:xfrm rot="20700000">
            <a:off x="6772276" y="1581150"/>
            <a:ext cx="756788" cy="1779041"/>
          </a:xfrm>
          <a:prstGeom prst="curvedLeftArrow">
            <a:avLst/>
          </a:prstGeom>
          <a:solidFill>
            <a:srgbClr val="1478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87" name="箭號: 弧形左彎 86">
            <a:extLst>
              <a:ext uri="{FF2B5EF4-FFF2-40B4-BE49-F238E27FC236}">
                <a16:creationId xmlns:a16="http://schemas.microsoft.com/office/drawing/2014/main" id="{38EFB449-B93B-4473-BA2E-40E964E66507}"/>
              </a:ext>
            </a:extLst>
          </p:cNvPr>
          <p:cNvSpPr/>
          <p:nvPr/>
        </p:nvSpPr>
        <p:spPr>
          <a:xfrm rot="20700000">
            <a:off x="10525297" y="1581150"/>
            <a:ext cx="756788" cy="1779041"/>
          </a:xfrm>
          <a:prstGeom prst="curvedLeftArrow">
            <a:avLst/>
          </a:prstGeom>
          <a:solidFill>
            <a:srgbClr val="9900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36872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 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  <a:blipFill>
                <a:blip r:embed="rId5"/>
                <a:stretch>
                  <a:fillRect l="-1335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4869627" y="3119515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does it means to have a </a:t>
            </a:r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horseshoe shape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light?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 descr="Why does a horse need shoes? - Equestrian Surfaces Ltd -">
            <a:extLst>
              <a:ext uri="{FF2B5EF4-FFF2-40B4-BE49-F238E27FC236}">
                <a16:creationId xmlns:a16="http://schemas.microsoft.com/office/drawing/2014/main" id="{C8DB4D68-817A-43A8-9617-F69C0E1B6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674" y="3654425"/>
            <a:ext cx="3648075" cy="243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3220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 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  <a:blipFill>
                <a:blip r:embed="rId5"/>
                <a:stretch>
                  <a:fillRect l="-1335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5022027" y="2347990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 the real field ! 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/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圖形 21">
            <a:extLst>
              <a:ext uri="{FF2B5EF4-FFF2-40B4-BE49-F238E27FC236}">
                <a16:creationId xmlns:a16="http://schemas.microsoft.com/office/drawing/2014/main" id="{49C24089-2DCD-42E6-8B8E-DC73CF90838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554211" y="2948827"/>
            <a:ext cx="224841" cy="172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3334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 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4562952" cy="324388"/>
              </a:xfrm>
              <a:prstGeom prst="rect">
                <a:avLst/>
              </a:prstGeom>
              <a:blipFill>
                <a:blip r:embed="rId5"/>
                <a:stretch>
                  <a:fillRect l="-1335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5022027" y="2347990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 the real field ! 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/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圖形 21">
            <a:extLst>
              <a:ext uri="{FF2B5EF4-FFF2-40B4-BE49-F238E27FC236}">
                <a16:creationId xmlns:a16="http://schemas.microsoft.com/office/drawing/2014/main" id="{49C24089-2DCD-42E6-8B8E-DC73CF90838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554211" y="2948827"/>
            <a:ext cx="224841" cy="172247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AFADF5DD-808C-4B06-A65D-ABEC75FDBA5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62474" y="3310782"/>
            <a:ext cx="7248525" cy="319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3330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7C005CCE-1406-4BB0-8CE9-F532FD21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Encoding SOI information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5A6C661-41C4-4FC1-B20D-D90885538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E6C2075-3F5C-497E-9964-9867555AC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68082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A01704AA-0464-4899-80C2-760928306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9C0FAF-7BA8-41F3-B0A5-5F38A83D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82956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448457-02F0-4B46-89E3-AB70872B4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6F4F919-BABA-4A16-B156-B411B9B35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02376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267826F5-3628-4254-900A-BB61FABC6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/>
              <a:t>123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79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9837</TotalTime>
  <Words>4754</Words>
  <Application>Microsoft Office PowerPoint</Application>
  <PresentationFormat>寬螢幕</PresentationFormat>
  <Paragraphs>714</Paragraphs>
  <Slides>56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56</vt:i4>
      </vt:variant>
    </vt:vector>
  </HeadingPairs>
  <TitlesOfParts>
    <vt:vector size="63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237</cp:revision>
  <dcterms:created xsi:type="dcterms:W3CDTF">2026-05-29T06:10:36Z</dcterms:created>
  <dcterms:modified xsi:type="dcterms:W3CDTF">2026-07-06T03:35:15Z</dcterms:modified>
</cp:coreProperties>
</file>