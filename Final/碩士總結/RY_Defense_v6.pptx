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2"/>
    <p:sldId id="405" r:id="rId3"/>
    <p:sldId id="435" r:id="rId4"/>
    <p:sldId id="259" r:id="rId5"/>
    <p:sldId id="415" r:id="rId6"/>
    <p:sldId id="427" r:id="rId7"/>
    <p:sldId id="426" r:id="rId8"/>
    <p:sldId id="425" r:id="rId9"/>
    <p:sldId id="446" r:id="rId10"/>
    <p:sldId id="447" r:id="rId11"/>
    <p:sldId id="402" r:id="rId12"/>
    <p:sldId id="422" r:id="rId13"/>
    <p:sldId id="428" r:id="rId14"/>
    <p:sldId id="262" r:id="rId15"/>
    <p:sldId id="430" r:id="rId16"/>
    <p:sldId id="432" r:id="rId17"/>
    <p:sldId id="434" r:id="rId18"/>
    <p:sldId id="437" r:id="rId19"/>
    <p:sldId id="442" r:id="rId20"/>
    <p:sldId id="443" r:id="rId21"/>
    <p:sldId id="436" r:id="rId22"/>
    <p:sldId id="264" r:id="rId23"/>
    <p:sldId id="444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0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DEDEDE"/>
    <a:srgbClr val="FFFFFF"/>
    <a:srgbClr val="F2F2F2"/>
    <a:srgbClr val="000000"/>
    <a:srgbClr val="F67C2A"/>
    <a:srgbClr val="39FF14"/>
    <a:srgbClr val="595959"/>
    <a:srgbClr val="F67C2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11" autoAdjust="0"/>
    <p:restoredTop sz="91335" autoAdjust="0"/>
  </p:normalViewPr>
  <p:slideViewPr>
    <p:cSldViewPr snapToGrid="0">
      <p:cViewPr varScale="1">
        <p:scale>
          <a:sx n="111" d="100"/>
          <a:sy n="111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40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9" Type="http://schemas.openxmlformats.org/officeDocument/2006/relationships/image" Target="../media/image60.png"/><Relationship Id="rId21" Type="http://schemas.openxmlformats.org/officeDocument/2006/relationships/image" Target="../media/image40.png"/><Relationship Id="rId34" Type="http://schemas.openxmlformats.org/officeDocument/2006/relationships/image" Target="../media/image55.png"/><Relationship Id="rId7" Type="http://schemas.openxmlformats.org/officeDocument/2006/relationships/image" Target="../media/image2510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2" Type="http://schemas.openxmlformats.org/officeDocument/2006/relationships/image" Target="../media/image23.png"/><Relationship Id="rId16" Type="http://schemas.openxmlformats.org/officeDocument/2006/relationships/image" Target="../media/image34.png"/><Relationship Id="rId20" Type="http://schemas.openxmlformats.org/officeDocument/2006/relationships/image" Target="../media/image39.png"/><Relationship Id="rId29" Type="http://schemas.openxmlformats.org/officeDocument/2006/relationships/image" Target="../media/image50.png"/><Relationship Id="rId41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910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40" Type="http://schemas.openxmlformats.org/officeDocument/2006/relationships/image" Target="../media/image42.png"/><Relationship Id="rId5" Type="http://schemas.openxmlformats.org/officeDocument/2006/relationships/image" Target="../media/image26.png"/><Relationship Id="rId15" Type="http://schemas.openxmlformats.org/officeDocument/2006/relationships/image" Target="../media/image33.png"/><Relationship Id="rId23" Type="http://schemas.openxmlformats.org/officeDocument/2006/relationships/image" Target="../media/image5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29.png"/><Relationship Id="rId19" Type="http://schemas.openxmlformats.org/officeDocument/2006/relationships/image" Target="../media/image37.png"/><Relationship Id="rId31" Type="http://schemas.openxmlformats.org/officeDocument/2006/relationships/image" Target="../media/image52.png"/><Relationship Id="rId4" Type="http://schemas.openxmlformats.org/officeDocument/2006/relationships/image" Target="../media/image25.png"/><Relationship Id="rId9" Type="http://schemas.openxmlformats.org/officeDocument/2006/relationships/image" Target="../media/image2710.png"/><Relationship Id="rId14" Type="http://schemas.openxmlformats.org/officeDocument/2006/relationships/image" Target="../media/image32.png"/><Relationship Id="rId22" Type="http://schemas.openxmlformats.org/officeDocument/2006/relationships/image" Target="../media/image41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28.png"/><Relationship Id="rId3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680.png"/><Relationship Id="rId26" Type="http://schemas.openxmlformats.org/officeDocument/2006/relationships/image" Target="../media/image76.png"/><Relationship Id="rId39" Type="http://schemas.openxmlformats.org/officeDocument/2006/relationships/image" Target="../media/image89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42" Type="http://schemas.openxmlformats.org/officeDocument/2006/relationships/image" Target="../media/image78.png"/><Relationship Id="rId7" Type="http://schemas.openxmlformats.org/officeDocument/2006/relationships/image" Target="../media/image62.svg"/><Relationship Id="rId2" Type="http://schemas.openxmlformats.org/officeDocument/2006/relationships/image" Target="../media/image44.png"/><Relationship Id="rId16" Type="http://schemas.openxmlformats.org/officeDocument/2006/relationships/image" Target="../media/image660.png"/><Relationship Id="rId20" Type="http://schemas.openxmlformats.org/officeDocument/2006/relationships/image" Target="../media/image70.png"/><Relationship Id="rId29" Type="http://schemas.openxmlformats.org/officeDocument/2006/relationships/image" Target="../media/image72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570.png"/><Relationship Id="rId24" Type="http://schemas.openxmlformats.org/officeDocument/2006/relationships/image" Target="../media/image29.png"/><Relationship Id="rId32" Type="http://schemas.openxmlformats.org/officeDocument/2006/relationships/image" Target="../media/image82.png"/><Relationship Id="rId37" Type="http://schemas.openxmlformats.org/officeDocument/2006/relationships/image" Target="../media/image87.png"/><Relationship Id="rId40" Type="http://schemas.openxmlformats.org/officeDocument/2006/relationships/image" Target="../media/image90.png"/><Relationship Id="rId5" Type="http://schemas.openxmlformats.org/officeDocument/2006/relationships/image" Target="../media/image47.png"/><Relationship Id="rId15" Type="http://schemas.openxmlformats.org/officeDocument/2006/relationships/image" Target="../media/image650.png"/><Relationship Id="rId23" Type="http://schemas.openxmlformats.org/officeDocument/2006/relationships/image" Target="../media/image28.png"/><Relationship Id="rId28" Type="http://schemas.openxmlformats.org/officeDocument/2006/relationships/image" Target="../media/image68.svg"/><Relationship Id="rId36" Type="http://schemas.openxmlformats.org/officeDocument/2006/relationships/image" Target="../media/image86.png"/><Relationship Id="rId10" Type="http://schemas.openxmlformats.org/officeDocument/2006/relationships/image" Target="../media/image27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46.png"/><Relationship Id="rId9" Type="http://schemas.openxmlformats.org/officeDocument/2006/relationships/image" Target="../media/image64.png"/><Relationship Id="rId22" Type="http://schemas.openxmlformats.org/officeDocument/2006/relationships/image" Target="../media/image66.png"/><Relationship Id="rId27" Type="http://schemas.openxmlformats.org/officeDocument/2006/relationships/image" Target="../media/image67.png"/><Relationship Id="rId30" Type="http://schemas.openxmlformats.org/officeDocument/2006/relationships/image" Target="../media/image77.png"/><Relationship Id="rId35" Type="http://schemas.openxmlformats.org/officeDocument/2006/relationships/image" Target="../media/image85.png"/><Relationship Id="rId43" Type="http://schemas.openxmlformats.org/officeDocument/2006/relationships/image" Target="../media/image80.png"/><Relationship Id="rId8" Type="http://schemas.openxmlformats.org/officeDocument/2006/relationships/image" Target="../media/image63.png"/><Relationship Id="rId3" Type="http://schemas.openxmlformats.org/officeDocument/2006/relationships/image" Target="../media/image45.png"/><Relationship Id="rId12" Type="http://schemas.openxmlformats.org/officeDocument/2006/relationships/image" Target="../media/image580.png"/><Relationship Id="rId17" Type="http://schemas.openxmlformats.org/officeDocument/2006/relationships/image" Target="../media/image670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.png"/><Relationship Id="rId8" Type="http://schemas.openxmlformats.org/officeDocument/2006/relationships/image" Target="../media/image930.png"/><Relationship Id="rId21" Type="http://schemas.openxmlformats.org/officeDocument/2006/relationships/image" Target="../media/image68.svg"/><Relationship Id="rId34" Type="http://schemas.openxmlformats.org/officeDocument/2006/relationships/image" Target="../media/image97.png"/><Relationship Id="rId25" Type="http://schemas.openxmlformats.org/officeDocument/2006/relationships/image" Target="../media/image93.png"/><Relationship Id="rId7" Type="http://schemas.openxmlformats.org/officeDocument/2006/relationships/image" Target="../media/image920.png"/><Relationship Id="rId33" Type="http://schemas.openxmlformats.org/officeDocument/2006/relationships/image" Target="../media/image96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3.png"/><Relationship Id="rId6" Type="http://schemas.openxmlformats.org/officeDocument/2006/relationships/image" Target="../media/image910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23" Type="http://schemas.openxmlformats.org/officeDocument/2006/relationships/image" Target="../media/image62.svg"/><Relationship Id="rId5" Type="http://schemas.openxmlformats.org/officeDocument/2006/relationships/image" Target="../media/image900.png"/><Relationship Id="rId36" Type="http://schemas.openxmlformats.org/officeDocument/2006/relationships/image" Target="../media/image99.png"/><Relationship Id="rId19" Type="http://schemas.openxmlformats.org/officeDocument/2006/relationships/image" Target="../media/image101.png"/><Relationship Id="rId22" Type="http://schemas.openxmlformats.org/officeDocument/2006/relationships/image" Target="../media/image61.png"/><Relationship Id="rId27" Type="http://schemas.openxmlformats.org/officeDocument/2006/relationships/image" Target="../media/image94.png"/><Relationship Id="rId9" Type="http://schemas.openxmlformats.org/officeDocument/2006/relationships/image" Target="../media/image940.png"/><Relationship Id="rId35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900.png"/><Relationship Id="rId18" Type="http://schemas.openxmlformats.org/officeDocument/2006/relationships/image" Target="../media/image96.png"/><Relationship Id="rId3" Type="http://schemas.openxmlformats.org/officeDocument/2006/relationships/image" Target="../media/image61.png"/><Relationship Id="rId7" Type="http://schemas.openxmlformats.org/officeDocument/2006/relationships/image" Target="../media/image27.png"/><Relationship Id="rId12" Type="http://schemas.openxmlformats.org/officeDocument/2006/relationships/image" Target="../media/image79.png"/><Relationship Id="rId17" Type="http://schemas.openxmlformats.org/officeDocument/2006/relationships/image" Target="../media/image940.png"/><Relationship Id="rId2" Type="http://schemas.openxmlformats.org/officeDocument/2006/relationships/image" Target="../media/image105.png"/><Relationship Id="rId16" Type="http://schemas.openxmlformats.org/officeDocument/2006/relationships/image" Target="../media/image930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68.svg"/><Relationship Id="rId5" Type="http://schemas.openxmlformats.org/officeDocument/2006/relationships/image" Target="../media/image73.png"/><Relationship Id="rId15" Type="http://schemas.openxmlformats.org/officeDocument/2006/relationships/image" Target="../media/image920.png"/><Relationship Id="rId10" Type="http://schemas.openxmlformats.org/officeDocument/2006/relationships/image" Target="../media/image67.png"/><Relationship Id="rId19" Type="http://schemas.openxmlformats.org/officeDocument/2006/relationships/image" Target="../media/image98.png"/><Relationship Id="rId4" Type="http://schemas.openxmlformats.org/officeDocument/2006/relationships/image" Target="../media/image62.svg"/><Relationship Id="rId9" Type="http://schemas.openxmlformats.org/officeDocument/2006/relationships/image" Target="../media/image74.png"/><Relationship Id="rId14" Type="http://schemas.openxmlformats.org/officeDocument/2006/relationships/image" Target="../media/image9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27.png"/><Relationship Id="rId3" Type="http://schemas.openxmlformats.org/officeDocument/2006/relationships/image" Target="../media/image62.svg"/><Relationship Id="rId7" Type="http://schemas.openxmlformats.org/officeDocument/2006/relationships/image" Target="../media/image107.png"/><Relationship Id="rId12" Type="http://schemas.openxmlformats.org/officeDocument/2006/relationships/image" Target="../media/image7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11.png"/><Relationship Id="rId5" Type="http://schemas.openxmlformats.org/officeDocument/2006/relationships/image" Target="../media/image102.png"/><Relationship Id="rId15" Type="http://schemas.openxmlformats.org/officeDocument/2006/relationships/image" Target="../media/image113.png"/><Relationship Id="rId10" Type="http://schemas.openxmlformats.org/officeDocument/2006/relationships/image" Target="../media/image110.png"/><Relationship Id="rId4" Type="http://schemas.openxmlformats.org/officeDocument/2006/relationships/image" Target="../media/image92.png"/><Relationship Id="rId9" Type="http://schemas.openxmlformats.org/officeDocument/2006/relationships/image" Target="../media/image109.png"/><Relationship Id="rId14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image" Target="../media/image62.svg"/><Relationship Id="rId7" Type="http://schemas.openxmlformats.org/officeDocument/2006/relationships/image" Target="../media/image27.png"/><Relationship Id="rId12" Type="http://schemas.openxmlformats.org/officeDocument/2006/relationships/image" Target="../media/image120.png"/><Relationship Id="rId2" Type="http://schemas.openxmlformats.org/officeDocument/2006/relationships/image" Target="../media/image61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119.png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114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0.png"/><Relationship Id="rId18" Type="http://schemas.openxmlformats.org/officeDocument/2006/relationships/image" Target="../media/image135.png"/><Relationship Id="rId26" Type="http://schemas.openxmlformats.org/officeDocument/2006/relationships/image" Target="../media/image137.png"/><Relationship Id="rId39" Type="http://schemas.openxmlformats.org/officeDocument/2006/relationships/image" Target="../media/image143.png"/><Relationship Id="rId21" Type="http://schemas.openxmlformats.org/officeDocument/2006/relationships/image" Target="../media/image1220.png"/><Relationship Id="rId34" Type="http://schemas.openxmlformats.org/officeDocument/2006/relationships/image" Target="../media/image1380.png"/><Relationship Id="rId42" Type="http://schemas.openxmlformats.org/officeDocument/2006/relationships/image" Target="../media/image144.png"/><Relationship Id="rId47" Type="http://schemas.openxmlformats.org/officeDocument/2006/relationships/image" Target="../media/image148.png"/><Relationship Id="rId50" Type="http://schemas.openxmlformats.org/officeDocument/2006/relationships/image" Target="../media/image151.png"/><Relationship Id="rId55" Type="http://schemas.openxmlformats.org/officeDocument/2006/relationships/image" Target="../media/image156.png"/><Relationship Id="rId7" Type="http://schemas.openxmlformats.org/officeDocument/2006/relationships/image" Target="../media/image129.png"/><Relationship Id="rId2" Type="http://schemas.openxmlformats.org/officeDocument/2006/relationships/image" Target="../media/image45.png"/><Relationship Id="rId16" Type="http://schemas.openxmlformats.org/officeDocument/2006/relationships/image" Target="../media/image133.png"/><Relationship Id="rId24" Type="http://schemas.openxmlformats.org/officeDocument/2006/relationships/image" Target="../media/image1250.png"/><Relationship Id="rId32" Type="http://schemas.openxmlformats.org/officeDocument/2006/relationships/image" Target="../media/image1360.png"/><Relationship Id="rId37" Type="http://schemas.openxmlformats.org/officeDocument/2006/relationships/image" Target="../media/image1330.png"/><Relationship Id="rId40" Type="http://schemas.openxmlformats.org/officeDocument/2006/relationships/image" Target="../media/image61.png"/><Relationship Id="rId45" Type="http://schemas.openxmlformats.org/officeDocument/2006/relationships/image" Target="../media/image146.png"/><Relationship Id="rId53" Type="http://schemas.openxmlformats.org/officeDocument/2006/relationships/image" Target="../media/image154.png"/><Relationship Id="rId5" Type="http://schemas.openxmlformats.org/officeDocument/2006/relationships/image" Target="../media/image127.png"/><Relationship Id="rId10" Type="http://schemas.openxmlformats.org/officeDocument/2006/relationships/image" Target="../media/image131.png"/><Relationship Id="rId19" Type="http://schemas.openxmlformats.org/officeDocument/2006/relationships/image" Target="../media/image1200.png"/><Relationship Id="rId31" Type="http://schemas.openxmlformats.org/officeDocument/2006/relationships/image" Target="../media/image1350.png"/><Relationship Id="rId44" Type="http://schemas.openxmlformats.org/officeDocument/2006/relationships/image" Target="../media/image145.png"/><Relationship Id="rId52" Type="http://schemas.openxmlformats.org/officeDocument/2006/relationships/image" Target="../media/image153.png"/><Relationship Id="rId4" Type="http://schemas.openxmlformats.org/officeDocument/2006/relationships/image" Target="../media/image126.png"/><Relationship Id="rId9" Type="http://schemas.openxmlformats.org/officeDocument/2006/relationships/image" Target="../media/image130.png"/><Relationship Id="rId14" Type="http://schemas.openxmlformats.org/officeDocument/2006/relationships/image" Target="../media/image1150.png"/><Relationship Id="rId22" Type="http://schemas.openxmlformats.org/officeDocument/2006/relationships/image" Target="../media/image1230.png"/><Relationship Id="rId27" Type="http://schemas.openxmlformats.org/officeDocument/2006/relationships/image" Target="../media/image138.png"/><Relationship Id="rId30" Type="http://schemas.openxmlformats.org/officeDocument/2006/relationships/image" Target="../media/image1340.png"/><Relationship Id="rId35" Type="http://schemas.openxmlformats.org/officeDocument/2006/relationships/image" Target="../media/image1390.png"/><Relationship Id="rId43" Type="http://schemas.openxmlformats.org/officeDocument/2006/relationships/image" Target="../media/image142.png"/><Relationship Id="rId48" Type="http://schemas.openxmlformats.org/officeDocument/2006/relationships/image" Target="../media/image149.png"/><Relationship Id="rId56" Type="http://schemas.openxmlformats.org/officeDocument/2006/relationships/image" Target="../media/image157.png"/><Relationship Id="rId8" Type="http://schemas.openxmlformats.org/officeDocument/2006/relationships/image" Target="../media/image1090.png"/><Relationship Id="rId51" Type="http://schemas.openxmlformats.org/officeDocument/2006/relationships/image" Target="../media/image152.png"/><Relationship Id="rId3" Type="http://schemas.openxmlformats.org/officeDocument/2006/relationships/image" Target="../media/image125.png"/><Relationship Id="rId17" Type="http://schemas.openxmlformats.org/officeDocument/2006/relationships/image" Target="../media/image134.png"/><Relationship Id="rId25" Type="http://schemas.openxmlformats.org/officeDocument/2006/relationships/image" Target="../media/image136.png"/><Relationship Id="rId33" Type="http://schemas.openxmlformats.org/officeDocument/2006/relationships/image" Target="../media/image1370.png"/><Relationship Id="rId38" Type="http://schemas.openxmlformats.org/officeDocument/2006/relationships/image" Target="../media/image141.png"/><Relationship Id="rId46" Type="http://schemas.openxmlformats.org/officeDocument/2006/relationships/image" Target="../media/image147.png"/><Relationship Id="rId20" Type="http://schemas.openxmlformats.org/officeDocument/2006/relationships/image" Target="../media/image1210.png"/><Relationship Id="rId41" Type="http://schemas.openxmlformats.org/officeDocument/2006/relationships/image" Target="../media/image62.svg"/><Relationship Id="rId54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5" Type="http://schemas.openxmlformats.org/officeDocument/2006/relationships/image" Target="../media/image132.png"/><Relationship Id="rId23" Type="http://schemas.openxmlformats.org/officeDocument/2006/relationships/image" Target="../media/image1240.png"/><Relationship Id="rId28" Type="http://schemas.openxmlformats.org/officeDocument/2006/relationships/image" Target="../media/image139.png"/><Relationship Id="rId36" Type="http://schemas.openxmlformats.org/officeDocument/2006/relationships/image" Target="../media/image140.png"/><Relationship Id="rId49" Type="http://schemas.openxmlformats.org/officeDocument/2006/relationships/image" Target="../media/image150.png"/><Relationship Id="rId57" Type="http://schemas.openxmlformats.org/officeDocument/2006/relationships/image" Target="../media/image15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500.png"/><Relationship Id="rId26" Type="http://schemas.openxmlformats.org/officeDocument/2006/relationships/image" Target="../media/image1540.png"/><Relationship Id="rId39" Type="http://schemas.openxmlformats.org/officeDocument/2006/relationships/image" Target="../media/image166.png"/><Relationship Id="rId34" Type="http://schemas.openxmlformats.org/officeDocument/2006/relationships/image" Target="../media/image161.png"/><Relationship Id="rId42" Type="http://schemas.openxmlformats.org/officeDocument/2006/relationships/image" Target="../media/image169.png"/><Relationship Id="rId47" Type="http://schemas.openxmlformats.org/officeDocument/2006/relationships/image" Target="../media/image174.png"/><Relationship Id="rId50" Type="http://schemas.openxmlformats.org/officeDocument/2006/relationships/image" Target="../media/image1450.png"/><Relationship Id="rId55" Type="http://schemas.openxmlformats.org/officeDocument/2006/relationships/image" Target="../media/image62.svg"/><Relationship Id="rId7" Type="http://schemas.openxmlformats.org/officeDocument/2006/relationships/image" Target="../media/image128.png"/><Relationship Id="rId2" Type="http://schemas.openxmlformats.org/officeDocument/2006/relationships/image" Target="../media/image125.png"/><Relationship Id="rId11" Type="http://schemas.openxmlformats.org/officeDocument/2006/relationships/image" Target="../media/image1470.png"/><Relationship Id="rId32" Type="http://schemas.openxmlformats.org/officeDocument/2006/relationships/image" Target="../media/image1590.png"/><Relationship Id="rId37" Type="http://schemas.openxmlformats.org/officeDocument/2006/relationships/image" Target="../media/image164.png"/><Relationship Id="rId40" Type="http://schemas.openxmlformats.org/officeDocument/2006/relationships/image" Target="../media/image167.png"/><Relationship Id="rId45" Type="http://schemas.openxmlformats.org/officeDocument/2006/relationships/image" Target="../media/image172.png"/><Relationship Id="rId53" Type="http://schemas.openxmlformats.org/officeDocument/2006/relationships/image" Target="../media/image143.png"/><Relationship Id="rId58" Type="http://schemas.openxmlformats.org/officeDocument/2006/relationships/image" Target="../media/image178.png"/><Relationship Id="rId5" Type="http://schemas.openxmlformats.org/officeDocument/2006/relationships/image" Target="../media/image126.png"/><Relationship Id="rId15" Type="http://schemas.openxmlformats.org/officeDocument/2006/relationships/image" Target="../media/image135.png"/><Relationship Id="rId28" Type="http://schemas.openxmlformats.org/officeDocument/2006/relationships/image" Target="../media/image163.png"/><Relationship Id="rId36" Type="http://schemas.openxmlformats.org/officeDocument/2006/relationships/image" Target="../media/image1630.png"/><Relationship Id="rId49" Type="http://schemas.openxmlformats.org/officeDocument/2006/relationships/image" Target="../media/image45.png"/><Relationship Id="rId57" Type="http://schemas.openxmlformats.org/officeDocument/2006/relationships/image" Target="../media/image156.png"/><Relationship Id="rId10" Type="http://schemas.openxmlformats.org/officeDocument/2006/relationships/image" Target="../media/image161.svg"/><Relationship Id="rId19" Type="http://schemas.openxmlformats.org/officeDocument/2006/relationships/image" Target="../media/image1510.png"/><Relationship Id="rId31" Type="http://schemas.openxmlformats.org/officeDocument/2006/relationships/image" Target="../media/image86.png"/><Relationship Id="rId44" Type="http://schemas.openxmlformats.org/officeDocument/2006/relationships/image" Target="../media/image171.png"/><Relationship Id="rId52" Type="http://schemas.openxmlformats.org/officeDocument/2006/relationships/image" Target="../media/image177.png"/><Relationship Id="rId4" Type="http://schemas.openxmlformats.org/officeDocument/2006/relationships/image" Target="../media/image159.png"/><Relationship Id="rId9" Type="http://schemas.openxmlformats.org/officeDocument/2006/relationships/image" Target="../media/image160.png"/><Relationship Id="rId14" Type="http://schemas.openxmlformats.org/officeDocument/2006/relationships/image" Target="../media/image134.png"/><Relationship Id="rId27" Type="http://schemas.openxmlformats.org/officeDocument/2006/relationships/image" Target="../media/image162.png"/><Relationship Id="rId30" Type="http://schemas.openxmlformats.org/officeDocument/2006/relationships/image" Target="../media/image1580.png"/><Relationship Id="rId35" Type="http://schemas.openxmlformats.org/officeDocument/2006/relationships/image" Target="../media/image1620.png"/><Relationship Id="rId43" Type="http://schemas.openxmlformats.org/officeDocument/2006/relationships/image" Target="../media/image170.png"/><Relationship Id="rId48" Type="http://schemas.openxmlformats.org/officeDocument/2006/relationships/image" Target="../media/image175.png"/><Relationship Id="rId56" Type="http://schemas.openxmlformats.org/officeDocument/2006/relationships/image" Target="../media/image144.png"/><Relationship Id="rId8" Type="http://schemas.openxmlformats.org/officeDocument/2006/relationships/image" Target="../media/image142.png"/><Relationship Id="rId51" Type="http://schemas.openxmlformats.org/officeDocument/2006/relationships/image" Target="../media/image176.png"/><Relationship Id="rId3" Type="http://schemas.openxmlformats.org/officeDocument/2006/relationships/image" Target="../media/image129.png"/><Relationship Id="rId12" Type="http://schemas.openxmlformats.org/officeDocument/2006/relationships/image" Target="../media/image132.png"/><Relationship Id="rId25" Type="http://schemas.openxmlformats.org/officeDocument/2006/relationships/image" Target="../media/image1530.png"/><Relationship Id="rId33" Type="http://schemas.openxmlformats.org/officeDocument/2006/relationships/image" Target="../media/image1600.png"/><Relationship Id="rId38" Type="http://schemas.openxmlformats.org/officeDocument/2006/relationships/image" Target="../media/image165.png"/><Relationship Id="rId46" Type="http://schemas.openxmlformats.org/officeDocument/2006/relationships/image" Target="../media/image173.png"/><Relationship Id="rId59" Type="http://schemas.openxmlformats.org/officeDocument/2006/relationships/image" Target="../media/image179.png"/><Relationship Id="rId41" Type="http://schemas.openxmlformats.org/officeDocument/2006/relationships/image" Target="../media/image168.png"/><Relationship Id="rId54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1.png"/><Relationship Id="rId42" Type="http://schemas.openxmlformats.org/officeDocument/2006/relationships/image" Target="../media/image186.png"/><Relationship Id="rId47" Type="http://schemas.openxmlformats.org/officeDocument/2006/relationships/image" Target="../media/image191.png"/><Relationship Id="rId63" Type="http://schemas.openxmlformats.org/officeDocument/2006/relationships/image" Target="../media/image126.png"/><Relationship Id="rId84" Type="http://schemas.openxmlformats.org/officeDocument/2006/relationships/image" Target="../media/image207.png"/><Relationship Id="rId89" Type="http://schemas.openxmlformats.org/officeDocument/2006/relationships/image" Target="../media/image212.png"/><Relationship Id="rId16" Type="http://schemas.openxmlformats.org/officeDocument/2006/relationships/image" Target="../media/image162.png"/><Relationship Id="rId11" Type="http://schemas.openxmlformats.org/officeDocument/2006/relationships/image" Target="../media/image132.png"/><Relationship Id="rId32" Type="http://schemas.openxmlformats.org/officeDocument/2006/relationships/image" Target="../media/image1801.png"/><Relationship Id="rId37" Type="http://schemas.openxmlformats.org/officeDocument/2006/relationships/image" Target="../media/image1250.png"/><Relationship Id="rId40" Type="http://schemas.openxmlformats.org/officeDocument/2006/relationships/image" Target="../media/image1270.png"/><Relationship Id="rId45" Type="http://schemas.openxmlformats.org/officeDocument/2006/relationships/image" Target="../media/image189.png"/><Relationship Id="rId58" Type="http://schemas.openxmlformats.org/officeDocument/2006/relationships/image" Target="../media/image1360.png"/><Relationship Id="rId66" Type="http://schemas.openxmlformats.org/officeDocument/2006/relationships/image" Target="../media/image45.png"/><Relationship Id="rId74" Type="http://schemas.openxmlformats.org/officeDocument/2006/relationships/image" Target="../media/image196.png"/><Relationship Id="rId79" Type="http://schemas.openxmlformats.org/officeDocument/2006/relationships/image" Target="../media/image202.png"/><Relationship Id="rId87" Type="http://schemas.openxmlformats.org/officeDocument/2006/relationships/image" Target="../media/image210.png"/><Relationship Id="rId5" Type="http://schemas.openxmlformats.org/officeDocument/2006/relationships/image" Target="../media/image183.png"/><Relationship Id="rId61" Type="http://schemas.openxmlformats.org/officeDocument/2006/relationships/image" Target="../media/image88.png"/><Relationship Id="rId82" Type="http://schemas.openxmlformats.org/officeDocument/2006/relationships/image" Target="../media/image205.png"/><Relationship Id="rId90" Type="http://schemas.openxmlformats.org/officeDocument/2006/relationships/image" Target="../media/image213.png"/><Relationship Id="rId95" Type="http://schemas.openxmlformats.org/officeDocument/2006/relationships/image" Target="../media/image218.png"/><Relationship Id="rId14" Type="http://schemas.openxmlformats.org/officeDocument/2006/relationships/image" Target="../media/image135.png"/><Relationship Id="rId27" Type="http://schemas.openxmlformats.org/officeDocument/2006/relationships/image" Target="../media/image1140.png"/><Relationship Id="rId30" Type="http://schemas.openxmlformats.org/officeDocument/2006/relationships/image" Target="../media/image1390.png"/><Relationship Id="rId35" Type="http://schemas.openxmlformats.org/officeDocument/2006/relationships/image" Target="../media/image1230.png"/><Relationship Id="rId43" Type="http://schemas.openxmlformats.org/officeDocument/2006/relationships/image" Target="../media/image187.png"/><Relationship Id="rId48" Type="http://schemas.openxmlformats.org/officeDocument/2006/relationships/image" Target="../media/image1860.png"/><Relationship Id="rId64" Type="http://schemas.openxmlformats.org/officeDocument/2006/relationships/image" Target="../media/image129.png"/><Relationship Id="rId77" Type="http://schemas.openxmlformats.org/officeDocument/2006/relationships/image" Target="../media/image200.png"/><Relationship Id="rId100" Type="http://schemas.openxmlformats.org/officeDocument/2006/relationships/image" Target="../media/image178.png"/><Relationship Id="rId8" Type="http://schemas.openxmlformats.org/officeDocument/2006/relationships/image" Target="../media/image160.png"/><Relationship Id="rId72" Type="http://schemas.openxmlformats.org/officeDocument/2006/relationships/image" Target="../media/image194.png"/><Relationship Id="rId80" Type="http://schemas.openxmlformats.org/officeDocument/2006/relationships/image" Target="../media/image203.png"/><Relationship Id="rId85" Type="http://schemas.openxmlformats.org/officeDocument/2006/relationships/image" Target="../media/image208.png"/><Relationship Id="rId93" Type="http://schemas.openxmlformats.org/officeDocument/2006/relationships/image" Target="../media/image216.png"/><Relationship Id="rId98" Type="http://schemas.openxmlformats.org/officeDocument/2006/relationships/image" Target="../media/image144.png"/><Relationship Id="rId3" Type="http://schemas.openxmlformats.org/officeDocument/2006/relationships/image" Target="../media/image181.png"/><Relationship Id="rId12" Type="http://schemas.openxmlformats.org/officeDocument/2006/relationships/image" Target="../media/image133.png"/><Relationship Id="rId33" Type="http://schemas.openxmlformats.org/officeDocument/2006/relationships/image" Target="../media/image1210.png"/><Relationship Id="rId46" Type="http://schemas.openxmlformats.org/officeDocument/2006/relationships/image" Target="../media/image190.png"/><Relationship Id="rId59" Type="http://schemas.openxmlformats.org/officeDocument/2006/relationships/image" Target="../media/image1370.png"/><Relationship Id="rId41" Type="http://schemas.openxmlformats.org/officeDocument/2006/relationships/image" Target="../media/image1280.png"/><Relationship Id="rId62" Type="http://schemas.openxmlformats.org/officeDocument/2006/relationships/image" Target="../media/image142.png"/><Relationship Id="rId70" Type="http://schemas.openxmlformats.org/officeDocument/2006/relationships/image" Target="../media/image1870.png"/><Relationship Id="rId75" Type="http://schemas.openxmlformats.org/officeDocument/2006/relationships/image" Target="../media/image198.png"/><Relationship Id="rId83" Type="http://schemas.openxmlformats.org/officeDocument/2006/relationships/image" Target="../media/image206.png"/><Relationship Id="rId88" Type="http://schemas.openxmlformats.org/officeDocument/2006/relationships/image" Target="../media/image211.png"/><Relationship Id="rId91" Type="http://schemas.openxmlformats.org/officeDocument/2006/relationships/image" Target="../media/image214.png"/><Relationship Id="rId9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15" Type="http://schemas.openxmlformats.org/officeDocument/2006/relationships/image" Target="../media/image1770.png"/><Relationship Id="rId28" Type="http://schemas.openxmlformats.org/officeDocument/2006/relationships/image" Target="../media/image1150.png"/><Relationship Id="rId36" Type="http://schemas.openxmlformats.org/officeDocument/2006/relationships/image" Target="../media/image1240.png"/><Relationship Id="rId10" Type="http://schemas.openxmlformats.org/officeDocument/2006/relationships/image" Target="../media/image1760.png"/><Relationship Id="rId31" Type="http://schemas.openxmlformats.org/officeDocument/2006/relationships/image" Target="../media/image140.png"/><Relationship Id="rId44" Type="http://schemas.openxmlformats.org/officeDocument/2006/relationships/image" Target="../media/image188.png"/><Relationship Id="rId60" Type="http://schemas.openxmlformats.org/officeDocument/2006/relationships/image" Target="../media/image197.png"/><Relationship Id="rId65" Type="http://schemas.openxmlformats.org/officeDocument/2006/relationships/image" Target="../media/image159.png"/><Relationship Id="rId73" Type="http://schemas.openxmlformats.org/officeDocument/2006/relationships/image" Target="../media/image195.png"/><Relationship Id="rId78" Type="http://schemas.openxmlformats.org/officeDocument/2006/relationships/image" Target="../media/image201.png"/><Relationship Id="rId81" Type="http://schemas.openxmlformats.org/officeDocument/2006/relationships/image" Target="../media/image204.png"/><Relationship Id="rId86" Type="http://schemas.openxmlformats.org/officeDocument/2006/relationships/image" Target="../media/image209.png"/><Relationship Id="rId94" Type="http://schemas.openxmlformats.org/officeDocument/2006/relationships/image" Target="../media/image217.png"/><Relationship Id="rId99" Type="http://schemas.openxmlformats.org/officeDocument/2006/relationships/image" Target="../media/image156.png"/><Relationship Id="rId4" Type="http://schemas.openxmlformats.org/officeDocument/2006/relationships/image" Target="../media/image182.png"/><Relationship Id="rId9" Type="http://schemas.openxmlformats.org/officeDocument/2006/relationships/image" Target="../media/image161.svg"/><Relationship Id="rId13" Type="http://schemas.openxmlformats.org/officeDocument/2006/relationships/image" Target="../media/image134.png"/><Relationship Id="rId39" Type="http://schemas.openxmlformats.org/officeDocument/2006/relationships/image" Target="../media/image143.png"/><Relationship Id="rId34" Type="http://schemas.openxmlformats.org/officeDocument/2006/relationships/image" Target="../media/image1220.png"/><Relationship Id="rId55" Type="http://schemas.openxmlformats.org/officeDocument/2006/relationships/image" Target="../media/image193.png"/><Relationship Id="rId76" Type="http://schemas.openxmlformats.org/officeDocument/2006/relationships/image" Target="../media/image199.png"/><Relationship Id="rId97" Type="http://schemas.openxmlformats.org/officeDocument/2006/relationships/image" Target="../media/image62.svg"/><Relationship Id="rId7" Type="http://schemas.openxmlformats.org/officeDocument/2006/relationships/image" Target="../media/image185.png"/><Relationship Id="rId71" Type="http://schemas.openxmlformats.org/officeDocument/2006/relationships/image" Target="../media/image192.png"/><Relationship Id="rId92" Type="http://schemas.openxmlformats.org/officeDocument/2006/relationships/image" Target="../media/image215.png"/><Relationship Id="rId2" Type="http://schemas.openxmlformats.org/officeDocument/2006/relationships/image" Target="../media/image180.png"/><Relationship Id="rId29" Type="http://schemas.openxmlformats.org/officeDocument/2006/relationships/image" Target="../media/image138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0.png"/><Relationship Id="rId13" Type="http://schemas.openxmlformats.org/officeDocument/2006/relationships/image" Target="../media/image62.svg"/><Relationship Id="rId3" Type="http://schemas.openxmlformats.org/officeDocument/2006/relationships/image" Target="../media/image161.svg"/><Relationship Id="rId7" Type="http://schemas.openxmlformats.org/officeDocument/2006/relationships/image" Target="../media/image27.png"/><Relationship Id="rId12" Type="http://schemas.openxmlformats.org/officeDocument/2006/relationships/image" Target="../media/image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11" Type="http://schemas.openxmlformats.org/officeDocument/2006/relationships/image" Target="../media/image221.png"/><Relationship Id="rId5" Type="http://schemas.openxmlformats.org/officeDocument/2006/relationships/image" Target="../media/image1940.png"/><Relationship Id="rId15" Type="http://schemas.openxmlformats.org/officeDocument/2006/relationships/image" Target="../media/image2041.png"/><Relationship Id="rId10" Type="http://schemas.openxmlformats.org/officeDocument/2006/relationships/image" Target="../media/image2010.png"/><Relationship Id="rId4" Type="http://schemas.openxmlformats.org/officeDocument/2006/relationships/image" Target="../media/image73.png"/><Relationship Id="rId9" Type="http://schemas.openxmlformats.org/officeDocument/2006/relationships/image" Target="../media/image220.png"/><Relationship Id="rId14" Type="http://schemas.openxmlformats.org/officeDocument/2006/relationships/image" Target="../media/image203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0.png"/><Relationship Id="rId18" Type="http://schemas.openxmlformats.org/officeDocument/2006/relationships/image" Target="../media/image2140.png"/><Relationship Id="rId26" Type="http://schemas.openxmlformats.org/officeDocument/2006/relationships/image" Target="../media/image1790.png"/><Relationship Id="rId39" Type="http://schemas.openxmlformats.org/officeDocument/2006/relationships/image" Target="../media/image1800.png"/><Relationship Id="rId21" Type="http://schemas.openxmlformats.org/officeDocument/2006/relationships/image" Target="../media/image2170.png"/><Relationship Id="rId34" Type="http://schemas.openxmlformats.org/officeDocument/2006/relationships/image" Target="../media/image226.png"/><Relationship Id="rId42" Type="http://schemas.openxmlformats.org/officeDocument/2006/relationships/image" Target="../media/image233.png"/><Relationship Id="rId47" Type="http://schemas.openxmlformats.org/officeDocument/2006/relationships/image" Target="../media/image237.png"/><Relationship Id="rId50" Type="http://schemas.openxmlformats.org/officeDocument/2006/relationships/image" Target="../media/image240.png"/><Relationship Id="rId55" Type="http://schemas.openxmlformats.org/officeDocument/2006/relationships/image" Target="../media/image227.png"/><Relationship Id="rId7" Type="http://schemas.openxmlformats.org/officeDocument/2006/relationships/image" Target="../media/image161.svg"/><Relationship Id="rId2" Type="http://schemas.openxmlformats.org/officeDocument/2006/relationships/image" Target="../media/image1.png"/><Relationship Id="rId16" Type="http://schemas.openxmlformats.org/officeDocument/2006/relationships/image" Target="../media/image2120.png"/><Relationship Id="rId29" Type="http://schemas.openxmlformats.org/officeDocument/2006/relationships/image" Target="../media/image2201.png"/><Relationship Id="rId24" Type="http://schemas.openxmlformats.org/officeDocument/2006/relationships/image" Target="../media/image2070.png"/><Relationship Id="rId32" Type="http://schemas.openxmlformats.org/officeDocument/2006/relationships/image" Target="../media/image2220.png"/><Relationship Id="rId37" Type="http://schemas.openxmlformats.org/officeDocument/2006/relationships/image" Target="../media/image228.png"/><Relationship Id="rId40" Type="http://schemas.openxmlformats.org/officeDocument/2006/relationships/image" Target="../media/image230.png"/><Relationship Id="rId53" Type="http://schemas.openxmlformats.org/officeDocument/2006/relationships/image" Target="../media/image1980.png"/><Relationship Id="rId5" Type="http://schemas.openxmlformats.org/officeDocument/2006/relationships/image" Target="../media/image222.png"/><Relationship Id="rId15" Type="http://schemas.openxmlformats.org/officeDocument/2006/relationships/image" Target="../media/image2110.png"/><Relationship Id="rId23" Type="http://schemas.openxmlformats.org/officeDocument/2006/relationships/image" Target="../media/image2180.png"/><Relationship Id="rId28" Type="http://schemas.openxmlformats.org/officeDocument/2006/relationships/image" Target="../media/image2190.png"/><Relationship Id="rId36" Type="http://schemas.openxmlformats.org/officeDocument/2006/relationships/image" Target="../media/image223.png"/><Relationship Id="rId49" Type="http://schemas.openxmlformats.org/officeDocument/2006/relationships/image" Target="../media/image239.png"/><Relationship Id="rId10" Type="http://schemas.openxmlformats.org/officeDocument/2006/relationships/image" Target="../media/image5.png"/><Relationship Id="rId19" Type="http://schemas.openxmlformats.org/officeDocument/2006/relationships/image" Target="../media/image2150.png"/><Relationship Id="rId31" Type="http://schemas.openxmlformats.org/officeDocument/2006/relationships/image" Target="../media/image224.png"/><Relationship Id="rId52" Type="http://schemas.openxmlformats.org/officeDocument/2006/relationships/image" Target="../media/image242.png"/><Relationship Id="rId4" Type="http://schemas.openxmlformats.org/officeDocument/2006/relationships/image" Target="../media/image2050.png"/><Relationship Id="rId9" Type="http://schemas.openxmlformats.org/officeDocument/2006/relationships/image" Target="../media/image62.svg"/><Relationship Id="rId14" Type="http://schemas.openxmlformats.org/officeDocument/2006/relationships/image" Target="../media/image2100.png"/><Relationship Id="rId27" Type="http://schemas.openxmlformats.org/officeDocument/2006/relationships/image" Target="../media/image1800.png"/><Relationship Id="rId30" Type="http://schemas.openxmlformats.org/officeDocument/2006/relationships/image" Target="../media/image2210.png"/><Relationship Id="rId35" Type="http://schemas.openxmlformats.org/officeDocument/2006/relationships/image" Target="../media/image2200.png"/><Relationship Id="rId43" Type="http://schemas.openxmlformats.org/officeDocument/2006/relationships/image" Target="../media/image225.png"/><Relationship Id="rId48" Type="http://schemas.openxmlformats.org/officeDocument/2006/relationships/image" Target="../media/image238.png"/><Relationship Id="rId56" Type="http://schemas.openxmlformats.org/officeDocument/2006/relationships/image" Target="../media/image2071.png"/><Relationship Id="rId8" Type="http://schemas.openxmlformats.org/officeDocument/2006/relationships/image" Target="../media/image61.png"/><Relationship Id="rId51" Type="http://schemas.openxmlformats.org/officeDocument/2006/relationships/image" Target="../media/image241.png"/><Relationship Id="rId3" Type="http://schemas.openxmlformats.org/officeDocument/2006/relationships/image" Target="../media/image2040.png"/><Relationship Id="rId12" Type="http://schemas.openxmlformats.org/officeDocument/2006/relationships/image" Target="../media/image2080.png"/><Relationship Id="rId17" Type="http://schemas.openxmlformats.org/officeDocument/2006/relationships/image" Target="../media/image2130.png"/><Relationship Id="rId33" Type="http://schemas.openxmlformats.org/officeDocument/2006/relationships/image" Target="../media/image186.png"/><Relationship Id="rId38" Type="http://schemas.openxmlformats.org/officeDocument/2006/relationships/image" Target="../media/image229.png"/><Relationship Id="rId46" Type="http://schemas.openxmlformats.org/officeDocument/2006/relationships/image" Target="../media/image236.png"/><Relationship Id="rId20" Type="http://schemas.openxmlformats.org/officeDocument/2006/relationships/image" Target="../media/image2160.png"/><Relationship Id="rId41" Type="http://schemas.openxmlformats.org/officeDocument/2006/relationships/image" Target="../media/image232.png"/><Relationship Id="rId54" Type="http://schemas.openxmlformats.org/officeDocument/2006/relationships/image" Target="../media/image2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0.png"/><Relationship Id="rId39" Type="http://schemas.openxmlformats.org/officeDocument/2006/relationships/image" Target="../media/image2130.png"/><Relationship Id="rId34" Type="http://schemas.openxmlformats.org/officeDocument/2006/relationships/image" Target="../media/image2100.png"/><Relationship Id="rId42" Type="http://schemas.openxmlformats.org/officeDocument/2006/relationships/image" Target="../media/image2160.png"/><Relationship Id="rId47" Type="http://schemas.openxmlformats.org/officeDocument/2006/relationships/image" Target="../media/image247.png"/><Relationship Id="rId50" Type="http://schemas.openxmlformats.org/officeDocument/2006/relationships/image" Target="../media/image2430.png"/><Relationship Id="rId55" Type="http://schemas.openxmlformats.org/officeDocument/2006/relationships/image" Target="../media/image250.png"/><Relationship Id="rId7" Type="http://schemas.openxmlformats.org/officeDocument/2006/relationships/image" Target="../media/image161.svg"/><Relationship Id="rId2" Type="http://schemas.openxmlformats.org/officeDocument/2006/relationships/image" Target="../media/image231.png"/><Relationship Id="rId29" Type="http://schemas.openxmlformats.org/officeDocument/2006/relationships/image" Target="../media/image226.png"/><Relationship Id="rId41" Type="http://schemas.openxmlformats.org/officeDocument/2006/relationships/image" Target="../media/image2150.png"/><Relationship Id="rId54" Type="http://schemas.openxmlformats.org/officeDocument/2006/relationships/image" Target="../media/image249.png"/><Relationship Id="rId62" Type="http://schemas.openxmlformats.org/officeDocument/2006/relationships/image" Target="../media/image2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32" Type="http://schemas.openxmlformats.org/officeDocument/2006/relationships/image" Target="../media/image2080.png"/><Relationship Id="rId40" Type="http://schemas.openxmlformats.org/officeDocument/2006/relationships/image" Target="../media/image2140.png"/><Relationship Id="rId45" Type="http://schemas.openxmlformats.org/officeDocument/2006/relationships/image" Target="../media/image243.png"/><Relationship Id="rId53" Type="http://schemas.openxmlformats.org/officeDocument/2006/relationships/image" Target="../media/image248.png"/><Relationship Id="rId58" Type="http://schemas.openxmlformats.org/officeDocument/2006/relationships/image" Target="../media/image252.png"/><Relationship Id="rId5" Type="http://schemas.openxmlformats.org/officeDocument/2006/relationships/image" Target="../media/image235.png"/><Relationship Id="rId28" Type="http://schemas.openxmlformats.org/officeDocument/2006/relationships/image" Target="../media/image224.png"/><Relationship Id="rId36" Type="http://schemas.openxmlformats.org/officeDocument/2006/relationships/image" Target="../media/image2310.png"/><Relationship Id="rId49" Type="http://schemas.openxmlformats.org/officeDocument/2006/relationships/image" Target="../media/image2420.png"/><Relationship Id="rId61" Type="http://schemas.openxmlformats.org/officeDocument/2006/relationships/image" Target="../media/image2071.png"/><Relationship Id="rId44" Type="http://schemas.openxmlformats.org/officeDocument/2006/relationships/image" Target="../media/image244.png"/><Relationship Id="rId52" Type="http://schemas.openxmlformats.org/officeDocument/2006/relationships/image" Target="../media/image245.png"/><Relationship Id="rId60" Type="http://schemas.openxmlformats.org/officeDocument/2006/relationships/image" Target="../media/image254.png"/><Relationship Id="rId4" Type="http://schemas.openxmlformats.org/officeDocument/2006/relationships/image" Target="../media/image234.png"/><Relationship Id="rId9" Type="http://schemas.openxmlformats.org/officeDocument/2006/relationships/image" Target="../media/image62.svg"/><Relationship Id="rId27" Type="http://schemas.openxmlformats.org/officeDocument/2006/relationships/image" Target="../media/image1800.png"/><Relationship Id="rId30" Type="http://schemas.openxmlformats.org/officeDocument/2006/relationships/image" Target="../media/image5.png"/><Relationship Id="rId35" Type="http://schemas.openxmlformats.org/officeDocument/2006/relationships/image" Target="../media/image2110.png"/><Relationship Id="rId43" Type="http://schemas.openxmlformats.org/officeDocument/2006/relationships/image" Target="../media/image2170.png"/><Relationship Id="rId22" Type="http://schemas.openxmlformats.org/officeDocument/2006/relationships/image" Target="../media/image1800.png"/><Relationship Id="rId48" Type="http://schemas.openxmlformats.org/officeDocument/2006/relationships/image" Target="../media/image2410.png"/><Relationship Id="rId56" Type="http://schemas.openxmlformats.org/officeDocument/2006/relationships/image" Target="../media/image251.png"/><Relationship Id="rId64" Type="http://schemas.openxmlformats.org/officeDocument/2006/relationships/image" Target="../media/image1980.png"/><Relationship Id="rId8" Type="http://schemas.openxmlformats.org/officeDocument/2006/relationships/image" Target="../media/image61.png"/><Relationship Id="rId51" Type="http://schemas.openxmlformats.org/officeDocument/2006/relationships/image" Target="../media/image2440.png"/><Relationship Id="rId3" Type="http://schemas.openxmlformats.org/officeDocument/2006/relationships/image" Target="../media/image45.png"/><Relationship Id="rId33" Type="http://schemas.openxmlformats.org/officeDocument/2006/relationships/image" Target="../media/image2090.png"/><Relationship Id="rId46" Type="http://schemas.openxmlformats.org/officeDocument/2006/relationships/image" Target="../media/image246.png"/><Relationship Id="rId59" Type="http://schemas.openxmlformats.org/officeDocument/2006/relationships/image" Target="../media/image253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image" Target="../media/image264.png"/><Relationship Id="rId26" Type="http://schemas.openxmlformats.org/officeDocument/2006/relationships/image" Target="../media/image266.png"/><Relationship Id="rId39" Type="http://schemas.openxmlformats.org/officeDocument/2006/relationships/image" Target="../media/image125.png"/><Relationship Id="rId42" Type="http://schemas.openxmlformats.org/officeDocument/2006/relationships/image" Target="../media/image277.png"/><Relationship Id="rId47" Type="http://schemas.openxmlformats.org/officeDocument/2006/relationships/image" Target="../media/image283.png"/><Relationship Id="rId50" Type="http://schemas.openxmlformats.org/officeDocument/2006/relationships/image" Target="../media/image286.png"/><Relationship Id="rId55" Type="http://schemas.openxmlformats.org/officeDocument/2006/relationships/image" Target="../media/image291.png"/><Relationship Id="rId7" Type="http://schemas.openxmlformats.org/officeDocument/2006/relationships/image" Target="../media/image62.svg"/><Relationship Id="rId2" Type="http://schemas.openxmlformats.org/officeDocument/2006/relationships/image" Target="../media/image255.png"/><Relationship Id="rId16" Type="http://schemas.openxmlformats.org/officeDocument/2006/relationships/image" Target="../media/image262.png"/><Relationship Id="rId29" Type="http://schemas.openxmlformats.org/officeDocument/2006/relationships/image" Target="../media/image271.png"/><Relationship Id="rId11" Type="http://schemas.openxmlformats.org/officeDocument/2006/relationships/image" Target="../media/image258.png"/><Relationship Id="rId24" Type="http://schemas.openxmlformats.org/officeDocument/2006/relationships/image" Target="../media/image269.png"/><Relationship Id="rId32" Type="http://schemas.openxmlformats.org/officeDocument/2006/relationships/image" Target="../media/image274.png"/><Relationship Id="rId37" Type="http://schemas.openxmlformats.org/officeDocument/2006/relationships/image" Target="../media/image67.png"/><Relationship Id="rId40" Type="http://schemas.openxmlformats.org/officeDocument/2006/relationships/image" Target="../media/image128.png"/><Relationship Id="rId45" Type="http://schemas.openxmlformats.org/officeDocument/2006/relationships/image" Target="../media/image280.png"/><Relationship Id="rId53" Type="http://schemas.openxmlformats.org/officeDocument/2006/relationships/image" Target="../media/image289.png"/><Relationship Id="rId58" Type="http://schemas.openxmlformats.org/officeDocument/2006/relationships/image" Target="../media/image294.png"/><Relationship Id="rId5" Type="http://schemas.openxmlformats.org/officeDocument/2006/relationships/image" Target="../media/image2560.png"/><Relationship Id="rId10" Type="http://schemas.openxmlformats.org/officeDocument/2006/relationships/image" Target="../media/image256.png"/><Relationship Id="rId19" Type="http://schemas.openxmlformats.org/officeDocument/2006/relationships/image" Target="../media/image265.png"/><Relationship Id="rId31" Type="http://schemas.openxmlformats.org/officeDocument/2006/relationships/image" Target="../media/image273.png"/><Relationship Id="rId44" Type="http://schemas.openxmlformats.org/officeDocument/2006/relationships/image" Target="../media/image279.png"/><Relationship Id="rId52" Type="http://schemas.openxmlformats.org/officeDocument/2006/relationships/image" Target="../media/image288.png"/><Relationship Id="rId4" Type="http://schemas.openxmlformats.org/officeDocument/2006/relationships/image" Target="../media/image257.png"/><Relationship Id="rId9" Type="http://schemas.openxmlformats.org/officeDocument/2006/relationships/image" Target="../media/image135.png"/><Relationship Id="rId14" Type="http://schemas.openxmlformats.org/officeDocument/2006/relationships/image" Target="../media/image261.png"/><Relationship Id="rId22" Type="http://schemas.openxmlformats.org/officeDocument/2006/relationships/image" Target="../media/image161.png"/><Relationship Id="rId27" Type="http://schemas.openxmlformats.org/officeDocument/2006/relationships/image" Target="../media/image267.png"/><Relationship Id="rId30" Type="http://schemas.openxmlformats.org/officeDocument/2006/relationships/image" Target="../media/image272.png"/><Relationship Id="rId43" Type="http://schemas.openxmlformats.org/officeDocument/2006/relationships/image" Target="../media/image278.png"/><Relationship Id="rId48" Type="http://schemas.openxmlformats.org/officeDocument/2006/relationships/image" Target="../media/image284.png"/><Relationship Id="rId56" Type="http://schemas.openxmlformats.org/officeDocument/2006/relationships/image" Target="../media/image292.png"/><Relationship Id="rId8" Type="http://schemas.openxmlformats.org/officeDocument/2006/relationships/image" Target="../media/image2570.png"/><Relationship Id="rId51" Type="http://schemas.openxmlformats.org/officeDocument/2006/relationships/image" Target="../media/image287.png"/><Relationship Id="rId3" Type="http://schemas.openxmlformats.org/officeDocument/2006/relationships/image" Target="../media/image45.png"/><Relationship Id="rId12" Type="http://schemas.openxmlformats.org/officeDocument/2006/relationships/image" Target="../media/image259.png"/><Relationship Id="rId17" Type="http://schemas.openxmlformats.org/officeDocument/2006/relationships/image" Target="../media/image263.png"/><Relationship Id="rId25" Type="http://schemas.openxmlformats.org/officeDocument/2006/relationships/image" Target="../media/image270.png"/><Relationship Id="rId33" Type="http://schemas.openxmlformats.org/officeDocument/2006/relationships/image" Target="../media/image275.png"/><Relationship Id="rId38" Type="http://schemas.openxmlformats.org/officeDocument/2006/relationships/image" Target="../media/image68.svg"/><Relationship Id="rId46" Type="http://schemas.openxmlformats.org/officeDocument/2006/relationships/image" Target="../media/image282.png"/><Relationship Id="rId59" Type="http://schemas.openxmlformats.org/officeDocument/2006/relationships/image" Target="../media/image295.png"/><Relationship Id="rId41" Type="http://schemas.openxmlformats.org/officeDocument/2006/relationships/image" Target="../media/image276.png"/><Relationship Id="rId54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5" Type="http://schemas.openxmlformats.org/officeDocument/2006/relationships/image" Target="../media/image142.png"/><Relationship Id="rId23" Type="http://schemas.openxmlformats.org/officeDocument/2006/relationships/image" Target="../media/image1620.png"/><Relationship Id="rId28" Type="http://schemas.openxmlformats.org/officeDocument/2006/relationships/image" Target="../media/image268.png"/><Relationship Id="rId36" Type="http://schemas.openxmlformats.org/officeDocument/2006/relationships/image" Target="../media/image281.png"/><Relationship Id="rId49" Type="http://schemas.openxmlformats.org/officeDocument/2006/relationships/image" Target="../media/image285.png"/><Relationship Id="rId57" Type="http://schemas.openxmlformats.org/officeDocument/2006/relationships/image" Target="../media/image293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20.png"/><Relationship Id="rId18" Type="http://schemas.openxmlformats.org/officeDocument/2006/relationships/image" Target="../media/image303.png"/><Relationship Id="rId26" Type="http://schemas.openxmlformats.org/officeDocument/2006/relationships/image" Target="../media/image229.png"/><Relationship Id="rId39" Type="http://schemas.openxmlformats.org/officeDocument/2006/relationships/image" Target="../media/image320.png"/><Relationship Id="rId21" Type="http://schemas.openxmlformats.org/officeDocument/2006/relationships/image" Target="../media/image306.png"/><Relationship Id="rId34" Type="http://schemas.openxmlformats.org/officeDocument/2006/relationships/image" Target="../media/image315.png"/><Relationship Id="rId42" Type="http://schemas.openxmlformats.org/officeDocument/2006/relationships/image" Target="../media/image62.svg"/><Relationship Id="rId47" Type="http://schemas.openxmlformats.org/officeDocument/2006/relationships/image" Target="../media/image326.png"/><Relationship Id="rId50" Type="http://schemas.openxmlformats.org/officeDocument/2006/relationships/image" Target="../media/image329.png"/><Relationship Id="rId7" Type="http://schemas.openxmlformats.org/officeDocument/2006/relationships/image" Target="../media/image298.png"/><Relationship Id="rId2" Type="http://schemas.openxmlformats.org/officeDocument/2006/relationships/image" Target="../media/image1.png"/><Relationship Id="rId16" Type="http://schemas.openxmlformats.org/officeDocument/2006/relationships/image" Target="../media/image302.png"/><Relationship Id="rId29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2.png"/><Relationship Id="rId32" Type="http://schemas.openxmlformats.org/officeDocument/2006/relationships/image" Target="../media/image313.png"/><Relationship Id="rId37" Type="http://schemas.openxmlformats.org/officeDocument/2006/relationships/image" Target="../media/image318.png"/><Relationship Id="rId40" Type="http://schemas.openxmlformats.org/officeDocument/2006/relationships/image" Target="../media/image321.png"/><Relationship Id="rId45" Type="http://schemas.openxmlformats.org/officeDocument/2006/relationships/image" Target="../media/image324.png"/><Relationship Id="rId5" Type="http://schemas.openxmlformats.org/officeDocument/2006/relationships/image" Target="../media/image2830.png"/><Relationship Id="rId15" Type="http://schemas.openxmlformats.org/officeDocument/2006/relationships/image" Target="../media/image301.png"/><Relationship Id="rId23" Type="http://schemas.openxmlformats.org/officeDocument/2006/relationships/image" Target="../media/image308.png"/><Relationship Id="rId28" Type="http://schemas.openxmlformats.org/officeDocument/2006/relationships/image" Target="../media/image309.png"/><Relationship Id="rId36" Type="http://schemas.openxmlformats.org/officeDocument/2006/relationships/image" Target="../media/image317.png"/><Relationship Id="rId49" Type="http://schemas.openxmlformats.org/officeDocument/2006/relationships/image" Target="../media/image328.png"/><Relationship Id="rId10" Type="http://schemas.openxmlformats.org/officeDocument/2006/relationships/image" Target="../media/image261.png"/><Relationship Id="rId19" Type="http://schemas.openxmlformats.org/officeDocument/2006/relationships/image" Target="../media/image304.png"/><Relationship Id="rId31" Type="http://schemas.openxmlformats.org/officeDocument/2006/relationships/image" Target="../media/image312.png"/><Relationship Id="rId44" Type="http://schemas.openxmlformats.org/officeDocument/2006/relationships/image" Target="../media/image323.png"/><Relationship Id="rId4" Type="http://schemas.openxmlformats.org/officeDocument/2006/relationships/image" Target="../media/image297.png"/><Relationship Id="rId9" Type="http://schemas.openxmlformats.org/officeDocument/2006/relationships/image" Target="../media/image260.png"/><Relationship Id="rId14" Type="http://schemas.openxmlformats.org/officeDocument/2006/relationships/image" Target="../media/image300.png"/><Relationship Id="rId22" Type="http://schemas.openxmlformats.org/officeDocument/2006/relationships/image" Target="../media/image307.png"/><Relationship Id="rId27" Type="http://schemas.openxmlformats.org/officeDocument/2006/relationships/image" Target="../media/image2960.png"/><Relationship Id="rId30" Type="http://schemas.openxmlformats.org/officeDocument/2006/relationships/image" Target="../media/image311.png"/><Relationship Id="rId35" Type="http://schemas.openxmlformats.org/officeDocument/2006/relationships/image" Target="../media/image316.png"/><Relationship Id="rId43" Type="http://schemas.openxmlformats.org/officeDocument/2006/relationships/image" Target="../media/image322.png"/><Relationship Id="rId48" Type="http://schemas.openxmlformats.org/officeDocument/2006/relationships/image" Target="../media/image327.png"/><Relationship Id="rId8" Type="http://schemas.openxmlformats.org/officeDocument/2006/relationships/image" Target="../media/image299.png"/><Relationship Id="rId3" Type="http://schemas.openxmlformats.org/officeDocument/2006/relationships/image" Target="../media/image296.png"/><Relationship Id="rId12" Type="http://schemas.openxmlformats.org/officeDocument/2006/relationships/image" Target="../media/image161.png"/><Relationship Id="rId17" Type="http://schemas.openxmlformats.org/officeDocument/2006/relationships/image" Target="../media/image225.png"/><Relationship Id="rId33" Type="http://schemas.openxmlformats.org/officeDocument/2006/relationships/image" Target="../media/image314.png"/><Relationship Id="rId38" Type="http://schemas.openxmlformats.org/officeDocument/2006/relationships/image" Target="../media/image319.png"/><Relationship Id="rId46" Type="http://schemas.openxmlformats.org/officeDocument/2006/relationships/image" Target="../media/image325.png"/><Relationship Id="rId20" Type="http://schemas.openxmlformats.org/officeDocument/2006/relationships/image" Target="../media/image305.png"/><Relationship Id="rId41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5.png"/><Relationship Id="rId26" Type="http://schemas.openxmlformats.org/officeDocument/2006/relationships/image" Target="../media/image337.png"/><Relationship Id="rId39" Type="http://schemas.openxmlformats.org/officeDocument/2006/relationships/image" Target="../media/image343.png"/><Relationship Id="rId34" Type="http://schemas.openxmlformats.org/officeDocument/2006/relationships/image" Target="../media/image229.png"/><Relationship Id="rId42" Type="http://schemas.openxmlformats.org/officeDocument/2006/relationships/image" Target="../media/image346.png"/><Relationship Id="rId47" Type="http://schemas.openxmlformats.org/officeDocument/2006/relationships/image" Target="../media/image351.png"/><Relationship Id="rId50" Type="http://schemas.openxmlformats.org/officeDocument/2006/relationships/image" Target="../media/image354.png"/><Relationship Id="rId55" Type="http://schemas.openxmlformats.org/officeDocument/2006/relationships/image" Target="../media/image357.png"/><Relationship Id="rId7" Type="http://schemas.openxmlformats.org/officeDocument/2006/relationships/image" Target="../media/image2830.png"/><Relationship Id="rId2" Type="http://schemas.openxmlformats.org/officeDocument/2006/relationships/image" Target="../media/image125.png"/><Relationship Id="rId29" Type="http://schemas.openxmlformats.org/officeDocument/2006/relationships/image" Target="../media/image340.png"/><Relationship Id="rId41" Type="http://schemas.openxmlformats.org/officeDocument/2006/relationships/image" Target="../media/image345.png"/><Relationship Id="rId54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33.png"/><Relationship Id="rId24" Type="http://schemas.openxmlformats.org/officeDocument/2006/relationships/image" Target="../media/image3130.png"/><Relationship Id="rId37" Type="http://schemas.openxmlformats.org/officeDocument/2006/relationships/image" Target="../media/image342.png"/><Relationship Id="rId40" Type="http://schemas.openxmlformats.org/officeDocument/2006/relationships/image" Target="../media/image344.png"/><Relationship Id="rId45" Type="http://schemas.openxmlformats.org/officeDocument/2006/relationships/image" Target="../media/image349.png"/><Relationship Id="rId53" Type="http://schemas.openxmlformats.org/officeDocument/2006/relationships/image" Target="../media/image62.svg"/><Relationship Id="rId5" Type="http://schemas.openxmlformats.org/officeDocument/2006/relationships/image" Target="../media/image255.png"/><Relationship Id="rId28" Type="http://schemas.openxmlformats.org/officeDocument/2006/relationships/image" Target="../media/image339.png"/><Relationship Id="rId36" Type="http://schemas.openxmlformats.org/officeDocument/2006/relationships/image" Target="../media/image45.png"/><Relationship Id="rId49" Type="http://schemas.openxmlformats.org/officeDocument/2006/relationships/image" Target="../media/image353.png"/><Relationship Id="rId10" Type="http://schemas.openxmlformats.org/officeDocument/2006/relationships/image" Target="../media/image301.png"/><Relationship Id="rId44" Type="http://schemas.openxmlformats.org/officeDocument/2006/relationships/image" Target="../media/image348.png"/><Relationship Id="rId52" Type="http://schemas.openxmlformats.org/officeDocument/2006/relationships/image" Target="../media/image61.png"/><Relationship Id="rId4" Type="http://schemas.openxmlformats.org/officeDocument/2006/relationships/image" Target="../media/image276.png"/><Relationship Id="rId9" Type="http://schemas.openxmlformats.org/officeDocument/2006/relationships/image" Target="../media/image332.png"/><Relationship Id="rId14" Type="http://schemas.openxmlformats.org/officeDocument/2006/relationships/image" Target="../media/image336.png"/><Relationship Id="rId27" Type="http://schemas.openxmlformats.org/officeDocument/2006/relationships/image" Target="../media/image338.png"/><Relationship Id="rId30" Type="http://schemas.openxmlformats.org/officeDocument/2006/relationships/image" Target="../media/image341.png"/><Relationship Id="rId35" Type="http://schemas.openxmlformats.org/officeDocument/2006/relationships/image" Target="../media/image3200.png"/><Relationship Id="rId43" Type="http://schemas.openxmlformats.org/officeDocument/2006/relationships/image" Target="../media/image347.png"/><Relationship Id="rId48" Type="http://schemas.openxmlformats.org/officeDocument/2006/relationships/image" Target="../media/image352.png"/><Relationship Id="rId56" Type="http://schemas.openxmlformats.org/officeDocument/2006/relationships/image" Target="../media/image358.png"/><Relationship Id="rId8" Type="http://schemas.openxmlformats.org/officeDocument/2006/relationships/image" Target="../media/image331.png"/><Relationship Id="rId51" Type="http://schemas.openxmlformats.org/officeDocument/2006/relationships/image" Target="../media/image355.png"/><Relationship Id="rId3" Type="http://schemas.openxmlformats.org/officeDocument/2006/relationships/image" Target="../media/image128.png"/><Relationship Id="rId12" Type="http://schemas.openxmlformats.org/officeDocument/2006/relationships/image" Target="../media/image334.png"/><Relationship Id="rId25" Type="http://schemas.openxmlformats.org/officeDocument/2006/relationships/image" Target="../media/image3140.png"/><Relationship Id="rId38" Type="http://schemas.openxmlformats.org/officeDocument/2006/relationships/image" Target="../media/image248.png"/><Relationship Id="rId46" Type="http://schemas.openxmlformats.org/officeDocument/2006/relationships/image" Target="../media/image35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4.png"/><Relationship Id="rId18" Type="http://schemas.openxmlformats.org/officeDocument/2006/relationships/image" Target="../media/image369.png"/><Relationship Id="rId26" Type="http://schemas.openxmlformats.org/officeDocument/2006/relationships/image" Target="../media/image377.png"/><Relationship Id="rId39" Type="http://schemas.openxmlformats.org/officeDocument/2006/relationships/image" Target="../media/image390.png"/><Relationship Id="rId21" Type="http://schemas.openxmlformats.org/officeDocument/2006/relationships/image" Target="../media/image372.png"/><Relationship Id="rId34" Type="http://schemas.openxmlformats.org/officeDocument/2006/relationships/image" Target="../media/image385.png"/><Relationship Id="rId7" Type="http://schemas.openxmlformats.org/officeDocument/2006/relationships/image" Target="../media/image3230.png"/><Relationship Id="rId12" Type="http://schemas.openxmlformats.org/officeDocument/2006/relationships/image" Target="../media/image363.png"/><Relationship Id="rId17" Type="http://schemas.openxmlformats.org/officeDocument/2006/relationships/image" Target="../media/image368.png"/><Relationship Id="rId25" Type="http://schemas.openxmlformats.org/officeDocument/2006/relationships/image" Target="../media/image376.png"/><Relationship Id="rId33" Type="http://schemas.openxmlformats.org/officeDocument/2006/relationships/image" Target="../media/image384.png"/><Relationship Id="rId38" Type="http://schemas.openxmlformats.org/officeDocument/2006/relationships/image" Target="../media/image389.png"/><Relationship Id="rId2" Type="http://schemas.openxmlformats.org/officeDocument/2006/relationships/image" Target="../media/image359.png"/><Relationship Id="rId16" Type="http://schemas.openxmlformats.org/officeDocument/2006/relationships/image" Target="../media/image367.png"/><Relationship Id="rId20" Type="http://schemas.openxmlformats.org/officeDocument/2006/relationships/image" Target="../media/image371.png"/><Relationship Id="rId29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62.png"/><Relationship Id="rId24" Type="http://schemas.openxmlformats.org/officeDocument/2006/relationships/image" Target="../media/image375.png"/><Relationship Id="rId32" Type="http://schemas.openxmlformats.org/officeDocument/2006/relationships/image" Target="../media/image383.png"/><Relationship Id="rId37" Type="http://schemas.openxmlformats.org/officeDocument/2006/relationships/image" Target="../media/image388.png"/><Relationship Id="rId40" Type="http://schemas.openxmlformats.org/officeDocument/2006/relationships/image" Target="../media/image391.png"/><Relationship Id="rId15" Type="http://schemas.openxmlformats.org/officeDocument/2006/relationships/image" Target="../media/image366.png"/><Relationship Id="rId23" Type="http://schemas.openxmlformats.org/officeDocument/2006/relationships/image" Target="../media/image374.png"/><Relationship Id="rId28" Type="http://schemas.openxmlformats.org/officeDocument/2006/relationships/image" Target="../media/image379.png"/><Relationship Id="rId36" Type="http://schemas.openxmlformats.org/officeDocument/2006/relationships/image" Target="../media/image387.png"/><Relationship Id="rId10" Type="http://schemas.openxmlformats.org/officeDocument/2006/relationships/image" Target="../media/image361.png"/><Relationship Id="rId19" Type="http://schemas.openxmlformats.org/officeDocument/2006/relationships/image" Target="../media/image370.png"/><Relationship Id="rId31" Type="http://schemas.openxmlformats.org/officeDocument/2006/relationships/image" Target="../media/image382.png"/><Relationship Id="rId9" Type="http://schemas.openxmlformats.org/officeDocument/2006/relationships/image" Target="../media/image360.png"/><Relationship Id="rId14" Type="http://schemas.openxmlformats.org/officeDocument/2006/relationships/image" Target="../media/image365.png"/><Relationship Id="rId22" Type="http://schemas.openxmlformats.org/officeDocument/2006/relationships/image" Target="../media/image373.png"/><Relationship Id="rId27" Type="http://schemas.openxmlformats.org/officeDocument/2006/relationships/image" Target="../media/image378.png"/><Relationship Id="rId30" Type="http://schemas.openxmlformats.org/officeDocument/2006/relationships/image" Target="../media/image381.png"/><Relationship Id="rId35" Type="http://schemas.openxmlformats.org/officeDocument/2006/relationships/image" Target="../media/image386.png"/><Relationship Id="rId8" Type="http://schemas.openxmlformats.org/officeDocument/2006/relationships/image" Target="../media/image32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054102" y="1314954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4BB124A-110A-4C53-B209-0E63517B9C0E}"/>
              </a:ext>
            </a:extLst>
          </p:cNvPr>
          <p:cNvSpPr txBox="1">
            <a:spLocks/>
          </p:cNvSpPr>
          <p:nvPr/>
        </p:nvSpPr>
        <p:spPr>
          <a:xfrm>
            <a:off x="1054101" y="3552632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劉人瑩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鄭舜仁 教授</a:t>
            </a:r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矩形 328">
            <a:extLst>
              <a:ext uri="{FF2B5EF4-FFF2-40B4-BE49-F238E27FC236}">
                <a16:creationId xmlns:a16="http://schemas.microsoft.com/office/drawing/2014/main" id="{F124C371-D438-4495-B539-DDF7B0EB00CF}"/>
              </a:ext>
            </a:extLst>
          </p:cNvPr>
          <p:cNvSpPr/>
          <p:nvPr/>
        </p:nvSpPr>
        <p:spPr>
          <a:xfrm>
            <a:off x="5666740" y="657293"/>
            <a:ext cx="648536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Valley-mixing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6630C96-9290-44F7-B2C0-9F39E290D72C}"/>
              </a:ext>
            </a:extLst>
          </p:cNvPr>
          <p:cNvSpPr/>
          <p:nvPr/>
        </p:nvSpPr>
        <p:spPr>
          <a:xfrm>
            <a:off x="2245121" y="657293"/>
            <a:ext cx="33765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D4819A76-041C-46BD-BA25-48DA36D3B8D4}"/>
              </a:ext>
            </a:extLst>
          </p:cNvPr>
          <p:cNvSpPr/>
          <p:nvPr/>
        </p:nvSpPr>
        <p:spPr>
          <a:xfrm>
            <a:off x="2238375" y="4274043"/>
            <a:ext cx="64752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in light – vortex beam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2BD933C6-C22F-427D-A306-15D80EDBA4EA}"/>
              </a:ext>
            </a:extLst>
          </p:cNvPr>
          <p:cNvSpPr/>
          <p:nvPr/>
        </p:nvSpPr>
        <p:spPr>
          <a:xfrm>
            <a:off x="8734399" y="4274043"/>
            <a:ext cx="34480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based on exciton diffusion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0" name="群組 259">
            <a:extLst>
              <a:ext uri="{FF2B5EF4-FFF2-40B4-BE49-F238E27FC236}">
                <a16:creationId xmlns:a16="http://schemas.microsoft.com/office/drawing/2014/main" id="{2D6247C0-8C88-4825-A76B-5B322DE08D4C}"/>
              </a:ext>
            </a:extLst>
          </p:cNvPr>
          <p:cNvGrpSpPr/>
          <p:nvPr/>
        </p:nvGrpSpPr>
        <p:grpSpPr>
          <a:xfrm>
            <a:off x="10834185" y="1040812"/>
            <a:ext cx="1354567" cy="1265043"/>
            <a:chOff x="4011072" y="4660900"/>
            <a:chExt cx="1767692" cy="1650868"/>
          </a:xfrm>
        </p:grpSpPr>
        <p:grpSp>
          <p:nvGrpSpPr>
            <p:cNvPr id="261" name="群組 260">
              <a:extLst>
                <a:ext uri="{FF2B5EF4-FFF2-40B4-BE49-F238E27FC236}">
                  <a16:creationId xmlns:a16="http://schemas.microsoft.com/office/drawing/2014/main" id="{90F00F51-D0BE-46F2-9E4D-6F09B7FFEFCD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264" name="圖片 263">
                <a:extLst>
                  <a:ext uri="{FF2B5EF4-FFF2-40B4-BE49-F238E27FC236}">
                    <a16:creationId xmlns:a16="http://schemas.microsoft.com/office/drawing/2014/main" id="{6C00E4FD-56E1-4E5A-8C4B-48980BFCAC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265" name="矩形 264">
                <a:extLst>
                  <a:ext uri="{FF2B5EF4-FFF2-40B4-BE49-F238E27FC236}">
                    <a16:creationId xmlns:a16="http://schemas.microsoft.com/office/drawing/2014/main" id="{B4A5710E-E847-4340-AB54-7B790354C975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9EBE8CE7-0466-4F6E-8E4C-9194B486C937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/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6" name="群組 265">
            <a:extLst>
              <a:ext uri="{FF2B5EF4-FFF2-40B4-BE49-F238E27FC236}">
                <a16:creationId xmlns:a16="http://schemas.microsoft.com/office/drawing/2014/main" id="{F4FDE7AA-9772-4839-A0C5-9C6512AE12AB}"/>
              </a:ext>
            </a:extLst>
          </p:cNvPr>
          <p:cNvGrpSpPr/>
          <p:nvPr/>
        </p:nvGrpSpPr>
        <p:grpSpPr>
          <a:xfrm>
            <a:off x="10987624" y="2270770"/>
            <a:ext cx="1118388" cy="1259553"/>
            <a:chOff x="5728723" y="4684787"/>
            <a:chExt cx="1459479" cy="1643701"/>
          </a:xfrm>
        </p:grpSpPr>
        <p:grpSp>
          <p:nvGrpSpPr>
            <p:cNvPr id="267" name="群組 266">
              <a:extLst>
                <a:ext uri="{FF2B5EF4-FFF2-40B4-BE49-F238E27FC236}">
                  <a16:creationId xmlns:a16="http://schemas.microsoft.com/office/drawing/2014/main" id="{DD811B90-099A-4FF3-86F1-02EECC2373BC}"/>
                </a:ext>
              </a:extLst>
            </p:cNvPr>
            <p:cNvGrpSpPr/>
            <p:nvPr/>
          </p:nvGrpSpPr>
          <p:grpSpPr>
            <a:xfrm>
              <a:off x="5728723" y="4684787"/>
              <a:ext cx="1459479" cy="1643701"/>
              <a:chOff x="8488189" y="4125243"/>
              <a:chExt cx="1671339" cy="1882303"/>
            </a:xfrm>
          </p:grpSpPr>
          <p:pic>
            <p:nvPicPr>
              <p:cNvPr id="272" name="圖片 271">
                <a:extLst>
                  <a:ext uri="{FF2B5EF4-FFF2-40B4-BE49-F238E27FC236}">
                    <a16:creationId xmlns:a16="http://schemas.microsoft.com/office/drawing/2014/main" id="{94D46EA2-3B30-48E3-A483-2C0DBE41D3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8" y="4125243"/>
                <a:ext cx="1628270" cy="1882303"/>
              </a:xfrm>
              <a:prstGeom prst="rect">
                <a:avLst/>
              </a:prstGeom>
            </p:spPr>
          </p:pic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4107D165-A795-4C0E-B9F2-6A2DE2BBBAEC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10B6156E-8534-4544-B681-AC37D169C190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/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/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  <a:blipFill>
                <a:blip r:embed="rId5"/>
                <a:stretch>
                  <a:fillRect t="-4478" r="-13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E770108B-1F9A-446E-BEFF-4C7CAF503D49}"/>
              </a:ext>
            </a:extLst>
          </p:cNvPr>
          <p:cNvSpPr/>
          <p:nvPr/>
        </p:nvSpPr>
        <p:spPr>
          <a:xfrm>
            <a:off x="2219720" y="629175"/>
            <a:ext cx="3431780" cy="364843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30" name="矩形: 圓角 329">
            <a:extLst>
              <a:ext uri="{FF2B5EF4-FFF2-40B4-BE49-F238E27FC236}">
                <a16:creationId xmlns:a16="http://schemas.microsoft.com/office/drawing/2014/main" id="{3FE0CC4D-C63D-44A2-A254-E1EFBE84A830}"/>
              </a:ext>
            </a:extLst>
          </p:cNvPr>
          <p:cNvSpPr/>
          <p:nvPr/>
        </p:nvSpPr>
        <p:spPr>
          <a:xfrm>
            <a:off x="5644460" y="640825"/>
            <a:ext cx="6514521" cy="3636779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14" name="矩形: 圓角 213">
            <a:extLst>
              <a:ext uri="{FF2B5EF4-FFF2-40B4-BE49-F238E27FC236}">
                <a16:creationId xmlns:a16="http://schemas.microsoft.com/office/drawing/2014/main" id="{73780368-B941-438D-81D2-0EBDCAC798D7}"/>
              </a:ext>
            </a:extLst>
          </p:cNvPr>
          <p:cNvSpPr/>
          <p:nvPr/>
        </p:nvSpPr>
        <p:spPr>
          <a:xfrm>
            <a:off x="4133214" y="1043940"/>
            <a:ext cx="3852743" cy="2940685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23" name="文字方塊 322">
            <a:extLst>
              <a:ext uri="{FF2B5EF4-FFF2-40B4-BE49-F238E27FC236}">
                <a16:creationId xmlns:a16="http://schemas.microsoft.com/office/drawing/2014/main" id="{040F0EED-D803-4D63-AF63-41D145BBB71E}"/>
              </a:ext>
            </a:extLst>
          </p:cNvPr>
          <p:cNvSpPr txBox="1"/>
          <p:nvPr/>
        </p:nvSpPr>
        <p:spPr>
          <a:xfrm>
            <a:off x="7561592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文字方塊 323">
            <a:extLst>
              <a:ext uri="{FF2B5EF4-FFF2-40B4-BE49-F238E27FC236}">
                <a16:creationId xmlns:a16="http://schemas.microsoft.com/office/drawing/2014/main" id="{54C264EF-02A4-49F1-A64F-101EF9E20684}"/>
              </a:ext>
            </a:extLst>
          </p:cNvPr>
          <p:cNvSpPr txBox="1"/>
          <p:nvPr/>
        </p:nvSpPr>
        <p:spPr>
          <a:xfrm>
            <a:off x="7547304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文字方塊 324">
            <a:extLst>
              <a:ext uri="{FF2B5EF4-FFF2-40B4-BE49-F238E27FC236}">
                <a16:creationId xmlns:a16="http://schemas.microsoft.com/office/drawing/2014/main" id="{26295C04-719A-4800-9E18-5AC6E4EBDCE8}"/>
              </a:ext>
            </a:extLst>
          </p:cNvPr>
          <p:cNvSpPr txBox="1"/>
          <p:nvPr/>
        </p:nvSpPr>
        <p:spPr>
          <a:xfrm>
            <a:off x="7543265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3" name="圖片 192">
            <a:extLst>
              <a:ext uri="{FF2B5EF4-FFF2-40B4-BE49-F238E27FC236}">
                <a16:creationId xmlns:a16="http://schemas.microsoft.com/office/drawing/2014/main" id="{28713A33-820E-48E7-8E66-1886A55199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859346"/>
            <a:ext cx="1752600" cy="404893"/>
          </a:xfrm>
          <a:prstGeom prst="rect">
            <a:avLst/>
          </a:prstGeom>
        </p:spPr>
      </p:pic>
      <p:pic>
        <p:nvPicPr>
          <p:cNvPr id="197" name="圖片 196">
            <a:extLst>
              <a:ext uri="{FF2B5EF4-FFF2-40B4-BE49-F238E27FC236}">
                <a16:creationId xmlns:a16="http://schemas.microsoft.com/office/drawing/2014/main" id="{011976F2-F9C8-4523-ABF9-7E2DB57266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929831"/>
            <a:ext cx="1752600" cy="404893"/>
          </a:xfrm>
          <a:prstGeom prst="rect">
            <a:avLst/>
          </a:prstGeom>
        </p:spPr>
      </p:pic>
      <p:pic>
        <p:nvPicPr>
          <p:cNvPr id="226" name="圖片 225">
            <a:extLst>
              <a:ext uri="{FF2B5EF4-FFF2-40B4-BE49-F238E27FC236}">
                <a16:creationId xmlns:a16="http://schemas.microsoft.com/office/drawing/2014/main" id="{44C781F3-FE5E-491D-A112-5B277A799A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682" t="13124" r="32533"/>
          <a:stretch/>
        </p:blipFill>
        <p:spPr>
          <a:xfrm>
            <a:off x="395275" y="1591201"/>
            <a:ext cx="1541475" cy="342904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291D17B-D2CC-4599-919C-637DA1F21FA4}"/>
              </a:ext>
            </a:extLst>
          </p:cNvPr>
          <p:cNvSpPr/>
          <p:nvPr/>
        </p:nvSpPr>
        <p:spPr>
          <a:xfrm>
            <a:off x="9348857" y="2437135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C79FF862-40B6-4E27-BCEE-8B2649465CFA}"/>
              </a:ext>
            </a:extLst>
          </p:cNvPr>
          <p:cNvSpPr/>
          <p:nvPr/>
        </p:nvSpPr>
        <p:spPr>
          <a:xfrm>
            <a:off x="7095076" y="5451887"/>
            <a:ext cx="13580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9898" y="658725"/>
            <a:ext cx="2199779" cy="63094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Transition metal dichalcogenide (TMD)</a:t>
            </a:r>
            <a:endParaRPr lang="zh-TW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925B1312-E631-4EF1-B939-4EB2ABE63227}"/>
              </a:ext>
            </a:extLst>
          </p:cNvPr>
          <p:cNvSpPr/>
          <p:nvPr/>
        </p:nvSpPr>
        <p:spPr>
          <a:xfrm>
            <a:off x="9422164" y="3381062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D101FE2-98DE-445C-9666-786D16B548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553" y="4840244"/>
            <a:ext cx="3346772" cy="1552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143D1BD-A3F6-405A-A529-1BCF4B1237FC}"/>
              </a:ext>
            </a:extLst>
          </p:cNvPr>
          <p:cNvSpPr/>
          <p:nvPr/>
        </p:nvSpPr>
        <p:spPr>
          <a:xfrm>
            <a:off x="8908093" y="6394282"/>
            <a:ext cx="308500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150" dirty="0"/>
              <a:t>A. </a:t>
            </a:r>
            <a:r>
              <a:rPr lang="en-US" altLang="zh-TW" sz="1150" dirty="0" err="1"/>
              <a:t>Ciarrocchi</a:t>
            </a:r>
            <a:r>
              <a:rPr lang="en-US" altLang="zh-TW" sz="1150" dirty="0"/>
              <a:t>, F. </a:t>
            </a:r>
            <a:r>
              <a:rPr lang="en-US" altLang="zh-TW" sz="1150" dirty="0" err="1"/>
              <a:t>Tagarelli</a:t>
            </a:r>
            <a:r>
              <a:rPr lang="en-US" altLang="zh-TW" sz="1150" dirty="0"/>
              <a:t> </a:t>
            </a:r>
            <a:r>
              <a:rPr lang="en-US" altLang="zh-TW" sz="1150" i="1" dirty="0"/>
              <a:t>et al.</a:t>
            </a:r>
            <a:r>
              <a:rPr lang="en-US" altLang="zh-TW" sz="1150" dirty="0"/>
              <a:t>, </a:t>
            </a:r>
            <a:r>
              <a:rPr lang="en-US" altLang="zh-TW" sz="1150" i="1" dirty="0"/>
              <a:t>Nat. Rev. Mater.</a:t>
            </a:r>
            <a:r>
              <a:rPr lang="en-US" altLang="zh-TW" sz="1150" dirty="0"/>
              <a:t> </a:t>
            </a:r>
            <a:r>
              <a:rPr lang="en-US" altLang="zh-TW" sz="1150" b="1" dirty="0"/>
              <a:t>7</a:t>
            </a:r>
            <a:r>
              <a:rPr lang="en-US" altLang="zh-TW" sz="1150" dirty="0"/>
              <a:t>, 449 (2022)</a:t>
            </a:r>
            <a:endParaRPr lang="zh-TW" altLang="en-US" sz="1150" dirty="0"/>
          </a:p>
        </p:txBody>
      </p:sp>
      <p:pic>
        <p:nvPicPr>
          <p:cNvPr id="153" name="圖片 152">
            <a:extLst>
              <a:ext uri="{FF2B5EF4-FFF2-40B4-BE49-F238E27FC236}">
                <a16:creationId xmlns:a16="http://schemas.microsoft.com/office/drawing/2014/main" id="{B5482C72-C4E1-4D80-8FDA-40863C7E807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4199291" y="1267754"/>
            <a:ext cx="1403286" cy="694800"/>
          </a:xfrm>
          <a:prstGeom prst="rect">
            <a:avLst/>
          </a:prstGeom>
        </p:spPr>
      </p:pic>
      <p:pic>
        <p:nvPicPr>
          <p:cNvPr id="154" name="圖片 153">
            <a:extLst>
              <a:ext uri="{FF2B5EF4-FFF2-40B4-BE49-F238E27FC236}">
                <a16:creationId xmlns:a16="http://schemas.microsoft.com/office/drawing/2014/main" id="{A301B9A2-6C5B-417F-AA2C-E81B204B5EF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4199291" y="1693387"/>
            <a:ext cx="1403286" cy="694800"/>
          </a:xfrm>
          <a:prstGeom prst="rect">
            <a:avLst/>
          </a:prstGeom>
        </p:spPr>
      </p:pic>
      <p:pic>
        <p:nvPicPr>
          <p:cNvPr id="155" name="圖片 154">
            <a:extLst>
              <a:ext uri="{FF2B5EF4-FFF2-40B4-BE49-F238E27FC236}">
                <a16:creationId xmlns:a16="http://schemas.microsoft.com/office/drawing/2014/main" id="{D180B737-A8CE-4038-8BBC-12248D11004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>
            <a:off x="4340092" y="3401227"/>
            <a:ext cx="1319804" cy="693365"/>
          </a:xfrm>
          <a:prstGeom prst="rect">
            <a:avLst/>
          </a:prstGeom>
        </p:spPr>
      </p:pic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475F0CBE-FB36-4411-916A-925CAE235053}"/>
              </a:ext>
            </a:extLst>
          </p:cNvPr>
          <p:cNvCxnSpPr>
            <a:cxnSpLocks/>
          </p:cNvCxnSpPr>
          <p:nvPr/>
        </p:nvCxnSpPr>
        <p:spPr>
          <a:xfrm>
            <a:off x="4566546" y="351740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/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  <a:blipFill>
                <a:blip r:embed="rId11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4806A0C9-EDF3-4B5C-A5D9-318AEBD17835}"/>
              </a:ext>
            </a:extLst>
          </p:cNvPr>
          <p:cNvGrpSpPr/>
          <p:nvPr/>
        </p:nvGrpSpPr>
        <p:grpSpPr>
          <a:xfrm>
            <a:off x="4415936" y="3303775"/>
            <a:ext cx="309184" cy="475584"/>
            <a:chOff x="6593267" y="4678512"/>
            <a:chExt cx="309184" cy="475584"/>
          </a:xfrm>
        </p:grpSpPr>
        <p:pic>
          <p:nvPicPr>
            <p:cNvPr id="159" name="Picture 10">
              <a:extLst>
                <a:ext uri="{FF2B5EF4-FFF2-40B4-BE49-F238E27FC236}">
                  <a16:creationId xmlns:a16="http://schemas.microsoft.com/office/drawing/2014/main" id="{8FA2AFB0-4518-4D9B-AB52-A7861FBB90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EFF745E1-CAAF-4D7D-A388-EF525F5D353F}"/>
                </a:ext>
              </a:extLst>
            </p:cNvPr>
            <p:cNvSpPr/>
            <p:nvPr/>
          </p:nvSpPr>
          <p:spPr>
            <a:xfrm rot="6852784">
              <a:off x="6659203" y="503157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E3D7CA96-4A60-48F1-B502-55B96FE1A3FD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BFADB245-5A1B-4299-B437-2E42E2F3498F}"/>
              </a:ext>
            </a:extLst>
          </p:cNvPr>
          <p:cNvCxnSpPr>
            <a:cxnSpLocks/>
          </p:cNvCxnSpPr>
          <p:nvPr/>
        </p:nvCxnSpPr>
        <p:spPr>
          <a:xfrm>
            <a:off x="5268083" y="202051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C7A3574F-6912-4699-97BC-C6AAF4F87B1B}"/>
              </a:ext>
            </a:extLst>
          </p:cNvPr>
          <p:cNvGrpSpPr/>
          <p:nvPr/>
        </p:nvGrpSpPr>
        <p:grpSpPr>
          <a:xfrm>
            <a:off x="5088139" y="1623898"/>
            <a:ext cx="364460" cy="445241"/>
            <a:chOff x="7345659" y="4506377"/>
            <a:chExt cx="364460" cy="445241"/>
          </a:xfrm>
        </p:grpSpPr>
        <p:pic>
          <p:nvPicPr>
            <p:cNvPr id="164" name="Picture 10">
              <a:extLst>
                <a:ext uri="{FF2B5EF4-FFF2-40B4-BE49-F238E27FC236}">
                  <a16:creationId xmlns:a16="http://schemas.microsoft.com/office/drawing/2014/main" id="{9936AA08-0597-4B8C-9030-B863EE8136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5192014D-0092-4657-B47F-1F75E2E427E6}"/>
                </a:ext>
              </a:extLst>
            </p:cNvPr>
            <p:cNvSpPr/>
            <p:nvPr/>
          </p:nvSpPr>
          <p:spPr>
            <a:xfrm rot="7768525">
              <a:off x="7371806" y="4829097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971D942B-8E7A-4D3D-B35B-05B6D2774C17}"/>
                </a:ext>
              </a:extLst>
            </p:cNvPr>
            <p:cNvSpPr/>
            <p:nvPr/>
          </p:nvSpPr>
          <p:spPr>
            <a:xfrm rot="6739926">
              <a:off x="7532599" y="4480230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5A95ADC8-0761-4AD5-B3CC-C9AE89E6AA5F}"/>
              </a:ext>
            </a:extLst>
          </p:cNvPr>
          <p:cNvCxnSpPr>
            <a:cxnSpLocks/>
          </p:cNvCxnSpPr>
          <p:nvPr/>
        </p:nvCxnSpPr>
        <p:spPr>
          <a:xfrm flipV="1">
            <a:off x="4573550" y="199127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8" name="圖片 167">
            <a:extLst>
              <a:ext uri="{FF2B5EF4-FFF2-40B4-BE49-F238E27FC236}">
                <a16:creationId xmlns:a16="http://schemas.microsoft.com/office/drawing/2014/main" id="{FECAA739-7DFB-40BC-9E49-29219DE4DCA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6146194" y="1267754"/>
            <a:ext cx="1403286" cy="694800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693EAB6E-2D72-46DE-9A25-2616AFB6CF0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6146194" y="1693387"/>
            <a:ext cx="1403286" cy="694800"/>
          </a:xfrm>
          <a:prstGeom prst="rect">
            <a:avLst/>
          </a:prstGeom>
        </p:spPr>
      </p:pic>
      <p:pic>
        <p:nvPicPr>
          <p:cNvPr id="170" name="圖片 169">
            <a:extLst>
              <a:ext uri="{FF2B5EF4-FFF2-40B4-BE49-F238E27FC236}">
                <a16:creationId xmlns:a16="http://schemas.microsoft.com/office/drawing/2014/main" id="{B8BBB041-9E67-48E0-A806-E652E938363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rot="10800000" flipV="1">
            <a:off x="6245255" y="3399792"/>
            <a:ext cx="1403286" cy="69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/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22D820C6-F00A-4633-9492-E89A52578F55}"/>
              </a:ext>
            </a:extLst>
          </p:cNvPr>
          <p:cNvCxnSpPr>
            <a:cxnSpLocks/>
          </p:cNvCxnSpPr>
          <p:nvPr/>
        </p:nvCxnSpPr>
        <p:spPr>
          <a:xfrm>
            <a:off x="6513437" y="348692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/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  <a:blipFill>
                <a:blip r:embed="rId1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68438668-D399-4263-90F6-639EDE762A82}"/>
              </a:ext>
            </a:extLst>
          </p:cNvPr>
          <p:cNvGrpSpPr/>
          <p:nvPr/>
        </p:nvGrpSpPr>
        <p:grpSpPr>
          <a:xfrm>
            <a:off x="6362827" y="3273295"/>
            <a:ext cx="309184" cy="485108"/>
            <a:chOff x="6593267" y="4678512"/>
            <a:chExt cx="309184" cy="485108"/>
          </a:xfrm>
        </p:grpSpPr>
        <p:pic>
          <p:nvPicPr>
            <p:cNvPr id="175" name="Picture 10">
              <a:extLst>
                <a:ext uri="{FF2B5EF4-FFF2-40B4-BE49-F238E27FC236}">
                  <a16:creationId xmlns:a16="http://schemas.microsoft.com/office/drawing/2014/main" id="{0A49D40C-FC75-480C-90F0-1D5966034E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B7E4838A-4EAD-42D0-B840-39FE5269BF47}"/>
                </a:ext>
              </a:extLst>
            </p:cNvPr>
            <p:cNvSpPr/>
            <p:nvPr/>
          </p:nvSpPr>
          <p:spPr>
            <a:xfrm rot="6852784">
              <a:off x="6663965" y="504109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D8C2D84-579A-4D47-BDD1-80687F0B2D74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2CB8DCBE-82C7-4204-9464-FF20C6322FBE}"/>
              </a:ext>
            </a:extLst>
          </p:cNvPr>
          <p:cNvCxnSpPr>
            <a:cxnSpLocks/>
          </p:cNvCxnSpPr>
          <p:nvPr/>
        </p:nvCxnSpPr>
        <p:spPr>
          <a:xfrm>
            <a:off x="7214974" y="199003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BBFD1B23-7AA7-4B66-B8BA-B5D5BD69C04E}"/>
              </a:ext>
            </a:extLst>
          </p:cNvPr>
          <p:cNvGrpSpPr/>
          <p:nvPr/>
        </p:nvGrpSpPr>
        <p:grpSpPr>
          <a:xfrm>
            <a:off x="7030269" y="1593419"/>
            <a:ext cx="369221" cy="442859"/>
            <a:chOff x="7340898" y="4506378"/>
            <a:chExt cx="369221" cy="442859"/>
          </a:xfrm>
        </p:grpSpPr>
        <p:pic>
          <p:nvPicPr>
            <p:cNvPr id="182" name="Picture 10">
              <a:extLst>
                <a:ext uri="{FF2B5EF4-FFF2-40B4-BE49-F238E27FC236}">
                  <a16:creationId xmlns:a16="http://schemas.microsoft.com/office/drawing/2014/main" id="{508F8999-8ED3-4828-8802-8C11607631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5492783F-BFB7-4ABF-A46A-25BEA36E3445}"/>
                </a:ext>
              </a:extLst>
            </p:cNvPr>
            <p:cNvSpPr/>
            <p:nvPr/>
          </p:nvSpPr>
          <p:spPr>
            <a:xfrm rot="7768525">
              <a:off x="7367045" y="4826716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3D1A132-2498-4929-9B24-3F965A1A0699}"/>
                </a:ext>
              </a:extLst>
            </p:cNvPr>
            <p:cNvSpPr/>
            <p:nvPr/>
          </p:nvSpPr>
          <p:spPr>
            <a:xfrm rot="6739926">
              <a:off x="7532600" y="4480231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6" name="直線單箭頭接點 185">
            <a:extLst>
              <a:ext uri="{FF2B5EF4-FFF2-40B4-BE49-F238E27FC236}">
                <a16:creationId xmlns:a16="http://schemas.microsoft.com/office/drawing/2014/main" id="{5EDD0A74-E198-4DAA-A530-76F5C7190145}"/>
              </a:ext>
            </a:extLst>
          </p:cNvPr>
          <p:cNvCxnSpPr>
            <a:cxnSpLocks/>
          </p:cNvCxnSpPr>
          <p:nvPr/>
        </p:nvCxnSpPr>
        <p:spPr>
          <a:xfrm flipV="1">
            <a:off x="6520441" y="196079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/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/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9" name="圖片 198">
            <a:extLst>
              <a:ext uri="{FF2B5EF4-FFF2-40B4-BE49-F238E27FC236}">
                <a16:creationId xmlns:a16="http://schemas.microsoft.com/office/drawing/2014/main" id="{6D6BED6B-83A5-4BBC-BF0F-1B50236E010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088849"/>
            <a:ext cx="1752600" cy="404893"/>
          </a:xfrm>
          <a:prstGeom prst="rect">
            <a:avLst/>
          </a:prstGeom>
        </p:spPr>
      </p:pic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1E8DCB16-85A4-4D25-BE96-EBF3E79930E9}"/>
              </a:ext>
            </a:extLst>
          </p:cNvPr>
          <p:cNvCxnSpPr>
            <a:cxnSpLocks/>
          </p:cNvCxnSpPr>
          <p:nvPr/>
        </p:nvCxnSpPr>
        <p:spPr>
          <a:xfrm>
            <a:off x="8422359" y="1405672"/>
            <a:ext cx="720001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94B439FB-12E7-456F-AE29-806301A8D20E}"/>
              </a:ext>
            </a:extLst>
          </p:cNvPr>
          <p:cNvCxnSpPr>
            <a:cxnSpLocks/>
          </p:cNvCxnSpPr>
          <p:nvPr/>
        </p:nvCxnSpPr>
        <p:spPr>
          <a:xfrm flipH="1">
            <a:off x="9142359" y="1398168"/>
            <a:ext cx="720000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/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直線單箭頭接點 206">
            <a:extLst>
              <a:ext uri="{FF2B5EF4-FFF2-40B4-BE49-F238E27FC236}">
                <a16:creationId xmlns:a16="http://schemas.microsoft.com/office/drawing/2014/main" id="{D9B26AFE-4863-4E9B-95EA-5BCAC643F8E5}"/>
              </a:ext>
            </a:extLst>
          </p:cNvPr>
          <p:cNvCxnSpPr>
            <a:cxnSpLocks/>
          </p:cNvCxnSpPr>
          <p:nvPr/>
        </p:nvCxnSpPr>
        <p:spPr>
          <a:xfrm>
            <a:off x="8284394" y="3716267"/>
            <a:ext cx="176593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/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  <a:blipFill>
                <a:blip r:embed="rId18"/>
                <a:stretch>
                  <a:fillRect t="-123077" r="-22705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/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  <a:blipFill>
                <a:blip r:embed="rId19"/>
                <a:stretch>
                  <a:fillRect t="-121212" r="-22222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/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  <a:blipFill>
                <a:blip r:embed="rId20"/>
                <a:stretch>
                  <a:fillRect t="-121212" r="-1256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/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  <a:blipFill>
                <a:blip r:embed="rId21"/>
                <a:stretch>
                  <a:fillRect t="-121212" r="-1352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矩形 211">
            <a:extLst>
              <a:ext uri="{FF2B5EF4-FFF2-40B4-BE49-F238E27FC236}">
                <a16:creationId xmlns:a16="http://schemas.microsoft.com/office/drawing/2014/main" id="{C4580336-CFBA-43E1-ADF6-9E01E2F05BA1}"/>
              </a:ext>
            </a:extLst>
          </p:cNvPr>
          <p:cNvSpPr/>
          <p:nvPr/>
        </p:nvSpPr>
        <p:spPr>
          <a:xfrm>
            <a:off x="8253737" y="974825"/>
            <a:ext cx="1901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73E3394-4A80-480A-A26D-99C4A7F7F372}"/>
              </a:ext>
            </a:extLst>
          </p:cNvPr>
          <p:cNvSpPr/>
          <p:nvPr/>
        </p:nvSpPr>
        <p:spPr>
          <a:xfrm>
            <a:off x="5644460" y="4017043"/>
            <a:ext cx="64518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/>
              <a:t>D. Y. </a:t>
            </a:r>
            <a:r>
              <a:rPr lang="en-US" altLang="zh-TW" sz="1200" dirty="0" err="1"/>
              <a:t>Qiu</a:t>
            </a:r>
            <a:r>
              <a:rPr lang="en-US" altLang="zh-TW" sz="1200" dirty="0"/>
              <a:t>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Lett.</a:t>
            </a:r>
            <a:r>
              <a:rPr lang="en-US" altLang="zh-TW" sz="1200" dirty="0"/>
              <a:t> </a:t>
            </a:r>
            <a:r>
              <a:rPr lang="en-US" altLang="zh-TW" sz="1200" b="1" dirty="0"/>
              <a:t>115</a:t>
            </a:r>
            <a:r>
              <a:rPr lang="en-US" altLang="zh-TW" sz="1200" dirty="0"/>
              <a:t>, 176801 (2015) / G.-H. Peng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B</a:t>
            </a:r>
            <a:r>
              <a:rPr lang="en-US" altLang="zh-TW" sz="1200" dirty="0"/>
              <a:t> 106, 155304 (2022).</a:t>
            </a:r>
            <a:endParaRPr lang="zh-TW" altLang="en-US" sz="1200" dirty="0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83B82B9D-5F86-4EF2-AAEB-C648665DE923}"/>
              </a:ext>
            </a:extLst>
          </p:cNvPr>
          <p:cNvSpPr/>
          <p:nvPr/>
        </p:nvSpPr>
        <p:spPr>
          <a:xfrm>
            <a:off x="39898" y="6377380"/>
            <a:ext cx="2199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altLang="zh-TW" sz="1150" dirty="0"/>
              <a:t>A. Splendiani </a:t>
            </a:r>
            <a:r>
              <a:rPr lang="it-IT" altLang="zh-TW" sz="1150" i="1" dirty="0"/>
              <a:t>et al.</a:t>
            </a:r>
            <a:r>
              <a:rPr lang="it-IT" altLang="zh-TW" sz="1150" dirty="0"/>
              <a:t>, </a:t>
            </a:r>
            <a:r>
              <a:rPr lang="it-IT" altLang="zh-TW" sz="1150" i="1" dirty="0"/>
              <a:t>Nano Lett.</a:t>
            </a:r>
            <a:r>
              <a:rPr lang="it-IT" altLang="zh-TW" sz="1150" dirty="0"/>
              <a:t> </a:t>
            </a:r>
            <a:r>
              <a:rPr lang="it-IT" altLang="zh-TW" sz="1150" b="1" dirty="0"/>
              <a:t>10</a:t>
            </a:r>
            <a:r>
              <a:rPr lang="it-IT" altLang="zh-TW" sz="1150" dirty="0"/>
              <a:t>, 1271 (2010)</a:t>
            </a:r>
            <a:endParaRPr lang="zh-TW" alt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/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eV</m:t>
                    </m:r>
                  </m:oMath>
                </a14:m>
                <a:r>
                  <a:rPr lang="en-US" altLang="zh-TW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blipFill>
                <a:blip r:embed="rId39"/>
                <a:stretch>
                  <a:fillRect l="-5714" t="-9091"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19B21DFF-CF20-4073-91D7-2951F6075BDD}"/>
              </a:ext>
            </a:extLst>
          </p:cNvPr>
          <p:cNvGrpSpPr/>
          <p:nvPr/>
        </p:nvGrpSpPr>
        <p:grpSpPr>
          <a:xfrm>
            <a:off x="129162" y="5289962"/>
            <a:ext cx="2014334" cy="882194"/>
            <a:chOff x="1830684" y="2392883"/>
            <a:chExt cx="2014334" cy="88219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E69451B-A6C6-4345-8EB8-EA3420487C8D}"/>
                </a:ext>
              </a:extLst>
            </p:cNvPr>
            <p:cNvSpPr/>
            <p:nvPr/>
          </p:nvSpPr>
          <p:spPr>
            <a:xfrm>
              <a:off x="2655750" y="2649314"/>
              <a:ext cx="3642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594CB4C9-E3E1-44B9-AE29-D8CED6A6D8EC}"/>
                </a:ext>
              </a:extLst>
            </p:cNvPr>
            <p:cNvSpPr/>
            <p:nvPr/>
          </p:nvSpPr>
          <p:spPr>
            <a:xfrm>
              <a:off x="2008137" y="2392883"/>
              <a:ext cx="16594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 band gap</a:t>
              </a: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A8834724-40B8-4A32-A0B2-03E8E6BA5D51}"/>
                </a:ext>
              </a:extLst>
            </p:cNvPr>
            <p:cNvSpPr/>
            <p:nvPr/>
          </p:nvSpPr>
          <p:spPr>
            <a:xfrm>
              <a:off x="1830684" y="2905745"/>
              <a:ext cx="2014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Suitable energy gap</a:t>
              </a:r>
            </a:p>
          </p:txBody>
        </p:sp>
      </p:grpSp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25978" y="646771"/>
            <a:ext cx="2183822" cy="619691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55" name="矩形: 圓角 254">
            <a:extLst>
              <a:ext uri="{FF2B5EF4-FFF2-40B4-BE49-F238E27FC236}">
                <a16:creationId xmlns:a16="http://schemas.microsoft.com/office/drawing/2014/main" id="{8E501ED9-58E3-4B2B-83CC-9D106154D828}"/>
              </a:ext>
            </a:extLst>
          </p:cNvPr>
          <p:cNvSpPr/>
          <p:nvPr/>
        </p:nvSpPr>
        <p:spPr>
          <a:xfrm>
            <a:off x="8723496" y="4270487"/>
            <a:ext cx="3443103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7" name="矩形: 圓角 286">
            <a:extLst>
              <a:ext uri="{FF2B5EF4-FFF2-40B4-BE49-F238E27FC236}">
                <a16:creationId xmlns:a16="http://schemas.microsoft.com/office/drawing/2014/main" id="{1BE5ADA7-B99B-41CB-BE45-E993D813FE98}"/>
              </a:ext>
            </a:extLst>
          </p:cNvPr>
          <p:cNvSpPr/>
          <p:nvPr/>
        </p:nvSpPr>
        <p:spPr>
          <a:xfrm>
            <a:off x="2212976" y="4270487"/>
            <a:ext cx="6514520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9" name="箭號: 向下 288">
            <a:extLst>
              <a:ext uri="{FF2B5EF4-FFF2-40B4-BE49-F238E27FC236}">
                <a16:creationId xmlns:a16="http://schemas.microsoft.com/office/drawing/2014/main" id="{1BDD9E5D-96D4-4590-80C3-A8A74DD37F39}"/>
              </a:ext>
            </a:extLst>
          </p:cNvPr>
          <p:cNvSpPr/>
          <p:nvPr/>
        </p:nvSpPr>
        <p:spPr>
          <a:xfrm rot="10800000">
            <a:off x="7541178" y="1908519"/>
            <a:ext cx="166846" cy="300642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0" name="箭號: 向下 289">
            <a:extLst>
              <a:ext uri="{FF2B5EF4-FFF2-40B4-BE49-F238E27FC236}">
                <a16:creationId xmlns:a16="http://schemas.microsoft.com/office/drawing/2014/main" id="{09EC754C-FD9C-42E3-9EC1-DC5781250151}"/>
              </a:ext>
            </a:extLst>
          </p:cNvPr>
          <p:cNvSpPr/>
          <p:nvPr/>
        </p:nvSpPr>
        <p:spPr>
          <a:xfrm>
            <a:off x="7534822" y="1457024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1" name="箭號: 向下 290">
            <a:extLst>
              <a:ext uri="{FF2B5EF4-FFF2-40B4-BE49-F238E27FC236}">
                <a16:creationId xmlns:a16="http://schemas.microsoft.com/office/drawing/2014/main" id="{090A2D20-11EC-41DC-BB28-7BE3D9F1B491}"/>
              </a:ext>
            </a:extLst>
          </p:cNvPr>
          <p:cNvSpPr/>
          <p:nvPr/>
        </p:nvSpPr>
        <p:spPr>
          <a:xfrm>
            <a:off x="7534822" y="3595688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2" name="箭號: 向下 291">
            <a:extLst>
              <a:ext uri="{FF2B5EF4-FFF2-40B4-BE49-F238E27FC236}">
                <a16:creationId xmlns:a16="http://schemas.microsoft.com/office/drawing/2014/main" id="{3EC63AED-6CAB-45E9-A41C-A1CC6A512D42}"/>
              </a:ext>
            </a:extLst>
          </p:cNvPr>
          <p:cNvSpPr/>
          <p:nvPr/>
        </p:nvSpPr>
        <p:spPr>
          <a:xfrm>
            <a:off x="7764284" y="1947827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9" name="箭號: 向下 298">
            <a:extLst>
              <a:ext uri="{FF2B5EF4-FFF2-40B4-BE49-F238E27FC236}">
                <a16:creationId xmlns:a16="http://schemas.microsoft.com/office/drawing/2014/main" id="{D487605A-B3D5-4D25-A3BE-3540C51C54CE}"/>
              </a:ext>
            </a:extLst>
          </p:cNvPr>
          <p:cNvSpPr/>
          <p:nvPr/>
        </p:nvSpPr>
        <p:spPr>
          <a:xfrm rot="10800000">
            <a:off x="7749996" y="1571590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箭號: 向下 300">
            <a:extLst>
              <a:ext uri="{FF2B5EF4-FFF2-40B4-BE49-F238E27FC236}">
                <a16:creationId xmlns:a16="http://schemas.microsoft.com/office/drawing/2014/main" id="{40B6F95D-CCC4-4D40-97F8-33294D6F7A2D}"/>
              </a:ext>
            </a:extLst>
          </p:cNvPr>
          <p:cNvSpPr/>
          <p:nvPr/>
        </p:nvSpPr>
        <p:spPr>
          <a:xfrm rot="10800000">
            <a:off x="7745957" y="3723849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4" name="箭號: 向下 313">
            <a:extLst>
              <a:ext uri="{FF2B5EF4-FFF2-40B4-BE49-F238E27FC236}">
                <a16:creationId xmlns:a16="http://schemas.microsoft.com/office/drawing/2014/main" id="{9E68CE40-C4FD-4400-B773-1C7678367731}"/>
              </a:ext>
            </a:extLst>
          </p:cNvPr>
          <p:cNvSpPr/>
          <p:nvPr/>
        </p:nvSpPr>
        <p:spPr>
          <a:xfrm>
            <a:off x="5568887" y="1908519"/>
            <a:ext cx="166846" cy="300642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5" name="箭號: 向下 314">
            <a:extLst>
              <a:ext uri="{FF2B5EF4-FFF2-40B4-BE49-F238E27FC236}">
                <a16:creationId xmlns:a16="http://schemas.microsoft.com/office/drawing/2014/main" id="{55FFAFD8-4745-4862-90E6-F076058175CF}"/>
              </a:ext>
            </a:extLst>
          </p:cNvPr>
          <p:cNvSpPr/>
          <p:nvPr/>
        </p:nvSpPr>
        <p:spPr>
          <a:xfrm rot="10800000">
            <a:off x="5562531" y="1457024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6" name="箭號: 向下 315">
            <a:extLst>
              <a:ext uri="{FF2B5EF4-FFF2-40B4-BE49-F238E27FC236}">
                <a16:creationId xmlns:a16="http://schemas.microsoft.com/office/drawing/2014/main" id="{6A12D7E2-752C-41C6-8057-95654BCCCA58}"/>
              </a:ext>
            </a:extLst>
          </p:cNvPr>
          <p:cNvSpPr/>
          <p:nvPr/>
        </p:nvSpPr>
        <p:spPr>
          <a:xfrm rot="10800000">
            <a:off x="5562531" y="3595688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7" name="箭號: 向下 316">
            <a:extLst>
              <a:ext uri="{FF2B5EF4-FFF2-40B4-BE49-F238E27FC236}">
                <a16:creationId xmlns:a16="http://schemas.microsoft.com/office/drawing/2014/main" id="{DF06C412-B581-453F-9532-19207AC996B3}"/>
              </a:ext>
            </a:extLst>
          </p:cNvPr>
          <p:cNvSpPr/>
          <p:nvPr/>
        </p:nvSpPr>
        <p:spPr>
          <a:xfrm rot="10800000">
            <a:off x="5791993" y="1947827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8" name="文字方塊 317">
            <a:extLst>
              <a:ext uri="{FF2B5EF4-FFF2-40B4-BE49-F238E27FC236}">
                <a16:creationId xmlns:a16="http://schemas.microsoft.com/office/drawing/2014/main" id="{5BA9F36A-0CDE-413C-B3AA-76706B71777F}"/>
              </a:ext>
            </a:extLst>
          </p:cNvPr>
          <p:cNvSpPr txBox="1"/>
          <p:nvPr/>
        </p:nvSpPr>
        <p:spPr>
          <a:xfrm>
            <a:off x="5589301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箭號: 向下 318">
            <a:extLst>
              <a:ext uri="{FF2B5EF4-FFF2-40B4-BE49-F238E27FC236}">
                <a16:creationId xmlns:a16="http://schemas.microsoft.com/office/drawing/2014/main" id="{CF03BDFB-F318-42D4-8806-BE68651F0BFA}"/>
              </a:ext>
            </a:extLst>
          </p:cNvPr>
          <p:cNvSpPr/>
          <p:nvPr/>
        </p:nvSpPr>
        <p:spPr>
          <a:xfrm>
            <a:off x="5777705" y="1571590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0" name="文字方塊 319">
            <a:extLst>
              <a:ext uri="{FF2B5EF4-FFF2-40B4-BE49-F238E27FC236}">
                <a16:creationId xmlns:a16="http://schemas.microsoft.com/office/drawing/2014/main" id="{95A15259-012B-4285-9166-B72AC0434B74}"/>
              </a:ext>
            </a:extLst>
          </p:cNvPr>
          <p:cNvSpPr txBox="1"/>
          <p:nvPr/>
        </p:nvSpPr>
        <p:spPr>
          <a:xfrm>
            <a:off x="5575013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箭號: 向下 320">
            <a:extLst>
              <a:ext uri="{FF2B5EF4-FFF2-40B4-BE49-F238E27FC236}">
                <a16:creationId xmlns:a16="http://schemas.microsoft.com/office/drawing/2014/main" id="{19417A0E-E9B6-49CF-9EDB-ACB440F80DF4}"/>
              </a:ext>
            </a:extLst>
          </p:cNvPr>
          <p:cNvSpPr/>
          <p:nvPr/>
        </p:nvSpPr>
        <p:spPr>
          <a:xfrm>
            <a:off x="5773666" y="3723849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2" name="文字方塊 321">
            <a:extLst>
              <a:ext uri="{FF2B5EF4-FFF2-40B4-BE49-F238E27FC236}">
                <a16:creationId xmlns:a16="http://schemas.microsoft.com/office/drawing/2014/main" id="{9DF77F16-5581-4D02-B70A-C74CFDD41444}"/>
              </a:ext>
            </a:extLst>
          </p:cNvPr>
          <p:cNvSpPr txBox="1"/>
          <p:nvPr/>
        </p:nvSpPr>
        <p:spPr>
          <a:xfrm>
            <a:off x="5570974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B38A4199-52A5-4E08-B6E5-C93DE2DBBC01}"/>
              </a:ext>
            </a:extLst>
          </p:cNvPr>
          <p:cNvGrpSpPr/>
          <p:nvPr/>
        </p:nvGrpSpPr>
        <p:grpSpPr>
          <a:xfrm>
            <a:off x="2242962" y="1092542"/>
            <a:ext cx="1707704" cy="1022818"/>
            <a:chOff x="9717874" y="869348"/>
            <a:chExt cx="2300763" cy="1378027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28FD141A-02DD-4CC6-9F28-0FB2767FB3D5}"/>
                </a:ext>
              </a:extLst>
            </p:cNvPr>
            <p:cNvSpPr/>
            <p:nvPr/>
          </p:nvSpPr>
          <p:spPr>
            <a:xfrm>
              <a:off x="11257241" y="1033905"/>
              <a:ext cx="264653" cy="217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50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64AF0C29-42F9-4497-A7F5-7EED5B4C08E5}"/>
                </a:ext>
              </a:extLst>
            </p:cNvPr>
            <p:cNvSpPr/>
            <p:nvPr/>
          </p:nvSpPr>
          <p:spPr>
            <a:xfrm>
              <a:off x="11449967" y="1013067"/>
              <a:ext cx="279276" cy="30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  <p:grpSp>
          <p:nvGrpSpPr>
            <p:cNvPr id="192" name="群組 191">
              <a:extLst>
                <a:ext uri="{FF2B5EF4-FFF2-40B4-BE49-F238E27FC236}">
                  <a16:creationId xmlns:a16="http://schemas.microsoft.com/office/drawing/2014/main" id="{B11682DB-25D4-40AD-9967-6CBB53A8F77D}"/>
                </a:ext>
              </a:extLst>
            </p:cNvPr>
            <p:cNvGrpSpPr/>
            <p:nvPr/>
          </p:nvGrpSpPr>
          <p:grpSpPr>
            <a:xfrm>
              <a:off x="9717874" y="869348"/>
              <a:ext cx="2300763" cy="1378027"/>
              <a:chOff x="7625750" y="0"/>
              <a:chExt cx="4305899" cy="2479218"/>
            </a:xfrm>
          </p:grpSpPr>
          <p:pic>
            <p:nvPicPr>
              <p:cNvPr id="194" name="Picture 2" descr="Figure 1">
                <a:extLst>
                  <a:ext uri="{FF2B5EF4-FFF2-40B4-BE49-F238E27FC236}">
                    <a16:creationId xmlns:a16="http://schemas.microsoft.com/office/drawing/2014/main" id="{26734820-CE8C-415A-895C-EF114168E0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b="63849"/>
              <a:stretch/>
            </p:blipFill>
            <p:spPr bwMode="auto">
              <a:xfrm>
                <a:off x="7625750" y="0"/>
                <a:ext cx="4305899" cy="2479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15EA6BB3-07A5-49C3-B071-1E676FB34B62}"/>
                  </a:ext>
                </a:extLst>
              </p:cNvPr>
              <p:cNvSpPr/>
              <p:nvPr/>
            </p:nvSpPr>
            <p:spPr>
              <a:xfrm>
                <a:off x="7905750" y="38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 dirty="0"/>
              </a:p>
            </p:txBody>
          </p:sp>
        </p:grpSp>
      </p:grpSp>
      <p:grpSp>
        <p:nvGrpSpPr>
          <p:cNvPr id="196" name="群組 195">
            <a:extLst>
              <a:ext uri="{FF2B5EF4-FFF2-40B4-BE49-F238E27FC236}">
                <a16:creationId xmlns:a16="http://schemas.microsoft.com/office/drawing/2014/main" id="{F8A4875A-68DB-41B1-82CE-C2BD036CD219}"/>
              </a:ext>
            </a:extLst>
          </p:cNvPr>
          <p:cNvGrpSpPr/>
          <p:nvPr/>
        </p:nvGrpSpPr>
        <p:grpSpPr>
          <a:xfrm>
            <a:off x="2273914" y="2292427"/>
            <a:ext cx="1690090" cy="1042540"/>
            <a:chOff x="8006750" y="2624308"/>
            <a:chExt cx="4305899" cy="2656114"/>
          </a:xfrm>
        </p:grpSpPr>
        <p:pic>
          <p:nvPicPr>
            <p:cNvPr id="198" name="Picture 2" descr="Figure 1">
              <a:extLst>
                <a:ext uri="{FF2B5EF4-FFF2-40B4-BE49-F238E27FC236}">
                  <a16:creationId xmlns:a16="http://schemas.microsoft.com/office/drawing/2014/main" id="{D780F88E-E972-4D6E-860F-1281177E85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38266" b="23003"/>
            <a:stretch/>
          </p:blipFill>
          <p:spPr bwMode="auto">
            <a:xfrm>
              <a:off x="8006750" y="2624308"/>
              <a:ext cx="4305899" cy="2656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13FEF973-7E5D-4511-BEB0-4E156BCCF2F0}"/>
                </a:ext>
              </a:extLst>
            </p:cNvPr>
            <p:cNvSpPr/>
            <p:nvPr/>
          </p:nvSpPr>
          <p:spPr>
            <a:xfrm>
              <a:off x="8194754" y="2924175"/>
              <a:ext cx="495300" cy="390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6" name="矩形 205">
            <a:extLst>
              <a:ext uri="{FF2B5EF4-FFF2-40B4-BE49-F238E27FC236}">
                <a16:creationId xmlns:a16="http://schemas.microsoft.com/office/drawing/2014/main" id="{105EEBEF-640D-4473-B2F9-B5BA1BF7ADFF}"/>
              </a:ext>
            </a:extLst>
          </p:cNvPr>
          <p:cNvSpPr/>
          <p:nvPr/>
        </p:nvSpPr>
        <p:spPr>
          <a:xfrm>
            <a:off x="2219720" y="4017043"/>
            <a:ext cx="3103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altLang="zh-TW" sz="1200" dirty="0"/>
              <a:t>L. M. Schneider </a:t>
            </a:r>
            <a:r>
              <a:rPr lang="da-DK" altLang="zh-TW" sz="1200" i="1" dirty="0"/>
              <a:t>et al.</a:t>
            </a:r>
            <a:r>
              <a:rPr lang="da-DK" altLang="zh-TW" sz="1200" dirty="0"/>
              <a:t>, </a:t>
            </a:r>
            <a:r>
              <a:rPr lang="da-DK" altLang="zh-TW" sz="1200" i="1" dirty="0"/>
              <a:t>Sci. Rep.</a:t>
            </a:r>
            <a:r>
              <a:rPr lang="da-DK" altLang="zh-TW" sz="1200" dirty="0"/>
              <a:t> </a:t>
            </a:r>
            <a:r>
              <a:rPr lang="da-DK" altLang="zh-TW" sz="1200" b="1" dirty="0"/>
              <a:t>10</a:t>
            </a:r>
            <a:r>
              <a:rPr lang="da-DK" altLang="zh-TW" sz="1200" dirty="0"/>
              <a:t>, 8091 (2020)</a:t>
            </a:r>
            <a:endParaRPr lang="zh-TW" altLang="en-US" sz="12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56AACD2-749A-4CC8-A7A9-42DD270AECA6}"/>
              </a:ext>
            </a:extLst>
          </p:cNvPr>
          <p:cNvGrpSpPr/>
          <p:nvPr/>
        </p:nvGrpSpPr>
        <p:grpSpPr>
          <a:xfrm>
            <a:off x="2300221" y="3387605"/>
            <a:ext cx="1690090" cy="597938"/>
            <a:chOff x="4793261" y="-747191"/>
            <a:chExt cx="1690090" cy="597938"/>
          </a:xfrm>
        </p:grpSpPr>
        <p:pic>
          <p:nvPicPr>
            <p:cNvPr id="216" name="Picture 2" descr="Figure 1">
              <a:extLst>
                <a:ext uri="{FF2B5EF4-FFF2-40B4-BE49-F238E27FC236}">
                  <a16:creationId xmlns:a16="http://schemas.microsoft.com/office/drawing/2014/main" id="{74949B47-1F77-4489-956C-A62F949879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77787"/>
            <a:stretch/>
          </p:blipFill>
          <p:spPr bwMode="auto">
            <a:xfrm>
              <a:off x="4793261" y="-747191"/>
              <a:ext cx="1690090" cy="597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5C06637C-751C-44BE-9DEF-D59D425D5272}"/>
                </a:ext>
              </a:extLst>
            </p:cNvPr>
            <p:cNvSpPr/>
            <p:nvPr/>
          </p:nvSpPr>
          <p:spPr>
            <a:xfrm>
              <a:off x="4856215" y="-701556"/>
              <a:ext cx="194408" cy="153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4271ED77-CDC0-43CC-90F0-44BE8DF53C32}"/>
              </a:ext>
            </a:extLst>
          </p:cNvPr>
          <p:cNvSpPr txBox="1"/>
          <p:nvPr/>
        </p:nvSpPr>
        <p:spPr>
          <a:xfrm>
            <a:off x="1880753" y="2401643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文字方塊 204">
            <a:extLst>
              <a:ext uri="{FF2B5EF4-FFF2-40B4-BE49-F238E27FC236}">
                <a16:creationId xmlns:a16="http://schemas.microsoft.com/office/drawing/2014/main" id="{391EAA94-2566-41B9-8B92-F6FFA5A11078}"/>
              </a:ext>
            </a:extLst>
          </p:cNvPr>
          <p:cNvSpPr txBox="1"/>
          <p:nvPr/>
        </p:nvSpPr>
        <p:spPr>
          <a:xfrm>
            <a:off x="1880753" y="1163491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2CB43497-241B-4BAF-B5D4-0AB610E914E6}"/>
              </a:ext>
            </a:extLst>
          </p:cNvPr>
          <p:cNvSpPr txBox="1"/>
          <p:nvPr/>
        </p:nvSpPr>
        <p:spPr>
          <a:xfrm>
            <a:off x="1880753" y="3378540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AB8AFC91-55A1-4E3F-ACC9-E7AC94F2998E}"/>
              </a:ext>
            </a:extLst>
          </p:cNvPr>
          <p:cNvSpPr/>
          <p:nvPr/>
        </p:nvSpPr>
        <p:spPr>
          <a:xfrm>
            <a:off x="5159791" y="955775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41DEDDC-7EED-47D6-A45C-4E3666A678E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14600" y="4655026"/>
            <a:ext cx="4267200" cy="2005501"/>
          </a:xfrm>
          <a:prstGeom prst="rect">
            <a:avLst/>
          </a:prstGeom>
        </p:spPr>
      </p:pic>
      <p:sp>
        <p:nvSpPr>
          <p:cNvPr id="225" name="矩形 224">
            <a:extLst>
              <a:ext uri="{FF2B5EF4-FFF2-40B4-BE49-F238E27FC236}">
                <a16:creationId xmlns:a16="http://schemas.microsoft.com/office/drawing/2014/main" id="{C2EC845D-3E55-4DE6-A2B2-A124DB3E5FEB}"/>
              </a:ext>
            </a:extLst>
          </p:cNvPr>
          <p:cNvSpPr/>
          <p:nvPr/>
        </p:nvSpPr>
        <p:spPr>
          <a:xfrm>
            <a:off x="2366478" y="6583086"/>
            <a:ext cx="42310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altLang="zh-TW" sz="1200" dirty="0"/>
              <a:t>C. Rosales-Guzmán, B. Ndagano </a:t>
            </a:r>
            <a:r>
              <a:rPr lang="es-ES" altLang="zh-TW" sz="1200" i="1" dirty="0"/>
              <a:t>et al.</a:t>
            </a:r>
            <a:r>
              <a:rPr lang="es-ES" altLang="zh-TW" sz="1200" dirty="0"/>
              <a:t>, </a:t>
            </a:r>
            <a:r>
              <a:rPr lang="es-ES" altLang="zh-TW" sz="1200" i="1" dirty="0"/>
              <a:t>J. Opt.</a:t>
            </a:r>
            <a:r>
              <a:rPr lang="es-ES" altLang="zh-TW" sz="1200" dirty="0"/>
              <a:t> </a:t>
            </a:r>
            <a:r>
              <a:rPr lang="es-ES" altLang="zh-TW" sz="1200" b="1" dirty="0"/>
              <a:t>20</a:t>
            </a:r>
            <a:r>
              <a:rPr lang="es-ES" altLang="zh-TW" sz="1200" dirty="0"/>
              <a:t>, 123001 (2018)</a:t>
            </a:r>
            <a:endParaRPr lang="zh-TW" altLang="en-US" sz="1150" dirty="0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7FD1C53C-6169-4296-BD76-DB021FFEB7A9}"/>
              </a:ext>
            </a:extLst>
          </p:cNvPr>
          <p:cNvSpPr/>
          <p:nvPr/>
        </p:nvSpPr>
        <p:spPr>
          <a:xfrm>
            <a:off x="6909405" y="4828863"/>
            <a:ext cx="1736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of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7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60CD0DA-3742-4354-9A9A-791FEE9D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2" y="5642814"/>
            <a:ext cx="3363714" cy="657098"/>
          </a:xfrm>
          <a:prstGeom prst="rect">
            <a:avLst/>
          </a:prstGeom>
        </p:spPr>
      </p:pic>
      <p:sp>
        <p:nvSpPr>
          <p:cNvPr id="113" name="矩形 112">
            <a:extLst>
              <a:ext uri="{FF2B5EF4-FFF2-40B4-BE49-F238E27FC236}">
                <a16:creationId xmlns:a16="http://schemas.microsoft.com/office/drawing/2014/main" id="{82F86EB1-3FBB-41A9-9FE7-F1441D501BE2}"/>
              </a:ext>
            </a:extLst>
          </p:cNvPr>
          <p:cNvSpPr/>
          <p:nvPr/>
        </p:nvSpPr>
        <p:spPr>
          <a:xfrm>
            <a:off x="29953" y="3285442"/>
            <a:ext cx="441822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in nonparaxial fields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077CF3-D232-4DC3-ABFE-A8B912F75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022" y="3619022"/>
            <a:ext cx="2230341" cy="322945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1EA7765-40AC-4200-87FB-DEB9FC2B1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868" y="3609976"/>
            <a:ext cx="2319963" cy="3238499"/>
          </a:xfrm>
          <a:prstGeom prst="rect">
            <a:avLst/>
          </a:prstGeom>
        </p:spPr>
      </p:pic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5772150" y="638175"/>
            <a:ext cx="6379952" cy="2619958"/>
          </a:xfrm>
          <a:prstGeom prst="roundRect">
            <a:avLst>
              <a:gd name="adj" fmla="val 982"/>
            </a:avLst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C4EA283-A7E9-46AC-A825-6C9F1BA36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500" y="2096932"/>
            <a:ext cx="1098650" cy="1103468"/>
          </a:xfrm>
          <a:prstGeom prst="rect">
            <a:avLst/>
          </a:prstGeom>
        </p:spPr>
      </p:pic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8100" y="658725"/>
            <a:ext cx="385623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(SOI) in paraxial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D67594E8-D79C-4A2C-878B-25BE77E8419D}"/>
              </a:ext>
            </a:extLst>
          </p:cNvPr>
          <p:cNvGrpSpPr/>
          <p:nvPr/>
        </p:nvGrpSpPr>
        <p:grpSpPr>
          <a:xfrm rot="3736100">
            <a:off x="3606973" y="1259820"/>
            <a:ext cx="1615465" cy="1339222"/>
            <a:chOff x="1150620" y="2040672"/>
            <a:chExt cx="2887980" cy="2394139"/>
          </a:xfrm>
        </p:grpSpPr>
        <p:pic>
          <p:nvPicPr>
            <p:cNvPr id="124" name="圖片 123">
              <a:extLst>
                <a:ext uri="{FF2B5EF4-FFF2-40B4-BE49-F238E27FC236}">
                  <a16:creationId xmlns:a16="http://schemas.microsoft.com/office/drawing/2014/main" id="{72165A53-00E2-436B-8E6F-5388E56ADD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3D49F98-8AAF-453A-A07F-5F1170D66235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770E5A7-5D2B-4846-ABFF-5E66A871338A}"/>
              </a:ext>
            </a:extLst>
          </p:cNvPr>
          <p:cNvGrpSpPr/>
          <p:nvPr/>
        </p:nvGrpSpPr>
        <p:grpSpPr>
          <a:xfrm>
            <a:off x="4161386" y="1024911"/>
            <a:ext cx="644540" cy="463864"/>
            <a:chOff x="2854654" y="1882492"/>
            <a:chExt cx="798184" cy="574440"/>
          </a:xfrm>
        </p:grpSpPr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2071BE1B-39B9-4248-9278-B0C596AB0856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EDCB4EA-288B-4976-A16B-C0202ECD589B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9" name="等腰三角形 128">
              <a:extLst>
                <a:ext uri="{FF2B5EF4-FFF2-40B4-BE49-F238E27FC236}">
                  <a16:creationId xmlns:a16="http://schemas.microsoft.com/office/drawing/2014/main" id="{B7B07447-410A-429D-8D68-9B6F5DB40A7D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30" name="等腰三角形 129">
            <a:extLst>
              <a:ext uri="{FF2B5EF4-FFF2-40B4-BE49-F238E27FC236}">
                <a16:creationId xmlns:a16="http://schemas.microsoft.com/office/drawing/2014/main" id="{7C762AC5-DAD3-41F2-A2C6-77806D290761}"/>
              </a:ext>
            </a:extLst>
          </p:cNvPr>
          <p:cNvSpPr/>
          <p:nvPr/>
        </p:nvSpPr>
        <p:spPr>
          <a:xfrm rot="10800000">
            <a:off x="4369790" y="2711964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/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 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  <a:blipFill>
                <a:blip r:embed="rId7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6" name="圖片 295">
            <a:extLst>
              <a:ext uri="{FF2B5EF4-FFF2-40B4-BE49-F238E27FC236}">
                <a16:creationId xmlns:a16="http://schemas.microsoft.com/office/drawing/2014/main" id="{EC0E69F0-DDF3-4947-8DE2-496B937A3C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1713" y="1022464"/>
            <a:ext cx="1080000" cy="1074179"/>
          </a:xfrm>
          <a:prstGeom prst="rect">
            <a:avLst/>
          </a:prstGeom>
        </p:spPr>
      </p:pic>
      <p:sp>
        <p:nvSpPr>
          <p:cNvPr id="297" name="矩形 296">
            <a:extLst>
              <a:ext uri="{FF2B5EF4-FFF2-40B4-BE49-F238E27FC236}">
                <a16:creationId xmlns:a16="http://schemas.microsoft.com/office/drawing/2014/main" id="{CE50A66E-A13F-4D9C-A501-C83B10328376}"/>
              </a:ext>
            </a:extLst>
          </p:cNvPr>
          <p:cNvSpPr/>
          <p:nvPr/>
        </p:nvSpPr>
        <p:spPr>
          <a:xfrm>
            <a:off x="9147282" y="97921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/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0" name="圖片 299">
            <a:extLst>
              <a:ext uri="{FF2B5EF4-FFF2-40B4-BE49-F238E27FC236}">
                <a16:creationId xmlns:a16="http://schemas.microsoft.com/office/drawing/2014/main" id="{E1D4C9B4-AA97-49F2-BBA7-1EAF97713B30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9424" y="1045737"/>
            <a:ext cx="355014" cy="1034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/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矩形 302">
            <a:extLst>
              <a:ext uri="{FF2B5EF4-FFF2-40B4-BE49-F238E27FC236}">
                <a16:creationId xmlns:a16="http://schemas.microsoft.com/office/drawing/2014/main" id="{84143A28-21AF-4865-8AF9-75BCD9D00AC0}"/>
              </a:ext>
            </a:extLst>
          </p:cNvPr>
          <p:cNvSpPr/>
          <p:nvPr/>
        </p:nvSpPr>
        <p:spPr>
          <a:xfrm>
            <a:off x="8294485" y="2226842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4" name="圖片 303">
            <a:extLst>
              <a:ext uri="{FF2B5EF4-FFF2-40B4-BE49-F238E27FC236}">
                <a16:creationId xmlns:a16="http://schemas.microsoft.com/office/drawing/2014/main" id="{5557099D-D11C-49A8-9040-BA29147FF11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8" t="14804" r="72956" b="15871"/>
          <a:stretch/>
        </p:blipFill>
        <p:spPr>
          <a:xfrm>
            <a:off x="7776951" y="2108517"/>
            <a:ext cx="1080000" cy="108251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807E926-5C77-4D34-AB33-8696C42020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45774" y="2138729"/>
            <a:ext cx="345309" cy="1036947"/>
          </a:xfrm>
          <a:prstGeom prst="rect">
            <a:avLst/>
          </a:prstGeom>
        </p:spPr>
      </p:pic>
      <p:sp>
        <p:nvSpPr>
          <p:cNvPr id="307" name="矩形 306">
            <a:extLst>
              <a:ext uri="{FF2B5EF4-FFF2-40B4-BE49-F238E27FC236}">
                <a16:creationId xmlns:a16="http://schemas.microsoft.com/office/drawing/2014/main" id="{E0431FA5-88BB-4DD5-9265-653FF2DB7D58}"/>
              </a:ext>
            </a:extLst>
          </p:cNvPr>
          <p:cNvSpPr/>
          <p:nvPr/>
        </p:nvSpPr>
        <p:spPr>
          <a:xfrm>
            <a:off x="8821296" y="180414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/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/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矩形 310">
            <a:extLst>
              <a:ext uri="{FF2B5EF4-FFF2-40B4-BE49-F238E27FC236}">
                <a16:creationId xmlns:a16="http://schemas.microsoft.com/office/drawing/2014/main" id="{03F4B7B0-3AFC-4391-9DF2-4E8A603DC308}"/>
              </a:ext>
            </a:extLst>
          </p:cNvPr>
          <p:cNvSpPr/>
          <p:nvPr/>
        </p:nvSpPr>
        <p:spPr>
          <a:xfrm>
            <a:off x="5772314" y="1391004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/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矩形 312">
            <a:extLst>
              <a:ext uri="{FF2B5EF4-FFF2-40B4-BE49-F238E27FC236}">
                <a16:creationId xmlns:a16="http://schemas.microsoft.com/office/drawing/2014/main" id="{DB4EA193-166E-438D-9C91-6DC766E62F4F}"/>
              </a:ext>
            </a:extLst>
          </p:cNvPr>
          <p:cNvSpPr/>
          <p:nvPr/>
        </p:nvSpPr>
        <p:spPr>
          <a:xfrm>
            <a:off x="7084698" y="635975"/>
            <a:ext cx="2284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8" name="Picture 14">
            <a:extLst>
              <a:ext uri="{FF2B5EF4-FFF2-40B4-BE49-F238E27FC236}">
                <a16:creationId xmlns:a16="http://schemas.microsoft.com/office/drawing/2014/main" id="{7B4C4E7A-002F-4E01-9068-9CEA745EEB24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18981" t="23491"/>
          <a:stretch/>
        </p:blipFill>
        <p:spPr>
          <a:xfrm>
            <a:off x="44236" y="1110952"/>
            <a:ext cx="2333401" cy="2087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/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矩形 333">
            <a:extLst>
              <a:ext uri="{FF2B5EF4-FFF2-40B4-BE49-F238E27FC236}">
                <a16:creationId xmlns:a16="http://schemas.microsoft.com/office/drawing/2014/main" id="{CF0EC618-C2D8-4257-8674-8740C7FF9F5D}"/>
              </a:ext>
            </a:extLst>
          </p:cNvPr>
          <p:cNvSpPr/>
          <p:nvPr/>
        </p:nvSpPr>
        <p:spPr>
          <a:xfrm>
            <a:off x="9627174" y="635975"/>
            <a:ext cx="2449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650A709-4469-40CA-A133-579E1E06F6AD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38901" y="1050924"/>
            <a:ext cx="353022" cy="103071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9B0FD56-8FE3-4C3F-B36B-0CC5AE6AA1B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41825" y="1019173"/>
            <a:ext cx="1080000" cy="1077470"/>
          </a:xfrm>
          <a:prstGeom prst="rect">
            <a:avLst/>
          </a:prstGeom>
        </p:spPr>
      </p:pic>
      <p:grpSp>
        <p:nvGrpSpPr>
          <p:cNvPr id="339" name="群組 338">
            <a:extLst>
              <a:ext uri="{FF2B5EF4-FFF2-40B4-BE49-F238E27FC236}">
                <a16:creationId xmlns:a16="http://schemas.microsoft.com/office/drawing/2014/main" id="{C79A81FE-28E7-4EAB-847A-25E16DDB2D1E}"/>
              </a:ext>
            </a:extLst>
          </p:cNvPr>
          <p:cNvGrpSpPr/>
          <p:nvPr/>
        </p:nvGrpSpPr>
        <p:grpSpPr>
          <a:xfrm>
            <a:off x="8148636" y="1258051"/>
            <a:ext cx="464058" cy="439502"/>
            <a:chOff x="7670116" y="5451184"/>
            <a:chExt cx="464058" cy="439502"/>
          </a:xfrm>
        </p:grpSpPr>
        <p:grpSp>
          <p:nvGrpSpPr>
            <p:cNvPr id="340" name="群組 339">
              <a:extLst>
                <a:ext uri="{FF2B5EF4-FFF2-40B4-BE49-F238E27FC236}">
                  <a16:creationId xmlns:a16="http://schemas.microsoft.com/office/drawing/2014/main" id="{249728AC-5996-400F-BAB4-21D8EB63900C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43" name="箭號: 向右 342">
                <a:extLst>
                  <a:ext uri="{FF2B5EF4-FFF2-40B4-BE49-F238E27FC236}">
                    <a16:creationId xmlns:a16="http://schemas.microsoft.com/office/drawing/2014/main" id="{715BBA81-94D7-4D2C-8C85-8FEFED23488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箭號: 向右 343">
                <a:extLst>
                  <a:ext uri="{FF2B5EF4-FFF2-40B4-BE49-F238E27FC236}">
                    <a16:creationId xmlns:a16="http://schemas.microsoft.com/office/drawing/2014/main" id="{EB34C623-B0E9-42DF-BEFD-F71080D6839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/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1" name="矩形 350">
            <a:extLst>
              <a:ext uri="{FF2B5EF4-FFF2-40B4-BE49-F238E27FC236}">
                <a16:creationId xmlns:a16="http://schemas.microsoft.com/office/drawing/2014/main" id="{25699D13-F3F6-46A8-A1AA-CFA8FEF0B75B}"/>
              </a:ext>
            </a:extLst>
          </p:cNvPr>
          <p:cNvSpPr/>
          <p:nvPr/>
        </p:nvSpPr>
        <p:spPr>
          <a:xfrm>
            <a:off x="11705263" y="98409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54F44FFF-3952-4144-BB07-7F3C70F8AD8B}"/>
              </a:ext>
            </a:extLst>
          </p:cNvPr>
          <p:cNvSpPr/>
          <p:nvPr/>
        </p:nvSpPr>
        <p:spPr>
          <a:xfrm>
            <a:off x="11379277" y="180902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/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矩形 353">
            <a:extLst>
              <a:ext uri="{FF2B5EF4-FFF2-40B4-BE49-F238E27FC236}">
                <a16:creationId xmlns:a16="http://schemas.microsoft.com/office/drawing/2014/main" id="{3F35B7A8-7FFA-4D03-9B42-F525ED5ABB42}"/>
              </a:ext>
            </a:extLst>
          </p:cNvPr>
          <p:cNvSpPr/>
          <p:nvPr/>
        </p:nvSpPr>
        <p:spPr>
          <a:xfrm>
            <a:off x="5983911" y="2499130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C37A590-F40D-46F5-8538-9704B09834C2}"/>
              </a:ext>
            </a:extLst>
          </p:cNvPr>
          <p:cNvSpPr/>
          <p:nvPr/>
        </p:nvSpPr>
        <p:spPr>
          <a:xfrm>
            <a:off x="4458014" y="3285442"/>
            <a:ext cx="457190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 with SOI in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: 圓角 144">
            <a:extLst>
              <a:ext uri="{FF2B5EF4-FFF2-40B4-BE49-F238E27FC236}">
                <a16:creationId xmlns:a16="http://schemas.microsoft.com/office/drawing/2014/main" id="{02C1A2E0-8994-45ED-86CE-C82009614E6A}"/>
              </a:ext>
            </a:extLst>
          </p:cNvPr>
          <p:cNvSpPr/>
          <p:nvPr/>
        </p:nvSpPr>
        <p:spPr>
          <a:xfrm>
            <a:off x="4458014" y="3268980"/>
            <a:ext cx="7702696" cy="3579494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5CF7648A-5AED-4B72-AB07-7125C182841C}"/>
              </a:ext>
            </a:extLst>
          </p:cNvPr>
          <p:cNvSpPr/>
          <p:nvPr/>
        </p:nvSpPr>
        <p:spPr>
          <a:xfrm>
            <a:off x="8800202" y="3263272"/>
            <a:ext cx="3371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r>
              <a:rPr lang="en-US" altLang="zh-TW" sz="1200" dirty="0"/>
              <a:t>.</a:t>
            </a:r>
            <a:endParaRPr lang="zh-TW" altLang="en-US" sz="1200" dirty="0"/>
          </a:p>
        </p:txBody>
      </p:sp>
      <p:sp>
        <p:nvSpPr>
          <p:cNvPr id="18" name="箭號: 弧形右彎 17">
            <a:extLst>
              <a:ext uri="{FF2B5EF4-FFF2-40B4-BE49-F238E27FC236}">
                <a16:creationId xmlns:a16="http://schemas.microsoft.com/office/drawing/2014/main" id="{57B15BE3-6FA7-418A-9A7D-CA7FEC85BB21}"/>
              </a:ext>
            </a:extLst>
          </p:cNvPr>
          <p:cNvSpPr/>
          <p:nvPr/>
        </p:nvSpPr>
        <p:spPr>
          <a:xfrm rot="16802995" flipH="1">
            <a:off x="8723684" y="3410371"/>
            <a:ext cx="626916" cy="3500638"/>
          </a:xfrm>
          <a:prstGeom prst="curvedRightArrow">
            <a:avLst>
              <a:gd name="adj1" fmla="val 44859"/>
              <a:gd name="adj2" fmla="val 106961"/>
              <a:gd name="adj3" fmla="val 25000"/>
            </a:avLst>
          </a:prstGeom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A987E62-136C-473A-9AB7-535D3C389876}"/>
              </a:ext>
            </a:extLst>
          </p:cNvPr>
          <p:cNvGrpSpPr/>
          <p:nvPr/>
        </p:nvGrpSpPr>
        <p:grpSpPr>
          <a:xfrm>
            <a:off x="9226128" y="3883145"/>
            <a:ext cx="3089844" cy="2848606"/>
            <a:chOff x="4787478" y="3883145"/>
            <a:chExt cx="3089844" cy="2848606"/>
          </a:xfrm>
        </p:grpSpPr>
        <p:pic>
          <p:nvPicPr>
            <p:cNvPr id="244" name="圖片 243">
              <a:extLst>
                <a:ext uri="{FF2B5EF4-FFF2-40B4-BE49-F238E27FC236}">
                  <a16:creationId xmlns:a16="http://schemas.microsoft.com/office/drawing/2014/main" id="{6DEECE00-1559-46FE-8E03-07666A1DF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r="51781"/>
            <a:stretch/>
          </p:blipFill>
          <p:spPr>
            <a:xfrm rot="10800000">
              <a:off x="5096485" y="5554156"/>
              <a:ext cx="1847144" cy="426734"/>
            </a:xfrm>
            <a:prstGeom prst="rect">
              <a:avLst/>
            </a:prstGeom>
          </p:spPr>
        </p:pic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334B6EE3-9F71-4ABE-B3BA-4230F88A0B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r="51781"/>
            <a:stretch/>
          </p:blipFill>
          <p:spPr>
            <a:xfrm rot="10800000">
              <a:off x="5096485" y="5628443"/>
              <a:ext cx="1847144" cy="426734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7E00EC65-6E9B-44A8-9841-0FBE0A899F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r="51781"/>
            <a:stretch/>
          </p:blipFill>
          <p:spPr>
            <a:xfrm rot="10800000">
              <a:off x="5096485" y="4742096"/>
              <a:ext cx="1847144" cy="426734"/>
            </a:xfrm>
            <a:prstGeom prst="rect">
              <a:avLst/>
            </a:prstGeom>
          </p:spPr>
        </p:pic>
        <p:cxnSp>
          <p:nvCxnSpPr>
            <p:cNvPr id="248" name="直線接點 247">
              <a:extLst>
                <a:ext uri="{FF2B5EF4-FFF2-40B4-BE49-F238E27FC236}">
                  <a16:creationId xmlns:a16="http://schemas.microsoft.com/office/drawing/2014/main" id="{AFFCEA05-4E94-4A3F-8A53-C363DD4298DB}"/>
                </a:ext>
              </a:extLst>
            </p:cNvPr>
            <p:cNvCxnSpPr>
              <a:cxnSpLocks/>
            </p:cNvCxnSpPr>
            <p:nvPr/>
          </p:nvCxnSpPr>
          <p:spPr>
            <a:xfrm>
              <a:off x="5262196" y="4022067"/>
              <a:ext cx="758842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直線接點 248">
              <a:extLst>
                <a:ext uri="{FF2B5EF4-FFF2-40B4-BE49-F238E27FC236}">
                  <a16:creationId xmlns:a16="http://schemas.microsoft.com/office/drawing/2014/main" id="{C28EDCFB-54AD-4C37-9548-46B3BE94E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1037" y="4014158"/>
              <a:ext cx="758841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/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  <a:blipFill>
                  <a:blip r:embed="rId27"/>
                  <a:stretch>
                    <a:fillRect l="-2817" b="-172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直線單箭頭接點 250">
              <a:extLst>
                <a:ext uri="{FF2B5EF4-FFF2-40B4-BE49-F238E27FC236}">
                  <a16:creationId xmlns:a16="http://schemas.microsoft.com/office/drawing/2014/main" id="{2CD69822-7D22-4EF9-818A-08FA85FE6C36}"/>
                </a:ext>
              </a:extLst>
            </p:cNvPr>
            <p:cNvCxnSpPr>
              <a:cxnSpLocks/>
            </p:cNvCxnSpPr>
            <p:nvPr/>
          </p:nvCxnSpPr>
          <p:spPr>
            <a:xfrm>
              <a:off x="5116788" y="6457302"/>
              <a:ext cx="1861199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/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  <a:blipFill>
                  <a:blip r:embed="rId28"/>
                  <a:stretch>
                    <a:fillRect t="-115942" r="-18807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/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  <a:blipFill>
                  <a:blip r:embed="rId29"/>
                  <a:stretch>
                    <a:fillRect t="-115942" r="-9633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/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  <a:blipFill>
                  <a:blip r:embed="rId30"/>
                  <a:stretch>
                    <a:fillRect t="-115942" r="-18721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直線接點 267">
              <a:extLst>
                <a:ext uri="{FF2B5EF4-FFF2-40B4-BE49-F238E27FC236}">
                  <a16:creationId xmlns:a16="http://schemas.microsoft.com/office/drawing/2014/main" id="{1217DD00-BBB7-40E8-AECF-F75222098C88}"/>
                </a:ext>
              </a:extLst>
            </p:cNvPr>
            <p:cNvCxnSpPr>
              <a:cxnSpLocks/>
            </p:cNvCxnSpPr>
            <p:nvPr/>
          </p:nvCxnSpPr>
          <p:spPr>
            <a:xfrm>
              <a:off x="6024878" y="5162281"/>
              <a:ext cx="0" cy="129038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/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  <a:blipFill>
                  <a:blip r:embed="rId31"/>
                  <a:stretch>
                    <a:fillRect l="-1639" r="-4098" b="-245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橢圓 272">
              <a:extLst>
                <a:ext uri="{FF2B5EF4-FFF2-40B4-BE49-F238E27FC236}">
                  <a16:creationId xmlns:a16="http://schemas.microsoft.com/office/drawing/2014/main" id="{54DAD997-EC4E-4BB3-97A7-7525F062392D}"/>
                </a:ext>
              </a:extLst>
            </p:cNvPr>
            <p:cNvSpPr/>
            <p:nvPr/>
          </p:nvSpPr>
          <p:spPr>
            <a:xfrm>
              <a:off x="6613403" y="5726080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4" name="橢圓 273">
              <a:extLst>
                <a:ext uri="{FF2B5EF4-FFF2-40B4-BE49-F238E27FC236}">
                  <a16:creationId xmlns:a16="http://schemas.microsoft.com/office/drawing/2014/main" id="{2ABAD0CA-839F-4536-BB92-B9A7BA0B6A27}"/>
                </a:ext>
              </a:extLst>
            </p:cNvPr>
            <p:cNvSpPr/>
            <p:nvPr/>
          </p:nvSpPr>
          <p:spPr>
            <a:xfrm>
              <a:off x="6532440" y="57856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5" name="橢圓 274">
              <a:extLst>
                <a:ext uri="{FF2B5EF4-FFF2-40B4-BE49-F238E27FC236}">
                  <a16:creationId xmlns:a16="http://schemas.microsoft.com/office/drawing/2014/main" id="{3AE689D3-444A-47FE-AA3B-54E0329370D7}"/>
                </a:ext>
              </a:extLst>
            </p:cNvPr>
            <p:cNvSpPr/>
            <p:nvPr/>
          </p:nvSpPr>
          <p:spPr>
            <a:xfrm>
              <a:off x="6734933" y="5713317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6" name="橢圓 275">
              <a:extLst>
                <a:ext uri="{FF2B5EF4-FFF2-40B4-BE49-F238E27FC236}">
                  <a16:creationId xmlns:a16="http://schemas.microsoft.com/office/drawing/2014/main" id="{6E11A6DA-9D05-448C-B5C7-13EF823A0236}"/>
                </a:ext>
              </a:extLst>
            </p:cNvPr>
            <p:cNvSpPr/>
            <p:nvPr/>
          </p:nvSpPr>
          <p:spPr>
            <a:xfrm>
              <a:off x="6434983" y="5822942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7" name="橢圓 276">
              <a:extLst>
                <a:ext uri="{FF2B5EF4-FFF2-40B4-BE49-F238E27FC236}">
                  <a16:creationId xmlns:a16="http://schemas.microsoft.com/office/drawing/2014/main" id="{ADBBA74A-1A17-42BA-9606-46FF99E25A18}"/>
                </a:ext>
              </a:extLst>
            </p:cNvPr>
            <p:cNvSpPr/>
            <p:nvPr/>
          </p:nvSpPr>
          <p:spPr>
            <a:xfrm>
              <a:off x="6847402" y="5697043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ACE7E499-3D44-4348-9EAA-6AEE5D16C5C5}"/>
                </a:ext>
              </a:extLst>
            </p:cNvPr>
            <p:cNvSpPr/>
            <p:nvPr/>
          </p:nvSpPr>
          <p:spPr>
            <a:xfrm>
              <a:off x="6379903" y="5863628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762D438F-8B68-4771-B23E-EEE290E77ABC}"/>
                </a:ext>
              </a:extLst>
            </p:cNvPr>
            <p:cNvSpPr/>
            <p:nvPr/>
          </p:nvSpPr>
          <p:spPr>
            <a:xfrm>
              <a:off x="5200528" y="5726873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0" name="橢圓 279">
              <a:extLst>
                <a:ext uri="{FF2B5EF4-FFF2-40B4-BE49-F238E27FC236}">
                  <a16:creationId xmlns:a16="http://schemas.microsoft.com/office/drawing/2014/main" id="{505A7BE3-1E24-462D-B6FC-8E999C458DBE}"/>
                </a:ext>
              </a:extLst>
            </p:cNvPr>
            <p:cNvSpPr/>
            <p:nvPr/>
          </p:nvSpPr>
          <p:spPr>
            <a:xfrm>
              <a:off x="5321971" y="5786403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2" name="橢圓 281">
              <a:extLst>
                <a:ext uri="{FF2B5EF4-FFF2-40B4-BE49-F238E27FC236}">
                  <a16:creationId xmlns:a16="http://schemas.microsoft.com/office/drawing/2014/main" id="{F709D0AD-E101-44BA-9943-002000ACF21C}"/>
                </a:ext>
              </a:extLst>
            </p:cNvPr>
            <p:cNvSpPr/>
            <p:nvPr/>
          </p:nvSpPr>
          <p:spPr>
            <a:xfrm>
              <a:off x="5141083" y="57141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5" name="橢圓 284">
              <a:extLst>
                <a:ext uri="{FF2B5EF4-FFF2-40B4-BE49-F238E27FC236}">
                  <a16:creationId xmlns:a16="http://schemas.microsoft.com/office/drawing/2014/main" id="{927311C5-013C-4A23-9430-B81EA3BE5021}"/>
                </a:ext>
              </a:extLst>
            </p:cNvPr>
            <p:cNvSpPr/>
            <p:nvPr/>
          </p:nvSpPr>
          <p:spPr>
            <a:xfrm>
              <a:off x="5407871" y="5823735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3" name="橢圓 292">
              <a:extLst>
                <a:ext uri="{FF2B5EF4-FFF2-40B4-BE49-F238E27FC236}">
                  <a16:creationId xmlns:a16="http://schemas.microsoft.com/office/drawing/2014/main" id="{5F2CCAFD-015C-4A12-AEE8-1A92B7343314}"/>
                </a:ext>
              </a:extLst>
            </p:cNvPr>
            <p:cNvSpPr/>
            <p:nvPr/>
          </p:nvSpPr>
          <p:spPr>
            <a:xfrm>
              <a:off x="5060671" y="5697836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4" name="橢圓 293">
              <a:extLst>
                <a:ext uri="{FF2B5EF4-FFF2-40B4-BE49-F238E27FC236}">
                  <a16:creationId xmlns:a16="http://schemas.microsoft.com/office/drawing/2014/main" id="{108FA83C-486E-45A5-98CA-1CCC8887FE57}"/>
                </a:ext>
              </a:extLst>
            </p:cNvPr>
            <p:cNvSpPr/>
            <p:nvPr/>
          </p:nvSpPr>
          <p:spPr>
            <a:xfrm>
              <a:off x="5505190" y="5864421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/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121212" r="-13043" b="-18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/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+ℓ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  <a:blipFill>
                <a:blip r:embed="rId3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矩形 326">
            <a:extLst>
              <a:ext uri="{FF2B5EF4-FFF2-40B4-BE49-F238E27FC236}">
                <a16:creationId xmlns:a16="http://schemas.microsoft.com/office/drawing/2014/main" id="{5B6462BA-84CB-4458-B574-38C6648B5277}"/>
              </a:ext>
            </a:extLst>
          </p:cNvPr>
          <p:cNvSpPr/>
          <p:nvPr/>
        </p:nvSpPr>
        <p:spPr>
          <a:xfrm>
            <a:off x="918579" y="2770179"/>
            <a:ext cx="22134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altLang="zh-TW" sz="1200" dirty="0"/>
              <a:t>F. Cardano &amp; L. Marrucci, </a:t>
            </a:r>
            <a:r>
              <a:rPr lang="it-IT" altLang="zh-TW" sz="1200" i="1" dirty="0"/>
              <a:t>Nat. Photonics</a:t>
            </a:r>
            <a:r>
              <a:rPr lang="it-IT" altLang="zh-TW" sz="1200" dirty="0"/>
              <a:t> 15, 72 (2021).</a:t>
            </a:r>
            <a:endParaRPr lang="zh-TW" altLang="en-US" sz="1200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460E89BB-6FD4-4407-8884-4AE524B7B1B0}"/>
              </a:ext>
            </a:extLst>
          </p:cNvPr>
          <p:cNvGrpSpPr/>
          <p:nvPr/>
        </p:nvGrpSpPr>
        <p:grpSpPr>
          <a:xfrm>
            <a:off x="8156575" y="2333197"/>
            <a:ext cx="445005" cy="447440"/>
            <a:chOff x="7480300" y="2333197"/>
            <a:chExt cx="445005" cy="447440"/>
          </a:xfrm>
        </p:grpSpPr>
        <p:grpSp>
          <p:nvGrpSpPr>
            <p:cNvPr id="346" name="群組 345">
              <a:extLst>
                <a:ext uri="{FF2B5EF4-FFF2-40B4-BE49-F238E27FC236}">
                  <a16:creationId xmlns:a16="http://schemas.microsoft.com/office/drawing/2014/main" id="{E2B8B10A-8B14-4E6C-A1AE-82A602A0BC30}"/>
                </a:ext>
              </a:extLst>
            </p:cNvPr>
            <p:cNvGrpSpPr/>
            <p:nvPr/>
          </p:nvGrpSpPr>
          <p:grpSpPr>
            <a:xfrm>
              <a:off x="7627318" y="2570180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349" name="箭號: 向右 348">
                <a:extLst>
                  <a:ext uri="{FF2B5EF4-FFF2-40B4-BE49-F238E27FC236}">
                    <a16:creationId xmlns:a16="http://schemas.microsoft.com/office/drawing/2014/main" id="{6118ED02-E6A6-48F9-84E9-74E323BF35A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350" name="箭號: 向右 349">
                <a:extLst>
                  <a:ext uri="{FF2B5EF4-FFF2-40B4-BE49-F238E27FC236}">
                    <a16:creationId xmlns:a16="http://schemas.microsoft.com/office/drawing/2014/main" id="{6BE32966-B0F7-45C4-82E8-E328E946E1B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/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/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1" name="矩形 360">
            <a:extLst>
              <a:ext uri="{FF2B5EF4-FFF2-40B4-BE49-F238E27FC236}">
                <a16:creationId xmlns:a16="http://schemas.microsoft.com/office/drawing/2014/main" id="{F78DCE4B-17AC-47BA-8666-B2D8E062608F}"/>
              </a:ext>
            </a:extLst>
          </p:cNvPr>
          <p:cNvSpPr/>
          <p:nvPr/>
        </p:nvSpPr>
        <p:spPr>
          <a:xfrm>
            <a:off x="2043111" y="2129495"/>
            <a:ext cx="1079911" cy="338554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C53E132F-1F1F-4E07-96A8-23A269A672A9}"/>
              </a:ext>
            </a:extLst>
          </p:cNvPr>
          <p:cNvSpPr/>
          <p:nvPr/>
        </p:nvSpPr>
        <p:spPr>
          <a:xfrm>
            <a:off x="563514" y="1458935"/>
            <a:ext cx="1247457" cy="338554"/>
          </a:xfrm>
          <a:prstGeom prst="rect">
            <a:avLst/>
          </a:prstGeom>
          <a:solidFill>
            <a:schemeClr val="bg1">
              <a:alpha val="69804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矩形: 圓角 362">
            <a:extLst>
              <a:ext uri="{FF2B5EF4-FFF2-40B4-BE49-F238E27FC236}">
                <a16:creationId xmlns:a16="http://schemas.microsoft.com/office/drawing/2014/main" id="{C8173C68-5201-40DD-A92A-CDF1BFC6F090}"/>
              </a:ext>
            </a:extLst>
          </p:cNvPr>
          <p:cNvSpPr/>
          <p:nvPr/>
        </p:nvSpPr>
        <p:spPr>
          <a:xfrm>
            <a:off x="25977" y="638175"/>
            <a:ext cx="12126125" cy="2619958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/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/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blipFill>
                <a:blip r:embed="rId37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5" name="群組 364">
            <a:extLst>
              <a:ext uri="{FF2B5EF4-FFF2-40B4-BE49-F238E27FC236}">
                <a16:creationId xmlns:a16="http://schemas.microsoft.com/office/drawing/2014/main" id="{92EAC5FD-6515-475C-A215-23B2F4B44E66}"/>
              </a:ext>
            </a:extLst>
          </p:cNvPr>
          <p:cNvGrpSpPr/>
          <p:nvPr/>
        </p:nvGrpSpPr>
        <p:grpSpPr>
          <a:xfrm>
            <a:off x="10707795" y="1259915"/>
            <a:ext cx="464058" cy="437915"/>
            <a:chOff x="7670116" y="5452771"/>
            <a:chExt cx="464058" cy="437915"/>
          </a:xfrm>
        </p:grpSpPr>
        <p:grpSp>
          <p:nvGrpSpPr>
            <p:cNvPr id="366" name="群組 365">
              <a:extLst>
                <a:ext uri="{FF2B5EF4-FFF2-40B4-BE49-F238E27FC236}">
                  <a16:creationId xmlns:a16="http://schemas.microsoft.com/office/drawing/2014/main" id="{8DE4783F-763E-4E45-90EB-3A6AFBA78D22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69" name="箭號: 向右 368">
                <a:extLst>
                  <a:ext uri="{FF2B5EF4-FFF2-40B4-BE49-F238E27FC236}">
                    <a16:creationId xmlns:a16="http://schemas.microsoft.com/office/drawing/2014/main" id="{CCFB4458-4371-4316-9D8D-8CF56CC7E86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箭號: 向右 369">
                <a:extLst>
                  <a:ext uri="{FF2B5EF4-FFF2-40B4-BE49-F238E27FC236}">
                    <a16:creationId xmlns:a16="http://schemas.microsoft.com/office/drawing/2014/main" id="{3FFC33AB-21D0-4349-BF68-AF6F3AFE9A2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/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9" name="Picture 39">
            <a:extLst>
              <a:ext uri="{FF2B5EF4-FFF2-40B4-BE49-F238E27FC236}">
                <a16:creationId xmlns:a16="http://schemas.microsoft.com/office/drawing/2014/main" id="{C7CBFF4D-BF89-43D9-9AFD-403E1ED312E4}"/>
              </a:ext>
            </a:extLst>
          </p:cNvPr>
          <p:cNvPicPr>
            <a:picLocks noChangeAspect="1"/>
          </p:cNvPicPr>
          <p:nvPr/>
        </p:nvPicPr>
        <p:blipFill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065" y="3941629"/>
            <a:ext cx="2086360" cy="1478008"/>
          </a:xfrm>
          <a:prstGeom prst="rect">
            <a:avLst/>
          </a:prstGeom>
        </p:spPr>
      </p:pic>
      <p:sp>
        <p:nvSpPr>
          <p:cNvPr id="110" name="TextBox 61">
            <a:extLst>
              <a:ext uri="{FF2B5EF4-FFF2-40B4-BE49-F238E27FC236}">
                <a16:creationId xmlns:a16="http://schemas.microsoft.com/office/drawing/2014/main" id="{0566CFDA-3D1D-4104-BD0A-99871FE36720}"/>
              </a:ext>
            </a:extLst>
          </p:cNvPr>
          <p:cNvSpPr txBox="1"/>
          <p:nvPr/>
        </p:nvSpPr>
        <p:spPr>
          <a:xfrm>
            <a:off x="18651" y="6410558"/>
            <a:ext cx="43814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100" dirty="0"/>
              <a:t>K. Y. </a:t>
            </a:r>
            <a:r>
              <a:rPr lang="en-US" altLang="zh-TW" sz="1100" dirty="0" err="1"/>
              <a:t>Bliokh</a:t>
            </a:r>
            <a:r>
              <a:rPr lang="en-US" altLang="zh-TW" sz="1100" dirty="0"/>
              <a:t>, F. J. Rodríguez-</a:t>
            </a:r>
            <a:r>
              <a:rPr lang="en-US" altLang="zh-TW" sz="1100" dirty="0" err="1"/>
              <a:t>Fortuño</a:t>
            </a:r>
            <a:r>
              <a:rPr lang="en-US" altLang="zh-TW" sz="1100" dirty="0"/>
              <a:t> </a:t>
            </a:r>
            <a:r>
              <a:rPr lang="en-US" altLang="zh-TW" sz="1100" i="1" dirty="0"/>
              <a:t>et al.</a:t>
            </a:r>
            <a:r>
              <a:rPr lang="en-US" altLang="zh-TW" sz="1100" dirty="0"/>
              <a:t>, </a:t>
            </a:r>
            <a:r>
              <a:rPr lang="en-US" altLang="zh-TW" sz="1100" i="1" dirty="0"/>
              <a:t>Nat. Photonics</a:t>
            </a:r>
            <a:r>
              <a:rPr lang="en-US" altLang="zh-TW" sz="1100" dirty="0"/>
              <a:t> </a:t>
            </a:r>
            <a:r>
              <a:rPr lang="en-US" altLang="zh-TW" sz="1100" b="1" dirty="0"/>
              <a:t>9</a:t>
            </a:r>
            <a:r>
              <a:rPr lang="en-US" altLang="zh-TW" sz="1100" dirty="0"/>
              <a:t>, 796–808 (2015)</a:t>
            </a:r>
            <a:endParaRPr lang="en-US" sz="1100" dirty="0"/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EAFD26C6-B2BF-4650-B231-BDCEC88B26E3}"/>
              </a:ext>
            </a:extLst>
          </p:cNvPr>
          <p:cNvSpPr/>
          <p:nvPr/>
        </p:nvSpPr>
        <p:spPr>
          <a:xfrm>
            <a:off x="25977" y="3296073"/>
            <a:ext cx="4433162" cy="3552401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6DB60B-FB93-426C-8552-52C326487792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386617" y="3895725"/>
            <a:ext cx="1857314" cy="155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9DF72C3-F8A7-4781-A687-449ABFB4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 (VVB) : SOI beyond single beams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407813A-BCD8-4483-A0ED-D8B25F1E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 (VVB) : SOI beyond single beams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Optical transitions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66110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圖片 125">
            <a:extLst>
              <a:ext uri="{FF2B5EF4-FFF2-40B4-BE49-F238E27FC236}">
                <a16:creationId xmlns:a16="http://schemas.microsoft.com/office/drawing/2014/main" id="{CC6E4764-130A-44AF-9A9F-DEAD7E2C9F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3030"/>
          <a:stretch/>
        </p:blipFill>
        <p:spPr>
          <a:xfrm>
            <a:off x="10280650" y="5143500"/>
            <a:ext cx="1350110" cy="1328020"/>
          </a:xfrm>
          <a:prstGeom prst="rect">
            <a:avLst/>
          </a:prstGeom>
        </p:spPr>
      </p:pic>
      <p:pic>
        <p:nvPicPr>
          <p:cNvPr id="127" name="圖片 126">
            <a:extLst>
              <a:ext uri="{FF2B5EF4-FFF2-40B4-BE49-F238E27FC236}">
                <a16:creationId xmlns:a16="http://schemas.microsoft.com/office/drawing/2014/main" id="{393CC138-E2C4-46DC-B1D5-5A2AC523BC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2438" r="20562"/>
          <a:stretch/>
        </p:blipFill>
        <p:spPr>
          <a:xfrm>
            <a:off x="8975725" y="5143500"/>
            <a:ext cx="1352550" cy="1328020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C12F0E3F-9C9B-4ACA-A337-7897344365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1487" r="40914"/>
          <a:stretch/>
        </p:blipFill>
        <p:spPr>
          <a:xfrm>
            <a:off x="7655095" y="5143500"/>
            <a:ext cx="1400175" cy="1328020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7872FC3C-3CA3-4954-922A-1B858B9E1F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3176"/>
          <a:stretch/>
        </p:blipFill>
        <p:spPr>
          <a:xfrm>
            <a:off x="4999644" y="5143500"/>
            <a:ext cx="1338444" cy="1328020"/>
          </a:xfrm>
          <a:prstGeom prst="rect">
            <a:avLst/>
          </a:prstGeom>
        </p:spPr>
      </p:pic>
      <p:pic>
        <p:nvPicPr>
          <p:cNvPr id="130" name="圖片 129">
            <a:extLst>
              <a:ext uri="{FF2B5EF4-FFF2-40B4-BE49-F238E27FC236}">
                <a16:creationId xmlns:a16="http://schemas.microsoft.com/office/drawing/2014/main" id="{6F102EAB-361F-4C92-BA29-D120950DB8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415" r="62105"/>
          <a:stretch/>
        </p:blipFill>
        <p:spPr>
          <a:xfrm>
            <a:off x="6308557" y="5143500"/>
            <a:ext cx="1390651" cy="1328020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445CE427-D84F-42FE-B84F-B99BB9C551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11655593" y="5127624"/>
            <a:ext cx="328404" cy="1303165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6B84A696-88B3-46A6-83CD-07F1AB9A78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1766355" y="4985720"/>
            <a:ext cx="1395945" cy="161883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DA6C0CAC-CB7E-445B-84D3-2AE4EE552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4" y="3394909"/>
            <a:ext cx="1281600" cy="1278126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Scalar vortex beams in angular spectrum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17" name="內容版面配置區 2">
            <a:extLst>
              <a:ext uri="{FF2B5EF4-FFF2-40B4-BE49-F238E27FC236}">
                <a16:creationId xmlns:a16="http://schemas.microsoft.com/office/drawing/2014/main" id="{21D2C499-82A7-45F1-AC21-A2535DD4E6AF}"/>
              </a:ext>
            </a:extLst>
          </p:cNvPr>
          <p:cNvSpPr txBox="1">
            <a:spLocks/>
          </p:cNvSpPr>
          <p:nvPr/>
        </p:nvSpPr>
        <p:spPr>
          <a:xfrm>
            <a:off x="3608186" y="634439"/>
            <a:ext cx="452642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potential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in Coulomb gauge :</a:t>
            </a: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/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   </m:t>
                    </m:r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∥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 136">
            <a:extLst>
              <a:ext uri="{FF2B5EF4-FFF2-40B4-BE49-F238E27FC236}">
                <a16:creationId xmlns:a16="http://schemas.microsoft.com/office/drawing/2014/main" id="{0960B7D2-D461-4BB8-AC50-187464D5AA1D}"/>
              </a:ext>
            </a:extLst>
          </p:cNvPr>
          <p:cNvSpPr/>
          <p:nvPr/>
        </p:nvSpPr>
        <p:spPr>
          <a:xfrm>
            <a:off x="4241070" y="2522643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D495884-0415-488B-8236-9316225A5F83}"/>
              </a:ext>
            </a:extLst>
          </p:cNvPr>
          <p:cNvSpPr/>
          <p:nvPr/>
        </p:nvSpPr>
        <p:spPr>
          <a:xfrm>
            <a:off x="4241070" y="3090788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/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func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6649B590-68DB-450D-8D46-4724AFE3FEE6}"/>
              </a:ext>
            </a:extLst>
          </p:cNvPr>
          <p:cNvGrpSpPr/>
          <p:nvPr/>
        </p:nvGrpSpPr>
        <p:grpSpPr>
          <a:xfrm rot="3522876">
            <a:off x="159699" y="1094509"/>
            <a:ext cx="1759735" cy="1648285"/>
            <a:chOff x="4069451" y="1334145"/>
            <a:chExt cx="1759735" cy="1648285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44C9D1A6-D239-47A2-AFF6-0C28F2A37AF6}"/>
                </a:ext>
              </a:extLst>
            </p:cNvPr>
            <p:cNvGrpSpPr/>
            <p:nvPr/>
          </p:nvGrpSpPr>
          <p:grpSpPr>
            <a:xfrm rot="3736100">
              <a:off x="4291763" y="1445007"/>
              <a:ext cx="1648285" cy="1426561"/>
              <a:chOff x="-1656412" y="-509601"/>
              <a:chExt cx="2946654" cy="2550275"/>
            </a:xfrm>
          </p:grpSpPr>
          <p:pic>
            <p:nvPicPr>
              <p:cNvPr id="222" name="圖片 221">
                <a:extLst>
                  <a:ext uri="{FF2B5EF4-FFF2-40B4-BE49-F238E27FC236}">
                    <a16:creationId xmlns:a16="http://schemas.microsoft.com/office/drawing/2014/main" id="{298A3430-D459-43D1-AB8A-3A9BCDA97E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763" r="50005" b="50711"/>
              <a:stretch/>
            </p:blipFill>
            <p:spPr>
              <a:xfrm flipV="1">
                <a:off x="-1656412" y="-509601"/>
                <a:ext cx="2825351" cy="2550275"/>
              </a:xfrm>
              <a:prstGeom prst="rect">
                <a:avLst/>
              </a:prstGeom>
            </p:spPr>
          </p:pic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B816B507-5DD2-4B5B-BFAB-27BF7CC67F5E}"/>
                  </a:ext>
                </a:extLst>
              </p:cNvPr>
              <p:cNvSpPr/>
              <p:nvPr/>
            </p:nvSpPr>
            <p:spPr>
              <a:xfrm>
                <a:off x="1076883" y="1736384"/>
                <a:ext cx="213359" cy="23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683444DE-21C5-43DA-AE6F-BE7F482DBC08}"/>
                </a:ext>
              </a:extLst>
            </p:cNvPr>
            <p:cNvSpPr/>
            <p:nvPr/>
          </p:nvSpPr>
          <p:spPr>
            <a:xfrm rot="5400000">
              <a:off x="4105965" y="1674829"/>
              <a:ext cx="205769" cy="278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82A13E00-1318-48D6-AAF2-B01B134911B9}"/>
              </a:ext>
            </a:extLst>
          </p:cNvPr>
          <p:cNvGrpSpPr/>
          <p:nvPr/>
        </p:nvGrpSpPr>
        <p:grpSpPr>
          <a:xfrm>
            <a:off x="826476" y="1139139"/>
            <a:ext cx="644540" cy="463864"/>
            <a:chOff x="2854654" y="1882492"/>
            <a:chExt cx="798184" cy="574440"/>
          </a:xfrm>
        </p:grpSpPr>
        <p:sp>
          <p:nvSpPr>
            <p:cNvPr id="226" name="橢圓 225">
              <a:extLst>
                <a:ext uri="{FF2B5EF4-FFF2-40B4-BE49-F238E27FC236}">
                  <a16:creationId xmlns:a16="http://schemas.microsoft.com/office/drawing/2014/main" id="{3AB76099-8734-478E-A7D4-3D9A0D3EBD63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5EDFCBE5-9729-4909-AF81-7CA23E54316C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8" name="等腰三角形 227">
              <a:extLst>
                <a:ext uri="{FF2B5EF4-FFF2-40B4-BE49-F238E27FC236}">
                  <a16:creationId xmlns:a16="http://schemas.microsoft.com/office/drawing/2014/main" id="{2BF31E4D-81D7-4C4D-AB9C-94A3EE5EB632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29" name="等腰三角形 228">
            <a:extLst>
              <a:ext uri="{FF2B5EF4-FFF2-40B4-BE49-F238E27FC236}">
                <a16:creationId xmlns:a16="http://schemas.microsoft.com/office/drawing/2014/main" id="{149EBE34-36C8-4033-B5C2-F7F10B0773FF}"/>
              </a:ext>
            </a:extLst>
          </p:cNvPr>
          <p:cNvSpPr/>
          <p:nvPr/>
        </p:nvSpPr>
        <p:spPr>
          <a:xfrm rot="10800000">
            <a:off x="1024814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33996798-923A-4CC8-8BF1-0AE58E297103}"/>
              </a:ext>
            </a:extLst>
          </p:cNvPr>
          <p:cNvSpPr/>
          <p:nvPr/>
        </p:nvSpPr>
        <p:spPr>
          <a:xfrm>
            <a:off x="445063" y="725401"/>
            <a:ext cx="1243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wave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1" name="群組 240">
            <a:extLst>
              <a:ext uri="{FF2B5EF4-FFF2-40B4-BE49-F238E27FC236}">
                <a16:creationId xmlns:a16="http://schemas.microsoft.com/office/drawing/2014/main" id="{788692C3-B72A-45E3-9BB6-DB029F9CDF5A}"/>
              </a:ext>
            </a:extLst>
          </p:cNvPr>
          <p:cNvGrpSpPr/>
          <p:nvPr/>
        </p:nvGrpSpPr>
        <p:grpSpPr>
          <a:xfrm rot="3736100">
            <a:off x="1635481" y="1374049"/>
            <a:ext cx="1615465" cy="1339222"/>
            <a:chOff x="1150620" y="2040672"/>
            <a:chExt cx="2887980" cy="2394139"/>
          </a:xfrm>
        </p:grpSpPr>
        <p:pic>
          <p:nvPicPr>
            <p:cNvPr id="242" name="圖片 241">
              <a:extLst>
                <a:ext uri="{FF2B5EF4-FFF2-40B4-BE49-F238E27FC236}">
                  <a16:creationId xmlns:a16="http://schemas.microsoft.com/office/drawing/2014/main" id="{8787B5F5-4430-412D-BD14-6704016A1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03E91374-CA25-42EE-8477-A084581F1114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9907475E-7691-4A01-9ECE-24087C8B6B1E}"/>
              </a:ext>
            </a:extLst>
          </p:cNvPr>
          <p:cNvGrpSpPr/>
          <p:nvPr/>
        </p:nvGrpSpPr>
        <p:grpSpPr>
          <a:xfrm>
            <a:off x="2189894" y="1139140"/>
            <a:ext cx="644540" cy="463864"/>
            <a:chOff x="2854654" y="1882492"/>
            <a:chExt cx="798184" cy="574440"/>
          </a:xfrm>
        </p:grpSpPr>
        <p:sp>
          <p:nvSpPr>
            <p:cNvPr id="245" name="橢圓 244">
              <a:extLst>
                <a:ext uri="{FF2B5EF4-FFF2-40B4-BE49-F238E27FC236}">
                  <a16:creationId xmlns:a16="http://schemas.microsoft.com/office/drawing/2014/main" id="{7248A384-8B27-484B-82B6-1B62A93F5AA4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39464AD7-5DFF-47EC-AAC3-620679771048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7" name="等腰三角形 246">
              <a:extLst>
                <a:ext uri="{FF2B5EF4-FFF2-40B4-BE49-F238E27FC236}">
                  <a16:creationId xmlns:a16="http://schemas.microsoft.com/office/drawing/2014/main" id="{A80FBE64-7CB4-4B9F-92E7-2BEADE098198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48" name="等腰三角形 247">
            <a:extLst>
              <a:ext uri="{FF2B5EF4-FFF2-40B4-BE49-F238E27FC236}">
                <a16:creationId xmlns:a16="http://schemas.microsoft.com/office/drawing/2014/main" id="{4561DA19-0728-4B41-BC6E-338573FC5143}"/>
              </a:ext>
            </a:extLst>
          </p:cNvPr>
          <p:cNvSpPr/>
          <p:nvPr/>
        </p:nvSpPr>
        <p:spPr>
          <a:xfrm rot="10800000">
            <a:off x="2410997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/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,ℓ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/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  <a:blipFill>
                <a:blip r:embed="rId11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/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blipFill>
                <a:blip r:embed="rId12"/>
                <a:stretch>
                  <a:fillRect r="-1191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6160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07AEA580-9A34-41CC-98C4-C25CA4399485}"/>
              </a:ext>
            </a:extLst>
          </p:cNvPr>
          <p:cNvSpPr/>
          <p:nvPr/>
        </p:nvSpPr>
        <p:spPr>
          <a:xfrm>
            <a:off x="11613782" y="615993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568A8C2-E1C8-4435-82ED-E5258C528B6A}"/>
              </a:ext>
            </a:extLst>
          </p:cNvPr>
          <p:cNvSpPr/>
          <p:nvPr/>
        </p:nvSpPr>
        <p:spPr>
          <a:xfrm>
            <a:off x="11917323" y="506727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2FD9ADF-B364-47BD-8900-C641BDD934AC}"/>
              </a:ext>
            </a:extLst>
          </p:cNvPr>
          <p:cNvSpPr/>
          <p:nvPr/>
        </p:nvSpPr>
        <p:spPr>
          <a:xfrm>
            <a:off x="11936373" y="617407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圖片 82">
            <a:extLst>
              <a:ext uri="{FF2B5EF4-FFF2-40B4-BE49-F238E27FC236}">
                <a16:creationId xmlns:a16="http://schemas.microsoft.com/office/drawing/2014/main" id="{52C5E38E-4B52-47EF-BB92-B50A9CBFF0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r="68022"/>
          <a:stretch/>
        </p:blipFill>
        <p:spPr>
          <a:xfrm>
            <a:off x="6259087" y="3620273"/>
            <a:ext cx="1429966" cy="1658288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883E7446-DFC3-48E9-926F-D37E7CE036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38"/>
          <a:stretch/>
        </p:blipFill>
        <p:spPr>
          <a:xfrm>
            <a:off x="4838097" y="3620273"/>
            <a:ext cx="1508539" cy="1658288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A79B7F57-2FE8-40FB-879E-6025E202963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11658828" y="3742732"/>
            <a:ext cx="356439" cy="1354972"/>
          </a:xfrm>
          <a:prstGeom prst="rect">
            <a:avLst/>
          </a:prstGeom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0164D1DE-CD76-4187-B2A2-8AB208546AFA}"/>
              </a:ext>
            </a:extLst>
          </p:cNvPr>
          <p:cNvSpPr/>
          <p:nvPr/>
        </p:nvSpPr>
        <p:spPr>
          <a:xfrm>
            <a:off x="11613187" y="477971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2A00CE0-8BAC-49EA-BAB9-8E71E502042C}"/>
              </a:ext>
            </a:extLst>
          </p:cNvPr>
          <p:cNvSpPr/>
          <p:nvPr/>
        </p:nvSpPr>
        <p:spPr>
          <a:xfrm>
            <a:off x="11916728" y="371753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DB89893-3E3D-4530-90D1-7A9DA52AB262}"/>
              </a:ext>
            </a:extLst>
          </p:cNvPr>
          <p:cNvSpPr/>
          <p:nvPr/>
        </p:nvSpPr>
        <p:spPr>
          <a:xfrm>
            <a:off x="11935778" y="479385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圖片 94">
            <a:extLst>
              <a:ext uri="{FF2B5EF4-FFF2-40B4-BE49-F238E27FC236}">
                <a16:creationId xmlns:a16="http://schemas.microsoft.com/office/drawing/2014/main" id="{FE3FEEDD-9234-4DEE-8930-9622F17441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5" r="51207"/>
          <a:stretch/>
        </p:blipFill>
        <p:spPr>
          <a:xfrm>
            <a:off x="7630687" y="3620273"/>
            <a:ext cx="1400782" cy="1658288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FD1269FD-BA08-4570-8827-D661A79154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8936301" y="3620273"/>
            <a:ext cx="1429966" cy="1658288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329AAF4F-137A-48D6-8072-5BE53FF4A5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4" r="17173"/>
          <a:stretch/>
        </p:blipFill>
        <p:spPr>
          <a:xfrm>
            <a:off x="10271097" y="3620273"/>
            <a:ext cx="1469863" cy="1658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/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/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/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/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/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/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blipFill>
                <a:blip r:embed="rId2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F49D806D-D785-4DCC-AD88-4E1C9BC38A03}"/>
              </a:ext>
            </a:extLst>
          </p:cNvPr>
          <p:cNvCxnSpPr>
            <a:cxnSpLocks/>
          </p:cNvCxnSpPr>
          <p:nvPr/>
        </p:nvCxnSpPr>
        <p:spPr>
          <a:xfrm>
            <a:off x="191351" y="4911267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52B8E9D2-745F-46FC-A49C-2F5CFA2936F4}"/>
              </a:ext>
            </a:extLst>
          </p:cNvPr>
          <p:cNvCxnSpPr>
            <a:cxnSpLocks/>
          </p:cNvCxnSpPr>
          <p:nvPr/>
        </p:nvCxnSpPr>
        <p:spPr>
          <a:xfrm>
            <a:off x="191352" y="4505368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/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9DE6FC6E-21B7-4EA3-B2D4-E46B61DE10E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3714" y="5144389"/>
            <a:ext cx="1282748" cy="128274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BE6ED48-8A1A-4C65-8B01-3435D8CE7CF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20621" y="3387101"/>
            <a:ext cx="1281600" cy="1274692"/>
          </a:xfrm>
          <a:prstGeom prst="rect">
            <a:avLst/>
          </a:prstGeom>
        </p:spPr>
      </p:pic>
      <p:sp>
        <p:nvSpPr>
          <p:cNvPr id="139" name="矩形 138">
            <a:extLst>
              <a:ext uri="{FF2B5EF4-FFF2-40B4-BE49-F238E27FC236}">
                <a16:creationId xmlns:a16="http://schemas.microsoft.com/office/drawing/2014/main" id="{E3C8F1CC-3D9C-4A8E-9374-60E8157A0BE2}"/>
              </a:ext>
            </a:extLst>
          </p:cNvPr>
          <p:cNvSpPr/>
          <p:nvPr/>
        </p:nvSpPr>
        <p:spPr>
          <a:xfrm>
            <a:off x="3351290" y="3243836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9B643FB-49E2-4140-83F2-0B1BA7A09EFA}"/>
              </a:ext>
            </a:extLst>
          </p:cNvPr>
          <p:cNvSpPr/>
          <p:nvPr/>
        </p:nvSpPr>
        <p:spPr>
          <a:xfrm>
            <a:off x="3370340" y="448478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BDF1F9CF-1883-43CE-97A7-B7F3D0F36664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3432" y="3373863"/>
            <a:ext cx="355014" cy="1291924"/>
          </a:xfrm>
          <a:prstGeom prst="rect">
            <a:avLst/>
          </a:prstGeom>
        </p:spPr>
      </p:pic>
      <p:sp>
        <p:nvSpPr>
          <p:cNvPr id="147" name="矩形 146">
            <a:extLst>
              <a:ext uri="{FF2B5EF4-FFF2-40B4-BE49-F238E27FC236}">
                <a16:creationId xmlns:a16="http://schemas.microsoft.com/office/drawing/2014/main" id="{8EE9E94F-F16D-40EE-BE6E-EA8C4CBD140B}"/>
              </a:ext>
            </a:extLst>
          </p:cNvPr>
          <p:cNvSpPr/>
          <p:nvPr/>
        </p:nvSpPr>
        <p:spPr>
          <a:xfrm>
            <a:off x="3365363" y="497627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292D036B-DAEE-4675-A004-6AEB20F9D9F1}"/>
              </a:ext>
            </a:extLst>
          </p:cNvPr>
          <p:cNvSpPr/>
          <p:nvPr/>
        </p:nvSpPr>
        <p:spPr>
          <a:xfrm>
            <a:off x="3384413" y="6243097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/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Radial structure :</a:t>
                </a:r>
                <a:r>
                  <a: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𝐿𝐺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sz="1300">
                            <a:latin typeface="Cambria Math" panose="02040503050406030204" pitchFamily="18" charset="0"/>
                          </a:rPr>
                          <m:t>Ω</m:t>
                        </m:r>
                        <m:rad>
                          <m:radPr>
                            <m:degHide m:val="on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  <a:blipFill>
                <a:blip r:embed="rId25"/>
                <a:stretch>
                  <a:fillRect l="-1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6291055" y="1305977"/>
            <a:ext cx="3719961" cy="420693"/>
            <a:chOff x="526861" y="1147605"/>
            <a:chExt cx="3719961" cy="4206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,ℓ </m:t>
                            </m:r>
                          </m:sub>
                        </m:s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̂"/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blipFill>
                  <a:blip r:embed="rId26"/>
                  <a:stretch>
                    <a:fillRect r="-7203"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t="1" r="53142" b="-1"/>
            <a:stretch/>
          </p:blipFill>
          <p:spPr>
            <a:xfrm>
              <a:off x="526861" y="1294858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/>
              <p:nvPr/>
            </p:nvSpPr>
            <p:spPr>
              <a:xfrm>
                <a:off x="9656069" y="1953245"/>
                <a:ext cx="2650534" cy="3676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16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600" b="1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6069" y="1953245"/>
                <a:ext cx="2650534" cy="367601"/>
              </a:xfrm>
              <a:prstGeom prst="rect">
                <a:avLst/>
              </a:prstGeom>
              <a:blipFill>
                <a:blip r:embed="rId2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/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  <a:blipFill>
                <a:blip r:embed="rId30"/>
                <a:stretch>
                  <a:fillRect t="-119672" r="-64463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/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blipFill>
                <a:blip r:embed="rId31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/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  <a:blipFill>
                <a:blip r:embed="rId3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/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/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blipFill>
                <a:blip r:embed="rId3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/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blipFill>
                <a:blip r:embed="rId35"/>
                <a:stretch>
                  <a:fillRect l="-2151" b="-4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局部圓 189">
            <a:extLst>
              <a:ext uri="{FF2B5EF4-FFF2-40B4-BE49-F238E27FC236}">
                <a16:creationId xmlns:a16="http://schemas.microsoft.com/office/drawing/2014/main" id="{B707D4D1-EFDC-44FC-8DA2-0C4F6249BBA8}"/>
              </a:ext>
            </a:extLst>
          </p:cNvPr>
          <p:cNvSpPr/>
          <p:nvPr/>
        </p:nvSpPr>
        <p:spPr>
          <a:xfrm>
            <a:off x="11730" y="6563080"/>
            <a:ext cx="338314" cy="337534"/>
          </a:xfrm>
          <a:prstGeom prst="pie">
            <a:avLst>
              <a:gd name="adj1" fmla="val 16198691"/>
              <a:gd name="adj2" fmla="val 63222"/>
            </a:avLst>
          </a:prstGeom>
          <a:gradFill flip="none" rotWithShape="1">
            <a:gsLst>
              <a:gs pos="0">
                <a:schemeClr val="tx1"/>
              </a:gs>
              <a:gs pos="21000">
                <a:srgbClr val="48573E"/>
              </a:gs>
              <a:gs pos="92000">
                <a:schemeClr val="bg1"/>
              </a:gs>
            </a:gsLst>
            <a:lin ang="15300000" scaled="0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232" name="直線接點 231">
            <a:extLst>
              <a:ext uri="{FF2B5EF4-FFF2-40B4-BE49-F238E27FC236}">
                <a16:creationId xmlns:a16="http://schemas.microsoft.com/office/drawing/2014/main" id="{B6E074E2-5CD4-40BF-88D3-FBFF4E950B9B}"/>
              </a:ext>
            </a:extLst>
          </p:cNvPr>
          <p:cNvCxnSpPr>
            <a:cxnSpLocks/>
          </p:cNvCxnSpPr>
          <p:nvPr/>
        </p:nvCxnSpPr>
        <p:spPr>
          <a:xfrm>
            <a:off x="181826" y="6732519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3" name="直線接點 232">
            <a:extLst>
              <a:ext uri="{FF2B5EF4-FFF2-40B4-BE49-F238E27FC236}">
                <a16:creationId xmlns:a16="http://schemas.microsoft.com/office/drawing/2014/main" id="{B03158C7-8238-4FAE-8686-EF2BBF7C1AF9}"/>
              </a:ext>
            </a:extLst>
          </p:cNvPr>
          <p:cNvCxnSpPr>
            <a:cxnSpLocks/>
          </p:cNvCxnSpPr>
          <p:nvPr/>
        </p:nvCxnSpPr>
        <p:spPr>
          <a:xfrm>
            <a:off x="181827" y="6326620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4" name="圖形 193">
            <a:extLst>
              <a:ext uri="{FF2B5EF4-FFF2-40B4-BE49-F238E27FC236}">
                <a16:creationId xmlns:a16="http://schemas.microsoft.com/office/drawing/2014/main" id="{319E1EB9-8CE1-4937-B2D8-601F86AB56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3886033" y="5687233"/>
            <a:ext cx="223834" cy="213728"/>
          </a:xfrm>
          <a:prstGeom prst="rect">
            <a:avLst/>
          </a:prstGeom>
        </p:spPr>
      </p:pic>
      <p:pic>
        <p:nvPicPr>
          <p:cNvPr id="195" name="圖形 194">
            <a:extLst>
              <a:ext uri="{FF2B5EF4-FFF2-40B4-BE49-F238E27FC236}">
                <a16:creationId xmlns:a16="http://schemas.microsoft.com/office/drawing/2014/main" id="{3D1A37A0-994F-47F1-8A8B-1A5ABE90D5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3988047" y="4336100"/>
            <a:ext cx="223834" cy="213728"/>
          </a:xfrm>
          <a:prstGeom prst="rect">
            <a:avLst/>
          </a:prstGeom>
        </p:spPr>
      </p:pic>
      <p:pic>
        <p:nvPicPr>
          <p:cNvPr id="198" name="圖形 197">
            <a:extLst>
              <a:ext uri="{FF2B5EF4-FFF2-40B4-BE49-F238E27FC236}">
                <a16:creationId xmlns:a16="http://schemas.microsoft.com/office/drawing/2014/main" id="{DF98E4F6-5106-44AC-9657-3111EED6802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6298411" y="3150349"/>
            <a:ext cx="223834" cy="213728"/>
          </a:xfrm>
          <a:prstGeom prst="rect">
            <a:avLst/>
          </a:prstGeom>
        </p:spPr>
      </p:pic>
      <p:pic>
        <p:nvPicPr>
          <p:cNvPr id="199" name="圖形 198">
            <a:extLst>
              <a:ext uri="{FF2B5EF4-FFF2-40B4-BE49-F238E27FC236}">
                <a16:creationId xmlns:a16="http://schemas.microsoft.com/office/drawing/2014/main" id="{6F4CF861-E573-40E7-9C5F-BEAF3DD55B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6417144" y="2632764"/>
            <a:ext cx="223834" cy="213728"/>
          </a:xfrm>
          <a:prstGeom prst="rect">
            <a:avLst/>
          </a:prstGeom>
        </p:spPr>
      </p:pic>
      <p:sp>
        <p:nvSpPr>
          <p:cNvPr id="200" name="矩形 199">
            <a:extLst>
              <a:ext uri="{FF2B5EF4-FFF2-40B4-BE49-F238E27FC236}">
                <a16:creationId xmlns:a16="http://schemas.microsoft.com/office/drawing/2014/main" id="{8095EF3E-2D18-47DE-9FD0-32A198B10E94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p:cxnSp>
        <p:nvCxnSpPr>
          <p:cNvPr id="218" name="直線接點 217">
            <a:extLst>
              <a:ext uri="{FF2B5EF4-FFF2-40B4-BE49-F238E27FC236}">
                <a16:creationId xmlns:a16="http://schemas.microsoft.com/office/drawing/2014/main" id="{BEBA4C7B-0CB8-4044-B230-21C8B3CCB028}"/>
              </a:ext>
            </a:extLst>
          </p:cNvPr>
          <p:cNvCxnSpPr>
            <a:cxnSpLocks/>
          </p:cNvCxnSpPr>
          <p:nvPr/>
        </p:nvCxnSpPr>
        <p:spPr>
          <a:xfrm flipH="1">
            <a:off x="3618701" y="2294002"/>
            <a:ext cx="85876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/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6" name="群組 235">
            <a:extLst>
              <a:ext uri="{FF2B5EF4-FFF2-40B4-BE49-F238E27FC236}">
                <a16:creationId xmlns:a16="http://schemas.microsoft.com/office/drawing/2014/main" id="{456B847B-A1F1-44D7-910C-A8A3EBB86E26}"/>
              </a:ext>
            </a:extLst>
          </p:cNvPr>
          <p:cNvGrpSpPr/>
          <p:nvPr/>
        </p:nvGrpSpPr>
        <p:grpSpPr>
          <a:xfrm>
            <a:off x="5483811" y="4112287"/>
            <a:ext cx="483108" cy="476014"/>
            <a:chOff x="7670116" y="5414672"/>
            <a:chExt cx="483108" cy="476014"/>
          </a:xfrm>
        </p:grpSpPr>
        <p:grpSp>
          <p:nvGrpSpPr>
            <p:cNvPr id="237" name="群組 236">
              <a:extLst>
                <a:ext uri="{FF2B5EF4-FFF2-40B4-BE49-F238E27FC236}">
                  <a16:creationId xmlns:a16="http://schemas.microsoft.com/office/drawing/2014/main" id="{153FC46B-0056-4A79-880A-2DED4870C183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52" name="箭號: 向右 251">
                <a:extLst>
                  <a:ext uri="{FF2B5EF4-FFF2-40B4-BE49-F238E27FC236}">
                    <a16:creationId xmlns:a16="http://schemas.microsoft.com/office/drawing/2014/main" id="{2CAD2AEF-77B2-4A0F-8202-5E233C37173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箭號: 向右 252">
                <a:extLst>
                  <a:ext uri="{FF2B5EF4-FFF2-40B4-BE49-F238E27FC236}">
                    <a16:creationId xmlns:a16="http://schemas.microsoft.com/office/drawing/2014/main" id="{DA62C3E3-1385-4876-9349-23976D1E1A3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/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2" name="群組 261">
            <a:extLst>
              <a:ext uri="{FF2B5EF4-FFF2-40B4-BE49-F238E27FC236}">
                <a16:creationId xmlns:a16="http://schemas.microsoft.com/office/drawing/2014/main" id="{DF887AF3-B5D2-49F5-BE76-AA80414576CA}"/>
              </a:ext>
            </a:extLst>
          </p:cNvPr>
          <p:cNvGrpSpPr/>
          <p:nvPr/>
        </p:nvGrpSpPr>
        <p:grpSpPr>
          <a:xfrm>
            <a:off x="5476191" y="5468647"/>
            <a:ext cx="483108" cy="476014"/>
            <a:chOff x="7670116" y="5414672"/>
            <a:chExt cx="483108" cy="476014"/>
          </a:xfrm>
        </p:grpSpPr>
        <p:grpSp>
          <p:nvGrpSpPr>
            <p:cNvPr id="263" name="群組 262">
              <a:extLst>
                <a:ext uri="{FF2B5EF4-FFF2-40B4-BE49-F238E27FC236}">
                  <a16:creationId xmlns:a16="http://schemas.microsoft.com/office/drawing/2014/main" id="{37AB6BAA-0EFB-41C5-925D-64FBF5365EB1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66" name="箭號: 向右 265">
                <a:extLst>
                  <a:ext uri="{FF2B5EF4-FFF2-40B4-BE49-F238E27FC236}">
                    <a16:creationId xmlns:a16="http://schemas.microsoft.com/office/drawing/2014/main" id="{03146502-86C0-4CDD-9216-54859E53ADE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箭號: 向右 266">
                <a:extLst>
                  <a:ext uri="{FF2B5EF4-FFF2-40B4-BE49-F238E27FC236}">
                    <a16:creationId xmlns:a16="http://schemas.microsoft.com/office/drawing/2014/main" id="{348D27C3-FCB2-4987-9D32-DF77287B262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70" name="圖形 269">
            <a:extLst>
              <a:ext uri="{FF2B5EF4-FFF2-40B4-BE49-F238E27FC236}">
                <a16:creationId xmlns:a16="http://schemas.microsoft.com/office/drawing/2014/main" id="{E5EC8705-0ECA-4007-8A65-9F71597DB54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8823076" y="1413564"/>
            <a:ext cx="223834" cy="213728"/>
          </a:xfrm>
          <a:prstGeom prst="rect">
            <a:avLst/>
          </a:prstGeom>
        </p:spPr>
      </p:pic>
      <p:pic>
        <p:nvPicPr>
          <p:cNvPr id="271" name="圖形 270">
            <a:extLst>
              <a:ext uri="{FF2B5EF4-FFF2-40B4-BE49-F238E27FC236}">
                <a16:creationId xmlns:a16="http://schemas.microsoft.com/office/drawing/2014/main" id="{19AE800B-1F9E-4C22-8894-73AA24224DD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7518450" y="1413564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/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blipFill>
                <a:blip r:embed="rId42"/>
                <a:stretch>
                  <a:fillRect t="-7692" r="-231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/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blipFill>
                <a:blip r:embed="rId43"/>
                <a:stretch>
                  <a:fillRect t="-7692" r="-24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3" name="圖片 112">
            <a:extLst>
              <a:ext uri="{FF2B5EF4-FFF2-40B4-BE49-F238E27FC236}">
                <a16:creationId xmlns:a16="http://schemas.microsoft.com/office/drawing/2014/main" id="{7BC3E587-E34D-42E5-B71A-D32B5D10052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3099077" y="5090506"/>
            <a:ext cx="356439" cy="1354972"/>
          </a:xfrm>
          <a:prstGeom prst="rect">
            <a:avLst/>
          </a:prstGeom>
        </p:spPr>
      </p:pic>
      <p:sp>
        <p:nvSpPr>
          <p:cNvPr id="146" name="矩形 145">
            <a:extLst>
              <a:ext uri="{FF2B5EF4-FFF2-40B4-BE49-F238E27FC236}">
                <a16:creationId xmlns:a16="http://schemas.microsoft.com/office/drawing/2014/main" id="{8AB477F7-150B-45B6-B7CF-A7E966BA8300}"/>
              </a:ext>
            </a:extLst>
          </p:cNvPr>
          <p:cNvSpPr/>
          <p:nvPr/>
        </p:nvSpPr>
        <p:spPr>
          <a:xfrm>
            <a:off x="3046582" y="6139381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FA8FD55F-D613-4CB8-87A2-4B6A544BBC42}"/>
              </a:ext>
            </a:extLst>
          </p:cNvPr>
          <p:cNvSpPr/>
          <p:nvPr/>
        </p:nvSpPr>
        <p:spPr>
          <a:xfrm>
            <a:off x="3018240" y="438478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9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7</a:t>
            </a:fld>
            <a:endParaRPr lang="zh-TW" altLang="en-US"/>
          </a:p>
        </p:txBody>
      </p: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4523838" y="1587174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  <a:blipFill>
                <a:blip r:embed="rId25"/>
                <a:stretch>
                  <a:fillRect t="-119672" r="-5500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27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內容版面配置區 2">
            <a:extLst>
              <a:ext uri="{FF2B5EF4-FFF2-40B4-BE49-F238E27FC236}">
                <a16:creationId xmlns:a16="http://schemas.microsoft.com/office/drawing/2014/main" id="{63C9561A-A747-4201-BB9C-837217ED0DFF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圖形 73">
            <a:extLst>
              <a:ext uri="{FF2B5EF4-FFF2-40B4-BE49-F238E27FC236}">
                <a16:creationId xmlns:a16="http://schemas.microsoft.com/office/drawing/2014/main" id="{6847DCE4-D972-4C00-8743-3E02B506C3D4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9918629" y="1876874"/>
            <a:ext cx="223834" cy="213728"/>
          </a:xfrm>
          <a:prstGeom prst="rect">
            <a:avLst/>
          </a:prstGeom>
        </p:spPr>
      </p:pic>
      <p:pic>
        <p:nvPicPr>
          <p:cNvPr id="75" name="圖形 74">
            <a:extLst>
              <a:ext uri="{FF2B5EF4-FFF2-40B4-BE49-F238E27FC236}">
                <a16:creationId xmlns:a16="http://schemas.microsoft.com/office/drawing/2014/main" id="{8AE00FAC-348D-47A7-9C51-10187B6DC038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7518449" y="1876874"/>
            <a:ext cx="223834" cy="213728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25498587-0DA0-4FF1-84E2-5670C755C321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E143AD8-4535-4DC0-AB02-E2CE0208C827}"/>
              </a:ext>
            </a:extLst>
          </p:cNvPr>
          <p:cNvGrpSpPr/>
          <p:nvPr/>
        </p:nvGrpSpPr>
        <p:grpSpPr>
          <a:xfrm>
            <a:off x="4646493" y="4213280"/>
            <a:ext cx="6310764" cy="2109281"/>
            <a:chOff x="4646493" y="4213280"/>
            <a:chExt cx="6310764" cy="2109281"/>
          </a:xfrm>
        </p:grpSpPr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8E3831DE-72CC-48FC-9E03-55FE55CD7002}"/>
                </a:ext>
              </a:extLst>
            </p:cNvPr>
            <p:cNvGrpSpPr/>
            <p:nvPr/>
          </p:nvGrpSpPr>
          <p:grpSpPr>
            <a:xfrm>
              <a:off x="7020788" y="4532490"/>
              <a:ext cx="1444902" cy="1497416"/>
              <a:chOff x="3721242" y="3310384"/>
              <a:chExt cx="2392791" cy="2479757"/>
            </a:xfrm>
          </p:grpSpPr>
          <p:sp>
            <p:nvSpPr>
              <p:cNvPr id="184" name="Oval 14">
                <a:extLst>
                  <a:ext uri="{FF2B5EF4-FFF2-40B4-BE49-F238E27FC236}">
                    <a16:creationId xmlns:a16="http://schemas.microsoft.com/office/drawing/2014/main" id="{59A1C6E9-502B-47FF-AD5E-93E708CC7D10}"/>
                  </a:ext>
                </a:extLst>
              </p:cNvPr>
              <p:cNvSpPr/>
              <p:nvPr/>
            </p:nvSpPr>
            <p:spPr>
              <a:xfrm>
                <a:off x="4791894" y="3322057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5" name="Oval 4">
                <a:extLst>
                  <a:ext uri="{FF2B5EF4-FFF2-40B4-BE49-F238E27FC236}">
                    <a16:creationId xmlns:a16="http://schemas.microsoft.com/office/drawing/2014/main" id="{96A8E4F9-0672-49AE-BDA7-1DA4B4E390CF}"/>
                  </a:ext>
                </a:extLst>
              </p:cNvPr>
              <p:cNvSpPr/>
              <p:nvPr/>
            </p:nvSpPr>
            <p:spPr>
              <a:xfrm>
                <a:off x="3845276" y="3446782"/>
                <a:ext cx="2140546" cy="221733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6" name="Oval 15">
                <a:extLst>
                  <a:ext uri="{FF2B5EF4-FFF2-40B4-BE49-F238E27FC236}">
                    <a16:creationId xmlns:a16="http://schemas.microsoft.com/office/drawing/2014/main" id="{C9277B1F-4DC0-43F4-A145-6C86306E3363}"/>
                  </a:ext>
                </a:extLst>
              </p:cNvPr>
              <p:cNvSpPr/>
              <p:nvPr/>
            </p:nvSpPr>
            <p:spPr>
              <a:xfrm>
                <a:off x="4791894" y="5538142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7" name="SHO">
                <a:extLst>
                  <a:ext uri="{FF2B5EF4-FFF2-40B4-BE49-F238E27FC236}">
                    <a16:creationId xmlns:a16="http://schemas.microsoft.com/office/drawing/2014/main" id="{798D38B0-0CB3-468F-9F31-4D2C3A7D5F75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8" name="SVO">
                <a:extLst>
                  <a:ext uri="{FF2B5EF4-FFF2-40B4-BE49-F238E27FC236}">
                    <a16:creationId xmlns:a16="http://schemas.microsoft.com/office/drawing/2014/main" id="{D31F5F06-971C-4F68-98A9-EC3188280453}"/>
                  </a:ext>
                </a:extLst>
              </p:cNvPr>
              <p:cNvSpPr/>
              <p:nvPr/>
            </p:nvSpPr>
            <p:spPr>
              <a:xfrm>
                <a:off x="4375829" y="3447523"/>
                <a:ext cx="1070273" cy="2217330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89" name="Oval 6">
                <a:extLst>
                  <a:ext uri="{FF2B5EF4-FFF2-40B4-BE49-F238E27FC236}">
                    <a16:creationId xmlns:a16="http://schemas.microsoft.com/office/drawing/2014/main" id="{93C78940-6FDC-4D9C-BF1D-28EE1FED6F14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0" name="Partial Circle 9">
                <a:extLst>
                  <a:ext uri="{FF2B5EF4-FFF2-40B4-BE49-F238E27FC236}">
                    <a16:creationId xmlns:a16="http://schemas.microsoft.com/office/drawing/2014/main" id="{1BB62E8F-C14A-46D5-B6B1-16A4A61FF35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732812" y="4207797"/>
                <a:ext cx="352180" cy="67996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0">
                    <a:extLst>
                      <a:ext uri="{FF2B5EF4-FFF2-40B4-BE49-F238E27FC236}">
                        <a16:creationId xmlns:a16="http://schemas.microsoft.com/office/drawing/2014/main" id="{EF7E986B-3273-4DC6-9CAF-D8A2141D3324}"/>
                      </a:ext>
                    </a:extLst>
                  </p:cNvPr>
                  <p:cNvSpPr txBox="1"/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Box 11">
                    <a:extLst>
                      <a:ext uri="{FF2B5EF4-FFF2-40B4-BE49-F238E27FC236}">
                        <a16:creationId xmlns:a16="http://schemas.microsoft.com/office/drawing/2014/main" id="{3BD0197B-E66B-460F-9CDB-FE9D03258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3" name="Oval 22">
                <a:extLst>
                  <a:ext uri="{FF2B5EF4-FFF2-40B4-BE49-F238E27FC236}">
                    <a16:creationId xmlns:a16="http://schemas.microsoft.com/office/drawing/2014/main" id="{AE9671CD-CD38-4A4D-B520-A04E8F2D0A59}"/>
                  </a:ext>
                </a:extLst>
              </p:cNvPr>
              <p:cNvSpPr/>
              <p:nvPr/>
            </p:nvSpPr>
            <p:spPr>
              <a:xfrm>
                <a:off x="4790490" y="5538141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TextBox 12">
                    <a:extLst>
                      <a:ext uri="{FF2B5EF4-FFF2-40B4-BE49-F238E27FC236}">
                        <a16:creationId xmlns:a16="http://schemas.microsoft.com/office/drawing/2014/main" id="{BFED76CC-8CB7-41FC-9A07-A80D9569C4F2}"/>
                      </a:ext>
                    </a:extLst>
                  </p:cNvPr>
                  <p:cNvSpPr txBox="1"/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5385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3">
                    <a:extLst>
                      <a:ext uri="{FF2B5EF4-FFF2-40B4-BE49-F238E27FC236}">
                        <a16:creationId xmlns:a16="http://schemas.microsoft.com/office/drawing/2014/main" id="{7E39A5BE-0AF2-4B49-84AB-2F97F757649F}"/>
                      </a:ext>
                    </a:extLst>
                  </p:cNvPr>
                  <p:cNvSpPr txBox="1"/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DVO">
                <a:extLst>
                  <a:ext uri="{FF2B5EF4-FFF2-40B4-BE49-F238E27FC236}">
                    <a16:creationId xmlns:a16="http://schemas.microsoft.com/office/drawing/2014/main" id="{4D5E69E4-D3B9-4087-BB23-40C0CEAD46FF}"/>
                  </a:ext>
                </a:extLst>
              </p:cNvPr>
              <p:cNvSpPr/>
              <p:nvPr/>
            </p:nvSpPr>
            <p:spPr>
              <a:xfrm flipH="1">
                <a:off x="4375829" y="3447523"/>
                <a:ext cx="1070273" cy="2217330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197" name="Straight Arrow Connector 17">
                <a:extLst>
                  <a:ext uri="{FF2B5EF4-FFF2-40B4-BE49-F238E27FC236}">
                    <a16:creationId xmlns:a16="http://schemas.microsoft.com/office/drawing/2014/main" id="{65CE95FD-75E0-468E-8DEF-2DBEDD4D82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80724" y="4549013"/>
                <a:ext cx="328471" cy="424757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98" name="Oval 23">
                <a:extLst>
                  <a:ext uri="{FF2B5EF4-FFF2-40B4-BE49-F238E27FC236}">
                    <a16:creationId xmlns:a16="http://schemas.microsoft.com/office/drawing/2014/main" id="{7C0B594A-2980-438E-A116-E3BA057B2F6D}"/>
                  </a:ext>
                </a:extLst>
              </p:cNvPr>
              <p:cNvSpPr/>
              <p:nvPr/>
            </p:nvSpPr>
            <p:spPr>
              <a:xfrm>
                <a:off x="5862033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9" name="Partial Circle 9">
                <a:extLst>
                  <a:ext uri="{FF2B5EF4-FFF2-40B4-BE49-F238E27FC236}">
                    <a16:creationId xmlns:a16="http://schemas.microsoft.com/office/drawing/2014/main" id="{4F08B558-E617-4B6B-9D00-C580B7EBBD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7039" y="4295384"/>
                <a:ext cx="246001" cy="49684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0" name="Straight Arrow Connector 7">
                <a:extLst>
                  <a:ext uri="{FF2B5EF4-FFF2-40B4-BE49-F238E27FC236}">
                    <a16:creationId xmlns:a16="http://schemas.microsoft.com/office/drawing/2014/main" id="{18365661-2F9E-4A9E-86A6-133B9F428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6471" y="3891965"/>
                <a:ext cx="2515" cy="660975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TextBox 10">
                    <a:extLst>
                      <a:ext uri="{FF2B5EF4-FFF2-40B4-BE49-F238E27FC236}">
                        <a16:creationId xmlns:a16="http://schemas.microsoft.com/office/drawing/2014/main" id="{8EB26313-3C6E-4BF8-8303-61AAC319C9DE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84615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2" name="Straight Arrow Connector 19">
                <a:extLst>
                  <a:ext uri="{FF2B5EF4-FFF2-40B4-BE49-F238E27FC236}">
                    <a16:creationId xmlns:a16="http://schemas.microsoft.com/office/drawing/2014/main" id="{0A55E4E1-2A23-4094-9854-1923970ABD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897" y="4549701"/>
                <a:ext cx="290252" cy="2323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18">
                <a:extLst>
                  <a:ext uri="{FF2B5EF4-FFF2-40B4-BE49-F238E27FC236}">
                    <a16:creationId xmlns:a16="http://schemas.microsoft.com/office/drawing/2014/main" id="{9304809E-D329-4EE1-8028-3BEF11EA4F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4656933" y="4295511"/>
                <a:ext cx="0" cy="50837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17">
                <a:extLst>
                  <a:ext uri="{FF2B5EF4-FFF2-40B4-BE49-F238E27FC236}">
                    <a16:creationId xmlns:a16="http://schemas.microsoft.com/office/drawing/2014/main" id="{931200EE-EE56-4A05-84FB-78FEC2E7F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7207" y="3888283"/>
                <a:ext cx="847803" cy="666541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05" name="Oval 20">
                <a:extLst>
                  <a:ext uri="{FF2B5EF4-FFF2-40B4-BE49-F238E27FC236}">
                    <a16:creationId xmlns:a16="http://schemas.microsoft.com/office/drawing/2014/main" id="{67F6C44C-FFFB-4D34-AA96-86D5794D438C}"/>
                  </a:ext>
                </a:extLst>
              </p:cNvPr>
              <p:cNvSpPr/>
              <p:nvPr/>
            </p:nvSpPr>
            <p:spPr>
              <a:xfrm>
                <a:off x="3721242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06" name="Oval 22">
                <a:extLst>
                  <a:ext uri="{FF2B5EF4-FFF2-40B4-BE49-F238E27FC236}">
                    <a16:creationId xmlns:a16="http://schemas.microsoft.com/office/drawing/2014/main" id="{F959854C-1524-449A-965F-2D7E898097CB}"/>
                  </a:ext>
                </a:extLst>
              </p:cNvPr>
              <p:cNvSpPr/>
              <p:nvPr/>
            </p:nvSpPr>
            <p:spPr>
              <a:xfrm>
                <a:off x="4792242" y="3310384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7" name="Oval 23">
                <a:extLst>
                  <a:ext uri="{FF2B5EF4-FFF2-40B4-BE49-F238E27FC236}">
                    <a16:creationId xmlns:a16="http://schemas.microsoft.com/office/drawing/2014/main" id="{5A03DE2C-AB08-4202-BBAD-0D4C11545F8F}"/>
                  </a:ext>
                </a:extLst>
              </p:cNvPr>
              <p:cNvSpPr/>
              <p:nvPr/>
            </p:nvSpPr>
            <p:spPr>
              <a:xfrm>
                <a:off x="5313839" y="4875217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8" name="Oval 23">
                <a:extLst>
                  <a:ext uri="{FF2B5EF4-FFF2-40B4-BE49-F238E27FC236}">
                    <a16:creationId xmlns:a16="http://schemas.microsoft.com/office/drawing/2014/main" id="{A877ECA2-3D7C-418C-9B0D-29CF3DB5DD50}"/>
                  </a:ext>
                </a:extLst>
              </p:cNvPr>
              <p:cNvSpPr/>
              <p:nvPr/>
            </p:nvSpPr>
            <p:spPr>
              <a:xfrm>
                <a:off x="4111260" y="406661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/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/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/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blipFill>
                  <a:blip r:embed="rId34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/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blipFill>
                  <a:blip r:embed="rId35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/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/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3" name="圖形 72">
              <a:extLst>
                <a:ext uri="{FF2B5EF4-FFF2-40B4-BE49-F238E27FC236}">
                  <a16:creationId xmlns:a16="http://schemas.microsoft.com/office/drawing/2014/main" id="{F47A2E19-7CA7-476C-BC77-A5CF94A7F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77" name="圖形 76">
              <a:extLst>
                <a:ext uri="{FF2B5EF4-FFF2-40B4-BE49-F238E27FC236}">
                  <a16:creationId xmlns:a16="http://schemas.microsoft.com/office/drawing/2014/main" id="{9A6EC767-297C-4297-9900-12690A1C59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80" name="圖形 79">
              <a:extLst>
                <a:ext uri="{FF2B5EF4-FFF2-40B4-BE49-F238E27FC236}">
                  <a16:creationId xmlns:a16="http://schemas.microsoft.com/office/drawing/2014/main" id="{158F3623-8D90-4DE8-926C-FE5A126459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5278002" y="4702467"/>
              <a:ext cx="167715" cy="154315"/>
            </a:xfrm>
            <a:prstGeom prst="rect">
              <a:avLst/>
            </a:prstGeom>
          </p:spPr>
        </p:pic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2DC015C5-946E-47B5-87CA-0ADD2C099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408438" y="4702467"/>
              <a:ext cx="167715" cy="154315"/>
            </a:xfrm>
            <a:prstGeom prst="rect">
              <a:avLst/>
            </a:prstGeom>
          </p:spPr>
        </p:pic>
        <p:pic>
          <p:nvPicPr>
            <p:cNvPr id="84" name="圖形 83">
              <a:extLst>
                <a:ext uri="{FF2B5EF4-FFF2-40B4-BE49-F238E27FC236}">
                  <a16:creationId xmlns:a16="http://schemas.microsoft.com/office/drawing/2014/main" id="{0D07AFE1-F298-4F31-9980-CCF01E4A3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812062" y="5216679"/>
              <a:ext cx="167715" cy="154315"/>
            </a:xfrm>
            <a:prstGeom prst="rect">
              <a:avLst/>
            </a:prstGeom>
          </p:spPr>
        </p:pic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8D106F84-B92A-45FB-9A37-862D416C6B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942498" y="5216679"/>
              <a:ext cx="167715" cy="154315"/>
            </a:xfrm>
            <a:prstGeom prst="rect">
              <a:avLst/>
            </a:prstGeom>
          </p:spPr>
        </p:pic>
        <p:pic>
          <p:nvPicPr>
            <p:cNvPr id="86" name="圖形 85">
              <a:extLst>
                <a:ext uri="{FF2B5EF4-FFF2-40B4-BE49-F238E27FC236}">
                  <a16:creationId xmlns:a16="http://schemas.microsoft.com/office/drawing/2014/main" id="{E5E7F896-C23A-457B-8871-B27FB9FBCA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583611" y="5800576"/>
              <a:ext cx="167715" cy="154315"/>
            </a:xfrm>
            <a:prstGeom prst="rect">
              <a:avLst/>
            </a:prstGeom>
          </p:spPr>
        </p:pic>
        <p:pic>
          <p:nvPicPr>
            <p:cNvPr id="87" name="圖形 86">
              <a:extLst>
                <a:ext uri="{FF2B5EF4-FFF2-40B4-BE49-F238E27FC236}">
                  <a16:creationId xmlns:a16="http://schemas.microsoft.com/office/drawing/2014/main" id="{BF38F720-1893-4D28-A166-94D022C7FC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714047" y="5800576"/>
              <a:ext cx="167715" cy="154315"/>
            </a:xfrm>
            <a:prstGeom prst="rect">
              <a:avLst/>
            </a:prstGeom>
          </p:spPr>
        </p:pic>
        <p:pic>
          <p:nvPicPr>
            <p:cNvPr id="91" name="圖形 90">
              <a:extLst>
                <a:ext uri="{FF2B5EF4-FFF2-40B4-BE49-F238E27FC236}">
                  <a16:creationId xmlns:a16="http://schemas.microsoft.com/office/drawing/2014/main" id="{6D9C2394-5BCE-4756-B6A5-233BE8BB51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92" name="圖形 91">
              <a:extLst>
                <a:ext uri="{FF2B5EF4-FFF2-40B4-BE49-F238E27FC236}">
                  <a16:creationId xmlns:a16="http://schemas.microsoft.com/office/drawing/2014/main" id="{1A3BD0B7-8F4D-46FD-BD12-13D710F877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522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focus on 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  <a:blipFill>
                <a:blip r:embed="rId6"/>
                <a:stretch>
                  <a:fillRect t="-119672" r="-5500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/>
              <p:nvPr/>
            </p:nvSpPr>
            <p:spPr>
              <a:xfrm>
                <a:off x="7020839" y="2313962"/>
                <a:ext cx="3569952" cy="4814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839" y="2313962"/>
                <a:ext cx="3569952" cy="4814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內容版面配置區 2">
            <a:extLst>
              <a:ext uri="{FF2B5EF4-FFF2-40B4-BE49-F238E27FC236}">
                <a16:creationId xmlns:a16="http://schemas.microsoft.com/office/drawing/2014/main" id="{0DCECBD5-6900-4B7A-A465-BB17FBD90AAB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圖形 87">
            <a:extLst>
              <a:ext uri="{FF2B5EF4-FFF2-40B4-BE49-F238E27FC236}">
                <a16:creationId xmlns:a16="http://schemas.microsoft.com/office/drawing/2014/main" id="{79D5E2C4-DC90-4B03-AF1C-0CA3117BF0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9098760" y="2460595"/>
            <a:ext cx="223834" cy="213728"/>
          </a:xfrm>
          <a:prstGeom prst="rect">
            <a:avLst/>
          </a:prstGeom>
        </p:spPr>
      </p:pic>
      <p:pic>
        <p:nvPicPr>
          <p:cNvPr id="89" name="圖形 88">
            <a:extLst>
              <a:ext uri="{FF2B5EF4-FFF2-40B4-BE49-F238E27FC236}">
                <a16:creationId xmlns:a16="http://schemas.microsoft.com/office/drawing/2014/main" id="{9891EA49-CC2C-4C2F-A948-44255F0BD0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7422360" y="2460595"/>
            <a:ext cx="223834" cy="213728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024A0056-10BE-43AF-83F8-462FC3FBC678}"/>
              </a:ext>
            </a:extLst>
          </p:cNvPr>
          <p:cNvGrpSpPr/>
          <p:nvPr/>
        </p:nvGrpSpPr>
        <p:grpSpPr>
          <a:xfrm>
            <a:off x="4285713" y="1337188"/>
            <a:ext cx="6610887" cy="717376"/>
            <a:chOff x="4285713" y="1337188"/>
            <a:chExt cx="6610887" cy="717376"/>
          </a:xfrm>
        </p:grpSpPr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6314E3E4-09C9-48E8-A6BC-9A111B6043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1" r="53142" b="-1"/>
            <a:stretch/>
          </p:blipFill>
          <p:spPr>
            <a:xfrm>
              <a:off x="4285713" y="1646366"/>
              <a:ext cx="224841" cy="172247"/>
            </a:xfrm>
            <a:prstGeom prst="rect">
              <a:avLst/>
            </a:prstGeom>
          </p:spPr>
        </p:pic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9F0E93D1-AF53-4ADD-8DB7-28E38059324D}"/>
                </a:ext>
              </a:extLst>
            </p:cNvPr>
            <p:cNvGrpSpPr/>
            <p:nvPr/>
          </p:nvGrpSpPr>
          <p:grpSpPr>
            <a:xfrm>
              <a:off x="4366417" y="1337188"/>
              <a:ext cx="6530183" cy="717376"/>
              <a:chOff x="4366417" y="1337188"/>
              <a:chExt cx="6530183" cy="71737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,ℓ,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9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0" name="圖形 89">
                <a:extLst>
                  <a:ext uri="{FF2B5EF4-FFF2-40B4-BE49-F238E27FC236}">
                    <a16:creationId xmlns:a16="http://schemas.microsoft.com/office/drawing/2014/main" id="{4399EA71-7392-4E3F-A983-57220762A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9402166" y="1603345"/>
                <a:ext cx="223834" cy="213728"/>
              </a:xfrm>
              <a:prstGeom prst="rect">
                <a:avLst/>
              </a:prstGeom>
            </p:spPr>
          </p:pic>
          <p:pic>
            <p:nvPicPr>
              <p:cNvPr id="91" name="圖形 90">
                <a:extLst>
                  <a:ext uri="{FF2B5EF4-FFF2-40B4-BE49-F238E27FC236}">
                    <a16:creationId xmlns:a16="http://schemas.microsoft.com/office/drawing/2014/main" id="{EF33C632-4E6A-4155-8903-2172CD9E74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7739859" y="1603345"/>
                <a:ext cx="223834" cy="213728"/>
              </a:xfrm>
              <a:prstGeom prst="rect">
                <a:avLst/>
              </a:prstGeom>
            </p:spPr>
          </p:pic>
        </p:grpSp>
      </p:grpSp>
      <p:sp>
        <p:nvSpPr>
          <p:cNvPr id="154" name="矩形 153">
            <a:extLst>
              <a:ext uri="{FF2B5EF4-FFF2-40B4-BE49-F238E27FC236}">
                <a16:creationId xmlns:a16="http://schemas.microsoft.com/office/drawing/2014/main" id="{CD154BC3-9A81-40E9-A184-8517D3234BFC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5D2C75B-A19E-4798-8B19-B0E572716BE3}"/>
              </a:ext>
            </a:extLst>
          </p:cNvPr>
          <p:cNvGrpSpPr/>
          <p:nvPr/>
        </p:nvGrpSpPr>
        <p:grpSpPr>
          <a:xfrm>
            <a:off x="4646493" y="4213280"/>
            <a:ext cx="3819197" cy="2109281"/>
            <a:chOff x="4646493" y="4213280"/>
            <a:chExt cx="3819197" cy="210928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30D0B00-9B16-4D1D-B13D-AC4F6C006717}"/>
                </a:ext>
              </a:extLst>
            </p:cNvPr>
            <p:cNvGrpSpPr/>
            <p:nvPr/>
          </p:nvGrpSpPr>
          <p:grpSpPr>
            <a:xfrm>
              <a:off x="4646493" y="4213280"/>
              <a:ext cx="3819197" cy="2109281"/>
              <a:chOff x="4646493" y="4213280"/>
              <a:chExt cx="3819197" cy="2109281"/>
            </a:xfrm>
          </p:grpSpPr>
          <p:grpSp>
            <p:nvGrpSpPr>
              <p:cNvPr id="94" name="群組 93">
                <a:extLst>
                  <a:ext uri="{FF2B5EF4-FFF2-40B4-BE49-F238E27FC236}">
                    <a16:creationId xmlns:a16="http://schemas.microsoft.com/office/drawing/2014/main" id="{A42DFD24-9F1D-4B3F-9E0B-D1F96BA57712}"/>
                  </a:ext>
                </a:extLst>
              </p:cNvPr>
              <p:cNvGrpSpPr/>
              <p:nvPr/>
            </p:nvGrpSpPr>
            <p:grpSpPr>
              <a:xfrm>
                <a:off x="7020788" y="4532490"/>
                <a:ext cx="1444902" cy="1497416"/>
                <a:chOff x="3721242" y="3310384"/>
                <a:chExt cx="2392791" cy="2479757"/>
              </a:xfrm>
            </p:grpSpPr>
            <p:sp>
              <p:nvSpPr>
                <p:cNvPr id="126" name="Oval 14">
                  <a:extLst>
                    <a:ext uri="{FF2B5EF4-FFF2-40B4-BE49-F238E27FC236}">
                      <a16:creationId xmlns:a16="http://schemas.microsoft.com/office/drawing/2014/main" id="{8DE021CB-94F7-4847-9733-9D55486E87BE}"/>
                    </a:ext>
                  </a:extLst>
                </p:cNvPr>
                <p:cNvSpPr/>
                <p:nvPr/>
              </p:nvSpPr>
              <p:spPr>
                <a:xfrm>
                  <a:off x="4791894" y="3322057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1D1D1"/>
                    </a:gs>
                    <a:gs pos="23000">
                      <a:schemeClr val="bg1">
                        <a:lumMod val="85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7" name="Oval 4">
                  <a:extLst>
                    <a:ext uri="{FF2B5EF4-FFF2-40B4-BE49-F238E27FC236}">
                      <a16:creationId xmlns:a16="http://schemas.microsoft.com/office/drawing/2014/main" id="{6E347858-472B-42DB-A4C1-963C787F2CC9}"/>
                    </a:ext>
                  </a:extLst>
                </p:cNvPr>
                <p:cNvSpPr/>
                <p:nvPr/>
              </p:nvSpPr>
              <p:spPr>
                <a:xfrm>
                  <a:off x="3845276" y="3446782"/>
                  <a:ext cx="2140546" cy="221733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accent3">
                        <a:lumMod val="60000"/>
                        <a:lumOff val="40000"/>
                        <a:alpha val="60000"/>
                      </a:schemeClr>
                    </a:gs>
                    <a:gs pos="55000">
                      <a:schemeClr val="accent3">
                        <a:lumMod val="40000"/>
                        <a:lumOff val="60000"/>
                        <a:alpha val="60000"/>
                      </a:schemeClr>
                    </a:gs>
                    <a:gs pos="0">
                      <a:schemeClr val="bg1">
                        <a:alpha val="6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57150">
                  <a:solidFill>
                    <a:srgbClr val="D5D7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8" name="Oval 15">
                  <a:extLst>
                    <a:ext uri="{FF2B5EF4-FFF2-40B4-BE49-F238E27FC236}">
                      <a16:creationId xmlns:a16="http://schemas.microsoft.com/office/drawing/2014/main" id="{A0D3D759-55F6-4611-A52C-F9BBB8E7DB87}"/>
                    </a:ext>
                  </a:extLst>
                </p:cNvPr>
                <p:cNvSpPr/>
                <p:nvPr/>
              </p:nvSpPr>
              <p:spPr>
                <a:xfrm>
                  <a:off x="4791894" y="5538142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17000">
                      <a:srgbClr val="D1D1D1"/>
                    </a:gs>
                    <a:gs pos="0">
                      <a:schemeClr val="bg1">
                        <a:lumMod val="85000"/>
                      </a:schemeClr>
                    </a:gs>
                    <a:gs pos="60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9" name="SHO">
                  <a:extLst>
                    <a:ext uri="{FF2B5EF4-FFF2-40B4-BE49-F238E27FC236}">
                      <a16:creationId xmlns:a16="http://schemas.microsoft.com/office/drawing/2014/main" id="{4648484F-4E04-48C1-992B-2295C73778D0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arc">
                  <a:avLst>
                    <a:gd name="adj1" fmla="val 5396867"/>
                    <a:gd name="adj2" fmla="val 5395779"/>
                  </a:avLst>
                </a:pr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7000">
                      <a:schemeClr val="bg1">
                        <a:lumMod val="50000"/>
                      </a:schemeClr>
                    </a:gs>
                    <a:gs pos="97000">
                      <a:srgbClr val="5E5E5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0" name="SVO">
                  <a:extLst>
                    <a:ext uri="{FF2B5EF4-FFF2-40B4-BE49-F238E27FC236}">
                      <a16:creationId xmlns:a16="http://schemas.microsoft.com/office/drawing/2014/main" id="{A56B1262-0010-4BED-9CD5-7EE637B490D5}"/>
                    </a:ext>
                  </a:extLst>
                </p:cNvPr>
                <p:cNvSpPr/>
                <p:nvPr/>
              </p:nvSpPr>
              <p:spPr>
                <a:xfrm>
                  <a:off x="4375829" y="3447523"/>
                  <a:ext cx="1070273" cy="2217330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1" name="Oval 6">
                  <a:extLst>
                    <a:ext uri="{FF2B5EF4-FFF2-40B4-BE49-F238E27FC236}">
                      <a16:creationId xmlns:a16="http://schemas.microsoft.com/office/drawing/2014/main" id="{813BBBDD-CA98-4983-A811-CF04923F7779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ellipse">
                  <a:avLst/>
                </a:prstGeom>
                <a:noFill/>
                <a:ln w="38100">
                  <a:solidFill>
                    <a:schemeClr val="tx1">
                      <a:alpha val="6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2" name="Partial Circle 9">
                  <a:extLst>
                    <a:ext uri="{FF2B5EF4-FFF2-40B4-BE49-F238E27FC236}">
                      <a16:creationId xmlns:a16="http://schemas.microsoft.com/office/drawing/2014/main" id="{89431E95-D66E-4B70-BC6B-847591E8C8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4732812" y="4207797"/>
                  <a:ext cx="352180" cy="67996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rgbClr val="007E00"/>
                    </a:gs>
                    <a:gs pos="36000">
                      <a:srgbClr val="45C845">
                        <a:alpha val="60000"/>
                      </a:srgbClr>
                    </a:gs>
                    <a:gs pos="100000">
                      <a:srgbClr val="B9FFB9">
                        <a:alpha val="60000"/>
                      </a:srgbClr>
                    </a:gs>
                  </a:gsLst>
                  <a:lin ang="2700000" scaled="1"/>
                  <a:tileRect/>
                </a:gradFill>
                <a:ln w="19050">
                  <a:solidFill>
                    <a:srgbClr val="319B1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3" name="TextBox 10">
                      <a:extLst>
                        <a:ext uri="{FF2B5EF4-FFF2-40B4-BE49-F238E27FC236}">
                          <a16:creationId xmlns:a16="http://schemas.microsoft.com/office/drawing/2014/main" id="{3F4292D4-54ED-4C94-8906-6A0A0B4054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9" name="TextBox 10">
                      <a:extLst>
                        <a:ext uri="{FF2B5EF4-FFF2-40B4-BE49-F238E27FC236}">
                          <a16:creationId xmlns:a16="http://schemas.microsoft.com/office/drawing/2014/main" id="{38EB17A8-7EEF-478C-AC0E-15BCA70869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5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TextBox 11">
                      <a:extLst>
                        <a:ext uri="{FF2B5EF4-FFF2-40B4-BE49-F238E27FC236}">
                          <a16:creationId xmlns:a16="http://schemas.microsoft.com/office/drawing/2014/main" id="{507B898C-4E2D-42E2-BC69-91F4F6D785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0" name="TextBox 11">
                      <a:extLst>
                        <a:ext uri="{FF2B5EF4-FFF2-40B4-BE49-F238E27FC236}">
                          <a16:creationId xmlns:a16="http://schemas.microsoft.com/office/drawing/2014/main" id="{0F428916-F16F-4C3D-82C5-4FC68C4D10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5" name="Oval 22">
                  <a:extLst>
                    <a:ext uri="{FF2B5EF4-FFF2-40B4-BE49-F238E27FC236}">
                      <a16:creationId xmlns:a16="http://schemas.microsoft.com/office/drawing/2014/main" id="{C44BBE5D-960E-41FF-A63D-DE1B92AF746D}"/>
                    </a:ext>
                  </a:extLst>
                </p:cNvPr>
                <p:cNvSpPr/>
                <p:nvPr/>
              </p:nvSpPr>
              <p:spPr>
                <a:xfrm>
                  <a:off x="4790490" y="5538141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2">
                      <a:extLst>
                        <a:ext uri="{FF2B5EF4-FFF2-40B4-BE49-F238E27FC236}">
                          <a16:creationId xmlns:a16="http://schemas.microsoft.com/office/drawing/2014/main" id="{5F42856C-2686-4BA6-8A2A-4D59CB0827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2" name="TextBox 12">
                      <a:extLst>
                        <a:ext uri="{FF2B5EF4-FFF2-40B4-BE49-F238E27FC236}">
                          <a16:creationId xmlns:a16="http://schemas.microsoft.com/office/drawing/2014/main" id="{14CF689C-59F6-4C1A-8466-9046C3CE0D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65385"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TextBox 13">
                      <a:extLst>
                        <a:ext uri="{FF2B5EF4-FFF2-40B4-BE49-F238E27FC236}">
                          <a16:creationId xmlns:a16="http://schemas.microsoft.com/office/drawing/2014/main" id="{74CDAE2B-BA7D-4D77-8643-FE93A4A989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3" name="TextBox 13">
                      <a:extLst>
                        <a:ext uri="{FF2B5EF4-FFF2-40B4-BE49-F238E27FC236}">
                          <a16:creationId xmlns:a16="http://schemas.microsoft.com/office/drawing/2014/main" id="{9714FE09-9A4C-41AC-BDAF-DDFAB90C9D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423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8" name="DVO">
                  <a:extLst>
                    <a:ext uri="{FF2B5EF4-FFF2-40B4-BE49-F238E27FC236}">
                      <a16:creationId xmlns:a16="http://schemas.microsoft.com/office/drawing/2014/main" id="{43C7AFD2-1064-4871-9687-622A693B10F4}"/>
                    </a:ext>
                  </a:extLst>
                </p:cNvPr>
                <p:cNvSpPr/>
                <p:nvPr/>
              </p:nvSpPr>
              <p:spPr>
                <a:xfrm flipH="1">
                  <a:off x="4375829" y="3447523"/>
                  <a:ext cx="1070273" cy="2217330"/>
                </a:xfrm>
                <a:prstGeom prst="arc">
                  <a:avLst>
                    <a:gd name="adj1" fmla="val 5396867"/>
                    <a:gd name="adj2" fmla="val 16170484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cxnSp>
              <p:nvCxnSpPr>
                <p:cNvPr id="139" name="Straight Arrow Connector 17">
                  <a:extLst>
                    <a:ext uri="{FF2B5EF4-FFF2-40B4-BE49-F238E27FC236}">
                      <a16:creationId xmlns:a16="http://schemas.microsoft.com/office/drawing/2014/main" id="{1241F73F-2354-4576-9B2C-BCB10E9FFF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80724" y="4549013"/>
                  <a:ext cx="328471" cy="424757"/>
                </a:xfrm>
                <a:prstGeom prst="straightConnector1">
                  <a:avLst/>
                </a:prstGeom>
                <a:ln w="53975">
                  <a:solidFill>
                    <a:srgbClr val="238109"/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0" name="Oval 23">
                  <a:extLst>
                    <a:ext uri="{FF2B5EF4-FFF2-40B4-BE49-F238E27FC236}">
                      <a16:creationId xmlns:a16="http://schemas.microsoft.com/office/drawing/2014/main" id="{BED0A9B3-F456-4417-A648-2A6F8438FE1A}"/>
                    </a:ext>
                  </a:extLst>
                </p:cNvPr>
                <p:cNvSpPr/>
                <p:nvPr/>
              </p:nvSpPr>
              <p:spPr>
                <a:xfrm>
                  <a:off x="5862033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41" name="Partial Circle 9">
                  <a:extLst>
                    <a:ext uri="{FF2B5EF4-FFF2-40B4-BE49-F238E27FC236}">
                      <a16:creationId xmlns:a16="http://schemas.microsoft.com/office/drawing/2014/main" id="{0EE6BB8D-74D1-4BAE-ADEE-C8502B98B9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7039" y="4295384"/>
                  <a:ext cx="246001" cy="49684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60000"/>
                        <a:lumOff val="40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42" name="Straight Arrow Connector 7">
                  <a:extLst>
                    <a:ext uri="{FF2B5EF4-FFF2-40B4-BE49-F238E27FC236}">
                      <a16:creationId xmlns:a16="http://schemas.microsoft.com/office/drawing/2014/main" id="{AC2AA450-682E-454B-B4A4-B5A2A6B23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6471" y="3891965"/>
                  <a:ext cx="2515" cy="660975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TextBox 10">
                      <a:extLst>
                        <a:ext uri="{FF2B5EF4-FFF2-40B4-BE49-F238E27FC236}">
                          <a16:creationId xmlns:a16="http://schemas.microsoft.com/office/drawing/2014/main" id="{D8D42419-3133-4AF8-947A-5562F7F62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Box 10">
                      <a:extLst>
                        <a:ext uri="{FF2B5EF4-FFF2-40B4-BE49-F238E27FC236}">
                          <a16:creationId xmlns:a16="http://schemas.microsoft.com/office/drawing/2014/main" id="{4240A0D3-5703-4004-862C-326D524413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11538" r="-84615" b="-89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4" name="Straight Arrow Connector 19">
                  <a:extLst>
                    <a:ext uri="{FF2B5EF4-FFF2-40B4-BE49-F238E27FC236}">
                      <a16:creationId xmlns:a16="http://schemas.microsoft.com/office/drawing/2014/main" id="{6355DC5C-77DE-4238-9F52-07FAF253AF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0897" y="4549701"/>
                  <a:ext cx="290252" cy="232381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8">
                  <a:extLst>
                    <a:ext uri="{FF2B5EF4-FFF2-40B4-BE49-F238E27FC236}">
                      <a16:creationId xmlns:a16="http://schemas.microsoft.com/office/drawing/2014/main" id="{88B69A1E-F10B-4252-BD9E-C8D0A3492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4656933" y="4295511"/>
                  <a:ext cx="0" cy="508379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7">
                  <a:extLst>
                    <a:ext uri="{FF2B5EF4-FFF2-40B4-BE49-F238E27FC236}">
                      <a16:creationId xmlns:a16="http://schemas.microsoft.com/office/drawing/2014/main" id="{15CA8273-A93B-491F-843D-A271FA6BB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97207" y="3888283"/>
                  <a:ext cx="847803" cy="666541"/>
                </a:xfrm>
                <a:prstGeom prst="straightConnector1">
                  <a:avLst/>
                </a:prstGeom>
                <a:ln w="53975">
                  <a:solidFill>
                    <a:schemeClr val="accent5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7" name="Oval 20">
                  <a:extLst>
                    <a:ext uri="{FF2B5EF4-FFF2-40B4-BE49-F238E27FC236}">
                      <a16:creationId xmlns:a16="http://schemas.microsoft.com/office/drawing/2014/main" id="{B8D39A88-69BE-488B-AB61-02C5DD60D6D1}"/>
                    </a:ext>
                  </a:extLst>
                </p:cNvPr>
                <p:cNvSpPr/>
                <p:nvPr/>
              </p:nvSpPr>
              <p:spPr>
                <a:xfrm>
                  <a:off x="3721242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50" name="Oval 22">
                  <a:extLst>
                    <a:ext uri="{FF2B5EF4-FFF2-40B4-BE49-F238E27FC236}">
                      <a16:creationId xmlns:a16="http://schemas.microsoft.com/office/drawing/2014/main" id="{1AE41DA7-95B0-4CF3-9D54-3DD78A2326D0}"/>
                    </a:ext>
                  </a:extLst>
                </p:cNvPr>
                <p:cNvSpPr/>
                <p:nvPr/>
              </p:nvSpPr>
              <p:spPr>
                <a:xfrm>
                  <a:off x="4792242" y="3310384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1" name="Oval 23">
                  <a:extLst>
                    <a:ext uri="{FF2B5EF4-FFF2-40B4-BE49-F238E27FC236}">
                      <a16:creationId xmlns:a16="http://schemas.microsoft.com/office/drawing/2014/main" id="{7B1F1378-1CB8-4136-B988-D8011CB96350}"/>
                    </a:ext>
                  </a:extLst>
                </p:cNvPr>
                <p:cNvSpPr/>
                <p:nvPr/>
              </p:nvSpPr>
              <p:spPr>
                <a:xfrm>
                  <a:off x="5313839" y="4875217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3" name="Oval 23">
                  <a:extLst>
                    <a:ext uri="{FF2B5EF4-FFF2-40B4-BE49-F238E27FC236}">
                      <a16:creationId xmlns:a16="http://schemas.microsoft.com/office/drawing/2014/main" id="{6F72E84E-C433-40B8-BA5D-EE6E726861D2}"/>
                    </a:ext>
                  </a:extLst>
                </p:cNvPr>
                <p:cNvSpPr/>
                <p:nvPr/>
              </p:nvSpPr>
              <p:spPr>
                <a:xfrm>
                  <a:off x="4111260" y="406661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/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1" name="圖形 60">
              <a:extLst>
                <a:ext uri="{FF2B5EF4-FFF2-40B4-BE49-F238E27FC236}">
                  <a16:creationId xmlns:a16="http://schemas.microsoft.com/office/drawing/2014/main" id="{8B3863D2-3348-4F35-9060-F34A360DE9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62" name="圖形 61">
              <a:extLst>
                <a:ext uri="{FF2B5EF4-FFF2-40B4-BE49-F238E27FC236}">
                  <a16:creationId xmlns:a16="http://schemas.microsoft.com/office/drawing/2014/main" id="{225984AF-2440-459A-9A33-1CF88E0FC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63" name="圖形 62">
              <a:extLst>
                <a:ext uri="{FF2B5EF4-FFF2-40B4-BE49-F238E27FC236}">
                  <a16:creationId xmlns:a16="http://schemas.microsoft.com/office/drawing/2014/main" id="{3C1688ED-BE9F-4162-862F-2E0E82F7B3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47C70DFB-711A-44FB-A9A4-5C49BB3C7D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936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957206-D587-42E7-B92C-0704BCDD2639}"/>
              </a:ext>
            </a:extLst>
          </p:cNvPr>
          <p:cNvSpPr/>
          <p:nvPr/>
        </p:nvSpPr>
        <p:spPr>
          <a:xfrm>
            <a:off x="5893269" y="4192340"/>
            <a:ext cx="412512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beyond single beams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59BA0E-06DF-424A-AD49-113E00E131F1}"/>
                  </a:ext>
                </a:extLst>
              </p:cNvPr>
              <p:cNvSpPr/>
              <p:nvPr/>
            </p:nvSpPr>
            <p:spPr>
              <a:xfrm>
                <a:off x="6611897" y="6273716"/>
                <a:ext cx="2675732" cy="4108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59BA0E-06DF-424A-AD49-113E00E13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897" y="6273716"/>
                <a:ext cx="2675732" cy="410882"/>
              </a:xfrm>
              <a:prstGeom prst="rect">
                <a:avLst/>
              </a:prstGeom>
              <a:blipFill>
                <a:blip r:embed="rId4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/>
              <p:nvPr/>
            </p:nvSpPr>
            <p:spPr>
              <a:xfrm>
                <a:off x="7139945" y="4611059"/>
                <a:ext cx="12993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945" y="4611059"/>
                <a:ext cx="1299330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/>
              <p:nvPr/>
            </p:nvSpPr>
            <p:spPr>
              <a:xfrm>
                <a:off x="6962169" y="5059265"/>
                <a:ext cx="3025957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bSup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169" y="5059265"/>
                <a:ext cx="3025957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93D7EA2-4966-40AF-AA54-8A1548D8BEFC}"/>
                  </a:ext>
                </a:extLst>
              </p:cNvPr>
              <p:cNvSpPr/>
              <p:nvPr/>
            </p:nvSpPr>
            <p:spPr>
              <a:xfrm>
                <a:off x="6309795" y="5717255"/>
                <a:ext cx="3406189" cy="491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93D7EA2-4966-40AF-AA54-8A1548D8B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795" y="5717255"/>
                <a:ext cx="3406189" cy="4910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11">
                <a:extLst>
                  <a:ext uri="{FF2B5EF4-FFF2-40B4-BE49-F238E27FC236}">
                    <a16:creationId xmlns:a16="http://schemas.microsoft.com/office/drawing/2014/main" id="{C7421F43-4823-4260-9F25-6FF426719C92}"/>
                  </a:ext>
                </a:extLst>
              </p:cNvPr>
              <p:cNvSpPr txBox="1"/>
              <p:nvPr/>
            </p:nvSpPr>
            <p:spPr>
              <a:xfrm>
                <a:off x="4772961" y="1524077"/>
                <a:ext cx="5775520" cy="59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70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700" b="1" i="1" dirty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7" name="TextBox 11">
                <a:extLst>
                  <a:ext uri="{FF2B5EF4-FFF2-40B4-BE49-F238E27FC236}">
                    <a16:creationId xmlns:a16="http://schemas.microsoft.com/office/drawing/2014/main" id="{C7421F43-4823-4260-9F25-6FF426719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961" y="1524077"/>
                <a:ext cx="5775520" cy="594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B624E943-D19F-4A27-97DF-242F56A83523}"/>
                  </a:ext>
                </a:extLst>
              </p:cNvPr>
              <p:cNvSpPr/>
              <p:nvPr/>
            </p:nvSpPr>
            <p:spPr>
              <a:xfrm>
                <a:off x="3432367" y="1670123"/>
                <a:ext cx="1487458" cy="3936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700" b="1" i="1" smtClean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B624E943-D19F-4A27-97DF-242F56A835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67" y="1670123"/>
                <a:ext cx="1487458" cy="3936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1">
                <a:extLst>
                  <a:ext uri="{FF2B5EF4-FFF2-40B4-BE49-F238E27FC236}">
                    <a16:creationId xmlns:a16="http://schemas.microsoft.com/office/drawing/2014/main" id="{7EF3FED6-8E8F-4359-8960-6D9655CED48F}"/>
                  </a:ext>
                </a:extLst>
              </p:cNvPr>
              <p:cNvSpPr txBox="1"/>
              <p:nvPr/>
            </p:nvSpPr>
            <p:spPr>
              <a:xfrm>
                <a:off x="4772844" y="2230074"/>
                <a:ext cx="7126136" cy="609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70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700" b="1" i="1" dirty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6" name="TextBox 11">
                <a:extLst>
                  <a:ext uri="{FF2B5EF4-FFF2-40B4-BE49-F238E27FC236}">
                    <a16:creationId xmlns:a16="http://schemas.microsoft.com/office/drawing/2014/main" id="{7EF3FED6-8E8F-4359-8960-6D9655CED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844" y="2230074"/>
                <a:ext cx="7126136" cy="6096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6043A682-C440-48EA-9140-22F7F51E9353}"/>
                  </a:ext>
                </a:extLst>
              </p:cNvPr>
              <p:cNvSpPr/>
              <p:nvPr/>
            </p:nvSpPr>
            <p:spPr>
              <a:xfrm>
                <a:off x="4771342" y="2924200"/>
                <a:ext cx="7604839" cy="637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70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700" b="1" i="1" dirty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7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7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7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7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7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7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7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7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7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7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7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6043A682-C440-48EA-9140-22F7F51E9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342" y="2924200"/>
                <a:ext cx="7604839" cy="637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521F975-04DD-40E8-A38F-B492F90137FF}"/>
              </a:ext>
            </a:extLst>
          </p:cNvPr>
          <p:cNvSpPr/>
          <p:nvPr/>
        </p:nvSpPr>
        <p:spPr>
          <a:xfrm>
            <a:off x="5885650" y="4181474"/>
            <a:ext cx="4143816" cy="265747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33AF1873-AC96-4D60-BB36-1E1390549F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p:grpSp>
        <p:nvGrpSpPr>
          <p:cNvPr id="52" name="群組 51">
            <a:extLst>
              <a:ext uri="{FF2B5EF4-FFF2-40B4-BE49-F238E27FC236}">
                <a16:creationId xmlns:a16="http://schemas.microsoft.com/office/drawing/2014/main" id="{CEC17045-24F6-49DE-8208-1DA48FD68A39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2034F7E5-9CC1-415C-8AE5-AF86D5FA3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4160F7E-9E04-46D9-8116-B1C11025B8C9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55" name="等腰三角形 54">
            <a:extLst>
              <a:ext uri="{FF2B5EF4-FFF2-40B4-BE49-F238E27FC236}">
                <a16:creationId xmlns:a16="http://schemas.microsoft.com/office/drawing/2014/main" id="{3D0D88E7-65A5-4713-B83A-0316005F9E0A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57" name="內容版面配置區 2">
            <a:extLst>
              <a:ext uri="{FF2B5EF4-FFF2-40B4-BE49-F238E27FC236}">
                <a16:creationId xmlns:a16="http://schemas.microsoft.com/office/drawing/2014/main" id="{93400929-333B-4E15-BC9C-3F43BCDD918C}"/>
              </a:ext>
            </a:extLst>
          </p:cNvPr>
          <p:cNvSpPr txBox="1">
            <a:spLocks/>
          </p:cNvSpPr>
          <p:nvPr/>
        </p:nvSpPr>
        <p:spPr>
          <a:xfrm>
            <a:off x="79809" y="1831067"/>
            <a:ext cx="1499075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 phase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ABF7D7DD-F571-4CF7-BB84-699EC55A7909}"/>
                  </a:ext>
                </a:extLst>
              </p:cNvPr>
              <p:cNvSpPr txBox="1"/>
              <p:nvPr/>
            </p:nvSpPr>
            <p:spPr>
              <a:xfrm>
                <a:off x="648316" y="2339156"/>
                <a:ext cx="931358" cy="44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𝑖𝐽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ABF7D7DD-F571-4CF7-BB84-699EC55A7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16" y="2339156"/>
                <a:ext cx="931358" cy="44672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11">
                <a:extLst>
                  <a:ext uri="{FF2B5EF4-FFF2-40B4-BE49-F238E27FC236}">
                    <a16:creationId xmlns:a16="http://schemas.microsoft.com/office/drawing/2014/main" id="{2053E306-0C0B-4D78-8FD2-4C132413A217}"/>
                  </a:ext>
                </a:extLst>
              </p:cNvPr>
              <p:cNvSpPr txBox="1"/>
              <p:nvPr/>
            </p:nvSpPr>
            <p:spPr>
              <a:xfrm>
                <a:off x="1991044" y="2339156"/>
                <a:ext cx="931358" cy="476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9" name="TextBox 11">
                <a:extLst>
                  <a:ext uri="{FF2B5EF4-FFF2-40B4-BE49-F238E27FC236}">
                    <a16:creationId xmlns:a16="http://schemas.microsoft.com/office/drawing/2014/main" id="{2053E306-0C0B-4D78-8FD2-4C132413A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044" y="2339156"/>
                <a:ext cx="931358" cy="4768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內容版面配置區 2">
            <a:extLst>
              <a:ext uri="{FF2B5EF4-FFF2-40B4-BE49-F238E27FC236}">
                <a16:creationId xmlns:a16="http://schemas.microsoft.com/office/drawing/2014/main" id="{7DD2D2A1-1769-4857-8CD7-D3C6F5115D40}"/>
              </a:ext>
            </a:extLst>
          </p:cNvPr>
          <p:cNvSpPr txBox="1">
            <a:spLocks/>
          </p:cNvSpPr>
          <p:nvPr/>
        </p:nvSpPr>
        <p:spPr>
          <a:xfrm>
            <a:off x="176451" y="5065606"/>
            <a:ext cx="3011852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</a:t>
            </a:r>
            <a:r>
              <a:rPr lang="zh-TW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&amp;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5" name="內容版面配置區 2">
            <a:extLst>
              <a:ext uri="{FF2B5EF4-FFF2-40B4-BE49-F238E27FC236}">
                <a16:creationId xmlns:a16="http://schemas.microsoft.com/office/drawing/2014/main" id="{A8F4E483-5B20-4937-9C80-F7A7D901D084}"/>
              </a:ext>
            </a:extLst>
          </p:cNvPr>
          <p:cNvSpPr txBox="1">
            <a:spLocks/>
          </p:cNvSpPr>
          <p:nvPr/>
        </p:nvSpPr>
        <p:spPr>
          <a:xfrm>
            <a:off x="1835773" y="1827401"/>
            <a:ext cx="1499075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 phase</a:t>
            </a:r>
          </a:p>
        </p:txBody>
      </p:sp>
      <p:pic>
        <p:nvPicPr>
          <p:cNvPr id="67" name="圖形 66">
            <a:extLst>
              <a:ext uri="{FF2B5EF4-FFF2-40B4-BE49-F238E27FC236}">
                <a16:creationId xmlns:a16="http://schemas.microsoft.com/office/drawing/2014/main" id="{9D0CC5DF-57E7-40DD-8FAC-3CD38DE86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5196"/>
          <a:stretch/>
        </p:blipFill>
        <p:spPr>
          <a:xfrm>
            <a:off x="3590679" y="1741207"/>
            <a:ext cx="223834" cy="213728"/>
          </a:xfrm>
          <a:prstGeom prst="rect">
            <a:avLst/>
          </a:prstGeom>
        </p:spPr>
      </p:pic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8FDB6D7D-9276-48BD-A3EE-8D840AA5F46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C9C63EFD-373D-4A10-9CC6-EA2DD23F1002}"/>
              </a:ext>
            </a:extLst>
          </p:cNvPr>
          <p:cNvSpPr txBox="1">
            <a:spLocks/>
          </p:cNvSpPr>
          <p:nvPr/>
        </p:nvSpPr>
        <p:spPr>
          <a:xfrm>
            <a:off x="3501785" y="668945"/>
            <a:ext cx="7623880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</a:p>
        </p:txBody>
      </p:sp>
    </p:spTree>
    <p:extLst>
      <p:ext uri="{BB962C8B-B14F-4D97-AF65-F5344CB8AC3E}">
        <p14:creationId xmlns:p14="http://schemas.microsoft.com/office/powerpoint/2010/main" val="1527547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957206-D587-42E7-B92C-0704BCDD2639}"/>
              </a:ext>
            </a:extLst>
          </p:cNvPr>
          <p:cNvSpPr/>
          <p:nvPr/>
        </p:nvSpPr>
        <p:spPr>
          <a:xfrm>
            <a:off x="5893269" y="5040065"/>
            <a:ext cx="412512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beyond single beams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/>
              <p:nvPr/>
            </p:nvSpPr>
            <p:spPr>
              <a:xfrm>
                <a:off x="7098590" y="5763584"/>
                <a:ext cx="13820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590" y="5763584"/>
                <a:ext cx="13820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/>
              <p:nvPr/>
            </p:nvSpPr>
            <p:spPr>
              <a:xfrm>
                <a:off x="6962169" y="6110190"/>
                <a:ext cx="3027046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169" y="6110190"/>
                <a:ext cx="3027046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521F975-04DD-40E8-A38F-B492F90137FF}"/>
              </a:ext>
            </a:extLst>
          </p:cNvPr>
          <p:cNvSpPr/>
          <p:nvPr/>
        </p:nvSpPr>
        <p:spPr>
          <a:xfrm>
            <a:off x="5885650" y="5003800"/>
            <a:ext cx="4143816" cy="183515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33AF1873-AC96-4D60-BB36-1E1390549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p:grpSp>
        <p:nvGrpSpPr>
          <p:cNvPr id="52" name="群組 51">
            <a:extLst>
              <a:ext uri="{FF2B5EF4-FFF2-40B4-BE49-F238E27FC236}">
                <a16:creationId xmlns:a16="http://schemas.microsoft.com/office/drawing/2014/main" id="{CEC17045-24F6-49DE-8208-1DA48FD68A39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2034F7E5-9CC1-415C-8AE5-AF86D5FA3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4160F7E-9E04-46D9-8116-B1C11025B8C9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55" name="等腰三角形 54">
            <a:extLst>
              <a:ext uri="{FF2B5EF4-FFF2-40B4-BE49-F238E27FC236}">
                <a16:creationId xmlns:a16="http://schemas.microsoft.com/office/drawing/2014/main" id="{3D0D88E7-65A5-4713-B83A-0316005F9E0A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60" name="內容版面配置區 2">
            <a:extLst>
              <a:ext uri="{FF2B5EF4-FFF2-40B4-BE49-F238E27FC236}">
                <a16:creationId xmlns:a16="http://schemas.microsoft.com/office/drawing/2014/main" id="{7DD2D2A1-1769-4857-8CD7-D3C6F5115D40}"/>
              </a:ext>
            </a:extLst>
          </p:cNvPr>
          <p:cNvSpPr txBox="1">
            <a:spLocks/>
          </p:cNvSpPr>
          <p:nvPr/>
        </p:nvSpPr>
        <p:spPr>
          <a:xfrm>
            <a:off x="176451" y="5065606"/>
            <a:ext cx="3011852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</a:t>
            </a:r>
            <a:r>
              <a:rPr lang="zh-TW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11">
                <a:extLst>
                  <a:ext uri="{FF2B5EF4-FFF2-40B4-BE49-F238E27FC236}">
                    <a16:creationId xmlns:a16="http://schemas.microsoft.com/office/drawing/2014/main" id="{08853BBD-02C9-48CE-841E-32177FEA84DA}"/>
                  </a:ext>
                </a:extLst>
              </p:cNvPr>
              <p:cNvSpPr txBox="1"/>
              <p:nvPr/>
            </p:nvSpPr>
            <p:spPr>
              <a:xfrm>
                <a:off x="648316" y="2334604"/>
                <a:ext cx="931358" cy="44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1" name="TextBox 11">
                <a:extLst>
                  <a:ext uri="{FF2B5EF4-FFF2-40B4-BE49-F238E27FC236}">
                    <a16:creationId xmlns:a16="http://schemas.microsoft.com/office/drawing/2014/main" id="{08853BBD-02C9-48CE-841E-32177FEA8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16" y="2334604"/>
                <a:ext cx="931358" cy="4467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1C70E51C-5FC2-4A37-80AA-CAC71355DC61}"/>
                  </a:ext>
                </a:extLst>
              </p:cNvPr>
              <p:cNvSpPr txBox="1"/>
              <p:nvPr/>
            </p:nvSpPr>
            <p:spPr>
              <a:xfrm>
                <a:off x="1991044" y="2334604"/>
                <a:ext cx="931358" cy="476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1C70E51C-5FC2-4A37-80AA-CAC71355D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044" y="2334604"/>
                <a:ext cx="931358" cy="4768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內容版面配置區 2">
                <a:extLst>
                  <a:ext uri="{FF2B5EF4-FFF2-40B4-BE49-F238E27FC236}">
                    <a16:creationId xmlns:a16="http://schemas.microsoft.com/office/drawing/2014/main" id="{827F88A1-B931-4565-90C1-61342A1B5B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82735" y="3084209"/>
                <a:ext cx="7623880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manipulate the polarization, we need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2" name="內容版面配置區 2">
                <a:extLst>
                  <a:ext uri="{FF2B5EF4-FFF2-40B4-BE49-F238E27FC236}">
                    <a16:creationId xmlns:a16="http://schemas.microsoft.com/office/drawing/2014/main" id="{827F88A1-B931-4565-90C1-61342A1B5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735" y="3084209"/>
                <a:ext cx="7623880" cy="324388"/>
              </a:xfrm>
              <a:prstGeom prst="rect">
                <a:avLst/>
              </a:prstGeom>
              <a:blipFill>
                <a:blip r:embed="rId10"/>
                <a:stretch>
                  <a:fillRect l="-799" t="-33962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9B49DF1A-DEA8-4183-A64C-5CD58F874D41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6D592183-1DE8-47A9-BD8C-E244A61A5DFF}"/>
                  </a:ext>
                </a:extLst>
              </p:cNvPr>
              <p:cNvSpPr/>
              <p:nvPr/>
            </p:nvSpPr>
            <p:spPr>
              <a:xfrm>
                <a:off x="3172889" y="1503875"/>
                <a:ext cx="8885762" cy="12114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num>
                                    <m:den>
                                      <m: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TW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num>
                                    <m:den>
                                      <m: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6D592183-1DE8-47A9-BD8C-E244A61A5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889" y="1503875"/>
                <a:ext cx="8885762" cy="12114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6E50380D-F0A2-409A-9F63-C05D521D64E6}"/>
                  </a:ext>
                </a:extLst>
              </p:cNvPr>
              <p:cNvSpPr/>
              <p:nvPr/>
            </p:nvSpPr>
            <p:spPr>
              <a:xfrm>
                <a:off x="3412411" y="1012122"/>
                <a:ext cx="148745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6E50380D-F0A2-409A-9F63-C05D521D6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11" y="1012122"/>
                <a:ext cx="1487458" cy="4364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CD240C52-8551-4041-80B0-B97629A1ABB6}"/>
                  </a:ext>
                </a:extLst>
              </p:cNvPr>
              <p:cNvSpPr txBox="1"/>
              <p:nvPr/>
            </p:nvSpPr>
            <p:spPr>
              <a:xfrm>
                <a:off x="4749458" y="920077"/>
                <a:ext cx="5775520" cy="632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7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</m:e>
                            <m:sub>
                              <m:sSup>
                                <m:sSupPr>
                                  <m:ctrlP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</m:oMathPara>
                </a14:m>
                <a:endParaRPr lang="en-US" sz="1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CD240C52-8551-4041-80B0-B97629A1A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458" y="920077"/>
                <a:ext cx="5775520" cy="63280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圖形 72">
            <a:extLst>
              <a:ext uri="{FF2B5EF4-FFF2-40B4-BE49-F238E27FC236}">
                <a16:creationId xmlns:a16="http://schemas.microsoft.com/office/drawing/2014/main" id="{064B2902-B5E1-4C57-99FC-B2A0A2DAA9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5196"/>
          <a:stretch/>
        </p:blipFill>
        <p:spPr>
          <a:xfrm>
            <a:off x="3570534" y="1125983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C717FD4-C917-4760-898B-CC3399D8D181}"/>
                  </a:ext>
                </a:extLst>
              </p:cNvPr>
              <p:cNvSpPr/>
              <p:nvPr/>
            </p:nvSpPr>
            <p:spPr>
              <a:xfrm>
                <a:off x="7060490" y="5409511"/>
                <a:ext cx="14501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C717FD4-C917-4760-898B-CC3399D8D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490" y="5409511"/>
                <a:ext cx="14501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內容版面配置區 2">
            <a:extLst>
              <a:ext uri="{FF2B5EF4-FFF2-40B4-BE49-F238E27FC236}">
                <a16:creationId xmlns:a16="http://schemas.microsoft.com/office/drawing/2014/main" id="{17C0A9FB-836E-4E8B-A026-5272701D8587}"/>
              </a:ext>
            </a:extLst>
          </p:cNvPr>
          <p:cNvSpPr txBox="1">
            <a:spLocks/>
          </p:cNvSpPr>
          <p:nvPr/>
        </p:nvSpPr>
        <p:spPr>
          <a:xfrm>
            <a:off x="3501785" y="668945"/>
            <a:ext cx="7623880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BBD80D84-54D6-4BB3-8728-28A2776CDD11}"/>
                  </a:ext>
                </a:extLst>
              </p:cNvPr>
              <p:cNvSpPr/>
              <p:nvPr/>
            </p:nvSpPr>
            <p:spPr>
              <a:xfrm>
                <a:off x="4695825" y="3494600"/>
                <a:ext cx="6029326" cy="1083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16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6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6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BBD80D84-54D6-4BB3-8728-28A2776CD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825" y="3494600"/>
                <a:ext cx="6029326" cy="10835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39F85D6-DEB4-4B9E-B5A9-554D5043F76E}"/>
                  </a:ext>
                </a:extLst>
              </p:cNvPr>
              <p:cNvSpPr/>
              <p:nvPr/>
            </p:nvSpPr>
            <p:spPr>
              <a:xfrm>
                <a:off x="3402886" y="3612447"/>
                <a:ext cx="1540165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,ℓ,−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39F85D6-DEB4-4B9E-B5A9-554D5043F7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886" y="3612447"/>
                <a:ext cx="1540165" cy="43640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" name="圖形 81">
            <a:extLst>
              <a:ext uri="{FF2B5EF4-FFF2-40B4-BE49-F238E27FC236}">
                <a16:creationId xmlns:a16="http://schemas.microsoft.com/office/drawing/2014/main" id="{2E6BDD31-8411-4177-B05C-F6BF7B69DB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5196"/>
          <a:stretch/>
        </p:blipFill>
        <p:spPr>
          <a:xfrm>
            <a:off x="3561009" y="3726308"/>
            <a:ext cx="223834" cy="2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7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圖片 70">
            <a:extLst>
              <a:ext uri="{FF2B5EF4-FFF2-40B4-BE49-F238E27FC236}">
                <a16:creationId xmlns:a16="http://schemas.microsoft.com/office/drawing/2014/main" id="{F541341B-E1DE-4481-8FD2-B9677C0EF1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7071090" y="2999778"/>
            <a:ext cx="207230" cy="822325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28C66A5-9A62-4C16-8C87-5EE1FACA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7C300A12-CC57-4D85-863B-0FA186C75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65120A38-4363-453E-A0B4-70432B81A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B0594F1F-13A9-4B02-9C7E-AF2C97933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AF736347-3882-4402-8962-C34630D6BB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even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/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/>
              <p:nvPr/>
            </p:nvSpPr>
            <p:spPr>
              <a:xfrm>
                <a:off x="2480827" y="652222"/>
                <a:ext cx="4542691" cy="5619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p>
                              </m:sSubSup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>
                                <a:rPr lang="en-US" altLang="zh-TW" sz="16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p>
                              </m:sSubSup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827" y="652222"/>
                <a:ext cx="4542691" cy="5619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/>
              <p:nvPr/>
            </p:nvSpPr>
            <p:spPr>
              <a:xfrm>
                <a:off x="2490353" y="1346855"/>
                <a:ext cx="2006896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</m:sSubSup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353" y="1346855"/>
                <a:ext cx="2006896" cy="419154"/>
              </a:xfrm>
              <a:prstGeom prst="rect">
                <a:avLst/>
              </a:prstGeom>
              <a:blipFill>
                <a:blip r:embed="rId10"/>
                <a:stretch>
                  <a:fillRect r="-8207" b="-14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/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  <a:blipFill>
                <a:blip r:embed="rId19"/>
                <a:stretch>
                  <a:fillRect l="-526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20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21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2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2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24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25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>
            <a:extLst>
              <a:ext uri="{FF2B5EF4-FFF2-40B4-BE49-F238E27FC236}">
                <a16:creationId xmlns:a16="http://schemas.microsoft.com/office/drawing/2014/main" id="{D071F7B3-08EF-4868-B436-39CB91E0385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40451" y="5142224"/>
            <a:ext cx="1080000" cy="1080000"/>
          </a:xfrm>
          <a:prstGeom prst="rect">
            <a:avLst/>
          </a:prstGeom>
        </p:spPr>
      </p:pic>
      <p:sp>
        <p:nvSpPr>
          <p:cNvPr id="167" name="矩形 166">
            <a:extLst>
              <a:ext uri="{FF2B5EF4-FFF2-40B4-BE49-F238E27FC236}">
                <a16:creationId xmlns:a16="http://schemas.microsoft.com/office/drawing/2014/main" id="{2E499A66-D349-4F57-A882-565B17D69B5E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7695516" y="3119147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AC4A932D-4319-49BE-8647-9927E041EAB0}"/>
              </a:ext>
            </a:extLst>
          </p:cNvPr>
          <p:cNvGrpSpPr/>
          <p:nvPr/>
        </p:nvGrpSpPr>
        <p:grpSpPr>
          <a:xfrm>
            <a:off x="1338869" y="3119147"/>
            <a:ext cx="483108" cy="476014"/>
            <a:chOff x="1338869" y="2976272"/>
            <a:chExt cx="483108" cy="476014"/>
          </a:xfrm>
        </p:grpSpPr>
        <p:grpSp>
          <p:nvGrpSpPr>
            <p:cNvPr id="234" name="群組 233">
              <a:extLst>
                <a:ext uri="{FF2B5EF4-FFF2-40B4-BE49-F238E27FC236}">
                  <a16:creationId xmlns:a16="http://schemas.microsoft.com/office/drawing/2014/main" id="{12931DAB-A292-4809-BF07-BC28116E516E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237" name="箭號: 向右 236">
                <a:extLst>
                  <a:ext uri="{FF2B5EF4-FFF2-40B4-BE49-F238E27FC236}">
                    <a16:creationId xmlns:a16="http://schemas.microsoft.com/office/drawing/2014/main" id="{245EB0F1-A409-4E34-91F1-31880CB5505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箭號: 向右 237">
                <a:extLst>
                  <a:ext uri="{FF2B5EF4-FFF2-40B4-BE49-F238E27FC236}">
                    <a16:creationId xmlns:a16="http://schemas.microsoft.com/office/drawing/2014/main" id="{840AF78D-8408-4055-977B-6D33BC0F0B8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/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/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3" name="群組 252">
            <a:extLst>
              <a:ext uri="{FF2B5EF4-FFF2-40B4-BE49-F238E27FC236}">
                <a16:creationId xmlns:a16="http://schemas.microsoft.com/office/drawing/2014/main" id="{56040658-5F06-46F5-98B2-54DFB5D41F1E}"/>
              </a:ext>
            </a:extLst>
          </p:cNvPr>
          <p:cNvGrpSpPr/>
          <p:nvPr/>
        </p:nvGrpSpPr>
        <p:grpSpPr>
          <a:xfrm>
            <a:off x="1009782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5" name="圖形 254">
              <a:extLst>
                <a:ext uri="{FF2B5EF4-FFF2-40B4-BE49-F238E27FC236}">
                  <a16:creationId xmlns:a16="http://schemas.microsoft.com/office/drawing/2014/main" id="{2519BEBA-710F-4B72-9493-A663B9098F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56" name="群組 255">
            <a:extLst>
              <a:ext uri="{FF2B5EF4-FFF2-40B4-BE49-F238E27FC236}">
                <a16:creationId xmlns:a16="http://schemas.microsoft.com/office/drawing/2014/main" id="{09A13B60-2A87-4FC5-9D30-4F06AC1DD69B}"/>
              </a:ext>
            </a:extLst>
          </p:cNvPr>
          <p:cNvGrpSpPr/>
          <p:nvPr/>
        </p:nvGrpSpPr>
        <p:grpSpPr>
          <a:xfrm>
            <a:off x="1009782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8" name="圖形 257">
              <a:extLst>
                <a:ext uri="{FF2B5EF4-FFF2-40B4-BE49-F238E27FC236}">
                  <a16:creationId xmlns:a16="http://schemas.microsoft.com/office/drawing/2014/main" id="{C629C66C-3AC3-4E1A-8B18-AC093449E4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pic>
        <p:nvPicPr>
          <p:cNvPr id="65" name="圖片 64">
            <a:extLst>
              <a:ext uri="{FF2B5EF4-FFF2-40B4-BE49-F238E27FC236}">
                <a16:creationId xmlns:a16="http://schemas.microsoft.com/office/drawing/2014/main" id="{9368AC8F-363C-4548-A11F-3E4D586F6AB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1ED31B2-D4DE-4BC7-82F6-8AE71E1FBBD4}"/>
                  </a:ext>
                </a:extLst>
              </p:cNvPr>
              <p:cNvSpPr/>
              <p:nvPr/>
            </p:nvSpPr>
            <p:spPr>
              <a:xfrm>
                <a:off x="1138178" y="3689894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1ED31B2-D4DE-4BC7-82F6-8AE71E1FB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78" y="3689894"/>
                <a:ext cx="1123257" cy="35394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C837EC9-5F59-4E88-8F9C-2B7811EA432F}"/>
                  </a:ext>
                </a:extLst>
              </p:cNvPr>
              <p:cNvSpPr/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C837EC9-5F59-4E88-8F9C-2B7811EA4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DFFCF55-CF45-4507-99E7-04EB9D4AE799}"/>
                  </a:ext>
                </a:extLst>
              </p:cNvPr>
              <p:cNvSpPr/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DFFCF55-CF45-4507-99E7-04EB9D4AE7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C34106F-0192-4D1C-AEDC-71D10B2EF16B}"/>
                  </a:ext>
                </a:extLst>
              </p:cNvPr>
              <p:cNvSpPr/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C34106F-0192-4D1C-AEDC-71D10B2EF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C429C62D-BE66-4E70-AB18-894DD243216C}"/>
                  </a:ext>
                </a:extLst>
              </p:cNvPr>
              <p:cNvSpPr/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C429C62D-BE66-4E70-AB18-894DD24321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0848438-863A-4391-98E8-338129182ACE}"/>
                  </a:ext>
                </a:extLst>
              </p:cNvPr>
              <p:cNvSpPr/>
              <p:nvPr/>
            </p:nvSpPr>
            <p:spPr>
              <a:xfrm>
                <a:off x="7564422" y="368560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0848438-863A-4391-98E8-338129182A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422" y="3685601"/>
                <a:ext cx="968338" cy="353943"/>
              </a:xfrm>
              <a:prstGeom prst="rect">
                <a:avLst/>
              </a:prstGeom>
              <a:blipFill>
                <a:blip r:embed="rId49"/>
                <a:stretch>
                  <a:fillRect l="-629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AB8936D0-48F2-4B74-A70E-8C60E1A9CF14}"/>
                  </a:ext>
                </a:extLst>
              </p:cNvPr>
              <p:cNvSpPr/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AB8936D0-48F2-4B74-A70E-8C60E1A9C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D9930E0-ECFD-4244-8333-AE53D7AC0A23}"/>
                  </a:ext>
                </a:extLst>
              </p:cNvPr>
              <p:cNvSpPr/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D9930E0-ECFD-4244-8333-AE53D7AC0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  <a:blipFill>
                <a:blip r:embed="rId51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AD16E5B2-BFB7-49D8-900E-AF3E536866AA}"/>
                  </a:ext>
                </a:extLst>
              </p:cNvPr>
              <p:cNvSpPr/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AD16E5B2-BFB7-49D8-900E-AF3E5368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B25CF7EB-3F7B-4EA6-BAD5-170F50811824}"/>
                  </a:ext>
                </a:extLst>
              </p:cNvPr>
              <p:cNvSpPr/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B25CF7EB-3F7B-4EA6-BAD5-170F50811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接點: 弧形 2">
            <a:extLst>
              <a:ext uri="{FF2B5EF4-FFF2-40B4-BE49-F238E27FC236}">
                <a16:creationId xmlns:a16="http://schemas.microsoft.com/office/drawing/2014/main" id="{4041675B-3520-4A00-A944-CB9BD1B25CA5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15120" y="3927895"/>
            <a:ext cx="8670" cy="168344"/>
          </a:xfrm>
          <a:prstGeom prst="curvedConnector3">
            <a:avLst>
              <a:gd name="adj1" fmla="val 19712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E3080E9F-9E36-4998-B320-15E526C463C3}"/>
                  </a:ext>
                </a:extLst>
              </p:cNvPr>
              <p:cNvSpPr txBox="1"/>
              <p:nvPr/>
            </p:nvSpPr>
            <p:spPr>
              <a:xfrm>
                <a:off x="7329395" y="3957739"/>
                <a:ext cx="4609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E3080E9F-9E36-4998-B320-15E526C46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395" y="3957739"/>
                <a:ext cx="460976" cy="276999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1F0717D-D27F-40E2-A649-CE059F7A92DD}"/>
                  </a:ext>
                </a:extLst>
              </p:cNvPr>
              <p:cNvSpPr/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1F0717D-D27F-40E2-A649-CE059F7A9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E772E67-A525-401C-AF0F-830431B6415F}"/>
                  </a:ext>
                </a:extLst>
              </p:cNvPr>
              <p:cNvSpPr/>
              <p:nvPr/>
            </p:nvSpPr>
            <p:spPr>
              <a:xfrm>
                <a:off x="8881975" y="1284484"/>
                <a:ext cx="3334310" cy="528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  <m:r>
                        <a:rPr lang="en-US" altLang="zh-TW" sz="1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E772E67-A525-401C-AF0F-830431B64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975" y="1284484"/>
                <a:ext cx="3334310" cy="528606"/>
              </a:xfrm>
              <a:prstGeom prst="rect">
                <a:avLst/>
              </a:prstGeom>
              <a:blipFill>
                <a:blip r:embed="rId56"/>
                <a:stretch>
                  <a:fillRect b="-34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C1B5CF9D-36F9-4F8B-9BA3-4D9466E8981F}"/>
                  </a:ext>
                </a:extLst>
              </p:cNvPr>
              <p:cNvSpPr/>
              <p:nvPr/>
            </p:nvSpPr>
            <p:spPr>
              <a:xfrm>
                <a:off x="8881975" y="675275"/>
                <a:ext cx="3288849" cy="524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bSup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C1B5CF9D-36F9-4F8B-9BA3-4D9466E898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975" y="675275"/>
                <a:ext cx="3288849" cy="524503"/>
              </a:xfrm>
              <a:prstGeom prst="rect">
                <a:avLst/>
              </a:prstGeom>
              <a:blipFill>
                <a:blip r:embed="rId57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右大括弧 93">
            <a:extLst>
              <a:ext uri="{FF2B5EF4-FFF2-40B4-BE49-F238E27FC236}">
                <a16:creationId xmlns:a16="http://schemas.microsoft.com/office/drawing/2014/main" id="{8684E4D1-A9F6-4A97-9BBF-C002E1068B41}"/>
              </a:ext>
            </a:extLst>
          </p:cNvPr>
          <p:cNvSpPr/>
          <p:nvPr/>
        </p:nvSpPr>
        <p:spPr>
          <a:xfrm rot="10800000">
            <a:off x="1057636" y="762307"/>
            <a:ext cx="97435" cy="100934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047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圖片 61">
            <a:extLst>
              <a:ext uri="{FF2B5EF4-FFF2-40B4-BE49-F238E27FC236}">
                <a16:creationId xmlns:a16="http://schemas.microsoft.com/office/drawing/2014/main" id="{DD47719F-FF81-44DD-9619-530C226A3E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B593530B-6480-481C-96FD-7946C8EF6F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29AE56F9-CC52-4B17-BFA4-82084F31E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1067" y="3787699"/>
            <a:ext cx="1544400" cy="15444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56085C45-98D7-4C2B-940A-C938661C838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435F4A7-3480-4FB5-87CE-792732D563A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474CA850-5C1B-4FA4-9ED1-969BB830E4C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36F694EC-39E9-4570-A866-389D7ACA9BF7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 bright="70000" contrast="-70000"/>
          </a:blip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  <a:blipFill>
                <a:blip r:embed="rId18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 : even number of AM difference -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symmetry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3200" i="1" smtClean="0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19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/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/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04581" y="3768101"/>
            <a:ext cx="1582704" cy="15799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/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zh-TW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Elliptical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/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ln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±</m:t>
                          </m:r>
                        </m:sup>
                      </m:sSubSup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10964927" y="4231954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D8E0284B-469C-4A64-9965-7D94D76369EB}"/>
              </a:ext>
            </a:extLst>
          </p:cNvPr>
          <p:cNvGrpSpPr/>
          <p:nvPr/>
        </p:nvGrpSpPr>
        <p:grpSpPr>
          <a:xfrm>
            <a:off x="4925540" y="4231954"/>
            <a:ext cx="483108" cy="476014"/>
            <a:chOff x="1338869" y="2976272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  <a:blipFill>
                <a:blip r:embed="rId39"/>
                <a:stretch>
                  <a:fillRect l="-1579"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40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41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4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4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44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/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Additional pattern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圖片 68">
            <a:extLst>
              <a:ext uri="{FF2B5EF4-FFF2-40B4-BE49-F238E27FC236}">
                <a16:creationId xmlns:a16="http://schemas.microsoft.com/office/drawing/2014/main" id="{061FAA2E-03BD-4AF0-B1E8-FFD66B74E58B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11923644" y="4121996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41C308C-B7BE-4F6E-AD17-310D30309A37}"/>
                  </a:ext>
                </a:extLst>
              </p:cNvPr>
              <p:cNvSpPr txBox="1"/>
              <p:nvPr/>
            </p:nvSpPr>
            <p:spPr>
              <a:xfrm rot="5400000">
                <a:off x="11843473" y="4491335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41C308C-B7BE-4F6E-AD17-310D30309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843473" y="4491335"/>
                <a:ext cx="385849" cy="351901"/>
              </a:xfrm>
              <a:prstGeom prst="rect">
                <a:avLst/>
              </a:prstGeom>
              <a:blipFill>
                <a:blip r:embed="rId5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9B0F007C-9839-492B-8764-21FEF5F6D763}"/>
                  </a:ext>
                </a:extLst>
              </p:cNvPr>
              <p:cNvSpPr/>
              <p:nvPr/>
            </p:nvSpPr>
            <p:spPr>
              <a:xfrm>
                <a:off x="5002812" y="5044241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9B0F007C-9839-492B-8764-21FEF5F6D7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12" y="5044241"/>
                <a:ext cx="1123257" cy="353943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46FA74B9-DDB6-41BB-9C13-921479FCF569}"/>
                  </a:ext>
                </a:extLst>
              </p:cNvPr>
              <p:cNvSpPr/>
              <p:nvPr/>
            </p:nvSpPr>
            <p:spPr>
              <a:xfrm>
                <a:off x="11101252" y="5039948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46FA74B9-DDB6-41BB-9C13-921479FCF5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1252" y="5039948"/>
                <a:ext cx="968338" cy="353943"/>
              </a:xfrm>
              <a:prstGeom prst="rect">
                <a:avLst/>
              </a:prstGeom>
              <a:blipFill>
                <a:blip r:embed="rId5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FD300A-A89B-47FC-800D-DD0A675244ED}"/>
              </a:ext>
            </a:extLst>
          </p:cNvPr>
          <p:cNvGrpSpPr/>
          <p:nvPr/>
        </p:nvGrpSpPr>
        <p:grpSpPr>
          <a:xfrm>
            <a:off x="1009782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FB68B8E0-F3AC-4BB5-9C2B-D7F899003EA8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6" name="圖形 105">
              <a:extLst>
                <a:ext uri="{FF2B5EF4-FFF2-40B4-BE49-F238E27FC236}">
                  <a16:creationId xmlns:a16="http://schemas.microsoft.com/office/drawing/2014/main" id="{40894F5B-77E4-4237-B7D1-777BB884BE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A1EC3105-E677-4163-8777-7CD77ED701F4}"/>
              </a:ext>
            </a:extLst>
          </p:cNvPr>
          <p:cNvGrpSpPr/>
          <p:nvPr/>
        </p:nvGrpSpPr>
        <p:grpSpPr>
          <a:xfrm>
            <a:off x="1009782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F7998889-D2B1-4F37-9894-06C6BC662475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2" name="圖形 111">
              <a:extLst>
                <a:ext uri="{FF2B5EF4-FFF2-40B4-BE49-F238E27FC236}">
                  <a16:creationId xmlns:a16="http://schemas.microsoft.com/office/drawing/2014/main" id="{967F471B-7C4B-4D81-A43A-933E2E00E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8B775865-EEF3-41B3-8306-54480404D2B8}"/>
                  </a:ext>
                </a:extLst>
              </p:cNvPr>
              <p:cNvSpPr/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8B775865-EEF3-41B3-8306-54480404D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右大括弧 113">
            <a:extLst>
              <a:ext uri="{FF2B5EF4-FFF2-40B4-BE49-F238E27FC236}">
                <a16:creationId xmlns:a16="http://schemas.microsoft.com/office/drawing/2014/main" id="{B769F58A-F7C3-4BA5-8A5B-BC2F2D668EEE}"/>
              </a:ext>
            </a:extLst>
          </p:cNvPr>
          <p:cNvSpPr/>
          <p:nvPr/>
        </p:nvSpPr>
        <p:spPr>
          <a:xfrm rot="10800000">
            <a:off x="1057636" y="762307"/>
            <a:ext cx="97435" cy="100934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D7966076-AF17-430E-905E-08D205286457}"/>
                  </a:ext>
                </a:extLst>
              </p:cNvPr>
              <p:cNvSpPr/>
              <p:nvPr/>
            </p:nvSpPr>
            <p:spPr>
              <a:xfrm>
                <a:off x="2405346" y="694456"/>
                <a:ext cx="7135470" cy="503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D7966076-AF17-430E-905E-08D205286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46" y="694456"/>
                <a:ext cx="7135470" cy="503215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760F0D91-E0D5-4768-9A07-823BDF37D5B0}"/>
                  </a:ext>
                </a:extLst>
              </p:cNvPr>
              <p:cNvSpPr/>
              <p:nvPr/>
            </p:nvSpPr>
            <p:spPr>
              <a:xfrm>
                <a:off x="2414872" y="1300668"/>
                <a:ext cx="4162486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760F0D91-E0D5-4768-9A07-823BDF37D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872" y="1300668"/>
                <a:ext cx="4162486" cy="495649"/>
              </a:xfrm>
              <a:prstGeom prst="rect">
                <a:avLst/>
              </a:prstGeom>
              <a:blipFill>
                <a:blip r:embed="rId59"/>
                <a:stretch>
                  <a:fillRect r="-2343"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19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圖片 95">
            <a:extLst>
              <a:ext uri="{FF2B5EF4-FFF2-40B4-BE49-F238E27FC236}">
                <a16:creationId xmlns:a16="http://schemas.microsoft.com/office/drawing/2014/main" id="{0AB4F5C1-90F8-4901-83C9-AA0BDA1F7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157" y="2927667"/>
            <a:ext cx="1080000" cy="1080000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9DB31547-2B2A-47B8-8AF2-AE83D9706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336" y="2927661"/>
            <a:ext cx="1080000" cy="108000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9333E2B0-E461-40E5-82B1-6C9AB2060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240" y="4032193"/>
            <a:ext cx="1080000" cy="1077764"/>
          </a:xfrm>
          <a:prstGeom prst="rect">
            <a:avLst/>
          </a:prstGeom>
        </p:spPr>
      </p:pic>
      <p:pic>
        <p:nvPicPr>
          <p:cNvPr id="101" name="圖片 100">
            <a:extLst>
              <a:ext uri="{FF2B5EF4-FFF2-40B4-BE49-F238E27FC236}">
                <a16:creationId xmlns:a16="http://schemas.microsoft.com/office/drawing/2014/main" id="{D374B386-AFF1-4543-B9A3-886460D5B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451" y="4034676"/>
            <a:ext cx="1080000" cy="1080000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EAD8DDB5-1CBC-4970-A545-F6119303F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157" y="5137733"/>
            <a:ext cx="1080000" cy="1084491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70E01526-6F66-4E79-BEAE-0C1D12D7D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9336" y="5142224"/>
            <a:ext cx="1080000" cy="1080000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975810" y="2926304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  <a:blipFill>
                <a:blip r:embed="rId1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標題 1">
            <a:extLst>
              <a:ext uri="{FF2B5EF4-FFF2-40B4-BE49-F238E27FC236}">
                <a16:creationId xmlns:a16="http://schemas.microsoft.com/office/drawing/2014/main" id="{85109608-C351-4569-B725-63CC69087C1D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 odd 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16">
            <a:lum bright="70000" contrast="-70000"/>
          </a:blip>
          <a:stretch>
            <a:fillRect/>
          </a:stretch>
        </p:blipFill>
        <p:spPr>
          <a:xfrm>
            <a:off x="4466540" y="4037463"/>
            <a:ext cx="1080000" cy="10781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  <a:blipFill>
                <a:blip r:embed="rId32"/>
                <a:stretch>
                  <a:fillRect l="-1053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33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34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35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36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37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54FCC28A-9C24-42F1-BA92-D73C51BDC39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466540" y="2926304"/>
            <a:ext cx="1080000" cy="10820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29ECC9D-2229-4271-82AE-9A3ED7D9CB0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36797" y="2926304"/>
            <a:ext cx="1080000" cy="108413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15C6B27-8A1D-4243-8885-3EAA34C8E2F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5810" y="4031483"/>
            <a:ext cx="1080000" cy="108412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5442BFF-04BF-40C4-8872-C853490C75A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302199" y="4033545"/>
            <a:ext cx="1080000" cy="108206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C4291E9-4725-41CF-8639-7E815222CE7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136797" y="5151366"/>
            <a:ext cx="1080000" cy="107178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CFDBD04-78E6-4E3F-82C6-3574518A0C3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466540" y="5141092"/>
            <a:ext cx="1080000" cy="1082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/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/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群組 88">
            <a:extLst>
              <a:ext uri="{FF2B5EF4-FFF2-40B4-BE49-F238E27FC236}">
                <a16:creationId xmlns:a16="http://schemas.microsoft.com/office/drawing/2014/main" id="{588992DF-0EA1-4F8F-A4A8-4DC49D4B3119}"/>
              </a:ext>
            </a:extLst>
          </p:cNvPr>
          <p:cNvGrpSpPr/>
          <p:nvPr/>
        </p:nvGrpSpPr>
        <p:grpSpPr>
          <a:xfrm>
            <a:off x="2503435" y="3119147"/>
            <a:ext cx="483108" cy="476014"/>
            <a:chOff x="1338869" y="2976272"/>
            <a:chExt cx="483108" cy="476014"/>
          </a:xfrm>
        </p:grpSpPr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B3A527AA-3C3D-469B-B6A0-1CA7C146E0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94" name="箭號: 向右 93">
                <a:extLst>
                  <a:ext uri="{FF2B5EF4-FFF2-40B4-BE49-F238E27FC236}">
                    <a16:creationId xmlns:a16="http://schemas.microsoft.com/office/drawing/2014/main" id="{A2BEDF0C-08D3-4885-9FEB-2B8C4A67E71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箭號: 向右 94">
                <a:extLst>
                  <a:ext uri="{FF2B5EF4-FFF2-40B4-BE49-F238E27FC236}">
                    <a16:creationId xmlns:a16="http://schemas.microsoft.com/office/drawing/2014/main" id="{0CA18BD3-563B-47FA-8956-D42B7162F30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9756ABB9-F815-41A4-A6E3-AE39075D970D}"/>
              </a:ext>
            </a:extLst>
          </p:cNvPr>
          <p:cNvGrpSpPr/>
          <p:nvPr/>
        </p:nvGrpSpPr>
        <p:grpSpPr>
          <a:xfrm>
            <a:off x="8842829" y="3119147"/>
            <a:ext cx="483108" cy="476014"/>
            <a:chOff x="7670116" y="5414672"/>
            <a:chExt cx="483108" cy="476014"/>
          </a:xfrm>
        </p:grpSpPr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283E0902-7771-493E-AE5F-C2C9AC9D1AD5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11" name="箭號: 向右 110">
                <a:extLst>
                  <a:ext uri="{FF2B5EF4-FFF2-40B4-BE49-F238E27FC236}">
                    <a16:creationId xmlns:a16="http://schemas.microsoft.com/office/drawing/2014/main" id="{E6746A2F-3301-4104-81D9-A834F72E535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箭號: 向右 111">
                <a:extLst>
                  <a:ext uri="{FF2B5EF4-FFF2-40B4-BE49-F238E27FC236}">
                    <a16:creationId xmlns:a16="http://schemas.microsoft.com/office/drawing/2014/main" id="{FCC4A649-AA41-4A99-8166-B20B1FD7143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3" name="圖片 112">
            <a:extLst>
              <a:ext uri="{FF2B5EF4-FFF2-40B4-BE49-F238E27FC236}">
                <a16:creationId xmlns:a16="http://schemas.microsoft.com/office/drawing/2014/main" id="{25F40BC4-9ED7-43BB-BEBE-DAD1EA4B9D18}"/>
              </a:ext>
            </a:extLst>
          </p:cNvPr>
          <p:cNvPicPr>
            <a:picLocks noChangeAspect="1"/>
          </p:cNvPicPr>
          <p:nvPr/>
        </p:nvPicPr>
        <p:blipFill>
          <a:blip r:embed="rId62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24672853-9730-4B56-A9A7-CA23ECB5568B}"/>
              </a:ext>
            </a:extLst>
          </p:cNvPr>
          <p:cNvPicPr>
            <a:picLocks noChangeAspect="1"/>
          </p:cNvPicPr>
          <p:nvPr/>
        </p:nvPicPr>
        <p:blipFill>
          <a:blip r:embed="rId3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C97A6DA5-AE2F-45D5-9ABD-66A39903C083}"/>
              </a:ext>
            </a:extLst>
          </p:cNvPr>
          <p:cNvPicPr>
            <a:picLocks noChangeAspect="1"/>
          </p:cNvPicPr>
          <p:nvPr/>
        </p:nvPicPr>
        <p:blipFill>
          <a:blip r:embed="rId6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6EE76411-59F3-4444-885A-693B65A195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CFE0AE41-1B35-4DF0-849C-47934D0BFFC8}"/>
              </a:ext>
            </a:extLst>
          </p:cNvPr>
          <p:cNvPicPr>
            <a:picLocks noChangeAspect="1"/>
          </p:cNvPicPr>
          <p:nvPr/>
        </p:nvPicPr>
        <p:blipFill>
          <a:blip r:embed="rId4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F03CA7F8-9BFA-4579-831E-E979A45A4A50}"/>
              </a:ext>
            </a:extLst>
          </p:cNvPr>
          <p:cNvPicPr>
            <a:picLocks noChangeAspect="1"/>
          </p:cNvPicPr>
          <p:nvPr/>
        </p:nvPicPr>
        <p:blipFill>
          <a:blip r:embed="rId6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F5D8CE62-DFB2-468F-8CA5-E4A1B29D7C4B}"/>
              </a:ext>
            </a:extLst>
          </p:cNvPr>
          <p:cNvPicPr>
            <a:picLocks noChangeAspect="1"/>
          </p:cNvPicPr>
          <p:nvPr/>
        </p:nvPicPr>
        <p:blipFill>
          <a:blip r:embed="rId6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99336" y="4034676"/>
            <a:ext cx="1080000" cy="1080000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EDCED4BB-888C-4357-BD42-B34AB5828124}"/>
              </a:ext>
            </a:extLst>
          </p:cNvPr>
          <p:cNvPicPr>
            <a:picLocks noChangeAspect="1"/>
          </p:cNvPicPr>
          <p:nvPr/>
        </p:nvPicPr>
        <p:blipFill rotWithShape="1">
          <a:blip r:embed="rId6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7071090" y="2999778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D32210F4-51C2-4CC5-B575-0434C806E135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D32210F4-51C2-4CC5-B575-0434C806E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7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0F1D52C7-3043-4296-8021-BB0A5B4FFB31}"/>
                  </a:ext>
                </a:extLst>
              </p:cNvPr>
              <p:cNvSpPr/>
              <p:nvPr/>
            </p:nvSpPr>
            <p:spPr>
              <a:xfrm flipH="1">
                <a:off x="2303252" y="3707146"/>
                <a:ext cx="1057422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</m:t>
                      </m:r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0F1D52C7-3043-4296-8021-BB0A5B4FF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03252" y="3707146"/>
                <a:ext cx="1057422" cy="353943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D77839D2-F870-453A-8CDC-A622906C4F8D}"/>
                  </a:ext>
                </a:extLst>
              </p:cNvPr>
              <p:cNvSpPr/>
              <p:nvPr/>
            </p:nvSpPr>
            <p:spPr>
              <a:xfrm>
                <a:off x="3896615" y="4814877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D77839D2-F870-453A-8CDC-A622906C4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615" y="4814877"/>
                <a:ext cx="695947" cy="353943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2B8A472-E63F-4990-B9A5-23D40DBC56BD}"/>
                  </a:ext>
                </a:extLst>
              </p:cNvPr>
              <p:cNvSpPr/>
              <p:nvPr/>
            </p:nvSpPr>
            <p:spPr>
              <a:xfrm>
                <a:off x="5257064" y="5927254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2B8A472-E63F-4990-B9A5-23D40DBC5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064" y="5927254"/>
                <a:ext cx="387529" cy="353943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3163FB22-5A3D-4122-828D-63537DBB6447}"/>
                  </a:ext>
                </a:extLst>
              </p:cNvPr>
              <p:cNvSpPr/>
              <p:nvPr/>
            </p:nvSpPr>
            <p:spPr>
              <a:xfrm>
                <a:off x="5223610" y="3709433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3163FB22-5A3D-4122-828D-63537DBB6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610" y="3709433"/>
                <a:ext cx="531773" cy="353943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8116916E-88E2-42E4-8CAF-3F69F3E21F4C}"/>
                  </a:ext>
                </a:extLst>
              </p:cNvPr>
              <p:cNvSpPr/>
              <p:nvPr/>
            </p:nvSpPr>
            <p:spPr>
              <a:xfrm>
                <a:off x="1636764" y="480874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8116916E-88E2-42E4-8CAF-3F69F3E21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764" y="4808745"/>
                <a:ext cx="531773" cy="353943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62A78A8-6333-421E-93DF-669F8915AFA9}"/>
                  </a:ext>
                </a:extLst>
              </p:cNvPr>
              <p:cNvSpPr/>
              <p:nvPr/>
            </p:nvSpPr>
            <p:spPr>
              <a:xfrm>
                <a:off x="1725283" y="3689894"/>
                <a:ext cx="536152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62A78A8-6333-421E-93DF-669F8915AF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283" y="3689894"/>
                <a:ext cx="536152" cy="353943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0064B245-8A6F-4D10-BDF3-C1F1A2439296}"/>
                  </a:ext>
                </a:extLst>
              </p:cNvPr>
              <p:cNvSpPr/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0064B245-8A6F-4D10-BDF3-C1F1A2439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EE2A1B67-56FE-4950-A5EE-697699BE4B01}"/>
                  </a:ext>
                </a:extLst>
              </p:cNvPr>
              <p:cNvSpPr/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EE2A1B67-56FE-4950-A5EE-697699BE4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8E7A536C-7FE4-4448-883F-FD9629962439}"/>
                  </a:ext>
                </a:extLst>
              </p:cNvPr>
              <p:cNvSpPr/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8E7A536C-7FE4-4448-883F-FD9629962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CA2C5BC-DEC5-447B-8790-9305A7AD55A4}"/>
                  </a:ext>
                </a:extLst>
              </p:cNvPr>
              <p:cNvSpPr/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CA2C5BC-DEC5-447B-8790-9305A7AD5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  <a:blipFill>
                <a:blip r:embed="rId8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4C05365A-A00A-40F5-93D7-C5E80723C77B}"/>
                  </a:ext>
                </a:extLst>
              </p:cNvPr>
              <p:cNvSpPr/>
              <p:nvPr/>
            </p:nvSpPr>
            <p:spPr>
              <a:xfrm>
                <a:off x="2811230" y="5935960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4C05365A-A00A-40F5-93D7-C5E80723C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230" y="5935960"/>
                <a:ext cx="531773" cy="353943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224FE696-EB0C-459C-98A9-20A2F1DFDFA8}"/>
                  </a:ext>
                </a:extLst>
              </p:cNvPr>
              <p:cNvSpPr/>
              <p:nvPr/>
            </p:nvSpPr>
            <p:spPr>
              <a:xfrm>
                <a:off x="8676942" y="368560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224FE696-EB0C-459C-98A9-20A2F1DFD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942" y="3685601"/>
                <a:ext cx="968338" cy="353943"/>
              </a:xfrm>
              <a:prstGeom prst="rect">
                <a:avLst/>
              </a:prstGeom>
              <a:blipFill>
                <a:blip r:embed="rId8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1D39B1E4-7B71-481D-8BE8-90DEFA942C15}"/>
                  </a:ext>
                </a:extLst>
              </p:cNvPr>
              <p:cNvSpPr/>
              <p:nvPr/>
            </p:nvSpPr>
            <p:spPr>
              <a:xfrm>
                <a:off x="10314331" y="4819632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1D39B1E4-7B71-481D-8BE8-90DEFA942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331" y="4819632"/>
                <a:ext cx="695947" cy="353943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D32D2237-3532-4241-A5D8-7ADD87E36C7D}"/>
                  </a:ext>
                </a:extLst>
              </p:cNvPr>
              <p:cNvSpPr/>
              <p:nvPr/>
            </p:nvSpPr>
            <p:spPr>
              <a:xfrm>
                <a:off x="11560480" y="5932009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D32D2237-3532-4241-A5D8-7ADD87E36C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0480" y="5932009"/>
                <a:ext cx="387529" cy="353943"/>
              </a:xfrm>
              <a:prstGeom prst="rect">
                <a:avLst/>
              </a:prstGeom>
              <a:blipFill>
                <a:blip r:embed="rId84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319F1FB1-89E4-419A-8CD5-9F23EFB909B1}"/>
                  </a:ext>
                </a:extLst>
              </p:cNvPr>
              <p:cNvSpPr/>
              <p:nvPr/>
            </p:nvSpPr>
            <p:spPr>
              <a:xfrm>
                <a:off x="11488926" y="3714188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319F1FB1-89E4-419A-8CD5-9F23EFB90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926" y="3714188"/>
                <a:ext cx="531773" cy="353943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C084DF3-FD39-400E-81B1-BAF4F044892F}"/>
                  </a:ext>
                </a:extLst>
              </p:cNvPr>
              <p:cNvSpPr/>
              <p:nvPr/>
            </p:nvSpPr>
            <p:spPr>
              <a:xfrm>
                <a:off x="9129886" y="594071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C084DF3-FD39-400E-81B1-BAF4F04489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886" y="5940715"/>
                <a:ext cx="531773" cy="353943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E7746105-9F65-42AA-94C8-A56AF7379E41}"/>
                  </a:ext>
                </a:extLst>
              </p:cNvPr>
              <p:cNvSpPr/>
              <p:nvPr/>
            </p:nvSpPr>
            <p:spPr>
              <a:xfrm>
                <a:off x="7754922" y="368560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E7746105-9F65-42AA-94C8-A56AF7379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922" y="3685601"/>
                <a:ext cx="968338" cy="353943"/>
              </a:xfrm>
              <a:prstGeom prst="rect">
                <a:avLst/>
              </a:prstGeom>
              <a:blipFill>
                <a:blip r:embed="rId8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065F56DE-DB79-4151-8924-9DC551713A31}"/>
                  </a:ext>
                </a:extLst>
              </p:cNvPr>
              <p:cNvSpPr/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065F56DE-DB79-4151-8924-9DC551713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414178B5-E320-40D7-8AF5-15D75D7E79D6}"/>
                  </a:ext>
                </a:extLst>
              </p:cNvPr>
              <p:cNvSpPr/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414178B5-E320-40D7-8AF5-15D75D7E7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  <a:blipFill>
                <a:blip r:embed="rId89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2244B7FE-9D60-4D14-AD4F-9D4E0574660A}"/>
                  </a:ext>
                </a:extLst>
              </p:cNvPr>
              <p:cNvSpPr/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2244B7FE-9D60-4D14-AD4F-9D4E05746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2CF3E506-B6C0-4E54-BA07-E6FD99FA73C6}"/>
                  </a:ext>
                </a:extLst>
              </p:cNvPr>
              <p:cNvSpPr/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2CF3E506-B6C0-4E54-BA07-E6FD99FA7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接點: 弧形 147">
            <a:extLst>
              <a:ext uri="{FF2B5EF4-FFF2-40B4-BE49-F238E27FC236}">
                <a16:creationId xmlns:a16="http://schemas.microsoft.com/office/drawing/2014/main" id="{344D5231-D335-40BC-B098-A4C723D7EB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58120" y="3927895"/>
            <a:ext cx="8670" cy="168344"/>
          </a:xfrm>
          <a:prstGeom prst="curvedConnector3">
            <a:avLst>
              <a:gd name="adj1" fmla="val 19712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8C456653-56E9-4C5F-B1A6-9F99D4FB101A}"/>
                  </a:ext>
                </a:extLst>
              </p:cNvPr>
              <p:cNvSpPr txBox="1"/>
              <p:nvPr/>
            </p:nvSpPr>
            <p:spPr>
              <a:xfrm>
                <a:off x="8472395" y="3957739"/>
                <a:ext cx="4609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8C456653-56E9-4C5F-B1A6-9F99D4FB1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395" y="3957739"/>
                <a:ext cx="460976" cy="276999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D5924A6B-E3E7-439C-AE79-24B9AC672B0B}"/>
                  </a:ext>
                </a:extLst>
              </p:cNvPr>
              <p:cNvSpPr/>
              <p:nvPr/>
            </p:nvSpPr>
            <p:spPr>
              <a:xfrm>
                <a:off x="7771246" y="481255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D5924A6B-E3E7-439C-AE79-24B9AC672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246" y="4812551"/>
                <a:ext cx="968338" cy="353943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DCC79032-4EB5-4BE6-A48E-EE2DD960850F}"/>
                  </a:ext>
                </a:extLst>
              </p:cNvPr>
              <p:cNvSpPr/>
              <p:nvPr/>
            </p:nvSpPr>
            <p:spPr>
              <a:xfrm>
                <a:off x="5272447" y="4797233"/>
                <a:ext cx="3658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DCC79032-4EB5-4BE6-A48E-EE2DD96085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447" y="4797233"/>
                <a:ext cx="365805" cy="369332"/>
              </a:xfrm>
              <a:prstGeom prst="rect">
                <a:avLst/>
              </a:prstGeom>
              <a:blipFill>
                <a:blip r:embed="rId9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B37D75EC-8373-44FC-85C1-55578B306A4F}"/>
                  </a:ext>
                </a:extLst>
              </p:cNvPr>
              <p:cNvSpPr/>
              <p:nvPr/>
            </p:nvSpPr>
            <p:spPr>
              <a:xfrm>
                <a:off x="11592416" y="4804243"/>
                <a:ext cx="3658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B37D75EC-8373-44FC-85C1-55578B306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2416" y="4804243"/>
                <a:ext cx="365805" cy="369332"/>
              </a:xfrm>
              <a:prstGeom prst="rect">
                <a:avLst/>
              </a:prstGeom>
              <a:blipFill>
                <a:blip r:embed="rId9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群組 153">
            <a:extLst>
              <a:ext uri="{FF2B5EF4-FFF2-40B4-BE49-F238E27FC236}">
                <a16:creationId xmlns:a16="http://schemas.microsoft.com/office/drawing/2014/main" id="{295C8678-BF69-4437-A519-A8D144204023}"/>
              </a:ext>
            </a:extLst>
          </p:cNvPr>
          <p:cNvGrpSpPr/>
          <p:nvPr/>
        </p:nvGrpSpPr>
        <p:grpSpPr>
          <a:xfrm>
            <a:off x="1009782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40E54C1F-4134-411C-A2BB-25D1798C7A8E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6" name="圖形 155">
              <a:extLst>
                <a:ext uri="{FF2B5EF4-FFF2-40B4-BE49-F238E27FC236}">
                  <a16:creationId xmlns:a16="http://schemas.microsoft.com/office/drawing/2014/main" id="{C5F95B17-D5DA-42AB-BACD-3EE431A156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60B33BB5-ACEF-49C6-AFE6-20A707255F5A}"/>
              </a:ext>
            </a:extLst>
          </p:cNvPr>
          <p:cNvGrpSpPr/>
          <p:nvPr/>
        </p:nvGrpSpPr>
        <p:grpSpPr>
          <a:xfrm>
            <a:off x="1009782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矩形 157">
                  <a:extLst>
                    <a:ext uri="{FF2B5EF4-FFF2-40B4-BE49-F238E27FC236}">
                      <a16:creationId xmlns:a16="http://schemas.microsoft.com/office/drawing/2014/main" id="{C39E03CE-4538-4421-B07D-FD36CC8A2E61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9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9" name="圖形 158">
              <a:extLst>
                <a:ext uri="{FF2B5EF4-FFF2-40B4-BE49-F238E27FC236}">
                  <a16:creationId xmlns:a16="http://schemas.microsoft.com/office/drawing/2014/main" id="{B305119E-8C2D-403B-B567-F4C534F494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225A5181-FF28-4422-B99E-97D7E610C67B}"/>
                  </a:ext>
                </a:extLst>
              </p:cNvPr>
              <p:cNvSpPr/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225A5181-FF28-4422-B99E-97D7E610C6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  <a:blipFill>
                <a:blip r:embed="rId9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右大括弧 160">
            <a:extLst>
              <a:ext uri="{FF2B5EF4-FFF2-40B4-BE49-F238E27FC236}">
                <a16:creationId xmlns:a16="http://schemas.microsoft.com/office/drawing/2014/main" id="{409645CC-B0F7-44A1-B7B0-BB5F0C0BFD4D}"/>
              </a:ext>
            </a:extLst>
          </p:cNvPr>
          <p:cNvSpPr/>
          <p:nvPr/>
        </p:nvSpPr>
        <p:spPr>
          <a:xfrm rot="10800000">
            <a:off x="1057636" y="762307"/>
            <a:ext cx="97435" cy="100934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5E92F10B-BEBD-45DC-A184-15169CCF4949}"/>
                  </a:ext>
                </a:extLst>
              </p:cNvPr>
              <p:cNvSpPr/>
              <p:nvPr/>
            </p:nvSpPr>
            <p:spPr>
              <a:xfrm>
                <a:off x="2405346" y="694456"/>
                <a:ext cx="7135470" cy="503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5E92F10B-BEBD-45DC-A184-15169CCF4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46" y="694456"/>
                <a:ext cx="7135470" cy="503215"/>
              </a:xfrm>
              <a:prstGeom prst="rect">
                <a:avLst/>
              </a:prstGeom>
              <a:blipFill>
                <a:blip r:embed="rId10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71FB7527-2852-4195-836C-BB4EFCD562C6}"/>
                  </a:ext>
                </a:extLst>
              </p:cNvPr>
              <p:cNvSpPr/>
              <p:nvPr/>
            </p:nvSpPr>
            <p:spPr>
              <a:xfrm>
                <a:off x="2414872" y="1300668"/>
                <a:ext cx="4162486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71FB7527-2852-4195-836C-BB4EFCD56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872" y="1300668"/>
                <a:ext cx="4162486" cy="495649"/>
              </a:xfrm>
              <a:prstGeom prst="rect">
                <a:avLst/>
              </a:prstGeom>
              <a:blipFill>
                <a:blip r:embed="rId26"/>
                <a:stretch>
                  <a:fillRect r="-2343"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244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372ADE36-304D-48DB-8C40-0A80BFA3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 (VVB) : SOI beyond single beams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99B23E8D-4487-467E-9F70-9FDDFDB94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56342" y="1739139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/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  <a:blipFill>
                <a:blip r:embed="rId5"/>
                <a:stretch>
                  <a:fillRect t="-121667" r="-55000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98040563-B33B-4F2F-9686-44A00AE1A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2" t="44676" r="72722" b="47528"/>
          <a:stretch/>
        </p:blipFill>
        <p:spPr bwMode="auto">
          <a:xfrm>
            <a:off x="540219" y="5025288"/>
            <a:ext cx="1941043" cy="44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D2281FA8-0A20-4E99-8FE9-3299BE7335C9}"/>
              </a:ext>
            </a:extLst>
          </p:cNvPr>
          <p:cNvGrpSpPr/>
          <p:nvPr/>
        </p:nvGrpSpPr>
        <p:grpSpPr>
          <a:xfrm rot="3736100">
            <a:off x="90424" y="2085388"/>
            <a:ext cx="1615465" cy="1339222"/>
            <a:chOff x="1150620" y="2040672"/>
            <a:chExt cx="2887980" cy="2394139"/>
          </a:xfrm>
        </p:grpSpPr>
        <p:pic>
          <p:nvPicPr>
            <p:cNvPr id="109" name="圖片 108">
              <a:extLst>
                <a:ext uri="{FF2B5EF4-FFF2-40B4-BE49-F238E27FC236}">
                  <a16:creationId xmlns:a16="http://schemas.microsoft.com/office/drawing/2014/main" id="{95EB5325-1896-4B10-A4C6-86850F6AF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A0D7B4F-BC88-41C2-B878-C808B24F75DF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22" name="等腰三角形 121">
            <a:extLst>
              <a:ext uri="{FF2B5EF4-FFF2-40B4-BE49-F238E27FC236}">
                <a16:creationId xmlns:a16="http://schemas.microsoft.com/office/drawing/2014/main" id="{51CA700D-C12F-45AF-868C-77BE8A23D985}"/>
              </a:ext>
            </a:extLst>
          </p:cNvPr>
          <p:cNvSpPr/>
          <p:nvPr/>
        </p:nvSpPr>
        <p:spPr>
          <a:xfrm rot="10800000">
            <a:off x="853241" y="3537532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03C108EC-B398-436C-A50F-8216CE877741}"/>
              </a:ext>
            </a:extLst>
          </p:cNvPr>
          <p:cNvSpPr txBox="1"/>
          <p:nvPr/>
        </p:nvSpPr>
        <p:spPr>
          <a:xfrm>
            <a:off x="1277920" y="2392036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/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5" name="圖片 124">
            <a:extLst>
              <a:ext uri="{FF2B5EF4-FFF2-40B4-BE49-F238E27FC236}">
                <a16:creationId xmlns:a16="http://schemas.microsoft.com/office/drawing/2014/main" id="{546D6C40-EA38-4FE3-9BDC-E18D92DCFF9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621"/>
          <a:stretch/>
        </p:blipFill>
        <p:spPr>
          <a:xfrm>
            <a:off x="1098550" y="4151283"/>
            <a:ext cx="806051" cy="886130"/>
          </a:xfrm>
          <a:prstGeom prst="rect">
            <a:avLst/>
          </a:prstGeom>
        </p:spPr>
      </p:pic>
      <p:sp>
        <p:nvSpPr>
          <p:cNvPr id="201" name="文字方塊 200">
            <a:extLst>
              <a:ext uri="{FF2B5EF4-FFF2-40B4-BE49-F238E27FC236}">
                <a16:creationId xmlns:a16="http://schemas.microsoft.com/office/drawing/2014/main" id="{32727E0B-1F44-4908-B5A6-57F1FF203198}"/>
              </a:ext>
            </a:extLst>
          </p:cNvPr>
          <p:cNvSpPr txBox="1"/>
          <p:nvPr/>
        </p:nvSpPr>
        <p:spPr>
          <a:xfrm>
            <a:off x="3212306" y="655445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rate is obtained as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/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,ℓ,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b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08E8B47A-1973-4DA7-907A-E964C28A3B02}"/>
              </a:ext>
            </a:extLst>
          </p:cNvPr>
          <p:cNvGrpSpPr/>
          <p:nvPr/>
        </p:nvGrpSpPr>
        <p:grpSpPr>
          <a:xfrm>
            <a:off x="5510958" y="3535199"/>
            <a:ext cx="4280211" cy="619080"/>
            <a:chOff x="5109515" y="3133756"/>
            <a:chExt cx="4280211" cy="6190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/>
                <p:nvPr/>
              </p:nvSpPr>
              <p:spPr>
                <a:xfrm>
                  <a:off x="5109515" y="3133756"/>
                  <a:ext cx="4280211" cy="6190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,ℓ,</m:t>
                                </m:r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p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9515" y="3133756"/>
                  <a:ext cx="4280211" cy="6190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1" name="圖形 220">
              <a:extLst>
                <a:ext uri="{FF2B5EF4-FFF2-40B4-BE49-F238E27FC236}">
                  <a16:creationId xmlns:a16="http://schemas.microsoft.com/office/drawing/2014/main" id="{9246E1B1-5F1D-4B41-9DD8-771FAA7B30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r="75196"/>
            <a:stretch/>
          </p:blipFill>
          <p:spPr>
            <a:xfrm>
              <a:off x="7235035" y="3356125"/>
              <a:ext cx="223834" cy="213728"/>
            </a:xfrm>
            <a:prstGeom prst="rect">
              <a:avLst/>
            </a:prstGeom>
          </p:spPr>
        </p:pic>
      </p:grpSp>
      <p:sp>
        <p:nvSpPr>
          <p:cNvPr id="222" name="矩形 221">
            <a:extLst>
              <a:ext uri="{FF2B5EF4-FFF2-40B4-BE49-F238E27FC236}">
                <a16:creationId xmlns:a16="http://schemas.microsoft.com/office/drawing/2014/main" id="{C79C7955-C9E8-4AD0-B312-B862D4C5EEEF}"/>
              </a:ext>
            </a:extLst>
          </p:cNvPr>
          <p:cNvSpPr/>
          <p:nvPr/>
        </p:nvSpPr>
        <p:spPr>
          <a:xfrm>
            <a:off x="7645751" y="6588121"/>
            <a:ext cx="46487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  <p:cxnSp>
        <p:nvCxnSpPr>
          <p:cNvPr id="223" name="直線接點 222">
            <a:extLst>
              <a:ext uri="{FF2B5EF4-FFF2-40B4-BE49-F238E27FC236}">
                <a16:creationId xmlns:a16="http://schemas.microsoft.com/office/drawing/2014/main" id="{D58E63D2-3589-4E77-9F70-3FEF5D3AF33F}"/>
              </a:ext>
            </a:extLst>
          </p:cNvPr>
          <p:cNvCxnSpPr>
            <a:cxnSpLocks/>
          </p:cNvCxnSpPr>
          <p:nvPr/>
        </p:nvCxnSpPr>
        <p:spPr>
          <a:xfrm>
            <a:off x="3212306" y="660400"/>
            <a:ext cx="0" cy="6188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EC22CF1E-4E0C-405B-BB6A-BDBE77EA95E3}"/>
              </a:ext>
            </a:extLst>
          </p:cNvPr>
          <p:cNvSpPr txBox="1"/>
          <p:nvPr/>
        </p:nvSpPr>
        <p:spPr>
          <a:xfrm>
            <a:off x="3212306" y="1913907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optical matrix element is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/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dipole moment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  <a:blipFill>
                <a:blip r:embed="rId14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/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+,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025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E956BECC-A0EF-4C7B-96AD-C95A5D9A56F3}"/>
              </a:ext>
            </a:extLst>
          </p:cNvPr>
          <p:cNvGrpSpPr/>
          <p:nvPr/>
        </p:nvGrpSpPr>
        <p:grpSpPr>
          <a:xfrm>
            <a:off x="2805719" y="4537247"/>
            <a:ext cx="1118387" cy="1259553"/>
            <a:chOff x="5728722" y="4684787"/>
            <a:chExt cx="1459478" cy="1643701"/>
          </a:xfrm>
        </p:grpSpPr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DD43B053-8488-41F8-AA63-C95438D51312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7" name="圖片 146">
                <a:extLst>
                  <a:ext uri="{FF2B5EF4-FFF2-40B4-BE49-F238E27FC236}">
                    <a16:creationId xmlns:a16="http://schemas.microsoft.com/office/drawing/2014/main" id="{B9A04A44-FFA2-487A-982C-A9F89FD92F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396F1E65-483A-4B63-89C6-060E58D900A2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C4F64FA-63B1-4655-A149-0263D5D99B54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A2EA418A-B4DE-44B9-9712-071E49F6EAA2}"/>
              </a:ext>
            </a:extLst>
          </p:cNvPr>
          <p:cNvGrpSpPr/>
          <p:nvPr/>
        </p:nvGrpSpPr>
        <p:grpSpPr>
          <a:xfrm>
            <a:off x="2661807" y="1840193"/>
            <a:ext cx="1354567" cy="1265043"/>
            <a:chOff x="4011072" y="4660900"/>
            <a:chExt cx="1767692" cy="1650868"/>
          </a:xfrm>
        </p:grpSpPr>
        <p:grpSp>
          <p:nvGrpSpPr>
            <p:cNvPr id="138" name="群組 137">
              <a:extLst>
                <a:ext uri="{FF2B5EF4-FFF2-40B4-BE49-F238E27FC236}">
                  <a16:creationId xmlns:a16="http://schemas.microsoft.com/office/drawing/2014/main" id="{0AE27EA7-624C-4A1C-AC2F-243699EB6A30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42" name="圖片 141">
                <a:extLst>
                  <a:ext uri="{FF2B5EF4-FFF2-40B4-BE49-F238E27FC236}">
                    <a16:creationId xmlns:a16="http://schemas.microsoft.com/office/drawing/2014/main" id="{32AEA060-1D51-4130-A113-234F90E882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73BD40CA-6C39-411B-B4AE-080DC0FFDECA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029868E-75A8-4499-A076-D2B8F9F58944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/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/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2709EE50-11B3-4E4F-AFAA-83BDACAF7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5393973"/>
            <a:ext cx="4434840" cy="1127502"/>
          </a:xfrm>
          <a:prstGeom prst="rect">
            <a:avLst/>
          </a:prstGeom>
        </p:spPr>
      </p:pic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2B581DF3-918B-4974-B7F8-EED99CFAE60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7D4DF255-7486-416F-B2AB-EE215A9CA27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FF2AC798-9903-42BD-A101-F9086E58A34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70" name="直線接點 169">
            <a:extLst>
              <a:ext uri="{FF2B5EF4-FFF2-40B4-BE49-F238E27FC236}">
                <a16:creationId xmlns:a16="http://schemas.microsoft.com/office/drawing/2014/main" id="{42FE3725-50A2-4488-9611-26EB440A998A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3468D8CF-3C59-4F3B-83DE-9B7C9AF6D004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A8C25A84-30A7-4D20-B5C4-FF10B8065A89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1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1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1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1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矩形 179">
            <a:extLst>
              <a:ext uri="{FF2B5EF4-FFF2-40B4-BE49-F238E27FC236}">
                <a16:creationId xmlns:a16="http://schemas.microsoft.com/office/drawing/2014/main" id="{694BE2BD-EB18-4E38-A6A9-3C5D7AE20A0D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A509A814-B115-44E6-BA96-AA2BB365B1EA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/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1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/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  <a:blipFill>
                <a:blip r:embed="rId23"/>
                <a:stretch>
                  <a:fillRect t="-8197" r="-289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/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</a:t>
                </a:r>
              </a:p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−1, −1, 2</m:t>
                        </m:r>
                      </m:sub>
                    </m:sSub>
                    <m:d>
                      <m:dPr>
                        <m:ctrlPr>
                          <a:rPr lang="en-US" altLang="zh-TW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  <a:blipFill>
                <a:blip r:embed="rId24"/>
                <a:stretch>
                  <a:fillRect t="-4959" b="-99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7C7B3385-A3CC-4EA6-8F60-11DA896188BD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/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  <a:blipFill>
                <a:blip r:embed="rId28"/>
                <a:stretch>
                  <a:fillRect t="-8197" r="-332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橢圓 154">
            <a:extLst>
              <a:ext uri="{FF2B5EF4-FFF2-40B4-BE49-F238E27FC236}">
                <a16:creationId xmlns:a16="http://schemas.microsoft.com/office/drawing/2014/main" id="{59E2C9BD-6D2A-4E48-A5E9-DA25CE7D9AA9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E96AFA4-EFFD-4B48-AE25-1594912ED34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E5A6A147-A65E-4DE8-BC4E-894913719D84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5DCF29CB-CB12-4FE4-9999-6AC8A070478B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F9303C41-E5FD-478F-92C4-146E708F32B4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D68F735F-049F-498A-A513-56EDE8D705BE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181CBE8B-C2B5-4B30-BFEB-E5F7FCE40EE9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FE3CFCA3-46EB-4384-B0C5-6043128D94E2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A40FC631-3B73-4BB7-BCE1-39A3FE911AF0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8ACCA621-8C43-48CA-980E-E63D03777E8A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55A741AE-2274-46A7-B992-36E366211CAF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EFB8DA96-F793-4AFF-B33C-9432FA030583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CB44902A-326B-44EC-9C7D-B9569E251FF0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1F0365DD-9B0D-49F1-A255-5DA294BD543C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12AD39E4-9E70-48F5-B567-36C235B9E591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/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  <a:blipFill>
                <a:blip r:embed="rId29"/>
                <a:stretch>
                  <a:fillRect l="-1418" t="-4918" r="-236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3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/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  <a:blipFill>
                <a:blip r:embed="rId32"/>
                <a:stretch>
                  <a:fillRect l="-1422" t="-6667" r="-237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圖片 95">
            <a:extLst>
              <a:ext uri="{FF2B5EF4-FFF2-40B4-BE49-F238E27FC236}">
                <a16:creationId xmlns:a16="http://schemas.microsoft.com/office/drawing/2014/main" id="{62F8F67B-BAA9-4CBB-A46E-A6AEED9CB86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3152" y="2814115"/>
            <a:ext cx="2029998" cy="2033870"/>
          </a:xfrm>
          <a:prstGeom prst="rect">
            <a:avLst/>
          </a:prstGeom>
        </p:spPr>
      </p:pic>
      <p:pic>
        <p:nvPicPr>
          <p:cNvPr id="150" name="圖形 149">
            <a:extLst>
              <a:ext uri="{FF2B5EF4-FFF2-40B4-BE49-F238E27FC236}">
                <a16:creationId xmlns:a16="http://schemas.microsoft.com/office/drawing/2014/main" id="{F65ED839-B02A-495F-8226-B5974299412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760882" y="1050149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/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1" name="圖片 160">
            <a:extLst>
              <a:ext uri="{FF2B5EF4-FFF2-40B4-BE49-F238E27FC236}">
                <a16:creationId xmlns:a16="http://schemas.microsoft.com/office/drawing/2014/main" id="{57E30DBE-2E52-426A-87FC-5D8FCB982AC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027" t="634" b="50859"/>
          <a:stretch/>
        </p:blipFill>
        <p:spPr>
          <a:xfrm>
            <a:off x="4116663" y="2049409"/>
            <a:ext cx="1099800" cy="1089926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FE4E8740-BAA3-4DAB-AB71-27A5D5D21A10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 t="50404"/>
          <a:stretch/>
        </p:blipFill>
        <p:spPr>
          <a:xfrm>
            <a:off x="4072726" y="4619577"/>
            <a:ext cx="1134274" cy="11144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/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A4148AA6-294F-4D96-9E4C-D94D3822A80B}"/>
              </a:ext>
            </a:extLst>
          </p:cNvPr>
          <p:cNvGrpSpPr/>
          <p:nvPr/>
        </p:nvGrpSpPr>
        <p:grpSpPr>
          <a:xfrm>
            <a:off x="4237195" y="2232740"/>
            <a:ext cx="862094" cy="583304"/>
            <a:chOff x="7047875" y="5232494"/>
            <a:chExt cx="862094" cy="583304"/>
          </a:xfrm>
        </p:grpSpPr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0A1E6DD1-1AD9-428A-B9CA-B1B27639944B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74" name="箭號: 向右 173">
                <a:extLst>
                  <a:ext uri="{FF2B5EF4-FFF2-40B4-BE49-F238E27FC236}">
                    <a16:creationId xmlns:a16="http://schemas.microsoft.com/office/drawing/2014/main" id="{6DFCBDCD-FD1D-4B71-AD54-D97D7CE00F2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箭號: 向右 175">
                <a:extLst>
                  <a:ext uri="{FF2B5EF4-FFF2-40B4-BE49-F238E27FC236}">
                    <a16:creationId xmlns:a16="http://schemas.microsoft.com/office/drawing/2014/main" id="{80B1E72D-F13A-4145-B5A1-D560FBF1F4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38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F6062CB-47C9-4054-B58A-48E82C76988C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/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  <a:blipFill>
                <a:blip r:embed="rId40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74E566D9-4351-4576-A6E2-8A554E81A4F8}"/>
              </a:ext>
            </a:extLst>
          </p:cNvPr>
          <p:cNvGrpSpPr/>
          <p:nvPr/>
        </p:nvGrpSpPr>
        <p:grpSpPr>
          <a:xfrm>
            <a:off x="898033" y="3471891"/>
            <a:ext cx="862094" cy="583304"/>
            <a:chOff x="898033" y="3465541"/>
            <a:chExt cx="862094" cy="583304"/>
          </a:xfrm>
        </p:grpSpPr>
        <p:grpSp>
          <p:nvGrpSpPr>
            <p:cNvPr id="236" name="群組 235">
              <a:extLst>
                <a:ext uri="{FF2B5EF4-FFF2-40B4-BE49-F238E27FC236}">
                  <a16:creationId xmlns:a16="http://schemas.microsoft.com/office/drawing/2014/main" id="{D1BA8A4B-A4F2-45A1-8753-CAD69239DA08}"/>
                </a:ext>
              </a:extLst>
            </p:cNvPr>
            <p:cNvGrpSpPr/>
            <p:nvPr/>
          </p:nvGrpSpPr>
          <p:grpSpPr>
            <a:xfrm>
              <a:off x="1299887" y="3672570"/>
              <a:ext cx="188539" cy="180861"/>
              <a:chOff x="1373392" y="2391859"/>
              <a:chExt cx="479433" cy="476538"/>
            </a:xfrm>
            <a:solidFill>
              <a:schemeClr val="bg1"/>
            </a:solidFill>
          </p:grpSpPr>
          <p:sp>
            <p:nvSpPr>
              <p:cNvPr id="239" name="箭號: 向右 238">
                <a:extLst>
                  <a:ext uri="{FF2B5EF4-FFF2-40B4-BE49-F238E27FC236}">
                    <a16:creationId xmlns:a16="http://schemas.microsoft.com/office/drawing/2014/main" id="{1C0E7EEA-2A39-4A6A-B5D8-5C4FC36666B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箭號: 向右 239">
                <a:extLst>
                  <a:ext uri="{FF2B5EF4-FFF2-40B4-BE49-F238E27FC236}">
                    <a16:creationId xmlns:a16="http://schemas.microsoft.com/office/drawing/2014/main" id="{C9A6ED2D-4850-4A97-9884-9BE95F0CF1FF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/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blipFill>
                  <a:blip r:embed="rId41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/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blipFill>
                  <a:blip r:embed="rId4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6" name="橢圓 105">
            <a:extLst>
              <a:ext uri="{FF2B5EF4-FFF2-40B4-BE49-F238E27FC236}">
                <a16:creationId xmlns:a16="http://schemas.microsoft.com/office/drawing/2014/main" id="{6D261D9A-3075-4EFB-A30A-0385F5B3F6D9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ADA03091-FE6C-402A-B978-A12C8EC49CF9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05089EAE-E05F-4C46-8263-1B9F510408E5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A197F32F-FA5A-4FB2-9610-D3319BF92F0D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A0022890-AF7B-4243-A7BA-225C6B1284D1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1B670F66-B28F-4731-B931-EAEB4AB0D5C4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D77AC44C-CA08-4513-ADBE-3C71345837C7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557A9960-D017-4259-97FD-9A6CF9B8C70E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4E2A1EAB-C786-4E15-A2BA-7EDA4505FFC0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D692702D-137F-4234-983E-8A8A296F79C1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E3E0F5A4-4966-4630-B2F3-C87D3896349B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5302015" y="4853591"/>
            <a:ext cx="257207" cy="745232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189FDE77-6F8E-40AF-8C6D-BB67DFC4CCD1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5302015" y="2254577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/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/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/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blipFill>
                <a:blip r:embed="rId4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/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blipFill>
                <a:blip r:embed="rId49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/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/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/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1F391F54-85FC-46DF-9575-55FB416D0391}"/>
                  </a:ext>
                </a:extLst>
              </p:cNvPr>
              <p:cNvSpPr txBox="1"/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1F391F54-85FC-46DF-9575-55FB416D0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blipFill>
                <a:blip r:embed="rId53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74652094-072A-4B49-ABFB-356AAD853C07}"/>
                  </a:ext>
                </a:extLst>
              </p:cNvPr>
              <p:cNvSpPr/>
              <p:nvPr/>
            </p:nvSpPr>
            <p:spPr>
              <a:xfrm>
                <a:off x="5619926" y="4941044"/>
                <a:ext cx="2010807" cy="478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74652094-072A-4B49-ABFB-356AAD853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26" y="4941044"/>
                <a:ext cx="2010807" cy="478208"/>
              </a:xfrm>
              <a:prstGeom prst="rect">
                <a:avLst/>
              </a:prstGeom>
              <a:blipFill>
                <a:blip r:embed="rId5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" name="圖片 126">
            <a:extLst>
              <a:ext uri="{FF2B5EF4-FFF2-40B4-BE49-F238E27FC236}">
                <a16:creationId xmlns:a16="http://schemas.microsoft.com/office/drawing/2014/main" id="{DEFAF1A9-A53E-4D7A-95A2-302F78A963EC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040648" y="5428401"/>
            <a:ext cx="1069495" cy="1067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7460A520-7305-460D-9D9B-E2723B944E53}"/>
                  </a:ext>
                </a:extLst>
              </p:cNvPr>
              <p:cNvSpPr txBox="1"/>
              <p:nvPr/>
            </p:nvSpPr>
            <p:spPr>
              <a:xfrm>
                <a:off x="5912681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7460A520-7305-460D-9D9B-E2723B94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681" y="6185959"/>
                <a:ext cx="711762" cy="2769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B17FDC15-43F4-4714-9E07-641C9A1F6B79}"/>
              </a:ext>
            </a:extLst>
          </p:cNvPr>
          <p:cNvCxnSpPr>
            <a:cxnSpLocks/>
            <a:stCxn id="127" idx="0"/>
            <a:endCxn id="127" idx="2"/>
          </p:cNvCxnSpPr>
          <p:nvPr/>
        </p:nvCxnSpPr>
        <p:spPr>
          <a:xfrm>
            <a:off x="6575396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3" name="圖形 192">
            <a:extLst>
              <a:ext uri="{FF2B5EF4-FFF2-40B4-BE49-F238E27FC236}">
                <a16:creationId xmlns:a16="http://schemas.microsoft.com/office/drawing/2014/main" id="{03367988-59AA-4DC8-94CA-CC0BDF644DB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5871074" y="5083022"/>
            <a:ext cx="223834" cy="2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61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/>
              <p:nvPr/>
            </p:nvSpPr>
            <p:spPr>
              <a:xfrm>
                <a:off x="5653909" y="4945838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909" y="4945838"/>
                <a:ext cx="1914691" cy="460319"/>
              </a:xfrm>
              <a:prstGeom prst="rect">
                <a:avLst/>
              </a:prstGeom>
              <a:blipFill>
                <a:blip r:embed="rId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6" name="圖片 165">
            <a:extLst>
              <a:ext uri="{FF2B5EF4-FFF2-40B4-BE49-F238E27FC236}">
                <a16:creationId xmlns:a16="http://schemas.microsoft.com/office/drawing/2014/main" id="{F2E84408-599D-4182-9E23-DF819B5EB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2377273" y="3425825"/>
            <a:ext cx="207230" cy="822325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6A3C265B-8D5A-4F46-A466-35647C9A3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196" y="5391605"/>
            <a:ext cx="4499233" cy="1146756"/>
          </a:xfrm>
          <a:prstGeom prst="rect">
            <a:avLst/>
          </a:prstGeom>
        </p:spPr>
      </p:pic>
      <p:pic>
        <p:nvPicPr>
          <p:cNvPr id="125" name="圖片 124">
            <a:extLst>
              <a:ext uri="{FF2B5EF4-FFF2-40B4-BE49-F238E27FC236}">
                <a16:creationId xmlns:a16="http://schemas.microsoft.com/office/drawing/2014/main" id="{4AD1FFE9-EC69-41C8-96E6-7561FF983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551" y="5428457"/>
            <a:ext cx="1069200" cy="1071597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191EB0B4-A00F-4A6C-A538-D8F76CC15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66" y="2810878"/>
            <a:ext cx="2030400" cy="2034952"/>
          </a:xfrm>
          <a:prstGeom prst="rect">
            <a:avLst/>
          </a:prstGeom>
        </p:spPr>
      </p:pic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sp>
        <p:nvSpPr>
          <p:cNvPr id="107" name="矩形 106">
            <a:extLst>
              <a:ext uri="{FF2B5EF4-FFF2-40B4-BE49-F238E27FC236}">
                <a16:creationId xmlns:a16="http://schemas.microsoft.com/office/drawing/2014/main" id="{A35535BD-5466-4DBB-95A6-3E1DF48EE15E}"/>
              </a:ext>
            </a:extLst>
          </p:cNvPr>
          <p:cNvSpPr/>
          <p:nvPr/>
        </p:nvSpPr>
        <p:spPr>
          <a:xfrm>
            <a:off x="-4271" y="633207"/>
            <a:ext cx="2693192" cy="73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C84571F0-6169-4A45-A61C-AAE62A855545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1BB18089-DD6B-4301-8F1A-9CCC4294178B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84576DCD-A7EB-4C17-AD6D-6A6A9E4238B9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C2AFFA79-4910-45AC-8052-FF406039C98C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線接點 108">
            <a:extLst>
              <a:ext uri="{FF2B5EF4-FFF2-40B4-BE49-F238E27FC236}">
                <a16:creationId xmlns:a16="http://schemas.microsoft.com/office/drawing/2014/main" id="{703C46C1-5A58-44A3-A8D6-16C7D80EB4D8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ED3E566F-59C0-4925-B504-FCA178B8FCD1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3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3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3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3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6D511C03-70C9-400B-9BBC-E169E244B324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3B697570-281B-4BB8-82D8-129F85690435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/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  <a:blipFill>
                <a:blip r:embed="rId3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橢圓 187">
            <a:extLst>
              <a:ext uri="{FF2B5EF4-FFF2-40B4-BE49-F238E27FC236}">
                <a16:creationId xmlns:a16="http://schemas.microsoft.com/office/drawing/2014/main" id="{14B02104-158A-4A1F-9C36-93EECEBB7E5F}"/>
              </a:ext>
            </a:extLst>
          </p:cNvPr>
          <p:cNvSpPr/>
          <p:nvPr/>
        </p:nvSpPr>
        <p:spPr>
          <a:xfrm>
            <a:off x="10685638" y="3874479"/>
            <a:ext cx="367606" cy="367606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C7187734-CAB3-47D4-BC63-B4207CCE3D58}"/>
              </a:ext>
            </a:extLst>
          </p:cNvPr>
          <p:cNvSpPr/>
          <p:nvPr/>
        </p:nvSpPr>
        <p:spPr>
          <a:xfrm>
            <a:off x="10968725" y="3867474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4E4A5BF4-8577-4793-B22A-A895C9D44F3D}"/>
              </a:ext>
            </a:extLst>
          </p:cNvPr>
          <p:cNvSpPr/>
          <p:nvPr/>
        </p:nvSpPr>
        <p:spPr>
          <a:xfrm>
            <a:off x="10510968" y="4000651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44DF6B9F-F133-4C4F-BEFD-65F5EBF6F4BE}"/>
              </a:ext>
            </a:extLst>
          </p:cNvPr>
          <p:cNvSpPr/>
          <p:nvPr/>
        </p:nvSpPr>
        <p:spPr>
          <a:xfrm>
            <a:off x="10364614" y="4062657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6F0DF63F-AC34-4013-AC9C-67970F2D56BF}"/>
              </a:ext>
            </a:extLst>
          </p:cNvPr>
          <p:cNvSpPr/>
          <p:nvPr/>
        </p:nvSpPr>
        <p:spPr>
          <a:xfrm>
            <a:off x="11163107" y="3843828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8AF3B2F6-84A5-470A-94F6-5056E9D79751}"/>
              </a:ext>
            </a:extLst>
          </p:cNvPr>
          <p:cNvSpPr/>
          <p:nvPr/>
        </p:nvSpPr>
        <p:spPr>
          <a:xfrm>
            <a:off x="10248298" y="4105476"/>
            <a:ext cx="190584" cy="19058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DA9A98D5-E050-4CEA-99D9-A4F45AFBAC07}"/>
              </a:ext>
            </a:extLst>
          </p:cNvPr>
          <p:cNvSpPr/>
          <p:nvPr/>
        </p:nvSpPr>
        <p:spPr>
          <a:xfrm>
            <a:off x="10150455" y="4142703"/>
            <a:ext cx="164602" cy="16460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2" name="橢圓 201">
            <a:extLst>
              <a:ext uri="{FF2B5EF4-FFF2-40B4-BE49-F238E27FC236}">
                <a16:creationId xmlns:a16="http://schemas.microsoft.com/office/drawing/2014/main" id="{05405CD0-B16D-4946-8910-2E8DAC8423C1}"/>
              </a:ext>
            </a:extLst>
          </p:cNvPr>
          <p:cNvSpPr/>
          <p:nvPr/>
        </p:nvSpPr>
        <p:spPr>
          <a:xfrm>
            <a:off x="10078982" y="4175905"/>
            <a:ext cx="126262" cy="12626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DC3490E8-95DD-4F18-A4CF-476D09A3CDA5}"/>
              </a:ext>
            </a:extLst>
          </p:cNvPr>
          <p:cNvSpPr/>
          <p:nvPr/>
        </p:nvSpPr>
        <p:spPr>
          <a:xfrm>
            <a:off x="8949518" y="4133086"/>
            <a:ext cx="110304" cy="11030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8" name="橢圓 207">
            <a:extLst>
              <a:ext uri="{FF2B5EF4-FFF2-40B4-BE49-F238E27FC236}">
                <a16:creationId xmlns:a16="http://schemas.microsoft.com/office/drawing/2014/main" id="{4582F9DA-510F-43B7-AC99-7E2A46C10910}"/>
              </a:ext>
            </a:extLst>
          </p:cNvPr>
          <p:cNvSpPr/>
          <p:nvPr/>
        </p:nvSpPr>
        <p:spPr>
          <a:xfrm>
            <a:off x="9035243" y="4164040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9" name="橢圓 208">
            <a:extLst>
              <a:ext uri="{FF2B5EF4-FFF2-40B4-BE49-F238E27FC236}">
                <a16:creationId xmlns:a16="http://schemas.microsoft.com/office/drawing/2014/main" id="{C3208BC3-6CC1-42DF-83AF-9AC117A35C90}"/>
              </a:ext>
            </a:extLst>
          </p:cNvPr>
          <p:cNvSpPr/>
          <p:nvPr/>
        </p:nvSpPr>
        <p:spPr>
          <a:xfrm>
            <a:off x="8897131" y="4130702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39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直線接點 218">
            <a:extLst>
              <a:ext uri="{FF2B5EF4-FFF2-40B4-BE49-F238E27FC236}">
                <a16:creationId xmlns:a16="http://schemas.microsoft.com/office/drawing/2014/main" id="{26899704-66EA-4044-B98E-11716A5729A2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1" name="群組 220">
            <a:extLst>
              <a:ext uri="{FF2B5EF4-FFF2-40B4-BE49-F238E27FC236}">
                <a16:creationId xmlns:a16="http://schemas.microsoft.com/office/drawing/2014/main" id="{4B9D3EA0-9D3C-4356-8A57-87E2F428B732}"/>
              </a:ext>
            </a:extLst>
          </p:cNvPr>
          <p:cNvGrpSpPr/>
          <p:nvPr/>
        </p:nvGrpSpPr>
        <p:grpSpPr>
          <a:xfrm>
            <a:off x="3981047" y="3790478"/>
            <a:ext cx="862094" cy="583304"/>
            <a:chOff x="7047875" y="5232494"/>
            <a:chExt cx="862094" cy="583304"/>
          </a:xfrm>
        </p:grpSpPr>
        <p:grpSp>
          <p:nvGrpSpPr>
            <p:cNvPr id="222" name="群組 221">
              <a:extLst>
                <a:ext uri="{FF2B5EF4-FFF2-40B4-BE49-F238E27FC236}">
                  <a16:creationId xmlns:a16="http://schemas.microsoft.com/office/drawing/2014/main" id="{4014DAF3-5DF7-4C85-B3B3-7F8EC8B6A38E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225" name="箭號: 向右 224">
                <a:extLst>
                  <a:ext uri="{FF2B5EF4-FFF2-40B4-BE49-F238E27FC236}">
                    <a16:creationId xmlns:a16="http://schemas.microsoft.com/office/drawing/2014/main" id="{D6A17D3A-4D82-475A-A3AC-D72AD0975DD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箭號: 向右 225">
                <a:extLst>
                  <a:ext uri="{FF2B5EF4-FFF2-40B4-BE49-F238E27FC236}">
                    <a16:creationId xmlns:a16="http://schemas.microsoft.com/office/drawing/2014/main" id="{C3CA9D24-BFDE-40B2-879B-BE0984A6A44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36B368A2-2970-4651-B91E-51AFB13CAE7F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字方塊 223">
                  <a:extLst>
                    <a:ext uri="{FF2B5EF4-FFF2-40B4-BE49-F238E27FC236}">
                      <a16:creationId xmlns:a16="http://schemas.microsoft.com/office/drawing/2014/main" id="{B7E1B541-6BA0-4A59-B525-BE6B87893636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/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8" name="圖片 227">
            <a:extLst>
              <a:ext uri="{FF2B5EF4-FFF2-40B4-BE49-F238E27FC236}">
                <a16:creationId xmlns:a16="http://schemas.microsoft.com/office/drawing/2014/main" id="{13F3F2D0-4044-4687-B4BE-1C2EB946904B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918" t="581"/>
          <a:stretch/>
        </p:blipFill>
        <p:spPr>
          <a:xfrm>
            <a:off x="4125612" y="3277872"/>
            <a:ext cx="1140700" cy="1129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/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0" name="群組 229">
            <a:extLst>
              <a:ext uri="{FF2B5EF4-FFF2-40B4-BE49-F238E27FC236}">
                <a16:creationId xmlns:a16="http://schemas.microsoft.com/office/drawing/2014/main" id="{4454B8DB-9D93-49DF-8D76-17DBCA1179C5}"/>
              </a:ext>
            </a:extLst>
          </p:cNvPr>
          <p:cNvGrpSpPr/>
          <p:nvPr/>
        </p:nvGrpSpPr>
        <p:grpSpPr>
          <a:xfrm>
            <a:off x="4277675" y="3436543"/>
            <a:ext cx="855744" cy="627754"/>
            <a:chOff x="7054225" y="5188044"/>
            <a:chExt cx="855744" cy="627754"/>
          </a:xfrm>
        </p:grpSpPr>
        <p:grpSp>
          <p:nvGrpSpPr>
            <p:cNvPr id="231" name="群組 230">
              <a:extLst>
                <a:ext uri="{FF2B5EF4-FFF2-40B4-BE49-F238E27FC236}">
                  <a16:creationId xmlns:a16="http://schemas.microsoft.com/office/drawing/2014/main" id="{C70FACB3-1353-4BD9-AAD3-6891ADA3F4AF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35" name="箭號: 向右 234">
                <a:extLst>
                  <a:ext uri="{FF2B5EF4-FFF2-40B4-BE49-F238E27FC236}">
                    <a16:creationId xmlns:a16="http://schemas.microsoft.com/office/drawing/2014/main" id="{7BEE3D9A-28D6-4818-B348-DDF105C4032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箭號: 向右 235">
                <a:extLst>
                  <a:ext uri="{FF2B5EF4-FFF2-40B4-BE49-F238E27FC236}">
                    <a16:creationId xmlns:a16="http://schemas.microsoft.com/office/drawing/2014/main" id="{63B0AC10-42F9-4364-BDD6-22B974CDCE83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4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字方塊 233">
                  <a:extLst>
                    <a:ext uri="{FF2B5EF4-FFF2-40B4-BE49-F238E27FC236}">
                      <a16:creationId xmlns:a16="http://schemas.microsoft.com/office/drawing/2014/main" id="{ADB50B93-74D1-42C7-AE65-78481E86BE81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/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  <a:blipFill>
                <a:blip r:embed="rId48"/>
                <a:stretch>
                  <a:fillRect t="-4478" r="-82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/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橢圓 243">
            <a:extLst>
              <a:ext uri="{FF2B5EF4-FFF2-40B4-BE49-F238E27FC236}">
                <a16:creationId xmlns:a16="http://schemas.microsoft.com/office/drawing/2014/main" id="{164F0B6C-DE75-4132-8C7D-C04A103A7DF8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5" name="橢圓 244">
            <a:extLst>
              <a:ext uri="{FF2B5EF4-FFF2-40B4-BE49-F238E27FC236}">
                <a16:creationId xmlns:a16="http://schemas.microsoft.com/office/drawing/2014/main" id="{A4BED2F0-2987-4A59-987B-295EFC80E03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6" name="橢圓 245">
            <a:extLst>
              <a:ext uri="{FF2B5EF4-FFF2-40B4-BE49-F238E27FC236}">
                <a16:creationId xmlns:a16="http://schemas.microsoft.com/office/drawing/2014/main" id="{111E40FF-12E0-4096-B274-50510579A00E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7" name="橢圓 246">
            <a:extLst>
              <a:ext uri="{FF2B5EF4-FFF2-40B4-BE49-F238E27FC236}">
                <a16:creationId xmlns:a16="http://schemas.microsoft.com/office/drawing/2014/main" id="{9DD9F2B7-F8DA-45D9-A5F4-1A14140DF9B3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8" name="橢圓 247">
            <a:extLst>
              <a:ext uri="{FF2B5EF4-FFF2-40B4-BE49-F238E27FC236}">
                <a16:creationId xmlns:a16="http://schemas.microsoft.com/office/drawing/2014/main" id="{2EE1614E-86E5-4F00-9449-ABBFCC4D0F33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9" name="橢圓 248">
            <a:extLst>
              <a:ext uri="{FF2B5EF4-FFF2-40B4-BE49-F238E27FC236}">
                <a16:creationId xmlns:a16="http://schemas.microsoft.com/office/drawing/2014/main" id="{AA9508FC-BA05-41F6-848D-E968D4A8BA9D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0" name="橢圓 249">
            <a:extLst>
              <a:ext uri="{FF2B5EF4-FFF2-40B4-BE49-F238E27FC236}">
                <a16:creationId xmlns:a16="http://schemas.microsoft.com/office/drawing/2014/main" id="{BF306B42-6773-4146-9047-D6F1A808C288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1" name="橢圓 250">
            <a:extLst>
              <a:ext uri="{FF2B5EF4-FFF2-40B4-BE49-F238E27FC236}">
                <a16:creationId xmlns:a16="http://schemas.microsoft.com/office/drawing/2014/main" id="{A3B77E38-AEB6-4C6D-AD01-695CA23ED07D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2" name="橢圓 251">
            <a:extLst>
              <a:ext uri="{FF2B5EF4-FFF2-40B4-BE49-F238E27FC236}">
                <a16:creationId xmlns:a16="http://schemas.microsoft.com/office/drawing/2014/main" id="{945CF03F-E2DA-4B8B-8B97-DD0CA3B1DCE2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3" name="橢圓 252">
            <a:extLst>
              <a:ext uri="{FF2B5EF4-FFF2-40B4-BE49-F238E27FC236}">
                <a16:creationId xmlns:a16="http://schemas.microsoft.com/office/drawing/2014/main" id="{8454F19C-223F-4F19-957C-675C730AE441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4" name="橢圓 253">
            <a:extLst>
              <a:ext uri="{FF2B5EF4-FFF2-40B4-BE49-F238E27FC236}">
                <a16:creationId xmlns:a16="http://schemas.microsoft.com/office/drawing/2014/main" id="{D29AE2CF-A1E9-4AA8-8D37-D2E170B81266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5" name="橢圓 254">
            <a:extLst>
              <a:ext uri="{FF2B5EF4-FFF2-40B4-BE49-F238E27FC236}">
                <a16:creationId xmlns:a16="http://schemas.microsoft.com/office/drawing/2014/main" id="{3D03AE8A-0649-43F6-88BD-D3046186B8ED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6" name="橢圓 255">
            <a:extLst>
              <a:ext uri="{FF2B5EF4-FFF2-40B4-BE49-F238E27FC236}">
                <a16:creationId xmlns:a16="http://schemas.microsoft.com/office/drawing/2014/main" id="{64BA48E0-5A2A-422C-BDC1-409FEB652D1A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7" name="橢圓 256">
            <a:extLst>
              <a:ext uri="{FF2B5EF4-FFF2-40B4-BE49-F238E27FC236}">
                <a16:creationId xmlns:a16="http://schemas.microsoft.com/office/drawing/2014/main" id="{23142F84-F3BF-451D-B98A-1583810E26F0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8" name="橢圓 257">
            <a:extLst>
              <a:ext uri="{FF2B5EF4-FFF2-40B4-BE49-F238E27FC236}">
                <a16:creationId xmlns:a16="http://schemas.microsoft.com/office/drawing/2014/main" id="{F2848324-B5A4-4540-AC49-49C1D3872E6B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41DF1DD1-4024-47AA-B1E2-76BEB07BA2E1}"/>
              </a:ext>
            </a:extLst>
          </p:cNvPr>
          <p:cNvGrpSpPr/>
          <p:nvPr/>
        </p:nvGrpSpPr>
        <p:grpSpPr>
          <a:xfrm>
            <a:off x="898033" y="3465541"/>
            <a:ext cx="862094" cy="583304"/>
            <a:chOff x="1355233" y="3982273"/>
            <a:chExt cx="862094" cy="583304"/>
          </a:xfrm>
        </p:grpSpPr>
        <p:grpSp>
          <p:nvGrpSpPr>
            <p:cNvPr id="272" name="群組 271">
              <a:extLst>
                <a:ext uri="{FF2B5EF4-FFF2-40B4-BE49-F238E27FC236}">
                  <a16:creationId xmlns:a16="http://schemas.microsoft.com/office/drawing/2014/main" id="{F9B432A8-8929-4F4C-A5F8-E558EB1D8A3A}"/>
                </a:ext>
              </a:extLst>
            </p:cNvPr>
            <p:cNvGrpSpPr/>
            <p:nvPr/>
          </p:nvGrpSpPr>
          <p:grpSpPr>
            <a:xfrm>
              <a:off x="1757087" y="4189302"/>
              <a:ext cx="188539" cy="180861"/>
              <a:chOff x="1373392" y="2391859"/>
              <a:chExt cx="479433" cy="476538"/>
            </a:xfrm>
            <a:solidFill>
              <a:schemeClr val="tx1"/>
            </a:solidFill>
          </p:grpSpPr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96ECD266-6AC3-49C8-93E9-F913D3B7E48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2D79B39D-84AF-4893-B2D0-1DCD4932C247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/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blipFill>
                  <a:blip r:embed="rId50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/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blipFill>
                  <a:blip r:embed="rId51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/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  <a:blipFill>
                <a:blip r:embed="rId5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橢圓 115">
            <a:extLst>
              <a:ext uri="{FF2B5EF4-FFF2-40B4-BE49-F238E27FC236}">
                <a16:creationId xmlns:a16="http://schemas.microsoft.com/office/drawing/2014/main" id="{021B417B-31AA-4351-9DC9-81C4CF94818A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562AC694-0EBE-4E3C-AF58-775E37D30026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B5707F30-C7B5-4E15-9043-6B6BD8ECCC33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86BEE41E-0589-4048-9305-1476CF439D0B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893DA085-E805-4AD3-A7BD-EA4C8801C038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14489E74-6F0E-430D-96BA-AE499D58FFAB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橢圓 132">
            <a:extLst>
              <a:ext uri="{FF2B5EF4-FFF2-40B4-BE49-F238E27FC236}">
                <a16:creationId xmlns:a16="http://schemas.microsoft.com/office/drawing/2014/main" id="{2A520198-78D1-45C0-8E6D-9A69976BED66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9D873917-DB09-4712-A954-A0BA1BEC9FAA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FD8DCE2F-B136-46AF-A8BC-6DEB4733DCC3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D368FB58-8F92-4602-8D23-848498BD8014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8678717C-ADC4-4F61-ABBC-584C883E306E}"/>
              </a:ext>
            </a:extLst>
          </p:cNvPr>
          <p:cNvSpPr/>
          <p:nvPr/>
        </p:nvSpPr>
        <p:spPr>
          <a:xfrm>
            <a:off x="9104299" y="4190233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橢圓 140">
            <a:extLst>
              <a:ext uri="{FF2B5EF4-FFF2-40B4-BE49-F238E27FC236}">
                <a16:creationId xmlns:a16="http://schemas.microsoft.com/office/drawing/2014/main" id="{4A612AD4-1891-4E00-8B7E-9BDDCDD701BC}"/>
              </a:ext>
            </a:extLst>
          </p:cNvPr>
          <p:cNvSpPr/>
          <p:nvPr/>
        </p:nvSpPr>
        <p:spPr>
          <a:xfrm>
            <a:off x="8847124" y="4123558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2" name="圖片 141">
            <a:extLst>
              <a:ext uri="{FF2B5EF4-FFF2-40B4-BE49-F238E27FC236}">
                <a16:creationId xmlns:a16="http://schemas.microsoft.com/office/drawing/2014/main" id="{C9FD13E6-BFF9-40F6-88DE-AA332E745D4B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5351419" y="3502044"/>
            <a:ext cx="210021" cy="777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/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/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/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blipFill>
                <a:blip r:embed="rId5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/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blipFill>
                <a:blip r:embed="rId5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/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/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/>
              <p:nvPr/>
            </p:nvSpPr>
            <p:spPr>
              <a:xfrm>
                <a:off x="5915856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856" y="6185959"/>
                <a:ext cx="711762" cy="276999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87CB6E6A-73E1-4442-9F2A-900FEB525A92}"/>
              </a:ext>
            </a:extLst>
          </p:cNvPr>
          <p:cNvCxnSpPr>
            <a:cxnSpLocks/>
          </p:cNvCxnSpPr>
          <p:nvPr/>
        </p:nvCxnSpPr>
        <p:spPr>
          <a:xfrm>
            <a:off x="6578571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6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0" name="圖形 159">
            <a:extLst>
              <a:ext uri="{FF2B5EF4-FFF2-40B4-BE49-F238E27FC236}">
                <a16:creationId xmlns:a16="http://schemas.microsoft.com/office/drawing/2014/main" id="{58C27B71-B16D-42AA-BB4D-EFF0DA142B9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593614" y="894032"/>
            <a:ext cx="223834" cy="213728"/>
          </a:xfrm>
          <a:prstGeom prst="rect">
            <a:avLst/>
          </a:prstGeom>
        </p:spPr>
      </p:pic>
      <p:pic>
        <p:nvPicPr>
          <p:cNvPr id="162" name="圖形 161">
            <a:extLst>
              <a:ext uri="{FF2B5EF4-FFF2-40B4-BE49-F238E27FC236}">
                <a16:creationId xmlns:a16="http://schemas.microsoft.com/office/drawing/2014/main" id="{695D557C-B4B1-4F8A-9C9B-F683C9153E1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5874249" y="5083022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5EDEB351-C4A8-4F1B-9F4C-5A75098BD249}"/>
                  </a:ext>
                </a:extLst>
              </p:cNvPr>
              <p:cNvSpPr txBox="1"/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5EDEB351-C4A8-4F1B-9F4C-5A75098BD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blipFill>
                <a:blip r:embed="rId6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519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圖片 130">
            <a:extLst>
              <a:ext uri="{FF2B5EF4-FFF2-40B4-BE49-F238E27FC236}">
                <a16:creationId xmlns:a16="http://schemas.microsoft.com/office/drawing/2014/main" id="{F2BF2B4D-8ACD-4DEB-8B06-9D3FE73D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120" y="4763823"/>
            <a:ext cx="1080000" cy="1082241"/>
          </a:xfrm>
          <a:prstGeom prst="rect">
            <a:avLst/>
          </a:prstGeom>
        </p:spPr>
      </p:pic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5CFCDCD-22DC-4CDA-BB9B-A2C086F0DAA7}"/>
              </a:ext>
            </a:extLst>
          </p:cNvPr>
          <p:cNvCxnSpPr>
            <a:cxnSpLocks/>
          </p:cNvCxnSpPr>
          <p:nvPr/>
        </p:nvCxnSpPr>
        <p:spPr>
          <a:xfrm>
            <a:off x="9356407" y="3682673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07442A9B-18B0-4C57-B2D9-DC248931D533}"/>
              </a:ext>
            </a:extLst>
          </p:cNvPr>
          <p:cNvCxnSpPr>
            <a:cxnSpLocks/>
          </p:cNvCxnSpPr>
          <p:nvPr/>
        </p:nvCxnSpPr>
        <p:spPr>
          <a:xfrm>
            <a:off x="9370362" y="4201663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圖片 71">
            <a:extLst>
              <a:ext uri="{FF2B5EF4-FFF2-40B4-BE49-F238E27FC236}">
                <a16:creationId xmlns:a16="http://schemas.microsoft.com/office/drawing/2014/main" id="{21BCC3F4-35B0-4547-9379-F52B161E8F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6634705" y="3364831"/>
            <a:ext cx="207230" cy="822325"/>
          </a:xfrm>
          <a:prstGeom prst="rect">
            <a:avLst/>
          </a:prstGeom>
        </p:spPr>
      </p:pic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Effect of relative phase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4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CA01A9D7-CF1D-47D6-A9D2-05E7457F0DF6}"/>
              </a:ext>
            </a:extLst>
          </p:cNvPr>
          <p:cNvGrpSpPr/>
          <p:nvPr/>
        </p:nvGrpSpPr>
        <p:grpSpPr>
          <a:xfrm>
            <a:off x="-74674" y="1188201"/>
            <a:ext cx="1829090" cy="456407"/>
            <a:chOff x="4937693" y="1384388"/>
            <a:chExt cx="1829090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FF73B9A1-7E25-4D24-997E-ED62D31DB7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08FB0F4F-17F9-4B30-9EC5-0450AD017276}"/>
              </a:ext>
            </a:extLst>
          </p:cNvPr>
          <p:cNvGrpSpPr/>
          <p:nvPr/>
        </p:nvGrpSpPr>
        <p:grpSpPr>
          <a:xfrm>
            <a:off x="-74674" y="1810154"/>
            <a:ext cx="1829090" cy="411266"/>
            <a:chOff x="4937693" y="1384388"/>
            <a:chExt cx="1829090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0" name="圖形 29">
              <a:extLst>
                <a:ext uri="{FF2B5EF4-FFF2-40B4-BE49-F238E27FC236}">
                  <a16:creationId xmlns:a16="http://schemas.microsoft.com/office/drawing/2014/main" id="{06405977-D2B2-4E7F-89EB-40B911687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BA4D512-CDFB-458F-983D-AF1D8D4E72F7}"/>
              </a:ext>
            </a:extLst>
          </p:cNvPr>
          <p:cNvSpPr/>
          <p:nvPr/>
        </p:nvSpPr>
        <p:spPr>
          <a:xfrm>
            <a:off x="6096001" y="2309094"/>
            <a:ext cx="609386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E0DACB5-E747-41A1-93F6-728CF2EEC2B6}"/>
              </a:ext>
            </a:extLst>
          </p:cNvPr>
          <p:cNvSpPr/>
          <p:nvPr/>
        </p:nvSpPr>
        <p:spPr>
          <a:xfrm>
            <a:off x="2287" y="2309094"/>
            <a:ext cx="609371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737" y="3210017"/>
            <a:ext cx="1080000" cy="1080000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EA91F5C5-8E70-410F-A9F8-B26E73B3A4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8091" y="3218140"/>
            <a:ext cx="1080000" cy="10822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517357" y="2871717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357" y="2871717"/>
                <a:ext cx="81201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830829" y="2871717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29" y="2871717"/>
                <a:ext cx="8249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0702" y="4759185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1026" y="3210017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81737" y="4757124"/>
            <a:ext cx="1080000" cy="10841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/>
              <p:nvPr/>
            </p:nvSpPr>
            <p:spPr>
              <a:xfrm>
                <a:off x="7034191" y="2871717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91" y="2871717"/>
                <a:ext cx="81201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/>
              <p:nvPr/>
            </p:nvSpPr>
            <p:spPr>
              <a:xfrm>
                <a:off x="8159618" y="2871717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618" y="2871717"/>
                <a:ext cx="8249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EC4536CE-1640-42C1-8623-35E922973BE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5810" y="3218140"/>
            <a:ext cx="1080000" cy="10824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0A8FE4C-2696-4D62-A5D3-72D2D2A90CB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78091" y="4757941"/>
            <a:ext cx="1080000" cy="1082489"/>
          </a:xfrm>
          <a:prstGeom prst="rect">
            <a:avLst/>
          </a:prstGeom>
        </p:spPr>
      </p:pic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AFCC88FC-2F6E-40F0-B38A-23DF9C7A0335}"/>
              </a:ext>
            </a:extLst>
          </p:cNvPr>
          <p:cNvCxnSpPr>
            <a:cxnSpLocks/>
          </p:cNvCxnSpPr>
          <p:nvPr/>
        </p:nvCxnSpPr>
        <p:spPr>
          <a:xfrm>
            <a:off x="6096000" y="2709746"/>
            <a:ext cx="0" cy="41482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2747778" y="3417117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2427D5B3-DB17-4F3C-86C7-D5DC0C9A5040}"/>
              </a:ext>
            </a:extLst>
          </p:cNvPr>
          <p:cNvGrpSpPr/>
          <p:nvPr/>
        </p:nvGrpSpPr>
        <p:grpSpPr>
          <a:xfrm>
            <a:off x="7232989" y="3417117"/>
            <a:ext cx="483108" cy="476014"/>
            <a:chOff x="7614758" y="3184204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/>
              <p:nvPr/>
            </p:nvSpPr>
            <p:spPr>
              <a:xfrm>
                <a:off x="6735411" y="397282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11" y="3972828"/>
                <a:ext cx="711762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/>
              <p:nvPr/>
            </p:nvSpPr>
            <p:spPr>
              <a:xfrm>
                <a:off x="2310660" y="6151924"/>
                <a:ext cx="253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orientation</a:t>
                </a:r>
              </a:p>
            </p:txBody>
          </p:sp>
        </mc:Choice>
        <mc:Fallback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660" y="6151924"/>
                <a:ext cx="253480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/>
              <p:nvPr/>
            </p:nvSpPr>
            <p:spPr>
              <a:xfrm>
                <a:off x="6735411" y="6151924"/>
                <a:ext cx="4902602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can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change the overall value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11" y="6151924"/>
                <a:ext cx="4902602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2626810" y="3967766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10" y="3967766"/>
                <a:ext cx="930063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3036195" y="5530972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195" y="5530972"/>
                <a:ext cx="543739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/>
              <p:nvPr/>
            </p:nvSpPr>
            <p:spPr>
              <a:xfrm rot="5400000">
                <a:off x="6547687" y="373142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47687" y="3731426"/>
                <a:ext cx="385849" cy="351901"/>
              </a:xfrm>
              <a:prstGeom prst="rect">
                <a:avLst/>
              </a:prstGeom>
              <a:blipFill>
                <a:blip r:embed="rId3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/>
              <p:nvPr/>
            </p:nvSpPr>
            <p:spPr>
              <a:xfrm>
                <a:off x="6580524" y="3074279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524" y="3074279"/>
                <a:ext cx="365805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/>
              <p:nvPr/>
            </p:nvSpPr>
            <p:spPr>
              <a:xfrm>
                <a:off x="6508032" y="4090279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032" y="4090279"/>
                <a:ext cx="53893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5C7CF4CB-94C2-463A-8145-711F55D16B33}"/>
              </a:ext>
            </a:extLst>
          </p:cNvPr>
          <p:cNvCxnSpPr>
            <a:cxnSpLocks/>
          </p:cNvCxnSpPr>
          <p:nvPr/>
        </p:nvCxnSpPr>
        <p:spPr>
          <a:xfrm flipV="1">
            <a:off x="0" y="1154399"/>
            <a:ext cx="121897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2DA3C0-FE04-4CE5-8E49-C48AD81309CC}"/>
              </a:ext>
            </a:extLst>
          </p:cNvPr>
          <p:cNvGrpSpPr/>
          <p:nvPr/>
        </p:nvGrpSpPr>
        <p:grpSpPr>
          <a:xfrm>
            <a:off x="1909063" y="657556"/>
            <a:ext cx="8373875" cy="468462"/>
            <a:chOff x="1892709" y="701821"/>
            <a:chExt cx="8373875" cy="4684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/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sz="16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0" name="圖形 59">
              <a:extLst>
                <a:ext uri="{FF2B5EF4-FFF2-40B4-BE49-F238E27FC236}">
                  <a16:creationId xmlns:a16="http://schemas.microsoft.com/office/drawing/2014/main" id="{1B824840-D720-4686-B243-ABB03BE82A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 t="1" r="53142" b="-1"/>
            <a:stretch/>
          </p:blipFill>
          <p:spPr>
            <a:xfrm>
              <a:off x="1892709" y="866034"/>
              <a:ext cx="224841" cy="172247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7E21AEE7-7AAC-48B2-99D4-09ECBB4BC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5916343" y="823012"/>
              <a:ext cx="223834" cy="213728"/>
            </a:xfrm>
            <a:prstGeom prst="rect">
              <a:avLst/>
            </a:prstGeom>
          </p:spPr>
        </p:pic>
        <p:pic>
          <p:nvPicPr>
            <p:cNvPr id="65" name="圖形 64">
              <a:extLst>
                <a:ext uri="{FF2B5EF4-FFF2-40B4-BE49-F238E27FC236}">
                  <a16:creationId xmlns:a16="http://schemas.microsoft.com/office/drawing/2014/main" id="{2CB0F54D-6421-4A4F-B3A1-5B466A081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4343246" y="823012"/>
              <a:ext cx="223834" cy="213728"/>
            </a:xfrm>
            <a:prstGeom prst="rect">
              <a:avLst/>
            </a:prstGeom>
          </p:spPr>
        </p:pic>
        <p:pic>
          <p:nvPicPr>
            <p:cNvPr id="69" name="圖形 68">
              <a:extLst>
                <a:ext uri="{FF2B5EF4-FFF2-40B4-BE49-F238E27FC236}">
                  <a16:creationId xmlns:a16="http://schemas.microsoft.com/office/drawing/2014/main" id="{8CCABEB9-A99E-4469-A04D-35F6D94935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8733898" y="841254"/>
              <a:ext cx="223834" cy="213728"/>
            </a:xfrm>
            <a:prstGeom prst="rect">
              <a:avLst/>
            </a:prstGeom>
          </p:spPr>
        </p:pic>
        <p:pic>
          <p:nvPicPr>
            <p:cNvPr id="70" name="圖形 69">
              <a:extLst>
                <a:ext uri="{FF2B5EF4-FFF2-40B4-BE49-F238E27FC236}">
                  <a16:creationId xmlns:a16="http://schemas.microsoft.com/office/drawing/2014/main" id="{560EEE99-06C3-41C2-9E2D-C647DC1BC6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7096218" y="841254"/>
              <a:ext cx="223834" cy="213728"/>
            </a:xfrm>
            <a:prstGeom prst="rect">
              <a:avLst/>
            </a:prstGeom>
          </p:spPr>
        </p:pic>
      </p:grp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53638A8-EAC5-4C68-992C-85F61E6BD855}"/>
              </a:ext>
            </a:extLst>
          </p:cNvPr>
          <p:cNvSpPr txBox="1"/>
          <p:nvPr/>
        </p:nvSpPr>
        <p:spPr>
          <a:xfrm>
            <a:off x="38961" y="691732"/>
            <a:ext cx="90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62B790D1-10AD-4CC1-8E1B-FF2CDCAEA16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81301" y="3219582"/>
            <a:ext cx="1080000" cy="1082236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E85A79B7-8F57-4275-AF2A-50E58E3D173E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81301" y="4758722"/>
            <a:ext cx="1080000" cy="108223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85D7F790-A687-4663-BA2C-D21B23D4E989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57120" y="3224286"/>
            <a:ext cx="1080000" cy="10777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B1453D4-72DF-4A66-8028-CAA360F4052A}"/>
                  </a:ext>
                </a:extLst>
              </p:cNvPr>
              <p:cNvSpPr/>
              <p:nvPr/>
            </p:nvSpPr>
            <p:spPr>
              <a:xfrm>
                <a:off x="9215350" y="1770259"/>
                <a:ext cx="2947858" cy="528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B1453D4-72DF-4A66-8028-CAA360F405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350" y="1770259"/>
                <a:ext cx="2947858" cy="528606"/>
              </a:xfrm>
              <a:prstGeom prst="rect">
                <a:avLst/>
              </a:prstGeom>
              <a:blipFill>
                <a:blip r:embed="rId4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CC4E3B6-20FA-461F-89A0-6D4C80471465}"/>
                  </a:ext>
                </a:extLst>
              </p:cNvPr>
              <p:cNvSpPr/>
              <p:nvPr/>
            </p:nvSpPr>
            <p:spPr>
              <a:xfrm>
                <a:off x="9215350" y="1161050"/>
                <a:ext cx="2924262" cy="524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bSup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CC4E3B6-20FA-461F-89A0-6D4C804714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350" y="1161050"/>
                <a:ext cx="2924262" cy="524503"/>
              </a:xfrm>
              <a:prstGeom prst="rect">
                <a:avLst/>
              </a:prstGeom>
              <a:blipFill>
                <a:blip r:embed="rId43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7CE4245-AC01-420B-8C51-0A70F93F14D1}"/>
                  </a:ext>
                </a:extLst>
              </p:cNvPr>
              <p:cNvSpPr/>
              <p:nvPr/>
            </p:nvSpPr>
            <p:spPr>
              <a:xfrm>
                <a:off x="1595721" y="1199281"/>
                <a:ext cx="7135470" cy="503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7CE4245-AC01-420B-8C51-0A70F93F1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721" y="1199281"/>
                <a:ext cx="7135470" cy="50321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B35F886B-E969-49FD-964B-2582E83817B8}"/>
                  </a:ext>
                </a:extLst>
              </p:cNvPr>
              <p:cNvSpPr/>
              <p:nvPr/>
            </p:nvSpPr>
            <p:spPr>
              <a:xfrm>
                <a:off x="1605247" y="1757868"/>
                <a:ext cx="4162486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B35F886B-E969-49FD-964B-2582E8381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247" y="1757868"/>
                <a:ext cx="4162486" cy="495649"/>
              </a:xfrm>
              <a:prstGeom prst="rect">
                <a:avLst/>
              </a:prstGeom>
              <a:blipFill>
                <a:blip r:embed="rId45"/>
                <a:stretch>
                  <a:fillRect r="-2343"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E29C752D-5485-49F5-8EE1-704FD8D421A0}"/>
                  </a:ext>
                </a:extLst>
              </p:cNvPr>
              <p:cNvSpPr/>
              <p:nvPr/>
            </p:nvSpPr>
            <p:spPr>
              <a:xfrm>
                <a:off x="4474660" y="3977291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E29C752D-5485-49F5-8EE1-704FD8D42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660" y="3977291"/>
                <a:ext cx="370614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61F9D0F-3F81-4605-A81F-DAFA2F508CAD}"/>
                  </a:ext>
                </a:extLst>
              </p:cNvPr>
              <p:cNvSpPr/>
              <p:nvPr/>
            </p:nvSpPr>
            <p:spPr>
              <a:xfrm>
                <a:off x="4293495" y="5540497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61F9D0F-3F81-4605-A81F-DAFA2F508C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495" y="5540497"/>
                <a:ext cx="543739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1F97C1FE-9C07-4024-8D01-D0738A82A6DC}"/>
                  </a:ext>
                </a:extLst>
              </p:cNvPr>
              <p:cNvSpPr/>
              <p:nvPr/>
            </p:nvSpPr>
            <p:spPr>
              <a:xfrm>
                <a:off x="7134117" y="3978312"/>
                <a:ext cx="902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1F97C1FE-9C07-4024-8D01-D0738A82A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117" y="3978312"/>
                <a:ext cx="902491" cy="369332"/>
              </a:xfrm>
              <a:prstGeom prst="rect">
                <a:avLst/>
              </a:prstGeom>
              <a:blipFill>
                <a:blip r:embed="rId48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BBFBF174-2395-42C2-AA0B-DB1ECEDAFF06}"/>
                  </a:ext>
                </a:extLst>
              </p:cNvPr>
              <p:cNvSpPr/>
              <p:nvPr/>
            </p:nvSpPr>
            <p:spPr>
              <a:xfrm>
                <a:off x="7486352" y="5541518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BBFBF174-2395-42C2-AA0B-DB1ECEDAF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52" y="5541518"/>
                <a:ext cx="543739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6A991F9-0AEF-4BDF-99B0-F1657F33A0E3}"/>
                  </a:ext>
                </a:extLst>
              </p:cNvPr>
              <p:cNvSpPr/>
              <p:nvPr/>
            </p:nvSpPr>
            <p:spPr>
              <a:xfrm>
                <a:off x="8848617" y="3987837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6A991F9-0AEF-4BDF-99B0-F1657F33A0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617" y="3987837"/>
                <a:ext cx="370614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410798BB-22C5-4E94-BAF5-CFE673DFC5C8}"/>
                  </a:ext>
                </a:extLst>
              </p:cNvPr>
              <p:cNvSpPr/>
              <p:nvPr/>
            </p:nvSpPr>
            <p:spPr>
              <a:xfrm>
                <a:off x="8667452" y="5551043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410798BB-22C5-4E94-BAF5-CFE673DFC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452" y="5551043"/>
                <a:ext cx="543739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8D7F13E-D276-491C-ACF2-643B94566E18}"/>
                  </a:ext>
                </a:extLst>
              </p:cNvPr>
              <p:cNvSpPr/>
              <p:nvPr/>
            </p:nvSpPr>
            <p:spPr>
              <a:xfrm>
                <a:off x="9168634" y="2959306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8D7F13E-D276-491C-ACF2-643B94566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634" y="2959306"/>
                <a:ext cx="2218171" cy="460062"/>
              </a:xfrm>
              <a:prstGeom prst="rect">
                <a:avLst/>
              </a:prstGeom>
              <a:blipFill>
                <a:blip r:embed="rId5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圖形 111">
            <a:extLst>
              <a:ext uri="{FF2B5EF4-FFF2-40B4-BE49-F238E27FC236}">
                <a16:creationId xmlns:a16="http://schemas.microsoft.com/office/drawing/2014/main" id="{4F573770-D2DB-4DCD-9ABA-57700497F60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9388974" y="3096490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D0E79162-9EFD-4F63-92FB-B4729E5C2556}"/>
                  </a:ext>
                </a:extLst>
              </p:cNvPr>
              <p:cNvSpPr/>
              <p:nvPr/>
            </p:nvSpPr>
            <p:spPr>
              <a:xfrm>
                <a:off x="9168634" y="4519151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,1,−1,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D0E79162-9EFD-4F63-92FB-B4729E5C2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634" y="4519151"/>
                <a:ext cx="2218171" cy="460062"/>
              </a:xfrm>
              <a:prstGeom prst="rect">
                <a:avLst/>
              </a:prstGeom>
              <a:blipFill>
                <a:blip r:embed="rId5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" name="圖形 113">
            <a:extLst>
              <a:ext uri="{FF2B5EF4-FFF2-40B4-BE49-F238E27FC236}">
                <a16:creationId xmlns:a16="http://schemas.microsoft.com/office/drawing/2014/main" id="{950C0A3B-A4BF-44A0-A389-F854A71274B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9388974" y="4656335"/>
            <a:ext cx="223834" cy="213728"/>
          </a:xfrm>
          <a:prstGeom prst="rect">
            <a:avLst/>
          </a:prstGeom>
        </p:spPr>
      </p:pic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43E778A4-2F08-4DC1-AC5E-31E37DB494AD}"/>
              </a:ext>
            </a:extLst>
          </p:cNvPr>
          <p:cNvCxnSpPr>
            <a:cxnSpLocks/>
          </p:cNvCxnSpPr>
          <p:nvPr/>
        </p:nvCxnSpPr>
        <p:spPr>
          <a:xfrm flipV="1">
            <a:off x="9356407" y="3455684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2F78E7-E173-46FD-8825-6477BAE68D77}"/>
                  </a:ext>
                </a:extLst>
              </p:cNvPr>
              <p:cNvSpPr/>
              <p:nvPr/>
            </p:nvSpPr>
            <p:spPr>
              <a:xfrm>
                <a:off x="9974106" y="3610863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2F78E7-E173-46FD-8825-6477BAE68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4106" y="3610863"/>
                <a:ext cx="812017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3132213-2DE6-4FAA-9706-FD9565D42EF9}"/>
                  </a:ext>
                </a:extLst>
              </p:cNvPr>
              <p:cNvSpPr/>
              <p:nvPr/>
            </p:nvSpPr>
            <p:spPr>
              <a:xfrm>
                <a:off x="9983631" y="3890898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3132213-2DE6-4FAA-9706-FD9565D42E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631" y="3890898"/>
                <a:ext cx="824969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D2FC082A-A5E0-411E-8B86-5E54E3383D86}"/>
                  </a:ext>
                </a:extLst>
              </p:cNvPr>
              <p:cNvSpPr/>
              <p:nvPr/>
            </p:nvSpPr>
            <p:spPr>
              <a:xfrm>
                <a:off x="10821645" y="3975701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D2FC082A-A5E0-411E-8B86-5E54E3383D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645" y="3975701"/>
                <a:ext cx="567270" cy="406650"/>
              </a:xfrm>
              <a:prstGeom prst="rect">
                <a:avLst/>
              </a:prstGeom>
              <a:blipFill>
                <a:blip r:embed="rId5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80A67F25-538C-411A-9BB8-8815F053D740}"/>
              </a:ext>
            </a:extLst>
          </p:cNvPr>
          <p:cNvCxnSpPr>
            <a:cxnSpLocks/>
          </p:cNvCxnSpPr>
          <p:nvPr/>
        </p:nvCxnSpPr>
        <p:spPr>
          <a:xfrm flipV="1">
            <a:off x="9370694" y="5053907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2C3FD6D-B11B-46D0-A0B7-67C74F24C3C4}"/>
                  </a:ext>
                </a:extLst>
              </p:cNvPr>
              <p:cNvSpPr/>
              <p:nvPr/>
            </p:nvSpPr>
            <p:spPr>
              <a:xfrm>
                <a:off x="10821645" y="5573924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2C3FD6D-B11B-46D0-A0B7-67C74F24C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645" y="5573924"/>
                <a:ext cx="567270" cy="406650"/>
              </a:xfrm>
              <a:prstGeom prst="rect">
                <a:avLst/>
              </a:prstGeom>
              <a:blipFill>
                <a:blip r:embed="rId57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981B16B-4FC6-4B12-95C9-DF45A88BDB52}"/>
              </a:ext>
            </a:extLst>
          </p:cNvPr>
          <p:cNvCxnSpPr>
            <a:cxnSpLocks/>
          </p:cNvCxnSpPr>
          <p:nvPr/>
        </p:nvCxnSpPr>
        <p:spPr>
          <a:xfrm>
            <a:off x="9363074" y="5803061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605306CA-0CE2-4758-BCEB-D803F010D03C}"/>
              </a:ext>
            </a:extLst>
          </p:cNvPr>
          <p:cNvSpPr/>
          <p:nvPr/>
        </p:nvSpPr>
        <p:spPr>
          <a:xfrm>
            <a:off x="9370219" y="5281567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手繪多邊形: 圖案 131">
            <a:extLst>
              <a:ext uri="{FF2B5EF4-FFF2-40B4-BE49-F238E27FC236}">
                <a16:creationId xmlns:a16="http://schemas.microsoft.com/office/drawing/2014/main" id="{61A29A0D-B3D6-4FB6-8CAC-F0622D1C484F}"/>
              </a:ext>
            </a:extLst>
          </p:cNvPr>
          <p:cNvSpPr/>
          <p:nvPr/>
        </p:nvSpPr>
        <p:spPr>
          <a:xfrm flipV="1">
            <a:off x="9376423" y="5290850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CA9C7A1-0039-4721-8E0F-EA2FC890AA70}"/>
              </a:ext>
            </a:extLst>
          </p:cNvPr>
          <p:cNvCxnSpPr>
            <a:cxnSpLocks/>
          </p:cNvCxnSpPr>
          <p:nvPr/>
        </p:nvCxnSpPr>
        <p:spPr>
          <a:xfrm>
            <a:off x="9348787" y="4204838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5F1BF0F9-DEEE-41EE-A426-3ECF997FE142}"/>
              </a:ext>
            </a:extLst>
          </p:cNvPr>
          <p:cNvSpPr/>
          <p:nvPr/>
        </p:nvSpPr>
        <p:spPr>
          <a:xfrm>
            <a:off x="8327486" y="3488067"/>
            <a:ext cx="502968" cy="502968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箭號: 燕尾形向右 41">
            <a:extLst>
              <a:ext uri="{FF2B5EF4-FFF2-40B4-BE49-F238E27FC236}">
                <a16:creationId xmlns:a16="http://schemas.microsoft.com/office/drawing/2014/main" id="{AF3ECFD8-BFB0-4AD6-B94F-7EE5AAC61740}"/>
              </a:ext>
            </a:extLst>
          </p:cNvPr>
          <p:cNvSpPr/>
          <p:nvPr/>
        </p:nvSpPr>
        <p:spPr>
          <a:xfrm rot="14225351">
            <a:off x="8677168" y="3548988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箭號: 燕尾形向右 133">
            <a:extLst>
              <a:ext uri="{FF2B5EF4-FFF2-40B4-BE49-F238E27FC236}">
                <a16:creationId xmlns:a16="http://schemas.microsoft.com/office/drawing/2014/main" id="{89DCDD50-2A4E-47F2-9D4E-6EF293D3538A}"/>
              </a:ext>
            </a:extLst>
          </p:cNvPr>
          <p:cNvSpPr/>
          <p:nvPr/>
        </p:nvSpPr>
        <p:spPr>
          <a:xfrm>
            <a:off x="10697276" y="4115726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箭號: 燕尾形向右 134">
            <a:extLst>
              <a:ext uri="{FF2B5EF4-FFF2-40B4-BE49-F238E27FC236}">
                <a16:creationId xmlns:a16="http://schemas.microsoft.com/office/drawing/2014/main" id="{CF632589-D67A-4A51-B510-9F07571F6A9D}"/>
              </a:ext>
            </a:extLst>
          </p:cNvPr>
          <p:cNvSpPr/>
          <p:nvPr/>
        </p:nvSpPr>
        <p:spPr>
          <a:xfrm>
            <a:off x="10697276" y="5709446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00D58FA5-40A8-4570-86C3-9FFD08146D5F}"/>
              </a:ext>
            </a:extLst>
          </p:cNvPr>
          <p:cNvSpPr/>
          <p:nvPr/>
        </p:nvSpPr>
        <p:spPr>
          <a:xfrm>
            <a:off x="8337347" y="5090559"/>
            <a:ext cx="502968" cy="502968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箭號: 燕尾形向右 136">
            <a:extLst>
              <a:ext uri="{FF2B5EF4-FFF2-40B4-BE49-F238E27FC236}">
                <a16:creationId xmlns:a16="http://schemas.microsoft.com/office/drawing/2014/main" id="{61BEB56A-34E6-4A16-B6AC-5D62F9C8D77D}"/>
              </a:ext>
            </a:extLst>
          </p:cNvPr>
          <p:cNvSpPr/>
          <p:nvPr/>
        </p:nvSpPr>
        <p:spPr>
          <a:xfrm rot="14225351">
            <a:off x="8687029" y="5151480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2097D08B-1FAF-44CB-BC47-36282B54B70E}"/>
              </a:ext>
            </a:extLst>
          </p:cNvPr>
          <p:cNvGrpSpPr/>
          <p:nvPr/>
        </p:nvGrpSpPr>
        <p:grpSpPr>
          <a:xfrm>
            <a:off x="523604" y="3540876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A4C4235C-7E3E-4791-A9BB-484F3D4FE64A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A4C4235C-7E3E-4791-A9BB-484F3D4FE6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58"/>
                  <a:stretch>
                    <a:fillRect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3" name="圖形 142">
              <a:extLst>
                <a:ext uri="{FF2B5EF4-FFF2-40B4-BE49-F238E27FC236}">
                  <a16:creationId xmlns:a16="http://schemas.microsoft.com/office/drawing/2014/main" id="{1DF9E053-FC0D-4F75-8E34-86B99911AA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BBB33A5E-CAE4-4A6F-9F78-39F90E9EE0FD}"/>
              </a:ext>
            </a:extLst>
          </p:cNvPr>
          <p:cNvGrpSpPr/>
          <p:nvPr/>
        </p:nvGrpSpPr>
        <p:grpSpPr>
          <a:xfrm>
            <a:off x="512919" y="5081661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004B9569-F8B5-4B8A-98A7-D4F57907CE12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004B9569-F8B5-4B8A-98A7-D4F57907CE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59"/>
                  <a:stretch>
                    <a:fillRect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6" name="圖形 145">
              <a:extLst>
                <a:ext uri="{FF2B5EF4-FFF2-40B4-BE49-F238E27FC236}">
                  <a16:creationId xmlns:a16="http://schemas.microsoft.com/office/drawing/2014/main" id="{DF355B8E-12D4-4BE4-BDE6-5A182E67E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4811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949167B8-FD7A-4A7C-B7E6-CE30F563BE40}"/>
              </a:ext>
            </a:extLst>
          </p:cNvPr>
          <p:cNvGrpSpPr/>
          <p:nvPr/>
        </p:nvGrpSpPr>
        <p:grpSpPr>
          <a:xfrm>
            <a:off x="4425432" y="4299872"/>
            <a:ext cx="1118387" cy="1259553"/>
            <a:chOff x="5728722" y="4684787"/>
            <a:chExt cx="1459478" cy="1643701"/>
          </a:xfrm>
        </p:grpSpPr>
        <p:grpSp>
          <p:nvGrpSpPr>
            <p:cNvPr id="146" name="群組 145">
              <a:extLst>
                <a:ext uri="{FF2B5EF4-FFF2-40B4-BE49-F238E27FC236}">
                  <a16:creationId xmlns:a16="http://schemas.microsoft.com/office/drawing/2014/main" id="{C7621547-4204-4749-8492-BD4F6FDDD7E9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8" name="圖片 147">
                <a:extLst>
                  <a:ext uri="{FF2B5EF4-FFF2-40B4-BE49-F238E27FC236}">
                    <a16:creationId xmlns:a16="http://schemas.microsoft.com/office/drawing/2014/main" id="{7F520733-8820-4480-BE3A-38698F0ADF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576C0AE5-0EFA-458C-9ED5-4E1BD67B1D25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FD0538C4-4986-4FF8-93B3-348332437C18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3462D61C-1B98-4ECD-8648-EA535B46A635}"/>
              </a:ext>
            </a:extLst>
          </p:cNvPr>
          <p:cNvGrpSpPr/>
          <p:nvPr/>
        </p:nvGrpSpPr>
        <p:grpSpPr>
          <a:xfrm>
            <a:off x="4265402" y="1544464"/>
            <a:ext cx="1354567" cy="1265043"/>
            <a:chOff x="4011072" y="4660900"/>
            <a:chExt cx="1767692" cy="1650868"/>
          </a:xfrm>
        </p:grpSpPr>
        <p:grpSp>
          <p:nvGrpSpPr>
            <p:cNvPr id="151" name="群組 150">
              <a:extLst>
                <a:ext uri="{FF2B5EF4-FFF2-40B4-BE49-F238E27FC236}">
                  <a16:creationId xmlns:a16="http://schemas.microsoft.com/office/drawing/2014/main" id="{B29934B7-378A-417C-9B52-587EF68C02E4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0B9721C4-F2BF-42BC-A857-AE8EAFFB30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5BA87D5B-D297-44CB-9F05-2FC2894E399F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FA4BEF66-F78F-4CD7-9195-37F0B52F74B5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/>
              <p:nvPr/>
            </p:nvSpPr>
            <p:spPr>
              <a:xfrm>
                <a:off x="4504629" y="5516461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29" y="5516461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/>
              <p:nvPr/>
            </p:nvSpPr>
            <p:spPr>
              <a:xfrm>
                <a:off x="4488511" y="2838477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511" y="2838477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5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447" y="2529429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009067" y="2191129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067" y="2191129"/>
                <a:ext cx="8120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179664" y="219112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664" y="2191129"/>
                <a:ext cx="82496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9062" y="3833419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9861" y="2529429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3447" y="3833419"/>
            <a:ext cx="1080000" cy="1084122"/>
          </a:xfrm>
          <a:prstGeom prst="rect">
            <a:avLst/>
          </a:prstGeom>
        </p:spPr>
      </p:pic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2239488" y="2736529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2093360" y="3281607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360" y="3281607"/>
                <a:ext cx="93006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>
            <a:extLst>
              <a:ext uri="{FF2B5EF4-FFF2-40B4-BE49-F238E27FC236}">
                <a16:creationId xmlns:a16="http://schemas.microsoft.com/office/drawing/2014/main" id="{2085C97F-3F40-42A1-AACD-D1AFDCA2862C}"/>
              </a:ext>
            </a:extLst>
          </p:cNvPr>
          <p:cNvSpPr/>
          <p:nvPr/>
        </p:nvSpPr>
        <p:spPr>
          <a:xfrm>
            <a:off x="2286" y="625215"/>
            <a:ext cx="4295807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7590786" y="2538019"/>
            <a:ext cx="1098721" cy="1084064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286E51DD-FDC3-4529-9460-8E0F8B6F9B47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0112" r="67379"/>
          <a:stretch/>
        </p:blipFill>
        <p:spPr>
          <a:xfrm>
            <a:off x="7598923" y="5052619"/>
            <a:ext cx="1098721" cy="1101985"/>
          </a:xfrm>
          <a:prstGeom prst="rect">
            <a:avLst/>
          </a:prstGeom>
        </p:spPr>
      </p:pic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C05D26E5-EF6A-4910-A129-1B8D8E0AAD65}"/>
              </a:ext>
            </a:extLst>
          </p:cNvPr>
          <p:cNvGrpSpPr/>
          <p:nvPr/>
        </p:nvGrpSpPr>
        <p:grpSpPr>
          <a:xfrm>
            <a:off x="7650258" y="3813667"/>
            <a:ext cx="483108" cy="476014"/>
            <a:chOff x="1338869" y="2976272"/>
            <a:chExt cx="483108" cy="476014"/>
          </a:xfrm>
        </p:grpSpPr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3ADA4CF2-7B24-4222-83FD-8CF109877E8F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14" name="箭號: 向右 113">
                <a:extLst>
                  <a:ext uri="{FF2B5EF4-FFF2-40B4-BE49-F238E27FC236}">
                    <a16:creationId xmlns:a16="http://schemas.microsoft.com/office/drawing/2014/main" id="{26221895-1A76-492C-81ED-0B8620F4052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箭號: 向右 114">
                <a:extLst>
                  <a:ext uri="{FF2B5EF4-FFF2-40B4-BE49-F238E27FC236}">
                    <a16:creationId xmlns:a16="http://schemas.microsoft.com/office/drawing/2014/main" id="{131E8848-ECF2-40DA-BF0C-2E3432EA125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56146B5F-8138-4862-A535-0F03CBFEF0B5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5F3637D5-E94B-469E-8235-515ADB3CA50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6" name="圖片 115">
            <a:extLst>
              <a:ext uri="{FF2B5EF4-FFF2-40B4-BE49-F238E27FC236}">
                <a16:creationId xmlns:a16="http://schemas.microsoft.com/office/drawing/2014/main" id="{CA9C2526-F3A1-4E61-8924-AFE8EBFAE930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7585866" y="1287765"/>
            <a:ext cx="1080000" cy="1086572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33EFD6D9-D950-4FD2-8596-1CC4823073EF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7593879" y="3839948"/>
            <a:ext cx="1080000" cy="1081633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53A6C152-DF96-41EC-B395-7B958F42D2F9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7292362" y="4045457"/>
            <a:ext cx="257207" cy="745232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BD57C6CF-6DD7-46EF-99F8-35368AB3658D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7278510" y="1489050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/>
              <p:nvPr/>
            </p:nvSpPr>
            <p:spPr>
              <a:xfrm>
                <a:off x="7275140" y="1257820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140" y="1257820"/>
                <a:ext cx="36580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/>
              <p:nvPr/>
            </p:nvSpPr>
            <p:spPr>
              <a:xfrm>
                <a:off x="7288992" y="3805049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92" y="3805049"/>
                <a:ext cx="365805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/>
              <p:nvPr/>
            </p:nvSpPr>
            <p:spPr>
              <a:xfrm rot="5400000">
                <a:off x="7266733" y="4010185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66733" y="4010185"/>
                <a:ext cx="385849" cy="351901"/>
              </a:xfrm>
              <a:prstGeom prst="rect">
                <a:avLst/>
              </a:prstGeom>
              <a:blipFill>
                <a:blip r:embed="rId2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/>
              <p:nvPr/>
            </p:nvSpPr>
            <p:spPr>
              <a:xfrm rot="5400000">
                <a:off x="7252881" y="143973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52881" y="1439736"/>
                <a:ext cx="385849" cy="351901"/>
              </a:xfrm>
              <a:prstGeom prst="rect">
                <a:avLst/>
              </a:prstGeom>
              <a:blipFill>
                <a:blip r:embed="rId2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/>
              <p:nvPr/>
            </p:nvSpPr>
            <p:spPr>
              <a:xfrm>
                <a:off x="7188577" y="211153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577" y="2111533"/>
                <a:ext cx="53893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/>
              <p:nvPr/>
            </p:nvSpPr>
            <p:spPr>
              <a:xfrm>
                <a:off x="7202429" y="4671462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429" y="4671462"/>
                <a:ext cx="53893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D7FF5E21-9236-4CA5-9189-C7254E91E630}"/>
              </a:ext>
            </a:extLst>
          </p:cNvPr>
          <p:cNvGrpSpPr/>
          <p:nvPr/>
        </p:nvGrpSpPr>
        <p:grpSpPr>
          <a:xfrm>
            <a:off x="7685305" y="1486263"/>
            <a:ext cx="862094" cy="583304"/>
            <a:chOff x="7047875" y="5232494"/>
            <a:chExt cx="862094" cy="583304"/>
          </a:xfrm>
        </p:grpSpPr>
        <p:grpSp>
          <p:nvGrpSpPr>
            <p:cNvPr id="129" name="群組 128">
              <a:extLst>
                <a:ext uri="{FF2B5EF4-FFF2-40B4-BE49-F238E27FC236}">
                  <a16:creationId xmlns:a16="http://schemas.microsoft.com/office/drawing/2014/main" id="{885A6203-62A4-4ED1-B0A8-49C18553A23D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2" name="箭號: 向右 131">
                <a:extLst>
                  <a:ext uri="{FF2B5EF4-FFF2-40B4-BE49-F238E27FC236}">
                    <a16:creationId xmlns:a16="http://schemas.microsoft.com/office/drawing/2014/main" id="{B75AD03E-DA67-4CF4-B5AD-8A3CA3CFF79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箭號: 向右 132">
                <a:extLst>
                  <a:ext uri="{FF2B5EF4-FFF2-40B4-BE49-F238E27FC236}">
                    <a16:creationId xmlns:a16="http://schemas.microsoft.com/office/drawing/2014/main" id="{3CE0B0A8-5490-4CDE-BF09-BF5C6FBCAC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8116730" y="208411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730" y="2084118"/>
                <a:ext cx="7117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5596553" y="1558248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53" y="1558248"/>
                <a:ext cx="1684692" cy="447238"/>
              </a:xfrm>
              <a:prstGeom prst="rect">
                <a:avLst/>
              </a:prstGeom>
              <a:blipFill>
                <a:blip r:embed="rId2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/>
              <p:nvPr/>
            </p:nvSpPr>
            <p:spPr>
              <a:xfrm>
                <a:off x="5596553" y="4174448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53" y="4174448"/>
                <a:ext cx="1684692" cy="447238"/>
              </a:xfrm>
              <a:prstGeom prst="rect">
                <a:avLst/>
              </a:prstGeom>
              <a:blipFill>
                <a:blip r:embed="rId30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圖片 136">
            <a:extLst>
              <a:ext uri="{FF2B5EF4-FFF2-40B4-BE49-F238E27FC236}">
                <a16:creationId xmlns:a16="http://schemas.microsoft.com/office/drawing/2014/main" id="{E5970F73-FFFC-477F-84C6-DCAB4842EB2F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8722349" y="1295391"/>
            <a:ext cx="1080000" cy="1081629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DE1D43C6-49FA-4427-8817-F93EF51900EB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8724953" y="3837738"/>
            <a:ext cx="1080000" cy="1086526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36462D7E-B109-4FB8-A449-363FEF3C5E8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t="49767"/>
          <a:stretch/>
        </p:blipFill>
        <p:spPr>
          <a:xfrm>
            <a:off x="8690567" y="5052619"/>
            <a:ext cx="1111193" cy="1109605"/>
          </a:xfrm>
          <a:prstGeom prst="rect">
            <a:avLst/>
          </a:prstGeom>
        </p:spPr>
      </p:pic>
      <p:pic>
        <p:nvPicPr>
          <p:cNvPr id="140" name="圖片 139">
            <a:extLst>
              <a:ext uri="{FF2B5EF4-FFF2-40B4-BE49-F238E27FC236}">
                <a16:creationId xmlns:a16="http://schemas.microsoft.com/office/drawing/2014/main" id="{68F2173F-D0DE-4977-B484-1BEAD230CC2D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b="49992"/>
          <a:stretch/>
        </p:blipFill>
        <p:spPr>
          <a:xfrm>
            <a:off x="8690958" y="2538019"/>
            <a:ext cx="1111193" cy="1104624"/>
          </a:xfrm>
          <a:prstGeom prst="rect">
            <a:avLst/>
          </a:prstGeom>
        </p:spPr>
      </p:pic>
      <p:sp>
        <p:nvSpPr>
          <p:cNvPr id="160" name="矩形 159">
            <a:extLst>
              <a:ext uri="{FF2B5EF4-FFF2-40B4-BE49-F238E27FC236}">
                <a16:creationId xmlns:a16="http://schemas.microsoft.com/office/drawing/2014/main" id="{169E6CD7-DFD1-4377-A1BC-562FDAC260B3}"/>
              </a:ext>
            </a:extLst>
          </p:cNvPr>
          <p:cNvSpPr/>
          <p:nvPr/>
        </p:nvSpPr>
        <p:spPr>
          <a:xfrm>
            <a:off x="5516422" y="625215"/>
            <a:ext cx="6675578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/>
              <p:nvPr/>
            </p:nvSpPr>
            <p:spPr>
              <a:xfrm>
                <a:off x="4298102" y="625215"/>
                <a:ext cx="1218314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102" y="625215"/>
                <a:ext cx="1218314" cy="4070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43478E00-861E-498E-8D64-802FCDACFC01}"/>
              </a:ext>
            </a:extLst>
          </p:cNvPr>
          <p:cNvCxnSpPr>
            <a:cxnSpLocks/>
          </p:cNvCxnSpPr>
          <p:nvPr/>
        </p:nvCxnSpPr>
        <p:spPr>
          <a:xfrm>
            <a:off x="5516422" y="1047750"/>
            <a:ext cx="0" cy="5276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DC5E4014-00A2-4C29-B7B2-CC365777A4FC}"/>
              </a:ext>
            </a:extLst>
          </p:cNvPr>
          <p:cNvCxnSpPr>
            <a:cxnSpLocks/>
          </p:cNvCxnSpPr>
          <p:nvPr/>
        </p:nvCxnSpPr>
        <p:spPr>
          <a:xfrm>
            <a:off x="4300984" y="1034850"/>
            <a:ext cx="0" cy="52897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/>
              <p:nvPr/>
            </p:nvSpPr>
            <p:spPr>
              <a:xfrm>
                <a:off x="5596553" y="2880455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53" y="2880455"/>
                <a:ext cx="1684692" cy="447238"/>
              </a:xfrm>
              <a:prstGeom prst="rect">
                <a:avLst/>
              </a:prstGeom>
              <a:blipFill>
                <a:blip r:embed="rId32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/>
              <p:nvPr/>
            </p:nvSpPr>
            <p:spPr>
              <a:xfrm>
                <a:off x="5663228" y="5420455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228" y="5420455"/>
                <a:ext cx="1684692" cy="447238"/>
              </a:xfrm>
              <a:prstGeom prst="rect">
                <a:avLst/>
              </a:prstGeom>
              <a:blipFill>
                <a:blip r:embed="rId33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8824967" y="95843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967" y="958434"/>
                <a:ext cx="824969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7716710" y="97113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6710" y="971134"/>
                <a:ext cx="812017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/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can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2C9257D-F610-4B86-82B4-E5F018D7AD69}"/>
                  </a:ext>
                </a:extLst>
              </p:cNvPr>
              <p:cNvSpPr/>
              <p:nvPr/>
            </p:nvSpPr>
            <p:spPr>
              <a:xfrm>
                <a:off x="3811250" y="3283504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2C9257D-F610-4B86-82B4-E5F018D7A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250" y="3283504"/>
                <a:ext cx="370614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732F29F-D547-46D5-9D98-3D1754AEA72A}"/>
                  </a:ext>
                </a:extLst>
              </p:cNvPr>
              <p:cNvSpPr/>
              <p:nvPr/>
            </p:nvSpPr>
            <p:spPr>
              <a:xfrm>
                <a:off x="3652457" y="4592164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732F29F-D547-46D5-9D98-3D1754AEA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457" y="4592164"/>
                <a:ext cx="543739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A6FF49A-99AE-41B9-89E8-C7F1F664F70F}"/>
                  </a:ext>
                </a:extLst>
              </p:cNvPr>
              <p:cNvSpPr/>
              <p:nvPr/>
            </p:nvSpPr>
            <p:spPr>
              <a:xfrm>
                <a:off x="2503471" y="4608874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A6FF49A-99AE-41B9-89E8-C7F1F664F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471" y="4608874"/>
                <a:ext cx="543739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群組 82">
            <a:extLst>
              <a:ext uri="{FF2B5EF4-FFF2-40B4-BE49-F238E27FC236}">
                <a16:creationId xmlns:a16="http://schemas.microsoft.com/office/drawing/2014/main" id="{514A6DB6-6399-4CBD-B853-37BEC8207CA3}"/>
              </a:ext>
            </a:extLst>
          </p:cNvPr>
          <p:cNvGrpSpPr/>
          <p:nvPr/>
        </p:nvGrpSpPr>
        <p:grpSpPr>
          <a:xfrm>
            <a:off x="-46099" y="2872508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31ACB536-4BF5-4C93-BAC6-3436D3861DAD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31ACB536-4BF5-4C93-BAC6-3436D3861D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8" name="圖形 87">
              <a:extLst>
                <a:ext uri="{FF2B5EF4-FFF2-40B4-BE49-F238E27FC236}">
                  <a16:creationId xmlns:a16="http://schemas.microsoft.com/office/drawing/2014/main" id="{43FA6DB0-0A79-4A01-B7A6-58824048BE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37701807-FAF0-4591-B46C-27E3CFDE99BE}"/>
              </a:ext>
            </a:extLst>
          </p:cNvPr>
          <p:cNvGrpSpPr/>
          <p:nvPr/>
        </p:nvGrpSpPr>
        <p:grpSpPr>
          <a:xfrm>
            <a:off x="-56784" y="4184693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D02FADB9-6CDF-4857-81E7-94C04B5C0F34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D02FADB9-6CDF-4857-81E7-94C04B5C0F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1" name="圖形 90">
              <a:extLst>
                <a:ext uri="{FF2B5EF4-FFF2-40B4-BE49-F238E27FC236}">
                  <a16:creationId xmlns:a16="http://schemas.microsoft.com/office/drawing/2014/main" id="{F42CD02C-6540-4D0D-A75B-FD711CD215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D6D78EBC-A807-48E8-B6DC-C314A0B5A6BB}"/>
              </a:ext>
            </a:extLst>
          </p:cNvPr>
          <p:cNvCxnSpPr>
            <a:cxnSpLocks/>
          </p:cNvCxnSpPr>
          <p:nvPr/>
        </p:nvCxnSpPr>
        <p:spPr>
          <a:xfrm>
            <a:off x="10143807" y="1833864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3EA3171D-9314-4656-B603-832AF5B642A3}"/>
              </a:ext>
            </a:extLst>
          </p:cNvPr>
          <p:cNvCxnSpPr>
            <a:cxnSpLocks/>
          </p:cNvCxnSpPr>
          <p:nvPr/>
        </p:nvCxnSpPr>
        <p:spPr>
          <a:xfrm>
            <a:off x="10157762" y="2352854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1A34173F-DBD7-400C-A22E-746A462C38C5}"/>
              </a:ext>
            </a:extLst>
          </p:cNvPr>
          <p:cNvCxnSpPr>
            <a:cxnSpLocks/>
          </p:cNvCxnSpPr>
          <p:nvPr/>
        </p:nvCxnSpPr>
        <p:spPr>
          <a:xfrm flipV="1">
            <a:off x="10143807" y="1606875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765D8D7-8589-4913-B1DC-267DCFA89C3A}"/>
                  </a:ext>
                </a:extLst>
              </p:cNvPr>
              <p:cNvSpPr/>
              <p:nvPr/>
            </p:nvSpPr>
            <p:spPr>
              <a:xfrm>
                <a:off x="10761506" y="176205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765D8D7-8589-4913-B1DC-267DCFA89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506" y="1762054"/>
                <a:ext cx="812017" cy="3693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8A53E27E-BFD1-477D-9608-DB71864749FD}"/>
                  </a:ext>
                </a:extLst>
              </p:cNvPr>
              <p:cNvSpPr/>
              <p:nvPr/>
            </p:nvSpPr>
            <p:spPr>
              <a:xfrm>
                <a:off x="10771031" y="204208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8A53E27E-BFD1-477D-9608-DB71864749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1031" y="2042089"/>
                <a:ext cx="824969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49E5F8A3-3218-439E-BD78-12ADC4B97B65}"/>
                  </a:ext>
                </a:extLst>
              </p:cNvPr>
              <p:cNvSpPr/>
              <p:nvPr/>
            </p:nvSpPr>
            <p:spPr>
              <a:xfrm>
                <a:off x="11609045" y="2126892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49E5F8A3-3218-439E-BD78-12ADC4B97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045" y="2126892"/>
                <a:ext cx="567270" cy="406650"/>
              </a:xfrm>
              <a:prstGeom prst="rect">
                <a:avLst/>
              </a:prstGeom>
              <a:blipFill>
                <a:blip r:embed="rId4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0C52643D-9033-4C32-BC8C-50A718D95AAD}"/>
              </a:ext>
            </a:extLst>
          </p:cNvPr>
          <p:cNvCxnSpPr>
            <a:cxnSpLocks/>
          </p:cNvCxnSpPr>
          <p:nvPr/>
        </p:nvCxnSpPr>
        <p:spPr>
          <a:xfrm flipV="1">
            <a:off x="10158094" y="2799657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BEC3EE0C-FA1B-4FDE-9AD1-329850AB5E8B}"/>
                  </a:ext>
                </a:extLst>
              </p:cNvPr>
              <p:cNvSpPr/>
              <p:nvPr/>
            </p:nvSpPr>
            <p:spPr>
              <a:xfrm>
                <a:off x="11609045" y="3319674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BEC3EE0C-FA1B-4FDE-9AD1-329850AB5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045" y="3319674"/>
                <a:ext cx="567270" cy="406650"/>
              </a:xfrm>
              <a:prstGeom prst="rect">
                <a:avLst/>
              </a:prstGeom>
              <a:blipFill>
                <a:blip r:embed="rId4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0C7ACAD0-89E9-4715-8FD6-FD3E79572E2F}"/>
              </a:ext>
            </a:extLst>
          </p:cNvPr>
          <p:cNvCxnSpPr>
            <a:cxnSpLocks/>
          </p:cNvCxnSpPr>
          <p:nvPr/>
        </p:nvCxnSpPr>
        <p:spPr>
          <a:xfrm>
            <a:off x="10150474" y="3548811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7" name="手繪多邊形: 圖案 156">
            <a:extLst>
              <a:ext uri="{FF2B5EF4-FFF2-40B4-BE49-F238E27FC236}">
                <a16:creationId xmlns:a16="http://schemas.microsoft.com/office/drawing/2014/main" id="{4A00F1FA-4B8B-4E8B-8A2C-269459A7B410}"/>
              </a:ext>
            </a:extLst>
          </p:cNvPr>
          <p:cNvSpPr/>
          <p:nvPr/>
        </p:nvSpPr>
        <p:spPr>
          <a:xfrm>
            <a:off x="10157619" y="3027317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手繪多邊形: 圖案 158">
            <a:extLst>
              <a:ext uri="{FF2B5EF4-FFF2-40B4-BE49-F238E27FC236}">
                <a16:creationId xmlns:a16="http://schemas.microsoft.com/office/drawing/2014/main" id="{E56D62CC-FBCC-4362-A406-C214D25842F7}"/>
              </a:ext>
            </a:extLst>
          </p:cNvPr>
          <p:cNvSpPr/>
          <p:nvPr/>
        </p:nvSpPr>
        <p:spPr>
          <a:xfrm flipV="1">
            <a:off x="10163823" y="3036600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82DE56D6-0F1D-42D6-A71F-A63226EAC3D3}"/>
              </a:ext>
            </a:extLst>
          </p:cNvPr>
          <p:cNvCxnSpPr>
            <a:cxnSpLocks/>
          </p:cNvCxnSpPr>
          <p:nvPr/>
        </p:nvCxnSpPr>
        <p:spPr>
          <a:xfrm>
            <a:off x="10136187" y="2356029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7" name="箭號: 燕尾形向右 166">
            <a:extLst>
              <a:ext uri="{FF2B5EF4-FFF2-40B4-BE49-F238E27FC236}">
                <a16:creationId xmlns:a16="http://schemas.microsoft.com/office/drawing/2014/main" id="{C492CE4C-C3B1-43EA-AF68-2300CB4FFC4F}"/>
              </a:ext>
            </a:extLst>
          </p:cNvPr>
          <p:cNvSpPr/>
          <p:nvPr/>
        </p:nvSpPr>
        <p:spPr>
          <a:xfrm>
            <a:off x="11484676" y="2266917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箭號: 燕尾形向右 170">
            <a:extLst>
              <a:ext uri="{FF2B5EF4-FFF2-40B4-BE49-F238E27FC236}">
                <a16:creationId xmlns:a16="http://schemas.microsoft.com/office/drawing/2014/main" id="{81324A26-C4CF-459C-91FA-41549CD76646}"/>
              </a:ext>
            </a:extLst>
          </p:cNvPr>
          <p:cNvSpPr/>
          <p:nvPr/>
        </p:nvSpPr>
        <p:spPr>
          <a:xfrm>
            <a:off x="11484676" y="3455196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2" name="直線接點 171">
            <a:extLst>
              <a:ext uri="{FF2B5EF4-FFF2-40B4-BE49-F238E27FC236}">
                <a16:creationId xmlns:a16="http://schemas.microsoft.com/office/drawing/2014/main" id="{F8E89C51-014D-455F-8EDD-F807332496E3}"/>
              </a:ext>
            </a:extLst>
          </p:cNvPr>
          <p:cNvCxnSpPr>
            <a:cxnSpLocks/>
          </p:cNvCxnSpPr>
          <p:nvPr/>
        </p:nvCxnSpPr>
        <p:spPr>
          <a:xfrm>
            <a:off x="10147105" y="4409357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ACF607B4-FBE8-4CCC-87E5-8CFD8EAA3B73}"/>
              </a:ext>
            </a:extLst>
          </p:cNvPr>
          <p:cNvCxnSpPr>
            <a:cxnSpLocks/>
          </p:cNvCxnSpPr>
          <p:nvPr/>
        </p:nvCxnSpPr>
        <p:spPr>
          <a:xfrm>
            <a:off x="10161060" y="4928347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0E650272-CC0C-4B06-A489-D63AE00FC4D4}"/>
              </a:ext>
            </a:extLst>
          </p:cNvPr>
          <p:cNvCxnSpPr>
            <a:cxnSpLocks/>
          </p:cNvCxnSpPr>
          <p:nvPr/>
        </p:nvCxnSpPr>
        <p:spPr>
          <a:xfrm flipV="1">
            <a:off x="10198863" y="4182368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28B02F56-AE55-4AB9-93A1-0B11629EA108}"/>
                  </a:ext>
                </a:extLst>
              </p:cNvPr>
              <p:cNvSpPr/>
              <p:nvPr/>
            </p:nvSpPr>
            <p:spPr>
              <a:xfrm>
                <a:off x="11612343" y="4702385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28B02F56-AE55-4AB9-93A1-0B11629EA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343" y="4702385"/>
                <a:ext cx="567270" cy="406650"/>
              </a:xfrm>
              <a:prstGeom prst="rect">
                <a:avLst/>
              </a:prstGeom>
              <a:blipFill>
                <a:blip r:embed="rId48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582737E7-901F-455F-9FC9-234E1EA88AE4}"/>
              </a:ext>
            </a:extLst>
          </p:cNvPr>
          <p:cNvCxnSpPr>
            <a:cxnSpLocks/>
          </p:cNvCxnSpPr>
          <p:nvPr/>
        </p:nvCxnSpPr>
        <p:spPr>
          <a:xfrm flipV="1">
            <a:off x="10213150" y="5375150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1B94FDB4-7E2F-4778-B755-C39F879ECD15}"/>
                  </a:ext>
                </a:extLst>
              </p:cNvPr>
              <p:cNvSpPr/>
              <p:nvPr/>
            </p:nvSpPr>
            <p:spPr>
              <a:xfrm>
                <a:off x="11612343" y="5895167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1B94FDB4-7E2F-4778-B755-C39F879ECD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343" y="5895167"/>
                <a:ext cx="567270" cy="406650"/>
              </a:xfrm>
              <a:prstGeom prst="rect">
                <a:avLst/>
              </a:prstGeom>
              <a:blipFill>
                <a:blip r:embed="rId49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直線接點 181">
            <a:extLst>
              <a:ext uri="{FF2B5EF4-FFF2-40B4-BE49-F238E27FC236}">
                <a16:creationId xmlns:a16="http://schemas.microsoft.com/office/drawing/2014/main" id="{C69B664C-F408-4CD0-B411-F1544C0DE069}"/>
              </a:ext>
            </a:extLst>
          </p:cNvPr>
          <p:cNvCxnSpPr>
            <a:cxnSpLocks/>
          </p:cNvCxnSpPr>
          <p:nvPr/>
        </p:nvCxnSpPr>
        <p:spPr>
          <a:xfrm>
            <a:off x="10153772" y="6124304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手繪多邊形: 圖案 182">
            <a:extLst>
              <a:ext uri="{FF2B5EF4-FFF2-40B4-BE49-F238E27FC236}">
                <a16:creationId xmlns:a16="http://schemas.microsoft.com/office/drawing/2014/main" id="{CB1C2744-C5D9-44DE-A2AD-F5E5D04E3F37}"/>
              </a:ext>
            </a:extLst>
          </p:cNvPr>
          <p:cNvSpPr/>
          <p:nvPr/>
        </p:nvSpPr>
        <p:spPr>
          <a:xfrm>
            <a:off x="10160917" y="5602810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手繪多邊形: 圖案 183">
            <a:extLst>
              <a:ext uri="{FF2B5EF4-FFF2-40B4-BE49-F238E27FC236}">
                <a16:creationId xmlns:a16="http://schemas.microsoft.com/office/drawing/2014/main" id="{8618D2B9-CF3D-43A9-805D-D62878F217E1}"/>
              </a:ext>
            </a:extLst>
          </p:cNvPr>
          <p:cNvSpPr/>
          <p:nvPr/>
        </p:nvSpPr>
        <p:spPr>
          <a:xfrm flipV="1">
            <a:off x="10167121" y="5612093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5" name="直線接點 184">
            <a:extLst>
              <a:ext uri="{FF2B5EF4-FFF2-40B4-BE49-F238E27FC236}">
                <a16:creationId xmlns:a16="http://schemas.microsoft.com/office/drawing/2014/main" id="{A90DCC35-7D2D-4C32-8247-E4CE23939C16}"/>
              </a:ext>
            </a:extLst>
          </p:cNvPr>
          <p:cNvCxnSpPr>
            <a:cxnSpLocks/>
          </p:cNvCxnSpPr>
          <p:nvPr/>
        </p:nvCxnSpPr>
        <p:spPr>
          <a:xfrm>
            <a:off x="10139485" y="4931522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6" name="箭號: 燕尾形向右 185">
            <a:extLst>
              <a:ext uri="{FF2B5EF4-FFF2-40B4-BE49-F238E27FC236}">
                <a16:creationId xmlns:a16="http://schemas.microsoft.com/office/drawing/2014/main" id="{66CA04AF-6E1A-42F1-9330-3FE54070958F}"/>
              </a:ext>
            </a:extLst>
          </p:cNvPr>
          <p:cNvSpPr/>
          <p:nvPr/>
        </p:nvSpPr>
        <p:spPr>
          <a:xfrm>
            <a:off x="11487974" y="4842410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7" name="箭號: 燕尾形向右 186">
            <a:extLst>
              <a:ext uri="{FF2B5EF4-FFF2-40B4-BE49-F238E27FC236}">
                <a16:creationId xmlns:a16="http://schemas.microsoft.com/office/drawing/2014/main" id="{53474827-70E9-4FA7-B776-9A3B897294E7}"/>
              </a:ext>
            </a:extLst>
          </p:cNvPr>
          <p:cNvSpPr/>
          <p:nvPr/>
        </p:nvSpPr>
        <p:spPr>
          <a:xfrm>
            <a:off x="11487974" y="6030689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6BF9BC7A-3C33-4AC1-8902-4933AD684493}"/>
                  </a:ext>
                </a:extLst>
              </p:cNvPr>
              <p:cNvSpPr/>
              <p:nvPr/>
            </p:nvSpPr>
            <p:spPr>
              <a:xfrm>
                <a:off x="12321821" y="2887920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6BF9BC7A-3C33-4AC1-8902-4933AD6844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1821" y="2887920"/>
                <a:ext cx="543739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9E45E05A-D440-4CF9-AAA6-937A0F67BC00}"/>
              </a:ext>
            </a:extLst>
          </p:cNvPr>
          <p:cNvCxnSpPr>
            <a:cxnSpLocks/>
          </p:cNvCxnSpPr>
          <p:nvPr/>
        </p:nvCxnSpPr>
        <p:spPr>
          <a:xfrm flipV="1">
            <a:off x="4328744" y="3720684"/>
            <a:ext cx="789390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直線接點 192">
            <a:extLst>
              <a:ext uri="{FF2B5EF4-FFF2-40B4-BE49-F238E27FC236}">
                <a16:creationId xmlns:a16="http://schemas.microsoft.com/office/drawing/2014/main" id="{4AF91900-9F26-4B5C-B9D3-6A1934F05FA3}"/>
              </a:ext>
            </a:extLst>
          </p:cNvPr>
          <p:cNvCxnSpPr>
            <a:cxnSpLocks/>
          </p:cNvCxnSpPr>
          <p:nvPr/>
        </p:nvCxnSpPr>
        <p:spPr>
          <a:xfrm flipV="1">
            <a:off x="4300984" y="6324600"/>
            <a:ext cx="789390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253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圖片 60">
            <a:extLst>
              <a:ext uri="{FF2B5EF4-FFF2-40B4-BE49-F238E27FC236}">
                <a16:creationId xmlns:a16="http://schemas.microsoft.com/office/drawing/2014/main" id="{4BA1B954-8D98-4016-829A-8DDA8CDD9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58" y="2708190"/>
            <a:ext cx="1080000" cy="1082236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EB90BA10-ECAF-4810-92A0-EE4C4C02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58" y="4005122"/>
            <a:ext cx="1080000" cy="1082236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9CA1D8B6-2FC9-4632-A8DE-CF5B494AB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518" y="2712894"/>
            <a:ext cx="1080000" cy="107776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565AA17F-C63D-4CDA-AA64-4181CC507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518" y="4003872"/>
            <a:ext cx="1080000" cy="1082241"/>
          </a:xfrm>
          <a:prstGeom prst="rect">
            <a:avLst/>
          </a:prstGeom>
        </p:spPr>
      </p:pic>
      <p:pic>
        <p:nvPicPr>
          <p:cNvPr id="218" name="圖片 217">
            <a:extLst>
              <a:ext uri="{FF2B5EF4-FFF2-40B4-BE49-F238E27FC236}">
                <a16:creationId xmlns:a16="http://schemas.microsoft.com/office/drawing/2014/main" id="{187A9D35-7621-4FBE-8068-4917125D27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731"/>
          <a:stretch/>
        </p:blipFill>
        <p:spPr>
          <a:xfrm>
            <a:off x="7635894" y="2681470"/>
            <a:ext cx="1105451" cy="1089138"/>
          </a:xfrm>
          <a:prstGeom prst="rect">
            <a:avLst/>
          </a:prstGeom>
        </p:spPr>
      </p:pic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7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513114" y="2362579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114" y="2362579"/>
                <a:ext cx="8120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674186" y="236257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186" y="2362579"/>
                <a:ext cx="8249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7686671" y="4004869"/>
            <a:ext cx="1098721" cy="10840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8248877" y="3489058"/>
                <a:ext cx="48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877" y="3489058"/>
                <a:ext cx="48779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5721874" y="300810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74" y="3008103"/>
                <a:ext cx="1684692" cy="447238"/>
              </a:xfrm>
              <a:prstGeom prst="rect">
                <a:avLst/>
              </a:prstGeom>
              <a:blipFill>
                <a:blip r:embed="rId12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8869417" y="233955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417" y="2339559"/>
                <a:ext cx="82496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7782115" y="2352259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115" y="2352259"/>
                <a:ext cx="81201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群組 99">
            <a:extLst>
              <a:ext uri="{FF2B5EF4-FFF2-40B4-BE49-F238E27FC236}">
                <a16:creationId xmlns:a16="http://schemas.microsoft.com/office/drawing/2014/main" id="{7B5AB5EB-FD06-4159-A576-F3552764C9BC}"/>
              </a:ext>
            </a:extLst>
          </p:cNvPr>
          <p:cNvGrpSpPr/>
          <p:nvPr/>
        </p:nvGrpSpPr>
        <p:grpSpPr>
          <a:xfrm>
            <a:off x="2726656" y="2907162"/>
            <a:ext cx="483108" cy="476014"/>
            <a:chOff x="7614758" y="3184204"/>
            <a:chExt cx="483108" cy="476014"/>
          </a:xfrm>
        </p:grpSpPr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9B05B51C-2ADB-4DBB-9C89-1B71BFC7B3A9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6" name="箭號: 向右 105">
                <a:extLst>
                  <a:ext uri="{FF2B5EF4-FFF2-40B4-BE49-F238E27FC236}">
                    <a16:creationId xmlns:a16="http://schemas.microsoft.com/office/drawing/2014/main" id="{3628C684-A73D-474F-BDC9-DB85F3DCBA5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箭號: 向右 106">
                <a:extLst>
                  <a:ext uri="{FF2B5EF4-FFF2-40B4-BE49-F238E27FC236}">
                    <a16:creationId xmlns:a16="http://schemas.microsoft.com/office/drawing/2014/main" id="{29329D51-B0BD-49E7-9737-1AB50E52001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/>
              <p:nvPr/>
            </p:nvSpPr>
            <p:spPr>
              <a:xfrm>
                <a:off x="2229078" y="3462873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078" y="3462873"/>
                <a:ext cx="711762" cy="276999"/>
              </a:xfrm>
              <a:prstGeom prst="rect">
                <a:avLst/>
              </a:prstGeom>
              <a:blipFill>
                <a:blip r:embed="rId26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/>
              <p:nvPr/>
            </p:nvSpPr>
            <p:spPr>
              <a:xfrm>
                <a:off x="2060884" y="256011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884" y="2560110"/>
                <a:ext cx="36580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/>
              <p:nvPr/>
            </p:nvSpPr>
            <p:spPr>
              <a:xfrm>
                <a:off x="1988392" y="357611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392" y="3576110"/>
                <a:ext cx="538930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/>
              <p:nvPr/>
            </p:nvSpPr>
            <p:spPr>
              <a:xfrm>
                <a:off x="4801549" y="3546776"/>
                <a:ext cx="732475" cy="10296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en-US" altLang="zh-TW" sz="20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549" y="3546776"/>
                <a:ext cx="732475" cy="1029641"/>
              </a:xfrm>
              <a:prstGeom prst="rect">
                <a:avLst/>
              </a:prstGeom>
              <a:blipFill>
                <a:blip r:embed="rId29"/>
                <a:stretch>
                  <a:fillRect r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" name="圖片 173">
            <a:extLst>
              <a:ext uri="{FF2B5EF4-FFF2-40B4-BE49-F238E27FC236}">
                <a16:creationId xmlns:a16="http://schemas.microsoft.com/office/drawing/2014/main" id="{F9A5E04C-2FAA-495D-9B83-8E8600EC15A9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67430"/>
          <a:stretch/>
        </p:blipFill>
        <p:spPr>
          <a:xfrm>
            <a:off x="7653755" y="3999032"/>
            <a:ext cx="1105234" cy="1102147"/>
          </a:xfrm>
          <a:prstGeom prst="rect">
            <a:avLst/>
          </a:prstGeom>
        </p:spPr>
      </p:pic>
      <p:pic>
        <p:nvPicPr>
          <p:cNvPr id="217" name="圖片 216">
            <a:extLst>
              <a:ext uri="{FF2B5EF4-FFF2-40B4-BE49-F238E27FC236}">
                <a16:creationId xmlns:a16="http://schemas.microsoft.com/office/drawing/2014/main" id="{F524C450-795D-435D-977F-41623B718A2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1398"/>
          <a:stretch/>
        </p:blipFill>
        <p:spPr>
          <a:xfrm>
            <a:off x="8759442" y="2687614"/>
            <a:ext cx="1080000" cy="1078659"/>
          </a:xfrm>
          <a:prstGeom prst="rect">
            <a:avLst/>
          </a:prstGeom>
        </p:spPr>
      </p:pic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07CEE48E-47C7-4C56-B12D-39D0B5746F7E}"/>
              </a:ext>
            </a:extLst>
          </p:cNvPr>
          <p:cNvGrpSpPr/>
          <p:nvPr/>
        </p:nvGrpSpPr>
        <p:grpSpPr>
          <a:xfrm>
            <a:off x="7744188" y="2806130"/>
            <a:ext cx="855744" cy="627754"/>
            <a:chOff x="7054225" y="5188044"/>
            <a:chExt cx="855744" cy="627754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F3BAC1EE-342C-461E-943A-2FDAE609BE2A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23" name="箭號: 向右 222">
                <a:extLst>
                  <a:ext uri="{FF2B5EF4-FFF2-40B4-BE49-F238E27FC236}">
                    <a16:creationId xmlns:a16="http://schemas.microsoft.com/office/drawing/2014/main" id="{AAF6881A-1494-4BCE-858D-8AFE361FCE2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箭號: 向右 223">
                <a:extLst>
                  <a:ext uri="{FF2B5EF4-FFF2-40B4-BE49-F238E27FC236}">
                    <a16:creationId xmlns:a16="http://schemas.microsoft.com/office/drawing/2014/main" id="{B1AF565F-D91F-4BBC-8C04-56E5587D63F9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34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6" name="圖片 55">
            <a:extLst>
              <a:ext uri="{FF2B5EF4-FFF2-40B4-BE49-F238E27FC236}">
                <a16:creationId xmlns:a16="http://schemas.microsoft.com/office/drawing/2014/main" id="{487DE176-6F38-433B-97CD-6939720D5E3D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67429"/>
          <a:stretch/>
        </p:blipFill>
        <p:spPr>
          <a:xfrm>
            <a:off x="8749970" y="3999032"/>
            <a:ext cx="1105276" cy="1102147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2F36C635-61AD-4BCF-8C2E-D852C3B3E8F8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2117628" y="2834389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41D430C-A9EE-42C3-A529-697C2B10BC4E}"/>
                  </a:ext>
                </a:extLst>
              </p:cNvPr>
              <p:cNvSpPr txBox="1"/>
              <p:nvPr/>
            </p:nvSpPr>
            <p:spPr>
              <a:xfrm rot="5400000">
                <a:off x="2037457" y="3203728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41D430C-A9EE-42C3-A529-697C2B10B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037457" y="3203728"/>
                <a:ext cx="385849" cy="351901"/>
              </a:xfrm>
              <a:prstGeom prst="rect">
                <a:avLst/>
              </a:prstGeom>
              <a:blipFill>
                <a:blip r:embed="rId37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1A458136-7178-419E-9313-245645BC8556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7361799" y="2867116"/>
            <a:ext cx="210021" cy="7778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DB02A21-23EC-487E-9D78-90244F6B32C8}"/>
                  </a:ext>
                </a:extLst>
              </p:cNvPr>
              <p:cNvSpPr/>
              <p:nvPr/>
            </p:nvSpPr>
            <p:spPr>
              <a:xfrm>
                <a:off x="7307684" y="2638945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DB02A21-23EC-487E-9D78-90244F6B3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684" y="2638945"/>
                <a:ext cx="365805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2A60D847-9BB9-4CEA-B75C-63667B3CC6D3}"/>
                  </a:ext>
                </a:extLst>
              </p:cNvPr>
              <p:cNvSpPr txBox="1"/>
              <p:nvPr/>
            </p:nvSpPr>
            <p:spPr>
              <a:xfrm rot="5400000">
                <a:off x="7259231" y="2820861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2A60D847-9BB9-4CEA-B75C-63667B3CC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59231" y="2820861"/>
                <a:ext cx="385849" cy="351901"/>
              </a:xfrm>
              <a:prstGeom prst="rect">
                <a:avLst/>
              </a:prstGeom>
              <a:blipFill>
                <a:blip r:embed="rId4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B01A1A9-965E-4886-9C63-C01B9CB371FB}"/>
                  </a:ext>
                </a:extLst>
              </p:cNvPr>
              <p:cNvSpPr/>
              <p:nvPr/>
            </p:nvSpPr>
            <p:spPr>
              <a:xfrm>
                <a:off x="7192546" y="3492658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B01A1A9-965E-4886-9C63-C01B9CB37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546" y="3492658"/>
                <a:ext cx="538930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CB50F8F-7D98-4CF7-98F4-29F93570C4AD}"/>
              </a:ext>
            </a:extLst>
          </p:cNvPr>
          <p:cNvCxnSpPr>
            <a:cxnSpLocks/>
          </p:cNvCxnSpPr>
          <p:nvPr/>
        </p:nvCxnSpPr>
        <p:spPr>
          <a:xfrm>
            <a:off x="9988352" y="3120698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C907C53-391A-4FB8-9A58-7927A7D6619F}"/>
              </a:ext>
            </a:extLst>
          </p:cNvPr>
          <p:cNvCxnSpPr>
            <a:cxnSpLocks/>
          </p:cNvCxnSpPr>
          <p:nvPr/>
        </p:nvCxnSpPr>
        <p:spPr>
          <a:xfrm>
            <a:off x="10002307" y="3639688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66B5C0F6-6A54-4BC2-B65A-6731E7B918E6}"/>
              </a:ext>
            </a:extLst>
          </p:cNvPr>
          <p:cNvCxnSpPr>
            <a:cxnSpLocks/>
          </p:cNvCxnSpPr>
          <p:nvPr/>
        </p:nvCxnSpPr>
        <p:spPr>
          <a:xfrm flipV="1">
            <a:off x="9988352" y="2893709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9106126-7D87-482A-B4A1-0E52726972A7}"/>
                  </a:ext>
                </a:extLst>
              </p:cNvPr>
              <p:cNvSpPr/>
              <p:nvPr/>
            </p:nvSpPr>
            <p:spPr>
              <a:xfrm>
                <a:off x="10606051" y="3048888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9106126-7D87-482A-B4A1-0E5272697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051" y="3048888"/>
                <a:ext cx="812017" cy="3693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5C779D35-ECE3-4E41-90F2-43831318F14E}"/>
                  </a:ext>
                </a:extLst>
              </p:cNvPr>
              <p:cNvSpPr/>
              <p:nvPr/>
            </p:nvSpPr>
            <p:spPr>
              <a:xfrm>
                <a:off x="10615576" y="3328923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5C779D35-ECE3-4E41-90F2-43831318F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5576" y="3328923"/>
                <a:ext cx="824969" cy="3693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F2F4B9B-94A9-42B2-AD8A-B2B31D1C7096}"/>
                  </a:ext>
                </a:extLst>
              </p:cNvPr>
              <p:cNvSpPr/>
              <p:nvPr/>
            </p:nvSpPr>
            <p:spPr>
              <a:xfrm>
                <a:off x="11539855" y="3413726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F2F4B9B-94A9-42B2-AD8A-B2B31D1C70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9855" y="3413726"/>
                <a:ext cx="567270" cy="406650"/>
              </a:xfrm>
              <a:prstGeom prst="rect">
                <a:avLst/>
              </a:prstGeom>
              <a:blipFill>
                <a:blip r:embed="rId44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044FC855-69E0-483B-8AA1-DE0707304703}"/>
              </a:ext>
            </a:extLst>
          </p:cNvPr>
          <p:cNvCxnSpPr>
            <a:cxnSpLocks/>
          </p:cNvCxnSpPr>
          <p:nvPr/>
        </p:nvCxnSpPr>
        <p:spPr>
          <a:xfrm flipV="1">
            <a:off x="10002639" y="4349057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EF5D7042-2F99-4D2C-AA1A-DCCDFC45DF88}"/>
                  </a:ext>
                </a:extLst>
              </p:cNvPr>
              <p:cNvSpPr/>
              <p:nvPr/>
            </p:nvSpPr>
            <p:spPr>
              <a:xfrm>
                <a:off x="11539855" y="4869074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EF5D7042-2F99-4D2C-AA1A-DCCDFC45D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9855" y="4869074"/>
                <a:ext cx="567270" cy="406650"/>
              </a:xfrm>
              <a:prstGeom prst="rect">
                <a:avLst/>
              </a:prstGeom>
              <a:blipFill>
                <a:blip r:embed="rId4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C6DAB142-F172-4D2A-AA39-5B1062471686}"/>
              </a:ext>
            </a:extLst>
          </p:cNvPr>
          <p:cNvCxnSpPr>
            <a:cxnSpLocks/>
          </p:cNvCxnSpPr>
          <p:nvPr/>
        </p:nvCxnSpPr>
        <p:spPr>
          <a:xfrm>
            <a:off x="9995019" y="5098211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手繪多邊形: 圖案 83">
            <a:extLst>
              <a:ext uri="{FF2B5EF4-FFF2-40B4-BE49-F238E27FC236}">
                <a16:creationId xmlns:a16="http://schemas.microsoft.com/office/drawing/2014/main" id="{3D8FCC6C-D594-4A11-8AA4-25405DEF2604}"/>
              </a:ext>
            </a:extLst>
          </p:cNvPr>
          <p:cNvSpPr/>
          <p:nvPr/>
        </p:nvSpPr>
        <p:spPr>
          <a:xfrm>
            <a:off x="10002164" y="4576717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手繪多邊形: 圖案 84">
            <a:extLst>
              <a:ext uri="{FF2B5EF4-FFF2-40B4-BE49-F238E27FC236}">
                <a16:creationId xmlns:a16="http://schemas.microsoft.com/office/drawing/2014/main" id="{D0208805-BA30-4296-941F-1E516C147F66}"/>
              </a:ext>
            </a:extLst>
          </p:cNvPr>
          <p:cNvSpPr/>
          <p:nvPr/>
        </p:nvSpPr>
        <p:spPr>
          <a:xfrm flipV="1">
            <a:off x="10008368" y="4586000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3079E0A6-84BD-4D62-AA5E-00BB469A1F82}"/>
              </a:ext>
            </a:extLst>
          </p:cNvPr>
          <p:cNvCxnSpPr>
            <a:cxnSpLocks/>
          </p:cNvCxnSpPr>
          <p:nvPr/>
        </p:nvCxnSpPr>
        <p:spPr>
          <a:xfrm>
            <a:off x="9980732" y="3642863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箭號: 燕尾形向右 86">
            <a:extLst>
              <a:ext uri="{FF2B5EF4-FFF2-40B4-BE49-F238E27FC236}">
                <a16:creationId xmlns:a16="http://schemas.microsoft.com/office/drawing/2014/main" id="{F782C305-5AB0-4556-BB87-A174F0928EDD}"/>
              </a:ext>
            </a:extLst>
          </p:cNvPr>
          <p:cNvSpPr/>
          <p:nvPr/>
        </p:nvSpPr>
        <p:spPr>
          <a:xfrm>
            <a:off x="11329221" y="3553751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箭號: 燕尾形向右 87">
            <a:extLst>
              <a:ext uri="{FF2B5EF4-FFF2-40B4-BE49-F238E27FC236}">
                <a16:creationId xmlns:a16="http://schemas.microsoft.com/office/drawing/2014/main" id="{0021AA6F-DAAA-4462-8549-F73BEB0C391D}"/>
              </a:ext>
            </a:extLst>
          </p:cNvPr>
          <p:cNvSpPr/>
          <p:nvPr/>
        </p:nvSpPr>
        <p:spPr>
          <a:xfrm>
            <a:off x="11329221" y="5004596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1B2B6FAD-9BC3-4069-9579-E0B3B2B1FA90}"/>
              </a:ext>
            </a:extLst>
          </p:cNvPr>
          <p:cNvSpPr/>
          <p:nvPr/>
        </p:nvSpPr>
        <p:spPr>
          <a:xfrm>
            <a:off x="9031139" y="2991150"/>
            <a:ext cx="502968" cy="502968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箭號: 燕尾形向右 89">
            <a:extLst>
              <a:ext uri="{FF2B5EF4-FFF2-40B4-BE49-F238E27FC236}">
                <a16:creationId xmlns:a16="http://schemas.microsoft.com/office/drawing/2014/main" id="{EDDB6554-FD6A-453D-8F7E-BDC1EF3FD7CF}"/>
              </a:ext>
            </a:extLst>
          </p:cNvPr>
          <p:cNvSpPr/>
          <p:nvPr/>
        </p:nvSpPr>
        <p:spPr>
          <a:xfrm rot="14225351">
            <a:off x="9380821" y="3052071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6E244F8B-FE87-42CC-B3E9-9999749448E1}"/>
              </a:ext>
            </a:extLst>
          </p:cNvPr>
          <p:cNvSpPr/>
          <p:nvPr/>
        </p:nvSpPr>
        <p:spPr>
          <a:xfrm>
            <a:off x="9041000" y="4278778"/>
            <a:ext cx="502968" cy="502968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燕尾形向右 91">
            <a:extLst>
              <a:ext uri="{FF2B5EF4-FFF2-40B4-BE49-F238E27FC236}">
                <a16:creationId xmlns:a16="http://schemas.microsoft.com/office/drawing/2014/main" id="{C2D94DD4-AC31-4FAD-826E-5CCA76DC25A7}"/>
              </a:ext>
            </a:extLst>
          </p:cNvPr>
          <p:cNvSpPr/>
          <p:nvPr/>
        </p:nvSpPr>
        <p:spPr>
          <a:xfrm rot="14225351">
            <a:off x="9390682" y="4339699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7AA1DF66-5C17-4821-A535-364226CEA17C}"/>
                  </a:ext>
                </a:extLst>
              </p:cNvPr>
              <p:cNvSpPr/>
              <p:nvPr/>
            </p:nvSpPr>
            <p:spPr>
              <a:xfrm>
                <a:off x="5721874" y="4475331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7AA1DF66-5C17-4821-A535-364226CEA1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74" y="4475331"/>
                <a:ext cx="1684692" cy="447238"/>
              </a:xfrm>
              <a:prstGeom prst="rect">
                <a:avLst/>
              </a:prstGeom>
              <a:blipFill>
                <a:blip r:embed="rId46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44A227D9-379C-4731-9BAA-38A4E18D07BB}"/>
                  </a:ext>
                </a:extLst>
              </p:cNvPr>
              <p:cNvSpPr/>
              <p:nvPr/>
            </p:nvSpPr>
            <p:spPr>
              <a:xfrm>
                <a:off x="2658842" y="3460099"/>
                <a:ext cx="902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44A227D9-379C-4731-9BAA-38A4E18D0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842" y="3460099"/>
                <a:ext cx="902491" cy="369332"/>
              </a:xfrm>
              <a:prstGeom prst="rect">
                <a:avLst/>
              </a:prstGeom>
              <a:blipFill>
                <a:blip r:embed="rId47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DB992804-CA74-4373-8DF9-40FE37140B3D}"/>
                  </a:ext>
                </a:extLst>
              </p:cNvPr>
              <p:cNvSpPr/>
              <p:nvPr/>
            </p:nvSpPr>
            <p:spPr>
              <a:xfrm>
                <a:off x="3011077" y="4743905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DB992804-CA74-4373-8DF9-40FE37140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077" y="4743905"/>
                <a:ext cx="543739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8FB3CFE8-5D10-423E-88C7-E51D7199CC16}"/>
                  </a:ext>
                </a:extLst>
              </p:cNvPr>
              <p:cNvSpPr/>
              <p:nvPr/>
            </p:nvSpPr>
            <p:spPr>
              <a:xfrm>
                <a:off x="4309842" y="3469624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8FB3CFE8-5D10-423E-88C7-E51D7199CC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842" y="3469624"/>
                <a:ext cx="370614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C82BEF4C-2966-484D-9E8B-C7795FBEA30F}"/>
                  </a:ext>
                </a:extLst>
              </p:cNvPr>
              <p:cNvSpPr/>
              <p:nvPr/>
            </p:nvSpPr>
            <p:spPr>
              <a:xfrm>
                <a:off x="4128677" y="4753430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C82BEF4C-2966-484D-9E8B-C7795FBEA3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677" y="4753430"/>
                <a:ext cx="543739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18026F2B-412F-424B-BDCC-C0E014D7B67E}"/>
                  </a:ext>
                </a:extLst>
              </p:cNvPr>
              <p:cNvSpPr/>
              <p:nvPr/>
            </p:nvSpPr>
            <p:spPr>
              <a:xfrm>
                <a:off x="-35356" y="3001547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18026F2B-412F-424B-BDCC-C0E014D7B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356" y="3001547"/>
                <a:ext cx="2218171" cy="460062"/>
              </a:xfrm>
              <a:prstGeom prst="rect">
                <a:avLst/>
              </a:prstGeom>
              <a:blipFill>
                <a:blip r:embed="rId5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0" name="圖形 109">
            <a:extLst>
              <a:ext uri="{FF2B5EF4-FFF2-40B4-BE49-F238E27FC236}">
                <a16:creationId xmlns:a16="http://schemas.microsoft.com/office/drawing/2014/main" id="{04280086-A7A4-4C8E-BAA5-859520BA2531}"/>
              </a:ext>
            </a:extLst>
          </p:cNvPr>
          <p:cNvPicPr>
            <a:picLocks noChangeAspect="1"/>
          </p:cNvPicPr>
          <p:nvPr/>
        </p:nvPicPr>
        <p:blipFill rotWithShape="1"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 r="75196"/>
          <a:stretch/>
        </p:blipFill>
        <p:spPr>
          <a:xfrm>
            <a:off x="184984" y="3138731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A9DB92E-0FBC-424F-8AA9-EE50C63C74BD}"/>
                  </a:ext>
                </a:extLst>
              </p:cNvPr>
              <p:cNvSpPr/>
              <p:nvPr/>
            </p:nvSpPr>
            <p:spPr>
              <a:xfrm>
                <a:off x="-35356" y="4345492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,1,−1,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A9DB92E-0FBC-424F-8AA9-EE50C63C7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356" y="4345492"/>
                <a:ext cx="2218171" cy="460062"/>
              </a:xfrm>
              <a:prstGeom prst="rect">
                <a:avLst/>
              </a:prstGeom>
              <a:blipFill>
                <a:blip r:embed="rId5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圖形 111">
            <a:extLst>
              <a:ext uri="{FF2B5EF4-FFF2-40B4-BE49-F238E27FC236}">
                <a16:creationId xmlns:a16="http://schemas.microsoft.com/office/drawing/2014/main" id="{E3BEC0D3-358D-41C1-A543-7AD5CCEE62F5}"/>
              </a:ext>
            </a:extLst>
          </p:cNvPr>
          <p:cNvPicPr>
            <a:picLocks noChangeAspect="1"/>
          </p:cNvPicPr>
          <p:nvPr/>
        </p:nvPicPr>
        <p:blipFill rotWithShape="1"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 r="75196"/>
          <a:stretch/>
        </p:blipFill>
        <p:spPr>
          <a:xfrm>
            <a:off x="184984" y="4482676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7BD2D0E1-701C-4F78-B4A9-C5A4E3C73EE1}"/>
                  </a:ext>
                </a:extLst>
              </p:cNvPr>
              <p:cNvSpPr/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can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7BD2D0E1-701C-4F78-B4A9-C5A4E3C7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矩形 119">
            <a:extLst>
              <a:ext uri="{FF2B5EF4-FFF2-40B4-BE49-F238E27FC236}">
                <a16:creationId xmlns:a16="http://schemas.microsoft.com/office/drawing/2014/main" id="{5F7BCF23-DC0A-4BBB-8D1B-530DAA29A138}"/>
              </a:ext>
            </a:extLst>
          </p:cNvPr>
          <p:cNvSpPr/>
          <p:nvPr/>
        </p:nvSpPr>
        <p:spPr>
          <a:xfrm>
            <a:off x="2286" y="625215"/>
            <a:ext cx="461014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308CC581-4337-443B-84C8-FA96FA7C019D}"/>
              </a:ext>
            </a:extLst>
          </p:cNvPr>
          <p:cNvSpPr/>
          <p:nvPr/>
        </p:nvSpPr>
        <p:spPr>
          <a:xfrm>
            <a:off x="5659288" y="625215"/>
            <a:ext cx="653271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EC1F181F-3FDA-45B8-9EB6-CE3A0C727AC9}"/>
                  </a:ext>
                </a:extLst>
              </p:cNvPr>
              <p:cNvSpPr/>
              <p:nvPr/>
            </p:nvSpPr>
            <p:spPr>
              <a:xfrm>
                <a:off x="4612427" y="625215"/>
                <a:ext cx="1046860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EC1F181F-3FDA-45B8-9EB6-CE3A0C727A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427" y="625215"/>
                <a:ext cx="1046860" cy="4070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8923EB07-FF44-474A-A85D-002DB18D2EB3}"/>
              </a:ext>
            </a:extLst>
          </p:cNvPr>
          <p:cNvCxnSpPr>
            <a:cxnSpLocks/>
          </p:cNvCxnSpPr>
          <p:nvPr/>
        </p:nvCxnSpPr>
        <p:spPr>
          <a:xfrm>
            <a:off x="5659297" y="1047750"/>
            <a:ext cx="0" cy="5276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1E3EE577-9109-4035-8779-CDDBE1178810}"/>
              </a:ext>
            </a:extLst>
          </p:cNvPr>
          <p:cNvCxnSpPr>
            <a:cxnSpLocks/>
          </p:cNvCxnSpPr>
          <p:nvPr/>
        </p:nvCxnSpPr>
        <p:spPr>
          <a:xfrm>
            <a:off x="4615309" y="1034850"/>
            <a:ext cx="0" cy="52897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0B87241F-5B01-4009-B474-2DB53F5E5F2A}"/>
              </a:ext>
            </a:extLst>
          </p:cNvPr>
          <p:cNvCxnSpPr>
            <a:cxnSpLocks/>
          </p:cNvCxnSpPr>
          <p:nvPr/>
        </p:nvCxnSpPr>
        <p:spPr>
          <a:xfrm>
            <a:off x="4619625" y="6324600"/>
            <a:ext cx="75752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940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21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/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  <a:blipFill>
                <a:blip r:embed="rId7"/>
                <a:stretch>
                  <a:fillRect t="-82716" b="-129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/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brk m:alnAt="7"/>
                          </m:rP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m:rPr>
                                <m:brk m:alnAt="7"/>
                              </m:r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brk m:alnAt="7"/>
                              </m:r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  <a:blipFill>
                <a:blip r:embed="rId8"/>
                <a:stretch>
                  <a:fillRect t="-87179" b="-1371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 46">
            <a:extLst>
              <a:ext uri="{FF2B5EF4-FFF2-40B4-BE49-F238E27FC236}">
                <a16:creationId xmlns:a16="http://schemas.microsoft.com/office/drawing/2014/main" id="{D105DB8A-A945-485D-ABF8-EEB2488340D2}"/>
              </a:ext>
            </a:extLst>
          </p:cNvPr>
          <p:cNvSpPr/>
          <p:nvPr/>
        </p:nvSpPr>
        <p:spPr>
          <a:xfrm>
            <a:off x="1364516" y="706403"/>
            <a:ext cx="222753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C726DB8-197A-450D-815D-7FA2B1E23CE3}"/>
              </a:ext>
            </a:extLst>
          </p:cNvPr>
          <p:cNvSpPr/>
          <p:nvPr/>
        </p:nvSpPr>
        <p:spPr>
          <a:xfrm>
            <a:off x="48673" y="1211913"/>
            <a:ext cx="355962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for total BXs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A7700A0-25C1-4281-BD2F-D672AA1D2720}"/>
              </a:ext>
            </a:extLst>
          </p:cNvPr>
          <p:cNvGrpSpPr/>
          <p:nvPr/>
        </p:nvGrpSpPr>
        <p:grpSpPr>
          <a:xfrm>
            <a:off x="110571" y="1743622"/>
            <a:ext cx="12515231" cy="4585314"/>
            <a:chOff x="1772194" y="2866772"/>
            <a:chExt cx="9992384" cy="366099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/>
                <p:nvPr/>
              </p:nvSpPr>
              <p:spPr>
                <a:xfrm>
                  <a:off x="9493969" y="2866772"/>
                  <a:ext cx="2270609" cy="417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b="1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2800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969" y="2866772"/>
                  <a:ext cx="2270609" cy="41774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F3B58AD5-C707-47B6-A79C-C612522FA914}"/>
                </a:ext>
              </a:extLst>
            </p:cNvPr>
            <p:cNvSpPr/>
            <p:nvPr/>
          </p:nvSpPr>
          <p:spPr>
            <a:xfrm>
              <a:off x="1931670" y="5226271"/>
              <a:ext cx="8090274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19F19814-6A2E-4551-B71D-CF4A9A8B8B76}"/>
                </a:ext>
              </a:extLst>
            </p:cNvPr>
            <p:cNvSpPr/>
            <p:nvPr/>
          </p:nvSpPr>
          <p:spPr>
            <a:xfrm>
              <a:off x="1931671" y="4204901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B987A681-4CFD-47D7-BFEB-8873D3DEA5EB}"/>
                </a:ext>
              </a:extLst>
            </p:cNvPr>
            <p:cNvSpPr/>
            <p:nvPr/>
          </p:nvSpPr>
          <p:spPr>
            <a:xfrm>
              <a:off x="1931671" y="3183530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/>
                <p:nvPr/>
              </p:nvSpPr>
              <p:spPr>
                <a:xfrm>
                  <a:off x="1954800" y="5544147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0" y="5544147"/>
                  <a:ext cx="1176379" cy="47501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/>
                <p:nvPr/>
              </p:nvSpPr>
              <p:spPr>
                <a:xfrm>
                  <a:off x="1954801" y="3486870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1" y="3486870"/>
                  <a:ext cx="1176379" cy="47501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/>
                <p:nvPr/>
              </p:nvSpPr>
              <p:spPr>
                <a:xfrm>
                  <a:off x="1772194" y="4515510"/>
                  <a:ext cx="1541592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194" y="4515510"/>
                  <a:ext cx="1541592" cy="47501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6D2CE5C5-A662-43EF-BF1B-835368B14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7024" y="3108348"/>
              <a:ext cx="6567023" cy="328351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3" y="5685599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3" y="5685599"/>
                  <a:ext cx="403777" cy="30188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/>
                <p:nvPr/>
              </p:nvSpPr>
              <p:spPr>
                <a:xfrm>
                  <a:off x="3846732" y="3134780"/>
                  <a:ext cx="1123364" cy="36332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732" y="3134780"/>
                  <a:ext cx="1123364" cy="36332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/>
                <p:nvPr/>
              </p:nvSpPr>
              <p:spPr>
                <a:xfrm>
                  <a:off x="5480315" y="3135586"/>
                  <a:ext cx="1123364" cy="3621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15" y="3135586"/>
                  <a:ext cx="1123364" cy="36215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/>
                <p:nvPr/>
              </p:nvSpPr>
              <p:spPr>
                <a:xfrm>
                  <a:off x="7199167" y="3135586"/>
                  <a:ext cx="1123364" cy="3621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167" y="3135586"/>
                  <a:ext cx="1123364" cy="36215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/>
                <p:nvPr/>
              </p:nvSpPr>
              <p:spPr>
                <a:xfrm>
                  <a:off x="8723236" y="3133658"/>
                  <a:ext cx="1123364" cy="36496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3236" y="3133658"/>
                  <a:ext cx="1123364" cy="36496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2" y="4660626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2" y="4660626"/>
                  <a:ext cx="403777" cy="30188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/>
                <p:nvPr/>
              </p:nvSpPr>
              <p:spPr>
                <a:xfrm rot="16200000">
                  <a:off x="3192481" y="3599493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1" y="3599493"/>
                  <a:ext cx="403777" cy="30188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0DE9D89-AFAD-424D-A717-1BD1B7083882}"/>
                    </a:ext>
                  </a:extLst>
                </p:cNvPr>
                <p:cNvSpPr txBox="1"/>
                <p:nvPr/>
              </p:nvSpPr>
              <p:spPr>
                <a:xfrm>
                  <a:off x="9946145" y="6110022"/>
                  <a:ext cx="519959" cy="417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0DE9D89-AFAD-424D-A717-1BD1B708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145" y="6110022"/>
                  <a:ext cx="519959" cy="41774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2EE51E06-9A06-41C5-A3E0-657366C7D445}"/>
                </a:ext>
              </a:extLst>
            </p:cNvPr>
            <p:cNvGrpSpPr/>
            <p:nvPr/>
          </p:nvGrpSpPr>
          <p:grpSpPr>
            <a:xfrm>
              <a:off x="3564360" y="2993479"/>
              <a:ext cx="6465600" cy="243525"/>
              <a:chOff x="3564360" y="2993479"/>
              <a:chExt cx="6465600" cy="243525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6F74FCA6-7324-441E-804A-84E536626F58}"/>
                  </a:ext>
                </a:extLst>
              </p:cNvPr>
              <p:cNvGrpSpPr/>
              <p:nvPr/>
            </p:nvGrpSpPr>
            <p:grpSpPr>
              <a:xfrm>
                <a:off x="3564360" y="3006172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4" name="矩形 53">
                      <a:extLst>
                        <a:ext uri="{FF2B5EF4-FFF2-40B4-BE49-F238E27FC236}">
                          <a16:creationId xmlns:a16="http://schemas.microsoft.com/office/drawing/2014/main" id="{6E416AC5-2477-4371-B4BF-C8338359B4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4" name="矩形 53">
                      <a:extLst>
                        <a:ext uri="{FF2B5EF4-FFF2-40B4-BE49-F238E27FC236}">
                          <a16:creationId xmlns:a16="http://schemas.microsoft.com/office/drawing/2014/main" id="{6E416AC5-2477-4371-B4BF-C8338359B4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5" name="矩形 54">
                      <a:extLst>
                        <a:ext uri="{FF2B5EF4-FFF2-40B4-BE49-F238E27FC236}">
                          <a16:creationId xmlns:a16="http://schemas.microsoft.com/office/drawing/2014/main" id="{557A2E22-854E-4375-BBF4-6581A73EAF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5" name="矩形 54">
                      <a:extLst>
                        <a:ext uri="{FF2B5EF4-FFF2-40B4-BE49-F238E27FC236}">
                          <a16:creationId xmlns:a16="http://schemas.microsoft.com/office/drawing/2014/main" id="{557A2E22-854E-4375-BBF4-6581A73EAFF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6" name="矩形 55">
                      <a:extLst>
                        <a:ext uri="{FF2B5EF4-FFF2-40B4-BE49-F238E27FC236}">
                          <a16:creationId xmlns:a16="http://schemas.microsoft.com/office/drawing/2014/main" id="{F4CCAF49-D3E5-4F86-AEFA-BDACC7287B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6" name="矩形 55">
                      <a:extLst>
                        <a:ext uri="{FF2B5EF4-FFF2-40B4-BE49-F238E27FC236}">
                          <a16:creationId xmlns:a16="http://schemas.microsoft.com/office/drawing/2014/main" id="{F4CCAF49-D3E5-4F86-AEFA-BDACC7287B2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7" name="矩形 56">
                      <a:extLst>
                        <a:ext uri="{FF2B5EF4-FFF2-40B4-BE49-F238E27FC236}">
                          <a16:creationId xmlns:a16="http://schemas.microsoft.com/office/drawing/2014/main" id="{661C60C6-B68E-4593-B0B6-41419E6900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7" name="矩形 56">
                      <a:extLst>
                        <a:ext uri="{FF2B5EF4-FFF2-40B4-BE49-F238E27FC236}">
                          <a16:creationId xmlns:a16="http://schemas.microsoft.com/office/drawing/2014/main" id="{661C60C6-B68E-4593-B0B6-41419E6900B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" name="矩形 57">
                      <a:extLst>
                        <a:ext uri="{FF2B5EF4-FFF2-40B4-BE49-F238E27FC236}">
                          <a16:creationId xmlns:a16="http://schemas.microsoft.com/office/drawing/2014/main" id="{3EAD9495-D25B-47C2-9A0B-E7B32631F8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8" name="矩形 57">
                      <a:extLst>
                        <a:ext uri="{FF2B5EF4-FFF2-40B4-BE49-F238E27FC236}">
                          <a16:creationId xmlns:a16="http://schemas.microsoft.com/office/drawing/2014/main" id="{3EAD9495-D25B-47C2-9A0B-E7B32631F82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9" name="矩形 58">
                      <a:extLst>
                        <a:ext uri="{FF2B5EF4-FFF2-40B4-BE49-F238E27FC236}">
                          <a16:creationId xmlns:a16="http://schemas.microsoft.com/office/drawing/2014/main" id="{EEAF66D1-87AB-4E3F-BEFC-B237A4E2F6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9" name="矩形 58">
                      <a:extLst>
                        <a:ext uri="{FF2B5EF4-FFF2-40B4-BE49-F238E27FC236}">
                          <a16:creationId xmlns:a16="http://schemas.microsoft.com/office/drawing/2014/main" id="{EEAF66D1-87AB-4E3F-BEFC-B237A4E2F6E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0" name="群組 59">
                <a:extLst>
                  <a:ext uri="{FF2B5EF4-FFF2-40B4-BE49-F238E27FC236}">
                    <a16:creationId xmlns:a16="http://schemas.microsoft.com/office/drawing/2014/main" id="{6668915F-5FF9-47C3-BDBF-4A6CD1D6DC33}"/>
                  </a:ext>
                </a:extLst>
              </p:cNvPr>
              <p:cNvGrpSpPr/>
              <p:nvPr/>
            </p:nvGrpSpPr>
            <p:grpSpPr>
              <a:xfrm>
                <a:off x="5188506" y="3006172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1" name="矩形 60">
                      <a:extLst>
                        <a:ext uri="{FF2B5EF4-FFF2-40B4-BE49-F238E27FC236}">
                          <a16:creationId xmlns:a16="http://schemas.microsoft.com/office/drawing/2014/main" id="{030B3F85-AAF8-4161-A0DE-A99AE16CA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1" name="矩形 60">
                      <a:extLst>
                        <a:ext uri="{FF2B5EF4-FFF2-40B4-BE49-F238E27FC236}">
                          <a16:creationId xmlns:a16="http://schemas.microsoft.com/office/drawing/2014/main" id="{030B3F85-AAF8-4161-A0DE-A99AE16CAFB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2" name="矩形 61">
                      <a:extLst>
                        <a:ext uri="{FF2B5EF4-FFF2-40B4-BE49-F238E27FC236}">
                          <a16:creationId xmlns:a16="http://schemas.microsoft.com/office/drawing/2014/main" id="{B9D7D89C-A9C1-4F8C-ADCE-D3E656E914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2" name="矩形 61">
                      <a:extLst>
                        <a:ext uri="{FF2B5EF4-FFF2-40B4-BE49-F238E27FC236}">
                          <a16:creationId xmlns:a16="http://schemas.microsoft.com/office/drawing/2014/main" id="{B9D7D89C-A9C1-4F8C-ADCE-D3E656E914D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3" name="矩形 62">
                      <a:extLst>
                        <a:ext uri="{FF2B5EF4-FFF2-40B4-BE49-F238E27FC236}">
                          <a16:creationId xmlns:a16="http://schemas.microsoft.com/office/drawing/2014/main" id="{3DDFB5DB-9127-4D30-8F3A-938A228D2C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3" name="矩形 62">
                      <a:extLst>
                        <a:ext uri="{FF2B5EF4-FFF2-40B4-BE49-F238E27FC236}">
                          <a16:creationId xmlns:a16="http://schemas.microsoft.com/office/drawing/2014/main" id="{3DDFB5DB-9127-4D30-8F3A-938A228D2C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矩形 63">
                      <a:extLst>
                        <a:ext uri="{FF2B5EF4-FFF2-40B4-BE49-F238E27FC236}">
                          <a16:creationId xmlns:a16="http://schemas.microsoft.com/office/drawing/2014/main" id="{C9BC6DC4-2ACA-4B96-9584-E448D6E735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4" name="矩形 63">
                      <a:extLst>
                        <a:ext uri="{FF2B5EF4-FFF2-40B4-BE49-F238E27FC236}">
                          <a16:creationId xmlns:a16="http://schemas.microsoft.com/office/drawing/2014/main" id="{C9BC6DC4-2ACA-4B96-9584-E448D6E735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5" name="矩形 64">
                      <a:extLst>
                        <a:ext uri="{FF2B5EF4-FFF2-40B4-BE49-F238E27FC236}">
                          <a16:creationId xmlns:a16="http://schemas.microsoft.com/office/drawing/2014/main" id="{F6BB69DD-2499-42E3-9A49-725E22338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5" name="矩形 64">
                      <a:extLst>
                        <a:ext uri="{FF2B5EF4-FFF2-40B4-BE49-F238E27FC236}">
                          <a16:creationId xmlns:a16="http://schemas.microsoft.com/office/drawing/2014/main" id="{F6BB69DD-2499-42E3-9A49-725E223386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6" name="矩形 65">
                      <a:extLst>
                        <a:ext uri="{FF2B5EF4-FFF2-40B4-BE49-F238E27FC236}">
                          <a16:creationId xmlns:a16="http://schemas.microsoft.com/office/drawing/2014/main" id="{FF11A92B-AA87-4A87-BCEB-EE0ED58C2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6" name="矩形 65">
                      <a:extLst>
                        <a:ext uri="{FF2B5EF4-FFF2-40B4-BE49-F238E27FC236}">
                          <a16:creationId xmlns:a16="http://schemas.microsoft.com/office/drawing/2014/main" id="{FF11A92B-AA87-4A87-BCEB-EE0ED58C20D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95BC8102-E407-444A-8AD3-4611A509070A}"/>
                  </a:ext>
                </a:extLst>
              </p:cNvPr>
              <p:cNvGrpSpPr/>
              <p:nvPr/>
            </p:nvGrpSpPr>
            <p:grpSpPr>
              <a:xfrm>
                <a:off x="6813566" y="2993479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8" name="矩形 67">
                      <a:extLst>
                        <a:ext uri="{FF2B5EF4-FFF2-40B4-BE49-F238E27FC236}">
                          <a16:creationId xmlns:a16="http://schemas.microsoft.com/office/drawing/2014/main" id="{F317E3A0-7173-4DB3-84EE-DC640235A0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8" name="矩形 67">
                      <a:extLst>
                        <a:ext uri="{FF2B5EF4-FFF2-40B4-BE49-F238E27FC236}">
                          <a16:creationId xmlns:a16="http://schemas.microsoft.com/office/drawing/2014/main" id="{F317E3A0-7173-4DB3-84EE-DC640235A09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9" name="矩形 68">
                      <a:extLst>
                        <a:ext uri="{FF2B5EF4-FFF2-40B4-BE49-F238E27FC236}">
                          <a16:creationId xmlns:a16="http://schemas.microsoft.com/office/drawing/2014/main" id="{97197A6B-FC0E-4EEC-94DA-DCEA5CA563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9" name="矩形 68">
                      <a:extLst>
                        <a:ext uri="{FF2B5EF4-FFF2-40B4-BE49-F238E27FC236}">
                          <a16:creationId xmlns:a16="http://schemas.microsoft.com/office/drawing/2014/main" id="{97197A6B-FC0E-4EEC-94DA-DCEA5CA563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0" name="矩形 69">
                      <a:extLst>
                        <a:ext uri="{FF2B5EF4-FFF2-40B4-BE49-F238E27FC236}">
                          <a16:creationId xmlns:a16="http://schemas.microsoft.com/office/drawing/2014/main" id="{115B97EA-D6D0-4569-84DF-4847EC798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0" name="矩形 69">
                      <a:extLst>
                        <a:ext uri="{FF2B5EF4-FFF2-40B4-BE49-F238E27FC236}">
                          <a16:creationId xmlns:a16="http://schemas.microsoft.com/office/drawing/2014/main" id="{115B97EA-D6D0-4569-84DF-4847EC7987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1" name="矩形 70">
                      <a:extLst>
                        <a:ext uri="{FF2B5EF4-FFF2-40B4-BE49-F238E27FC236}">
                          <a16:creationId xmlns:a16="http://schemas.microsoft.com/office/drawing/2014/main" id="{50631DE3-D22C-4D7A-A914-E76A8665C8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1" name="矩形 70">
                      <a:extLst>
                        <a:ext uri="{FF2B5EF4-FFF2-40B4-BE49-F238E27FC236}">
                          <a16:creationId xmlns:a16="http://schemas.microsoft.com/office/drawing/2014/main" id="{50631DE3-D22C-4D7A-A914-E76A8665C89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2" name="矩形 71">
                      <a:extLst>
                        <a:ext uri="{FF2B5EF4-FFF2-40B4-BE49-F238E27FC236}">
                          <a16:creationId xmlns:a16="http://schemas.microsoft.com/office/drawing/2014/main" id="{9A4B58BB-0715-4CBD-8B18-B9EC0CCB06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2" name="矩形 71">
                      <a:extLst>
                        <a:ext uri="{FF2B5EF4-FFF2-40B4-BE49-F238E27FC236}">
                          <a16:creationId xmlns:a16="http://schemas.microsoft.com/office/drawing/2014/main" id="{9A4B58BB-0715-4CBD-8B18-B9EC0CCB068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3" name="矩形 72">
                      <a:extLst>
                        <a:ext uri="{FF2B5EF4-FFF2-40B4-BE49-F238E27FC236}">
                          <a16:creationId xmlns:a16="http://schemas.microsoft.com/office/drawing/2014/main" id="{31AA95A6-30C3-45AB-A978-EDD75CC284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3" name="矩形 72">
                      <a:extLst>
                        <a:ext uri="{FF2B5EF4-FFF2-40B4-BE49-F238E27FC236}">
                          <a16:creationId xmlns:a16="http://schemas.microsoft.com/office/drawing/2014/main" id="{31AA95A6-30C3-45AB-A978-EDD75CC2842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5" name="群組 74">
                <a:extLst>
                  <a:ext uri="{FF2B5EF4-FFF2-40B4-BE49-F238E27FC236}">
                    <a16:creationId xmlns:a16="http://schemas.microsoft.com/office/drawing/2014/main" id="{2E21AA3D-268B-40DF-9C1A-730C01AFC491}"/>
                  </a:ext>
                </a:extLst>
              </p:cNvPr>
              <p:cNvGrpSpPr/>
              <p:nvPr/>
            </p:nvGrpSpPr>
            <p:grpSpPr>
              <a:xfrm>
                <a:off x="8437712" y="2993479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A0147B8B-3181-4FB2-A481-E16AA621E4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A0147B8B-3181-4FB2-A481-E16AA621E4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6A7C161A-8B27-47D2-8802-CD5DA07716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6A7C161A-8B27-47D2-8802-CD5DA07716D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10A390E1-E887-4C32-9A23-8852F4EE1D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10A390E1-E887-4C32-9A23-8852F4EE1D2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9" name="矩形 78">
                      <a:extLst>
                        <a:ext uri="{FF2B5EF4-FFF2-40B4-BE49-F238E27FC236}">
                          <a16:creationId xmlns:a16="http://schemas.microsoft.com/office/drawing/2014/main" id="{210B8EF0-E2F5-4208-9105-1C9C86FAD9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79" name="矩形 78">
                      <a:extLst>
                        <a:ext uri="{FF2B5EF4-FFF2-40B4-BE49-F238E27FC236}">
                          <a16:creationId xmlns:a16="http://schemas.microsoft.com/office/drawing/2014/main" id="{210B8EF0-E2F5-4208-9105-1C9C86FAD9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F570F9FC-9DAD-4C90-9E3E-A03B380245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F570F9FC-9DAD-4C90-9E3E-A03B3802456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6846FCA8-8C48-4774-8B93-03823F903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6846FCA8-8C48-4774-8B93-03823F90336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7903D1E7-7FF5-4483-8B94-C0483169D11C}"/>
                  </a:ext>
                </a:extLst>
              </p:cNvPr>
              <p:cNvSpPr/>
              <p:nvPr/>
            </p:nvSpPr>
            <p:spPr>
              <a:xfrm>
                <a:off x="8407290" y="6343253"/>
                <a:ext cx="822085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7903D1E7-7FF5-4483-8B94-C0483169D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290" y="6343253"/>
                <a:ext cx="822085" cy="307777"/>
              </a:xfrm>
              <a:prstGeom prst="rect">
                <a:avLst/>
              </a:prstGeom>
              <a:blipFill>
                <a:blip r:embed="rId37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接點: 弧形 83">
            <a:extLst>
              <a:ext uri="{FF2B5EF4-FFF2-40B4-BE49-F238E27FC236}">
                <a16:creationId xmlns:a16="http://schemas.microsoft.com/office/drawing/2014/main" id="{555D5999-CED1-4731-84AA-EE18C138B006}"/>
              </a:ext>
            </a:extLst>
          </p:cNvPr>
          <p:cNvCxnSpPr>
            <a:cxnSpLocks/>
            <a:endCxn id="83" idx="0"/>
          </p:cNvCxnSpPr>
          <p:nvPr/>
        </p:nvCxnSpPr>
        <p:spPr>
          <a:xfrm rot="5400000">
            <a:off x="8967752" y="5977333"/>
            <a:ext cx="216502" cy="515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F020A42-B999-4B9C-A73C-E8466F6FAFC5}"/>
                  </a:ext>
                </a:extLst>
              </p:cNvPr>
              <p:cNvSpPr/>
              <p:nvPr/>
            </p:nvSpPr>
            <p:spPr>
              <a:xfrm>
                <a:off x="9679589" y="6340078"/>
                <a:ext cx="885223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F020A42-B999-4B9C-A73C-E8466F6FAF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589" y="6340078"/>
                <a:ext cx="885223" cy="307777"/>
              </a:xfrm>
              <a:prstGeom prst="rect">
                <a:avLst/>
              </a:prstGeom>
              <a:blipFill>
                <a:blip r:embed="rId38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接點: 弧形 98">
            <a:extLst>
              <a:ext uri="{FF2B5EF4-FFF2-40B4-BE49-F238E27FC236}">
                <a16:creationId xmlns:a16="http://schemas.microsoft.com/office/drawing/2014/main" id="{4C4F4DEC-691C-427C-AC48-6C142041F288}"/>
              </a:ext>
            </a:extLst>
          </p:cNvPr>
          <p:cNvCxnSpPr>
            <a:cxnSpLocks/>
            <a:endCxn id="97" idx="0"/>
          </p:cNvCxnSpPr>
          <p:nvPr/>
        </p:nvCxnSpPr>
        <p:spPr>
          <a:xfrm rot="16200000" flipH="1">
            <a:off x="9776917" y="5994793"/>
            <a:ext cx="213327" cy="4772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接點: 弧形 153">
            <a:extLst>
              <a:ext uri="{FF2B5EF4-FFF2-40B4-BE49-F238E27FC236}">
                <a16:creationId xmlns:a16="http://schemas.microsoft.com/office/drawing/2014/main" id="{C6D3DE4C-6A79-49BB-AE56-B75843EF5B6F}"/>
              </a:ext>
            </a:extLst>
          </p:cNvPr>
          <p:cNvCxnSpPr>
            <a:cxnSpLocks/>
          </p:cNvCxnSpPr>
          <p:nvPr/>
        </p:nvCxnSpPr>
        <p:spPr>
          <a:xfrm rot="5400000">
            <a:off x="2824931" y="5988872"/>
            <a:ext cx="216502" cy="515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接點: 弧形 155">
            <a:extLst>
              <a:ext uri="{FF2B5EF4-FFF2-40B4-BE49-F238E27FC236}">
                <a16:creationId xmlns:a16="http://schemas.microsoft.com/office/drawing/2014/main" id="{A55B181C-B234-43A9-B4BB-1E20DAADE7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34096" y="6006332"/>
            <a:ext cx="213327" cy="4772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3C5FA854-3800-4E37-B3E1-BDCA38C5D8BE}"/>
                  </a:ext>
                </a:extLst>
              </p:cNvPr>
              <p:cNvSpPr/>
              <p:nvPr/>
            </p:nvSpPr>
            <p:spPr>
              <a:xfrm>
                <a:off x="2264469" y="6354792"/>
                <a:ext cx="822085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3C5FA854-3800-4E37-B3E1-BDCA38C5D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469" y="6354792"/>
                <a:ext cx="822085" cy="30777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84A2CEB0-325A-4539-B800-952BA76B03CB}"/>
                  </a:ext>
                </a:extLst>
              </p:cNvPr>
              <p:cNvSpPr/>
              <p:nvPr/>
            </p:nvSpPr>
            <p:spPr>
              <a:xfrm>
                <a:off x="3536768" y="6351617"/>
                <a:ext cx="885223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84A2CEB0-325A-4539-B800-952BA76B03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768" y="6351617"/>
                <a:ext cx="885223" cy="30777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接點: 弧形 158">
            <a:extLst>
              <a:ext uri="{FF2B5EF4-FFF2-40B4-BE49-F238E27FC236}">
                <a16:creationId xmlns:a16="http://schemas.microsoft.com/office/drawing/2014/main" id="{A5EF5EA5-4ABA-42C8-A938-33902C64336A}"/>
              </a:ext>
            </a:extLst>
          </p:cNvPr>
          <p:cNvCxnSpPr>
            <a:cxnSpLocks/>
          </p:cNvCxnSpPr>
          <p:nvPr/>
        </p:nvCxnSpPr>
        <p:spPr>
          <a:xfrm rot="5400000">
            <a:off x="4871578" y="5987838"/>
            <a:ext cx="216502" cy="515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接點: 弧形 159">
            <a:extLst>
              <a:ext uri="{FF2B5EF4-FFF2-40B4-BE49-F238E27FC236}">
                <a16:creationId xmlns:a16="http://schemas.microsoft.com/office/drawing/2014/main" id="{9F7F8899-5188-43A6-9E84-EF42E5C8C3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80743" y="6005298"/>
            <a:ext cx="213327" cy="4772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4FDD6409-EDB7-46A5-A236-0DF56587ABB2}"/>
                  </a:ext>
                </a:extLst>
              </p:cNvPr>
              <p:cNvSpPr/>
              <p:nvPr/>
            </p:nvSpPr>
            <p:spPr>
              <a:xfrm>
                <a:off x="4311116" y="6353758"/>
                <a:ext cx="822085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4FDD6409-EDB7-46A5-A236-0DF56587AB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116" y="6353758"/>
                <a:ext cx="822085" cy="30777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CBC474EE-5380-4362-9165-0F962175FF88}"/>
                  </a:ext>
                </a:extLst>
              </p:cNvPr>
              <p:cNvSpPr/>
              <p:nvPr/>
            </p:nvSpPr>
            <p:spPr>
              <a:xfrm>
                <a:off x="5583415" y="6350583"/>
                <a:ext cx="885223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CBC474EE-5380-4362-9165-0F962175F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415" y="6350583"/>
                <a:ext cx="885223" cy="30777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橢圓 99">
            <a:extLst>
              <a:ext uri="{FF2B5EF4-FFF2-40B4-BE49-F238E27FC236}">
                <a16:creationId xmlns:a16="http://schemas.microsoft.com/office/drawing/2014/main" id="{5876B8D5-F77E-47FB-AE22-799A012E232D}"/>
              </a:ext>
            </a:extLst>
          </p:cNvPr>
          <p:cNvSpPr/>
          <p:nvPr/>
        </p:nvSpPr>
        <p:spPr>
          <a:xfrm>
            <a:off x="9252268" y="255857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D314CFFB-7741-4EF2-9DDC-D967241345E7}"/>
              </a:ext>
            </a:extLst>
          </p:cNvPr>
          <p:cNvSpPr/>
          <p:nvPr/>
        </p:nvSpPr>
        <p:spPr>
          <a:xfrm>
            <a:off x="9252268" y="4164173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D9E16EF0-B689-4B6D-A03E-D499C05E047E}"/>
              </a:ext>
            </a:extLst>
          </p:cNvPr>
          <p:cNvSpPr/>
          <p:nvPr/>
        </p:nvSpPr>
        <p:spPr>
          <a:xfrm>
            <a:off x="9252268" y="575135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橢圓 165">
            <a:extLst>
              <a:ext uri="{FF2B5EF4-FFF2-40B4-BE49-F238E27FC236}">
                <a16:creationId xmlns:a16="http://schemas.microsoft.com/office/drawing/2014/main" id="{C51997E0-67CF-412F-AEC9-4FC9DB438601}"/>
              </a:ext>
            </a:extLst>
          </p:cNvPr>
          <p:cNvSpPr/>
          <p:nvPr/>
        </p:nvSpPr>
        <p:spPr>
          <a:xfrm>
            <a:off x="9584373" y="287099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5841DC80-D399-4BD9-B4D4-CD02DFFCA504}"/>
              </a:ext>
            </a:extLst>
          </p:cNvPr>
          <p:cNvSpPr/>
          <p:nvPr/>
        </p:nvSpPr>
        <p:spPr>
          <a:xfrm>
            <a:off x="9584373" y="4164173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4B6D9F97-6E06-4B2B-96BB-4E2250D3195B}"/>
              </a:ext>
            </a:extLst>
          </p:cNvPr>
          <p:cNvSpPr/>
          <p:nvPr/>
        </p:nvSpPr>
        <p:spPr>
          <a:xfrm>
            <a:off x="9584373" y="543893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等腰三角形 147">
            <a:extLst>
              <a:ext uri="{FF2B5EF4-FFF2-40B4-BE49-F238E27FC236}">
                <a16:creationId xmlns:a16="http://schemas.microsoft.com/office/drawing/2014/main" id="{DB85962A-5AB8-41D5-B71B-0A59BEC090DC}"/>
              </a:ext>
            </a:extLst>
          </p:cNvPr>
          <p:cNvSpPr/>
          <p:nvPr/>
        </p:nvSpPr>
        <p:spPr>
          <a:xfrm>
            <a:off x="3121343" y="2875598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等腰三角形 169">
            <a:extLst>
              <a:ext uri="{FF2B5EF4-FFF2-40B4-BE49-F238E27FC236}">
                <a16:creationId xmlns:a16="http://schemas.microsoft.com/office/drawing/2014/main" id="{D509137F-F34C-43E5-AF4B-3AF7AC856FDD}"/>
              </a:ext>
            </a:extLst>
          </p:cNvPr>
          <p:cNvSpPr/>
          <p:nvPr/>
        </p:nvSpPr>
        <p:spPr>
          <a:xfrm>
            <a:off x="3449956" y="3027998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等腰三角形 170">
            <a:extLst>
              <a:ext uri="{FF2B5EF4-FFF2-40B4-BE49-F238E27FC236}">
                <a16:creationId xmlns:a16="http://schemas.microsoft.com/office/drawing/2014/main" id="{F7471EC4-B4E8-46B6-8B9A-293D07F55151}"/>
              </a:ext>
            </a:extLst>
          </p:cNvPr>
          <p:cNvSpPr/>
          <p:nvPr/>
        </p:nvSpPr>
        <p:spPr>
          <a:xfrm>
            <a:off x="3121343" y="5757705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2" name="等腰三角形 171">
            <a:extLst>
              <a:ext uri="{FF2B5EF4-FFF2-40B4-BE49-F238E27FC236}">
                <a16:creationId xmlns:a16="http://schemas.microsoft.com/office/drawing/2014/main" id="{83A5766C-ABE0-45A8-A2B6-67A695EA6D0E}"/>
              </a:ext>
            </a:extLst>
          </p:cNvPr>
          <p:cNvSpPr/>
          <p:nvPr/>
        </p:nvSpPr>
        <p:spPr>
          <a:xfrm>
            <a:off x="3449956" y="5595780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3" name="等腰三角形 172">
            <a:extLst>
              <a:ext uri="{FF2B5EF4-FFF2-40B4-BE49-F238E27FC236}">
                <a16:creationId xmlns:a16="http://schemas.microsoft.com/office/drawing/2014/main" id="{15727DBE-4978-47D5-8EF0-507523040F7F}"/>
              </a:ext>
            </a:extLst>
          </p:cNvPr>
          <p:cNvSpPr/>
          <p:nvPr/>
        </p:nvSpPr>
        <p:spPr>
          <a:xfrm>
            <a:off x="3121343" y="4313171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4" name="等腰三角形 173">
            <a:extLst>
              <a:ext uri="{FF2B5EF4-FFF2-40B4-BE49-F238E27FC236}">
                <a16:creationId xmlns:a16="http://schemas.microsoft.com/office/drawing/2014/main" id="{7821989E-23A5-4996-8154-23AD92FDD67D}"/>
              </a:ext>
            </a:extLst>
          </p:cNvPr>
          <p:cNvSpPr/>
          <p:nvPr/>
        </p:nvSpPr>
        <p:spPr>
          <a:xfrm>
            <a:off x="3449956" y="4313171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7" name="等腰三角形 176">
            <a:extLst>
              <a:ext uri="{FF2B5EF4-FFF2-40B4-BE49-F238E27FC236}">
                <a16:creationId xmlns:a16="http://schemas.microsoft.com/office/drawing/2014/main" id="{D66165FD-9E87-4142-A1B5-823E107F7388}"/>
              </a:ext>
            </a:extLst>
          </p:cNvPr>
          <p:cNvSpPr/>
          <p:nvPr/>
        </p:nvSpPr>
        <p:spPr>
          <a:xfrm rot="10800000">
            <a:off x="5161143" y="3193791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8" name="等腰三角形 177">
            <a:extLst>
              <a:ext uri="{FF2B5EF4-FFF2-40B4-BE49-F238E27FC236}">
                <a16:creationId xmlns:a16="http://schemas.microsoft.com/office/drawing/2014/main" id="{10BF9DEF-EFDE-456B-8268-E97CCB66668E}"/>
              </a:ext>
            </a:extLst>
          </p:cNvPr>
          <p:cNvSpPr/>
          <p:nvPr/>
        </p:nvSpPr>
        <p:spPr>
          <a:xfrm rot="10800000">
            <a:off x="5489756" y="3039010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9" name="等腰三角形 178">
            <a:extLst>
              <a:ext uri="{FF2B5EF4-FFF2-40B4-BE49-F238E27FC236}">
                <a16:creationId xmlns:a16="http://schemas.microsoft.com/office/drawing/2014/main" id="{88C36FBE-03EF-4CAA-9635-A43E5D0274C0}"/>
              </a:ext>
            </a:extLst>
          </p:cNvPr>
          <p:cNvSpPr/>
          <p:nvPr/>
        </p:nvSpPr>
        <p:spPr>
          <a:xfrm rot="10800000">
            <a:off x="5161143" y="5432960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0" name="等腰三角形 179">
            <a:extLst>
              <a:ext uri="{FF2B5EF4-FFF2-40B4-BE49-F238E27FC236}">
                <a16:creationId xmlns:a16="http://schemas.microsoft.com/office/drawing/2014/main" id="{5A9A11CF-7737-462E-8A70-09C0FA3C22AC}"/>
              </a:ext>
            </a:extLst>
          </p:cNvPr>
          <p:cNvSpPr/>
          <p:nvPr/>
        </p:nvSpPr>
        <p:spPr>
          <a:xfrm rot="10800000">
            <a:off x="5489756" y="5606792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1" name="等腰三角形 180">
            <a:extLst>
              <a:ext uri="{FF2B5EF4-FFF2-40B4-BE49-F238E27FC236}">
                <a16:creationId xmlns:a16="http://schemas.microsoft.com/office/drawing/2014/main" id="{1CBDED28-D5CE-4C43-B164-DC783C148A50}"/>
              </a:ext>
            </a:extLst>
          </p:cNvPr>
          <p:cNvSpPr/>
          <p:nvPr/>
        </p:nvSpPr>
        <p:spPr>
          <a:xfrm rot="10800000">
            <a:off x="5161143" y="4324183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2" name="等腰三角形 181">
            <a:extLst>
              <a:ext uri="{FF2B5EF4-FFF2-40B4-BE49-F238E27FC236}">
                <a16:creationId xmlns:a16="http://schemas.microsoft.com/office/drawing/2014/main" id="{C6B9EDDF-3FF6-4B17-941C-0BC8DE3335FF}"/>
              </a:ext>
            </a:extLst>
          </p:cNvPr>
          <p:cNvSpPr/>
          <p:nvPr/>
        </p:nvSpPr>
        <p:spPr>
          <a:xfrm rot="10800000">
            <a:off x="5489756" y="4324183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7568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22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: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TAM difference and OAM difference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independently determine the angular geometry of 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and transverse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components, manifested as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and polarization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distributions, respectively. This governing rule remains valid beyond the equal-OAM condition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provided that the constituent beams maintain sufficient spatial overlap.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Matching between the optical angular geometry and the orientation of exciton transition dipole moments enables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directional momentum-selective excitation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excitons in center-of-mass momentum space.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generally rotates the optical angular geometry and the corresponding transition-rate distribution. Under the special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SOI condition,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however,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acts as an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on/off switch for exciton excitation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Outlook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Selective excitation of excitons : Observe the evolution of exciton populations generated by tailored vector vortex beams through time-resolved photoluminescence imaging.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Exciton wave packets : Vector vortex beams actually carry average angular momentum in their phase, which can be further utilized to engineer exciton wave packets.</a:t>
                </a:r>
              </a:p>
              <a:p>
                <a:pPr marL="0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  <a:blipFill>
                <a:blip r:embed="rId2"/>
                <a:stretch>
                  <a:fillRect l="-588" t="-1202" r="-2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599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7922C22E-A3AB-4945-B61D-514C1DBD40C4}"/>
              </a:ext>
            </a:extLst>
          </p:cNvPr>
          <p:cNvSpPr txBox="1">
            <a:spLocks/>
          </p:cNvSpPr>
          <p:nvPr/>
        </p:nvSpPr>
        <p:spPr>
          <a:xfrm>
            <a:off x="2743200" y="2237361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40A60C8-56EB-426F-9058-5ED96A7A5503}"/>
              </a:ext>
            </a:extLst>
          </p:cNvPr>
          <p:cNvSpPr txBox="1">
            <a:spLocks/>
          </p:cNvSpPr>
          <p:nvPr/>
        </p:nvSpPr>
        <p:spPr>
          <a:xfrm>
            <a:off x="2743200" y="3710869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listening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6C6D7C-EB7B-4F68-A847-5F07C929A67C}"/>
              </a:ext>
            </a:extLst>
          </p:cNvPr>
          <p:cNvSpPr txBox="1"/>
          <p:nvPr/>
        </p:nvSpPr>
        <p:spPr>
          <a:xfrm>
            <a:off x="3717073" y="2962465"/>
            <a:ext cx="4757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1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30962</TotalTime>
  <Words>2189</Words>
  <Application>Microsoft Office PowerPoint</Application>
  <PresentationFormat>寬螢幕</PresentationFormat>
  <Paragraphs>654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inherit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1022</cp:revision>
  <dcterms:created xsi:type="dcterms:W3CDTF">2026-05-29T06:10:36Z</dcterms:created>
  <dcterms:modified xsi:type="dcterms:W3CDTF">2026-07-27T18:32:55Z</dcterms:modified>
</cp:coreProperties>
</file>