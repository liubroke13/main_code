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7" r:id="rId2"/>
    <p:sldId id="259" r:id="rId3"/>
    <p:sldId id="260" r:id="rId4"/>
    <p:sldId id="327" r:id="rId5"/>
    <p:sldId id="339" r:id="rId6"/>
    <p:sldId id="340" r:id="rId7"/>
    <p:sldId id="261" r:id="rId8"/>
    <p:sldId id="266" r:id="rId9"/>
    <p:sldId id="276" r:id="rId10"/>
    <p:sldId id="269" r:id="rId11"/>
    <p:sldId id="279" r:id="rId12"/>
    <p:sldId id="271" r:id="rId13"/>
    <p:sldId id="333" r:id="rId14"/>
    <p:sldId id="274" r:id="rId15"/>
    <p:sldId id="277" r:id="rId16"/>
    <p:sldId id="334" r:id="rId17"/>
    <p:sldId id="338" r:id="rId18"/>
    <p:sldId id="280" r:id="rId19"/>
    <p:sldId id="284" r:id="rId20"/>
    <p:sldId id="335" r:id="rId21"/>
    <p:sldId id="288" r:id="rId22"/>
    <p:sldId id="286" r:id="rId23"/>
    <p:sldId id="298" r:id="rId24"/>
    <p:sldId id="336" r:id="rId25"/>
    <p:sldId id="299" r:id="rId26"/>
    <p:sldId id="301" r:id="rId27"/>
    <p:sldId id="296" r:id="rId28"/>
    <p:sldId id="306" r:id="rId29"/>
    <p:sldId id="302" r:id="rId30"/>
    <p:sldId id="304" r:id="rId31"/>
    <p:sldId id="337" r:id="rId32"/>
    <p:sldId id="305" r:id="rId33"/>
    <p:sldId id="316" r:id="rId34"/>
    <p:sldId id="308" r:id="rId35"/>
    <p:sldId id="309" r:id="rId36"/>
    <p:sldId id="310" r:id="rId37"/>
    <p:sldId id="311" r:id="rId38"/>
    <p:sldId id="312" r:id="rId39"/>
    <p:sldId id="313" r:id="rId40"/>
    <p:sldId id="315" r:id="rId41"/>
    <p:sldId id="314" r:id="rId42"/>
    <p:sldId id="317" r:id="rId43"/>
    <p:sldId id="318" r:id="rId44"/>
    <p:sldId id="319" r:id="rId45"/>
    <p:sldId id="262" r:id="rId46"/>
    <p:sldId id="267" r:id="rId47"/>
    <p:sldId id="263" r:id="rId48"/>
    <p:sldId id="268" r:id="rId49"/>
    <p:sldId id="264" r:id="rId5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ycugpu" initials="n" lastIdx="0" clrIdx="0">
    <p:extLst>
      <p:ext uri="{19B8F6BF-5375-455C-9EA6-DF929625EA0E}">
        <p15:presenceInfo xmlns:p15="http://schemas.microsoft.com/office/powerpoint/2012/main" userId="067ceecb8ce0af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B2D8"/>
    <a:srgbClr val="1A68AE"/>
    <a:srgbClr val="ECECEC"/>
    <a:srgbClr val="14783E"/>
    <a:srgbClr val="990043"/>
    <a:srgbClr val="2474B7"/>
    <a:srgbClr val="CE89C1"/>
    <a:srgbClr val="09703A"/>
    <a:srgbClr val="0A703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4660"/>
  </p:normalViewPr>
  <p:slideViewPr>
    <p:cSldViewPr snapToGrid="0">
      <p:cViewPr varScale="1">
        <p:scale>
          <a:sx n="49" d="100"/>
          <a:sy n="49" d="100"/>
        </p:scale>
        <p:origin x="77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58890FC-0E3C-4C7F-A446-14BA862BBA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FFCC2-1A90-43CE-99E6-F48860C54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A7B6-1C40-4E50-A661-C1BB58DFEE8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D85880-5A8C-4D97-864E-344E27600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195ECA-E42C-42A9-929A-C5CC94E88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F779-79CD-4108-A2AD-022A92E9A3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226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A95AB-11A6-4F50-981D-2F517B9BD07B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53A02-615E-438C-A6CE-746971975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492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B691C-CD4A-43A2-B520-CAE49D2F2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B232C-0DBE-47DD-AFDD-9BD087A0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64BEA-135B-469A-9E72-43F53858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7EAE-E217-4C13-B1D4-C1D2362BCCD6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37A42-901E-402E-9933-861BED20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43637-3443-483A-A0E1-0C760F4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174" y="6561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13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6AD3-D64F-4AD1-B068-749E1E87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35B4B-E4C6-473E-AA93-3A4E408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27BFFB-5C39-42A9-84B7-B72D595B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2E92-078D-445D-A315-241AB512DF4E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80540A-C5F3-41CD-945D-0012EFC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2F5F-79C4-47F0-9828-1B247829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8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F93B3-9135-4423-B2A5-8F32A90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873E3-FAEF-4C2D-B950-2201DF7C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B26B3-8E3A-4103-B01A-27A4CA01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5C96-160B-4F0F-BE3F-3AAE2032A14A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627D54-7B66-473E-802C-B753DE12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C52D2-8F6B-4B98-9A89-42B9871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5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660B-86EB-4DA1-91A6-8DF03215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A4C3EA-B57A-489B-A453-F808DD2F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04A1C1-5C8F-40F7-9AEC-9A6F78DB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8368F-BC9A-4C47-844C-0C0F2605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E22B-68CD-40D7-BF74-022E0380697F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1D34A-65B4-40EC-A193-7D310D9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CCEAA-8C5A-44AD-B5AD-B89BBCA5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94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70AB-5AEE-4987-B024-23B19E81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911982-8F94-4665-92DB-BFB85367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8426EA-A887-4D92-BF80-BBE88AB8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078B31-7706-40E0-AF4C-5BC6F29D8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F79F22-D921-40E8-A67E-2D5CCB406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F61B2-E1EA-4161-A3F7-869A6E62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C32-EEEC-42AD-9FB7-1F67CBD9006C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5A15D31-E11F-4A77-9C5C-1BD1276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BB29CF-0FEA-4BF1-96CF-1734DCF1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4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89D28-9A5E-4AD8-970C-FF8D860E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A51452-BE12-490A-AFB2-0C69ACAE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34FD-B989-4DC7-B0C3-3D9481DCB247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7599B2-4579-44EA-A2EB-970FEC3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0D46C2-F5E5-48AF-8E51-35D0C9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52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29EA59-25D4-490F-8850-031D90DF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B7E6-3D99-40BE-9488-75C5C51CD267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F2C1BD-2ED5-4152-8BE0-FA6ACF4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91D6-5330-4A64-9C4B-B83034A2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0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B207F-FACC-47F5-9B64-79FD003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E8F25-487C-4E15-8784-4F2CBE7F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C1711B-CB6F-4A47-BC26-6D68D8E12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8414E3-3B14-4639-A0A0-5C094E5E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679B-3B15-42DA-A497-282AB7671468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E8A612-B553-421E-85F9-285C18D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8DB27-133D-42A8-AE3F-5F4EB77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0C8E-1C12-441E-8FEA-5E759B2B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13A0B1-9018-43B1-A0A5-9CA75ACA9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D48C5-BA61-47FF-B4B0-1819525B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3E122-E856-4E3E-9F77-1FB25FF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0812-8F6A-47B7-8300-ABC68422A82D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B8CB8-E381-4DB4-A08E-97D14C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1826EF-0C6C-4E70-B548-A6E61D8C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9CA0-B2C1-4E4E-808C-F00586C9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36D40E-FB2B-44DD-BAE0-04F965B1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8BB79-C5CB-4265-9B44-179DBE11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042C-E665-4C51-80B3-C45E4AEFB00B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00BEF-E29F-4120-985F-E4D4F5FF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B234-2BB5-41C9-BE01-0BD41460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F654B1-7D62-4C86-91A5-BBD33D8B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66CD05-1A94-4AD5-B835-FA3145CA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A61AF6-7FB4-41AB-9FBB-C674BC45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AB9C-E9F3-448F-BAEF-2980284577BF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AD09C-4F2A-4FE9-BCA8-2DDAEC5F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454CE-36C5-4608-82AF-1042403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90D6F6-BD99-45D8-B451-8F07A77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4D2CF-3DF5-4498-8889-8484908F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A283-A1FA-4A52-962C-BC2FDC488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E079-4510-46F8-9023-A4DE6DD9B4B9}" type="datetime1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E60776-BDAB-4A55-B603-4CE711BA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F202-F5F3-4F19-A55C-9132512DA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76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8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60.png"/><Relationship Id="rId12" Type="http://schemas.openxmlformats.org/officeDocument/2006/relationships/image" Target="../media/image1110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11.png"/><Relationship Id="rId5" Type="http://schemas.openxmlformats.org/officeDocument/2006/relationships/image" Target="../media/image45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10.png"/><Relationship Id="rId9" Type="http://schemas.openxmlformats.org/officeDocument/2006/relationships/image" Target="../media/image28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10.png"/><Relationship Id="rId4" Type="http://schemas.openxmlformats.org/officeDocument/2006/relationships/image" Target="../media/image17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10.png"/><Relationship Id="rId4" Type="http://schemas.openxmlformats.org/officeDocument/2006/relationships/image" Target="../media/image17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3.sv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50.png"/><Relationship Id="rId14" Type="http://schemas.openxmlformats.org/officeDocument/2006/relationships/image" Target="../media/image380.png"/></Relationships>
</file>

<file path=ppt/slides/_rels/slide1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3.png"/><Relationship Id="rId8" Type="http://schemas.openxmlformats.org/officeDocument/2006/relationships/image" Target="../media/image320.png"/><Relationship Id="rId26" Type="http://schemas.openxmlformats.org/officeDocument/2006/relationships/image" Target="../media/image32.png"/><Relationship Id="rId21" Type="http://schemas.openxmlformats.org/officeDocument/2006/relationships/image" Target="../media/image25.svg"/><Relationship Id="rId17" Type="http://schemas.openxmlformats.org/officeDocument/2006/relationships/image" Target="../media/image52.png"/><Relationship Id="rId7" Type="http://schemas.openxmlformats.org/officeDocument/2006/relationships/image" Target="../media/image311.png"/><Relationship Id="rId25" Type="http://schemas.openxmlformats.org/officeDocument/2006/relationships/image" Target="../media/image31.svg"/><Relationship Id="rId16" Type="http://schemas.openxmlformats.org/officeDocument/2006/relationships/image" Target="../media/image51.png"/><Relationship Id="rId20" Type="http://schemas.openxmlformats.org/officeDocument/2006/relationships/image" Target="../media/image24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0.png"/><Relationship Id="rId11" Type="http://schemas.openxmlformats.org/officeDocument/2006/relationships/image" Target="../media/image350.png"/><Relationship Id="rId15" Type="http://schemas.openxmlformats.org/officeDocument/2006/relationships/image" Target="../media/image50.png"/><Relationship Id="rId23" Type="http://schemas.openxmlformats.org/officeDocument/2006/relationships/image" Target="../media/image27.svg"/><Relationship Id="rId28" Type="http://schemas.openxmlformats.org/officeDocument/2006/relationships/image" Target="../media/image63.png"/><Relationship Id="rId19" Type="http://schemas.openxmlformats.org/officeDocument/2006/relationships/image" Target="../media/image54.png"/><Relationship Id="rId14" Type="http://schemas.openxmlformats.org/officeDocument/2006/relationships/image" Target="../media/image380.png"/><Relationship Id="rId22" Type="http://schemas.openxmlformats.org/officeDocument/2006/relationships/image" Target="../media/image26.png"/><Relationship Id="rId27" Type="http://schemas.openxmlformats.org/officeDocument/2006/relationships/image" Target="../media/image33.svg"/><Relationship Id="rId30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2.png"/><Relationship Id="rId18" Type="http://schemas.openxmlformats.org/officeDocument/2006/relationships/image" Target="../media/image39.png"/><Relationship Id="rId7" Type="http://schemas.openxmlformats.org/officeDocument/2006/relationships/image" Target="../media/image311.png"/><Relationship Id="rId12" Type="http://schemas.openxmlformats.org/officeDocument/2006/relationships/image" Target="../media/image350.png"/><Relationship Id="rId17" Type="http://schemas.openxmlformats.org/officeDocument/2006/relationships/image" Target="../media/image51.png"/><Relationship Id="rId2" Type="http://schemas.openxmlformats.org/officeDocument/2006/relationships/image" Target="../media/image38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1.svg"/><Relationship Id="rId15" Type="http://schemas.openxmlformats.org/officeDocument/2006/relationships/image" Target="../media/image63.png"/><Relationship Id="rId10" Type="http://schemas.openxmlformats.org/officeDocument/2006/relationships/image" Target="../media/image30.png"/><Relationship Id="rId9" Type="http://schemas.openxmlformats.org/officeDocument/2006/relationships/image" Target="../media/image380.png"/><Relationship Id="rId14" Type="http://schemas.openxmlformats.org/officeDocument/2006/relationships/image" Target="../media/image3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6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0.png"/><Relationship Id="rId3" Type="http://schemas.openxmlformats.org/officeDocument/2006/relationships/image" Target="../media/image51.png"/><Relationship Id="rId21" Type="http://schemas.openxmlformats.org/officeDocument/2006/relationships/image" Target="../media/image73.png"/><Relationship Id="rId17" Type="http://schemas.openxmlformats.org/officeDocument/2006/relationships/image" Target="../media/image160.png"/><Relationship Id="rId25" Type="http://schemas.openxmlformats.org/officeDocument/2006/relationships/image" Target="../media/image69.png"/><Relationship Id="rId2" Type="http://schemas.openxmlformats.org/officeDocument/2006/relationships/image" Target="../media/image50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75.png"/><Relationship Id="rId23" Type="http://schemas.openxmlformats.org/officeDocument/2006/relationships/image" Target="../media/image66.png"/><Relationship Id="rId19" Type="http://schemas.openxmlformats.org/officeDocument/2006/relationships/image" Target="../media/image43.png"/><Relationship Id="rId22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0.png"/><Relationship Id="rId3" Type="http://schemas.openxmlformats.org/officeDocument/2006/relationships/image" Target="../media/image37.svg"/><Relationship Id="rId12" Type="http://schemas.openxmlformats.org/officeDocument/2006/relationships/image" Target="../media/image8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3.png"/><Relationship Id="rId15" Type="http://schemas.openxmlformats.org/officeDocument/2006/relationships/image" Target="../media/image31.svg"/><Relationship Id="rId10" Type="http://schemas.openxmlformats.org/officeDocument/2006/relationships/image" Target="../media/image82.png"/><Relationship Id="rId1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320.png"/><Relationship Id="rId3" Type="http://schemas.openxmlformats.org/officeDocument/2006/relationships/image" Target="../media/image77.png"/><Relationship Id="rId7" Type="http://schemas.openxmlformats.org/officeDocument/2006/relationships/image" Target="../media/image37.svg"/><Relationship Id="rId12" Type="http://schemas.openxmlformats.org/officeDocument/2006/relationships/image" Target="../media/image84.png"/><Relationship Id="rId2" Type="http://schemas.openxmlformats.org/officeDocument/2006/relationships/image" Target="../media/image76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83.png"/><Relationship Id="rId5" Type="http://schemas.openxmlformats.org/officeDocument/2006/relationships/image" Target="../media/image23.svg"/><Relationship Id="rId15" Type="http://schemas.openxmlformats.org/officeDocument/2006/relationships/image" Target="../media/image31.svg"/><Relationship Id="rId10" Type="http://schemas.openxmlformats.org/officeDocument/2006/relationships/image" Target="../media/image82.png"/><Relationship Id="rId4" Type="http://schemas.openxmlformats.org/officeDocument/2006/relationships/image" Target="../media/image22.png"/><Relationship Id="rId9" Type="http://schemas.openxmlformats.org/officeDocument/2006/relationships/image" Target="../media/image81.png"/><Relationship Id="rId1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7.svg"/><Relationship Id="rId7" Type="http://schemas.openxmlformats.org/officeDocument/2006/relationships/image" Target="../media/image23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49.png"/><Relationship Id="rId5" Type="http://schemas.openxmlformats.org/officeDocument/2006/relationships/image" Target="../media/image77.png"/><Relationship Id="rId10" Type="http://schemas.openxmlformats.org/officeDocument/2006/relationships/image" Target="../media/image48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7.svg"/><Relationship Id="rId7" Type="http://schemas.openxmlformats.org/officeDocument/2006/relationships/image" Target="../media/image77.png"/><Relationship Id="rId12" Type="http://schemas.openxmlformats.org/officeDocument/2006/relationships/image" Target="../media/image8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6.png"/><Relationship Id="rId18" Type="http://schemas.openxmlformats.org/officeDocument/2006/relationships/image" Target="../media/image5.png"/><Relationship Id="rId3" Type="http://schemas.openxmlformats.org/officeDocument/2006/relationships/image" Target="../media/image37.svg"/><Relationship Id="rId7" Type="http://schemas.openxmlformats.org/officeDocument/2006/relationships/image" Target="../media/image92.png"/><Relationship Id="rId12" Type="http://schemas.openxmlformats.org/officeDocument/2006/relationships/image" Target="../media/image23.svg"/><Relationship Id="rId17" Type="http://schemas.openxmlformats.org/officeDocument/2006/relationships/image" Target="../media/image100.png"/><Relationship Id="rId2" Type="http://schemas.openxmlformats.org/officeDocument/2006/relationships/image" Target="../media/image36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22.png"/><Relationship Id="rId5" Type="http://schemas.openxmlformats.org/officeDocument/2006/relationships/image" Target="../media/image90.png"/><Relationship Id="rId15" Type="http://schemas.openxmlformats.org/officeDocument/2006/relationships/image" Target="../media/image98.png"/><Relationship Id="rId10" Type="http://schemas.openxmlformats.org/officeDocument/2006/relationships/image" Target="../media/image95.png"/><Relationship Id="rId19" Type="http://schemas.openxmlformats.org/officeDocument/2006/relationships/image" Target="../media/image101.png"/><Relationship Id="rId4" Type="http://schemas.openxmlformats.org/officeDocument/2006/relationships/image" Target="../media/image57.png"/><Relationship Id="rId9" Type="http://schemas.openxmlformats.org/officeDocument/2006/relationships/image" Target="../media/image94.png"/><Relationship Id="rId14" Type="http://schemas.openxmlformats.org/officeDocument/2006/relationships/image" Target="../media/image9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37.svg"/><Relationship Id="rId7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5.png"/><Relationship Id="rId4" Type="http://schemas.openxmlformats.org/officeDocument/2006/relationships/image" Target="../media/image57.png"/><Relationship Id="rId9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106.png"/><Relationship Id="rId3" Type="http://schemas.openxmlformats.org/officeDocument/2006/relationships/image" Target="../media/image37.svg"/><Relationship Id="rId7" Type="http://schemas.openxmlformats.org/officeDocument/2006/relationships/image" Target="../media/image22.png"/><Relationship Id="rId12" Type="http://schemas.openxmlformats.org/officeDocument/2006/relationships/image" Target="../media/image10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4.png"/><Relationship Id="rId5" Type="http://schemas.openxmlformats.org/officeDocument/2006/relationships/image" Target="../media/image5.png"/><Relationship Id="rId10" Type="http://schemas.openxmlformats.org/officeDocument/2006/relationships/image" Target="../media/image103.png"/><Relationship Id="rId4" Type="http://schemas.openxmlformats.org/officeDocument/2006/relationships/image" Target="../media/image5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9" Type="http://schemas.openxmlformats.org/officeDocument/2006/relationships/image" Target="../media/image1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37.svg"/><Relationship Id="rId7" Type="http://schemas.openxmlformats.org/officeDocument/2006/relationships/image" Target="../media/image1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113.png"/><Relationship Id="rId4" Type="http://schemas.openxmlformats.org/officeDocument/2006/relationships/image" Target="../media/image109.png"/><Relationship Id="rId9" Type="http://schemas.openxmlformats.org/officeDocument/2006/relationships/image" Target="../media/image11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37.sv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114.png"/><Relationship Id="rId5" Type="http://schemas.openxmlformats.org/officeDocument/2006/relationships/image" Target="../media/image22.png"/><Relationship Id="rId10" Type="http://schemas.openxmlformats.org/officeDocument/2006/relationships/image" Target="../media/image113.png"/><Relationship Id="rId4" Type="http://schemas.openxmlformats.org/officeDocument/2006/relationships/image" Target="../media/image109.png"/><Relationship Id="rId9" Type="http://schemas.openxmlformats.org/officeDocument/2006/relationships/image" Target="../media/image11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37.svg"/><Relationship Id="rId7" Type="http://schemas.openxmlformats.org/officeDocument/2006/relationships/image" Target="../media/image23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9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64.png"/><Relationship Id="rId18" Type="http://schemas.openxmlformats.org/officeDocument/2006/relationships/image" Target="../media/image127.png"/><Relationship Id="rId3" Type="http://schemas.openxmlformats.org/officeDocument/2006/relationships/image" Target="../media/image37.svg"/><Relationship Id="rId21" Type="http://schemas.openxmlformats.org/officeDocument/2006/relationships/image" Target="../media/image70.png"/><Relationship Id="rId7" Type="http://schemas.openxmlformats.org/officeDocument/2006/relationships/image" Target="../media/image138.png"/><Relationship Id="rId12" Type="http://schemas.openxmlformats.org/officeDocument/2006/relationships/image" Target="../media/image61.png"/><Relationship Id="rId17" Type="http://schemas.openxmlformats.org/officeDocument/2006/relationships/image" Target="../media/image129.png"/><Relationship Id="rId2" Type="http://schemas.openxmlformats.org/officeDocument/2006/relationships/image" Target="../media/image36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59.png"/><Relationship Id="rId5" Type="http://schemas.openxmlformats.org/officeDocument/2006/relationships/image" Target="../media/image22.png"/><Relationship Id="rId10" Type="http://schemas.openxmlformats.org/officeDocument/2006/relationships/image" Target="../media/image62.png"/><Relationship Id="rId19" Type="http://schemas.openxmlformats.org/officeDocument/2006/relationships/image" Target="../media/image65.png"/><Relationship Id="rId4" Type="http://schemas.openxmlformats.org/officeDocument/2006/relationships/image" Target="../media/image137.png"/><Relationship Id="rId9" Type="http://schemas.openxmlformats.org/officeDocument/2006/relationships/image" Target="../media/image58.png"/><Relationship Id="rId22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14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4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37.sv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153.png"/><Relationship Id="rId5" Type="http://schemas.openxmlformats.org/officeDocument/2006/relationships/image" Target="../media/image22.png"/><Relationship Id="rId10" Type="http://schemas.openxmlformats.org/officeDocument/2006/relationships/image" Target="../media/image152.png"/><Relationship Id="rId4" Type="http://schemas.openxmlformats.org/officeDocument/2006/relationships/image" Target="../media/image148.png"/><Relationship Id="rId9" Type="http://schemas.openxmlformats.org/officeDocument/2006/relationships/image" Target="../media/image15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14.png"/><Relationship Id="rId3" Type="http://schemas.openxmlformats.org/officeDocument/2006/relationships/image" Target="../media/image37.sv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153.png"/><Relationship Id="rId5" Type="http://schemas.openxmlformats.org/officeDocument/2006/relationships/image" Target="../media/image22.png"/><Relationship Id="rId10" Type="http://schemas.openxmlformats.org/officeDocument/2006/relationships/image" Target="../media/image152.png"/><Relationship Id="rId4" Type="http://schemas.openxmlformats.org/officeDocument/2006/relationships/image" Target="../media/image148.png"/><Relationship Id="rId9" Type="http://schemas.openxmlformats.org/officeDocument/2006/relationships/image" Target="../media/image151.png"/><Relationship Id="rId14" Type="http://schemas.openxmlformats.org/officeDocument/2006/relationships/image" Target="../media/image15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86.png"/><Relationship Id="rId18" Type="http://schemas.openxmlformats.org/officeDocument/2006/relationships/image" Target="../media/image88.png"/><Relationship Id="rId3" Type="http://schemas.openxmlformats.org/officeDocument/2006/relationships/image" Target="../media/image22.png"/><Relationship Id="rId21" Type="http://schemas.openxmlformats.org/officeDocument/2006/relationships/image" Target="../media/image108.png"/><Relationship Id="rId7" Type="http://schemas.openxmlformats.org/officeDocument/2006/relationships/image" Target="../media/image138.png"/><Relationship Id="rId12" Type="http://schemas.openxmlformats.org/officeDocument/2006/relationships/image" Target="../media/image78.png"/><Relationship Id="rId17" Type="http://schemas.openxmlformats.org/officeDocument/2006/relationships/image" Target="../media/image87.png"/><Relationship Id="rId2" Type="http://schemas.openxmlformats.org/officeDocument/2006/relationships/image" Target="../media/image176.png"/><Relationship Id="rId16" Type="http://schemas.openxmlformats.org/officeDocument/2006/relationships/image" Target="../media/image184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11" Type="http://schemas.openxmlformats.org/officeDocument/2006/relationships/image" Target="../media/image74.png"/><Relationship Id="rId24" Type="http://schemas.openxmlformats.org/officeDocument/2006/relationships/image" Target="../media/image192.png"/><Relationship Id="rId5" Type="http://schemas.openxmlformats.org/officeDocument/2006/relationships/image" Target="../media/image36.png"/><Relationship Id="rId15" Type="http://schemas.openxmlformats.org/officeDocument/2006/relationships/image" Target="../media/image183.png"/><Relationship Id="rId23" Type="http://schemas.openxmlformats.org/officeDocument/2006/relationships/image" Target="../media/image191.png"/><Relationship Id="rId10" Type="http://schemas.openxmlformats.org/officeDocument/2006/relationships/image" Target="../media/image179.png"/><Relationship Id="rId19" Type="http://schemas.openxmlformats.org/officeDocument/2006/relationships/image" Target="../media/image187.png"/><Relationship Id="rId4" Type="http://schemas.openxmlformats.org/officeDocument/2006/relationships/image" Target="../media/image23.svg"/><Relationship Id="rId9" Type="http://schemas.openxmlformats.org/officeDocument/2006/relationships/image" Target="../media/image178.png"/><Relationship Id="rId14" Type="http://schemas.openxmlformats.org/officeDocument/2006/relationships/image" Target="../media/image182.png"/><Relationship Id="rId22" Type="http://schemas.openxmlformats.org/officeDocument/2006/relationships/image" Target="../media/image1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37.svg"/><Relationship Id="rId7" Type="http://schemas.openxmlformats.org/officeDocument/2006/relationships/image" Target="../media/image23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37.svg"/><Relationship Id="rId7" Type="http://schemas.openxmlformats.org/officeDocument/2006/relationships/image" Target="../media/image23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198.png"/><Relationship Id="rId5" Type="http://schemas.openxmlformats.org/officeDocument/2006/relationships/image" Target="../media/image194.png"/><Relationship Id="rId10" Type="http://schemas.openxmlformats.org/officeDocument/2006/relationships/image" Target="../media/image197.png"/><Relationship Id="rId4" Type="http://schemas.openxmlformats.org/officeDocument/2006/relationships/image" Target="../media/image193.png"/><Relationship Id="rId9" Type="http://schemas.openxmlformats.org/officeDocument/2006/relationships/image" Target="../media/image12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02.png"/><Relationship Id="rId18" Type="http://schemas.openxmlformats.org/officeDocument/2006/relationships/image" Target="../media/image125.png"/><Relationship Id="rId3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01.png"/><Relationship Id="rId17" Type="http://schemas.openxmlformats.org/officeDocument/2006/relationships/image" Target="../media/image206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197.png"/><Relationship Id="rId5" Type="http://schemas.openxmlformats.org/officeDocument/2006/relationships/image" Target="../media/image193.png"/><Relationship Id="rId10" Type="http://schemas.openxmlformats.org/officeDocument/2006/relationships/image" Target="../media/image200.png"/><Relationship Id="rId4" Type="http://schemas.openxmlformats.org/officeDocument/2006/relationships/image" Target="../media/image37.svg"/><Relationship Id="rId9" Type="http://schemas.openxmlformats.org/officeDocument/2006/relationships/image" Target="../media/image195.png"/><Relationship Id="rId14" Type="http://schemas.openxmlformats.org/officeDocument/2006/relationships/image" Target="../media/image20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123.png"/><Relationship Id="rId18" Type="http://schemas.openxmlformats.org/officeDocument/2006/relationships/image" Target="../media/image218.png"/><Relationship Id="rId3" Type="http://schemas.openxmlformats.org/officeDocument/2006/relationships/image" Target="../media/image37.sv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image" Target="../media/image36.png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122.png"/><Relationship Id="rId5" Type="http://schemas.openxmlformats.org/officeDocument/2006/relationships/image" Target="../media/image22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19" Type="http://schemas.openxmlformats.org/officeDocument/2006/relationships/image" Target="../media/image219.png"/><Relationship Id="rId4" Type="http://schemas.openxmlformats.org/officeDocument/2006/relationships/image" Target="../media/image177.png"/><Relationship Id="rId9" Type="http://schemas.openxmlformats.org/officeDocument/2006/relationships/image" Target="../media/image209.png"/><Relationship Id="rId14" Type="http://schemas.openxmlformats.org/officeDocument/2006/relationships/image" Target="../media/image12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126.png"/><Relationship Id="rId18" Type="http://schemas.openxmlformats.org/officeDocument/2006/relationships/image" Target="../media/image221.png"/><Relationship Id="rId3" Type="http://schemas.openxmlformats.org/officeDocument/2006/relationships/image" Target="../media/image37.svg"/><Relationship Id="rId21" Type="http://schemas.openxmlformats.org/officeDocument/2006/relationships/image" Target="../media/image128.png"/><Relationship Id="rId7" Type="http://schemas.openxmlformats.org/officeDocument/2006/relationships/image" Target="../media/image207.png"/><Relationship Id="rId12" Type="http://schemas.openxmlformats.org/officeDocument/2006/relationships/image" Target="../media/image123.png"/><Relationship Id="rId17" Type="http://schemas.openxmlformats.org/officeDocument/2006/relationships/image" Target="../media/image217.png"/><Relationship Id="rId2" Type="http://schemas.openxmlformats.org/officeDocument/2006/relationships/image" Target="../media/image36.png"/><Relationship Id="rId16" Type="http://schemas.openxmlformats.org/officeDocument/2006/relationships/image" Target="../media/image216.png"/><Relationship Id="rId20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122.png"/><Relationship Id="rId5" Type="http://schemas.openxmlformats.org/officeDocument/2006/relationships/image" Target="../media/image22.png"/><Relationship Id="rId15" Type="http://schemas.openxmlformats.org/officeDocument/2006/relationships/image" Target="../media/image215.png"/><Relationship Id="rId23" Type="http://schemas.openxmlformats.org/officeDocument/2006/relationships/image" Target="../media/image132.png"/><Relationship Id="rId10" Type="http://schemas.openxmlformats.org/officeDocument/2006/relationships/image" Target="../media/image210.png"/><Relationship Id="rId19" Type="http://schemas.openxmlformats.org/officeDocument/2006/relationships/image" Target="../media/image222.png"/><Relationship Id="rId4" Type="http://schemas.openxmlformats.org/officeDocument/2006/relationships/image" Target="../media/image177.png"/><Relationship Id="rId9" Type="http://schemas.openxmlformats.org/officeDocument/2006/relationships/image" Target="../media/image209.png"/><Relationship Id="rId22" Type="http://schemas.openxmlformats.org/officeDocument/2006/relationships/image" Target="../media/image22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28.png"/><Relationship Id="rId18" Type="http://schemas.openxmlformats.org/officeDocument/2006/relationships/image" Target="../media/image229.png"/><Relationship Id="rId3" Type="http://schemas.openxmlformats.org/officeDocument/2006/relationships/image" Target="../media/image36.png"/><Relationship Id="rId21" Type="http://schemas.openxmlformats.org/officeDocument/2006/relationships/image" Target="../media/image232.png"/><Relationship Id="rId7" Type="http://schemas.openxmlformats.org/officeDocument/2006/relationships/image" Target="../media/image209.png"/><Relationship Id="rId12" Type="http://schemas.openxmlformats.org/officeDocument/2006/relationships/image" Target="../media/image131.png"/><Relationship Id="rId17" Type="http://schemas.openxmlformats.org/officeDocument/2006/relationships/image" Target="../media/image217.png"/><Relationship Id="rId25" Type="http://schemas.openxmlformats.org/officeDocument/2006/relationships/image" Target="../media/image132.png"/><Relationship Id="rId2" Type="http://schemas.openxmlformats.org/officeDocument/2006/relationships/image" Target="../media/image122.png"/><Relationship Id="rId16" Type="http://schemas.openxmlformats.org/officeDocument/2006/relationships/image" Target="../media/image216.png"/><Relationship Id="rId20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130.png"/><Relationship Id="rId24" Type="http://schemas.openxmlformats.org/officeDocument/2006/relationships/image" Target="../media/image234.png"/><Relationship Id="rId15" Type="http://schemas.openxmlformats.org/officeDocument/2006/relationships/image" Target="../media/image215.png"/><Relationship Id="rId23" Type="http://schemas.openxmlformats.org/officeDocument/2006/relationships/image" Target="../media/image210.png"/><Relationship Id="rId10" Type="http://schemas.openxmlformats.org/officeDocument/2006/relationships/image" Target="../media/image123.png"/><Relationship Id="rId19" Type="http://schemas.openxmlformats.org/officeDocument/2006/relationships/image" Target="../media/image230.png"/><Relationship Id="rId4" Type="http://schemas.openxmlformats.org/officeDocument/2006/relationships/image" Target="../media/image37.svg"/><Relationship Id="rId9" Type="http://schemas.openxmlformats.org/officeDocument/2006/relationships/image" Target="../media/image23.svg"/><Relationship Id="rId14" Type="http://schemas.openxmlformats.org/officeDocument/2006/relationships/image" Target="../media/image126.png"/><Relationship Id="rId22" Type="http://schemas.openxmlformats.org/officeDocument/2006/relationships/image" Target="../media/image23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16.png"/><Relationship Id="rId3" Type="http://schemas.openxmlformats.org/officeDocument/2006/relationships/image" Target="../media/image36.png"/><Relationship Id="rId7" Type="http://schemas.openxmlformats.org/officeDocument/2006/relationships/image" Target="../media/image209.png"/><Relationship Id="rId12" Type="http://schemas.openxmlformats.org/officeDocument/2006/relationships/image" Target="../media/image215.png"/><Relationship Id="rId17" Type="http://schemas.openxmlformats.org/officeDocument/2006/relationships/image" Target="../media/image132.png"/><Relationship Id="rId2" Type="http://schemas.openxmlformats.org/officeDocument/2006/relationships/image" Target="../media/image122.png"/><Relationship Id="rId16" Type="http://schemas.openxmlformats.org/officeDocument/2006/relationships/image" Target="../media/image1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126.png"/><Relationship Id="rId15" Type="http://schemas.openxmlformats.org/officeDocument/2006/relationships/image" Target="../media/image210.png"/><Relationship Id="rId10" Type="http://schemas.openxmlformats.org/officeDocument/2006/relationships/image" Target="../media/image123.png"/><Relationship Id="rId4" Type="http://schemas.openxmlformats.org/officeDocument/2006/relationships/image" Target="../media/image37.svg"/><Relationship Id="rId9" Type="http://schemas.openxmlformats.org/officeDocument/2006/relationships/image" Target="../media/image23.svg"/><Relationship Id="rId14" Type="http://schemas.openxmlformats.org/officeDocument/2006/relationships/image" Target="../media/image21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16.png"/><Relationship Id="rId3" Type="http://schemas.openxmlformats.org/officeDocument/2006/relationships/image" Target="../media/image36.png"/><Relationship Id="rId7" Type="http://schemas.openxmlformats.org/officeDocument/2006/relationships/image" Target="../media/image209.png"/><Relationship Id="rId12" Type="http://schemas.openxmlformats.org/officeDocument/2006/relationships/image" Target="../media/image215.png"/><Relationship Id="rId17" Type="http://schemas.openxmlformats.org/officeDocument/2006/relationships/image" Target="../media/image132.png"/><Relationship Id="rId2" Type="http://schemas.openxmlformats.org/officeDocument/2006/relationships/image" Target="../media/image122.png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126.png"/><Relationship Id="rId15" Type="http://schemas.openxmlformats.org/officeDocument/2006/relationships/image" Target="../media/image210.png"/><Relationship Id="rId10" Type="http://schemas.openxmlformats.org/officeDocument/2006/relationships/image" Target="../media/image123.png"/><Relationship Id="rId4" Type="http://schemas.openxmlformats.org/officeDocument/2006/relationships/image" Target="../media/image37.svg"/><Relationship Id="rId9" Type="http://schemas.openxmlformats.org/officeDocument/2006/relationships/image" Target="../media/image23.svg"/><Relationship Id="rId14" Type="http://schemas.openxmlformats.org/officeDocument/2006/relationships/image" Target="../media/image21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16.png"/><Relationship Id="rId18" Type="http://schemas.openxmlformats.org/officeDocument/2006/relationships/image" Target="../media/image132.png"/><Relationship Id="rId3" Type="http://schemas.openxmlformats.org/officeDocument/2006/relationships/image" Target="../media/image36.png"/><Relationship Id="rId7" Type="http://schemas.openxmlformats.org/officeDocument/2006/relationships/image" Target="../media/image209.png"/><Relationship Id="rId12" Type="http://schemas.openxmlformats.org/officeDocument/2006/relationships/image" Target="../media/image215.png"/><Relationship Id="rId17" Type="http://schemas.openxmlformats.org/officeDocument/2006/relationships/image" Target="../media/image133.png"/><Relationship Id="rId2" Type="http://schemas.openxmlformats.org/officeDocument/2006/relationships/image" Target="../media/image122.png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11" Type="http://schemas.openxmlformats.org/officeDocument/2006/relationships/image" Target="../media/image126.png"/><Relationship Id="rId15" Type="http://schemas.openxmlformats.org/officeDocument/2006/relationships/image" Target="../media/image210.png"/><Relationship Id="rId10" Type="http://schemas.openxmlformats.org/officeDocument/2006/relationships/image" Target="../media/image123.png"/><Relationship Id="rId4" Type="http://schemas.openxmlformats.org/officeDocument/2006/relationships/image" Target="../media/image37.svg"/><Relationship Id="rId9" Type="http://schemas.openxmlformats.org/officeDocument/2006/relationships/image" Target="../media/image23.svg"/><Relationship Id="rId14" Type="http://schemas.openxmlformats.org/officeDocument/2006/relationships/image" Target="../media/image21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337E483-2C4B-4C93-9722-AE3E3DE35E20}"/>
              </a:ext>
            </a:extLst>
          </p:cNvPr>
          <p:cNvSpPr txBox="1">
            <a:spLocks/>
          </p:cNvSpPr>
          <p:nvPr/>
        </p:nvSpPr>
        <p:spPr>
          <a:xfrm>
            <a:off x="1054102" y="2084388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studies of excitonic transitions in two dimensional materials under photoexcitation of scalar and vector vortex beams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6261B0-EBD3-4C22-9F81-7398932D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5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9DF72C3-F8A7-4781-A687-449ABFB48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Light-matter interaction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67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5DF1F115-271F-4B66-844C-E81655B2E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9DCFE80-ACAC-4FCC-807E-86EC53B8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62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9" name="內容版面配置區 5">
            <a:extLst>
              <a:ext uri="{FF2B5EF4-FFF2-40B4-BE49-F238E27FC236}">
                <a16:creationId xmlns:a16="http://schemas.microsoft.com/office/drawing/2014/main" id="{6C455A4A-01DE-4F45-98BE-B366C987D166}"/>
              </a:ext>
            </a:extLst>
          </p:cNvPr>
          <p:cNvSpPr txBox="1">
            <a:spLocks/>
          </p:cNvSpPr>
          <p:nvPr/>
        </p:nvSpPr>
        <p:spPr>
          <a:xfrm>
            <a:off x="76200" y="7081152"/>
            <a:ext cx="12115800" cy="279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1909 theoretical work by Poynting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J. H. Poynting, </a:t>
            </a:r>
            <a:r>
              <a:rPr lang="en-US" altLang="zh-TW" sz="1400" i="1" dirty="0"/>
              <a:t>Proc. R. Soc. </a:t>
            </a:r>
            <a:r>
              <a:rPr lang="en-US" altLang="zh-TW" sz="1400" i="1" dirty="0" err="1"/>
              <a:t>Lond</a:t>
            </a:r>
            <a:r>
              <a:rPr lang="en-US" altLang="zh-TW" sz="1400" i="1" dirty="0"/>
              <a:t>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82</a:t>
            </a:r>
            <a:r>
              <a:rPr lang="en-US" altLang="zh-TW" sz="1400" dirty="0"/>
              <a:t>, 560</a:t>
            </a: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experimental evidence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spin angular momentum (SAM)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R. A. Beth, </a:t>
            </a:r>
            <a:r>
              <a:rPr lang="en-US" altLang="zh-TW" sz="1400" i="1" dirty="0"/>
              <a:t>Phys. Rev.</a:t>
            </a:r>
            <a:r>
              <a:rPr lang="en-US" altLang="zh-TW" sz="1400" dirty="0"/>
              <a:t> </a:t>
            </a:r>
            <a:r>
              <a:rPr lang="en-US" altLang="zh-TW" sz="1400" b="1" dirty="0"/>
              <a:t>50</a:t>
            </a:r>
            <a:r>
              <a:rPr lang="en-US" altLang="zh-TW" sz="1400" dirty="0"/>
              <a:t>, 115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 Experimental demonstration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orbital angular momentum (OAM) in Laguerre-Gaussian (LG) Beam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----- </a:t>
            </a:r>
            <a:r>
              <a:rPr lang="en-US" altLang="zh-TW" sz="1400" dirty="0"/>
              <a:t>L. Allen </a:t>
            </a:r>
            <a:r>
              <a:rPr lang="en-US" altLang="zh-TW" sz="1400" i="1" dirty="0"/>
              <a:t>et al.</a:t>
            </a:r>
            <a:r>
              <a:rPr lang="en-US" altLang="zh-TW" sz="1400" dirty="0"/>
              <a:t>, </a:t>
            </a:r>
            <a:r>
              <a:rPr lang="en-US" altLang="zh-TW" sz="1400" i="1" dirty="0"/>
              <a:t>Phys. Rev. A</a:t>
            </a:r>
            <a:r>
              <a:rPr lang="en-US" altLang="zh-TW" sz="1400" dirty="0"/>
              <a:t> </a:t>
            </a:r>
            <a:r>
              <a:rPr lang="en-US" altLang="zh-TW" sz="1400" b="1" dirty="0"/>
              <a:t>45</a:t>
            </a:r>
            <a:r>
              <a:rPr lang="en-US" altLang="zh-TW" sz="1400" dirty="0"/>
              <a:t>, 8185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A1E837B-E2E1-455A-A5BA-0C41E1445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49" y="1205149"/>
            <a:ext cx="3179276" cy="964602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487384C2-568E-4782-A7B6-6A473B24B8CF}"/>
              </a:ext>
            </a:extLst>
          </p:cNvPr>
          <p:cNvGrpSpPr/>
          <p:nvPr/>
        </p:nvGrpSpPr>
        <p:grpSpPr>
          <a:xfrm>
            <a:off x="952093" y="2437028"/>
            <a:ext cx="4448582" cy="1013404"/>
            <a:chOff x="85318" y="3045927"/>
            <a:chExt cx="5458232" cy="1243406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B924937-081A-4314-9A81-C1BCBF95F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711"/>
            <a:stretch/>
          </p:blipFill>
          <p:spPr>
            <a:xfrm>
              <a:off x="85318" y="3141682"/>
              <a:ext cx="2561188" cy="106848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E3DFE44-8A87-491C-A659-AB1985165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080"/>
            <a:stretch/>
          </p:blipFill>
          <p:spPr>
            <a:xfrm>
              <a:off x="2665683" y="3122080"/>
              <a:ext cx="2877867" cy="1167253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0DAD5F-0741-405E-8051-4C24DA28D360}"/>
                </a:ext>
              </a:extLst>
            </p:cNvPr>
            <p:cNvSpPr/>
            <p:nvPr/>
          </p:nvSpPr>
          <p:spPr>
            <a:xfrm>
              <a:off x="136109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27AFE30-6584-4E1F-808D-1F5500C5E69A}"/>
                </a:ext>
              </a:extLst>
            </p:cNvPr>
            <p:cNvSpPr/>
            <p:nvPr/>
          </p:nvSpPr>
          <p:spPr>
            <a:xfrm>
              <a:off x="1296047" y="3130223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643E35F-62BA-4FCB-A9C5-735DEF87AFED}"/>
                </a:ext>
              </a:extLst>
            </p:cNvPr>
            <p:cNvSpPr/>
            <p:nvPr/>
          </p:nvSpPr>
          <p:spPr>
            <a:xfrm>
              <a:off x="2727152" y="3045927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345902-86BF-4452-8AEE-89EEC30A5C2E}"/>
                </a:ext>
              </a:extLst>
            </p:cNvPr>
            <p:cNvSpPr/>
            <p:nvPr/>
          </p:nvSpPr>
          <p:spPr>
            <a:xfrm>
              <a:off x="4053256" y="3054016"/>
              <a:ext cx="151296" cy="141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837B9E7A-B20B-43D2-A2A2-EB357CDE6A66}"/>
              </a:ext>
            </a:extLst>
          </p:cNvPr>
          <p:cNvSpPr txBox="1">
            <a:spLocks/>
          </p:cNvSpPr>
          <p:nvPr/>
        </p:nvSpPr>
        <p:spPr>
          <a:xfrm>
            <a:off x="67821" y="730966"/>
            <a:ext cx="7219118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light</a:t>
            </a: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4F29F1F2-ECDD-4B4E-B059-437E96C0B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676" y="4057656"/>
            <a:ext cx="1591924" cy="221297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48E9E7B-8F69-4A4D-8BE9-F8FF02F62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200" y="4393921"/>
            <a:ext cx="1793238" cy="1892579"/>
          </a:xfrm>
          <a:prstGeom prst="rect">
            <a:avLst/>
          </a:prstGeom>
        </p:spPr>
      </p:pic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FD8EB411-E7F6-4E6B-9367-B7C974D0B06E}"/>
              </a:ext>
            </a:extLst>
          </p:cNvPr>
          <p:cNvSpPr txBox="1">
            <a:spLocks/>
          </p:cNvSpPr>
          <p:nvPr/>
        </p:nvSpPr>
        <p:spPr>
          <a:xfrm>
            <a:off x="173870" y="3875749"/>
            <a:ext cx="10217905" cy="38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interaction</a:t>
            </a: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1A06A0B1-5B27-425B-8730-7D57FE1D0F5A}"/>
              </a:ext>
            </a:extLst>
          </p:cNvPr>
          <p:cNvGrpSpPr/>
          <p:nvPr/>
        </p:nvGrpSpPr>
        <p:grpSpPr>
          <a:xfrm>
            <a:off x="6400897" y="838200"/>
            <a:ext cx="4353342" cy="3062689"/>
            <a:chOff x="266736" y="3041685"/>
            <a:chExt cx="4353342" cy="3062689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D1E2111-BDBF-4D1D-B1C9-7B6438825830}"/>
                </a:ext>
              </a:extLst>
            </p:cNvPr>
            <p:cNvSpPr/>
            <p:nvPr/>
          </p:nvSpPr>
          <p:spPr>
            <a:xfrm>
              <a:off x="266736" y="5365710"/>
              <a:ext cx="43533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0913E150-AB24-41EF-85C1-CAC7B236D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72059" y="3041685"/>
              <a:ext cx="2713737" cy="2328648"/>
            </a:xfrm>
            <a:prstGeom prst="rect">
              <a:avLst/>
            </a:prstGeom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F02E8C45-3158-4F37-A1E9-7D4E38E36E3A}"/>
              </a:ext>
            </a:extLst>
          </p:cNvPr>
          <p:cNvGrpSpPr/>
          <p:nvPr/>
        </p:nvGrpSpPr>
        <p:grpSpPr>
          <a:xfrm>
            <a:off x="993720" y="4224411"/>
            <a:ext cx="4764331" cy="2520084"/>
            <a:chOff x="993720" y="4224411"/>
            <a:chExt cx="4764331" cy="2520084"/>
          </a:xfrm>
        </p:grpSpPr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D76E9C0B-7D7C-4AD9-B3F5-B349CD6853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7840" r="53631" b="63462"/>
            <a:stretch/>
          </p:blipFill>
          <p:spPr>
            <a:xfrm>
              <a:off x="993720" y="5056747"/>
              <a:ext cx="1402824" cy="1325289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CE166D50-2F86-4639-A74A-451A1048AB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5263" t="36113" b="32342"/>
            <a:stretch/>
          </p:blipFill>
          <p:spPr>
            <a:xfrm>
              <a:off x="2785182" y="5035981"/>
              <a:ext cx="1628866" cy="114419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內容版面配置區 5">
                  <a:extLst>
                    <a:ext uri="{FF2B5EF4-FFF2-40B4-BE49-F238E27FC236}">
                      <a16:creationId xmlns:a16="http://schemas.microsoft.com/office/drawing/2014/main" id="{FA96114C-357F-41FF-B308-28A71A34C05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87288" y="5588626"/>
                  <a:ext cx="434362" cy="33507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altLang="zh-TW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9" name="內容版面配置區 5">
                  <a:extLst>
                    <a:ext uri="{FF2B5EF4-FFF2-40B4-BE49-F238E27FC236}">
                      <a16:creationId xmlns:a16="http://schemas.microsoft.com/office/drawing/2014/main" id="{FA96114C-357F-41FF-B308-28A71A34C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7288" y="5588626"/>
                  <a:ext cx="434362" cy="33507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CD370365-4360-4A1E-A66E-505D5CF10B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5263" t="72249"/>
            <a:stretch/>
          </p:blipFill>
          <p:spPr>
            <a:xfrm>
              <a:off x="4129185" y="5201605"/>
              <a:ext cx="1628866" cy="1006598"/>
            </a:xfrm>
            <a:prstGeom prst="rect">
              <a:avLst/>
            </a:prstGeom>
          </p:spPr>
        </p:pic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A2A18E9D-A2FC-4E83-9C5D-150185A194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r="56460" b="70943"/>
            <a:stretch/>
          </p:blipFill>
          <p:spPr>
            <a:xfrm>
              <a:off x="993721" y="4268143"/>
              <a:ext cx="1329066" cy="987052"/>
            </a:xfrm>
            <a:prstGeom prst="rect">
              <a:avLst/>
            </a:prstGeom>
          </p:spPr>
        </p:pic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A2A6AA89-5E2F-467F-9890-B69828DF67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163" t="36623" b="33614"/>
            <a:stretch/>
          </p:blipFill>
          <p:spPr>
            <a:xfrm>
              <a:off x="2813819" y="4224411"/>
              <a:ext cx="1277080" cy="1011008"/>
            </a:xfrm>
            <a:prstGeom prst="rect">
              <a:avLst/>
            </a:prstGeom>
          </p:spPr>
        </p:pic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A9F29E1B-E4CA-4BE6-BED6-D6E66A403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8163" t="71024"/>
            <a:stretch/>
          </p:blipFill>
          <p:spPr>
            <a:xfrm>
              <a:off x="4165655" y="4272951"/>
              <a:ext cx="1277081" cy="98431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內容版面配置區 5">
                  <a:extLst>
                    <a:ext uri="{FF2B5EF4-FFF2-40B4-BE49-F238E27FC236}">
                      <a16:creationId xmlns:a16="http://schemas.microsoft.com/office/drawing/2014/main" id="{BA11783C-55BF-4E85-8287-54F01A487F3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87288" y="4625706"/>
                  <a:ext cx="434362" cy="33507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altLang="zh-TW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4" name="內容版面配置區 5">
                  <a:extLst>
                    <a:ext uri="{FF2B5EF4-FFF2-40B4-BE49-F238E27FC236}">
                      <a16:creationId xmlns:a16="http://schemas.microsoft.com/office/drawing/2014/main" id="{BA11783C-55BF-4E85-8287-54F01A48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7288" y="4625706"/>
                  <a:ext cx="434362" cy="33507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065E9A2-2352-4BA9-BF27-DC08B4E715A4}"/>
                </a:ext>
              </a:extLst>
            </p:cNvPr>
            <p:cNvSpPr/>
            <p:nvPr/>
          </p:nvSpPr>
          <p:spPr>
            <a:xfrm>
              <a:off x="1118010" y="6221275"/>
              <a:ext cx="432336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OAM can influence exciton’s wave packet structures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nb-NO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nb-NO" altLang="zh-TW" sz="1400" dirty="0"/>
                <a:t>G.-H. Peng </a:t>
              </a:r>
              <a:r>
                <a:rPr lang="nb-NO" altLang="zh-TW" sz="1400" i="1" dirty="0"/>
                <a:t>et al.</a:t>
              </a:r>
              <a:r>
                <a:rPr lang="nb-NO" altLang="zh-TW" sz="1400" dirty="0"/>
                <a:t>, </a:t>
              </a:r>
              <a:r>
                <a:rPr lang="nb-NO" altLang="zh-TW" sz="1400" i="1" dirty="0"/>
                <a:t>Nano Lett.</a:t>
              </a:r>
              <a:r>
                <a:rPr lang="nb-NO" altLang="zh-TW" sz="1400" dirty="0"/>
                <a:t> </a:t>
              </a:r>
              <a:r>
                <a:rPr lang="nb-NO" altLang="zh-TW" sz="1400" b="1" dirty="0"/>
                <a:t>19</a:t>
              </a:r>
              <a:r>
                <a:rPr lang="nb-NO" altLang="zh-TW" sz="1400" dirty="0"/>
                <a:t>, 2299 (2019)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CC43ADDE-5429-49A6-849B-28EA0A7083CB}"/>
              </a:ext>
            </a:extLst>
          </p:cNvPr>
          <p:cNvSpPr/>
          <p:nvPr/>
        </p:nvSpPr>
        <p:spPr>
          <a:xfrm>
            <a:off x="5858476" y="6221275"/>
            <a:ext cx="52128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influence optical transition rate through vector vortex beam</a:t>
            </a:r>
          </a:p>
          <a:p>
            <a:pPr algn="ctr"/>
            <a:r>
              <a:rPr lang="fr-FR" altLang="zh-TW" sz="1400" dirty="0"/>
              <a:t>O. J. G. Sanchez, G.-H. Peng </a:t>
            </a:r>
            <a:r>
              <a:rPr lang="fr-FR" altLang="zh-TW" sz="1400" i="1" dirty="0"/>
              <a:t>et al.</a:t>
            </a:r>
            <a:r>
              <a:rPr lang="fr-FR" altLang="zh-TW" sz="1400" dirty="0"/>
              <a:t>, </a:t>
            </a:r>
            <a:r>
              <a:rPr lang="fr-FR" altLang="zh-TW" sz="1400" i="1" dirty="0"/>
              <a:t>ACS Nano</a:t>
            </a:r>
            <a:r>
              <a:rPr lang="fr-FR" altLang="zh-TW" sz="1400" dirty="0"/>
              <a:t> </a:t>
            </a:r>
            <a:r>
              <a:rPr lang="fr-FR" altLang="zh-TW" sz="1400" b="1" dirty="0"/>
              <a:t>18</a:t>
            </a:r>
            <a:r>
              <a:rPr lang="fr-FR" altLang="zh-TW" sz="1400" dirty="0"/>
              <a:t>, 11425 (2024)</a:t>
            </a:r>
            <a:endParaRPr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2ECE07E-DBDE-46E4-BD3C-B974B9F5EDF4}"/>
                  </a:ext>
                </a:extLst>
              </p:cNvPr>
              <p:cNvSpPr/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 of light</a:t>
                </a:r>
                <a:r>
                  <a:rPr lang="en-US" altLang="zh-TW" sz="1400" dirty="0"/>
                  <a:t> / Helical phase fronts for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ℓ=0, 1, 2, 3</m:t>
                    </m:r>
                  </m:oMath>
                </a14:m>
                <a:r>
                  <a:rPr lang="en-US" altLang="zh-TW" sz="1400" dirty="0"/>
                  <a:t> 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1400" dirty="0"/>
                  <a:t>A. M. Yao &amp; M. J. Padgett, </a:t>
                </a:r>
                <a:r>
                  <a:rPr lang="en-US" altLang="zh-TW" sz="1400" i="1" dirty="0"/>
                  <a:t>Adv. Opt. Photonics</a:t>
                </a:r>
                <a:r>
                  <a:rPr lang="en-US" altLang="zh-TW" sz="1400" dirty="0"/>
                  <a:t> </a:t>
                </a:r>
                <a:r>
                  <a:rPr lang="en-US" altLang="zh-TW" sz="1400" b="1" dirty="0"/>
                  <a:t>3</a:t>
                </a:r>
                <a:r>
                  <a:rPr lang="en-US" altLang="zh-TW" sz="1400" dirty="0"/>
                  <a:t>, 161 (2011)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2ECE07E-DBDE-46E4-BD3C-B974B9F5ED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6" y="3343909"/>
                <a:ext cx="4747069" cy="523220"/>
              </a:xfrm>
              <a:prstGeom prst="rect">
                <a:avLst/>
              </a:prstGeom>
              <a:blipFill>
                <a:blip r:embed="rId11"/>
                <a:stretch>
                  <a:fillRect t="-3529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734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47D839-0FA8-445E-98CA-BDE75AF193DF}"/>
              </a:ext>
            </a:extLst>
          </p:cNvPr>
          <p:cNvSpPr/>
          <p:nvPr/>
        </p:nvSpPr>
        <p:spPr>
          <a:xfrm>
            <a:off x="977908" y="1900987"/>
            <a:ext cx="19078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of light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spin</a:t>
            </a:r>
            <a:endParaRPr lang="zh-TW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028434-E935-48E4-967C-E3F4FDE21DDE}"/>
              </a:ext>
            </a:extLst>
          </p:cNvPr>
          <p:cNvSpPr/>
          <p:nvPr/>
        </p:nvSpPr>
        <p:spPr>
          <a:xfrm>
            <a:off x="9248775" y="1185315"/>
            <a:ext cx="16193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 of electron</a:t>
            </a:r>
            <a:endParaRPr lang="zh-TW" altLang="en-US" sz="1400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AE468D2-ED72-438E-9813-867737FE3827}"/>
              </a:ext>
            </a:extLst>
          </p:cNvPr>
          <p:cNvGrpSpPr/>
          <p:nvPr/>
        </p:nvGrpSpPr>
        <p:grpSpPr>
          <a:xfrm>
            <a:off x="3587116" y="879746"/>
            <a:ext cx="4389118" cy="2179607"/>
            <a:chOff x="747798" y="4818086"/>
            <a:chExt cx="4389118" cy="2179607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920EBB24-EE3D-4462-B5B6-30A515E265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" t="19178" r="50309" b="14375"/>
            <a:stretch/>
          </p:blipFill>
          <p:spPr>
            <a:xfrm>
              <a:off x="747798" y="4818086"/>
              <a:ext cx="4389118" cy="17388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B6653677-844D-45E5-8B21-73EC316EA3EF}"/>
                    </a:ext>
                  </a:extLst>
                </p:cNvPr>
                <p:cNvSpPr/>
                <p:nvPr/>
              </p:nvSpPr>
              <p:spPr>
                <a:xfrm>
                  <a:off x="1288792" y="6489862"/>
                  <a:ext cx="3433376" cy="5078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285750" indent="-28575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3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300" b="0" i="0" dirty="0" smtClean="0">
                              <a:latin typeface="Cambria Math" panose="02040503050406030204" pitchFamily="18" charset="0"/>
                            </a:rPr>
                            <m:t>WSe</m:t>
                          </m:r>
                        </m:e>
                        <m:sub>
                          <m:r>
                            <a:rPr lang="en-US" altLang="zh-TW" sz="13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it-IT" altLang="zh-TW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calculated band structure</a:t>
                  </a:r>
                  <a:endParaRPr lang="nb-NO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nb-NO" altLang="zh-TW" sz="1400" dirty="0"/>
                    <a:t>G.-H. Peng </a:t>
                  </a:r>
                  <a:r>
                    <a:rPr lang="nb-NO" altLang="zh-TW" sz="1400" i="1" dirty="0"/>
                    <a:t>et al.</a:t>
                  </a:r>
                  <a:r>
                    <a:rPr lang="nb-NO" altLang="zh-TW" sz="1400" dirty="0"/>
                    <a:t>, </a:t>
                  </a:r>
                  <a:r>
                    <a:rPr lang="nb-NO" altLang="zh-TW" sz="1400" i="1" dirty="0"/>
                    <a:t>Nano Lett.</a:t>
                  </a:r>
                  <a:r>
                    <a:rPr lang="nb-NO" altLang="zh-TW" sz="1400" dirty="0"/>
                    <a:t> </a:t>
                  </a:r>
                  <a:r>
                    <a:rPr lang="nb-NO" altLang="zh-TW" sz="1400" b="1" dirty="0"/>
                    <a:t>19</a:t>
                  </a:r>
                  <a:r>
                    <a:rPr lang="nb-NO" altLang="zh-TW" sz="1400" dirty="0"/>
                    <a:t>, 2299 (2019)</a:t>
                  </a:r>
                  <a:endPara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5ADB71-4D90-4C0D-8502-4909F706E4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792" y="6489862"/>
                  <a:ext cx="3433376" cy="507831"/>
                </a:xfrm>
                <a:prstGeom prst="rect">
                  <a:avLst/>
                </a:prstGeom>
                <a:blipFill>
                  <a:blip r:embed="rId3"/>
                  <a:stretch>
                    <a:fillRect t="-1205" b="-132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CA942BCC-0439-47AC-A09E-9497D82835AE}"/>
              </a:ext>
            </a:extLst>
          </p:cNvPr>
          <p:cNvSpPr/>
          <p:nvPr/>
        </p:nvSpPr>
        <p:spPr>
          <a:xfrm>
            <a:off x="1422570" y="3387696"/>
            <a:ext cx="893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OAM</a:t>
            </a:r>
            <a:endParaRPr lang="zh-TW" altLang="en-US" sz="1400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8C0F665-C827-4892-A5E7-52E26C1CA7C9}"/>
              </a:ext>
            </a:extLst>
          </p:cNvPr>
          <p:cNvCxnSpPr>
            <a:cxnSpLocks/>
          </p:cNvCxnSpPr>
          <p:nvPr/>
        </p:nvCxnSpPr>
        <p:spPr>
          <a:xfrm>
            <a:off x="2690903" y="3554257"/>
            <a:ext cx="6557872" cy="68500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70D2473-A606-4079-80EC-BCD4BFEF4099}"/>
              </a:ext>
            </a:extLst>
          </p:cNvPr>
          <p:cNvSpPr/>
          <p:nvPr/>
        </p:nvSpPr>
        <p:spPr>
          <a:xfrm>
            <a:off x="9377438" y="4736956"/>
            <a:ext cx="16514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of exciton</a:t>
            </a:r>
            <a:endParaRPr lang="zh-TW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AB1C77-069C-4ED9-A77B-DCA53190F44B}"/>
              </a:ext>
            </a:extLst>
          </p:cNvPr>
          <p:cNvSpPr/>
          <p:nvPr/>
        </p:nvSpPr>
        <p:spPr>
          <a:xfrm>
            <a:off x="8910995" y="2357012"/>
            <a:ext cx="18485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with spin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Bright*2/dark/gray</a:t>
            </a:r>
            <a:endParaRPr lang="zh-TW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0C1212-1E5E-4896-8749-7D262AACAB80}"/>
              </a:ext>
            </a:extLst>
          </p:cNvPr>
          <p:cNvSpPr/>
          <p:nvPr/>
        </p:nvSpPr>
        <p:spPr>
          <a:xfrm>
            <a:off x="9482815" y="3176189"/>
            <a:ext cx="9220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619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584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A742B108-2FF9-4EC2-8628-7995F229C770}"/>
              </a:ext>
            </a:extLst>
          </p:cNvPr>
          <p:cNvSpPr txBox="1">
            <a:spLocks/>
          </p:cNvSpPr>
          <p:nvPr/>
        </p:nvSpPr>
        <p:spPr>
          <a:xfrm>
            <a:off x="838200" y="1341174"/>
            <a:ext cx="10515600" cy="5207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Spin-orbital angular momentum interaction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(SOI) in light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Laguerre-Gaussian beams 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: SOI effect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: Vector vortex beams 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4AA9810-D2AB-4EA5-AA16-19E6AFE4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7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AEAAB9B6-6F02-4F50-A3A1-47E74951E4A5}"/>
              </a:ext>
            </a:extLst>
          </p:cNvPr>
          <p:cNvGrpSpPr/>
          <p:nvPr/>
        </p:nvGrpSpPr>
        <p:grpSpPr>
          <a:xfrm>
            <a:off x="1110416" y="1390657"/>
            <a:ext cx="4640566" cy="2425969"/>
            <a:chOff x="1022158" y="2367936"/>
            <a:chExt cx="4640566" cy="2425969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A885084-20BB-4DFF-8441-5530CE0470F3}"/>
                </a:ext>
              </a:extLst>
            </p:cNvPr>
            <p:cNvSpPr/>
            <p:nvPr/>
          </p:nvSpPr>
          <p:spPr>
            <a:xfrm>
              <a:off x="1022158" y="4165116"/>
              <a:ext cx="2836334" cy="6287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52" name="梯形 28">
              <a:extLst>
                <a:ext uri="{FF2B5EF4-FFF2-40B4-BE49-F238E27FC236}">
                  <a16:creationId xmlns:a16="http://schemas.microsoft.com/office/drawing/2014/main" id="{A2744EC8-4986-44B7-8E5D-BA1119A23279}"/>
                </a:ext>
              </a:extLst>
            </p:cNvPr>
            <p:cNvSpPr/>
            <p:nvPr/>
          </p:nvSpPr>
          <p:spPr>
            <a:xfrm rot="16200000">
              <a:off x="3543599" y="2670129"/>
              <a:ext cx="2421317" cy="1816932"/>
            </a:xfrm>
            <a:custGeom>
              <a:avLst/>
              <a:gdLst>
                <a:gd name="connsiteX0" fmla="*/ 0 w 5380649"/>
                <a:gd name="connsiteY0" fmla="*/ 1587501 h 1587501"/>
                <a:gd name="connsiteX1" fmla="*/ 1001221 w 5380649"/>
                <a:gd name="connsiteY1" fmla="*/ 0 h 1587501"/>
                <a:gd name="connsiteX2" fmla="*/ 4379428 w 5380649"/>
                <a:gd name="connsiteY2" fmla="*/ 0 h 1587501"/>
                <a:gd name="connsiteX3" fmla="*/ 5380649 w 5380649"/>
                <a:gd name="connsiteY3" fmla="*/ 1587501 h 1587501"/>
                <a:gd name="connsiteX4" fmla="*/ 0 w 5380649"/>
                <a:gd name="connsiteY4" fmla="*/ 1587501 h 1587501"/>
                <a:gd name="connsiteX0" fmla="*/ 0 w 5380649"/>
                <a:gd name="connsiteY0" fmla="*/ 1597026 h 1597026"/>
                <a:gd name="connsiteX1" fmla="*/ 1001221 w 5380649"/>
                <a:gd name="connsiteY1" fmla="*/ 9525 h 1597026"/>
                <a:gd name="connsiteX2" fmla="*/ 2560153 w 5380649"/>
                <a:gd name="connsiteY2" fmla="*/ 0 h 1597026"/>
                <a:gd name="connsiteX3" fmla="*/ 5380649 w 5380649"/>
                <a:gd name="connsiteY3" fmla="*/ 1597026 h 1597026"/>
                <a:gd name="connsiteX4" fmla="*/ 0 w 5380649"/>
                <a:gd name="connsiteY4" fmla="*/ 1597026 h 1597026"/>
                <a:gd name="connsiteX0" fmla="*/ 0 w 5380649"/>
                <a:gd name="connsiteY0" fmla="*/ 1592264 h 1592264"/>
                <a:gd name="connsiteX1" fmla="*/ 1001221 w 5380649"/>
                <a:gd name="connsiteY1" fmla="*/ 4763 h 1592264"/>
                <a:gd name="connsiteX2" fmla="*/ 2579203 w 5380649"/>
                <a:gd name="connsiteY2" fmla="*/ 0 h 1592264"/>
                <a:gd name="connsiteX3" fmla="*/ 5380649 w 5380649"/>
                <a:gd name="connsiteY3" fmla="*/ 1592264 h 1592264"/>
                <a:gd name="connsiteX4" fmla="*/ 0 w 5380649"/>
                <a:gd name="connsiteY4" fmla="*/ 1592264 h 1592264"/>
                <a:gd name="connsiteX0" fmla="*/ 0 w 4204992"/>
                <a:gd name="connsiteY0" fmla="*/ 1592264 h 1592264"/>
                <a:gd name="connsiteX1" fmla="*/ 1001221 w 4204992"/>
                <a:gd name="connsiteY1" fmla="*/ 4763 h 1592264"/>
                <a:gd name="connsiteX2" fmla="*/ 2579203 w 4204992"/>
                <a:gd name="connsiteY2" fmla="*/ 0 h 1592264"/>
                <a:gd name="connsiteX3" fmla="*/ 4204992 w 4204992"/>
                <a:gd name="connsiteY3" fmla="*/ 1572535 h 1592264"/>
                <a:gd name="connsiteX4" fmla="*/ 0 w 4204992"/>
                <a:gd name="connsiteY4" fmla="*/ 1592264 h 1592264"/>
                <a:gd name="connsiteX0" fmla="*/ 0 w 3827621"/>
                <a:gd name="connsiteY0" fmla="*/ 1578852 h 1578852"/>
                <a:gd name="connsiteX1" fmla="*/ 623850 w 3827621"/>
                <a:gd name="connsiteY1" fmla="*/ 4763 h 1578852"/>
                <a:gd name="connsiteX2" fmla="*/ 2201832 w 3827621"/>
                <a:gd name="connsiteY2" fmla="*/ 0 h 1578852"/>
                <a:gd name="connsiteX3" fmla="*/ 3827621 w 3827621"/>
                <a:gd name="connsiteY3" fmla="*/ 1572535 h 1578852"/>
                <a:gd name="connsiteX4" fmla="*/ 0 w 3827621"/>
                <a:gd name="connsiteY4" fmla="*/ 1578852 h 1578852"/>
                <a:gd name="connsiteX0" fmla="*/ 0 w 2898710"/>
                <a:gd name="connsiteY0" fmla="*/ 1578852 h 1578852"/>
                <a:gd name="connsiteX1" fmla="*/ 623850 w 2898710"/>
                <a:gd name="connsiteY1" fmla="*/ 4763 h 1578852"/>
                <a:gd name="connsiteX2" fmla="*/ 2201832 w 2898710"/>
                <a:gd name="connsiteY2" fmla="*/ 0 h 1578852"/>
                <a:gd name="connsiteX3" fmla="*/ 2898710 w 2898710"/>
                <a:gd name="connsiteY3" fmla="*/ 1572537 h 1578852"/>
                <a:gd name="connsiteX4" fmla="*/ 0 w 2898710"/>
                <a:gd name="connsiteY4" fmla="*/ 1578852 h 1578852"/>
                <a:gd name="connsiteX0" fmla="*/ 0 w 3057460"/>
                <a:gd name="connsiteY0" fmla="*/ 1578852 h 1578852"/>
                <a:gd name="connsiteX1" fmla="*/ 623850 w 3057460"/>
                <a:gd name="connsiteY1" fmla="*/ 4763 h 1578852"/>
                <a:gd name="connsiteX2" fmla="*/ 2201832 w 3057460"/>
                <a:gd name="connsiteY2" fmla="*/ 0 h 1578852"/>
                <a:gd name="connsiteX3" fmla="*/ 3057460 w 3057460"/>
                <a:gd name="connsiteY3" fmla="*/ 1578405 h 1578852"/>
                <a:gd name="connsiteX4" fmla="*/ 0 w 3057460"/>
                <a:gd name="connsiteY4" fmla="*/ 1578852 h 1578852"/>
                <a:gd name="connsiteX0" fmla="*/ 0 w 3057460"/>
                <a:gd name="connsiteY0" fmla="*/ 1578852 h 1578852"/>
                <a:gd name="connsiteX1" fmla="*/ 623850 w 3057460"/>
                <a:gd name="connsiteY1" fmla="*/ 4763 h 1578852"/>
                <a:gd name="connsiteX2" fmla="*/ 2087532 w 3057460"/>
                <a:gd name="connsiteY2" fmla="*/ 0 h 1578852"/>
                <a:gd name="connsiteX3" fmla="*/ 3057460 w 3057460"/>
                <a:gd name="connsiteY3" fmla="*/ 1578405 h 1578852"/>
                <a:gd name="connsiteX4" fmla="*/ 0 w 3057460"/>
                <a:gd name="connsiteY4" fmla="*/ 1578852 h 1578852"/>
                <a:gd name="connsiteX0" fmla="*/ 0 w 2924110"/>
                <a:gd name="connsiteY0" fmla="*/ 1578852 h 1578852"/>
                <a:gd name="connsiteX1" fmla="*/ 623850 w 2924110"/>
                <a:gd name="connsiteY1" fmla="*/ 4763 h 1578852"/>
                <a:gd name="connsiteX2" fmla="*/ 2087532 w 2924110"/>
                <a:gd name="connsiteY2" fmla="*/ 0 h 1578852"/>
                <a:gd name="connsiteX3" fmla="*/ 2924110 w 2924110"/>
                <a:gd name="connsiteY3" fmla="*/ 1578405 h 1578852"/>
                <a:gd name="connsiteX4" fmla="*/ 0 w 2924110"/>
                <a:gd name="connsiteY4" fmla="*/ 1578852 h 1578852"/>
                <a:gd name="connsiteX0" fmla="*/ 0 w 2924110"/>
                <a:gd name="connsiteY0" fmla="*/ 1578852 h 1578852"/>
                <a:gd name="connsiteX1" fmla="*/ 623850 w 2924110"/>
                <a:gd name="connsiteY1" fmla="*/ 4763 h 1578852"/>
                <a:gd name="connsiteX2" fmla="*/ 2182782 w 2924110"/>
                <a:gd name="connsiteY2" fmla="*/ 0 h 1578852"/>
                <a:gd name="connsiteX3" fmla="*/ 2924110 w 2924110"/>
                <a:gd name="connsiteY3" fmla="*/ 1578405 h 1578852"/>
                <a:gd name="connsiteX4" fmla="*/ 0 w 2924110"/>
                <a:gd name="connsiteY4" fmla="*/ 1578852 h 1578852"/>
                <a:gd name="connsiteX0" fmla="*/ 0 w 3343210"/>
                <a:gd name="connsiteY0" fmla="*/ 1740810 h 1740810"/>
                <a:gd name="connsiteX1" fmla="*/ 1042950 w 3343210"/>
                <a:gd name="connsiteY1" fmla="*/ 4763 h 1740810"/>
                <a:gd name="connsiteX2" fmla="*/ 2601882 w 3343210"/>
                <a:gd name="connsiteY2" fmla="*/ 0 h 1740810"/>
                <a:gd name="connsiteX3" fmla="*/ 3343210 w 3343210"/>
                <a:gd name="connsiteY3" fmla="*/ 1578405 h 1740810"/>
                <a:gd name="connsiteX4" fmla="*/ 0 w 3343210"/>
                <a:gd name="connsiteY4" fmla="*/ 1740810 h 1740810"/>
                <a:gd name="connsiteX0" fmla="*/ 0 w 3244150"/>
                <a:gd name="connsiteY0" fmla="*/ 1740810 h 1824864"/>
                <a:gd name="connsiteX1" fmla="*/ 1042950 w 3244150"/>
                <a:gd name="connsiteY1" fmla="*/ 4763 h 1824864"/>
                <a:gd name="connsiteX2" fmla="*/ 2601882 w 3244150"/>
                <a:gd name="connsiteY2" fmla="*/ 0 h 1824864"/>
                <a:gd name="connsiteX3" fmla="*/ 3244150 w 3244150"/>
                <a:gd name="connsiteY3" fmla="*/ 1824864 h 1824864"/>
                <a:gd name="connsiteX4" fmla="*/ 0 w 3244150"/>
                <a:gd name="connsiteY4" fmla="*/ 1740810 h 1824864"/>
                <a:gd name="connsiteX0" fmla="*/ 0 w 4415725"/>
                <a:gd name="connsiteY0" fmla="*/ 1740810 h 2062520"/>
                <a:gd name="connsiteX1" fmla="*/ 1042950 w 4415725"/>
                <a:gd name="connsiteY1" fmla="*/ 4763 h 2062520"/>
                <a:gd name="connsiteX2" fmla="*/ 2601882 w 4415725"/>
                <a:gd name="connsiteY2" fmla="*/ 0 h 2062520"/>
                <a:gd name="connsiteX3" fmla="*/ 4415725 w 4415725"/>
                <a:gd name="connsiteY3" fmla="*/ 2062520 h 2062520"/>
                <a:gd name="connsiteX4" fmla="*/ 0 w 4415725"/>
                <a:gd name="connsiteY4" fmla="*/ 1740810 h 2062520"/>
                <a:gd name="connsiteX0" fmla="*/ 1576427 w 3372775"/>
                <a:gd name="connsiteY0" fmla="*/ 2128104 h 2128104"/>
                <a:gd name="connsiteX1" fmla="*/ 0 w 3372775"/>
                <a:gd name="connsiteY1" fmla="*/ 4763 h 2128104"/>
                <a:gd name="connsiteX2" fmla="*/ 1558932 w 3372775"/>
                <a:gd name="connsiteY2" fmla="*/ 0 h 2128104"/>
                <a:gd name="connsiteX3" fmla="*/ 3372775 w 3372775"/>
                <a:gd name="connsiteY3" fmla="*/ 2062520 h 2128104"/>
                <a:gd name="connsiteX4" fmla="*/ 1576427 w 3372775"/>
                <a:gd name="connsiteY4" fmla="*/ 2128104 h 2128104"/>
                <a:gd name="connsiteX0" fmla="*/ 633452 w 2429800"/>
                <a:gd name="connsiteY0" fmla="*/ 2128104 h 2128104"/>
                <a:gd name="connsiteX1" fmla="*/ 0 w 2429800"/>
                <a:gd name="connsiteY1" fmla="*/ 4765 h 2128104"/>
                <a:gd name="connsiteX2" fmla="*/ 615957 w 2429800"/>
                <a:gd name="connsiteY2" fmla="*/ 0 h 2128104"/>
                <a:gd name="connsiteX3" fmla="*/ 2429800 w 2429800"/>
                <a:gd name="connsiteY3" fmla="*/ 2062520 h 2128104"/>
                <a:gd name="connsiteX4" fmla="*/ 633452 w 2429800"/>
                <a:gd name="connsiteY4" fmla="*/ 2128104 h 2128104"/>
                <a:gd name="connsiteX0" fmla="*/ 690602 w 2429800"/>
                <a:gd name="connsiteY0" fmla="*/ 2066489 h 2066489"/>
                <a:gd name="connsiteX1" fmla="*/ 0 w 2429800"/>
                <a:gd name="connsiteY1" fmla="*/ 4765 h 2066489"/>
                <a:gd name="connsiteX2" fmla="*/ 615957 w 2429800"/>
                <a:gd name="connsiteY2" fmla="*/ 0 h 2066489"/>
                <a:gd name="connsiteX3" fmla="*/ 2429800 w 2429800"/>
                <a:gd name="connsiteY3" fmla="*/ 2062520 h 2066489"/>
                <a:gd name="connsiteX4" fmla="*/ 690602 w 2429800"/>
                <a:gd name="connsiteY4" fmla="*/ 2066489 h 2066489"/>
                <a:gd name="connsiteX0" fmla="*/ 352468 w 2429800"/>
                <a:gd name="connsiteY0" fmla="*/ 1560372 h 2062520"/>
                <a:gd name="connsiteX1" fmla="*/ 0 w 2429800"/>
                <a:gd name="connsiteY1" fmla="*/ 4765 h 2062520"/>
                <a:gd name="connsiteX2" fmla="*/ 615957 w 2429800"/>
                <a:gd name="connsiteY2" fmla="*/ 0 h 2062520"/>
                <a:gd name="connsiteX3" fmla="*/ 2429800 w 2429800"/>
                <a:gd name="connsiteY3" fmla="*/ 2062520 h 2062520"/>
                <a:gd name="connsiteX4" fmla="*/ 352468 w 2429800"/>
                <a:gd name="connsiteY4" fmla="*/ 1560372 h 2062520"/>
                <a:gd name="connsiteX0" fmla="*/ 352468 w 2034512"/>
                <a:gd name="connsiteY0" fmla="*/ 1560372 h 1560372"/>
                <a:gd name="connsiteX1" fmla="*/ 0 w 2034512"/>
                <a:gd name="connsiteY1" fmla="*/ 4765 h 1560372"/>
                <a:gd name="connsiteX2" fmla="*/ 615957 w 2034512"/>
                <a:gd name="connsiteY2" fmla="*/ 0 h 1560372"/>
                <a:gd name="connsiteX3" fmla="*/ 2034512 w 2034512"/>
                <a:gd name="connsiteY3" fmla="*/ 1556400 h 1560372"/>
                <a:gd name="connsiteX4" fmla="*/ 352468 w 2034512"/>
                <a:gd name="connsiteY4" fmla="*/ 1560372 h 1560372"/>
                <a:gd name="connsiteX0" fmla="*/ 860468 w 2034512"/>
                <a:gd name="connsiteY0" fmla="*/ 2499261 h 2499261"/>
                <a:gd name="connsiteX1" fmla="*/ 0 w 2034512"/>
                <a:gd name="connsiteY1" fmla="*/ 4765 h 2499261"/>
                <a:gd name="connsiteX2" fmla="*/ 615957 w 2034512"/>
                <a:gd name="connsiteY2" fmla="*/ 0 h 2499261"/>
                <a:gd name="connsiteX3" fmla="*/ 2034512 w 2034512"/>
                <a:gd name="connsiteY3" fmla="*/ 1556400 h 2499261"/>
                <a:gd name="connsiteX4" fmla="*/ 860468 w 2034512"/>
                <a:gd name="connsiteY4" fmla="*/ 2499261 h 2499261"/>
                <a:gd name="connsiteX0" fmla="*/ 860468 w 2832797"/>
                <a:gd name="connsiteY0" fmla="*/ 2499261 h 2642829"/>
                <a:gd name="connsiteX1" fmla="*/ 0 w 2832797"/>
                <a:gd name="connsiteY1" fmla="*/ 4765 h 2642829"/>
                <a:gd name="connsiteX2" fmla="*/ 615957 w 2832797"/>
                <a:gd name="connsiteY2" fmla="*/ 0 h 2642829"/>
                <a:gd name="connsiteX3" fmla="*/ 2832797 w 2832797"/>
                <a:gd name="connsiteY3" fmla="*/ 2642829 h 2642829"/>
                <a:gd name="connsiteX4" fmla="*/ 860468 w 2832797"/>
                <a:gd name="connsiteY4" fmla="*/ 2499261 h 2642829"/>
                <a:gd name="connsiteX0" fmla="*/ 816926 w 2832797"/>
                <a:gd name="connsiteY0" fmla="*/ 2619976 h 2642829"/>
                <a:gd name="connsiteX1" fmla="*/ 0 w 2832797"/>
                <a:gd name="connsiteY1" fmla="*/ 4765 h 2642829"/>
                <a:gd name="connsiteX2" fmla="*/ 615957 w 2832797"/>
                <a:gd name="connsiteY2" fmla="*/ 0 h 2642829"/>
                <a:gd name="connsiteX3" fmla="*/ 2832797 w 2832797"/>
                <a:gd name="connsiteY3" fmla="*/ 2642829 h 2642829"/>
                <a:gd name="connsiteX4" fmla="*/ 816926 w 2832797"/>
                <a:gd name="connsiteY4" fmla="*/ 2619976 h 2642829"/>
                <a:gd name="connsiteX0" fmla="*/ 801686 w 2832797"/>
                <a:gd name="connsiteY0" fmla="*/ 2619976 h 2642829"/>
                <a:gd name="connsiteX1" fmla="*/ 0 w 2832797"/>
                <a:gd name="connsiteY1" fmla="*/ 4765 h 2642829"/>
                <a:gd name="connsiteX2" fmla="*/ 615957 w 2832797"/>
                <a:gd name="connsiteY2" fmla="*/ 0 h 2642829"/>
                <a:gd name="connsiteX3" fmla="*/ 2832797 w 2832797"/>
                <a:gd name="connsiteY3" fmla="*/ 2642829 h 2642829"/>
                <a:gd name="connsiteX4" fmla="*/ 801686 w 2832797"/>
                <a:gd name="connsiteY4" fmla="*/ 2619976 h 2642829"/>
                <a:gd name="connsiteX0" fmla="*/ 801686 w 2527997"/>
                <a:gd name="connsiteY0" fmla="*/ 2619976 h 2619976"/>
                <a:gd name="connsiteX1" fmla="*/ 0 w 2527997"/>
                <a:gd name="connsiteY1" fmla="*/ 4765 h 2619976"/>
                <a:gd name="connsiteX2" fmla="*/ 615957 w 2527997"/>
                <a:gd name="connsiteY2" fmla="*/ 0 h 2619976"/>
                <a:gd name="connsiteX3" fmla="*/ 2527997 w 2527997"/>
                <a:gd name="connsiteY3" fmla="*/ 2614662 h 2619976"/>
                <a:gd name="connsiteX4" fmla="*/ 801686 w 2527997"/>
                <a:gd name="connsiteY4" fmla="*/ 2619976 h 2619976"/>
                <a:gd name="connsiteX0" fmla="*/ 649286 w 2527997"/>
                <a:gd name="connsiteY0" fmla="*/ 2070726 h 2614662"/>
                <a:gd name="connsiteX1" fmla="*/ 0 w 2527997"/>
                <a:gd name="connsiteY1" fmla="*/ 4765 h 2614662"/>
                <a:gd name="connsiteX2" fmla="*/ 615957 w 2527997"/>
                <a:gd name="connsiteY2" fmla="*/ 0 h 2614662"/>
                <a:gd name="connsiteX3" fmla="*/ 2527997 w 2527997"/>
                <a:gd name="connsiteY3" fmla="*/ 2614662 h 2614662"/>
                <a:gd name="connsiteX4" fmla="*/ 649286 w 2527997"/>
                <a:gd name="connsiteY4" fmla="*/ 2070726 h 2614662"/>
                <a:gd name="connsiteX0" fmla="*/ 649286 w 2802317"/>
                <a:gd name="connsiteY0" fmla="*/ 2070726 h 2220329"/>
                <a:gd name="connsiteX1" fmla="*/ 0 w 2802317"/>
                <a:gd name="connsiteY1" fmla="*/ 4765 h 2220329"/>
                <a:gd name="connsiteX2" fmla="*/ 615957 w 2802317"/>
                <a:gd name="connsiteY2" fmla="*/ 0 h 2220329"/>
                <a:gd name="connsiteX3" fmla="*/ 2802317 w 2802317"/>
                <a:gd name="connsiteY3" fmla="*/ 2220329 h 2220329"/>
                <a:gd name="connsiteX4" fmla="*/ 649286 w 2802317"/>
                <a:gd name="connsiteY4" fmla="*/ 2070726 h 2220329"/>
                <a:gd name="connsiteX0" fmla="*/ 130173 w 2802317"/>
                <a:gd name="connsiteY0" fmla="*/ 1679033 h 2220329"/>
                <a:gd name="connsiteX1" fmla="*/ 0 w 2802317"/>
                <a:gd name="connsiteY1" fmla="*/ 4765 h 2220329"/>
                <a:gd name="connsiteX2" fmla="*/ 615957 w 2802317"/>
                <a:gd name="connsiteY2" fmla="*/ 0 h 2220329"/>
                <a:gd name="connsiteX3" fmla="*/ 2802317 w 2802317"/>
                <a:gd name="connsiteY3" fmla="*/ 2220329 h 2220329"/>
                <a:gd name="connsiteX4" fmla="*/ 130173 w 2802317"/>
                <a:gd name="connsiteY4" fmla="*/ 1679033 h 2220329"/>
                <a:gd name="connsiteX0" fmla="*/ 130173 w 2421317"/>
                <a:gd name="connsiteY0" fmla="*/ 1679033 h 1679033"/>
                <a:gd name="connsiteX1" fmla="*/ 0 w 2421317"/>
                <a:gd name="connsiteY1" fmla="*/ 4765 h 1679033"/>
                <a:gd name="connsiteX2" fmla="*/ 615957 w 2421317"/>
                <a:gd name="connsiteY2" fmla="*/ 0 h 1679033"/>
                <a:gd name="connsiteX3" fmla="*/ 2421317 w 2421317"/>
                <a:gd name="connsiteY3" fmla="*/ 1436944 h 1679033"/>
                <a:gd name="connsiteX4" fmla="*/ 130173 w 2421317"/>
                <a:gd name="connsiteY4" fmla="*/ 1679033 h 1679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1317" h="1679033">
                  <a:moveTo>
                    <a:pt x="130173" y="1679033"/>
                  </a:moveTo>
                  <a:lnTo>
                    <a:pt x="0" y="4765"/>
                  </a:lnTo>
                  <a:lnTo>
                    <a:pt x="615957" y="0"/>
                  </a:lnTo>
                  <a:lnTo>
                    <a:pt x="2421317" y="1436944"/>
                  </a:lnTo>
                  <a:lnTo>
                    <a:pt x="130173" y="167903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27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620C9717-50DD-409A-90BE-82D08BA5518C}"/>
              </a:ext>
            </a:extLst>
          </p:cNvPr>
          <p:cNvGrpSpPr/>
          <p:nvPr/>
        </p:nvGrpSpPr>
        <p:grpSpPr>
          <a:xfrm>
            <a:off x="1130051" y="3795281"/>
            <a:ext cx="4571604" cy="2812565"/>
            <a:chOff x="1022158" y="4092750"/>
            <a:chExt cx="4571604" cy="28125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48DFC57-A9A0-4E76-9A1C-37A7891E3076}"/>
                </a:ext>
              </a:extLst>
            </p:cNvPr>
            <p:cNvSpPr/>
            <p:nvPr/>
          </p:nvSpPr>
          <p:spPr>
            <a:xfrm>
              <a:off x="1022158" y="4165116"/>
              <a:ext cx="2836334" cy="15773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9" name="梯形 28">
              <a:extLst>
                <a:ext uri="{FF2B5EF4-FFF2-40B4-BE49-F238E27FC236}">
                  <a16:creationId xmlns:a16="http://schemas.microsoft.com/office/drawing/2014/main" id="{789E37BD-26F9-410D-90A9-245E94B638E1}"/>
                </a:ext>
              </a:extLst>
            </p:cNvPr>
            <p:cNvSpPr/>
            <p:nvPr/>
          </p:nvSpPr>
          <p:spPr>
            <a:xfrm rot="16200000">
              <a:off x="3313495" y="4625049"/>
              <a:ext cx="2812565" cy="1747968"/>
            </a:xfrm>
            <a:custGeom>
              <a:avLst/>
              <a:gdLst>
                <a:gd name="connsiteX0" fmla="*/ 0 w 5380649"/>
                <a:gd name="connsiteY0" fmla="*/ 1587501 h 1587501"/>
                <a:gd name="connsiteX1" fmla="*/ 1001221 w 5380649"/>
                <a:gd name="connsiteY1" fmla="*/ 0 h 1587501"/>
                <a:gd name="connsiteX2" fmla="*/ 4379428 w 5380649"/>
                <a:gd name="connsiteY2" fmla="*/ 0 h 1587501"/>
                <a:gd name="connsiteX3" fmla="*/ 5380649 w 5380649"/>
                <a:gd name="connsiteY3" fmla="*/ 1587501 h 1587501"/>
                <a:gd name="connsiteX4" fmla="*/ 0 w 5380649"/>
                <a:gd name="connsiteY4" fmla="*/ 1587501 h 1587501"/>
                <a:gd name="connsiteX0" fmla="*/ 0 w 5380649"/>
                <a:gd name="connsiteY0" fmla="*/ 1597026 h 1597026"/>
                <a:gd name="connsiteX1" fmla="*/ 1001221 w 5380649"/>
                <a:gd name="connsiteY1" fmla="*/ 9525 h 1597026"/>
                <a:gd name="connsiteX2" fmla="*/ 2560153 w 5380649"/>
                <a:gd name="connsiteY2" fmla="*/ 0 h 1597026"/>
                <a:gd name="connsiteX3" fmla="*/ 5380649 w 5380649"/>
                <a:gd name="connsiteY3" fmla="*/ 1597026 h 1597026"/>
                <a:gd name="connsiteX4" fmla="*/ 0 w 5380649"/>
                <a:gd name="connsiteY4" fmla="*/ 1597026 h 1597026"/>
                <a:gd name="connsiteX0" fmla="*/ 0 w 5380649"/>
                <a:gd name="connsiteY0" fmla="*/ 1592264 h 1592264"/>
                <a:gd name="connsiteX1" fmla="*/ 1001221 w 5380649"/>
                <a:gd name="connsiteY1" fmla="*/ 4763 h 1592264"/>
                <a:gd name="connsiteX2" fmla="*/ 2579203 w 5380649"/>
                <a:gd name="connsiteY2" fmla="*/ 0 h 1592264"/>
                <a:gd name="connsiteX3" fmla="*/ 5380649 w 5380649"/>
                <a:gd name="connsiteY3" fmla="*/ 1592264 h 1592264"/>
                <a:gd name="connsiteX4" fmla="*/ 0 w 5380649"/>
                <a:gd name="connsiteY4" fmla="*/ 1592264 h 1592264"/>
                <a:gd name="connsiteX0" fmla="*/ 0 w 4204992"/>
                <a:gd name="connsiteY0" fmla="*/ 1592264 h 1592264"/>
                <a:gd name="connsiteX1" fmla="*/ 1001221 w 4204992"/>
                <a:gd name="connsiteY1" fmla="*/ 4763 h 1592264"/>
                <a:gd name="connsiteX2" fmla="*/ 2579203 w 4204992"/>
                <a:gd name="connsiteY2" fmla="*/ 0 h 1592264"/>
                <a:gd name="connsiteX3" fmla="*/ 4204992 w 4204992"/>
                <a:gd name="connsiteY3" fmla="*/ 1572535 h 1592264"/>
                <a:gd name="connsiteX4" fmla="*/ 0 w 4204992"/>
                <a:gd name="connsiteY4" fmla="*/ 1592264 h 1592264"/>
                <a:gd name="connsiteX0" fmla="*/ 0 w 3827621"/>
                <a:gd name="connsiteY0" fmla="*/ 1578852 h 1578852"/>
                <a:gd name="connsiteX1" fmla="*/ 623850 w 3827621"/>
                <a:gd name="connsiteY1" fmla="*/ 4763 h 1578852"/>
                <a:gd name="connsiteX2" fmla="*/ 2201832 w 3827621"/>
                <a:gd name="connsiteY2" fmla="*/ 0 h 1578852"/>
                <a:gd name="connsiteX3" fmla="*/ 3827621 w 3827621"/>
                <a:gd name="connsiteY3" fmla="*/ 1572535 h 1578852"/>
                <a:gd name="connsiteX4" fmla="*/ 0 w 3827621"/>
                <a:gd name="connsiteY4" fmla="*/ 1578852 h 1578852"/>
                <a:gd name="connsiteX0" fmla="*/ 0 w 2898710"/>
                <a:gd name="connsiteY0" fmla="*/ 1578852 h 1578852"/>
                <a:gd name="connsiteX1" fmla="*/ 623850 w 2898710"/>
                <a:gd name="connsiteY1" fmla="*/ 4763 h 1578852"/>
                <a:gd name="connsiteX2" fmla="*/ 2201832 w 2898710"/>
                <a:gd name="connsiteY2" fmla="*/ 0 h 1578852"/>
                <a:gd name="connsiteX3" fmla="*/ 2898710 w 2898710"/>
                <a:gd name="connsiteY3" fmla="*/ 1572537 h 1578852"/>
                <a:gd name="connsiteX4" fmla="*/ 0 w 2898710"/>
                <a:gd name="connsiteY4" fmla="*/ 1578852 h 1578852"/>
                <a:gd name="connsiteX0" fmla="*/ 0 w 3057460"/>
                <a:gd name="connsiteY0" fmla="*/ 1578852 h 1578852"/>
                <a:gd name="connsiteX1" fmla="*/ 623850 w 3057460"/>
                <a:gd name="connsiteY1" fmla="*/ 4763 h 1578852"/>
                <a:gd name="connsiteX2" fmla="*/ 2201832 w 3057460"/>
                <a:gd name="connsiteY2" fmla="*/ 0 h 1578852"/>
                <a:gd name="connsiteX3" fmla="*/ 3057460 w 3057460"/>
                <a:gd name="connsiteY3" fmla="*/ 1578405 h 1578852"/>
                <a:gd name="connsiteX4" fmla="*/ 0 w 3057460"/>
                <a:gd name="connsiteY4" fmla="*/ 1578852 h 1578852"/>
                <a:gd name="connsiteX0" fmla="*/ 0 w 3057460"/>
                <a:gd name="connsiteY0" fmla="*/ 1578852 h 1578852"/>
                <a:gd name="connsiteX1" fmla="*/ 623850 w 3057460"/>
                <a:gd name="connsiteY1" fmla="*/ 4763 h 1578852"/>
                <a:gd name="connsiteX2" fmla="*/ 2087532 w 3057460"/>
                <a:gd name="connsiteY2" fmla="*/ 0 h 1578852"/>
                <a:gd name="connsiteX3" fmla="*/ 3057460 w 3057460"/>
                <a:gd name="connsiteY3" fmla="*/ 1578405 h 1578852"/>
                <a:gd name="connsiteX4" fmla="*/ 0 w 3057460"/>
                <a:gd name="connsiteY4" fmla="*/ 1578852 h 1578852"/>
                <a:gd name="connsiteX0" fmla="*/ 0 w 2924110"/>
                <a:gd name="connsiteY0" fmla="*/ 1578852 h 1578852"/>
                <a:gd name="connsiteX1" fmla="*/ 623850 w 2924110"/>
                <a:gd name="connsiteY1" fmla="*/ 4763 h 1578852"/>
                <a:gd name="connsiteX2" fmla="*/ 2087532 w 2924110"/>
                <a:gd name="connsiteY2" fmla="*/ 0 h 1578852"/>
                <a:gd name="connsiteX3" fmla="*/ 2924110 w 2924110"/>
                <a:gd name="connsiteY3" fmla="*/ 1578405 h 1578852"/>
                <a:gd name="connsiteX4" fmla="*/ 0 w 2924110"/>
                <a:gd name="connsiteY4" fmla="*/ 1578852 h 1578852"/>
                <a:gd name="connsiteX0" fmla="*/ 0 w 2924110"/>
                <a:gd name="connsiteY0" fmla="*/ 1578852 h 1578852"/>
                <a:gd name="connsiteX1" fmla="*/ 623850 w 2924110"/>
                <a:gd name="connsiteY1" fmla="*/ 4763 h 1578852"/>
                <a:gd name="connsiteX2" fmla="*/ 2182782 w 2924110"/>
                <a:gd name="connsiteY2" fmla="*/ 0 h 1578852"/>
                <a:gd name="connsiteX3" fmla="*/ 2924110 w 2924110"/>
                <a:gd name="connsiteY3" fmla="*/ 1578405 h 1578852"/>
                <a:gd name="connsiteX4" fmla="*/ 0 w 2924110"/>
                <a:gd name="connsiteY4" fmla="*/ 1578852 h 1578852"/>
                <a:gd name="connsiteX0" fmla="*/ 0 w 3343210"/>
                <a:gd name="connsiteY0" fmla="*/ 1740810 h 1740810"/>
                <a:gd name="connsiteX1" fmla="*/ 1042950 w 3343210"/>
                <a:gd name="connsiteY1" fmla="*/ 4763 h 1740810"/>
                <a:gd name="connsiteX2" fmla="*/ 2601882 w 3343210"/>
                <a:gd name="connsiteY2" fmla="*/ 0 h 1740810"/>
                <a:gd name="connsiteX3" fmla="*/ 3343210 w 3343210"/>
                <a:gd name="connsiteY3" fmla="*/ 1578405 h 1740810"/>
                <a:gd name="connsiteX4" fmla="*/ 0 w 3343210"/>
                <a:gd name="connsiteY4" fmla="*/ 1740810 h 1740810"/>
                <a:gd name="connsiteX0" fmla="*/ 0 w 3244150"/>
                <a:gd name="connsiteY0" fmla="*/ 1740810 h 1824864"/>
                <a:gd name="connsiteX1" fmla="*/ 1042950 w 3244150"/>
                <a:gd name="connsiteY1" fmla="*/ 4763 h 1824864"/>
                <a:gd name="connsiteX2" fmla="*/ 2601882 w 3244150"/>
                <a:gd name="connsiteY2" fmla="*/ 0 h 1824864"/>
                <a:gd name="connsiteX3" fmla="*/ 3244150 w 3244150"/>
                <a:gd name="connsiteY3" fmla="*/ 1824864 h 1824864"/>
                <a:gd name="connsiteX4" fmla="*/ 0 w 3244150"/>
                <a:gd name="connsiteY4" fmla="*/ 1740810 h 1824864"/>
                <a:gd name="connsiteX0" fmla="*/ 0 w 3403177"/>
                <a:gd name="connsiteY0" fmla="*/ 1152987 h 1824864"/>
                <a:gd name="connsiteX1" fmla="*/ 1201977 w 3403177"/>
                <a:gd name="connsiteY1" fmla="*/ 4763 h 1824864"/>
                <a:gd name="connsiteX2" fmla="*/ 2760909 w 3403177"/>
                <a:gd name="connsiteY2" fmla="*/ 0 h 1824864"/>
                <a:gd name="connsiteX3" fmla="*/ 3403177 w 3403177"/>
                <a:gd name="connsiteY3" fmla="*/ 1824864 h 1824864"/>
                <a:gd name="connsiteX4" fmla="*/ 0 w 3403177"/>
                <a:gd name="connsiteY4" fmla="*/ 1152987 h 1824864"/>
                <a:gd name="connsiteX0" fmla="*/ 0 w 2760909"/>
                <a:gd name="connsiteY0" fmla="*/ 1152987 h 1273777"/>
                <a:gd name="connsiteX1" fmla="*/ 1201977 w 2760909"/>
                <a:gd name="connsiteY1" fmla="*/ 4763 h 1273777"/>
                <a:gd name="connsiteX2" fmla="*/ 2760909 w 2760909"/>
                <a:gd name="connsiteY2" fmla="*/ 0 h 1273777"/>
                <a:gd name="connsiteX3" fmla="*/ 2753820 w 2760909"/>
                <a:gd name="connsiteY3" fmla="*/ 1273777 h 1273777"/>
                <a:gd name="connsiteX4" fmla="*/ 0 w 2760909"/>
                <a:gd name="connsiteY4" fmla="*/ 1152987 h 1273777"/>
                <a:gd name="connsiteX0" fmla="*/ 0 w 2760909"/>
                <a:gd name="connsiteY0" fmla="*/ 1152987 h 1273777"/>
                <a:gd name="connsiteX1" fmla="*/ 1201977 w 2760909"/>
                <a:gd name="connsiteY1" fmla="*/ 4763 h 1273777"/>
                <a:gd name="connsiteX2" fmla="*/ 2760909 w 2760909"/>
                <a:gd name="connsiteY2" fmla="*/ 0 h 1273777"/>
                <a:gd name="connsiteX3" fmla="*/ 2753820 w 2760909"/>
                <a:gd name="connsiteY3" fmla="*/ 1273777 h 1273777"/>
                <a:gd name="connsiteX4" fmla="*/ 0 w 2760909"/>
                <a:gd name="connsiteY4" fmla="*/ 1152987 h 1273777"/>
                <a:gd name="connsiteX0" fmla="*/ 0 w 2776784"/>
                <a:gd name="connsiteY0" fmla="*/ 1152987 h 1273777"/>
                <a:gd name="connsiteX1" fmla="*/ 1201977 w 2776784"/>
                <a:gd name="connsiteY1" fmla="*/ 4763 h 1273777"/>
                <a:gd name="connsiteX2" fmla="*/ 2776784 w 2776784"/>
                <a:gd name="connsiteY2" fmla="*/ 0 h 1273777"/>
                <a:gd name="connsiteX3" fmla="*/ 2753820 w 2776784"/>
                <a:gd name="connsiteY3" fmla="*/ 1273777 h 1273777"/>
                <a:gd name="connsiteX4" fmla="*/ 0 w 2776784"/>
                <a:gd name="connsiteY4" fmla="*/ 1152987 h 1273777"/>
                <a:gd name="connsiteX0" fmla="*/ 0 w 2779959"/>
                <a:gd name="connsiteY0" fmla="*/ 1152987 h 1273777"/>
                <a:gd name="connsiteX1" fmla="*/ 1201977 w 2779959"/>
                <a:gd name="connsiteY1" fmla="*/ 4763 h 1273777"/>
                <a:gd name="connsiteX2" fmla="*/ 2779959 w 2779959"/>
                <a:gd name="connsiteY2" fmla="*/ 0 h 1273777"/>
                <a:gd name="connsiteX3" fmla="*/ 2753820 w 2779959"/>
                <a:gd name="connsiteY3" fmla="*/ 1273777 h 1273777"/>
                <a:gd name="connsiteX4" fmla="*/ 0 w 2779959"/>
                <a:gd name="connsiteY4" fmla="*/ 1152987 h 1273777"/>
                <a:gd name="connsiteX0" fmla="*/ 0 w 2882408"/>
                <a:gd name="connsiteY0" fmla="*/ 1152987 h 1185756"/>
                <a:gd name="connsiteX1" fmla="*/ 1201977 w 2882408"/>
                <a:gd name="connsiteY1" fmla="*/ 4763 h 1185756"/>
                <a:gd name="connsiteX2" fmla="*/ 2779959 w 2882408"/>
                <a:gd name="connsiteY2" fmla="*/ 0 h 1185756"/>
                <a:gd name="connsiteX3" fmla="*/ 2882408 w 2882408"/>
                <a:gd name="connsiteY3" fmla="*/ 1185756 h 1185756"/>
                <a:gd name="connsiteX4" fmla="*/ 0 w 2882408"/>
                <a:gd name="connsiteY4" fmla="*/ 1152987 h 1185756"/>
                <a:gd name="connsiteX0" fmla="*/ 0 w 2888759"/>
                <a:gd name="connsiteY0" fmla="*/ 1076705 h 1185756"/>
                <a:gd name="connsiteX1" fmla="*/ 1208328 w 2888759"/>
                <a:gd name="connsiteY1" fmla="*/ 4763 h 1185756"/>
                <a:gd name="connsiteX2" fmla="*/ 2786310 w 2888759"/>
                <a:gd name="connsiteY2" fmla="*/ 0 h 1185756"/>
                <a:gd name="connsiteX3" fmla="*/ 2888759 w 2888759"/>
                <a:gd name="connsiteY3" fmla="*/ 1185756 h 1185756"/>
                <a:gd name="connsiteX4" fmla="*/ 0 w 2888759"/>
                <a:gd name="connsiteY4" fmla="*/ 1076705 h 1185756"/>
                <a:gd name="connsiteX0" fmla="*/ 0 w 2812559"/>
                <a:gd name="connsiteY0" fmla="*/ 1076705 h 1303117"/>
                <a:gd name="connsiteX1" fmla="*/ 1208328 w 2812559"/>
                <a:gd name="connsiteY1" fmla="*/ 4763 h 1303117"/>
                <a:gd name="connsiteX2" fmla="*/ 2786310 w 2812559"/>
                <a:gd name="connsiteY2" fmla="*/ 0 h 1303117"/>
                <a:gd name="connsiteX3" fmla="*/ 2812559 w 2812559"/>
                <a:gd name="connsiteY3" fmla="*/ 1303117 h 1303117"/>
                <a:gd name="connsiteX4" fmla="*/ 0 w 2812559"/>
                <a:gd name="connsiteY4" fmla="*/ 1076705 h 1303117"/>
                <a:gd name="connsiteX0" fmla="*/ 0 w 2907809"/>
                <a:gd name="connsiteY0" fmla="*/ 1563754 h 1563754"/>
                <a:gd name="connsiteX1" fmla="*/ 1303578 w 2907809"/>
                <a:gd name="connsiteY1" fmla="*/ 4763 h 1563754"/>
                <a:gd name="connsiteX2" fmla="*/ 2881560 w 2907809"/>
                <a:gd name="connsiteY2" fmla="*/ 0 h 1563754"/>
                <a:gd name="connsiteX3" fmla="*/ 2907809 w 2907809"/>
                <a:gd name="connsiteY3" fmla="*/ 1303117 h 1563754"/>
                <a:gd name="connsiteX4" fmla="*/ 0 w 2907809"/>
                <a:gd name="connsiteY4" fmla="*/ 1563754 h 1563754"/>
                <a:gd name="connsiteX0" fmla="*/ 0 w 2888762"/>
                <a:gd name="connsiteY0" fmla="*/ 1563754 h 1608258"/>
                <a:gd name="connsiteX1" fmla="*/ 1303578 w 2888762"/>
                <a:gd name="connsiteY1" fmla="*/ 4763 h 1608258"/>
                <a:gd name="connsiteX2" fmla="*/ 2881560 w 2888762"/>
                <a:gd name="connsiteY2" fmla="*/ 0 h 1608258"/>
                <a:gd name="connsiteX3" fmla="*/ 2888762 w 2888762"/>
                <a:gd name="connsiteY3" fmla="*/ 1608258 h 1608258"/>
                <a:gd name="connsiteX4" fmla="*/ 0 w 2888762"/>
                <a:gd name="connsiteY4" fmla="*/ 1563754 h 1608258"/>
                <a:gd name="connsiteX0" fmla="*/ 0 w 2743982"/>
                <a:gd name="connsiteY0" fmla="*/ 1472215 h 1608258"/>
                <a:gd name="connsiteX1" fmla="*/ 1158798 w 2743982"/>
                <a:gd name="connsiteY1" fmla="*/ 4763 h 1608258"/>
                <a:gd name="connsiteX2" fmla="*/ 2736780 w 2743982"/>
                <a:gd name="connsiteY2" fmla="*/ 0 h 1608258"/>
                <a:gd name="connsiteX3" fmla="*/ 2743982 w 2743982"/>
                <a:gd name="connsiteY3" fmla="*/ 1608258 h 1608258"/>
                <a:gd name="connsiteX4" fmla="*/ 0 w 2743982"/>
                <a:gd name="connsiteY4" fmla="*/ 1472215 h 1608258"/>
                <a:gd name="connsiteX0" fmla="*/ 0 w 2812565"/>
                <a:gd name="connsiteY0" fmla="*/ 1472215 h 1615302"/>
                <a:gd name="connsiteX1" fmla="*/ 1158798 w 2812565"/>
                <a:gd name="connsiteY1" fmla="*/ 4763 h 1615302"/>
                <a:gd name="connsiteX2" fmla="*/ 2736780 w 2812565"/>
                <a:gd name="connsiteY2" fmla="*/ 0 h 1615302"/>
                <a:gd name="connsiteX3" fmla="*/ 2812565 w 2812565"/>
                <a:gd name="connsiteY3" fmla="*/ 1615302 h 1615302"/>
                <a:gd name="connsiteX4" fmla="*/ 0 w 2812565"/>
                <a:gd name="connsiteY4" fmla="*/ 1472215 h 1615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2565" h="1615302">
                  <a:moveTo>
                    <a:pt x="0" y="1472215"/>
                  </a:moveTo>
                  <a:lnTo>
                    <a:pt x="1158798" y="4763"/>
                  </a:lnTo>
                  <a:lnTo>
                    <a:pt x="2736780" y="0"/>
                  </a:lnTo>
                  <a:cubicBezTo>
                    <a:pt x="2739181" y="536086"/>
                    <a:pt x="2810164" y="1079216"/>
                    <a:pt x="2812565" y="1615302"/>
                  </a:cubicBezTo>
                  <a:lnTo>
                    <a:pt x="0" y="14722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20000"/>
                    <a:lumOff val="80000"/>
                  </a:schemeClr>
                </a:gs>
                <a:gs pos="27000">
                  <a:srgbClr val="FFF3D0"/>
                </a:gs>
                <a:gs pos="100000">
                  <a:schemeClr val="bg1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03C2514-8977-4A48-AEBB-49FA8EFDC57E}"/>
              </a:ext>
            </a:extLst>
          </p:cNvPr>
          <p:cNvSpPr/>
          <p:nvPr/>
        </p:nvSpPr>
        <p:spPr>
          <a:xfrm>
            <a:off x="5380383" y="3809051"/>
            <a:ext cx="6646280" cy="2844801"/>
          </a:xfrm>
          <a:prstGeom prst="roundRect">
            <a:avLst>
              <a:gd name="adj" fmla="val 13721"/>
            </a:avLst>
          </a:prstGeom>
          <a:ln w="57150">
            <a:solidFill>
              <a:srgbClr val="FFC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47E67B7-E039-45CC-886C-5BE4E72DC197}"/>
              </a:ext>
            </a:extLst>
          </p:cNvPr>
          <p:cNvSpPr/>
          <p:nvPr/>
        </p:nvSpPr>
        <p:spPr>
          <a:xfrm>
            <a:off x="5357032" y="1326478"/>
            <a:ext cx="5171268" cy="2351946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(LG) beam : Derivation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58D9020-2C4A-4842-9EF2-46682DD67D3B}"/>
                  </a:ext>
                </a:extLst>
              </p:cNvPr>
              <p:cNvSpPr/>
              <p:nvPr/>
            </p:nvSpPr>
            <p:spPr>
              <a:xfrm>
                <a:off x="1074291" y="2343736"/>
                <a:ext cx="2399393" cy="4061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zh-TW" altLang="en-US" sz="20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58D9020-2C4A-4842-9EF2-46682DD67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1" y="2343736"/>
                <a:ext cx="2399393" cy="406137"/>
              </a:xfrm>
              <a:prstGeom prst="rect">
                <a:avLst/>
              </a:prstGeom>
              <a:blipFill>
                <a:blip r:embed="rId2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F726B3D-C5EA-4F60-9C4D-212526F0C13E}"/>
                  </a:ext>
                </a:extLst>
              </p:cNvPr>
              <p:cNvSpPr/>
              <p:nvPr/>
            </p:nvSpPr>
            <p:spPr>
              <a:xfrm>
                <a:off x="209318" y="5831474"/>
                <a:ext cx="3163043" cy="5529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F726B3D-C5EA-4F60-9C4D-212526F0C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18" y="5831474"/>
                <a:ext cx="3163043" cy="552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B486E36-28C5-4F23-AFE2-1F534A15C9DD}"/>
                  </a:ext>
                </a:extLst>
              </p:cNvPr>
              <p:cNvSpPr/>
              <p:nvPr/>
            </p:nvSpPr>
            <p:spPr>
              <a:xfrm>
                <a:off x="1074291" y="4698729"/>
                <a:ext cx="2946399" cy="578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≪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B486E36-28C5-4F23-AFE2-1F534A15C9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1" y="4698729"/>
                <a:ext cx="2946399" cy="578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1A73260-E74B-461A-9D7F-F42C525E9176}"/>
              </a:ext>
            </a:extLst>
          </p:cNvPr>
          <p:cNvSpPr/>
          <p:nvPr/>
        </p:nvSpPr>
        <p:spPr>
          <a:xfrm>
            <a:off x="209318" y="5458360"/>
            <a:ext cx="3163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paraxial Helmholtz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</a:t>
            </a:r>
            <a:endParaRPr lang="zh-TW" altLang="en-US" sz="20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369130-8182-495D-A6DC-A29FAC282A54}"/>
              </a:ext>
            </a:extLst>
          </p:cNvPr>
          <p:cNvSpPr/>
          <p:nvPr/>
        </p:nvSpPr>
        <p:spPr>
          <a:xfrm>
            <a:off x="844482" y="1970621"/>
            <a:ext cx="2935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Helmholtz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32905F5-D97F-423C-B774-9D41176262C3}"/>
                  </a:ext>
                </a:extLst>
              </p:cNvPr>
              <p:cNvSpPr/>
              <p:nvPr/>
            </p:nvSpPr>
            <p:spPr>
              <a:xfrm>
                <a:off x="1074291" y="3176069"/>
                <a:ext cx="4063767" cy="580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32905F5-D97F-423C-B774-9D41176262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1" y="3176069"/>
                <a:ext cx="4063767" cy="5800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659DFB7-24F7-49E7-9525-3402968A239B}"/>
              </a:ext>
            </a:extLst>
          </p:cNvPr>
          <p:cNvCxnSpPr>
            <a:cxnSpLocks/>
          </p:cNvCxnSpPr>
          <p:nvPr/>
        </p:nvCxnSpPr>
        <p:spPr>
          <a:xfrm>
            <a:off x="766853" y="2017486"/>
            <a:ext cx="0" cy="336731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0B13C1D9-CDE7-41BE-AD8C-6F4D0E41AEA4}"/>
              </a:ext>
            </a:extLst>
          </p:cNvPr>
          <p:cNvSpPr txBox="1">
            <a:spLocks/>
          </p:cNvSpPr>
          <p:nvPr/>
        </p:nvSpPr>
        <p:spPr>
          <a:xfrm>
            <a:off x="844481" y="2722878"/>
            <a:ext cx="2929233" cy="480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paraxial approximation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697F6B-5EB0-403A-810C-422B401D8463}"/>
              </a:ext>
            </a:extLst>
          </p:cNvPr>
          <p:cNvSpPr/>
          <p:nvPr/>
        </p:nvSpPr>
        <p:spPr>
          <a:xfrm>
            <a:off x="209318" y="1597506"/>
            <a:ext cx="21403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Maxwell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F091636-A308-4B62-B200-4CD68CFF3B30}"/>
                  </a:ext>
                </a:extLst>
              </p:cNvPr>
              <p:cNvSpPr/>
              <p:nvPr/>
            </p:nvSpPr>
            <p:spPr>
              <a:xfrm>
                <a:off x="1074291" y="3939098"/>
                <a:ext cx="3809361" cy="578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≪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F091636-A308-4B62-B200-4CD68CFF3B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1" y="3939098"/>
                <a:ext cx="3809361" cy="5789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7D470F9A-C972-4278-AEDD-9C1C747619F5}"/>
              </a:ext>
            </a:extLst>
          </p:cNvPr>
          <p:cNvSpPr/>
          <p:nvPr/>
        </p:nvSpPr>
        <p:spPr>
          <a:xfrm>
            <a:off x="4438018" y="4333848"/>
            <a:ext cx="11363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88D4A24-8A04-41DE-9C19-EE882D56FED9}"/>
                  </a:ext>
                </a:extLst>
              </p:cNvPr>
              <p:cNvSpPr/>
              <p:nvPr/>
            </p:nvSpPr>
            <p:spPr>
              <a:xfrm>
                <a:off x="5469812" y="4361217"/>
                <a:ext cx="2917402" cy="4147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000" b="1" i="1" smtClean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0"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88D4A24-8A04-41DE-9C19-EE882D56F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812" y="4361217"/>
                <a:ext cx="2917402" cy="414729"/>
              </a:xfrm>
              <a:prstGeom prst="rect">
                <a:avLst/>
              </a:prstGeom>
              <a:blipFill>
                <a:blip r:embed="rId7"/>
                <a:stretch>
                  <a:fillRect t="-4412" b="-7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0134526-F49B-4A6D-803D-D92DF04DCF41}"/>
                  </a:ext>
                </a:extLst>
              </p:cNvPr>
              <p:cNvSpPr/>
              <p:nvPr/>
            </p:nvSpPr>
            <p:spPr>
              <a:xfrm>
                <a:off x="5469812" y="6022290"/>
                <a:ext cx="5267852" cy="579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/>
                  <a:t>.</a:t>
                </a:r>
                <a:r>
                  <a:rPr lang="zh-TW" altLang="en-US" sz="2000" dirty="0"/>
                  <a:t> </a:t>
                </a: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0134526-F49B-4A6D-803D-D92DF04DC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812" y="6022290"/>
                <a:ext cx="5267852" cy="579710"/>
              </a:xfrm>
              <a:prstGeom prst="rect">
                <a:avLst/>
              </a:prstGeom>
              <a:blipFill>
                <a:blip r:embed="rId8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060E675-1E0F-47F1-907F-126690C9EBA5}"/>
              </a:ext>
            </a:extLst>
          </p:cNvPr>
          <p:cNvSpPr/>
          <p:nvPr/>
        </p:nvSpPr>
        <p:spPr>
          <a:xfrm>
            <a:off x="5469812" y="5533338"/>
            <a:ext cx="5046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eventually constraint the transverse component</a:t>
            </a:r>
            <a:endParaRPr lang="zh-TW" altLang="en-US" sz="2000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1315F61-F096-4DAE-98AD-F17E18651ADB}"/>
              </a:ext>
            </a:extLst>
          </p:cNvPr>
          <p:cNvCxnSpPr>
            <a:cxnSpLocks/>
          </p:cNvCxnSpPr>
          <p:nvPr/>
        </p:nvCxnSpPr>
        <p:spPr>
          <a:xfrm>
            <a:off x="3791369" y="5056976"/>
            <a:ext cx="1695031" cy="1171546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06BF3344-9F11-4050-AAF7-3E94CD4BE8A3}"/>
              </a:ext>
            </a:extLst>
          </p:cNvPr>
          <p:cNvSpPr/>
          <p:nvPr/>
        </p:nvSpPr>
        <p:spPr>
          <a:xfrm>
            <a:off x="4406997" y="5437871"/>
            <a:ext cx="711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內容版面配置區 2">
                <a:extLst>
                  <a:ext uri="{FF2B5EF4-FFF2-40B4-BE49-F238E27FC236}">
                    <a16:creationId xmlns:a16="http://schemas.microsoft.com/office/drawing/2014/main" id="{B9190589-0DF9-45CF-BAF5-18E9ED5B20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60782" y="2074945"/>
                <a:ext cx="2728686" cy="4801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內容版面配置區 2">
                <a:extLst>
                  <a:ext uri="{FF2B5EF4-FFF2-40B4-BE49-F238E27FC236}">
                    <a16:creationId xmlns:a16="http://schemas.microsoft.com/office/drawing/2014/main" id="{B9190589-0DF9-45CF-BAF5-18E9ED5B2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782" y="2074945"/>
                <a:ext cx="2728686" cy="480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內容版面配置區 2">
                <a:extLst>
                  <a:ext uri="{FF2B5EF4-FFF2-40B4-BE49-F238E27FC236}">
                    <a16:creationId xmlns:a16="http://schemas.microsoft.com/office/drawing/2014/main" id="{6F4B933F-8045-466B-920E-31A00E1CDB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61508" y="2608936"/>
                <a:ext cx="2727235" cy="4801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≈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內容版面配置區 2">
                <a:extLst>
                  <a:ext uri="{FF2B5EF4-FFF2-40B4-BE49-F238E27FC236}">
                    <a16:creationId xmlns:a16="http://schemas.microsoft.com/office/drawing/2014/main" id="{6F4B933F-8045-466B-920E-31A00E1CD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508" y="2608936"/>
                <a:ext cx="2727235" cy="480186"/>
              </a:xfrm>
              <a:prstGeom prst="rect">
                <a:avLst/>
              </a:prstGeom>
              <a:blipFill>
                <a:blip r:embed="rId10"/>
                <a:stretch>
                  <a:fillRect b="-25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內容版面配置區 2">
            <a:extLst>
              <a:ext uri="{FF2B5EF4-FFF2-40B4-BE49-F238E27FC236}">
                <a16:creationId xmlns:a16="http://schemas.microsoft.com/office/drawing/2014/main" id="{B0BCB00E-25A9-4557-9C7E-A1DFC55F11FA}"/>
              </a:ext>
            </a:extLst>
          </p:cNvPr>
          <p:cNvSpPr txBox="1">
            <a:spLocks/>
          </p:cNvSpPr>
          <p:nvPr/>
        </p:nvSpPr>
        <p:spPr>
          <a:xfrm>
            <a:off x="4438018" y="2639808"/>
            <a:ext cx="1159026" cy="480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Ansatz 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6EC326F-B691-46D4-BFD3-8C9AFD46E892}"/>
              </a:ext>
            </a:extLst>
          </p:cNvPr>
          <p:cNvSpPr/>
          <p:nvPr/>
        </p:nvSpPr>
        <p:spPr>
          <a:xfrm>
            <a:off x="5474456" y="3872266"/>
            <a:ext cx="29322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gauge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FBC69A0F-61F9-4122-9FCD-F1694388DCE3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19099" y="1484951"/>
            <a:ext cx="2612016" cy="2086427"/>
          </a:xfrm>
          <a:prstGeom prst="rect">
            <a:avLst/>
          </a:prstGeom>
        </p:spPr>
      </p:pic>
      <p:grpSp>
        <p:nvGrpSpPr>
          <p:cNvPr id="60" name="群組 59">
            <a:extLst>
              <a:ext uri="{FF2B5EF4-FFF2-40B4-BE49-F238E27FC236}">
                <a16:creationId xmlns:a16="http://schemas.microsoft.com/office/drawing/2014/main" id="{6D356F7B-9627-44E7-9D37-9B998D28AAD6}"/>
              </a:ext>
            </a:extLst>
          </p:cNvPr>
          <p:cNvGrpSpPr/>
          <p:nvPr/>
        </p:nvGrpSpPr>
        <p:grpSpPr>
          <a:xfrm>
            <a:off x="6539419" y="4864787"/>
            <a:ext cx="5386904" cy="860023"/>
            <a:chOff x="6327385" y="4814935"/>
            <a:chExt cx="5386904" cy="8600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DB73E709-6CD1-4CB0-8A66-80162ED8B780}"/>
                    </a:ext>
                  </a:extLst>
                </p:cNvPr>
                <p:cNvSpPr/>
                <p:nvPr/>
              </p:nvSpPr>
              <p:spPr>
                <a:xfrm>
                  <a:off x="6327385" y="4814935"/>
                  <a:ext cx="3134961" cy="5797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/>
                    <a:t>,</a:t>
                  </a:r>
                  <a:r>
                    <a:rPr lang="zh-TW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DB73E709-6CD1-4CB0-8A66-80162ED8B7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385" y="4814935"/>
                  <a:ext cx="3134961" cy="579710"/>
                </a:xfrm>
                <a:prstGeom prst="rect">
                  <a:avLst/>
                </a:prstGeom>
                <a:blipFill>
                  <a:blip r:embed="rId12"/>
                  <a:stretch>
                    <a:fillRect b="-10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6C545FC-8818-435D-B8E4-EBA3B6F5DDE8}"/>
                    </a:ext>
                  </a:extLst>
                </p:cNvPr>
                <p:cNvSpPr/>
                <p:nvPr/>
              </p:nvSpPr>
              <p:spPr>
                <a:xfrm>
                  <a:off x="9541407" y="4890220"/>
                  <a:ext cx="2100863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a14:m>
                  <a:endPara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6C545FC-8818-435D-B8E4-EBA3B6F5DD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1407" y="4890220"/>
                  <a:ext cx="2100863" cy="400110"/>
                </a:xfrm>
                <a:prstGeom prst="rect">
                  <a:avLst/>
                </a:prstGeom>
                <a:blipFill>
                  <a:blip r:embed="rId13"/>
                  <a:stretch>
                    <a:fillRect l="-3188" t="-7576" r="-15072" b="-2575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7B3D6EA5-4F23-4B0A-975D-B0F3A6DAD16F}"/>
                    </a:ext>
                  </a:extLst>
                </p:cNvPr>
                <p:cNvSpPr/>
                <p:nvPr/>
              </p:nvSpPr>
              <p:spPr>
                <a:xfrm>
                  <a:off x="10528931" y="5274848"/>
                  <a:ext cx="1185358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=±1</m:t>
                        </m:r>
                      </m:oMath>
                    </m:oMathPara>
                  </a14:m>
                  <a:endPara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7B3D6EA5-4F23-4B0A-975D-B0F3A6DAD1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8931" y="5274848"/>
                  <a:ext cx="1185358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內容版面配置區 2">
                <a:extLst>
                  <a:ext uri="{FF2B5EF4-FFF2-40B4-BE49-F238E27FC236}">
                    <a16:creationId xmlns:a16="http://schemas.microsoft.com/office/drawing/2014/main" id="{F6D5C497-46DC-4832-A767-99EBB13E39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04" y="721190"/>
                <a:ext cx="12191999" cy="4220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 beam is solved as vector potential </a:t>
                </a:r>
                <a14:m>
                  <m:oMath xmlns:m="http://schemas.openxmlformats.org/officeDocument/2006/math">
                    <m:r>
                      <a:rPr lang="en-US" altLang="zh-TW" sz="20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paraxial Helmholtz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equation within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Lorentz gauge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1" name="內容版面配置區 2">
                <a:extLst>
                  <a:ext uri="{FF2B5EF4-FFF2-40B4-BE49-F238E27FC236}">
                    <a16:creationId xmlns:a16="http://schemas.microsoft.com/office/drawing/2014/main" id="{F6D5C497-46DC-4832-A767-99EBB13E3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4" y="721190"/>
                <a:ext cx="12191999" cy="422075"/>
              </a:xfrm>
              <a:prstGeom prst="rect">
                <a:avLst/>
              </a:prstGeom>
              <a:blipFill>
                <a:blip r:embed="rId15"/>
                <a:stretch>
                  <a:fillRect l="-500" t="-24286" b="-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D3B38635-1BE7-4AFD-8E91-312BC6F85A0D}"/>
              </a:ext>
            </a:extLst>
          </p:cNvPr>
          <p:cNvSpPr txBox="1">
            <a:spLocks/>
          </p:cNvSpPr>
          <p:nvPr/>
        </p:nvSpPr>
        <p:spPr>
          <a:xfrm>
            <a:off x="5752701" y="1604789"/>
            <a:ext cx="1744849" cy="480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Paraxial w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</a:t>
            </a:r>
          </a:p>
        </p:txBody>
      </p:sp>
    </p:spTree>
    <p:extLst>
      <p:ext uri="{BB962C8B-B14F-4D97-AF65-F5344CB8AC3E}">
        <p14:creationId xmlns:p14="http://schemas.microsoft.com/office/powerpoint/2010/main" val="189787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Distribution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23DCD-5681-4C39-923D-87B2C2C25C3B}"/>
              </a:ext>
            </a:extLst>
          </p:cNvPr>
          <p:cNvSpPr/>
          <p:nvPr/>
        </p:nvSpPr>
        <p:spPr>
          <a:xfrm>
            <a:off x="75704" y="1108452"/>
            <a:ext cx="4759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Rayleigh range approximation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內容版面配置區 2">
                <a:extLst>
                  <a:ext uri="{FF2B5EF4-FFF2-40B4-BE49-F238E27FC236}">
                    <a16:creationId xmlns:a16="http://schemas.microsoft.com/office/drawing/2014/main" id="{81E73D33-20C3-4D9C-9377-A26D9F81A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04" y="721190"/>
                <a:ext cx="12191999" cy="7134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 beam is solved as vector potential </a:t>
                </a:r>
                <a14:m>
                  <m:oMath xmlns:m="http://schemas.openxmlformats.org/officeDocument/2006/math">
                    <m:r>
                      <a:rPr lang="en-US" altLang="zh-TW" sz="20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paraxial Helmholtz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equation within Lorentz gauge.</a:t>
                </a:r>
              </a:p>
            </p:txBody>
          </p:sp>
        </mc:Choice>
        <mc:Fallback xmlns="">
          <p:sp>
            <p:nvSpPr>
              <p:cNvPr id="67" name="內容版面配置區 2">
                <a:extLst>
                  <a:ext uri="{FF2B5EF4-FFF2-40B4-BE49-F238E27FC236}">
                    <a16:creationId xmlns:a16="http://schemas.microsoft.com/office/drawing/2014/main" id="{81E73D33-20C3-4D9C-9377-A26D9F81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4" y="721190"/>
                <a:ext cx="12191999" cy="713498"/>
              </a:xfrm>
              <a:prstGeom prst="rect">
                <a:avLst/>
              </a:prstGeom>
              <a:blipFill>
                <a:blip r:embed="rId2"/>
                <a:stretch>
                  <a:fillRect l="-500" t="-145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61DDD4A6-BD9C-4B47-937E-89DD5991519A}"/>
              </a:ext>
            </a:extLst>
          </p:cNvPr>
          <p:cNvSpPr/>
          <p:nvPr/>
        </p:nvSpPr>
        <p:spPr>
          <a:xfrm>
            <a:off x="145774" y="1553028"/>
            <a:ext cx="542014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819326A7-C075-40C2-A5C5-86E37288AD9D}"/>
                  </a:ext>
                </a:extLst>
              </p:cNvPr>
              <p:cNvSpPr txBox="1"/>
              <p:nvPr/>
            </p:nvSpPr>
            <p:spPr>
              <a:xfrm>
                <a:off x="123374" y="2443007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819326A7-C075-40C2-A5C5-86E37288A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2443007"/>
                <a:ext cx="5495548" cy="956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/>
              <p:nvPr/>
            </p:nvSpPr>
            <p:spPr>
              <a:xfrm>
                <a:off x="123374" y="1631153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631153"/>
                <a:ext cx="5324926" cy="452303"/>
              </a:xfrm>
              <a:prstGeom prst="rect">
                <a:avLst/>
              </a:prstGeom>
              <a:blipFill>
                <a:blip r:embed="rId5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7">
                <a:extLst>
                  <a:ext uri="{FF2B5EF4-FFF2-40B4-BE49-F238E27FC236}">
                    <a16:creationId xmlns:a16="http://schemas.microsoft.com/office/drawing/2014/main" id="{533DF55B-1F33-4721-84EC-DCB3E613DAD4}"/>
                  </a:ext>
                </a:extLst>
              </p:cNvPr>
              <p:cNvSpPr txBox="1"/>
              <p:nvPr/>
            </p:nvSpPr>
            <p:spPr>
              <a:xfrm>
                <a:off x="5927641" y="4920330"/>
                <a:ext cx="6225049" cy="2324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Beam waist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Rayleigh range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zh-TW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Radial mode index: integer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Constant amplitude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LG</m:t>
                        </m:r>
                      </m:sup>
                    </m:sSubSup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Generalized Laguerre polynomial : </a:t>
                </a:r>
              </a:p>
              <a:p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nary>
                      </m:e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f>
                      <m:f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TW" altLang="en-US" sz="1600" dirty="0"/>
                  <a:t> </a:t>
                </a:r>
                <a:endParaRPr lang="en-US" altLang="zh-TW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1600" dirty="0"/>
              </a:p>
            </p:txBody>
          </p:sp>
        </mc:Choice>
        <mc:Fallback xmlns="">
          <p:sp>
            <p:nvSpPr>
              <p:cNvPr id="20" name="TextBox 17">
                <a:extLst>
                  <a:ext uri="{FF2B5EF4-FFF2-40B4-BE49-F238E27FC236}">
                    <a16:creationId xmlns:a16="http://schemas.microsoft.com/office/drawing/2014/main" id="{533DF55B-1F33-4721-84EC-DCB3E613D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641" y="4920330"/>
                <a:ext cx="6225049" cy="2324354"/>
              </a:xfrm>
              <a:prstGeom prst="rect">
                <a:avLst/>
              </a:prstGeom>
              <a:blipFill>
                <a:blip r:embed="rId6"/>
                <a:stretch>
                  <a:fillRect l="-391" t="-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7">
                <a:extLst>
                  <a:ext uri="{FF2B5EF4-FFF2-40B4-BE49-F238E27FC236}">
                    <a16:creationId xmlns:a16="http://schemas.microsoft.com/office/drawing/2014/main" id="{5368CA13-ECF4-4613-9270-6CA7F9672DA5}"/>
                  </a:ext>
                </a:extLst>
              </p:cNvPr>
              <p:cNvSpPr txBox="1"/>
              <p:nvPr/>
            </p:nvSpPr>
            <p:spPr>
              <a:xfrm>
                <a:off x="5927641" y="1509583"/>
                <a:ext cx="6225049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800" dirty="0"/>
                  <a:t>Polarization unit vector :</a:t>
                </a:r>
              </a:p>
              <a:p>
                <a:pPr algn="ctr"/>
                <a:r>
                  <a:rPr lang="en-US" altLang="zh-TW" sz="2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8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altLang="zh-TW" sz="28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𝜎</m:t>
                    </m:r>
                    <m:acc>
                      <m:accPr>
                        <m:chr m:val="̂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8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zh-TW" sz="2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endParaRPr lang="en-US" altLang="zh-TW" sz="2800" dirty="0"/>
              </a:p>
              <a:p>
                <a:pPr algn="ctr"/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(LG beam carries SAM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800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US" altLang="zh-TW" sz="2800" dirty="0"/>
                  <a:t>)</a:t>
                </a:r>
              </a:p>
              <a:p>
                <a:pPr algn="ctr"/>
                <a:endParaRPr lang="en-US" altLang="zh-TW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Topological charge: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dirty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(LG beam carries OAM of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ℓℏ</m:t>
                    </m:r>
                  </m:oMath>
                </a14:m>
                <a:r>
                  <a:rPr lang="en-US" altLang="zh-TW" sz="2800" dirty="0"/>
                  <a:t>)</a:t>
                </a:r>
              </a:p>
            </p:txBody>
          </p:sp>
        </mc:Choice>
        <mc:Fallback xmlns="">
          <p:sp>
            <p:nvSpPr>
              <p:cNvPr id="16" name="TextBox 17">
                <a:extLst>
                  <a:ext uri="{FF2B5EF4-FFF2-40B4-BE49-F238E27FC236}">
                    <a16:creationId xmlns:a16="http://schemas.microsoft.com/office/drawing/2014/main" id="{5368CA13-ECF4-4613-9270-6CA7F9672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641" y="1509583"/>
                <a:ext cx="6225049" cy="3108543"/>
              </a:xfrm>
              <a:prstGeom prst="rect">
                <a:avLst/>
              </a:prstGeom>
              <a:blipFill>
                <a:blip r:embed="rId7"/>
                <a:stretch>
                  <a:fillRect l="-1761" t="-1961" b="-47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BDB192D-96E0-4D19-9302-47B4F64EADC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41" y="3581635"/>
            <a:ext cx="5420140" cy="306818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3FEF27B-2586-4D95-A33F-CF340FB65F5A}"/>
              </a:ext>
            </a:extLst>
          </p:cNvPr>
          <p:cNvSpPr/>
          <p:nvPr/>
        </p:nvSpPr>
        <p:spPr>
          <a:xfrm>
            <a:off x="2824772" y="5444609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Rayleigh range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260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Distribution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23DCD-5681-4C39-923D-87B2C2C25C3B}"/>
              </a:ext>
            </a:extLst>
          </p:cNvPr>
          <p:cNvSpPr/>
          <p:nvPr/>
        </p:nvSpPr>
        <p:spPr>
          <a:xfrm>
            <a:off x="75704" y="1108452"/>
            <a:ext cx="4759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Rayleigh range approximation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內容版面配置區 2">
                <a:extLst>
                  <a:ext uri="{FF2B5EF4-FFF2-40B4-BE49-F238E27FC236}">
                    <a16:creationId xmlns:a16="http://schemas.microsoft.com/office/drawing/2014/main" id="{81E73D33-20C3-4D9C-9377-A26D9F81A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04" y="721190"/>
                <a:ext cx="12191999" cy="7134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 beam is solved as vector potential </a:t>
                </a:r>
                <a14:m>
                  <m:oMath xmlns:m="http://schemas.openxmlformats.org/officeDocument/2006/math">
                    <m:r>
                      <a:rPr lang="en-US" altLang="zh-TW" sz="20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paraxial Helmholtz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equation within Lorentz gauge.</a:t>
                </a:r>
              </a:p>
            </p:txBody>
          </p:sp>
        </mc:Choice>
        <mc:Fallback xmlns="">
          <p:sp>
            <p:nvSpPr>
              <p:cNvPr id="67" name="內容版面配置區 2">
                <a:extLst>
                  <a:ext uri="{FF2B5EF4-FFF2-40B4-BE49-F238E27FC236}">
                    <a16:creationId xmlns:a16="http://schemas.microsoft.com/office/drawing/2014/main" id="{81E73D33-20C3-4D9C-9377-A26D9F81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4" y="721190"/>
                <a:ext cx="12191999" cy="713498"/>
              </a:xfrm>
              <a:prstGeom prst="rect">
                <a:avLst/>
              </a:prstGeom>
              <a:blipFill>
                <a:blip r:embed="rId2"/>
                <a:stretch>
                  <a:fillRect l="-500" t="-145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61DDD4A6-BD9C-4B47-937E-89DD5991519A}"/>
              </a:ext>
            </a:extLst>
          </p:cNvPr>
          <p:cNvSpPr/>
          <p:nvPr/>
        </p:nvSpPr>
        <p:spPr>
          <a:xfrm>
            <a:off x="145774" y="1553028"/>
            <a:ext cx="542014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819326A7-C075-40C2-A5C5-86E37288AD9D}"/>
                  </a:ext>
                </a:extLst>
              </p:cNvPr>
              <p:cNvSpPr txBox="1"/>
              <p:nvPr/>
            </p:nvSpPr>
            <p:spPr>
              <a:xfrm>
                <a:off x="123374" y="2443007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819326A7-C075-40C2-A5C5-86E37288A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2443007"/>
                <a:ext cx="5495548" cy="956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/>
              <p:nvPr/>
            </p:nvSpPr>
            <p:spPr>
              <a:xfrm>
                <a:off x="123374" y="1631153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631153"/>
                <a:ext cx="5324926" cy="452303"/>
              </a:xfrm>
              <a:prstGeom prst="rect">
                <a:avLst/>
              </a:prstGeom>
              <a:blipFill>
                <a:blip r:embed="rId5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圖片 74">
            <a:extLst>
              <a:ext uri="{FF2B5EF4-FFF2-40B4-BE49-F238E27FC236}">
                <a16:creationId xmlns:a16="http://schemas.microsoft.com/office/drawing/2014/main" id="{C7A9B0C1-E4F3-49D1-B0CF-E80234897D4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24096" y="1415029"/>
            <a:ext cx="6559671" cy="3244150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525F55CF-76AC-4E2A-B9A9-88CAA7D61F7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18922" y="4536323"/>
            <a:ext cx="6579136" cy="1998396"/>
          </a:xfrm>
          <a:prstGeom prst="rect">
            <a:avLst/>
          </a:prstGeom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id="{387EE245-11B6-4D8F-804D-D05D4E28F033}"/>
              </a:ext>
            </a:extLst>
          </p:cNvPr>
          <p:cNvSpPr/>
          <p:nvPr/>
        </p:nvSpPr>
        <p:spPr>
          <a:xfrm>
            <a:off x="6978955" y="4583513"/>
            <a:ext cx="3857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Helical wave front carrying OAM</a:t>
            </a:r>
            <a:endParaRPr lang="zh-TW" altLang="en-US" sz="2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1D01EE9-EF4C-4564-AAFB-852A95B65B0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41" y="3581635"/>
            <a:ext cx="5420140" cy="306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96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CDADAB3C-5C2D-44C4-AC0A-F15B01A97150}"/>
              </a:ext>
            </a:extLst>
          </p:cNvPr>
          <p:cNvSpPr/>
          <p:nvPr/>
        </p:nvSpPr>
        <p:spPr>
          <a:xfrm>
            <a:off x="4572622" y="4760685"/>
            <a:ext cx="4310312" cy="1888681"/>
          </a:xfrm>
          <a:prstGeom prst="roundRect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Requirement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7" name="內容版面配置區 2">
            <a:extLst>
              <a:ext uri="{FF2B5EF4-FFF2-40B4-BE49-F238E27FC236}">
                <a16:creationId xmlns:a16="http://schemas.microsoft.com/office/drawing/2014/main" id="{81E73D33-20C3-4D9C-9377-A26D9F81AA56}"/>
              </a:ext>
            </a:extLst>
          </p:cNvPr>
          <p:cNvSpPr txBox="1">
            <a:spLocks/>
          </p:cNvSpPr>
          <p:nvPr/>
        </p:nvSpPr>
        <p:spPr>
          <a:xfrm>
            <a:off x="7748203" y="2931106"/>
            <a:ext cx="3306126" cy="36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we really need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941A5BC-A2BB-4747-B880-95D52A934BFB}"/>
              </a:ext>
            </a:extLst>
          </p:cNvPr>
          <p:cNvSpPr/>
          <p:nvPr/>
        </p:nvSpPr>
        <p:spPr>
          <a:xfrm rot="5400000">
            <a:off x="6358027" y="199190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/>
              <p:nvPr/>
            </p:nvSpPr>
            <p:spPr>
              <a:xfrm>
                <a:off x="5934607" y="1025586"/>
                <a:ext cx="1901293" cy="73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3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52CA15C8-10FC-403D-89FE-0C42C346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607" y="1025586"/>
                <a:ext cx="1901293" cy="7394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4247365D-85E0-448F-B61C-0B813096419B}"/>
              </a:ext>
            </a:extLst>
          </p:cNvPr>
          <p:cNvSpPr txBox="1">
            <a:spLocks/>
          </p:cNvSpPr>
          <p:nvPr/>
        </p:nvSpPr>
        <p:spPr>
          <a:xfrm>
            <a:off x="782551" y="1241457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2423609C-F1F0-44A1-B1A9-A490076EEF69}"/>
              </a:ext>
            </a:extLst>
          </p:cNvPr>
          <p:cNvSpPr txBox="1">
            <a:spLocks/>
          </p:cNvSpPr>
          <p:nvPr/>
        </p:nvSpPr>
        <p:spPr>
          <a:xfrm>
            <a:off x="376567" y="2907370"/>
            <a:ext cx="5453821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angular spectrum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Coulomb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CCA0DBC3-3859-4DCF-B456-AB477796E715}"/>
              </a:ext>
            </a:extLst>
          </p:cNvPr>
          <p:cNvSpPr txBox="1">
            <a:spLocks/>
          </p:cNvSpPr>
          <p:nvPr/>
        </p:nvSpPr>
        <p:spPr>
          <a:xfrm>
            <a:off x="4572622" y="4346858"/>
            <a:ext cx="4310312" cy="36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light matter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6">
                <a:extLst>
                  <a:ext uri="{FF2B5EF4-FFF2-40B4-BE49-F238E27FC236}">
                    <a16:creationId xmlns:a16="http://schemas.microsoft.com/office/drawing/2014/main" id="{9A3EB0A8-FE82-4FA2-8150-1307E823EB39}"/>
                  </a:ext>
                </a:extLst>
              </p:cNvPr>
              <p:cNvSpPr txBox="1"/>
              <p:nvPr/>
            </p:nvSpPr>
            <p:spPr>
              <a:xfrm>
                <a:off x="4336468" y="4910054"/>
                <a:ext cx="4782620" cy="670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6">
                <a:extLst>
                  <a:ext uri="{FF2B5EF4-FFF2-40B4-BE49-F238E27FC236}">
                    <a16:creationId xmlns:a16="http://schemas.microsoft.com/office/drawing/2014/main" id="{9A3EB0A8-FE82-4FA2-8150-1307E823E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468" y="4910054"/>
                <a:ext cx="4782620" cy="670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CFC62B8-2835-4A46-85C8-46EA82E355DC}"/>
              </a:ext>
            </a:extLst>
          </p:cNvPr>
          <p:cNvSpPr/>
          <p:nvPr/>
        </p:nvSpPr>
        <p:spPr>
          <a:xfrm rot="5400000">
            <a:off x="6358027" y="3595730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D8E24BA4-EDFF-445F-96E8-AE8F4C6C972B}"/>
              </a:ext>
            </a:extLst>
          </p:cNvPr>
          <p:cNvGrpSpPr/>
          <p:nvPr/>
        </p:nvGrpSpPr>
        <p:grpSpPr>
          <a:xfrm>
            <a:off x="4652147" y="5631919"/>
            <a:ext cx="4036963" cy="739851"/>
            <a:chOff x="4695690" y="5631919"/>
            <a:chExt cx="4036963" cy="739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3">
                  <a:extLst>
                    <a:ext uri="{FF2B5EF4-FFF2-40B4-BE49-F238E27FC236}">
                      <a16:creationId xmlns:a16="http://schemas.microsoft.com/office/drawing/2014/main" id="{1C1B7730-F81F-4456-BA67-E89C8C279F3B}"/>
                    </a:ext>
                  </a:extLst>
                </p:cNvPr>
                <p:cNvSpPr txBox="1"/>
                <p:nvPr/>
              </p:nvSpPr>
              <p:spPr>
                <a:xfrm>
                  <a:off x="4695690" y="5631919"/>
                  <a:ext cx="4036963" cy="6776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b>
                        </m:sSub>
                        <m:r>
                          <a:rPr lang="zh-TW" alt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zh-TW" altLang="en-US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zh-TW" altLang="en-US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3">
                  <a:extLst>
                    <a:ext uri="{FF2B5EF4-FFF2-40B4-BE49-F238E27FC236}">
                      <a16:creationId xmlns:a16="http://schemas.microsoft.com/office/drawing/2014/main" id="{1C1B7730-F81F-4456-BA67-E89C8C279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5690" y="5631919"/>
                  <a:ext cx="4036963" cy="67768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23A8948F-D361-4DD0-9F15-D7BA8520990F}"/>
                </a:ext>
              </a:extLst>
            </p:cNvPr>
            <p:cNvSpPr/>
            <p:nvPr/>
          </p:nvSpPr>
          <p:spPr>
            <a:xfrm>
              <a:off x="6751320" y="5654039"/>
              <a:ext cx="943974" cy="717731"/>
            </a:xfrm>
            <a:prstGeom prst="round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83B4444D-4871-4489-9B27-2323957C9105}"/>
              </a:ext>
            </a:extLst>
          </p:cNvPr>
          <p:cNvGrpSpPr/>
          <p:nvPr/>
        </p:nvGrpSpPr>
        <p:grpSpPr>
          <a:xfrm>
            <a:off x="6780830" y="5822956"/>
            <a:ext cx="318154" cy="419526"/>
            <a:chOff x="5855923" y="2714244"/>
            <a:chExt cx="438444" cy="578144"/>
          </a:xfrm>
        </p:grpSpPr>
        <p:pic>
          <p:nvPicPr>
            <p:cNvPr id="44" name="圖形 43">
              <a:extLst>
                <a:ext uri="{FF2B5EF4-FFF2-40B4-BE49-F238E27FC236}">
                  <a16:creationId xmlns:a16="http://schemas.microsoft.com/office/drawing/2014/main" id="{7923549C-C46F-4023-93D1-331520147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75558"/>
            <a:stretch/>
          </p:blipFill>
          <p:spPr>
            <a:xfrm>
              <a:off x="5855923" y="2760076"/>
              <a:ext cx="407287" cy="532312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0F6A3C7-BD08-416F-8C00-86CA68C68CEC}"/>
                </a:ext>
              </a:extLst>
            </p:cNvPr>
            <p:cNvSpPr/>
            <p:nvPr/>
          </p:nvSpPr>
          <p:spPr>
            <a:xfrm>
              <a:off x="6210832" y="3127234"/>
              <a:ext cx="83535" cy="1087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E5427B2-7FEE-4A2B-8D65-8D76D0C16D43}"/>
                </a:ext>
              </a:extLst>
            </p:cNvPr>
            <p:cNvSpPr/>
            <p:nvPr/>
          </p:nvSpPr>
          <p:spPr>
            <a:xfrm>
              <a:off x="6179488" y="2714244"/>
              <a:ext cx="107950" cy="2691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11">
                <a:extLst>
                  <a:ext uri="{FF2B5EF4-FFF2-40B4-BE49-F238E27FC236}">
                    <a16:creationId xmlns:a16="http://schemas.microsoft.com/office/drawing/2014/main" id="{F4A30627-46C2-4E52-B12C-E531922B04A0}"/>
                  </a:ext>
                </a:extLst>
              </p:cNvPr>
              <p:cNvSpPr txBox="1"/>
              <p:nvPr/>
            </p:nvSpPr>
            <p:spPr>
              <a:xfrm>
                <a:off x="6872584" y="5781022"/>
                <a:ext cx="802839" cy="414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TextBox 11">
                <a:extLst>
                  <a:ext uri="{FF2B5EF4-FFF2-40B4-BE49-F238E27FC236}">
                    <a16:creationId xmlns:a16="http://schemas.microsoft.com/office/drawing/2014/main" id="{F4A30627-46C2-4E52-B12C-E531922B0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584" y="5781022"/>
                <a:ext cx="802839" cy="414729"/>
              </a:xfrm>
              <a:prstGeom prst="rect">
                <a:avLst/>
              </a:prstGeom>
              <a:blipFill>
                <a:blip r:embed="rId7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6F5CF501-4956-44AE-A2F9-5AB2BA79B050}"/>
                  </a:ext>
                </a:extLst>
              </p:cNvPr>
              <p:cNvSpPr txBox="1"/>
              <p:nvPr/>
            </p:nvSpPr>
            <p:spPr>
              <a:xfrm>
                <a:off x="6098976" y="2670723"/>
                <a:ext cx="1901293" cy="7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3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6F5CF501-4956-44AE-A2F9-5AB2BA79B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976" y="2670723"/>
                <a:ext cx="1901293" cy="7558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圖形 53">
            <a:extLst>
              <a:ext uri="{FF2B5EF4-FFF2-40B4-BE49-F238E27FC236}">
                <a16:creationId xmlns:a16="http://schemas.microsoft.com/office/drawing/2014/main" id="{310EF15E-29B7-45BA-97CE-4B559F792EB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" r="53142" b="-1"/>
          <a:stretch/>
        </p:blipFill>
        <p:spPr>
          <a:xfrm>
            <a:off x="5826625" y="2852738"/>
            <a:ext cx="509767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9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5E25A816-DAB1-4091-89F4-6912F7BC7FDB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Angular spectrum 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/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𝐿𝐺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90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ad>
                            <m:radPr>
                              <m:degHide m:val="on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zh-TW" sz="1900" dirty="0"/>
              </a:p>
              <a:p>
                <a:pPr algn="just"/>
                <a:endParaRPr lang="en-US" sz="1900" dirty="0"/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70041782-8C8A-4DD1-B2AB-FFBBB3C59E71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70041782-8C8A-4DD1-B2AB-FFBBB3C59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E03F676C-75F5-45C0-AC7D-17F7AD0C3C02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E03F676C-75F5-45C0-AC7D-17F7AD0C3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1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內容版面配置區 2">
            <a:extLst>
              <a:ext uri="{FF2B5EF4-FFF2-40B4-BE49-F238E27FC236}">
                <a16:creationId xmlns:a16="http://schemas.microsoft.com/office/drawing/2014/main" id="{0C431AFC-93B5-444E-9CC7-0A4A7A50FFB0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0775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5E25A816-DAB1-4091-89F4-6912F7BC7FDB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Angular spectrum 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13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/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𝐿𝐺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90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ad>
                            <m:radPr>
                              <m:degHide m:val="on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zh-TW" sz="1900" dirty="0"/>
              </a:p>
              <a:p>
                <a:pPr algn="just"/>
                <a:endParaRPr lang="en-US" sz="1900" dirty="0"/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70041782-8C8A-4DD1-B2AB-FFBBB3C59E71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70041782-8C8A-4DD1-B2AB-FFBBB3C59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E03F676C-75F5-45C0-AC7D-17F7AD0C3C02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E03F676C-75F5-45C0-AC7D-17F7AD0C3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1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47F644E0-63F1-4BA3-B286-DD588DA84212}"/>
              </a:ext>
            </a:extLst>
          </p:cNvPr>
          <p:cNvSpPr/>
          <p:nvPr/>
        </p:nvSpPr>
        <p:spPr>
          <a:xfrm>
            <a:off x="6328228" y="1034933"/>
            <a:ext cx="5655471" cy="5554553"/>
          </a:xfrm>
          <a:prstGeom prst="roundRect">
            <a:avLst>
              <a:gd name="adj" fmla="val 7949"/>
            </a:avLst>
          </a:prstGeom>
          <a:ln w="571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B1574A24-722C-4849-AF29-189CE2485423}"/>
                  </a:ext>
                </a:extLst>
              </p:cNvPr>
              <p:cNvSpPr txBox="1"/>
              <p:nvPr/>
            </p:nvSpPr>
            <p:spPr>
              <a:xfrm>
                <a:off x="7051620" y="4068824"/>
                <a:ext cx="3955563" cy="437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𝐿𝐺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00" i="1" smtClean="0"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altLang="zh-TW" sz="19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· 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p>
                      </m:sSup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B1574A24-722C-4849-AF29-189CE2485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620" y="4068824"/>
                <a:ext cx="3955563" cy="437364"/>
              </a:xfrm>
              <a:prstGeom prst="rect">
                <a:avLst/>
              </a:prstGeom>
              <a:blipFill>
                <a:blip r:embed="rId17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11">
                <a:extLst>
                  <a:ext uri="{FF2B5EF4-FFF2-40B4-BE49-F238E27FC236}">
                    <a16:creationId xmlns:a16="http://schemas.microsoft.com/office/drawing/2014/main" id="{46BAEE07-B6B8-41F4-8325-B5BA7D83F4CE}"/>
                  </a:ext>
                </a:extLst>
              </p:cNvPr>
              <p:cNvSpPr txBox="1"/>
              <p:nvPr/>
            </p:nvSpPr>
            <p:spPr>
              <a:xfrm>
                <a:off x="6331165" y="3392821"/>
                <a:ext cx="5860928" cy="683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19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l-GR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l-GR" altLang="zh-TW" sz="19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l-GR" altLang="zh-TW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l-GR" altLang="zh-TW" sz="1900" i="1" smtClean="0"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altLang="zh-TW" sz="1900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𝐿𝐺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· 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54" name="TextBox 11">
                <a:extLst>
                  <a:ext uri="{FF2B5EF4-FFF2-40B4-BE49-F238E27FC236}">
                    <a16:creationId xmlns:a16="http://schemas.microsoft.com/office/drawing/2014/main" id="{46BAEE07-B6B8-41F4-8325-B5BA7D83F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165" y="3392821"/>
                <a:ext cx="5860928" cy="68300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DDFB3C8E-A3C7-4530-A7B3-AB9966810135}"/>
              </a:ext>
            </a:extLst>
          </p:cNvPr>
          <p:cNvSpPr/>
          <p:nvPr/>
        </p:nvSpPr>
        <p:spPr>
          <a:xfrm>
            <a:off x="6507398" y="1189569"/>
            <a:ext cx="50440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</a:t>
            </a:r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plane-wave basis</a:t>
            </a:r>
            <a:endParaRPr lang="zh-TW" altLang="en-US" sz="2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322D278-BE57-4652-B2EE-6336A294EDEC}"/>
              </a:ext>
            </a:extLst>
          </p:cNvPr>
          <p:cNvSpPr/>
          <p:nvPr/>
        </p:nvSpPr>
        <p:spPr>
          <a:xfrm>
            <a:off x="6942653" y="3052724"/>
            <a:ext cx="4173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Fourier transformation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8A31F9EC-FA2A-48AC-9804-6BE740D88536}"/>
              </a:ext>
            </a:extLst>
          </p:cNvPr>
          <p:cNvGrpSpPr/>
          <p:nvPr/>
        </p:nvGrpSpPr>
        <p:grpSpPr>
          <a:xfrm>
            <a:off x="7604217" y="1515153"/>
            <a:ext cx="2850369" cy="837793"/>
            <a:chOff x="997731" y="5951181"/>
            <a:chExt cx="2850369" cy="8377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11">
                  <a:extLst>
                    <a:ext uri="{FF2B5EF4-FFF2-40B4-BE49-F238E27FC236}">
                      <a16:creationId xmlns:a16="http://schemas.microsoft.com/office/drawing/2014/main" id="{63122EE7-D699-4D56-8058-741905DDE797}"/>
                    </a:ext>
                  </a:extLst>
                </p:cNvPr>
                <p:cNvSpPr txBox="1"/>
                <p:nvPr/>
              </p:nvSpPr>
              <p:spPr>
                <a:xfrm>
                  <a:off x="997731" y="5951181"/>
                  <a:ext cx="2850369" cy="8377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d>
                          <m:dPr>
                            <m:ctrlPr>
                              <a:rPr lang="en-US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pt-BR" sz="19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pt-BR" sz="19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  <m:sup/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            </m:t>
                            </m:r>
                            <m:sSup>
                              <m:sSupPr>
                                <m:ctrlP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altLang="zh-TW" sz="1900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altLang="zh-TW" sz="19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 · 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Box 11">
                  <a:extLst>
                    <a:ext uri="{FF2B5EF4-FFF2-40B4-BE49-F238E27FC236}">
                      <a16:creationId xmlns:a16="http://schemas.microsoft.com/office/drawing/2014/main" id="{63122EE7-D699-4D56-8058-741905DDE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31" y="5951181"/>
                  <a:ext cx="2850369" cy="837793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9" name="圖形 58">
              <a:extLst>
                <a:ext uri="{FF2B5EF4-FFF2-40B4-BE49-F238E27FC236}">
                  <a16:creationId xmlns:a16="http://schemas.microsoft.com/office/drawing/2014/main" id="{CCBF5734-5AD8-440D-811C-A19D55D17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65547" y="6191646"/>
              <a:ext cx="563078" cy="266721"/>
            </a:xfrm>
            <a:prstGeom prst="rect">
              <a:avLst/>
            </a:prstGeom>
          </p:spPr>
        </p:pic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95BD3D13-46D7-4CB1-98A5-FAC2F6291F14}"/>
              </a:ext>
            </a:extLst>
          </p:cNvPr>
          <p:cNvSpPr/>
          <p:nvPr/>
        </p:nvSpPr>
        <p:spPr>
          <a:xfrm>
            <a:off x="6942653" y="5111837"/>
            <a:ext cx="4173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圖形 61">
            <a:extLst>
              <a:ext uri="{FF2B5EF4-FFF2-40B4-BE49-F238E27FC236}">
                <a16:creationId xmlns:a16="http://schemas.microsoft.com/office/drawing/2014/main" id="{89A7E85F-E2CF-4D33-81A9-11FA0B8ED684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5587" r="56027"/>
          <a:stretch/>
        </p:blipFill>
        <p:spPr>
          <a:xfrm>
            <a:off x="7346950" y="5544458"/>
            <a:ext cx="1454150" cy="624114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763F4A1D-6B42-4427-8AAC-4B8F32D572B0}"/>
              </a:ext>
            </a:extLst>
          </p:cNvPr>
          <p:cNvSpPr/>
          <p:nvPr/>
        </p:nvSpPr>
        <p:spPr>
          <a:xfrm>
            <a:off x="6426181" y="633555"/>
            <a:ext cx="1325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內容版面配置區 2">
            <a:extLst>
              <a:ext uri="{FF2B5EF4-FFF2-40B4-BE49-F238E27FC236}">
                <a16:creationId xmlns:a16="http://schemas.microsoft.com/office/drawing/2014/main" id="{0C431AFC-93B5-444E-9CC7-0A4A7A50FFB0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621E5C21-81C3-4EC4-9278-AAB1C295D448}"/>
              </a:ext>
            </a:extLst>
          </p:cNvPr>
          <p:cNvSpPr/>
          <p:nvPr/>
        </p:nvSpPr>
        <p:spPr>
          <a:xfrm>
            <a:off x="145773" y="4165600"/>
            <a:ext cx="6022797" cy="245291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05E02332-DF6F-4DC4-A3C0-BAABEFF46184}"/>
              </a:ext>
            </a:extLst>
          </p:cNvPr>
          <p:cNvGrpSpPr/>
          <p:nvPr/>
        </p:nvGrpSpPr>
        <p:grpSpPr>
          <a:xfrm>
            <a:off x="291839" y="4516192"/>
            <a:ext cx="4608075" cy="458202"/>
            <a:chOff x="230625" y="4237344"/>
            <a:chExt cx="4608075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11">
                  <a:extLst>
                    <a:ext uri="{FF2B5EF4-FFF2-40B4-BE49-F238E27FC236}">
                      <a16:creationId xmlns:a16="http://schemas.microsoft.com/office/drawing/2014/main" id="{ADF600F8-0EC1-498E-A65A-F68FA50251A9}"/>
                    </a:ext>
                  </a:extLst>
                </p:cNvPr>
                <p:cNvSpPr txBox="1"/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5B0A5375-7C63-4259-8624-534E7230F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blipFill>
                  <a:blip r:embed="rId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11">
                  <a:extLst>
                    <a:ext uri="{FF2B5EF4-FFF2-40B4-BE49-F238E27FC236}">
                      <a16:creationId xmlns:a16="http://schemas.microsoft.com/office/drawing/2014/main" id="{96D12F34-8B2B-482D-93FB-8A75566B058B}"/>
                    </a:ext>
                  </a:extLst>
                </p:cNvPr>
                <p:cNvSpPr txBox="1"/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11">
                  <a:extLst>
                    <a:ext uri="{FF2B5EF4-FFF2-40B4-BE49-F238E27FC236}">
                      <a16:creationId xmlns:a16="http://schemas.microsoft.com/office/drawing/2014/main" id="{ADE9BA00-7841-4C72-8634-E30B86FFE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blipFill>
                  <a:blip r:embed="rId8"/>
                  <a:stretch>
                    <a:fillRect t="-6349" r="-211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8" name="圖形 77">
              <a:extLst>
                <a:ext uri="{FF2B5EF4-FFF2-40B4-BE49-F238E27FC236}">
                  <a16:creationId xmlns:a16="http://schemas.microsoft.com/office/drawing/2014/main" id="{F81BBD90-348E-4ADD-9476-6CA58027C2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 r="75099"/>
            <a:stretch/>
          </p:blipFill>
          <p:spPr>
            <a:xfrm>
              <a:off x="230625" y="4318623"/>
              <a:ext cx="969526" cy="325552"/>
            </a:xfrm>
            <a:prstGeom prst="rect">
              <a:avLst/>
            </a:prstGeom>
          </p:spPr>
        </p:pic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0D91E6E2-56EB-4C57-BDD4-3D538B0A51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 l="35665" r="43419"/>
            <a:stretch/>
          </p:blipFill>
          <p:spPr>
            <a:xfrm>
              <a:off x="1762125" y="4321614"/>
              <a:ext cx="814388" cy="325552"/>
            </a:xfrm>
            <a:prstGeom prst="rect">
              <a:avLst/>
            </a:prstGeom>
          </p:spPr>
        </p:pic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0E5B80E5-DDFD-4546-8819-D89F0D84F5B5}"/>
              </a:ext>
            </a:extLst>
          </p:cNvPr>
          <p:cNvGrpSpPr/>
          <p:nvPr/>
        </p:nvGrpSpPr>
        <p:grpSpPr>
          <a:xfrm>
            <a:off x="179612" y="5226872"/>
            <a:ext cx="3790993" cy="696216"/>
            <a:chOff x="118398" y="4983915"/>
            <a:chExt cx="3790993" cy="6962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11">
                  <a:extLst>
                    <a:ext uri="{FF2B5EF4-FFF2-40B4-BE49-F238E27FC236}">
                      <a16:creationId xmlns:a16="http://schemas.microsoft.com/office/drawing/2014/main" id="{7746A314-E135-44A6-BD9F-3984D587E05C}"/>
                    </a:ext>
                  </a:extLst>
                </p:cNvPr>
                <p:cNvSpPr txBox="1"/>
                <p:nvPr/>
              </p:nvSpPr>
              <p:spPr>
                <a:xfrm>
                  <a:off x="118398" y="4983915"/>
                  <a:ext cx="3790993" cy="696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ℓ,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1900" dirty="0"/>
                </a:p>
              </p:txBody>
            </p:sp>
          </mc:Choice>
          <mc:Fallback xmlns="">
            <p:sp>
              <p:nvSpPr>
                <p:cNvPr id="39" name="TextBox 11">
                  <a:extLst>
                    <a:ext uri="{FF2B5EF4-FFF2-40B4-BE49-F238E27FC236}">
                      <a16:creationId xmlns:a16="http://schemas.microsoft.com/office/drawing/2014/main" id="{5C86E199-369A-4CED-AB63-D8DB0039A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98" y="4983915"/>
                  <a:ext cx="3790993" cy="69621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4" name="圖形 83">
              <a:extLst>
                <a:ext uri="{FF2B5EF4-FFF2-40B4-BE49-F238E27FC236}">
                  <a16:creationId xmlns:a16="http://schemas.microsoft.com/office/drawing/2014/main" id="{2F73AA00-5344-4429-9FA6-414BE431B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461281" y="5276850"/>
              <a:ext cx="401462" cy="258082"/>
            </a:xfrm>
            <a:prstGeom prst="rect">
              <a:avLst/>
            </a:prstGeom>
          </p:spPr>
        </p:pic>
      </p:grp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04EC9569-5429-42EC-B544-9A743AE4FE03}"/>
              </a:ext>
            </a:extLst>
          </p:cNvPr>
          <p:cNvCxnSpPr>
            <a:cxnSpLocks/>
          </p:cNvCxnSpPr>
          <p:nvPr/>
        </p:nvCxnSpPr>
        <p:spPr>
          <a:xfrm>
            <a:off x="2785503" y="5815013"/>
            <a:ext cx="166687" cy="328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6249864F-4B2A-4B21-A499-60442975834A}"/>
                  </a:ext>
                </a:extLst>
              </p:cNvPr>
              <p:cNvSpPr/>
              <p:nvPr/>
            </p:nvSpPr>
            <p:spPr>
              <a:xfrm>
                <a:off x="2942295" y="6062138"/>
                <a:ext cx="29259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Hankel transform of order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6249864F-4B2A-4B21-A499-6044297583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295" y="6062138"/>
                <a:ext cx="2925994" cy="369332"/>
              </a:xfrm>
              <a:prstGeom prst="rect">
                <a:avLst/>
              </a:prstGeom>
              <a:blipFill>
                <a:blip r:embed="rId28"/>
                <a:stretch>
                  <a:fillRect l="-1875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內容版面配置區 2">
            <a:extLst>
              <a:ext uri="{FF2B5EF4-FFF2-40B4-BE49-F238E27FC236}">
                <a16:creationId xmlns:a16="http://schemas.microsoft.com/office/drawing/2014/main" id="{7ECA3754-3184-47F2-BFC6-0F7D35910E7F}"/>
              </a:ext>
            </a:extLst>
          </p:cNvPr>
          <p:cNvSpPr txBox="1">
            <a:spLocks/>
          </p:cNvSpPr>
          <p:nvPr/>
        </p:nvSpPr>
        <p:spPr>
          <a:xfrm>
            <a:off x="336962" y="3793117"/>
            <a:ext cx="5352638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5" name="箭號: 弧形左彎 4">
            <a:extLst>
              <a:ext uri="{FF2B5EF4-FFF2-40B4-BE49-F238E27FC236}">
                <a16:creationId xmlns:a16="http://schemas.microsoft.com/office/drawing/2014/main" id="{F442E053-1647-489B-B061-0035639B9CF5}"/>
              </a:ext>
            </a:extLst>
          </p:cNvPr>
          <p:cNvSpPr/>
          <p:nvPr/>
        </p:nvSpPr>
        <p:spPr>
          <a:xfrm>
            <a:off x="5268522" y="2758290"/>
            <a:ext cx="1016314" cy="1703038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33" name="圖形 32">
            <a:extLst>
              <a:ext uri="{FF2B5EF4-FFF2-40B4-BE49-F238E27FC236}">
                <a16:creationId xmlns:a16="http://schemas.microsoft.com/office/drawing/2014/main" id="{9EEBE661-26A3-41C1-8273-F7D89BBE96C1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87" r="63139"/>
          <a:stretch/>
        </p:blipFill>
        <p:spPr>
          <a:xfrm>
            <a:off x="7132245" y="5614566"/>
            <a:ext cx="233363" cy="210531"/>
          </a:xfrm>
          <a:prstGeom prst="rect">
            <a:avLst/>
          </a:prstGeom>
        </p:spPr>
      </p:pic>
      <p:pic>
        <p:nvPicPr>
          <p:cNvPr id="35" name="圖形 34">
            <a:extLst>
              <a:ext uri="{FF2B5EF4-FFF2-40B4-BE49-F238E27FC236}">
                <a16:creationId xmlns:a16="http://schemas.microsoft.com/office/drawing/2014/main" id="{C4C507DC-9630-473F-9C71-8621F749DDE8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49923" r="1"/>
          <a:stretch/>
        </p:blipFill>
        <p:spPr>
          <a:xfrm>
            <a:off x="9026524" y="5544458"/>
            <a:ext cx="1896991" cy="624114"/>
          </a:xfrm>
          <a:prstGeom prst="rect">
            <a:avLst/>
          </a:prstGeom>
        </p:spPr>
      </p:pic>
      <p:pic>
        <p:nvPicPr>
          <p:cNvPr id="36" name="圖形 35">
            <a:extLst>
              <a:ext uri="{FF2B5EF4-FFF2-40B4-BE49-F238E27FC236}">
                <a16:creationId xmlns:a16="http://schemas.microsoft.com/office/drawing/2014/main" id="{400678DE-7FC8-467C-8C16-43BCB3B7232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87" r="63139"/>
          <a:stretch/>
        </p:blipFill>
        <p:spPr>
          <a:xfrm>
            <a:off x="8793161" y="5605181"/>
            <a:ext cx="233363" cy="21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CF72C5D3-8934-4276-9205-FE818E99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19" y="654405"/>
            <a:ext cx="5714982" cy="3066696"/>
          </a:xfrm>
          <a:prstGeom prst="rect">
            <a:avLst/>
          </a:prstGeom>
        </p:spPr>
      </p:pic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65EE1D4F-BAD3-491A-913A-93A4DA61F5AC}"/>
              </a:ext>
            </a:extLst>
          </p:cNvPr>
          <p:cNvSpPr/>
          <p:nvPr/>
        </p:nvSpPr>
        <p:spPr>
          <a:xfrm>
            <a:off x="145773" y="4165600"/>
            <a:ext cx="6022797" cy="245291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Angular spectrum 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/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𝐿𝐺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190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ad>
                            <m:radPr>
                              <m:degHide m:val="on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9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TW" sz="19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TW" sz="19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zh-TW" sz="1900" dirty="0"/>
              </a:p>
              <a:p>
                <a:pPr algn="just"/>
                <a:endParaRPr lang="en-US" sz="1900" dirty="0"/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E1768FCD-402C-49DA-91BC-23B6D2F0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09" y="7076993"/>
                <a:ext cx="4142014" cy="11552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6402AF03-AF37-4274-926C-61D91E50A055}"/>
              </a:ext>
            </a:extLst>
          </p:cNvPr>
          <p:cNvGrpSpPr/>
          <p:nvPr/>
        </p:nvGrpSpPr>
        <p:grpSpPr>
          <a:xfrm>
            <a:off x="291839" y="4516192"/>
            <a:ext cx="4608075" cy="458202"/>
            <a:chOff x="230625" y="4237344"/>
            <a:chExt cx="4608075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11">
                  <a:extLst>
                    <a:ext uri="{FF2B5EF4-FFF2-40B4-BE49-F238E27FC236}">
                      <a16:creationId xmlns:a16="http://schemas.microsoft.com/office/drawing/2014/main" id="{353CFA71-6B6F-4F08-AA0E-26B62DA0E6ED}"/>
                    </a:ext>
                  </a:extLst>
                </p:cNvPr>
                <p:cNvSpPr txBox="1"/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5B0A5375-7C63-4259-8624-534E7230F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blipFill>
                  <a:blip r:embed="rId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11">
                  <a:extLst>
                    <a:ext uri="{FF2B5EF4-FFF2-40B4-BE49-F238E27FC236}">
                      <a16:creationId xmlns:a16="http://schemas.microsoft.com/office/drawing/2014/main" id="{214BE845-2A0C-4225-B6E5-FAAB0B469FE7}"/>
                    </a:ext>
                  </a:extLst>
                </p:cNvPr>
                <p:cNvSpPr txBox="1"/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11">
                  <a:extLst>
                    <a:ext uri="{FF2B5EF4-FFF2-40B4-BE49-F238E27FC236}">
                      <a16:creationId xmlns:a16="http://schemas.microsoft.com/office/drawing/2014/main" id="{ADE9BA00-7841-4C72-8634-E30B86FFE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blipFill>
                  <a:blip r:embed="rId8"/>
                  <a:stretch>
                    <a:fillRect t="-6349" r="-211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1" name="圖形 30">
              <a:extLst>
                <a:ext uri="{FF2B5EF4-FFF2-40B4-BE49-F238E27FC236}">
                  <a16:creationId xmlns:a16="http://schemas.microsoft.com/office/drawing/2014/main" id="{C7CA0DFE-93B1-4204-9F16-E7AACD7017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r="75099"/>
            <a:stretch/>
          </p:blipFill>
          <p:spPr>
            <a:xfrm>
              <a:off x="230625" y="4318623"/>
              <a:ext cx="969526" cy="325552"/>
            </a:xfrm>
            <a:prstGeom prst="rect">
              <a:avLst/>
            </a:prstGeom>
          </p:spPr>
        </p:pic>
        <p:pic>
          <p:nvPicPr>
            <p:cNvPr id="32" name="圖形 31">
              <a:extLst>
                <a:ext uri="{FF2B5EF4-FFF2-40B4-BE49-F238E27FC236}">
                  <a16:creationId xmlns:a16="http://schemas.microsoft.com/office/drawing/2014/main" id="{4B39B452-C5BF-4208-961B-6F8D1D3572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35665" r="43419"/>
            <a:stretch/>
          </p:blipFill>
          <p:spPr>
            <a:xfrm>
              <a:off x="1762125" y="4321614"/>
              <a:ext cx="814388" cy="325552"/>
            </a:xfrm>
            <a:prstGeom prst="rect">
              <a:avLst/>
            </a:prstGeom>
          </p:spPr>
        </p:pic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4891F3B2-C193-4960-B8CD-61A6860108CC}"/>
              </a:ext>
            </a:extLst>
          </p:cNvPr>
          <p:cNvGrpSpPr/>
          <p:nvPr/>
        </p:nvGrpSpPr>
        <p:grpSpPr>
          <a:xfrm>
            <a:off x="179612" y="5226872"/>
            <a:ext cx="3790993" cy="696216"/>
            <a:chOff x="118398" y="4983915"/>
            <a:chExt cx="3790993" cy="6962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11">
                  <a:extLst>
                    <a:ext uri="{FF2B5EF4-FFF2-40B4-BE49-F238E27FC236}">
                      <a16:creationId xmlns:a16="http://schemas.microsoft.com/office/drawing/2014/main" id="{842037E1-CE93-49C9-A5FE-F85BFE92D0E5}"/>
                    </a:ext>
                  </a:extLst>
                </p:cNvPr>
                <p:cNvSpPr txBox="1"/>
                <p:nvPr/>
              </p:nvSpPr>
              <p:spPr>
                <a:xfrm>
                  <a:off x="118398" y="4983915"/>
                  <a:ext cx="3790993" cy="696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ℓ,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1900" dirty="0"/>
                </a:p>
              </p:txBody>
            </p:sp>
          </mc:Choice>
          <mc:Fallback xmlns="">
            <p:sp>
              <p:nvSpPr>
                <p:cNvPr id="39" name="TextBox 11">
                  <a:extLst>
                    <a:ext uri="{FF2B5EF4-FFF2-40B4-BE49-F238E27FC236}">
                      <a16:creationId xmlns:a16="http://schemas.microsoft.com/office/drawing/2014/main" id="{5C86E199-369A-4CED-AB63-D8DB0039A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98" y="4983915"/>
                  <a:ext cx="3790993" cy="69621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5" name="圖形 34">
              <a:extLst>
                <a:ext uri="{FF2B5EF4-FFF2-40B4-BE49-F238E27FC236}">
                  <a16:creationId xmlns:a16="http://schemas.microsoft.com/office/drawing/2014/main" id="{28F54CEF-97D1-456B-8BDD-EFFDF08A7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461281" y="5276850"/>
              <a:ext cx="401462" cy="258082"/>
            </a:xfrm>
            <a:prstGeom prst="rect">
              <a:avLst/>
            </a:prstGeom>
          </p:spPr>
        </p:pic>
      </p:grp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830A37D0-4A48-46AF-8903-557BAF86A07C}"/>
              </a:ext>
            </a:extLst>
          </p:cNvPr>
          <p:cNvCxnSpPr>
            <a:cxnSpLocks/>
          </p:cNvCxnSpPr>
          <p:nvPr/>
        </p:nvCxnSpPr>
        <p:spPr>
          <a:xfrm>
            <a:off x="2785503" y="5815013"/>
            <a:ext cx="166687" cy="328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36CC445-4A56-4CDB-AAF9-FCE58D2BC8F7}"/>
              </a:ext>
            </a:extLst>
          </p:cNvPr>
          <p:cNvCxnSpPr>
            <a:cxnSpLocks/>
          </p:cNvCxnSpPr>
          <p:nvPr/>
        </p:nvCxnSpPr>
        <p:spPr>
          <a:xfrm flipH="1">
            <a:off x="5892800" y="3743107"/>
            <a:ext cx="62992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DD92E8F-6E5D-4E5A-8542-C95CA2F57B28}"/>
                  </a:ext>
                </a:extLst>
              </p:cNvPr>
              <p:cNvSpPr/>
              <p:nvPr/>
            </p:nvSpPr>
            <p:spPr>
              <a:xfrm>
                <a:off x="2942295" y="6062138"/>
                <a:ext cx="29259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Hankel transform of order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DD92E8F-6E5D-4E5A-8542-C95CA2F57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295" y="6062138"/>
                <a:ext cx="2925994" cy="369332"/>
              </a:xfrm>
              <a:prstGeom prst="rect">
                <a:avLst/>
              </a:prstGeom>
              <a:blipFill>
                <a:blip r:embed="rId15"/>
                <a:stretch>
                  <a:fillRect l="-1875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45C5C374-04C0-413F-A44A-09786A9700C5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11">
                <a:extLst>
                  <a:ext uri="{FF2B5EF4-FFF2-40B4-BE49-F238E27FC236}">
                    <a16:creationId xmlns:a16="http://schemas.microsoft.com/office/drawing/2014/main" id="{B1CCB6D8-5684-48AB-98BE-19AC3FFA3838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60" name="TextBox 11">
                <a:extLst>
                  <a:ext uri="{FF2B5EF4-FFF2-40B4-BE49-F238E27FC236}">
                    <a16:creationId xmlns:a16="http://schemas.microsoft.com/office/drawing/2014/main" id="{B1CCB6D8-5684-48AB-98BE-19AC3FFA3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11">
                <a:extLst>
                  <a:ext uri="{FF2B5EF4-FFF2-40B4-BE49-F238E27FC236}">
                    <a16:creationId xmlns:a16="http://schemas.microsoft.com/office/drawing/2014/main" id="{E67888D8-36E6-455B-B85D-7A75E4C58C2C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Box 11">
                <a:extLst>
                  <a:ext uri="{FF2B5EF4-FFF2-40B4-BE49-F238E27FC236}">
                    <a16:creationId xmlns:a16="http://schemas.microsoft.com/office/drawing/2014/main" id="{E67888D8-36E6-455B-B85D-7A75E4C58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17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內容版面配置區 2">
            <a:extLst>
              <a:ext uri="{FF2B5EF4-FFF2-40B4-BE49-F238E27FC236}">
                <a16:creationId xmlns:a16="http://schemas.microsoft.com/office/drawing/2014/main" id="{522076F3-7EAC-4D41-98D0-F8327C0F930C}"/>
              </a:ext>
            </a:extLst>
          </p:cNvPr>
          <p:cNvSpPr txBox="1">
            <a:spLocks/>
          </p:cNvSpPr>
          <p:nvPr/>
        </p:nvSpPr>
        <p:spPr>
          <a:xfrm>
            <a:off x="7969432" y="3718506"/>
            <a:ext cx="2533468" cy="36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Similar structure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92BE52-A184-4BF5-8ED6-AE9C1F36C6EB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73800" y="3771444"/>
            <a:ext cx="5753100" cy="3091734"/>
          </a:xfrm>
          <a:prstGeom prst="rect">
            <a:avLst/>
          </a:prstGeom>
        </p:spPr>
      </p:pic>
      <p:sp>
        <p:nvSpPr>
          <p:cNvPr id="91" name="內容版面配置區 2">
            <a:extLst>
              <a:ext uri="{FF2B5EF4-FFF2-40B4-BE49-F238E27FC236}">
                <a16:creationId xmlns:a16="http://schemas.microsoft.com/office/drawing/2014/main" id="{C844828E-CCE5-434F-89D9-2CF4F99D3917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4" name="內容版面配置區 2">
            <a:extLst>
              <a:ext uri="{FF2B5EF4-FFF2-40B4-BE49-F238E27FC236}">
                <a16:creationId xmlns:a16="http://schemas.microsoft.com/office/drawing/2014/main" id="{3FF29AC2-FFAF-4401-8175-E6DB453BFBE3}"/>
              </a:ext>
            </a:extLst>
          </p:cNvPr>
          <p:cNvSpPr txBox="1">
            <a:spLocks/>
          </p:cNvSpPr>
          <p:nvPr/>
        </p:nvSpPr>
        <p:spPr>
          <a:xfrm>
            <a:off x="336962" y="3793117"/>
            <a:ext cx="5352638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640808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Coulomb gauge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8A277EBC-87DE-49DD-9BD9-3C2843C3CFC4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C9373A8B-F465-4B45-A349-99B0B54EAE89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96247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75D006F5-E7C4-4966-AF3C-591A8753C563}"/>
              </a:ext>
            </a:extLst>
          </p:cNvPr>
          <p:cNvSpPr/>
          <p:nvPr/>
        </p:nvSpPr>
        <p:spPr>
          <a:xfrm>
            <a:off x="5769487" y="1028699"/>
            <a:ext cx="6347220" cy="236764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953EF02A-4859-4A93-B940-65485C9C9FE1}"/>
                  </a:ext>
                </a:extLst>
              </p:cNvPr>
              <p:cNvSpPr txBox="1"/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953EF02A-4859-4A93-B940-65485C9C9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1">
                <a:extLst>
                  <a:ext uri="{FF2B5EF4-FFF2-40B4-BE49-F238E27FC236}">
                    <a16:creationId xmlns:a16="http://schemas.microsoft.com/office/drawing/2014/main" id="{97D23508-44DA-43C9-A59E-639DCF2FC298}"/>
                  </a:ext>
                </a:extLst>
              </p:cNvPr>
              <p:cNvSpPr txBox="1"/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9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+ℓ</m:t>
                              </m:r>
                            </m:e>
                          </m:d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" name="TextBox 11">
                <a:extLst>
                  <a:ext uri="{FF2B5EF4-FFF2-40B4-BE49-F238E27FC236}">
                    <a16:creationId xmlns:a16="http://schemas.microsoft.com/office/drawing/2014/main" id="{97D23508-44DA-43C9-A59E-639DCF2FC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1">
            <a:extLst>
              <a:ext uri="{FF2B5EF4-FFF2-40B4-BE49-F238E27FC236}">
                <a16:creationId xmlns:a16="http://schemas.microsoft.com/office/drawing/2014/main" id="{B77B4F4D-5DFF-4010-9902-7D96EE38AC1D}"/>
              </a:ext>
            </a:extLst>
          </p:cNvPr>
          <p:cNvSpPr txBox="1"/>
          <p:nvPr/>
        </p:nvSpPr>
        <p:spPr>
          <a:xfrm>
            <a:off x="5788067" y="1554451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11" name="TextBox 11">
            <a:extLst>
              <a:ext uri="{FF2B5EF4-FFF2-40B4-BE49-F238E27FC236}">
                <a16:creationId xmlns:a16="http://schemas.microsoft.com/office/drawing/2014/main" id="{8D053529-8779-4646-BE9E-F76399E58DCB}"/>
              </a:ext>
            </a:extLst>
          </p:cNvPr>
          <p:cNvSpPr txBox="1"/>
          <p:nvPr/>
        </p:nvSpPr>
        <p:spPr>
          <a:xfrm>
            <a:off x="5788067" y="227462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sp>
        <p:nvSpPr>
          <p:cNvPr id="112" name="內容版面配置區 2">
            <a:extLst>
              <a:ext uri="{FF2B5EF4-FFF2-40B4-BE49-F238E27FC236}">
                <a16:creationId xmlns:a16="http://schemas.microsoft.com/office/drawing/2014/main" id="{F68C7127-BF40-491F-94FF-F3091B172FAE}"/>
              </a:ext>
            </a:extLst>
          </p:cNvPr>
          <p:cNvSpPr txBox="1">
            <a:spLocks/>
          </p:cNvSpPr>
          <p:nvPr/>
        </p:nvSpPr>
        <p:spPr>
          <a:xfrm>
            <a:off x="5960676" y="693052"/>
            <a:ext cx="4945193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space: </a:t>
            </a: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AB4A814D-471E-4A7B-9548-4B6E2275DE95}"/>
              </a:ext>
            </a:extLst>
          </p:cNvPr>
          <p:cNvSpPr/>
          <p:nvPr/>
        </p:nvSpPr>
        <p:spPr>
          <a:xfrm>
            <a:off x="2594428" y="4586514"/>
            <a:ext cx="5655471" cy="1908510"/>
          </a:xfrm>
          <a:prstGeom prst="roundRect">
            <a:avLst>
              <a:gd name="adj" fmla="val 18092"/>
            </a:avLst>
          </a:prstGeom>
          <a:ln w="57150">
            <a:solidFill>
              <a:srgbClr val="0070C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rgbClr val="00B050"/>
              </a:solidFill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Coulomb gauge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9549506-D6E8-47A6-A551-777DE6A27C0A}"/>
              </a:ext>
            </a:extLst>
          </p:cNvPr>
          <p:cNvSpPr/>
          <p:nvPr/>
        </p:nvSpPr>
        <p:spPr>
          <a:xfrm>
            <a:off x="2603481" y="4186832"/>
            <a:ext cx="1325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3D8AEAE-EFCC-46F0-8909-69731EFC7BDB}"/>
              </a:ext>
            </a:extLst>
          </p:cNvPr>
          <p:cNvSpPr/>
          <p:nvPr/>
        </p:nvSpPr>
        <p:spPr>
          <a:xfrm>
            <a:off x="3135232" y="4878530"/>
            <a:ext cx="45738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from Maxwell’s equations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11">
                <a:extLst>
                  <a:ext uri="{FF2B5EF4-FFF2-40B4-BE49-F238E27FC236}">
                    <a16:creationId xmlns:a16="http://schemas.microsoft.com/office/drawing/2014/main" id="{23A68734-0C0E-498A-941B-F4A4F9C99E78}"/>
                  </a:ext>
                </a:extLst>
              </p:cNvPr>
              <p:cNvSpPr txBox="1"/>
              <p:nvPr/>
            </p:nvSpPr>
            <p:spPr>
              <a:xfrm>
                <a:off x="3252194" y="5248992"/>
                <a:ext cx="4339939" cy="875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90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d>
                            <m:dPr>
                              <m:ctrlP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0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Sup>
                                <m:sSubSup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,ℓ,</m:t>
                                  </m:r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56" name="TextBox 11">
                <a:extLst>
                  <a:ext uri="{FF2B5EF4-FFF2-40B4-BE49-F238E27FC236}">
                    <a16:creationId xmlns:a16="http://schemas.microsoft.com/office/drawing/2014/main" id="{23A68734-0C0E-498A-941B-F4A4F9C99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194" y="5248992"/>
                <a:ext cx="4339939" cy="8753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8A277EBC-87DE-49DD-9BD9-3C2843C3CFC4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箭號: 弧形左彎 56">
            <a:extLst>
              <a:ext uri="{FF2B5EF4-FFF2-40B4-BE49-F238E27FC236}">
                <a16:creationId xmlns:a16="http://schemas.microsoft.com/office/drawing/2014/main" id="{440C7588-C3EC-4338-BD54-E5F4200E3E74}"/>
              </a:ext>
            </a:extLst>
          </p:cNvPr>
          <p:cNvSpPr/>
          <p:nvPr/>
        </p:nvSpPr>
        <p:spPr>
          <a:xfrm rot="17266193" flipH="1">
            <a:off x="4935173" y="2991492"/>
            <a:ext cx="1015200" cy="1703038"/>
          </a:xfrm>
          <a:prstGeom prst="curvedLef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3F1AF64-E5A6-4890-914E-E4BB7968272A}"/>
              </a:ext>
            </a:extLst>
          </p:cNvPr>
          <p:cNvSpPr/>
          <p:nvPr/>
        </p:nvSpPr>
        <p:spPr>
          <a:xfrm>
            <a:off x="7008686" y="3374687"/>
            <a:ext cx="3925544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component 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D70999D-BC9B-469D-AFE3-B2A27AA57EB5}"/>
                  </a:ext>
                </a:extLst>
              </p:cNvPr>
              <p:cNvSpPr txBox="1"/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D70999D-BC9B-469D-AFE3-B2A27AA5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C9373A8B-F465-4B45-A349-99B0B54EAE89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34264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75D006F5-E7C4-4966-AF3C-591A8753C563}"/>
              </a:ext>
            </a:extLst>
          </p:cNvPr>
          <p:cNvSpPr/>
          <p:nvPr/>
        </p:nvSpPr>
        <p:spPr>
          <a:xfrm>
            <a:off x="5769487" y="1028699"/>
            <a:ext cx="6347220" cy="236764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953EF02A-4859-4A93-B940-65485C9C9FE1}"/>
                  </a:ext>
                </a:extLst>
              </p:cNvPr>
              <p:cNvSpPr txBox="1"/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" name="TextBox 11">
                <a:extLst>
                  <a:ext uri="{FF2B5EF4-FFF2-40B4-BE49-F238E27FC236}">
                    <a16:creationId xmlns:a16="http://schemas.microsoft.com/office/drawing/2014/main" id="{953EF02A-4859-4A93-B940-65485C9C9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1">
            <a:extLst>
              <a:ext uri="{FF2B5EF4-FFF2-40B4-BE49-F238E27FC236}">
                <a16:creationId xmlns:a16="http://schemas.microsoft.com/office/drawing/2014/main" id="{B77B4F4D-5DFF-4010-9902-7D96EE38AC1D}"/>
              </a:ext>
            </a:extLst>
          </p:cNvPr>
          <p:cNvSpPr txBox="1"/>
          <p:nvPr/>
        </p:nvSpPr>
        <p:spPr>
          <a:xfrm>
            <a:off x="5788067" y="1554451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11" name="TextBox 11">
            <a:extLst>
              <a:ext uri="{FF2B5EF4-FFF2-40B4-BE49-F238E27FC236}">
                <a16:creationId xmlns:a16="http://schemas.microsoft.com/office/drawing/2014/main" id="{8D053529-8779-4646-BE9E-F76399E58DCB}"/>
              </a:ext>
            </a:extLst>
          </p:cNvPr>
          <p:cNvSpPr txBox="1"/>
          <p:nvPr/>
        </p:nvSpPr>
        <p:spPr>
          <a:xfrm>
            <a:off x="5788067" y="227462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sp>
        <p:nvSpPr>
          <p:cNvPr id="112" name="內容版面配置區 2">
            <a:extLst>
              <a:ext uri="{FF2B5EF4-FFF2-40B4-BE49-F238E27FC236}">
                <a16:creationId xmlns:a16="http://schemas.microsoft.com/office/drawing/2014/main" id="{F68C7127-BF40-491F-94FF-F3091B172FAE}"/>
              </a:ext>
            </a:extLst>
          </p:cNvPr>
          <p:cNvSpPr txBox="1">
            <a:spLocks/>
          </p:cNvSpPr>
          <p:nvPr/>
        </p:nvSpPr>
        <p:spPr>
          <a:xfrm>
            <a:off x="5960676" y="693052"/>
            <a:ext cx="4945193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space: 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Coulomb gauge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8A277EBC-87DE-49DD-9BD9-3C2843C3CFC4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E12B59F1-D203-4170-B4BC-AB687EDC2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2955B062-7CD5-41AA-80C9-523ED5586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6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D70999D-BC9B-469D-AFE3-B2A27AA57EB5}"/>
                  </a:ext>
                </a:extLst>
              </p:cNvPr>
              <p:cNvSpPr txBox="1"/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D70999D-BC9B-469D-AFE3-B2A27AA5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blipFill>
                <a:blip r:embed="rId7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C9373A8B-F465-4B45-A349-99B0B54EAE89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5F8D58B0-F3E6-4788-A283-C514321FACCA}"/>
                  </a:ext>
                </a:extLst>
              </p:cNvPr>
              <p:cNvSpPr txBox="1"/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+ℓ</m:t>
                              </m:r>
                            </m:e>
                          </m:d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5F8D58B0-F3E6-4788-A283-C514321FA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2F53F66E-0528-4478-89B3-02361F5B1731}"/>
              </a:ext>
            </a:extLst>
          </p:cNvPr>
          <p:cNvSpPr/>
          <p:nvPr/>
        </p:nvSpPr>
        <p:spPr>
          <a:xfrm>
            <a:off x="8501165" y="2445469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81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E321ABD4-C91E-4729-BEEF-17A859EC535F}"/>
              </a:ext>
            </a:extLst>
          </p:cNvPr>
          <p:cNvSpPr/>
          <p:nvPr/>
        </p:nvSpPr>
        <p:spPr>
          <a:xfrm>
            <a:off x="145774" y="1059542"/>
            <a:ext cx="5529600" cy="19884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11">
                <a:extLst>
                  <a:ext uri="{FF2B5EF4-FFF2-40B4-BE49-F238E27FC236}">
                    <a16:creationId xmlns:a16="http://schemas.microsoft.com/office/drawing/2014/main" id="{689B0DE0-CA98-43B1-9976-D659316AE0F6}"/>
                  </a:ext>
                </a:extLst>
              </p:cNvPr>
              <p:cNvSpPr txBox="1"/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sup>
                      </m:sSubSup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91" name="TextBox 11">
                <a:extLst>
                  <a:ext uri="{FF2B5EF4-FFF2-40B4-BE49-F238E27FC236}">
                    <a16:creationId xmlns:a16="http://schemas.microsoft.com/office/drawing/2014/main" id="{689B0DE0-CA98-43B1-9976-D659316AE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949521"/>
                <a:ext cx="5495548" cy="9562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11">
                <a:extLst>
                  <a:ext uri="{FF2B5EF4-FFF2-40B4-BE49-F238E27FC236}">
                    <a16:creationId xmlns:a16="http://schemas.microsoft.com/office/drawing/2014/main" id="{5BBA8089-64A1-4D00-82FF-6E54A5E3A5E5}"/>
                  </a:ext>
                </a:extLst>
              </p:cNvPr>
              <p:cNvSpPr txBox="1"/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11">
                <a:extLst>
                  <a:ext uri="{FF2B5EF4-FFF2-40B4-BE49-F238E27FC236}">
                    <a16:creationId xmlns:a16="http://schemas.microsoft.com/office/drawing/2014/main" id="{5BBA8089-64A1-4D00-82FF-6E54A5E3A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4" y="1137667"/>
                <a:ext cx="5324926" cy="452303"/>
              </a:xfrm>
              <a:prstGeom prst="rect">
                <a:avLst/>
              </a:prstGeom>
              <a:blipFill>
                <a:blip r:embed="rId3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Laguerre-Gaussian (LG) beam : SOI appear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18</a:t>
            </a:fld>
            <a:endParaRPr lang="zh-TW" altLang="en-US"/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F2F3E939-60D8-4065-917D-C7B7FB5AD2C6}"/>
              </a:ext>
            </a:extLst>
          </p:cNvPr>
          <p:cNvGrpSpPr/>
          <p:nvPr/>
        </p:nvGrpSpPr>
        <p:grpSpPr>
          <a:xfrm>
            <a:off x="241669" y="3311692"/>
            <a:ext cx="2445204" cy="1127530"/>
            <a:chOff x="6759573" y="-18665"/>
            <a:chExt cx="2445204" cy="1127530"/>
          </a:xfrm>
        </p:grpSpPr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3C57F2F9-6173-42F1-B2FD-D3EF237EBD9C}"/>
                </a:ext>
              </a:extLst>
            </p:cNvPr>
            <p:cNvGrpSpPr/>
            <p:nvPr/>
          </p:nvGrpSpPr>
          <p:grpSpPr>
            <a:xfrm>
              <a:off x="6759573" y="-18665"/>
              <a:ext cx="2445204" cy="1127530"/>
              <a:chOff x="6067325" y="-300721"/>
              <a:chExt cx="2400583" cy="11535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6ACA89A7-DC0F-4C88-97E3-EEAA45999042}"/>
                      </a:ext>
                    </a:extLst>
                  </p:cNvPr>
                  <p:cNvSpPr txBox="1"/>
                  <p:nvPr/>
                </p:nvSpPr>
                <p:spPr>
                  <a:xfrm>
                    <a:off x="6645248" y="-300721"/>
                    <a:ext cx="1822660" cy="11191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ℓ,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altLang="zh-TW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=1,ℓ,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altLang="zh-TW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=−1,ℓ,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4" name="文字方塊 43">
                    <a:extLst>
                      <a:ext uri="{FF2B5EF4-FFF2-40B4-BE49-F238E27FC236}">
                        <a16:creationId xmlns:a16="http://schemas.microsoft.com/office/drawing/2014/main" id="{0EECDBE0-B06E-400E-ACE6-C5E5DE9C00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45248" y="-300721"/>
                    <a:ext cx="1822660" cy="111915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55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矩形: 圓角 69">
                <a:extLst>
                  <a:ext uri="{FF2B5EF4-FFF2-40B4-BE49-F238E27FC236}">
                    <a16:creationId xmlns:a16="http://schemas.microsoft.com/office/drawing/2014/main" id="{9137BE1E-97D6-47CA-9525-9DEE185BD7DA}"/>
                  </a:ext>
                </a:extLst>
              </p:cNvPr>
              <p:cNvSpPr/>
              <p:nvPr/>
            </p:nvSpPr>
            <p:spPr>
              <a:xfrm>
                <a:off x="6067325" y="-268451"/>
                <a:ext cx="2258421" cy="1121234"/>
              </a:xfrm>
              <a:prstGeom prst="roundRect">
                <a:avLst>
                  <a:gd name="adj" fmla="val 7976"/>
                </a:avLst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0998" tIns="40499" rIns="80998" bIns="404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68" name="圖片 67">
              <a:extLst>
                <a:ext uri="{FF2B5EF4-FFF2-40B4-BE49-F238E27FC236}">
                  <a16:creationId xmlns:a16="http://schemas.microsoft.com/office/drawing/2014/main" id="{91CF68A2-DFEA-4E60-A771-9070F777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55681" y="153447"/>
              <a:ext cx="567470" cy="787419"/>
            </a:xfrm>
            <a:prstGeom prst="rect">
              <a:avLst/>
            </a:prstGeom>
          </p:spPr>
        </p:pic>
      </p:grpSp>
      <p:pic>
        <p:nvPicPr>
          <p:cNvPr id="87" name="圖片 86">
            <a:extLst>
              <a:ext uri="{FF2B5EF4-FFF2-40B4-BE49-F238E27FC236}">
                <a16:creationId xmlns:a16="http://schemas.microsoft.com/office/drawing/2014/main" id="{ED02C526-056E-4902-A8FC-FA30D49D9A9B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8257" b="1"/>
          <a:stretch/>
        </p:blipFill>
        <p:spPr>
          <a:xfrm>
            <a:off x="6420802" y="5189219"/>
            <a:ext cx="5650738" cy="1565365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278FC905-B775-4C40-A97A-65B184E6FC83}"/>
              </a:ext>
            </a:extLst>
          </p:cNvPr>
          <p:cNvGrpSpPr/>
          <p:nvPr/>
        </p:nvGrpSpPr>
        <p:grpSpPr>
          <a:xfrm>
            <a:off x="6287548" y="3467099"/>
            <a:ext cx="5783992" cy="1748971"/>
            <a:chOff x="-76784" y="3200399"/>
            <a:chExt cx="5783992" cy="1748971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3A5A0A1D-F189-4232-B59D-1914F8FB75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24" b="48139"/>
            <a:stretch/>
          </p:blipFill>
          <p:spPr>
            <a:xfrm>
              <a:off x="56470" y="3200399"/>
              <a:ext cx="5650738" cy="1748971"/>
            </a:xfrm>
            <a:prstGeom prst="rect">
              <a:avLst/>
            </a:prstGeom>
          </p:spPr>
        </p:pic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B526869F-D821-4C26-9E49-228DD79BFFD6}"/>
                </a:ext>
              </a:extLst>
            </p:cNvPr>
            <p:cNvSpPr/>
            <p:nvPr/>
          </p:nvSpPr>
          <p:spPr>
            <a:xfrm rot="16200000">
              <a:off x="-235828" y="3735794"/>
              <a:ext cx="68742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a.u.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161E8B7-CDA4-45A3-AFCC-39019FCB6849}"/>
                  </a:ext>
                </a:extLst>
              </p:cNvPr>
              <p:cNvSpPr/>
              <p:nvPr/>
            </p:nvSpPr>
            <p:spPr>
              <a:xfrm>
                <a:off x="4792932" y="3462024"/>
                <a:ext cx="178352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en-US" altLang="zh-TW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μm</m:t>
                      </m:r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161E8B7-CDA4-45A3-AFCC-39019FCB6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932" y="3462024"/>
                <a:ext cx="1783523" cy="400110"/>
              </a:xfrm>
              <a:prstGeom prst="rect">
                <a:avLst/>
              </a:prstGeom>
              <a:blipFill>
                <a:blip r:embed="rId2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B994F3AE-BB81-4DF6-97C9-94C70F986D58}"/>
                  </a:ext>
                </a:extLst>
              </p:cNvPr>
              <p:cNvSpPr/>
              <p:nvPr/>
            </p:nvSpPr>
            <p:spPr>
              <a:xfrm>
                <a:off x="4742132" y="5144774"/>
                <a:ext cx="178352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=0.5</m:t>
                      </m:r>
                      <m:r>
                        <m:rPr>
                          <m:sty m:val="p"/>
                        </m:rPr>
                        <a:rPr lang="en-US" altLang="zh-TW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μm</m:t>
                      </m:r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B994F3AE-BB81-4DF6-97C9-94C70F986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132" y="5144774"/>
                <a:ext cx="1783523" cy="400110"/>
              </a:xfrm>
              <a:prstGeom prst="rect">
                <a:avLst/>
              </a:prstGeom>
              <a:blipFill>
                <a:blip r:embed="rId2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FAB962E-E756-4911-AF27-B92ED547E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494654"/>
                  </p:ext>
                </p:extLst>
              </p:nvPr>
            </p:nvGraphicFramePr>
            <p:xfrm>
              <a:off x="253212" y="4528991"/>
              <a:ext cx="4551633" cy="21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7211">
                      <a:extLst>
                        <a:ext uri="{9D8B030D-6E8A-4147-A177-3AD203B41FA5}">
                          <a16:colId xmlns:a16="http://schemas.microsoft.com/office/drawing/2014/main" val="1840542363"/>
                        </a:ext>
                      </a:extLst>
                    </a:gridCol>
                    <a:gridCol w="1517211">
                      <a:extLst>
                        <a:ext uri="{9D8B030D-6E8A-4147-A177-3AD203B41FA5}">
                          <a16:colId xmlns:a16="http://schemas.microsoft.com/office/drawing/2014/main" val="3699236128"/>
                        </a:ext>
                      </a:extLst>
                    </a:gridCol>
                    <a:gridCol w="1517211">
                      <a:extLst>
                        <a:ext uri="{9D8B030D-6E8A-4147-A177-3AD203B41FA5}">
                          <a16:colId xmlns:a16="http://schemas.microsoft.com/office/drawing/2014/main" val="4089139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Transverse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Longitudinal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161695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±ℓ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symmetric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Asymmetric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3345923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merely changed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Larger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07196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FAB962E-E756-4911-AF27-B92ED547E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494654"/>
                  </p:ext>
                </p:extLst>
              </p:nvPr>
            </p:nvGraphicFramePr>
            <p:xfrm>
              <a:off x="253212" y="4528991"/>
              <a:ext cx="4551633" cy="21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7211">
                      <a:extLst>
                        <a:ext uri="{9D8B030D-6E8A-4147-A177-3AD203B41FA5}">
                          <a16:colId xmlns:a16="http://schemas.microsoft.com/office/drawing/2014/main" val="1840542363"/>
                        </a:ext>
                      </a:extLst>
                    </a:gridCol>
                    <a:gridCol w="1517211">
                      <a:extLst>
                        <a:ext uri="{9D8B030D-6E8A-4147-A177-3AD203B41FA5}">
                          <a16:colId xmlns:a16="http://schemas.microsoft.com/office/drawing/2014/main" val="3699236128"/>
                        </a:ext>
                      </a:extLst>
                    </a:gridCol>
                    <a:gridCol w="1517211">
                      <a:extLst>
                        <a:ext uri="{9D8B030D-6E8A-4147-A177-3AD203B41FA5}">
                          <a16:colId xmlns:a16="http://schemas.microsoft.com/office/drawing/2014/main" val="4089139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Transverse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Longitudinal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4161695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402" t="-44966" r="-201205" b="-100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symmetric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Asymmetric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3345923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402" t="-145946" r="-201205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merely changed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Larger</a:t>
                          </a:r>
                          <a:endParaRPr lang="zh-TW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07196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2" name="矩形 101">
            <a:extLst>
              <a:ext uri="{FF2B5EF4-FFF2-40B4-BE49-F238E27FC236}">
                <a16:creationId xmlns:a16="http://schemas.microsoft.com/office/drawing/2014/main" id="{DD171EE9-EAD6-4163-9729-96C554E615D8}"/>
              </a:ext>
            </a:extLst>
          </p:cNvPr>
          <p:cNvSpPr/>
          <p:nvPr/>
        </p:nvSpPr>
        <p:spPr>
          <a:xfrm>
            <a:off x="3493283" y="5391869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B6EEA13D-E03E-49B7-A7AF-A3A43B132B8E}"/>
              </a:ext>
            </a:extLst>
          </p:cNvPr>
          <p:cNvSpPr/>
          <p:nvPr/>
        </p:nvSpPr>
        <p:spPr>
          <a:xfrm>
            <a:off x="5769487" y="1028699"/>
            <a:ext cx="6347220" cy="236764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978EFA4-C9D1-47E8-A15D-87BA0D13B0A1}"/>
                  </a:ext>
                </a:extLst>
              </p:cNvPr>
              <p:cNvSpPr txBox="1"/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6978EFA4-C9D1-47E8-A15D-87BA0D13B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1885942"/>
                <a:ext cx="5324926" cy="457305"/>
              </a:xfrm>
              <a:prstGeom prst="rect">
                <a:avLst/>
              </a:prstGeom>
              <a:blipFill>
                <a:blip r:embed="rId2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">
                <a:extLst>
                  <a:ext uri="{FF2B5EF4-FFF2-40B4-BE49-F238E27FC236}">
                    <a16:creationId xmlns:a16="http://schemas.microsoft.com/office/drawing/2014/main" id="{ABA2F799-4092-4589-B72C-7A699F39FC38}"/>
                  </a:ext>
                </a:extLst>
              </p:cNvPr>
              <p:cNvSpPr txBox="1"/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TW" sz="19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19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+ℓ</m:t>
                              </m:r>
                            </m:e>
                          </m:d>
                          <m:r>
                            <a:rPr lang="en-US" altLang="zh-TW" sz="1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5" name="TextBox 11">
                <a:extLst>
                  <a:ext uri="{FF2B5EF4-FFF2-40B4-BE49-F238E27FC236}">
                    <a16:creationId xmlns:a16="http://schemas.microsoft.com/office/drawing/2014/main" id="{ABA2F799-4092-4589-B72C-7A699F39F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52" y="2606120"/>
                <a:ext cx="6307011" cy="76610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">
            <a:extLst>
              <a:ext uri="{FF2B5EF4-FFF2-40B4-BE49-F238E27FC236}">
                <a16:creationId xmlns:a16="http://schemas.microsoft.com/office/drawing/2014/main" id="{1D272875-353B-4A7E-9415-B4B26AB75C90}"/>
              </a:ext>
            </a:extLst>
          </p:cNvPr>
          <p:cNvSpPr txBox="1"/>
          <p:nvPr/>
        </p:nvSpPr>
        <p:spPr>
          <a:xfrm>
            <a:off x="5788067" y="1554451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17" name="TextBox 11">
            <a:extLst>
              <a:ext uri="{FF2B5EF4-FFF2-40B4-BE49-F238E27FC236}">
                <a16:creationId xmlns:a16="http://schemas.microsoft.com/office/drawing/2014/main" id="{55244A07-91F8-407D-B93D-B337B00034DC}"/>
              </a:ext>
            </a:extLst>
          </p:cNvPr>
          <p:cNvSpPr txBox="1"/>
          <p:nvPr/>
        </p:nvSpPr>
        <p:spPr>
          <a:xfrm>
            <a:off x="5788067" y="227462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27398B9-B846-4266-974D-E2D608335188}"/>
              </a:ext>
            </a:extLst>
          </p:cNvPr>
          <p:cNvSpPr/>
          <p:nvPr/>
        </p:nvSpPr>
        <p:spPr>
          <a:xfrm>
            <a:off x="8501165" y="2445469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0469EEBD-045E-45B5-868B-085F1224D554}"/>
                  </a:ext>
                </a:extLst>
              </p:cNvPr>
              <p:cNvSpPr txBox="1"/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0469EEBD-045E-45B5-868B-085F1224D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552" y="1165765"/>
                <a:ext cx="5324926" cy="457305"/>
              </a:xfrm>
              <a:prstGeom prst="rect">
                <a:avLst/>
              </a:prstGeom>
              <a:blipFill>
                <a:blip r:embed="rId25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內容版面配置區 2">
            <a:extLst>
              <a:ext uri="{FF2B5EF4-FFF2-40B4-BE49-F238E27FC236}">
                <a16:creationId xmlns:a16="http://schemas.microsoft.com/office/drawing/2014/main" id="{C3F9DAEC-9F39-4FB5-A5E5-421D687794A5}"/>
              </a:ext>
            </a:extLst>
          </p:cNvPr>
          <p:cNvSpPr txBox="1">
            <a:spLocks/>
          </p:cNvSpPr>
          <p:nvPr/>
        </p:nvSpPr>
        <p:spPr>
          <a:xfrm>
            <a:off x="5960676" y="693052"/>
            <a:ext cx="4945193" cy="35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space: </a:t>
            </a:r>
          </a:p>
        </p:txBody>
      </p:sp>
      <p:sp>
        <p:nvSpPr>
          <p:cNvPr id="122" name="內容版面配置區 2">
            <a:extLst>
              <a:ext uri="{FF2B5EF4-FFF2-40B4-BE49-F238E27FC236}">
                <a16:creationId xmlns:a16="http://schemas.microsoft.com/office/drawing/2014/main" id="{29AA728F-46A9-4F82-8251-9F29A82EE69D}"/>
              </a:ext>
            </a:extLst>
          </p:cNvPr>
          <p:cNvSpPr txBox="1">
            <a:spLocks/>
          </p:cNvSpPr>
          <p:nvPr/>
        </p:nvSpPr>
        <p:spPr>
          <a:xfrm>
            <a:off x="336962" y="70612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real space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0542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SOI effect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11" name="矩形: 圓角 110">
            <a:extLst>
              <a:ext uri="{FF2B5EF4-FFF2-40B4-BE49-F238E27FC236}">
                <a16:creationId xmlns:a16="http://schemas.microsoft.com/office/drawing/2014/main" id="{436FBC56-B1B9-4F94-A9D6-57EC654686C8}"/>
              </a:ext>
            </a:extLst>
          </p:cNvPr>
          <p:cNvSpPr/>
          <p:nvPr/>
        </p:nvSpPr>
        <p:spPr>
          <a:xfrm>
            <a:off x="145774" y="1059541"/>
            <a:ext cx="5529600" cy="2786745"/>
          </a:xfrm>
          <a:prstGeom prst="roundRect">
            <a:avLst>
              <a:gd name="adj" fmla="val 10061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">
                <a:extLst>
                  <a:ext uri="{FF2B5EF4-FFF2-40B4-BE49-F238E27FC236}">
                    <a16:creationId xmlns:a16="http://schemas.microsoft.com/office/drawing/2014/main" id="{63DBBEF2-393E-470C-BB38-5B7753EDB3BE}"/>
                  </a:ext>
                </a:extLst>
              </p:cNvPr>
              <p:cNvSpPr txBox="1"/>
              <p:nvPr/>
            </p:nvSpPr>
            <p:spPr>
              <a:xfrm>
                <a:off x="377374" y="1486044"/>
                <a:ext cx="4689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3" name="TextBox 11">
                <a:extLst>
                  <a:ext uri="{FF2B5EF4-FFF2-40B4-BE49-F238E27FC236}">
                    <a16:creationId xmlns:a16="http://schemas.microsoft.com/office/drawing/2014/main" id="{63DBBEF2-393E-470C-BB38-5B7753ED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74" y="1486044"/>
                <a:ext cx="4689926" cy="452303"/>
              </a:xfrm>
              <a:prstGeom prst="rect">
                <a:avLst/>
              </a:prstGeom>
              <a:blipFill>
                <a:blip r:embed="rId10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6B06B26E-6431-4A71-B841-72A8E538992D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solutions: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90E7DD10-64B8-4BB4-BA98-D242ECEEA907}"/>
                  </a:ext>
                </a:extLst>
              </p:cNvPr>
              <p:cNvSpPr txBox="1"/>
              <p:nvPr/>
            </p:nvSpPr>
            <p:spPr>
              <a:xfrm>
                <a:off x="439552" y="3077095"/>
                <a:ext cx="4923023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90E7DD10-64B8-4BB4-BA98-D242ECEE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52" y="3077095"/>
                <a:ext cx="4923023" cy="457305"/>
              </a:xfrm>
              <a:prstGeom prst="rect">
                <a:avLst/>
              </a:prstGeom>
              <a:blipFill>
                <a:blip r:embed="rId11"/>
                <a:stretch>
                  <a:fillRect r="-6064"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8E100277-6390-4AA3-9C56-59870D24E711}"/>
              </a:ext>
            </a:extLst>
          </p:cNvPr>
          <p:cNvGrpSpPr/>
          <p:nvPr/>
        </p:nvGrpSpPr>
        <p:grpSpPr>
          <a:xfrm>
            <a:off x="452952" y="2278620"/>
            <a:ext cx="4608075" cy="458202"/>
            <a:chOff x="230625" y="4237344"/>
            <a:chExt cx="4608075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BE440DC1-DD93-40DF-B666-AC8FFD4C5F73}"/>
                    </a:ext>
                  </a:extLst>
                </p:cNvPr>
                <p:cNvSpPr txBox="1"/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BE440DC1-DD93-40DF-B666-AC8FFD4C5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blipFill>
                  <a:blip r:embed="rId12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11">
                  <a:extLst>
                    <a:ext uri="{FF2B5EF4-FFF2-40B4-BE49-F238E27FC236}">
                      <a16:creationId xmlns:a16="http://schemas.microsoft.com/office/drawing/2014/main" id="{C142566C-C4D8-40DD-89DA-A677273C894B}"/>
                    </a:ext>
                  </a:extLst>
                </p:cNvPr>
                <p:cNvSpPr txBox="1"/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11">
                  <a:extLst>
                    <a:ext uri="{FF2B5EF4-FFF2-40B4-BE49-F238E27FC236}">
                      <a16:creationId xmlns:a16="http://schemas.microsoft.com/office/drawing/2014/main" id="{ADE9BA00-7841-4C72-8634-E30B86FFE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blipFill>
                  <a:blip r:embed="rId13"/>
                  <a:stretch>
                    <a:fillRect t="-6349" r="-211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3" name="圖形 42">
              <a:extLst>
                <a:ext uri="{FF2B5EF4-FFF2-40B4-BE49-F238E27FC236}">
                  <a16:creationId xmlns:a16="http://schemas.microsoft.com/office/drawing/2014/main" id="{FA33AAE8-FD45-4AFE-8762-FE8AA0E58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r="75099"/>
            <a:stretch/>
          </p:blipFill>
          <p:spPr>
            <a:xfrm>
              <a:off x="230625" y="4318623"/>
              <a:ext cx="969526" cy="325552"/>
            </a:xfrm>
            <a:prstGeom prst="rect">
              <a:avLst/>
            </a:prstGeom>
          </p:spPr>
        </p:pic>
        <p:pic>
          <p:nvPicPr>
            <p:cNvPr id="44" name="圖形 43">
              <a:extLst>
                <a:ext uri="{FF2B5EF4-FFF2-40B4-BE49-F238E27FC236}">
                  <a16:creationId xmlns:a16="http://schemas.microsoft.com/office/drawing/2014/main" id="{A1B85B82-B796-40CB-8241-9D6C95F4E8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35665" r="43419"/>
            <a:stretch/>
          </p:blipFill>
          <p:spPr>
            <a:xfrm>
              <a:off x="1762125" y="4321614"/>
              <a:ext cx="814388" cy="325552"/>
            </a:xfrm>
            <a:prstGeom prst="rect">
              <a:avLst/>
            </a:prstGeom>
          </p:spPr>
        </p:pic>
      </p:grpSp>
      <p:sp>
        <p:nvSpPr>
          <p:cNvPr id="142" name="內容版面配置區 2">
            <a:extLst>
              <a:ext uri="{FF2B5EF4-FFF2-40B4-BE49-F238E27FC236}">
                <a16:creationId xmlns:a16="http://schemas.microsoft.com/office/drawing/2014/main" id="{ED0C90CB-641A-4B9E-939B-00741F9ECEB7}"/>
              </a:ext>
            </a:extLst>
          </p:cNvPr>
          <p:cNvSpPr txBox="1">
            <a:spLocks/>
          </p:cNvSpPr>
          <p:nvPr/>
        </p:nvSpPr>
        <p:spPr>
          <a:xfrm>
            <a:off x="225906" y="1217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Lorentz :</a:t>
            </a:r>
          </a:p>
        </p:txBody>
      </p:sp>
      <p:sp>
        <p:nvSpPr>
          <p:cNvPr id="143" name="內容版面配置區 2">
            <a:extLst>
              <a:ext uri="{FF2B5EF4-FFF2-40B4-BE49-F238E27FC236}">
                <a16:creationId xmlns:a16="http://schemas.microsoft.com/office/drawing/2014/main" id="{A035F166-E418-466C-92EC-0BAFBB9A4C4E}"/>
              </a:ext>
            </a:extLst>
          </p:cNvPr>
          <p:cNvSpPr txBox="1">
            <a:spLocks/>
          </p:cNvSpPr>
          <p:nvPr/>
        </p:nvSpPr>
        <p:spPr>
          <a:xfrm>
            <a:off x="225906" y="2009788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/ Lorentz :</a:t>
            </a:r>
          </a:p>
        </p:txBody>
      </p:sp>
      <p:sp>
        <p:nvSpPr>
          <p:cNvPr id="144" name="內容版面配置區 2">
            <a:extLst>
              <a:ext uri="{FF2B5EF4-FFF2-40B4-BE49-F238E27FC236}">
                <a16:creationId xmlns:a16="http://schemas.microsoft.com/office/drawing/2014/main" id="{347A7B95-C8DA-487E-BB37-F7D73A2286B1}"/>
              </a:ext>
            </a:extLst>
          </p:cNvPr>
          <p:cNvSpPr txBox="1">
            <a:spLocks/>
          </p:cNvSpPr>
          <p:nvPr/>
        </p:nvSpPr>
        <p:spPr>
          <a:xfrm>
            <a:off x="225906" y="2808263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Coulomb :</a:t>
            </a:r>
          </a:p>
        </p:txBody>
      </p:sp>
    </p:spTree>
    <p:extLst>
      <p:ext uri="{BB962C8B-B14F-4D97-AF65-F5344CB8AC3E}">
        <p14:creationId xmlns:p14="http://schemas.microsoft.com/office/powerpoint/2010/main" val="1649790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內容版面配置區 2">
            <a:extLst>
              <a:ext uri="{FF2B5EF4-FFF2-40B4-BE49-F238E27FC236}">
                <a16:creationId xmlns:a16="http://schemas.microsoft.com/office/drawing/2014/main" id="{F8AD3186-4895-4741-931D-80EC548C42A3}"/>
              </a:ext>
            </a:extLst>
          </p:cNvPr>
          <p:cNvSpPr txBox="1">
            <a:spLocks/>
          </p:cNvSpPr>
          <p:nvPr/>
        </p:nvSpPr>
        <p:spPr>
          <a:xfrm>
            <a:off x="6258791" y="1946554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5" name="內容版面配置區 2">
            <a:extLst>
              <a:ext uri="{FF2B5EF4-FFF2-40B4-BE49-F238E27FC236}">
                <a16:creationId xmlns:a16="http://schemas.microsoft.com/office/drawing/2014/main" id="{7219055C-DB29-4348-8A73-2E9C69AA40E7}"/>
              </a:ext>
            </a:extLst>
          </p:cNvPr>
          <p:cNvSpPr txBox="1">
            <a:spLocks/>
          </p:cNvSpPr>
          <p:nvPr/>
        </p:nvSpPr>
        <p:spPr>
          <a:xfrm>
            <a:off x="8637203" y="1437948"/>
            <a:ext cx="3306126" cy="367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we really need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11">
                <a:extLst>
                  <a:ext uri="{FF2B5EF4-FFF2-40B4-BE49-F238E27FC236}">
                    <a16:creationId xmlns:a16="http://schemas.microsoft.com/office/drawing/2014/main" id="{C4146DBB-899A-4BB2-BF32-171D754052D2}"/>
                  </a:ext>
                </a:extLst>
              </p:cNvPr>
              <p:cNvSpPr txBox="1"/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3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TextBox 11">
                <a:extLst>
                  <a:ext uri="{FF2B5EF4-FFF2-40B4-BE49-F238E27FC236}">
                    <a16:creationId xmlns:a16="http://schemas.microsoft.com/office/drawing/2014/main" id="{C4146DBB-899A-4BB2-BF32-171D75405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61E1DED0-D11C-468D-A22D-30BD9036386F}"/>
              </a:ext>
            </a:extLst>
          </p:cNvPr>
          <p:cNvSpPr/>
          <p:nvPr/>
        </p:nvSpPr>
        <p:spPr>
          <a:xfrm>
            <a:off x="6039395" y="2369458"/>
            <a:ext cx="5917474" cy="3526972"/>
          </a:xfrm>
          <a:prstGeom prst="roundRect">
            <a:avLst>
              <a:gd name="adj" fmla="val 9818"/>
            </a:avLst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11">
                <a:extLst>
                  <a:ext uri="{FF2B5EF4-FFF2-40B4-BE49-F238E27FC236}">
                    <a16:creationId xmlns:a16="http://schemas.microsoft.com/office/drawing/2014/main" id="{2E720949-CA1E-481A-BBD4-D438065111A9}"/>
                  </a:ext>
                </a:extLst>
              </p:cNvPr>
              <p:cNvSpPr txBox="1"/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  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11">
                <a:extLst>
                  <a:ext uri="{FF2B5EF4-FFF2-40B4-BE49-F238E27FC236}">
                    <a16:creationId xmlns:a16="http://schemas.microsoft.com/office/drawing/2014/main" id="{2E720949-CA1E-481A-BBD4-D43806511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blipFill>
                <a:blip r:embed="rId3"/>
                <a:stretch>
                  <a:fillRect r="-597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11">
            <a:extLst>
              <a:ext uri="{FF2B5EF4-FFF2-40B4-BE49-F238E27FC236}">
                <a16:creationId xmlns:a16="http://schemas.microsoft.com/office/drawing/2014/main" id="{6B56D46C-54D4-4A98-947A-1C3554FF0299}"/>
              </a:ext>
            </a:extLst>
          </p:cNvPr>
          <p:cNvSpPr txBox="1"/>
          <p:nvPr/>
        </p:nvSpPr>
        <p:spPr>
          <a:xfrm>
            <a:off x="6089239" y="325080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2853BB71-E3DC-45D3-BD2B-E92A3D1B1EB8}"/>
              </a:ext>
            </a:extLst>
          </p:cNvPr>
          <p:cNvSpPr txBox="1"/>
          <p:nvPr/>
        </p:nvSpPr>
        <p:spPr>
          <a:xfrm>
            <a:off x="6089239" y="44354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101" name="圖形 100">
            <a:extLst>
              <a:ext uri="{FF2B5EF4-FFF2-40B4-BE49-F238E27FC236}">
                <a16:creationId xmlns:a16="http://schemas.microsoft.com/office/drawing/2014/main" id="{DAC84C1E-E257-4F75-823F-C758A2D4EC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r="53142" b="-1"/>
          <a:stretch/>
        </p:blipFill>
        <p:spPr>
          <a:xfrm>
            <a:off x="7344813" y="2678339"/>
            <a:ext cx="224841" cy="172247"/>
          </a:xfrm>
          <a:prstGeom prst="rect">
            <a:avLst/>
          </a:prstGeom>
        </p:spPr>
      </p:pic>
      <p:pic>
        <p:nvPicPr>
          <p:cNvPr id="102" name="圖形 101">
            <a:extLst>
              <a:ext uri="{FF2B5EF4-FFF2-40B4-BE49-F238E27FC236}">
                <a16:creationId xmlns:a16="http://schemas.microsoft.com/office/drawing/2014/main" id="{691395E9-910A-45A1-9B16-0C21C7E176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r="53142" b="-1"/>
          <a:stretch/>
        </p:blipFill>
        <p:spPr>
          <a:xfrm>
            <a:off x="6165661" y="2682333"/>
            <a:ext cx="224841" cy="172247"/>
          </a:xfrm>
          <a:prstGeom prst="rect">
            <a:avLst/>
          </a:prstGeom>
        </p:spPr>
      </p:pic>
      <p:pic>
        <p:nvPicPr>
          <p:cNvPr id="104" name="圖形 103">
            <a:extLst>
              <a:ext uri="{FF2B5EF4-FFF2-40B4-BE49-F238E27FC236}">
                <a16:creationId xmlns:a16="http://schemas.microsoft.com/office/drawing/2014/main" id="{C31FC7F3-56D4-44B4-ADF3-1A616E6B440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9419"/>
          <a:stretch/>
        </p:blipFill>
        <p:spPr>
          <a:xfrm>
            <a:off x="8887279" y="2652939"/>
            <a:ext cx="193146" cy="210531"/>
          </a:xfrm>
          <a:prstGeom prst="rect">
            <a:avLst/>
          </a:prstGeom>
        </p:spPr>
      </p:pic>
      <p:pic>
        <p:nvPicPr>
          <p:cNvPr id="105" name="圖形 104">
            <a:extLst>
              <a:ext uri="{FF2B5EF4-FFF2-40B4-BE49-F238E27FC236}">
                <a16:creationId xmlns:a16="http://schemas.microsoft.com/office/drawing/2014/main" id="{6BC44DA0-C071-4341-B862-D239EC13621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8163"/>
          <a:stretch/>
        </p:blipFill>
        <p:spPr>
          <a:xfrm>
            <a:off x="10248560" y="2648176"/>
            <a:ext cx="201083" cy="210531"/>
          </a:xfrm>
          <a:prstGeom prst="rect">
            <a:avLst/>
          </a:prstGeom>
        </p:spPr>
      </p:pic>
      <p:sp>
        <p:nvSpPr>
          <p:cNvPr id="106" name="矩形 105">
            <a:extLst>
              <a:ext uri="{FF2B5EF4-FFF2-40B4-BE49-F238E27FC236}">
                <a16:creationId xmlns:a16="http://schemas.microsoft.com/office/drawing/2014/main" id="{0641A8E0-A88A-4F7F-A572-6D0AA898EC3D}"/>
              </a:ext>
            </a:extLst>
          </p:cNvPr>
          <p:cNvSpPr/>
          <p:nvPr/>
        </p:nvSpPr>
        <p:spPr>
          <a:xfrm>
            <a:off x="10587471" y="5300614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50C86663-EA1E-4D10-B470-E9DAF06D9698}"/>
              </a:ext>
            </a:extLst>
          </p:cNvPr>
          <p:cNvGrpSpPr/>
          <p:nvPr/>
        </p:nvGrpSpPr>
        <p:grpSpPr>
          <a:xfrm>
            <a:off x="6112329" y="3620399"/>
            <a:ext cx="4743450" cy="477118"/>
            <a:chOff x="6591300" y="4855928"/>
            <a:chExt cx="4743450" cy="4771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1">
                  <a:extLst>
                    <a:ext uri="{FF2B5EF4-FFF2-40B4-BE49-F238E27FC236}">
                      <a16:creationId xmlns:a16="http://schemas.microsoft.com/office/drawing/2014/main" id="{DE2D95C3-EA89-44B1-B5C7-EE0DBBCEFF42}"/>
                    </a:ext>
                  </a:extLst>
                </p:cNvPr>
                <p:cNvSpPr txBox="1"/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   </m:t>
                        </m:r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ℓ,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1">
                  <a:extLst>
                    <a:ext uri="{FF2B5EF4-FFF2-40B4-BE49-F238E27FC236}">
                      <a16:creationId xmlns:a16="http://schemas.microsoft.com/office/drawing/2014/main" id="{DE2D95C3-EA89-44B1-B5C7-EE0DBBCEF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blipFill>
                  <a:blip r:embed="rId8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9" name="圖形 108">
              <a:extLst>
                <a:ext uri="{FF2B5EF4-FFF2-40B4-BE49-F238E27FC236}">
                  <a16:creationId xmlns:a16="http://schemas.microsoft.com/office/drawing/2014/main" id="{AC10A9F6-03BC-4140-B2CC-9C5E310A09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69419"/>
            <a:stretch/>
          </p:blipFill>
          <p:spPr>
            <a:xfrm>
              <a:off x="7759701" y="4983571"/>
              <a:ext cx="193146" cy="210531"/>
            </a:xfrm>
            <a:prstGeom prst="rect">
              <a:avLst/>
            </a:prstGeom>
          </p:spPr>
        </p:pic>
        <p:pic>
          <p:nvPicPr>
            <p:cNvPr id="110" name="圖形 109">
              <a:extLst>
                <a:ext uri="{FF2B5EF4-FFF2-40B4-BE49-F238E27FC236}">
                  <a16:creationId xmlns:a16="http://schemas.microsoft.com/office/drawing/2014/main" id="{5581029C-88A4-4C23-AC8C-EE9BBE8404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69419"/>
            <a:stretch/>
          </p:blipFill>
          <p:spPr>
            <a:xfrm>
              <a:off x="6743701" y="4983571"/>
              <a:ext cx="193146" cy="210531"/>
            </a:xfrm>
            <a:prstGeom prst="rect">
              <a:avLst/>
            </a:prstGeom>
          </p:spPr>
        </p:pic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4F86032B-B8AF-488E-9D35-4F22DD8E7011}"/>
              </a:ext>
            </a:extLst>
          </p:cNvPr>
          <p:cNvGrpSpPr/>
          <p:nvPr/>
        </p:nvGrpSpPr>
        <p:grpSpPr>
          <a:xfrm>
            <a:off x="6264730" y="4856564"/>
            <a:ext cx="5680527" cy="710003"/>
            <a:chOff x="6743701" y="5665736"/>
            <a:chExt cx="5680527" cy="7100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">
                  <a:extLst>
                    <a:ext uri="{FF2B5EF4-FFF2-40B4-BE49-F238E27FC236}">
                      <a16:creationId xmlns:a16="http://schemas.microsoft.com/office/drawing/2014/main" id="{A2186DD2-B95F-4AF1-AC97-E98C5E6FD93C}"/>
                    </a:ext>
                  </a:extLst>
                </p:cNvPr>
                <p:cNvSpPr txBox="1"/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≈−</m:t>
                        </m:r>
                        <m:f>
                          <m:f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1900" b="0" i="0" dirty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sz="1900" b="1" i="1" dirty="0" smtClean="0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+ℓ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4" name="TextBox 11">
                  <a:extLst>
                    <a:ext uri="{FF2B5EF4-FFF2-40B4-BE49-F238E27FC236}">
                      <a16:creationId xmlns:a16="http://schemas.microsoft.com/office/drawing/2014/main" id="{A2186DD2-B95F-4AF1-AC97-E98C5E6FD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6" name="圖形 115">
              <a:extLst>
                <a:ext uri="{FF2B5EF4-FFF2-40B4-BE49-F238E27FC236}">
                  <a16:creationId xmlns:a16="http://schemas.microsoft.com/office/drawing/2014/main" id="{3687E4D9-BF7D-4B8E-A8A8-6952830495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69419"/>
            <a:stretch/>
          </p:blipFill>
          <p:spPr>
            <a:xfrm>
              <a:off x="7912101" y="5920860"/>
              <a:ext cx="193146" cy="210531"/>
            </a:xfrm>
            <a:prstGeom prst="rect">
              <a:avLst/>
            </a:prstGeom>
          </p:spPr>
        </p:pic>
        <p:pic>
          <p:nvPicPr>
            <p:cNvPr id="118" name="圖形 117">
              <a:extLst>
                <a:ext uri="{FF2B5EF4-FFF2-40B4-BE49-F238E27FC236}">
                  <a16:creationId xmlns:a16="http://schemas.microsoft.com/office/drawing/2014/main" id="{EB4EE8B5-076A-4EB6-B164-5A9BEDCF71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69419"/>
            <a:stretch/>
          </p:blipFill>
          <p:spPr>
            <a:xfrm>
              <a:off x="6743701" y="5920860"/>
              <a:ext cx="193146" cy="210531"/>
            </a:xfrm>
            <a:prstGeom prst="rect">
              <a:avLst/>
            </a:prstGeom>
          </p:spPr>
        </p:pic>
      </p:grp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SOI effect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11" name="矩形: 圓角 110">
            <a:extLst>
              <a:ext uri="{FF2B5EF4-FFF2-40B4-BE49-F238E27FC236}">
                <a16:creationId xmlns:a16="http://schemas.microsoft.com/office/drawing/2014/main" id="{436FBC56-B1B9-4F94-A9D6-57EC654686C8}"/>
              </a:ext>
            </a:extLst>
          </p:cNvPr>
          <p:cNvSpPr/>
          <p:nvPr/>
        </p:nvSpPr>
        <p:spPr>
          <a:xfrm>
            <a:off x="145774" y="1059541"/>
            <a:ext cx="5529600" cy="2786745"/>
          </a:xfrm>
          <a:prstGeom prst="roundRect">
            <a:avLst>
              <a:gd name="adj" fmla="val 10061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">
                <a:extLst>
                  <a:ext uri="{FF2B5EF4-FFF2-40B4-BE49-F238E27FC236}">
                    <a16:creationId xmlns:a16="http://schemas.microsoft.com/office/drawing/2014/main" id="{63DBBEF2-393E-470C-BB38-5B7753EDB3BE}"/>
                  </a:ext>
                </a:extLst>
              </p:cNvPr>
              <p:cNvSpPr txBox="1"/>
              <p:nvPr/>
            </p:nvSpPr>
            <p:spPr>
              <a:xfrm>
                <a:off x="377374" y="1486044"/>
                <a:ext cx="4689926" cy="45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9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1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TW" sz="1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sSup>
                        <m:sSupPr>
                          <m:ctrlPr>
                            <a:rPr lang="en-US" altLang="zh-TW" sz="1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altLang="zh-TW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3" name="TextBox 11">
                <a:extLst>
                  <a:ext uri="{FF2B5EF4-FFF2-40B4-BE49-F238E27FC236}">
                    <a16:creationId xmlns:a16="http://schemas.microsoft.com/office/drawing/2014/main" id="{63DBBEF2-393E-470C-BB38-5B7753ED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74" y="1486044"/>
                <a:ext cx="4689926" cy="452303"/>
              </a:xfrm>
              <a:prstGeom prst="rect">
                <a:avLst/>
              </a:prstGeom>
              <a:blipFill>
                <a:blip r:embed="rId10"/>
                <a:stretch>
                  <a:fillRect t="-2703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內容版面配置區 2">
            <a:extLst>
              <a:ext uri="{FF2B5EF4-FFF2-40B4-BE49-F238E27FC236}">
                <a16:creationId xmlns:a16="http://schemas.microsoft.com/office/drawing/2014/main" id="{6B06B26E-6431-4A71-B841-72A8E538992D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solutions: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90E7DD10-64B8-4BB4-BA98-D242ECEEA907}"/>
                  </a:ext>
                </a:extLst>
              </p:cNvPr>
              <p:cNvSpPr txBox="1"/>
              <p:nvPr/>
            </p:nvSpPr>
            <p:spPr>
              <a:xfrm>
                <a:off x="439552" y="3077095"/>
                <a:ext cx="4923023" cy="457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90E7DD10-64B8-4BB4-BA98-D242ECEE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52" y="3077095"/>
                <a:ext cx="4923023" cy="457305"/>
              </a:xfrm>
              <a:prstGeom prst="rect">
                <a:avLst/>
              </a:prstGeom>
              <a:blipFill>
                <a:blip r:embed="rId11"/>
                <a:stretch>
                  <a:fillRect r="-6064"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8E100277-6390-4AA3-9C56-59870D24E711}"/>
              </a:ext>
            </a:extLst>
          </p:cNvPr>
          <p:cNvGrpSpPr/>
          <p:nvPr/>
        </p:nvGrpSpPr>
        <p:grpSpPr>
          <a:xfrm>
            <a:off x="452952" y="2278620"/>
            <a:ext cx="4608075" cy="458202"/>
            <a:chOff x="230625" y="4237344"/>
            <a:chExt cx="4608075" cy="458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BE440DC1-DD93-40DF-B666-AC8FFD4C5F73}"/>
                    </a:ext>
                  </a:extLst>
                </p:cNvPr>
                <p:cNvSpPr txBox="1"/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BE440DC1-DD93-40DF-B666-AC8FFD4C5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601" y="4237344"/>
                  <a:ext cx="2304099" cy="458202"/>
                </a:xfrm>
                <a:prstGeom prst="rect">
                  <a:avLst/>
                </a:prstGeom>
                <a:blipFill>
                  <a:blip r:embed="rId12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11">
                  <a:extLst>
                    <a:ext uri="{FF2B5EF4-FFF2-40B4-BE49-F238E27FC236}">
                      <a16:creationId xmlns:a16="http://schemas.microsoft.com/office/drawing/2014/main" id="{C142566C-C4D8-40DD-89DA-A677273C894B}"/>
                    </a:ext>
                  </a:extLst>
                </p:cNvPr>
                <p:cNvSpPr txBox="1"/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11">
                  <a:extLst>
                    <a:ext uri="{FF2B5EF4-FFF2-40B4-BE49-F238E27FC236}">
                      <a16:creationId xmlns:a16="http://schemas.microsoft.com/office/drawing/2014/main" id="{ADE9BA00-7841-4C72-8634-E30B86FFE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109" y="4279215"/>
                  <a:ext cx="718137" cy="384721"/>
                </a:xfrm>
                <a:prstGeom prst="rect">
                  <a:avLst/>
                </a:prstGeom>
                <a:blipFill>
                  <a:blip r:embed="rId13"/>
                  <a:stretch>
                    <a:fillRect t="-6349" r="-211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3" name="圖形 42">
              <a:extLst>
                <a:ext uri="{FF2B5EF4-FFF2-40B4-BE49-F238E27FC236}">
                  <a16:creationId xmlns:a16="http://schemas.microsoft.com/office/drawing/2014/main" id="{FA33AAE8-FD45-4AFE-8762-FE8AA0E58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r="75099"/>
            <a:stretch/>
          </p:blipFill>
          <p:spPr>
            <a:xfrm>
              <a:off x="230625" y="4318623"/>
              <a:ext cx="969526" cy="325552"/>
            </a:xfrm>
            <a:prstGeom prst="rect">
              <a:avLst/>
            </a:prstGeom>
          </p:spPr>
        </p:pic>
        <p:pic>
          <p:nvPicPr>
            <p:cNvPr id="44" name="圖形 43">
              <a:extLst>
                <a:ext uri="{FF2B5EF4-FFF2-40B4-BE49-F238E27FC236}">
                  <a16:creationId xmlns:a16="http://schemas.microsoft.com/office/drawing/2014/main" id="{A1B85B82-B796-40CB-8241-9D6C95F4E8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35665" r="43419"/>
            <a:stretch/>
          </p:blipFill>
          <p:spPr>
            <a:xfrm>
              <a:off x="1762125" y="4321614"/>
              <a:ext cx="814388" cy="325552"/>
            </a:xfrm>
            <a:prstGeom prst="rect">
              <a:avLst/>
            </a:prstGeom>
          </p:spPr>
        </p:pic>
      </p:grp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27CF90DD-6DEF-470F-A683-1FA0709793AA}"/>
              </a:ext>
            </a:extLst>
          </p:cNvPr>
          <p:cNvSpPr/>
          <p:nvPr/>
        </p:nvSpPr>
        <p:spPr>
          <a:xfrm>
            <a:off x="566557" y="5007429"/>
            <a:ext cx="4586014" cy="1514212"/>
          </a:xfrm>
          <a:prstGeom prst="roundRect">
            <a:avLst>
              <a:gd name="adj" fmla="val 18092"/>
            </a:avLst>
          </a:prstGeom>
          <a:ln w="5715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rgbClr val="00B050"/>
              </a:solidFill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1503F33-B4F5-4072-B4B9-4C2F6E3DA0D1}"/>
              </a:ext>
            </a:extLst>
          </p:cNvPr>
          <p:cNvSpPr/>
          <p:nvPr/>
        </p:nvSpPr>
        <p:spPr>
          <a:xfrm>
            <a:off x="447281" y="4598079"/>
            <a:ext cx="1325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42104CE-4C9C-4979-A2F1-BCADD6AB81E6}"/>
              </a:ext>
            </a:extLst>
          </p:cNvPr>
          <p:cNvSpPr/>
          <p:nvPr/>
        </p:nvSpPr>
        <p:spPr>
          <a:xfrm>
            <a:off x="1144827" y="5238459"/>
            <a:ext cx="34557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in plane-wave basis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內容版面配置區 2">
            <a:extLst>
              <a:ext uri="{FF2B5EF4-FFF2-40B4-BE49-F238E27FC236}">
                <a16:creationId xmlns:a16="http://schemas.microsoft.com/office/drawing/2014/main" id="{ED0C90CB-641A-4B9E-939B-00741F9ECEB7}"/>
              </a:ext>
            </a:extLst>
          </p:cNvPr>
          <p:cNvSpPr txBox="1">
            <a:spLocks/>
          </p:cNvSpPr>
          <p:nvPr/>
        </p:nvSpPr>
        <p:spPr>
          <a:xfrm>
            <a:off x="225906" y="1217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Lorentz :</a:t>
            </a:r>
          </a:p>
        </p:txBody>
      </p:sp>
      <p:sp>
        <p:nvSpPr>
          <p:cNvPr id="143" name="內容版面配置區 2">
            <a:extLst>
              <a:ext uri="{FF2B5EF4-FFF2-40B4-BE49-F238E27FC236}">
                <a16:creationId xmlns:a16="http://schemas.microsoft.com/office/drawing/2014/main" id="{A035F166-E418-466C-92EC-0BAFBB9A4C4E}"/>
              </a:ext>
            </a:extLst>
          </p:cNvPr>
          <p:cNvSpPr txBox="1">
            <a:spLocks/>
          </p:cNvSpPr>
          <p:nvPr/>
        </p:nvSpPr>
        <p:spPr>
          <a:xfrm>
            <a:off x="225906" y="2009788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/ Lorentz :</a:t>
            </a:r>
          </a:p>
        </p:txBody>
      </p:sp>
      <p:sp>
        <p:nvSpPr>
          <p:cNvPr id="144" name="內容版面配置區 2">
            <a:extLst>
              <a:ext uri="{FF2B5EF4-FFF2-40B4-BE49-F238E27FC236}">
                <a16:creationId xmlns:a16="http://schemas.microsoft.com/office/drawing/2014/main" id="{347A7B95-C8DA-487E-BB37-F7D73A2286B1}"/>
              </a:ext>
            </a:extLst>
          </p:cNvPr>
          <p:cNvSpPr txBox="1">
            <a:spLocks/>
          </p:cNvSpPr>
          <p:nvPr/>
        </p:nvSpPr>
        <p:spPr>
          <a:xfrm>
            <a:off x="225906" y="2808263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Coulomb :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8FBD04F-DFA0-41F0-90A7-2B127EACBA67}"/>
              </a:ext>
            </a:extLst>
          </p:cNvPr>
          <p:cNvGrpSpPr/>
          <p:nvPr/>
        </p:nvGrpSpPr>
        <p:grpSpPr>
          <a:xfrm>
            <a:off x="755934" y="5607586"/>
            <a:ext cx="4396638" cy="707373"/>
            <a:chOff x="6347562" y="1937285"/>
            <a:chExt cx="4396638" cy="7073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1">
                  <a:extLst>
                    <a:ext uri="{FF2B5EF4-FFF2-40B4-BE49-F238E27FC236}">
                      <a16:creationId xmlns:a16="http://schemas.microsoft.com/office/drawing/2014/main" id="{15D34607-12DF-4BD3-B1DB-88E3ADFBE9AD}"/>
                    </a:ext>
                  </a:extLst>
                </p:cNvPr>
                <p:cNvSpPr txBox="1"/>
                <p:nvPr/>
              </p:nvSpPr>
              <p:spPr>
                <a:xfrm>
                  <a:off x="6347562" y="1937285"/>
                  <a:ext cx="4396638" cy="7073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trlP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19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zh-TW" sz="19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sSubSup>
                              <m:sSubSup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,ℓ,</m:t>
                                </m:r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altLang="zh-TW" sz="1900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 · </m:t>
                                </m:r>
                                <m:r>
                                  <a:rPr lang="pt-BR" altLang="zh-TW" sz="19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6" name="TextBox 11">
                  <a:extLst>
                    <a:ext uri="{FF2B5EF4-FFF2-40B4-BE49-F238E27FC236}">
                      <a16:creationId xmlns:a16="http://schemas.microsoft.com/office/drawing/2014/main" id="{15D34607-12DF-4BD3-B1DB-88E3ADFBE9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7562" y="1937285"/>
                  <a:ext cx="4396638" cy="70737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1" name="圖形 150">
              <a:extLst>
                <a:ext uri="{FF2B5EF4-FFF2-40B4-BE49-F238E27FC236}">
                  <a16:creationId xmlns:a16="http://schemas.microsoft.com/office/drawing/2014/main" id="{2F4855D1-BB15-4886-AD03-C59A94B60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1" r="53142" b="-1"/>
            <a:stretch/>
          </p:blipFill>
          <p:spPr>
            <a:xfrm>
              <a:off x="8922651" y="2215923"/>
              <a:ext cx="224841" cy="172247"/>
            </a:xfrm>
            <a:prstGeom prst="rect">
              <a:avLst/>
            </a:prstGeom>
          </p:spPr>
        </p:pic>
      </p:grpSp>
      <p:sp>
        <p:nvSpPr>
          <p:cNvPr id="67" name="箭號: 弧形左彎 66">
            <a:extLst>
              <a:ext uri="{FF2B5EF4-FFF2-40B4-BE49-F238E27FC236}">
                <a16:creationId xmlns:a16="http://schemas.microsoft.com/office/drawing/2014/main" id="{BADC73C7-1290-4075-B983-BC67DAD7AA5B}"/>
              </a:ext>
            </a:extLst>
          </p:cNvPr>
          <p:cNvSpPr/>
          <p:nvPr/>
        </p:nvSpPr>
        <p:spPr>
          <a:xfrm rot="19288798" flipH="1">
            <a:off x="4791736" y="3745730"/>
            <a:ext cx="1015200" cy="1703038"/>
          </a:xfrm>
          <a:prstGeom prst="curved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119" name="圖形 118">
            <a:extLst>
              <a:ext uri="{FF2B5EF4-FFF2-40B4-BE49-F238E27FC236}">
                <a16:creationId xmlns:a16="http://schemas.microsoft.com/office/drawing/2014/main" id="{84AC5802-D529-485E-99BB-7A3F4F5FC6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r="53142" b="-1"/>
          <a:stretch/>
        </p:blipFill>
        <p:spPr>
          <a:xfrm>
            <a:off x="6712450" y="1328738"/>
            <a:ext cx="509767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31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SOI effect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74" name="內容版面配置區 2">
            <a:extLst>
              <a:ext uri="{FF2B5EF4-FFF2-40B4-BE49-F238E27FC236}">
                <a16:creationId xmlns:a16="http://schemas.microsoft.com/office/drawing/2014/main" id="{DE9DEF2D-9F08-4552-AE86-EBAA87096021}"/>
              </a:ext>
            </a:extLst>
          </p:cNvPr>
          <p:cNvSpPr txBox="1">
            <a:spLocks/>
          </p:cNvSpPr>
          <p:nvPr/>
        </p:nvSpPr>
        <p:spPr>
          <a:xfrm>
            <a:off x="6258791" y="1946554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44CEAE4C-43C9-4DCA-8614-F958E0C43A61}"/>
                  </a:ext>
                </a:extLst>
              </p:cNvPr>
              <p:cNvSpPr txBox="1"/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3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44CEAE4C-43C9-4DCA-8614-F958E0C43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6C4EBC36-C5FD-4E2E-BA6B-ACDF9D0A04FC}"/>
              </a:ext>
            </a:extLst>
          </p:cNvPr>
          <p:cNvSpPr/>
          <p:nvPr/>
        </p:nvSpPr>
        <p:spPr>
          <a:xfrm>
            <a:off x="6039395" y="2369458"/>
            <a:ext cx="5917474" cy="3526972"/>
          </a:xfrm>
          <a:prstGeom prst="roundRect">
            <a:avLst>
              <a:gd name="adj" fmla="val 9818"/>
            </a:avLst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65D7ADE3-6F8D-4292-9C19-72AAF02928CE}"/>
                  </a:ext>
                </a:extLst>
              </p:cNvPr>
              <p:cNvSpPr txBox="1"/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  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65D7ADE3-6F8D-4292-9C19-72AAF0292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blipFill>
                <a:blip r:embed="rId5"/>
                <a:stretch>
                  <a:fillRect r="-597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11">
            <a:extLst>
              <a:ext uri="{FF2B5EF4-FFF2-40B4-BE49-F238E27FC236}">
                <a16:creationId xmlns:a16="http://schemas.microsoft.com/office/drawing/2014/main" id="{3C6A2C24-E7B8-470D-8A7F-4AB6062EEF0E}"/>
              </a:ext>
            </a:extLst>
          </p:cNvPr>
          <p:cNvSpPr txBox="1"/>
          <p:nvPr/>
        </p:nvSpPr>
        <p:spPr>
          <a:xfrm>
            <a:off x="6089239" y="325080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84" name="TextBox 11">
            <a:extLst>
              <a:ext uri="{FF2B5EF4-FFF2-40B4-BE49-F238E27FC236}">
                <a16:creationId xmlns:a16="http://schemas.microsoft.com/office/drawing/2014/main" id="{25FC2CD4-EF42-489D-982E-64D4DA568B48}"/>
              </a:ext>
            </a:extLst>
          </p:cNvPr>
          <p:cNvSpPr txBox="1"/>
          <p:nvPr/>
        </p:nvSpPr>
        <p:spPr>
          <a:xfrm>
            <a:off x="6089239" y="44354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85" name="圖形 84">
            <a:extLst>
              <a:ext uri="{FF2B5EF4-FFF2-40B4-BE49-F238E27FC236}">
                <a16:creationId xmlns:a16="http://schemas.microsoft.com/office/drawing/2014/main" id="{93C92BA4-E78A-4AC9-B03A-1ADBE39E7D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r="53142" b="-1"/>
          <a:stretch/>
        </p:blipFill>
        <p:spPr>
          <a:xfrm>
            <a:off x="7344813" y="2678339"/>
            <a:ext cx="224841" cy="172247"/>
          </a:xfrm>
          <a:prstGeom prst="rect">
            <a:avLst/>
          </a:prstGeom>
        </p:spPr>
      </p:pic>
      <p:pic>
        <p:nvPicPr>
          <p:cNvPr id="86" name="圖形 85">
            <a:extLst>
              <a:ext uri="{FF2B5EF4-FFF2-40B4-BE49-F238E27FC236}">
                <a16:creationId xmlns:a16="http://schemas.microsoft.com/office/drawing/2014/main" id="{71712854-DBB8-406B-A388-D762901EF5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r="53142" b="-1"/>
          <a:stretch/>
        </p:blipFill>
        <p:spPr>
          <a:xfrm>
            <a:off x="6165661" y="2682333"/>
            <a:ext cx="224841" cy="172247"/>
          </a:xfrm>
          <a:prstGeom prst="rect">
            <a:avLst/>
          </a:prstGeom>
        </p:spPr>
      </p:pic>
      <p:pic>
        <p:nvPicPr>
          <p:cNvPr id="87" name="圖形 86">
            <a:extLst>
              <a:ext uri="{FF2B5EF4-FFF2-40B4-BE49-F238E27FC236}">
                <a16:creationId xmlns:a16="http://schemas.microsoft.com/office/drawing/2014/main" id="{43E82ADB-4CCF-4B94-A128-47BBE591A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9419"/>
          <a:stretch/>
        </p:blipFill>
        <p:spPr>
          <a:xfrm>
            <a:off x="8887279" y="2652939"/>
            <a:ext cx="193146" cy="210531"/>
          </a:xfrm>
          <a:prstGeom prst="rect">
            <a:avLst/>
          </a:prstGeom>
        </p:spPr>
      </p:pic>
      <p:pic>
        <p:nvPicPr>
          <p:cNvPr id="88" name="圖形 87">
            <a:extLst>
              <a:ext uri="{FF2B5EF4-FFF2-40B4-BE49-F238E27FC236}">
                <a16:creationId xmlns:a16="http://schemas.microsoft.com/office/drawing/2014/main" id="{E309D085-6DFD-4B74-82F2-03E8778C6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163"/>
          <a:stretch/>
        </p:blipFill>
        <p:spPr>
          <a:xfrm>
            <a:off x="10248560" y="2648176"/>
            <a:ext cx="201083" cy="210531"/>
          </a:xfrm>
          <a:prstGeom prst="rect">
            <a:avLst/>
          </a:prstGeom>
        </p:spPr>
      </p:pic>
      <p:grpSp>
        <p:nvGrpSpPr>
          <p:cNvPr id="94" name="群組 93">
            <a:extLst>
              <a:ext uri="{FF2B5EF4-FFF2-40B4-BE49-F238E27FC236}">
                <a16:creationId xmlns:a16="http://schemas.microsoft.com/office/drawing/2014/main" id="{A6489FEE-5993-4FB2-B4A2-B5E45B7C8BD1}"/>
              </a:ext>
            </a:extLst>
          </p:cNvPr>
          <p:cNvGrpSpPr/>
          <p:nvPr/>
        </p:nvGrpSpPr>
        <p:grpSpPr>
          <a:xfrm>
            <a:off x="6264730" y="4856564"/>
            <a:ext cx="5680527" cy="710003"/>
            <a:chOff x="6743701" y="5665736"/>
            <a:chExt cx="5680527" cy="7100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11">
                  <a:extLst>
                    <a:ext uri="{FF2B5EF4-FFF2-40B4-BE49-F238E27FC236}">
                      <a16:creationId xmlns:a16="http://schemas.microsoft.com/office/drawing/2014/main" id="{4EDCF4FE-7978-4DC5-9608-20AB5DD56D4E}"/>
                    </a:ext>
                  </a:extLst>
                </p:cNvPr>
                <p:cNvSpPr txBox="1"/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≈−</m:t>
                        </m:r>
                        <m:f>
                          <m:f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1900" b="0" i="0" dirty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sz="1900" b="1" i="1" dirty="0" smtClean="0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+ℓ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Box 11">
                  <a:extLst>
                    <a:ext uri="{FF2B5EF4-FFF2-40B4-BE49-F238E27FC236}">
                      <a16:creationId xmlns:a16="http://schemas.microsoft.com/office/drawing/2014/main" id="{4EDCF4FE-7978-4DC5-9608-20AB5DD56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6" name="圖形 95">
              <a:extLst>
                <a:ext uri="{FF2B5EF4-FFF2-40B4-BE49-F238E27FC236}">
                  <a16:creationId xmlns:a16="http://schemas.microsoft.com/office/drawing/2014/main" id="{8FB92DD1-EBDF-418E-82EB-0A3A340BD9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7912101" y="5920860"/>
              <a:ext cx="193146" cy="210531"/>
            </a:xfrm>
            <a:prstGeom prst="rect">
              <a:avLst/>
            </a:prstGeom>
          </p:spPr>
        </p:pic>
        <p:pic>
          <p:nvPicPr>
            <p:cNvPr id="97" name="圖形 96">
              <a:extLst>
                <a:ext uri="{FF2B5EF4-FFF2-40B4-BE49-F238E27FC236}">
                  <a16:creationId xmlns:a16="http://schemas.microsoft.com/office/drawing/2014/main" id="{42DF1246-F49D-4656-AADD-733C1E663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6743701" y="5920860"/>
              <a:ext cx="193146" cy="210531"/>
            </a:xfrm>
            <a:prstGeom prst="rect">
              <a:avLst/>
            </a:prstGeom>
          </p:spPr>
        </p:pic>
      </p:grpSp>
      <p:sp>
        <p:nvSpPr>
          <p:cNvPr id="98" name="TextBox 11">
            <a:extLst>
              <a:ext uri="{FF2B5EF4-FFF2-40B4-BE49-F238E27FC236}">
                <a16:creationId xmlns:a16="http://schemas.microsoft.com/office/drawing/2014/main" id="{0165B2E0-3B2E-4496-9403-C58831292EB7}"/>
              </a:ext>
            </a:extLst>
          </p:cNvPr>
          <p:cNvSpPr txBox="1"/>
          <p:nvPr/>
        </p:nvSpPr>
        <p:spPr>
          <a:xfrm>
            <a:off x="29525" y="1068223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99" name="TextBox 11">
            <a:extLst>
              <a:ext uri="{FF2B5EF4-FFF2-40B4-BE49-F238E27FC236}">
                <a16:creationId xmlns:a16="http://schemas.microsoft.com/office/drawing/2014/main" id="{FA9859C0-2248-4CEA-BE29-F9E9F05D213C}"/>
              </a:ext>
            </a:extLst>
          </p:cNvPr>
          <p:cNvSpPr txBox="1"/>
          <p:nvPr/>
        </p:nvSpPr>
        <p:spPr>
          <a:xfrm>
            <a:off x="29525" y="31273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63D0EB82-33A7-4E3D-A075-2CF77F68DF8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0063"/>
          <a:stretch/>
        </p:blipFill>
        <p:spPr>
          <a:xfrm>
            <a:off x="86769" y="1479550"/>
            <a:ext cx="5777001" cy="1527134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3D464BB0-4C19-4CEE-A8EB-55A63F3E95B4}"/>
              </a:ext>
            </a:extLst>
          </p:cNvPr>
          <p:cNvGrpSpPr/>
          <p:nvPr/>
        </p:nvGrpSpPr>
        <p:grpSpPr>
          <a:xfrm>
            <a:off x="9239" y="3437346"/>
            <a:ext cx="5921026" cy="3049932"/>
            <a:chOff x="9239" y="3437346"/>
            <a:chExt cx="5921026" cy="3049932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66AE6D31-5CEC-4359-8AED-A33A7685C3A0}"/>
                </a:ext>
              </a:extLst>
            </p:cNvPr>
            <p:cNvGrpSpPr/>
            <p:nvPr/>
          </p:nvGrpSpPr>
          <p:grpSpPr>
            <a:xfrm>
              <a:off x="9239" y="3437346"/>
              <a:ext cx="5921026" cy="3049932"/>
              <a:chOff x="-286" y="4281896"/>
              <a:chExt cx="5921026" cy="3049932"/>
            </a:xfrm>
          </p:grpSpPr>
          <p:pic>
            <p:nvPicPr>
              <p:cNvPr id="36" name="圖片 35">
                <a:extLst>
                  <a:ext uri="{FF2B5EF4-FFF2-40B4-BE49-F238E27FC236}">
                    <a16:creationId xmlns:a16="http://schemas.microsoft.com/office/drawing/2014/main" id="{809170DC-3198-4924-98B6-BDFF626014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34634"/>
              <a:stretch/>
            </p:blipFill>
            <p:spPr>
              <a:xfrm>
                <a:off x="-286" y="4358639"/>
                <a:ext cx="5861971" cy="2973189"/>
              </a:xfrm>
              <a:prstGeom prst="rect">
                <a:avLst/>
              </a:prstGeom>
            </p:spPr>
          </p:pic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AA51EA9D-0FCF-4787-B5DD-F01745904030}"/>
                  </a:ext>
                </a:extLst>
              </p:cNvPr>
              <p:cNvSpPr/>
              <p:nvPr/>
            </p:nvSpPr>
            <p:spPr>
              <a:xfrm>
                <a:off x="5006340" y="4281896"/>
                <a:ext cx="914400" cy="1385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58D2276-6B96-4045-9497-9C57524DD73A}"/>
                </a:ext>
              </a:extLst>
            </p:cNvPr>
            <p:cNvSpPr/>
            <p:nvPr/>
          </p:nvSpPr>
          <p:spPr>
            <a:xfrm>
              <a:off x="4882243" y="3477078"/>
              <a:ext cx="914400" cy="138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42" name="圖形 41">
            <a:extLst>
              <a:ext uri="{FF2B5EF4-FFF2-40B4-BE49-F238E27FC236}">
                <a16:creationId xmlns:a16="http://schemas.microsoft.com/office/drawing/2014/main" id="{4EC1D1F5-CC51-4903-BA6A-D59868999DE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r="53142" b="-1"/>
          <a:stretch/>
        </p:blipFill>
        <p:spPr>
          <a:xfrm>
            <a:off x="6712450" y="1328738"/>
            <a:ext cx="509767" cy="390525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D7AA0813-AC5F-4A42-BA50-FC40167A58AE}"/>
              </a:ext>
            </a:extLst>
          </p:cNvPr>
          <p:cNvGrpSpPr/>
          <p:nvPr/>
        </p:nvGrpSpPr>
        <p:grpSpPr>
          <a:xfrm>
            <a:off x="6112329" y="3620399"/>
            <a:ext cx="4743450" cy="477118"/>
            <a:chOff x="6591300" y="4855928"/>
            <a:chExt cx="4743450" cy="4771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11">
                  <a:extLst>
                    <a:ext uri="{FF2B5EF4-FFF2-40B4-BE49-F238E27FC236}">
                      <a16:creationId xmlns:a16="http://schemas.microsoft.com/office/drawing/2014/main" id="{230C35ED-AEB7-42F5-962A-777EDDD1D4F9}"/>
                    </a:ext>
                  </a:extLst>
                </p:cNvPr>
                <p:cNvSpPr txBox="1"/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   </m:t>
                        </m:r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ℓ,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1">
                  <a:extLst>
                    <a:ext uri="{FF2B5EF4-FFF2-40B4-BE49-F238E27FC236}">
                      <a16:creationId xmlns:a16="http://schemas.microsoft.com/office/drawing/2014/main" id="{DE2D95C3-EA89-44B1-B5C7-EE0DBBCEF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blipFill>
                  <a:blip r:embed="rId8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9" name="圖形 38">
              <a:extLst>
                <a:ext uri="{FF2B5EF4-FFF2-40B4-BE49-F238E27FC236}">
                  <a16:creationId xmlns:a16="http://schemas.microsoft.com/office/drawing/2014/main" id="{3A08D2E6-BCA9-43FA-BDD1-72F134674A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7759701" y="4983571"/>
              <a:ext cx="193146" cy="210531"/>
            </a:xfrm>
            <a:prstGeom prst="rect">
              <a:avLst/>
            </a:prstGeom>
          </p:spPr>
        </p:pic>
        <p:pic>
          <p:nvPicPr>
            <p:cNvPr id="43" name="圖形 42">
              <a:extLst>
                <a:ext uri="{FF2B5EF4-FFF2-40B4-BE49-F238E27FC236}">
                  <a16:creationId xmlns:a16="http://schemas.microsoft.com/office/drawing/2014/main" id="{A0D20D6A-675E-4F37-A7EA-85BD2203AE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6743701" y="4983571"/>
              <a:ext cx="193146" cy="210531"/>
            </a:xfrm>
            <a:prstGeom prst="rect">
              <a:avLst/>
            </a:prstGeom>
          </p:spPr>
        </p:pic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DE8B0F2F-AC5B-45A6-A853-DE61F5C5F9A1}"/>
              </a:ext>
            </a:extLst>
          </p:cNvPr>
          <p:cNvSpPr/>
          <p:nvPr/>
        </p:nvSpPr>
        <p:spPr>
          <a:xfrm>
            <a:off x="10587471" y="5300614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257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SOI effect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539CED67-5E6A-4DA4-886B-0B31B24825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248"/>
          <a:stretch/>
        </p:blipFill>
        <p:spPr>
          <a:xfrm>
            <a:off x="86769" y="1442177"/>
            <a:ext cx="5777001" cy="152146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A2A7E459-1098-485B-A0E8-8C6FD5A66116}"/>
              </a:ext>
            </a:extLst>
          </p:cNvPr>
          <p:cNvGrpSpPr/>
          <p:nvPr/>
        </p:nvGrpSpPr>
        <p:grpSpPr>
          <a:xfrm>
            <a:off x="14954" y="3472395"/>
            <a:ext cx="5861971" cy="1725255"/>
            <a:chOff x="14954" y="3766309"/>
            <a:chExt cx="5861971" cy="172525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72AEDFB6-E51D-4AF6-BE77-65DF0BBF5E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3524"/>
            <a:stretch/>
          </p:blipFill>
          <p:spPr>
            <a:xfrm>
              <a:off x="14954" y="3766309"/>
              <a:ext cx="5861971" cy="1659131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34758D6-1C14-4399-97C6-55AFDEDAEA45}"/>
                </a:ext>
              </a:extLst>
            </p:cNvPr>
            <p:cNvSpPr/>
            <p:nvPr/>
          </p:nvSpPr>
          <p:spPr>
            <a:xfrm>
              <a:off x="266700" y="5353050"/>
              <a:ext cx="914400" cy="138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74" name="內容版面配置區 2">
            <a:extLst>
              <a:ext uri="{FF2B5EF4-FFF2-40B4-BE49-F238E27FC236}">
                <a16:creationId xmlns:a16="http://schemas.microsoft.com/office/drawing/2014/main" id="{DE9DEF2D-9F08-4552-AE86-EBAA87096021}"/>
              </a:ext>
            </a:extLst>
          </p:cNvPr>
          <p:cNvSpPr txBox="1">
            <a:spLocks/>
          </p:cNvSpPr>
          <p:nvPr/>
        </p:nvSpPr>
        <p:spPr>
          <a:xfrm>
            <a:off x="6258791" y="1946554"/>
            <a:ext cx="537446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beam in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spectrum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Coulomb gauge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44CEAE4C-43C9-4DCA-8614-F958E0C43A61}"/>
                  </a:ext>
                </a:extLst>
              </p:cNvPr>
              <p:cNvSpPr txBox="1"/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TW" sz="3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44CEAE4C-43C9-4DCA-8614-F958E0C43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801" y="1146723"/>
                <a:ext cx="1901293" cy="7558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6C4EBC36-C5FD-4E2E-BA6B-ACDF9D0A04FC}"/>
              </a:ext>
            </a:extLst>
          </p:cNvPr>
          <p:cNvSpPr/>
          <p:nvPr/>
        </p:nvSpPr>
        <p:spPr>
          <a:xfrm>
            <a:off x="6039395" y="2369458"/>
            <a:ext cx="5917474" cy="3526972"/>
          </a:xfrm>
          <a:prstGeom prst="roundRect">
            <a:avLst>
              <a:gd name="adj" fmla="val 9818"/>
            </a:avLst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65D7ADE3-6F8D-4292-9C19-72AAF02928CE}"/>
                  </a:ext>
                </a:extLst>
              </p:cNvPr>
              <p:cNvSpPr txBox="1"/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≡   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9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d>
                        <m:dPr>
                          <m:ctrlP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9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ℓ,</m:t>
                          </m:r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  <m:sub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9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9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9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65D7ADE3-6F8D-4292-9C19-72AAF0292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754" y="2526247"/>
                <a:ext cx="5304475" cy="468205"/>
              </a:xfrm>
              <a:prstGeom prst="rect">
                <a:avLst/>
              </a:prstGeom>
              <a:blipFill>
                <a:blip r:embed="rId7"/>
                <a:stretch>
                  <a:fillRect r="-597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11">
            <a:extLst>
              <a:ext uri="{FF2B5EF4-FFF2-40B4-BE49-F238E27FC236}">
                <a16:creationId xmlns:a16="http://schemas.microsoft.com/office/drawing/2014/main" id="{3C6A2C24-E7B8-470D-8A7F-4AB6062EEF0E}"/>
              </a:ext>
            </a:extLst>
          </p:cNvPr>
          <p:cNvSpPr txBox="1"/>
          <p:nvPr/>
        </p:nvSpPr>
        <p:spPr>
          <a:xfrm>
            <a:off x="6089239" y="3250808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84" name="TextBox 11">
            <a:extLst>
              <a:ext uri="{FF2B5EF4-FFF2-40B4-BE49-F238E27FC236}">
                <a16:creationId xmlns:a16="http://schemas.microsoft.com/office/drawing/2014/main" id="{25FC2CD4-EF42-489D-982E-64D4DA568B48}"/>
              </a:ext>
            </a:extLst>
          </p:cNvPr>
          <p:cNvSpPr txBox="1"/>
          <p:nvPr/>
        </p:nvSpPr>
        <p:spPr>
          <a:xfrm>
            <a:off x="6089239" y="44354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85" name="圖形 84">
            <a:extLst>
              <a:ext uri="{FF2B5EF4-FFF2-40B4-BE49-F238E27FC236}">
                <a16:creationId xmlns:a16="http://schemas.microsoft.com/office/drawing/2014/main" id="{93C92BA4-E78A-4AC9-B03A-1ADBE39E7D4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7344813" y="2678339"/>
            <a:ext cx="224841" cy="172247"/>
          </a:xfrm>
          <a:prstGeom prst="rect">
            <a:avLst/>
          </a:prstGeom>
        </p:spPr>
      </p:pic>
      <p:pic>
        <p:nvPicPr>
          <p:cNvPr id="86" name="圖形 85">
            <a:extLst>
              <a:ext uri="{FF2B5EF4-FFF2-40B4-BE49-F238E27FC236}">
                <a16:creationId xmlns:a16="http://schemas.microsoft.com/office/drawing/2014/main" id="{71712854-DBB8-406B-A388-D762901EF50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6165661" y="2682333"/>
            <a:ext cx="224841" cy="172247"/>
          </a:xfrm>
          <a:prstGeom prst="rect">
            <a:avLst/>
          </a:prstGeom>
        </p:spPr>
      </p:pic>
      <p:pic>
        <p:nvPicPr>
          <p:cNvPr id="87" name="圖形 86">
            <a:extLst>
              <a:ext uri="{FF2B5EF4-FFF2-40B4-BE49-F238E27FC236}">
                <a16:creationId xmlns:a16="http://schemas.microsoft.com/office/drawing/2014/main" id="{43E82ADB-4CCF-4B94-A128-47BBE591A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9419"/>
          <a:stretch/>
        </p:blipFill>
        <p:spPr>
          <a:xfrm>
            <a:off x="8887279" y="2652939"/>
            <a:ext cx="193146" cy="210531"/>
          </a:xfrm>
          <a:prstGeom prst="rect">
            <a:avLst/>
          </a:prstGeom>
        </p:spPr>
      </p:pic>
      <p:pic>
        <p:nvPicPr>
          <p:cNvPr id="88" name="圖形 87">
            <a:extLst>
              <a:ext uri="{FF2B5EF4-FFF2-40B4-BE49-F238E27FC236}">
                <a16:creationId xmlns:a16="http://schemas.microsoft.com/office/drawing/2014/main" id="{E309D085-6DFD-4B74-82F2-03E8778C6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163"/>
          <a:stretch/>
        </p:blipFill>
        <p:spPr>
          <a:xfrm>
            <a:off x="10248560" y="2648176"/>
            <a:ext cx="201083" cy="210531"/>
          </a:xfrm>
          <a:prstGeom prst="rect">
            <a:avLst/>
          </a:prstGeom>
        </p:spPr>
      </p:pic>
      <p:grpSp>
        <p:nvGrpSpPr>
          <p:cNvPr id="94" name="群組 93">
            <a:extLst>
              <a:ext uri="{FF2B5EF4-FFF2-40B4-BE49-F238E27FC236}">
                <a16:creationId xmlns:a16="http://schemas.microsoft.com/office/drawing/2014/main" id="{A6489FEE-5993-4FB2-B4A2-B5E45B7C8BD1}"/>
              </a:ext>
            </a:extLst>
          </p:cNvPr>
          <p:cNvGrpSpPr/>
          <p:nvPr/>
        </p:nvGrpSpPr>
        <p:grpSpPr>
          <a:xfrm>
            <a:off x="6264730" y="4856564"/>
            <a:ext cx="5680527" cy="710003"/>
            <a:chOff x="6743701" y="5665736"/>
            <a:chExt cx="5680527" cy="7100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11">
                  <a:extLst>
                    <a:ext uri="{FF2B5EF4-FFF2-40B4-BE49-F238E27FC236}">
                      <a16:creationId xmlns:a16="http://schemas.microsoft.com/office/drawing/2014/main" id="{4EDCF4FE-7978-4DC5-9608-20AB5DD56D4E}"/>
                    </a:ext>
                  </a:extLst>
                </p:cNvPr>
                <p:cNvSpPr txBox="1"/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≈−</m:t>
                        </m:r>
                        <m:f>
                          <m:fPr>
                            <m:ctrlP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1900" b="0" i="0" dirty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sz="1900" b="1" i="1" dirty="0" smtClean="0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+ℓ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Box 11">
                  <a:extLst>
                    <a:ext uri="{FF2B5EF4-FFF2-40B4-BE49-F238E27FC236}">
                      <a16:creationId xmlns:a16="http://schemas.microsoft.com/office/drawing/2014/main" id="{4EDCF4FE-7978-4DC5-9608-20AB5DD56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850" y="5665736"/>
                  <a:ext cx="5623378" cy="71000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6" name="圖形 95">
              <a:extLst>
                <a:ext uri="{FF2B5EF4-FFF2-40B4-BE49-F238E27FC236}">
                  <a16:creationId xmlns:a16="http://schemas.microsoft.com/office/drawing/2014/main" id="{8FB92DD1-EBDF-418E-82EB-0A3A340BD9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7912101" y="5920860"/>
              <a:ext cx="193146" cy="210531"/>
            </a:xfrm>
            <a:prstGeom prst="rect">
              <a:avLst/>
            </a:prstGeom>
          </p:spPr>
        </p:pic>
        <p:pic>
          <p:nvPicPr>
            <p:cNvPr id="97" name="圖形 96">
              <a:extLst>
                <a:ext uri="{FF2B5EF4-FFF2-40B4-BE49-F238E27FC236}">
                  <a16:creationId xmlns:a16="http://schemas.microsoft.com/office/drawing/2014/main" id="{42DF1246-F49D-4656-AADD-733C1E663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6743701" y="5920860"/>
              <a:ext cx="193146" cy="210531"/>
            </a:xfrm>
            <a:prstGeom prst="rect">
              <a:avLst/>
            </a:prstGeom>
          </p:spPr>
        </p:pic>
      </p:grpSp>
      <p:sp>
        <p:nvSpPr>
          <p:cNvPr id="100" name="TextBox 11">
            <a:extLst>
              <a:ext uri="{FF2B5EF4-FFF2-40B4-BE49-F238E27FC236}">
                <a16:creationId xmlns:a16="http://schemas.microsoft.com/office/drawing/2014/main" id="{42C0CE8A-6C9C-419C-AEF6-98FDEF3916B9}"/>
              </a:ext>
            </a:extLst>
          </p:cNvPr>
          <p:cNvSpPr txBox="1"/>
          <p:nvPr/>
        </p:nvSpPr>
        <p:spPr>
          <a:xfrm>
            <a:off x="29525" y="1068223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:</a:t>
            </a:r>
          </a:p>
        </p:txBody>
      </p:sp>
      <p:sp>
        <p:nvSpPr>
          <p:cNvPr id="101" name="TextBox 11">
            <a:extLst>
              <a:ext uri="{FF2B5EF4-FFF2-40B4-BE49-F238E27FC236}">
                <a16:creationId xmlns:a16="http://schemas.microsoft.com/office/drawing/2014/main" id="{1D5408FA-3398-4A22-AA07-9C02B2E105CC}"/>
              </a:ext>
            </a:extLst>
          </p:cNvPr>
          <p:cNvSpPr txBox="1"/>
          <p:nvPr/>
        </p:nvSpPr>
        <p:spPr>
          <a:xfrm>
            <a:off x="29525" y="3127342"/>
            <a:ext cx="532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:</a:t>
            </a:r>
          </a:p>
        </p:txBody>
      </p:sp>
      <p:pic>
        <p:nvPicPr>
          <p:cNvPr id="104" name="圖形 103">
            <a:extLst>
              <a:ext uri="{FF2B5EF4-FFF2-40B4-BE49-F238E27FC236}">
                <a16:creationId xmlns:a16="http://schemas.microsoft.com/office/drawing/2014/main" id="{5DD9D76C-B69C-4E8F-BCC3-1FEACA52BE1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6712450" y="1328738"/>
            <a:ext cx="509767" cy="390525"/>
          </a:xfrm>
          <a:prstGeom prst="rect">
            <a:avLst/>
          </a:prstGeom>
        </p:spPr>
      </p:pic>
      <p:grpSp>
        <p:nvGrpSpPr>
          <p:cNvPr id="32" name="群組 31">
            <a:extLst>
              <a:ext uri="{FF2B5EF4-FFF2-40B4-BE49-F238E27FC236}">
                <a16:creationId xmlns:a16="http://schemas.microsoft.com/office/drawing/2014/main" id="{E8FBEB2D-AC6D-4C1D-8860-E65E9ED2736E}"/>
              </a:ext>
            </a:extLst>
          </p:cNvPr>
          <p:cNvGrpSpPr/>
          <p:nvPr/>
        </p:nvGrpSpPr>
        <p:grpSpPr>
          <a:xfrm>
            <a:off x="6112329" y="3620399"/>
            <a:ext cx="4743450" cy="477118"/>
            <a:chOff x="6591300" y="4855928"/>
            <a:chExt cx="4743450" cy="4771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11">
                  <a:extLst>
                    <a:ext uri="{FF2B5EF4-FFF2-40B4-BE49-F238E27FC236}">
                      <a16:creationId xmlns:a16="http://schemas.microsoft.com/office/drawing/2014/main" id="{9AFF5531-7B9C-4776-8540-7055DB73C3B2}"/>
                    </a:ext>
                  </a:extLst>
                </p:cNvPr>
                <p:cNvSpPr txBox="1"/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   </m:t>
                        </m:r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ℓ,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1">
                  <a:extLst>
                    <a:ext uri="{FF2B5EF4-FFF2-40B4-BE49-F238E27FC236}">
                      <a16:creationId xmlns:a16="http://schemas.microsoft.com/office/drawing/2014/main" id="{DE2D95C3-EA89-44B1-B5C7-EE0DBBCEF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300" y="4855928"/>
                  <a:ext cx="4743450" cy="477118"/>
                </a:xfrm>
                <a:prstGeom prst="rect">
                  <a:avLst/>
                </a:prstGeom>
                <a:blipFill>
                  <a:blip r:embed="rId12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圖形 33">
              <a:extLst>
                <a:ext uri="{FF2B5EF4-FFF2-40B4-BE49-F238E27FC236}">
                  <a16:creationId xmlns:a16="http://schemas.microsoft.com/office/drawing/2014/main" id="{2F58C304-7195-41CC-BFF5-F6EDC82A70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7759701" y="4983571"/>
              <a:ext cx="193146" cy="210531"/>
            </a:xfrm>
            <a:prstGeom prst="rect">
              <a:avLst/>
            </a:prstGeom>
          </p:spPr>
        </p:pic>
        <p:pic>
          <p:nvPicPr>
            <p:cNvPr id="35" name="圖形 34">
              <a:extLst>
                <a:ext uri="{FF2B5EF4-FFF2-40B4-BE49-F238E27FC236}">
                  <a16:creationId xmlns:a16="http://schemas.microsoft.com/office/drawing/2014/main" id="{5A401488-1833-4762-B3E6-7D4B50326D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9419"/>
            <a:stretch/>
          </p:blipFill>
          <p:spPr>
            <a:xfrm>
              <a:off x="6743701" y="4983571"/>
              <a:ext cx="193146" cy="210531"/>
            </a:xfrm>
            <a:prstGeom prst="rect">
              <a:avLst/>
            </a:prstGeom>
          </p:spPr>
        </p:pic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EA6D21AF-97AD-47AE-BE81-CA6D0BDD483F}"/>
              </a:ext>
            </a:extLst>
          </p:cNvPr>
          <p:cNvSpPr/>
          <p:nvPr/>
        </p:nvSpPr>
        <p:spPr>
          <a:xfrm>
            <a:off x="10587471" y="5300614"/>
            <a:ext cx="105348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58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3B99BFFE-B9AA-4553-B351-C6514DE3F6EA}"/>
              </a:ext>
            </a:extLst>
          </p:cNvPr>
          <p:cNvSpPr txBox="1">
            <a:spLocks/>
          </p:cNvSpPr>
          <p:nvPr/>
        </p:nvSpPr>
        <p:spPr>
          <a:xfrm>
            <a:off x="-39317" y="810577"/>
            <a:ext cx="8173667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 vector vortex beams (VVB) by Superimposing LG beams 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F1C69EA-7DE6-41A4-B386-7D8C8AE58E84}"/>
              </a:ext>
            </a:extLst>
          </p:cNvPr>
          <p:cNvGrpSpPr/>
          <p:nvPr/>
        </p:nvGrpSpPr>
        <p:grpSpPr>
          <a:xfrm>
            <a:off x="-3747445" y="2142821"/>
            <a:ext cx="3528017" cy="2628707"/>
            <a:chOff x="7076912" y="1223436"/>
            <a:chExt cx="3528017" cy="2628707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7FC6CD9-789E-4F5C-809B-D9C439E96E43}"/>
                </a:ext>
              </a:extLst>
            </p:cNvPr>
            <p:cNvGrpSpPr/>
            <p:nvPr/>
          </p:nvGrpSpPr>
          <p:grpSpPr>
            <a:xfrm>
              <a:off x="7475055" y="1223436"/>
              <a:ext cx="2800113" cy="1986490"/>
              <a:chOff x="7874871" y="437623"/>
              <a:chExt cx="4686499" cy="332475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FBF12F45-F66B-494A-9F1D-D26E639834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66320"/>
              <a:stretch/>
            </p:blipFill>
            <p:spPr>
              <a:xfrm>
                <a:off x="7915586" y="437623"/>
                <a:ext cx="3070556" cy="1591202"/>
              </a:xfrm>
              <a:prstGeom prst="rect">
                <a:avLst/>
              </a:prstGeom>
            </p:spPr>
          </p:pic>
          <p:pic>
            <p:nvPicPr>
              <p:cNvPr id="151" name="圖片 150">
                <a:extLst>
                  <a:ext uri="{FF2B5EF4-FFF2-40B4-BE49-F238E27FC236}">
                    <a16:creationId xmlns:a16="http://schemas.microsoft.com/office/drawing/2014/main" id="{0EEBBF34-620E-4EAC-B588-535B063F61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33595" r="55451" b="33139"/>
              <a:stretch/>
            </p:blipFill>
            <p:spPr>
              <a:xfrm>
                <a:off x="11138461" y="437623"/>
                <a:ext cx="1367885" cy="1571626"/>
              </a:xfrm>
              <a:prstGeom prst="rect">
                <a:avLst/>
              </a:prstGeom>
            </p:spPr>
          </p:pic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CA8CC689-57C6-46A5-95E1-0FF50F4A7C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6458"/>
              <a:stretch/>
            </p:blipFill>
            <p:spPr>
              <a:xfrm>
                <a:off x="7874871" y="2177580"/>
                <a:ext cx="3070557" cy="1584671"/>
              </a:xfrm>
              <a:prstGeom prst="rect">
                <a:avLst/>
              </a:prstGeom>
            </p:spPr>
          </p:pic>
          <p:pic>
            <p:nvPicPr>
              <p:cNvPr id="154" name="圖片 153">
                <a:extLst>
                  <a:ext uri="{FF2B5EF4-FFF2-40B4-BE49-F238E27FC236}">
                    <a16:creationId xmlns:a16="http://schemas.microsoft.com/office/drawing/2014/main" id="{89D96370-D3D5-4F47-8825-38D2EC266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614" t="33192" b="33139"/>
              <a:stretch/>
            </p:blipFill>
            <p:spPr>
              <a:xfrm>
                <a:off x="11106349" y="2171700"/>
                <a:ext cx="1455021" cy="1590676"/>
              </a:xfrm>
              <a:prstGeom prst="rect">
                <a:avLst/>
              </a:prstGeom>
            </p:spPr>
          </p:pic>
        </p:grp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15A0471-03CC-4B52-A2C8-F9AA515E798A}"/>
                </a:ext>
              </a:extLst>
            </p:cNvPr>
            <p:cNvSpPr/>
            <p:nvPr/>
          </p:nvSpPr>
          <p:spPr>
            <a:xfrm>
              <a:off x="7076912" y="3328923"/>
              <a:ext cx="3528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 </a:t>
              </a:r>
              <a:endPara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de-DE" altLang="zh-TW" sz="1400" dirty="0"/>
                <a:t>F. Steinlechner </a:t>
              </a:r>
              <a:r>
                <a:rPr lang="de-DE" altLang="zh-TW" sz="1400" i="1" dirty="0"/>
                <a:t>et al.</a:t>
              </a:r>
              <a:r>
                <a:rPr lang="de-DE" altLang="zh-TW" sz="1400" dirty="0"/>
                <a:t>, </a:t>
              </a:r>
              <a:r>
                <a:rPr lang="de-DE" altLang="zh-TW" sz="1400" i="1" dirty="0"/>
                <a:t>Sci. Rep.</a:t>
              </a:r>
              <a:r>
                <a:rPr lang="de-DE" altLang="zh-TW" sz="1400" dirty="0"/>
                <a:t> </a:t>
              </a:r>
              <a:r>
                <a:rPr lang="de-DE" altLang="zh-TW" sz="1400" b="1" dirty="0"/>
                <a:t>6</a:t>
              </a:r>
              <a:r>
                <a:rPr lang="de-DE" altLang="zh-TW" sz="1400" dirty="0"/>
                <a:t>, 21390 (2016)</a:t>
              </a:r>
              <a:endParaRPr lang="zh-TW" altLang="en-US" sz="1400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B2B8E9E7-AED3-46F6-B26A-3CE7EFC29772}"/>
              </a:ext>
            </a:extLst>
          </p:cNvPr>
          <p:cNvGrpSpPr/>
          <p:nvPr/>
        </p:nvGrpSpPr>
        <p:grpSpPr>
          <a:xfrm>
            <a:off x="5136811" y="3958347"/>
            <a:ext cx="6310764" cy="2613238"/>
            <a:chOff x="5689808" y="4018456"/>
            <a:chExt cx="6310764" cy="2613238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CBA50CF4-5A3A-4A59-A82B-CF46ACC714E4}"/>
                </a:ext>
              </a:extLst>
            </p:cNvPr>
            <p:cNvGrpSpPr/>
            <p:nvPr/>
          </p:nvGrpSpPr>
          <p:grpSpPr>
            <a:xfrm>
              <a:off x="8064103" y="4337666"/>
              <a:ext cx="1444902" cy="1497416"/>
              <a:chOff x="3721242" y="3310384"/>
              <a:chExt cx="2392791" cy="2479757"/>
            </a:xfrm>
          </p:grpSpPr>
          <p:sp>
            <p:nvSpPr>
              <p:cNvPr id="72" name="Oval 14">
                <a:extLst>
                  <a:ext uri="{FF2B5EF4-FFF2-40B4-BE49-F238E27FC236}">
                    <a16:creationId xmlns:a16="http://schemas.microsoft.com/office/drawing/2014/main" id="{527775FD-4D04-4A24-92C8-A369C2CC2365}"/>
                  </a:ext>
                </a:extLst>
              </p:cNvPr>
              <p:cNvSpPr/>
              <p:nvPr/>
            </p:nvSpPr>
            <p:spPr>
              <a:xfrm>
                <a:off x="4791894" y="3322057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3" name="Oval 4">
                <a:extLst>
                  <a:ext uri="{FF2B5EF4-FFF2-40B4-BE49-F238E27FC236}">
                    <a16:creationId xmlns:a16="http://schemas.microsoft.com/office/drawing/2014/main" id="{4C52FDC4-EA59-4267-BD18-0FFE1213ECE6}"/>
                  </a:ext>
                </a:extLst>
              </p:cNvPr>
              <p:cNvSpPr/>
              <p:nvPr/>
            </p:nvSpPr>
            <p:spPr>
              <a:xfrm>
                <a:off x="3845276" y="3446782"/>
                <a:ext cx="2140546" cy="221733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4" name="Oval 15">
                <a:extLst>
                  <a:ext uri="{FF2B5EF4-FFF2-40B4-BE49-F238E27FC236}">
                    <a16:creationId xmlns:a16="http://schemas.microsoft.com/office/drawing/2014/main" id="{EF3FC69F-AFFE-4E4D-B2CE-4F4687C785B7}"/>
                  </a:ext>
                </a:extLst>
              </p:cNvPr>
              <p:cNvSpPr/>
              <p:nvPr/>
            </p:nvSpPr>
            <p:spPr>
              <a:xfrm>
                <a:off x="4791894" y="5538142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5" name="SHO">
                <a:extLst>
                  <a:ext uri="{FF2B5EF4-FFF2-40B4-BE49-F238E27FC236}">
                    <a16:creationId xmlns:a16="http://schemas.microsoft.com/office/drawing/2014/main" id="{656F6994-1199-4798-83B2-420EF2575EE8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6" name="SVO">
                <a:extLst>
                  <a:ext uri="{FF2B5EF4-FFF2-40B4-BE49-F238E27FC236}">
                    <a16:creationId xmlns:a16="http://schemas.microsoft.com/office/drawing/2014/main" id="{4A64D540-CB18-45A3-8DDC-8758B9BA5FDC}"/>
                  </a:ext>
                </a:extLst>
              </p:cNvPr>
              <p:cNvSpPr/>
              <p:nvPr/>
            </p:nvSpPr>
            <p:spPr>
              <a:xfrm>
                <a:off x="4375829" y="3447523"/>
                <a:ext cx="1070273" cy="2217330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77" name="Oval 6">
                <a:extLst>
                  <a:ext uri="{FF2B5EF4-FFF2-40B4-BE49-F238E27FC236}">
                    <a16:creationId xmlns:a16="http://schemas.microsoft.com/office/drawing/2014/main" id="{F47E64BF-3A94-4C20-BAB6-559B3E393E35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78" name="Partial Circle 9">
                <a:extLst>
                  <a:ext uri="{FF2B5EF4-FFF2-40B4-BE49-F238E27FC236}">
                    <a16:creationId xmlns:a16="http://schemas.microsoft.com/office/drawing/2014/main" id="{6200C083-665F-43F6-AF0E-45806BBFE23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732812" y="4207797"/>
                <a:ext cx="352180" cy="67996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10">
                    <a:extLst>
                      <a:ext uri="{FF2B5EF4-FFF2-40B4-BE49-F238E27FC236}">
                        <a16:creationId xmlns:a16="http://schemas.microsoft.com/office/drawing/2014/main" id="{38EB17A8-7EEF-478C-AC0E-15BCA7086971}"/>
                      </a:ext>
                    </a:extLst>
                  </p:cNvPr>
                  <p:cNvSpPr txBox="1"/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TextBox 10">
                    <a:extLst>
                      <a:ext uri="{FF2B5EF4-FFF2-40B4-BE49-F238E27FC236}">
                        <a16:creationId xmlns:a16="http://schemas.microsoft.com/office/drawing/2014/main" id="{38EB17A8-7EEF-478C-AC0E-15BCA70869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11">
                    <a:extLst>
                      <a:ext uri="{FF2B5EF4-FFF2-40B4-BE49-F238E27FC236}">
                        <a16:creationId xmlns:a16="http://schemas.microsoft.com/office/drawing/2014/main" id="{0F428916-F16F-4C3D-82C5-4FC68C4D109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0" name="TextBox 11">
                    <a:extLst>
                      <a:ext uri="{FF2B5EF4-FFF2-40B4-BE49-F238E27FC236}">
                        <a16:creationId xmlns:a16="http://schemas.microsoft.com/office/drawing/2014/main" id="{0F428916-F16F-4C3D-82C5-4FC68C4D10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22">
                <a:extLst>
                  <a:ext uri="{FF2B5EF4-FFF2-40B4-BE49-F238E27FC236}">
                    <a16:creationId xmlns:a16="http://schemas.microsoft.com/office/drawing/2014/main" id="{E7F51018-257E-4547-A9EC-5B3CE661471B}"/>
                  </a:ext>
                </a:extLst>
              </p:cNvPr>
              <p:cNvSpPr/>
              <p:nvPr/>
            </p:nvSpPr>
            <p:spPr>
              <a:xfrm>
                <a:off x="4790490" y="5538141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12">
                    <a:extLst>
                      <a:ext uri="{FF2B5EF4-FFF2-40B4-BE49-F238E27FC236}">
                        <a16:creationId xmlns:a16="http://schemas.microsoft.com/office/drawing/2014/main" id="{14CF689C-59F6-4C1A-8466-9046C3CE0DC9}"/>
                      </a:ext>
                    </a:extLst>
                  </p:cNvPr>
                  <p:cNvSpPr txBox="1"/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2" name="TextBox 12">
                    <a:extLst>
                      <a:ext uri="{FF2B5EF4-FFF2-40B4-BE49-F238E27FC236}">
                        <a16:creationId xmlns:a16="http://schemas.microsoft.com/office/drawing/2014/main" id="{14CF689C-59F6-4C1A-8466-9046C3CE0D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5385"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13">
                    <a:extLst>
                      <a:ext uri="{FF2B5EF4-FFF2-40B4-BE49-F238E27FC236}">
                        <a16:creationId xmlns:a16="http://schemas.microsoft.com/office/drawing/2014/main" id="{9714FE09-9A4C-41AC-BDAF-DDFAB90C9D00}"/>
                      </a:ext>
                    </a:extLst>
                  </p:cNvPr>
                  <p:cNvSpPr txBox="1"/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3" name="TextBox 13">
                    <a:extLst>
                      <a:ext uri="{FF2B5EF4-FFF2-40B4-BE49-F238E27FC236}">
                        <a16:creationId xmlns:a16="http://schemas.microsoft.com/office/drawing/2014/main" id="{9714FE09-9A4C-41AC-BDAF-DDFAB90C9D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" name="DVO">
                <a:extLst>
                  <a:ext uri="{FF2B5EF4-FFF2-40B4-BE49-F238E27FC236}">
                    <a16:creationId xmlns:a16="http://schemas.microsoft.com/office/drawing/2014/main" id="{A114A0D6-3B28-42BF-BB13-27DAAD0C34E1}"/>
                  </a:ext>
                </a:extLst>
              </p:cNvPr>
              <p:cNvSpPr/>
              <p:nvPr/>
            </p:nvSpPr>
            <p:spPr>
              <a:xfrm flipH="1">
                <a:off x="4375829" y="3447523"/>
                <a:ext cx="1070273" cy="2217330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85" name="Straight Arrow Connector 17">
                <a:extLst>
                  <a:ext uri="{FF2B5EF4-FFF2-40B4-BE49-F238E27FC236}">
                    <a16:creationId xmlns:a16="http://schemas.microsoft.com/office/drawing/2014/main" id="{30BD90CC-B816-4C1D-9B3C-3CAEC6EB40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80724" y="4549013"/>
                <a:ext cx="328471" cy="424757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86" name="Oval 23">
                <a:extLst>
                  <a:ext uri="{FF2B5EF4-FFF2-40B4-BE49-F238E27FC236}">
                    <a16:creationId xmlns:a16="http://schemas.microsoft.com/office/drawing/2014/main" id="{A65046D1-6585-445E-BA68-24DF8D611BB7}"/>
                  </a:ext>
                </a:extLst>
              </p:cNvPr>
              <p:cNvSpPr/>
              <p:nvPr/>
            </p:nvSpPr>
            <p:spPr>
              <a:xfrm>
                <a:off x="5862033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87" name="Partial Circle 9">
                <a:extLst>
                  <a:ext uri="{FF2B5EF4-FFF2-40B4-BE49-F238E27FC236}">
                    <a16:creationId xmlns:a16="http://schemas.microsoft.com/office/drawing/2014/main" id="{2B7EBD6D-12D6-4404-8DE1-C8900A070E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7039" y="4295384"/>
                <a:ext cx="246001" cy="49684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8" name="Straight Arrow Connector 7">
                <a:extLst>
                  <a:ext uri="{FF2B5EF4-FFF2-40B4-BE49-F238E27FC236}">
                    <a16:creationId xmlns:a16="http://schemas.microsoft.com/office/drawing/2014/main" id="{EFA637D0-443E-4744-B348-169F107EC0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6471" y="3891965"/>
                <a:ext cx="2515" cy="660975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10">
                    <a:extLst>
                      <a:ext uri="{FF2B5EF4-FFF2-40B4-BE49-F238E27FC236}">
                        <a16:creationId xmlns:a16="http://schemas.microsoft.com/office/drawing/2014/main" id="{4240A0D3-5703-4004-862C-326D524413B1}"/>
                      </a:ext>
                    </a:extLst>
                  </p:cNvPr>
                  <p:cNvSpPr txBox="1"/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TextBox 10">
                    <a:extLst>
                      <a:ext uri="{FF2B5EF4-FFF2-40B4-BE49-F238E27FC236}">
                        <a16:creationId xmlns:a16="http://schemas.microsoft.com/office/drawing/2014/main" id="{4240A0D3-5703-4004-862C-326D52441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84615" b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0" name="Straight Arrow Connector 19">
                <a:extLst>
                  <a:ext uri="{FF2B5EF4-FFF2-40B4-BE49-F238E27FC236}">
                    <a16:creationId xmlns:a16="http://schemas.microsoft.com/office/drawing/2014/main" id="{3F599A57-4924-40FA-B1CD-2B6558D925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897" y="4549701"/>
                <a:ext cx="290252" cy="23238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18">
                <a:extLst>
                  <a:ext uri="{FF2B5EF4-FFF2-40B4-BE49-F238E27FC236}">
                    <a16:creationId xmlns:a16="http://schemas.microsoft.com/office/drawing/2014/main" id="{CFAF2B0D-6774-43EA-8293-39466B5A6CE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4656933" y="4295511"/>
                <a:ext cx="0" cy="50837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17">
                <a:extLst>
                  <a:ext uri="{FF2B5EF4-FFF2-40B4-BE49-F238E27FC236}">
                    <a16:creationId xmlns:a16="http://schemas.microsoft.com/office/drawing/2014/main" id="{1F29F535-2F1A-4861-8F2A-16E1DAD82B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7207" y="3888283"/>
                <a:ext cx="847803" cy="666541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93" name="Oval 20">
                <a:extLst>
                  <a:ext uri="{FF2B5EF4-FFF2-40B4-BE49-F238E27FC236}">
                    <a16:creationId xmlns:a16="http://schemas.microsoft.com/office/drawing/2014/main" id="{8A0D5B0E-FB19-4F13-AA7C-98316BAA2B33}"/>
                  </a:ext>
                </a:extLst>
              </p:cNvPr>
              <p:cNvSpPr/>
              <p:nvPr/>
            </p:nvSpPr>
            <p:spPr>
              <a:xfrm>
                <a:off x="3721242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94" name="Oval 22">
                <a:extLst>
                  <a:ext uri="{FF2B5EF4-FFF2-40B4-BE49-F238E27FC236}">
                    <a16:creationId xmlns:a16="http://schemas.microsoft.com/office/drawing/2014/main" id="{AD739DCF-DBBC-4E27-BD48-922135D05BD6}"/>
                  </a:ext>
                </a:extLst>
              </p:cNvPr>
              <p:cNvSpPr/>
              <p:nvPr/>
            </p:nvSpPr>
            <p:spPr>
              <a:xfrm>
                <a:off x="4792242" y="3310384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01" name="Oval 23">
                <a:extLst>
                  <a:ext uri="{FF2B5EF4-FFF2-40B4-BE49-F238E27FC236}">
                    <a16:creationId xmlns:a16="http://schemas.microsoft.com/office/drawing/2014/main" id="{8182E179-D0C7-4A03-85CC-8BA7E50264EC}"/>
                  </a:ext>
                </a:extLst>
              </p:cNvPr>
              <p:cNvSpPr/>
              <p:nvPr/>
            </p:nvSpPr>
            <p:spPr>
              <a:xfrm>
                <a:off x="5313839" y="4875217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04" name="Oval 23">
                <a:extLst>
                  <a:ext uri="{FF2B5EF4-FFF2-40B4-BE49-F238E27FC236}">
                    <a16:creationId xmlns:a16="http://schemas.microsoft.com/office/drawing/2014/main" id="{9270BCCD-8B72-4B02-B532-F5734486218E}"/>
                  </a:ext>
                </a:extLst>
              </p:cNvPr>
              <p:cNvSpPr/>
              <p:nvPr/>
            </p:nvSpPr>
            <p:spPr>
              <a:xfrm>
                <a:off x="4111260" y="406661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A3EA72CE-AC9C-4E88-B691-083DC630CD55}"/>
                </a:ext>
              </a:extLst>
            </p:cNvPr>
            <p:cNvGrpSpPr/>
            <p:nvPr/>
          </p:nvGrpSpPr>
          <p:grpSpPr>
            <a:xfrm>
              <a:off x="5766155" y="4301062"/>
              <a:ext cx="2811664" cy="537327"/>
              <a:chOff x="4868017" y="3988894"/>
              <a:chExt cx="2811664" cy="537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字方塊 108">
                    <a:extLst>
                      <a:ext uri="{FF2B5EF4-FFF2-40B4-BE49-F238E27FC236}">
                        <a16:creationId xmlns:a16="http://schemas.microsoft.com/office/drawing/2014/main" id="{B786A8E8-420C-4E74-A53C-E508D3F9A09E}"/>
                      </a:ext>
                    </a:extLst>
                  </p:cNvPr>
                  <p:cNvSpPr txBox="1"/>
                  <p:nvPr/>
                </p:nvSpPr>
                <p:spPr>
                  <a:xfrm>
                    <a:off x="4868017" y="3988894"/>
                    <a:ext cx="2811664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09" name="文字方塊 108">
                    <a:extLst>
                      <a:ext uri="{FF2B5EF4-FFF2-40B4-BE49-F238E27FC236}">
                        <a16:creationId xmlns:a16="http://schemas.microsoft.com/office/drawing/2014/main" id="{B786A8E8-420C-4E74-A53C-E508D3F9A0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017" y="3988894"/>
                    <a:ext cx="2811664" cy="53732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0" name="圖形 109">
                <a:extLst>
                  <a:ext uri="{FF2B5EF4-FFF2-40B4-BE49-F238E27FC236}">
                    <a16:creationId xmlns:a16="http://schemas.microsoft.com/office/drawing/2014/main" id="{BD34C4E8-08A5-4EBD-8D82-A0717BA46F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5430736" y="4233616"/>
                <a:ext cx="143688" cy="110077"/>
              </a:xfrm>
              <a:prstGeom prst="rect">
                <a:avLst/>
              </a:prstGeom>
            </p:spPr>
          </p:pic>
          <p:pic>
            <p:nvPicPr>
              <p:cNvPr id="111" name="圖形 110">
                <a:extLst>
                  <a:ext uri="{FF2B5EF4-FFF2-40B4-BE49-F238E27FC236}">
                    <a16:creationId xmlns:a16="http://schemas.microsoft.com/office/drawing/2014/main" id="{1D4A8A92-4BD0-4B20-B287-E70F5A1196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6556614" y="4244783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E35CFF87-858B-422F-95F9-9535BD2AC806}"/>
                </a:ext>
              </a:extLst>
            </p:cNvPr>
            <p:cNvGrpSpPr/>
            <p:nvPr/>
          </p:nvGrpSpPr>
          <p:grpSpPr>
            <a:xfrm>
              <a:off x="8180613" y="5800916"/>
              <a:ext cx="1301888" cy="326821"/>
              <a:chOff x="5118933" y="9506967"/>
              <a:chExt cx="1301888" cy="3268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9CB68B38-9546-4D60-A1AD-192832924FE7}"/>
                      </a:ext>
                    </a:extLst>
                  </p:cNvPr>
                  <p:cNvSpPr txBox="1"/>
                  <p:nvPr/>
                </p:nvSpPr>
                <p:spPr>
                  <a:xfrm>
                    <a:off x="5118933" y="9506967"/>
                    <a:ext cx="1301888" cy="3268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9CB68B38-9546-4D60-A1AD-192832924F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8933" y="9506967"/>
                    <a:ext cx="1301888" cy="3268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5" name="圖形 114">
                <a:extLst>
                  <a:ext uri="{FF2B5EF4-FFF2-40B4-BE49-F238E27FC236}">
                    <a16:creationId xmlns:a16="http://schemas.microsoft.com/office/drawing/2014/main" id="{FAAF9338-1B66-4419-847E-0FB544EBBF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5375499" y="9648825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75AEF451-7CC2-410C-9331-7FDEE430054D}"/>
                </a:ext>
              </a:extLst>
            </p:cNvPr>
            <p:cNvGrpSpPr/>
            <p:nvPr/>
          </p:nvGrpSpPr>
          <p:grpSpPr>
            <a:xfrm>
              <a:off x="9420928" y="4822429"/>
              <a:ext cx="2579644" cy="537327"/>
              <a:chOff x="8875756" y="4758720"/>
              <a:chExt cx="2579644" cy="537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文字方塊 121">
                    <a:extLst>
                      <a:ext uri="{FF2B5EF4-FFF2-40B4-BE49-F238E27FC236}">
                        <a16:creationId xmlns:a16="http://schemas.microsoft.com/office/drawing/2014/main" id="{0280F6D8-803F-4E71-AE5C-B8B69F368129}"/>
                      </a:ext>
                    </a:extLst>
                  </p:cNvPr>
                  <p:cNvSpPr txBox="1"/>
                  <p:nvPr/>
                </p:nvSpPr>
                <p:spPr>
                  <a:xfrm>
                    <a:off x="8875756" y="4758720"/>
                    <a:ext cx="2579644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22" name="文字方塊 121">
                    <a:extLst>
                      <a:ext uri="{FF2B5EF4-FFF2-40B4-BE49-F238E27FC236}">
                        <a16:creationId xmlns:a16="http://schemas.microsoft.com/office/drawing/2014/main" id="{0280F6D8-803F-4E71-AE5C-B8B69F3681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75756" y="4758720"/>
                    <a:ext cx="2579644" cy="53732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1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23" name="圖形 122">
                <a:extLst>
                  <a:ext uri="{FF2B5EF4-FFF2-40B4-BE49-F238E27FC236}">
                    <a16:creationId xmlns:a16="http://schemas.microsoft.com/office/drawing/2014/main" id="{8C78F831-DDAE-4C3E-81A0-096589AE46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9321117" y="5004401"/>
                <a:ext cx="143688" cy="110077"/>
              </a:xfrm>
              <a:prstGeom prst="rect">
                <a:avLst/>
              </a:prstGeom>
            </p:spPr>
          </p:pic>
          <p:pic>
            <p:nvPicPr>
              <p:cNvPr id="124" name="圖形 123">
                <a:extLst>
                  <a:ext uri="{FF2B5EF4-FFF2-40B4-BE49-F238E27FC236}">
                    <a16:creationId xmlns:a16="http://schemas.microsoft.com/office/drawing/2014/main" id="{FE226B8A-76CC-43C6-BA3B-8F7839007D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10450650" y="5006941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673CA02B-0A94-4ABB-A7D6-3643F00B3016}"/>
                </a:ext>
              </a:extLst>
            </p:cNvPr>
            <p:cNvGrpSpPr/>
            <p:nvPr/>
          </p:nvGrpSpPr>
          <p:grpSpPr>
            <a:xfrm>
              <a:off x="5689808" y="4791800"/>
              <a:ext cx="2398366" cy="537327"/>
              <a:chOff x="4614380" y="4736448"/>
              <a:chExt cx="2398366" cy="537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字方塊 130">
                    <a:extLst>
                      <a:ext uri="{FF2B5EF4-FFF2-40B4-BE49-F238E27FC236}">
                        <a16:creationId xmlns:a16="http://schemas.microsoft.com/office/drawing/2014/main" id="{2E650999-A540-4D32-A495-4E65070B911B}"/>
                      </a:ext>
                    </a:extLst>
                  </p:cNvPr>
                  <p:cNvSpPr txBox="1"/>
                  <p:nvPr/>
                </p:nvSpPr>
                <p:spPr>
                  <a:xfrm>
                    <a:off x="4614380" y="4736448"/>
                    <a:ext cx="2398366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31" name="文字方塊 130">
                    <a:extLst>
                      <a:ext uri="{FF2B5EF4-FFF2-40B4-BE49-F238E27FC236}">
                        <a16:creationId xmlns:a16="http://schemas.microsoft.com/office/drawing/2014/main" id="{2E650999-A540-4D32-A495-4E65070B91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4380" y="4736448"/>
                    <a:ext cx="2398366" cy="53732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1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42" name="圖形 141">
                <a:extLst>
                  <a:ext uri="{FF2B5EF4-FFF2-40B4-BE49-F238E27FC236}">
                    <a16:creationId xmlns:a16="http://schemas.microsoft.com/office/drawing/2014/main" id="{94D7385B-10D7-438C-928D-2B01B1645B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4969283" y="4989797"/>
                <a:ext cx="143688" cy="110077"/>
              </a:xfrm>
              <a:prstGeom prst="rect">
                <a:avLst/>
              </a:prstGeom>
            </p:spPr>
          </p:pic>
          <p:pic>
            <p:nvPicPr>
              <p:cNvPr id="143" name="圖形 142">
                <a:extLst>
                  <a:ext uri="{FF2B5EF4-FFF2-40B4-BE49-F238E27FC236}">
                    <a16:creationId xmlns:a16="http://schemas.microsoft.com/office/drawing/2014/main" id="{17A9B0B8-1EF1-4CAB-8FDE-06B246CB58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6094847" y="4992337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097CB0EC-C283-41D5-8914-B9EC77BA34E6}"/>
                </a:ext>
              </a:extLst>
            </p:cNvPr>
            <p:cNvGrpSpPr/>
            <p:nvPr/>
          </p:nvGrpSpPr>
          <p:grpSpPr>
            <a:xfrm>
              <a:off x="8194971" y="4018456"/>
              <a:ext cx="1192186" cy="317203"/>
              <a:chOff x="5138506" y="6956415"/>
              <a:chExt cx="1192186" cy="3172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字方塊 146">
                    <a:extLst>
                      <a:ext uri="{FF2B5EF4-FFF2-40B4-BE49-F238E27FC236}">
                        <a16:creationId xmlns:a16="http://schemas.microsoft.com/office/drawing/2014/main" id="{CB6B35C6-9467-461F-960F-3AD233E0B252}"/>
                      </a:ext>
                    </a:extLst>
                  </p:cNvPr>
                  <p:cNvSpPr txBox="1"/>
                  <p:nvPr/>
                </p:nvSpPr>
                <p:spPr>
                  <a:xfrm>
                    <a:off x="5138506" y="6956415"/>
                    <a:ext cx="1192186" cy="3172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47" name="文字方塊 146">
                    <a:extLst>
                      <a:ext uri="{FF2B5EF4-FFF2-40B4-BE49-F238E27FC236}">
                        <a16:creationId xmlns:a16="http://schemas.microsoft.com/office/drawing/2014/main" id="{CB6B35C6-9467-461F-960F-3AD233E0B2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8506" y="6956415"/>
                    <a:ext cx="1192186" cy="31720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50" name="圖形 149">
                <a:extLst>
                  <a:ext uri="{FF2B5EF4-FFF2-40B4-BE49-F238E27FC236}">
                    <a16:creationId xmlns:a16="http://schemas.microsoft.com/office/drawing/2014/main" id="{0F7A2642-33C1-460C-8A30-B6437B4F74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5406106" y="7088994"/>
                <a:ext cx="143688" cy="110077"/>
              </a:xfrm>
              <a:prstGeom prst="rect">
                <a:avLst/>
              </a:prstGeom>
            </p:spPr>
          </p:pic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A7196DC8-775B-4753-A2BF-46E065D8C8D4}"/>
                </a:ext>
              </a:extLst>
            </p:cNvPr>
            <p:cNvGrpSpPr/>
            <p:nvPr/>
          </p:nvGrpSpPr>
          <p:grpSpPr>
            <a:xfrm>
              <a:off x="9301013" y="5393114"/>
              <a:ext cx="2353814" cy="537327"/>
              <a:chOff x="8722503" y="5372267"/>
              <a:chExt cx="2353814" cy="5373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字方塊 117">
                    <a:extLst>
                      <a:ext uri="{FF2B5EF4-FFF2-40B4-BE49-F238E27FC236}">
                        <a16:creationId xmlns:a16="http://schemas.microsoft.com/office/drawing/2014/main" id="{CA7C0976-0BBA-48EA-AE8C-3EFC2CD8500F}"/>
                      </a:ext>
                    </a:extLst>
                  </p:cNvPr>
                  <p:cNvSpPr txBox="1"/>
                  <p:nvPr/>
                </p:nvSpPr>
                <p:spPr>
                  <a:xfrm>
                    <a:off x="8722503" y="5372267"/>
                    <a:ext cx="2353814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8" name="文字方塊 117">
                    <a:extLst>
                      <a:ext uri="{FF2B5EF4-FFF2-40B4-BE49-F238E27FC236}">
                        <a16:creationId xmlns:a16="http://schemas.microsoft.com/office/drawing/2014/main" id="{CA7C0976-0BBA-48EA-AE8C-3EFC2CD850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2503" y="5372267"/>
                    <a:ext cx="2353814" cy="53732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9" name="圖形 118">
                <a:extLst>
                  <a:ext uri="{FF2B5EF4-FFF2-40B4-BE49-F238E27FC236}">
                    <a16:creationId xmlns:a16="http://schemas.microsoft.com/office/drawing/2014/main" id="{E5D5863B-A020-4492-B838-253913A7F0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9054949" y="5621123"/>
                <a:ext cx="143688" cy="110077"/>
              </a:xfrm>
              <a:prstGeom prst="rect">
                <a:avLst/>
              </a:prstGeom>
            </p:spPr>
          </p:pic>
          <p:pic>
            <p:nvPicPr>
              <p:cNvPr id="120" name="圖形 119">
                <a:extLst>
                  <a:ext uri="{FF2B5EF4-FFF2-40B4-BE49-F238E27FC236}">
                    <a16:creationId xmlns:a16="http://schemas.microsoft.com/office/drawing/2014/main" id="{AEC6FED9-5DAB-4D50-9D8C-D48FA5E6F3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t="1" r="53142" b="-1"/>
              <a:stretch/>
            </p:blipFill>
            <p:spPr>
              <a:xfrm>
                <a:off x="10178132" y="5623663"/>
                <a:ext cx="143688" cy="110077"/>
              </a:xfrm>
              <a:prstGeom prst="rect">
                <a:avLst/>
              </a:prstGeom>
            </p:spPr>
          </p:pic>
        </p:grp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34724DDE-9A13-4AF7-A060-05D5CF78C8EA}"/>
                </a:ext>
              </a:extLst>
            </p:cNvPr>
            <p:cNvSpPr/>
            <p:nvPr/>
          </p:nvSpPr>
          <p:spPr>
            <a:xfrm>
              <a:off x="7360414" y="6323917"/>
              <a:ext cx="273658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Poincaré sphere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VVB states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F69B33B-1396-4AC0-BC0A-4A048DBF45C1}"/>
              </a:ext>
            </a:extLst>
          </p:cNvPr>
          <p:cNvGrpSpPr/>
          <p:nvPr/>
        </p:nvGrpSpPr>
        <p:grpSpPr>
          <a:xfrm>
            <a:off x="184630" y="1966175"/>
            <a:ext cx="4736142" cy="3829548"/>
            <a:chOff x="75336" y="2274826"/>
            <a:chExt cx="4736142" cy="38295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C940A181-5BD7-49EC-9967-E36C057400CB}"/>
                </a:ext>
              </a:extLst>
            </p:cNvPr>
            <p:cNvSpPr/>
            <p:nvPr/>
          </p:nvSpPr>
          <p:spPr>
            <a:xfrm>
              <a:off x="75336" y="5365710"/>
              <a:ext cx="47361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BF80D3A-0DA8-4D25-8DAE-81B0EB2A9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38432" y="2274826"/>
              <a:ext cx="3518612" cy="3019308"/>
            </a:xfrm>
            <a:prstGeom prst="rect">
              <a:avLst/>
            </a:prstGeom>
          </p:spPr>
        </p:pic>
      </p:grp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5012367" y="1730672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  <p:pic>
          <p:nvPicPr>
            <p:cNvPr id="162" name="圖形 161">
              <a:extLst>
                <a:ext uri="{FF2B5EF4-FFF2-40B4-BE49-F238E27FC236}">
                  <a16:creationId xmlns:a16="http://schemas.microsoft.com/office/drawing/2014/main" id="{5277F830-23E8-4DFA-9FB7-64F034D054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1" r="53142" b="-1"/>
            <a:stretch/>
          </p:blipFill>
          <p:spPr>
            <a:xfrm>
              <a:off x="3540078" y="1247233"/>
              <a:ext cx="224841" cy="172247"/>
            </a:xfrm>
            <a:prstGeom prst="rect">
              <a:avLst/>
            </a:prstGeom>
          </p:spPr>
        </p:pic>
        <p:pic>
          <p:nvPicPr>
            <p:cNvPr id="163" name="圖形 162">
              <a:extLst>
                <a:ext uri="{FF2B5EF4-FFF2-40B4-BE49-F238E27FC236}">
                  <a16:creationId xmlns:a16="http://schemas.microsoft.com/office/drawing/2014/main" id="{99344DFD-BE0F-483C-8234-710AAD632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1" r="53142" b="-1"/>
            <a:stretch/>
          </p:blipFill>
          <p:spPr>
            <a:xfrm>
              <a:off x="5949590" y="1249773"/>
              <a:ext cx="224841" cy="172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6224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3B99BFFE-B9AA-4553-B351-C6514DE3F6EA}"/>
              </a:ext>
            </a:extLst>
          </p:cNvPr>
          <p:cNvSpPr txBox="1">
            <a:spLocks/>
          </p:cNvSpPr>
          <p:nvPr/>
        </p:nvSpPr>
        <p:spPr>
          <a:xfrm>
            <a:off x="-39317" y="810577"/>
            <a:ext cx="8173667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 vector vortex beams (VVB) by Superimposing LG beams 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F1C69EA-7DE6-41A4-B386-7D8C8AE58E84}"/>
              </a:ext>
            </a:extLst>
          </p:cNvPr>
          <p:cNvGrpSpPr/>
          <p:nvPr/>
        </p:nvGrpSpPr>
        <p:grpSpPr>
          <a:xfrm>
            <a:off x="-3747445" y="2142821"/>
            <a:ext cx="3528017" cy="2628707"/>
            <a:chOff x="7076912" y="1223436"/>
            <a:chExt cx="3528017" cy="2628707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7FC6CD9-789E-4F5C-809B-D9C439E96E43}"/>
                </a:ext>
              </a:extLst>
            </p:cNvPr>
            <p:cNvGrpSpPr/>
            <p:nvPr/>
          </p:nvGrpSpPr>
          <p:grpSpPr>
            <a:xfrm>
              <a:off x="7475055" y="1223436"/>
              <a:ext cx="2800113" cy="1986490"/>
              <a:chOff x="7874871" y="437623"/>
              <a:chExt cx="4686499" cy="332475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FBF12F45-F66B-494A-9F1D-D26E639834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66320"/>
              <a:stretch/>
            </p:blipFill>
            <p:spPr>
              <a:xfrm>
                <a:off x="7915586" y="437623"/>
                <a:ext cx="3070556" cy="1591202"/>
              </a:xfrm>
              <a:prstGeom prst="rect">
                <a:avLst/>
              </a:prstGeom>
            </p:spPr>
          </p:pic>
          <p:pic>
            <p:nvPicPr>
              <p:cNvPr id="151" name="圖片 150">
                <a:extLst>
                  <a:ext uri="{FF2B5EF4-FFF2-40B4-BE49-F238E27FC236}">
                    <a16:creationId xmlns:a16="http://schemas.microsoft.com/office/drawing/2014/main" id="{0EEBBF34-620E-4EAC-B588-535B063F61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33595" r="55451" b="33139"/>
              <a:stretch/>
            </p:blipFill>
            <p:spPr>
              <a:xfrm>
                <a:off x="11138461" y="437623"/>
                <a:ext cx="1367885" cy="1571626"/>
              </a:xfrm>
              <a:prstGeom prst="rect">
                <a:avLst/>
              </a:prstGeom>
            </p:spPr>
          </p:pic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CA8CC689-57C6-46A5-95E1-0FF50F4A7C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6458"/>
              <a:stretch/>
            </p:blipFill>
            <p:spPr>
              <a:xfrm>
                <a:off x="7874871" y="2177580"/>
                <a:ext cx="3070557" cy="1584671"/>
              </a:xfrm>
              <a:prstGeom prst="rect">
                <a:avLst/>
              </a:prstGeom>
            </p:spPr>
          </p:pic>
          <p:pic>
            <p:nvPicPr>
              <p:cNvPr id="154" name="圖片 153">
                <a:extLst>
                  <a:ext uri="{FF2B5EF4-FFF2-40B4-BE49-F238E27FC236}">
                    <a16:creationId xmlns:a16="http://schemas.microsoft.com/office/drawing/2014/main" id="{89D96370-D3D5-4F47-8825-38D2EC266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614" t="33192" b="33139"/>
              <a:stretch/>
            </p:blipFill>
            <p:spPr>
              <a:xfrm>
                <a:off x="11106349" y="2171700"/>
                <a:ext cx="1455021" cy="1590676"/>
              </a:xfrm>
              <a:prstGeom prst="rect">
                <a:avLst/>
              </a:prstGeom>
            </p:spPr>
          </p:pic>
        </p:grp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15A0471-03CC-4B52-A2C8-F9AA515E798A}"/>
                </a:ext>
              </a:extLst>
            </p:cNvPr>
            <p:cNvSpPr/>
            <p:nvPr/>
          </p:nvSpPr>
          <p:spPr>
            <a:xfrm>
              <a:off x="7076912" y="3328923"/>
              <a:ext cx="3528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 </a:t>
              </a:r>
              <a:endPara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de-DE" altLang="zh-TW" sz="1400" dirty="0"/>
                <a:t>F. Steinlechner </a:t>
              </a:r>
              <a:r>
                <a:rPr lang="de-DE" altLang="zh-TW" sz="1400" i="1" dirty="0"/>
                <a:t>et al.</a:t>
              </a:r>
              <a:r>
                <a:rPr lang="de-DE" altLang="zh-TW" sz="1400" dirty="0"/>
                <a:t>, </a:t>
              </a:r>
              <a:r>
                <a:rPr lang="de-DE" altLang="zh-TW" sz="1400" i="1" dirty="0"/>
                <a:t>Sci. Rep.</a:t>
              </a:r>
              <a:r>
                <a:rPr lang="de-DE" altLang="zh-TW" sz="1400" dirty="0"/>
                <a:t> </a:t>
              </a:r>
              <a:r>
                <a:rPr lang="de-DE" altLang="zh-TW" sz="1400" b="1" dirty="0"/>
                <a:t>6</a:t>
              </a:r>
              <a:r>
                <a:rPr lang="de-DE" altLang="zh-TW" sz="1400" dirty="0"/>
                <a:t>, 21390 (2016)</a:t>
              </a:r>
              <a:endParaRPr lang="zh-TW" altLang="en-US" sz="1400" dirty="0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F69B33B-1396-4AC0-BC0A-4A048DBF45C1}"/>
              </a:ext>
            </a:extLst>
          </p:cNvPr>
          <p:cNvGrpSpPr/>
          <p:nvPr/>
        </p:nvGrpSpPr>
        <p:grpSpPr>
          <a:xfrm>
            <a:off x="184630" y="1966175"/>
            <a:ext cx="4736142" cy="3829548"/>
            <a:chOff x="75336" y="2274826"/>
            <a:chExt cx="4736142" cy="38295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C940A181-5BD7-49EC-9967-E36C057400CB}"/>
                </a:ext>
              </a:extLst>
            </p:cNvPr>
            <p:cNvSpPr/>
            <p:nvPr/>
          </p:nvSpPr>
          <p:spPr>
            <a:xfrm>
              <a:off x="75336" y="5365710"/>
              <a:ext cx="47361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BF80D3A-0DA8-4D25-8DAE-81B0EB2A9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432" y="2274826"/>
              <a:ext cx="3518612" cy="3019308"/>
            </a:xfrm>
            <a:prstGeom prst="rect">
              <a:avLst/>
            </a:prstGeom>
          </p:spPr>
        </p:pic>
      </p:grp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694814F9-1BF8-427B-B52D-BD8331B6C85C}"/>
              </a:ext>
            </a:extLst>
          </p:cNvPr>
          <p:cNvGrpSpPr/>
          <p:nvPr/>
        </p:nvGrpSpPr>
        <p:grpSpPr>
          <a:xfrm>
            <a:off x="5012367" y="1730672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1">
                  <a:extLst>
                    <a:ext uri="{FF2B5EF4-FFF2-40B4-BE49-F238E27FC236}">
                      <a16:creationId xmlns:a16="http://schemas.microsoft.com/office/drawing/2014/main" id="{9B2C0833-586C-4C71-98CF-51B799FEF7D6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7" name="TextBox 11">
                  <a:extLst>
                    <a:ext uri="{FF2B5EF4-FFF2-40B4-BE49-F238E27FC236}">
                      <a16:creationId xmlns:a16="http://schemas.microsoft.com/office/drawing/2014/main" id="{9B2C0833-586C-4C71-98CF-51B799FEF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8" name="圖形 177">
              <a:extLst>
                <a:ext uri="{FF2B5EF4-FFF2-40B4-BE49-F238E27FC236}">
                  <a16:creationId xmlns:a16="http://schemas.microsoft.com/office/drawing/2014/main" id="{CB92C13E-9AB6-4F6F-8E7D-A0887EEC4B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  <p:pic>
          <p:nvPicPr>
            <p:cNvPr id="179" name="圖形 178">
              <a:extLst>
                <a:ext uri="{FF2B5EF4-FFF2-40B4-BE49-F238E27FC236}">
                  <a16:creationId xmlns:a16="http://schemas.microsoft.com/office/drawing/2014/main" id="{BF5C55A1-5902-4EBB-AA75-1B031D93A0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3540078" y="1247233"/>
              <a:ext cx="224841" cy="172247"/>
            </a:xfrm>
            <a:prstGeom prst="rect">
              <a:avLst/>
            </a:prstGeom>
          </p:spPr>
        </p:pic>
        <p:pic>
          <p:nvPicPr>
            <p:cNvPr id="180" name="圖形 179">
              <a:extLst>
                <a:ext uri="{FF2B5EF4-FFF2-40B4-BE49-F238E27FC236}">
                  <a16:creationId xmlns:a16="http://schemas.microsoft.com/office/drawing/2014/main" id="{3AAF1AF1-D5AF-4DAE-A9FA-5A7A90FC96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5949590" y="1249773"/>
              <a:ext cx="224841" cy="172247"/>
            </a:xfrm>
            <a:prstGeom prst="rect">
              <a:avLst/>
            </a:prstGeom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6C28B46D-0BA2-42F4-A7D3-7E2C225865F6}"/>
              </a:ext>
            </a:extLst>
          </p:cNvPr>
          <p:cNvGrpSpPr/>
          <p:nvPr/>
        </p:nvGrpSpPr>
        <p:grpSpPr>
          <a:xfrm>
            <a:off x="6728254" y="2611968"/>
            <a:ext cx="4629024" cy="476862"/>
            <a:chOff x="6756829" y="2697693"/>
            <a:chExt cx="4629024" cy="4768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63CAE041-513F-42A0-AC61-C07BA73A786F}"/>
                    </a:ext>
                  </a:extLst>
                </p:cNvPr>
                <p:cNvSpPr/>
                <p:nvPr/>
              </p:nvSpPr>
              <p:spPr>
                <a:xfrm>
                  <a:off x="6756829" y="2697693"/>
                  <a:ext cx="4629024" cy="4768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63CAE041-513F-42A0-AC61-C07BA73A78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829" y="2697693"/>
                  <a:ext cx="4629024" cy="47686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1" name="圖形 180">
              <a:extLst>
                <a:ext uri="{FF2B5EF4-FFF2-40B4-BE49-F238E27FC236}">
                  <a16:creationId xmlns:a16="http://schemas.microsoft.com/office/drawing/2014/main" id="{F876ADDB-F61B-4168-8A73-7E15BE801F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177859" y="2878050"/>
              <a:ext cx="224841" cy="172247"/>
            </a:xfrm>
            <a:prstGeom prst="rect">
              <a:avLst/>
            </a:prstGeom>
          </p:spPr>
        </p:pic>
        <p:pic>
          <p:nvPicPr>
            <p:cNvPr id="182" name="圖形 181">
              <a:extLst>
                <a:ext uri="{FF2B5EF4-FFF2-40B4-BE49-F238E27FC236}">
                  <a16:creationId xmlns:a16="http://schemas.microsoft.com/office/drawing/2014/main" id="{50DB2CB0-F348-4798-8630-DC0B3D70E8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9339721" y="2880590"/>
              <a:ext cx="224841" cy="172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4872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3B99BFFE-B9AA-4553-B351-C6514DE3F6EA}"/>
              </a:ext>
            </a:extLst>
          </p:cNvPr>
          <p:cNvSpPr txBox="1">
            <a:spLocks/>
          </p:cNvSpPr>
          <p:nvPr/>
        </p:nvSpPr>
        <p:spPr>
          <a:xfrm>
            <a:off x="-39317" y="810577"/>
            <a:ext cx="8173667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 vector vortex beams (VVB) by Superimposing LG beams 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F1C69EA-7DE6-41A4-B386-7D8C8AE58E84}"/>
              </a:ext>
            </a:extLst>
          </p:cNvPr>
          <p:cNvGrpSpPr/>
          <p:nvPr/>
        </p:nvGrpSpPr>
        <p:grpSpPr>
          <a:xfrm>
            <a:off x="-3747445" y="2142821"/>
            <a:ext cx="3528017" cy="2628707"/>
            <a:chOff x="7076912" y="1223436"/>
            <a:chExt cx="3528017" cy="2628707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7FC6CD9-789E-4F5C-809B-D9C439E96E43}"/>
                </a:ext>
              </a:extLst>
            </p:cNvPr>
            <p:cNvGrpSpPr/>
            <p:nvPr/>
          </p:nvGrpSpPr>
          <p:grpSpPr>
            <a:xfrm>
              <a:off x="7475055" y="1223436"/>
              <a:ext cx="2800113" cy="1986490"/>
              <a:chOff x="7874871" y="437623"/>
              <a:chExt cx="4686499" cy="332475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FBF12F45-F66B-494A-9F1D-D26E639834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66320"/>
              <a:stretch/>
            </p:blipFill>
            <p:spPr>
              <a:xfrm>
                <a:off x="7915586" y="437623"/>
                <a:ext cx="3070556" cy="1591202"/>
              </a:xfrm>
              <a:prstGeom prst="rect">
                <a:avLst/>
              </a:prstGeom>
            </p:spPr>
          </p:pic>
          <p:pic>
            <p:nvPicPr>
              <p:cNvPr id="151" name="圖片 150">
                <a:extLst>
                  <a:ext uri="{FF2B5EF4-FFF2-40B4-BE49-F238E27FC236}">
                    <a16:creationId xmlns:a16="http://schemas.microsoft.com/office/drawing/2014/main" id="{0EEBBF34-620E-4EAC-B588-535B063F61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33595" r="55451" b="33139"/>
              <a:stretch/>
            </p:blipFill>
            <p:spPr>
              <a:xfrm>
                <a:off x="11138461" y="437623"/>
                <a:ext cx="1367885" cy="1571626"/>
              </a:xfrm>
              <a:prstGeom prst="rect">
                <a:avLst/>
              </a:prstGeom>
            </p:spPr>
          </p:pic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CA8CC689-57C6-46A5-95E1-0FF50F4A7C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6458"/>
              <a:stretch/>
            </p:blipFill>
            <p:spPr>
              <a:xfrm>
                <a:off x="7874871" y="2177580"/>
                <a:ext cx="3070557" cy="1584671"/>
              </a:xfrm>
              <a:prstGeom prst="rect">
                <a:avLst/>
              </a:prstGeom>
            </p:spPr>
          </p:pic>
          <p:pic>
            <p:nvPicPr>
              <p:cNvPr id="154" name="圖片 153">
                <a:extLst>
                  <a:ext uri="{FF2B5EF4-FFF2-40B4-BE49-F238E27FC236}">
                    <a16:creationId xmlns:a16="http://schemas.microsoft.com/office/drawing/2014/main" id="{89D96370-D3D5-4F47-8825-38D2EC266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614" t="33192" b="33139"/>
              <a:stretch/>
            </p:blipFill>
            <p:spPr>
              <a:xfrm>
                <a:off x="11106349" y="2171700"/>
                <a:ext cx="1455021" cy="1590676"/>
              </a:xfrm>
              <a:prstGeom prst="rect">
                <a:avLst/>
              </a:prstGeom>
            </p:spPr>
          </p:pic>
        </p:grp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15A0471-03CC-4B52-A2C8-F9AA515E798A}"/>
                </a:ext>
              </a:extLst>
            </p:cNvPr>
            <p:cNvSpPr/>
            <p:nvPr/>
          </p:nvSpPr>
          <p:spPr>
            <a:xfrm>
              <a:off x="7076912" y="3328923"/>
              <a:ext cx="3528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 </a:t>
              </a:r>
              <a:endParaRPr lang="en-US" altLang="zh-TW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de-DE" altLang="zh-TW" sz="1400" dirty="0"/>
                <a:t>F. Steinlechner </a:t>
              </a:r>
              <a:r>
                <a:rPr lang="de-DE" altLang="zh-TW" sz="1400" i="1" dirty="0"/>
                <a:t>et al.</a:t>
              </a:r>
              <a:r>
                <a:rPr lang="de-DE" altLang="zh-TW" sz="1400" dirty="0"/>
                <a:t>, </a:t>
              </a:r>
              <a:r>
                <a:rPr lang="de-DE" altLang="zh-TW" sz="1400" i="1" dirty="0"/>
                <a:t>Sci. Rep.</a:t>
              </a:r>
              <a:r>
                <a:rPr lang="de-DE" altLang="zh-TW" sz="1400" dirty="0"/>
                <a:t> </a:t>
              </a:r>
              <a:r>
                <a:rPr lang="de-DE" altLang="zh-TW" sz="1400" b="1" dirty="0"/>
                <a:t>6</a:t>
              </a:r>
              <a:r>
                <a:rPr lang="de-DE" altLang="zh-TW" sz="1400" dirty="0"/>
                <a:t>, 21390 (2016)</a:t>
              </a:r>
              <a:endParaRPr lang="zh-TW" altLang="en-US" sz="1400" dirty="0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F69B33B-1396-4AC0-BC0A-4A048DBF45C1}"/>
              </a:ext>
            </a:extLst>
          </p:cNvPr>
          <p:cNvGrpSpPr/>
          <p:nvPr/>
        </p:nvGrpSpPr>
        <p:grpSpPr>
          <a:xfrm>
            <a:off x="184630" y="1966175"/>
            <a:ext cx="4736142" cy="3829548"/>
            <a:chOff x="75336" y="2274826"/>
            <a:chExt cx="4736142" cy="38295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C940A181-5BD7-49EC-9967-E36C057400CB}"/>
                </a:ext>
              </a:extLst>
            </p:cNvPr>
            <p:cNvSpPr/>
            <p:nvPr/>
          </p:nvSpPr>
          <p:spPr>
            <a:xfrm>
              <a:off x="75336" y="5365710"/>
              <a:ext cx="473614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LG beams and vector vortex beams</a:t>
              </a:r>
              <a:r>
                <a: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(transverse plane)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Reproduced from Miles J. Padgett, International School on Parametric Nonlinear Optics (2015)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BF80D3A-0DA8-4D25-8DAE-81B0EB2A9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432" y="2274826"/>
              <a:ext cx="3518612" cy="3019308"/>
            </a:xfrm>
            <a:prstGeom prst="rect">
              <a:avLst/>
            </a:prstGeom>
          </p:spPr>
        </p:pic>
      </p:grp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694814F9-1BF8-427B-B52D-BD8331B6C85C}"/>
              </a:ext>
            </a:extLst>
          </p:cNvPr>
          <p:cNvGrpSpPr/>
          <p:nvPr/>
        </p:nvGrpSpPr>
        <p:grpSpPr>
          <a:xfrm>
            <a:off x="5012367" y="1730672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1">
                  <a:extLst>
                    <a:ext uri="{FF2B5EF4-FFF2-40B4-BE49-F238E27FC236}">
                      <a16:creationId xmlns:a16="http://schemas.microsoft.com/office/drawing/2014/main" id="{9B2C0833-586C-4C71-98CF-51B799FEF7D6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7" name="TextBox 11">
                  <a:extLst>
                    <a:ext uri="{FF2B5EF4-FFF2-40B4-BE49-F238E27FC236}">
                      <a16:creationId xmlns:a16="http://schemas.microsoft.com/office/drawing/2014/main" id="{9B2C0833-586C-4C71-98CF-51B799FEF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8" name="圖形 177">
              <a:extLst>
                <a:ext uri="{FF2B5EF4-FFF2-40B4-BE49-F238E27FC236}">
                  <a16:creationId xmlns:a16="http://schemas.microsoft.com/office/drawing/2014/main" id="{CB92C13E-9AB6-4F6F-8E7D-A0887EEC4B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  <p:pic>
          <p:nvPicPr>
            <p:cNvPr id="179" name="圖形 178">
              <a:extLst>
                <a:ext uri="{FF2B5EF4-FFF2-40B4-BE49-F238E27FC236}">
                  <a16:creationId xmlns:a16="http://schemas.microsoft.com/office/drawing/2014/main" id="{BF5C55A1-5902-4EBB-AA75-1B031D93A0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3540078" y="1247233"/>
              <a:ext cx="224841" cy="172247"/>
            </a:xfrm>
            <a:prstGeom prst="rect">
              <a:avLst/>
            </a:prstGeom>
          </p:spPr>
        </p:pic>
        <p:pic>
          <p:nvPicPr>
            <p:cNvPr id="180" name="圖形 179">
              <a:extLst>
                <a:ext uri="{FF2B5EF4-FFF2-40B4-BE49-F238E27FC236}">
                  <a16:creationId xmlns:a16="http://schemas.microsoft.com/office/drawing/2014/main" id="{3AAF1AF1-D5AF-4DAE-A9FA-5A7A90FC96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5949590" y="1249773"/>
              <a:ext cx="224841" cy="172247"/>
            </a:xfrm>
            <a:prstGeom prst="rect">
              <a:avLst/>
            </a:prstGeom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6C28B46D-0BA2-42F4-A7D3-7E2C225865F6}"/>
              </a:ext>
            </a:extLst>
          </p:cNvPr>
          <p:cNvGrpSpPr/>
          <p:nvPr/>
        </p:nvGrpSpPr>
        <p:grpSpPr>
          <a:xfrm>
            <a:off x="6728254" y="2611968"/>
            <a:ext cx="4629024" cy="476862"/>
            <a:chOff x="6756829" y="2697693"/>
            <a:chExt cx="4629024" cy="4768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63CAE041-513F-42A0-AC61-C07BA73A786F}"/>
                    </a:ext>
                  </a:extLst>
                </p:cNvPr>
                <p:cNvSpPr/>
                <p:nvPr/>
              </p:nvSpPr>
              <p:spPr>
                <a:xfrm>
                  <a:off x="6756829" y="2697693"/>
                  <a:ext cx="4629024" cy="4768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900" i="1" dirty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4" name="矩形 163">
                  <a:extLst>
                    <a:ext uri="{FF2B5EF4-FFF2-40B4-BE49-F238E27FC236}">
                      <a16:creationId xmlns:a16="http://schemas.microsoft.com/office/drawing/2014/main" id="{63CAE041-513F-42A0-AC61-C07BA73A78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829" y="2697693"/>
                  <a:ext cx="4629024" cy="47686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1" name="圖形 180">
              <a:extLst>
                <a:ext uri="{FF2B5EF4-FFF2-40B4-BE49-F238E27FC236}">
                  <a16:creationId xmlns:a16="http://schemas.microsoft.com/office/drawing/2014/main" id="{F876ADDB-F61B-4168-8A73-7E15BE801F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177859" y="2878050"/>
              <a:ext cx="224841" cy="172247"/>
            </a:xfrm>
            <a:prstGeom prst="rect">
              <a:avLst/>
            </a:prstGeom>
          </p:spPr>
        </p:pic>
        <p:pic>
          <p:nvPicPr>
            <p:cNvPr id="182" name="圖形 181">
              <a:extLst>
                <a:ext uri="{FF2B5EF4-FFF2-40B4-BE49-F238E27FC236}">
                  <a16:creationId xmlns:a16="http://schemas.microsoft.com/office/drawing/2014/main" id="{50DB2CB0-F348-4798-8630-DC0B3D70E8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9339721" y="2880590"/>
              <a:ext cx="224841" cy="172247"/>
            </a:xfrm>
            <a:prstGeom prst="rect">
              <a:avLst/>
            </a:prstGeom>
          </p:spPr>
        </p:pic>
      </p:grpSp>
      <p:grpSp>
        <p:nvGrpSpPr>
          <p:cNvPr id="184" name="群組 183">
            <a:extLst>
              <a:ext uri="{FF2B5EF4-FFF2-40B4-BE49-F238E27FC236}">
                <a16:creationId xmlns:a16="http://schemas.microsoft.com/office/drawing/2014/main" id="{9D39EC40-E111-4913-A272-70A9B74B13A9}"/>
              </a:ext>
            </a:extLst>
          </p:cNvPr>
          <p:cNvGrpSpPr/>
          <p:nvPr/>
        </p:nvGrpSpPr>
        <p:grpSpPr>
          <a:xfrm>
            <a:off x="7001105" y="3524298"/>
            <a:ext cx="4896836" cy="312073"/>
            <a:chOff x="14379" y="1317211"/>
            <a:chExt cx="4896836" cy="3120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F412CE6F-60A7-49D4-9DF9-04A3FC3AD139}"/>
                    </a:ext>
                  </a:extLst>
                </p:cNvPr>
                <p:cNvSpPr/>
                <p:nvPr/>
              </p:nvSpPr>
              <p:spPr>
                <a:xfrm>
                  <a:off x="14379" y="1319359"/>
                  <a:ext cx="160755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Define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−ℓ</m:t>
                      </m:r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F412CE6F-60A7-49D4-9DF9-04A3FC3AD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9" y="1319359"/>
                  <a:ext cx="1607556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1136" t="-1961" b="-196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矩形 185">
                  <a:extLst>
                    <a:ext uri="{FF2B5EF4-FFF2-40B4-BE49-F238E27FC236}">
                      <a16:creationId xmlns:a16="http://schemas.microsoft.com/office/drawing/2014/main" id="{3CB0E733-A8E6-4A6D-97A0-4884FEE7F7F3}"/>
                    </a:ext>
                  </a:extLst>
                </p:cNvPr>
                <p:cNvSpPr/>
                <p:nvPr/>
              </p:nvSpPr>
              <p:spPr>
                <a:xfrm>
                  <a:off x="1559652" y="1317211"/>
                  <a:ext cx="1110625" cy="3120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acc>
                          <m:accPr>
                            <m:chr m:val="̅"/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sSup>
                          <m:sSupPr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6" name="矩形 185">
                  <a:extLst>
                    <a:ext uri="{FF2B5EF4-FFF2-40B4-BE49-F238E27FC236}">
                      <a16:creationId xmlns:a16="http://schemas.microsoft.com/office/drawing/2014/main" id="{3CB0E733-A8E6-4A6D-97A0-4884FEE7F7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52" y="1317211"/>
                  <a:ext cx="1110625" cy="31207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id="{75D1F658-FF4D-4EA5-9639-7A4221BAAD91}"/>
                    </a:ext>
                  </a:extLst>
                </p:cNvPr>
                <p:cNvSpPr/>
                <p:nvPr/>
              </p:nvSpPr>
              <p:spPr>
                <a:xfrm>
                  <a:off x="2618795" y="1319359"/>
                  <a:ext cx="117153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id="{75D1F658-FF4D-4EA5-9639-7A4221BAAD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8795" y="1319359"/>
                  <a:ext cx="1171539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矩形 187">
                  <a:extLst>
                    <a:ext uri="{FF2B5EF4-FFF2-40B4-BE49-F238E27FC236}">
                      <a16:creationId xmlns:a16="http://schemas.microsoft.com/office/drawing/2014/main" id="{ED615B13-98B4-4F87-B603-61CECD34AE4E}"/>
                    </a:ext>
                  </a:extLst>
                </p:cNvPr>
                <p:cNvSpPr/>
                <p:nvPr/>
              </p:nvSpPr>
              <p:spPr>
                <a:xfrm>
                  <a:off x="3742882" y="1319359"/>
                  <a:ext cx="1168333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acc>
                          <m:accPr>
                            <m:chr m:val="̅"/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sSup>
                          <m:sSupPr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8" name="矩形 187">
                  <a:extLst>
                    <a:ext uri="{FF2B5EF4-FFF2-40B4-BE49-F238E27FC236}">
                      <a16:creationId xmlns:a16="http://schemas.microsoft.com/office/drawing/2014/main" id="{ED615B13-98B4-4F87-B603-61CECD34AE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2882" y="1319359"/>
                  <a:ext cx="1168333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9" name="群組 188">
            <a:extLst>
              <a:ext uri="{FF2B5EF4-FFF2-40B4-BE49-F238E27FC236}">
                <a16:creationId xmlns:a16="http://schemas.microsoft.com/office/drawing/2014/main" id="{EB60C834-192C-481B-BDD5-BA8E0DBC1C1D}"/>
              </a:ext>
            </a:extLst>
          </p:cNvPr>
          <p:cNvGrpSpPr/>
          <p:nvPr/>
        </p:nvGrpSpPr>
        <p:grpSpPr>
          <a:xfrm>
            <a:off x="6754609" y="4165897"/>
            <a:ext cx="4857612" cy="489686"/>
            <a:chOff x="6756829" y="2697693"/>
            <a:chExt cx="4857612" cy="4896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矩形 189">
                  <a:extLst>
                    <a:ext uri="{FF2B5EF4-FFF2-40B4-BE49-F238E27FC236}">
                      <a16:creationId xmlns:a16="http://schemas.microsoft.com/office/drawing/2014/main" id="{BB8EB8FB-8A04-47C4-8DE1-50BD5A004033}"/>
                    </a:ext>
                  </a:extLst>
                </p:cNvPr>
                <p:cNvSpPr/>
                <p:nvPr/>
              </p:nvSpPr>
              <p:spPr>
                <a:xfrm>
                  <a:off x="6756829" y="2697693"/>
                  <a:ext cx="4857612" cy="4896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9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9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TW" altLang="en-US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0" name="矩形 189">
                  <a:extLst>
                    <a:ext uri="{FF2B5EF4-FFF2-40B4-BE49-F238E27FC236}">
                      <a16:creationId xmlns:a16="http://schemas.microsoft.com/office/drawing/2014/main" id="{BB8EB8FB-8A04-47C4-8DE1-50BD5A0040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829" y="2697693"/>
                  <a:ext cx="4857612" cy="48968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1" name="圖形 190">
              <a:extLst>
                <a:ext uri="{FF2B5EF4-FFF2-40B4-BE49-F238E27FC236}">
                  <a16:creationId xmlns:a16="http://schemas.microsoft.com/office/drawing/2014/main" id="{B30DD1BE-D5CE-437D-820F-43F1D470FF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156428" y="2878050"/>
              <a:ext cx="224841" cy="172247"/>
            </a:xfrm>
            <a:prstGeom prst="rect">
              <a:avLst/>
            </a:prstGeom>
          </p:spPr>
        </p:pic>
        <p:pic>
          <p:nvPicPr>
            <p:cNvPr id="192" name="圖形 191">
              <a:extLst>
                <a:ext uri="{FF2B5EF4-FFF2-40B4-BE49-F238E27FC236}">
                  <a16:creationId xmlns:a16="http://schemas.microsoft.com/office/drawing/2014/main" id="{1B430DD6-B83D-4A01-833A-195F50BD92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9446253" y="2880590"/>
              <a:ext cx="224841" cy="172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5120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27AD78E-2CA2-4984-8A2D-67C599602F34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of VVB: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7C62FF68-91A8-4BCB-BF13-9D15EF001F90}"/>
              </a:ext>
            </a:extLst>
          </p:cNvPr>
          <p:cNvGrpSpPr/>
          <p:nvPr/>
        </p:nvGrpSpPr>
        <p:grpSpPr>
          <a:xfrm>
            <a:off x="443865" y="1058691"/>
            <a:ext cx="6893603" cy="617709"/>
            <a:chOff x="443865" y="820566"/>
            <a:chExt cx="6893603" cy="617709"/>
          </a:xfrm>
        </p:grpSpPr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75BAAB3A-39A7-4498-ADBD-61102C448861}"/>
                </a:ext>
              </a:extLst>
            </p:cNvPr>
            <p:cNvSpPr/>
            <p:nvPr/>
          </p:nvSpPr>
          <p:spPr>
            <a:xfrm>
              <a:off x="443865" y="820566"/>
              <a:ext cx="6861809" cy="617709"/>
            </a:xfrm>
            <a:prstGeom prst="roundRect">
              <a:avLst/>
            </a:prstGeom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9590E210-D8C6-4B2E-98B5-6CF85A39B357}"/>
                </a:ext>
              </a:extLst>
            </p:cNvPr>
            <p:cNvGrpSpPr/>
            <p:nvPr/>
          </p:nvGrpSpPr>
          <p:grpSpPr>
            <a:xfrm>
              <a:off x="491491" y="839616"/>
              <a:ext cx="6845977" cy="500971"/>
              <a:chOff x="104002" y="1200081"/>
              <a:chExt cx="6845977" cy="500971"/>
            </a:xfrm>
          </p:grpSpPr>
          <p:grpSp>
            <p:nvGrpSpPr>
              <p:cNvPr id="17" name="群組 16">
                <a:extLst>
                  <a:ext uri="{FF2B5EF4-FFF2-40B4-BE49-F238E27FC236}">
                    <a16:creationId xmlns:a16="http://schemas.microsoft.com/office/drawing/2014/main" id="{353D2C4D-E266-4CBB-AD59-EA1FF131D9D8}"/>
                  </a:ext>
                </a:extLst>
              </p:cNvPr>
              <p:cNvGrpSpPr/>
              <p:nvPr/>
            </p:nvGrpSpPr>
            <p:grpSpPr>
              <a:xfrm>
                <a:off x="104002" y="1200081"/>
                <a:ext cx="6845977" cy="500971"/>
                <a:chOff x="7110872" y="2697693"/>
                <a:chExt cx="6845977" cy="5009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矩形 28">
                      <a:extLst>
                        <a:ext uri="{FF2B5EF4-FFF2-40B4-BE49-F238E27FC236}">
                          <a16:creationId xmlns:a16="http://schemas.microsoft.com/office/drawing/2014/main" id="{1597D638-0E69-4470-8741-DF2D94136E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sz="19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TW" alt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oMath>
                        </m:oMathPara>
                      </a14:m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矩形 161">
                      <a:extLst>
                        <a:ext uri="{FF2B5EF4-FFF2-40B4-BE49-F238E27FC236}">
                          <a16:creationId xmlns:a16="http://schemas.microsoft.com/office/drawing/2014/main" id="{AB261E02-3210-4A87-A89B-71FDB772EFB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1220" r="-54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30" name="圖形 29">
                  <a:extLst>
                    <a:ext uri="{FF2B5EF4-FFF2-40B4-BE49-F238E27FC236}">
                      <a16:creationId xmlns:a16="http://schemas.microsoft.com/office/drawing/2014/main" id="{8BF189F1-8154-44DA-AE54-B0DBA3DE7A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 t="1" r="53142" b="-1"/>
                <a:stretch/>
              </p:blipFill>
              <p:spPr>
                <a:xfrm>
                  <a:off x="7268092" y="2884400"/>
                  <a:ext cx="224841" cy="172247"/>
                </a:xfrm>
                <a:prstGeom prst="rect">
                  <a:avLst/>
                </a:prstGeom>
              </p:spPr>
            </p:pic>
          </p:grpSp>
          <p:pic>
            <p:nvPicPr>
              <p:cNvPr id="18" name="圖形 17">
                <a:extLst>
                  <a:ext uri="{FF2B5EF4-FFF2-40B4-BE49-F238E27FC236}">
                    <a16:creationId xmlns:a16="http://schemas.microsoft.com/office/drawing/2014/main" id="{24D41917-1A1D-40CD-ADEE-E3CDC0F386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t="1" r="53142" b="-1"/>
              <a:stretch/>
            </p:blipFill>
            <p:spPr>
              <a:xfrm>
                <a:off x="2528172" y="1386788"/>
                <a:ext cx="224841" cy="172247"/>
              </a:xfrm>
              <a:prstGeom prst="rect">
                <a:avLst/>
              </a:prstGeom>
            </p:spPr>
          </p:pic>
          <p:pic>
            <p:nvPicPr>
              <p:cNvPr id="28" name="圖形 27">
                <a:extLst>
                  <a:ext uri="{FF2B5EF4-FFF2-40B4-BE49-F238E27FC236}">
                    <a16:creationId xmlns:a16="http://schemas.microsoft.com/office/drawing/2014/main" id="{095B33D0-7D0D-4177-8446-1570253FFE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t="1" r="53142" b="-1"/>
              <a:stretch/>
            </p:blipFill>
            <p:spPr>
              <a:xfrm>
                <a:off x="4589331" y="1386788"/>
                <a:ext cx="224841" cy="1722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29490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F28874F2-8338-4048-AD17-BC2A0926A01B}"/>
              </a:ext>
            </a:extLst>
          </p:cNvPr>
          <p:cNvSpPr/>
          <p:nvPr/>
        </p:nvSpPr>
        <p:spPr>
          <a:xfrm>
            <a:off x="443865" y="2864588"/>
            <a:ext cx="10748009" cy="1202587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894C837A-4AE9-4E44-8306-9FF41B655ACE}"/>
              </a:ext>
            </a:extLst>
          </p:cNvPr>
          <p:cNvGrpSpPr/>
          <p:nvPr/>
        </p:nvGrpSpPr>
        <p:grpSpPr>
          <a:xfrm>
            <a:off x="524540" y="2881762"/>
            <a:ext cx="2765501" cy="593496"/>
            <a:chOff x="7129922" y="2697693"/>
            <a:chExt cx="2765501" cy="593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1DBE5F9-2D14-4560-8307-5BCE1CC42E2E}"/>
                    </a:ext>
                  </a:extLst>
                </p:cNvPr>
                <p:cNvSpPr/>
                <p:nvPr/>
              </p:nvSpPr>
              <p:spPr>
                <a:xfrm>
                  <a:off x="7129922" y="2697693"/>
                  <a:ext cx="2765501" cy="593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1DBE5F9-2D14-4560-8307-5BCE1CC42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9922" y="2697693"/>
                  <a:ext cx="2765501" cy="59349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9" name="圖形 138">
              <a:extLst>
                <a:ext uri="{FF2B5EF4-FFF2-40B4-BE49-F238E27FC236}">
                  <a16:creationId xmlns:a16="http://schemas.microsoft.com/office/drawing/2014/main" id="{1BF5298D-7F42-4339-A0FC-2C1BFDE984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96F94897-6EB1-4000-A4F9-F5B53B6A092C}"/>
                  </a:ext>
                </a:extLst>
              </p:cNvPr>
              <p:cNvSpPr/>
              <p:nvPr/>
            </p:nvSpPr>
            <p:spPr>
              <a:xfrm>
                <a:off x="3092293" y="2934747"/>
                <a:ext cx="7753533" cy="5043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96F94897-6EB1-4000-A4F9-F5B53B6A0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293" y="2934747"/>
                <a:ext cx="7753533" cy="504305"/>
              </a:xfrm>
              <a:prstGeom prst="rect">
                <a:avLst/>
              </a:prstGeom>
              <a:blipFill>
                <a:blip r:embed="rId7"/>
                <a:stretch>
                  <a:fillRect r="-18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23F2AC9-03FB-492A-B544-50B834F8C5BA}"/>
                  </a:ext>
                </a:extLst>
              </p:cNvPr>
              <p:cNvSpPr/>
              <p:nvPr/>
            </p:nvSpPr>
            <p:spPr>
              <a:xfrm>
                <a:off x="3270093" y="3460241"/>
                <a:ext cx="7959882" cy="504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23F2AC9-03FB-492A-B544-50B834F8C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093" y="3460241"/>
                <a:ext cx="7959882" cy="504305"/>
              </a:xfrm>
              <a:prstGeom prst="rect">
                <a:avLst/>
              </a:prstGeom>
              <a:blipFill>
                <a:blip r:embed="rId8"/>
                <a:stretch>
                  <a:fillRect r="-21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DCCF8881-DC7A-42E1-9D7B-F2C6A9DAB5CF}"/>
              </a:ext>
            </a:extLst>
          </p:cNvPr>
          <p:cNvGrpSpPr/>
          <p:nvPr/>
        </p:nvGrpSpPr>
        <p:grpSpPr>
          <a:xfrm>
            <a:off x="443865" y="1058691"/>
            <a:ext cx="6893603" cy="617709"/>
            <a:chOff x="443865" y="820566"/>
            <a:chExt cx="6893603" cy="617709"/>
          </a:xfrm>
        </p:grpSpPr>
        <p:sp>
          <p:nvSpPr>
            <p:cNvPr id="152" name="矩形: 圓角 151">
              <a:extLst>
                <a:ext uri="{FF2B5EF4-FFF2-40B4-BE49-F238E27FC236}">
                  <a16:creationId xmlns:a16="http://schemas.microsoft.com/office/drawing/2014/main" id="{500B5AC6-84C3-4B92-998E-9D185901D08A}"/>
                </a:ext>
              </a:extLst>
            </p:cNvPr>
            <p:cNvSpPr/>
            <p:nvPr/>
          </p:nvSpPr>
          <p:spPr>
            <a:xfrm>
              <a:off x="443865" y="820566"/>
              <a:ext cx="6861809" cy="617709"/>
            </a:xfrm>
            <a:prstGeom prst="roundRect">
              <a:avLst/>
            </a:prstGeom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grpSp>
          <p:nvGrpSpPr>
            <p:cNvPr id="158" name="群組 157">
              <a:extLst>
                <a:ext uri="{FF2B5EF4-FFF2-40B4-BE49-F238E27FC236}">
                  <a16:creationId xmlns:a16="http://schemas.microsoft.com/office/drawing/2014/main" id="{515F666A-528F-4234-8690-9C95831603A2}"/>
                </a:ext>
              </a:extLst>
            </p:cNvPr>
            <p:cNvGrpSpPr/>
            <p:nvPr/>
          </p:nvGrpSpPr>
          <p:grpSpPr>
            <a:xfrm>
              <a:off x="491491" y="839616"/>
              <a:ext cx="6845977" cy="500971"/>
              <a:chOff x="104002" y="1200081"/>
              <a:chExt cx="6845977" cy="500971"/>
            </a:xfrm>
          </p:grpSpPr>
          <p:grpSp>
            <p:nvGrpSpPr>
              <p:cNvPr id="159" name="群組 158">
                <a:extLst>
                  <a:ext uri="{FF2B5EF4-FFF2-40B4-BE49-F238E27FC236}">
                    <a16:creationId xmlns:a16="http://schemas.microsoft.com/office/drawing/2014/main" id="{BC57F142-8EA9-4B41-870D-C01DF6F00B26}"/>
                  </a:ext>
                </a:extLst>
              </p:cNvPr>
              <p:cNvGrpSpPr/>
              <p:nvPr/>
            </p:nvGrpSpPr>
            <p:grpSpPr>
              <a:xfrm>
                <a:off x="104002" y="1200081"/>
                <a:ext cx="6845977" cy="500971"/>
                <a:chOff x="7110872" y="2697693"/>
                <a:chExt cx="6845977" cy="5009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2" name="矩形 161">
                      <a:extLst>
                        <a:ext uri="{FF2B5EF4-FFF2-40B4-BE49-F238E27FC236}">
                          <a16:creationId xmlns:a16="http://schemas.microsoft.com/office/drawing/2014/main" id="{AB261E02-3210-4A87-A89B-71FDB772EF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sz="19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TW" alt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oMath>
                        </m:oMathPara>
                      </a14:m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矩形 161">
                      <a:extLst>
                        <a:ext uri="{FF2B5EF4-FFF2-40B4-BE49-F238E27FC236}">
                          <a16:creationId xmlns:a16="http://schemas.microsoft.com/office/drawing/2014/main" id="{AB261E02-3210-4A87-A89B-71FDB772EFB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1220" r="-54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63" name="圖形 162">
                  <a:extLst>
                    <a:ext uri="{FF2B5EF4-FFF2-40B4-BE49-F238E27FC236}">
                      <a16:creationId xmlns:a16="http://schemas.microsoft.com/office/drawing/2014/main" id="{833DAFB8-7BB7-4CD0-92C1-9F3DD74492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t="1" r="53142" b="-1"/>
                <a:stretch/>
              </p:blipFill>
              <p:spPr>
                <a:xfrm>
                  <a:off x="7268092" y="2884400"/>
                  <a:ext cx="224841" cy="172247"/>
                </a:xfrm>
                <a:prstGeom prst="rect">
                  <a:avLst/>
                </a:prstGeom>
              </p:spPr>
            </p:pic>
          </p:grpSp>
          <p:pic>
            <p:nvPicPr>
              <p:cNvPr id="160" name="圖形 159">
                <a:extLst>
                  <a:ext uri="{FF2B5EF4-FFF2-40B4-BE49-F238E27FC236}">
                    <a16:creationId xmlns:a16="http://schemas.microsoft.com/office/drawing/2014/main" id="{6ACEECDF-E571-4C96-B61B-75B691ED00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t="1" r="53142" b="-1"/>
              <a:stretch/>
            </p:blipFill>
            <p:spPr>
              <a:xfrm>
                <a:off x="2528172" y="1386788"/>
                <a:ext cx="224841" cy="172247"/>
              </a:xfrm>
              <a:prstGeom prst="rect">
                <a:avLst/>
              </a:prstGeom>
            </p:spPr>
          </p:pic>
          <p:pic>
            <p:nvPicPr>
              <p:cNvPr id="161" name="圖形 160">
                <a:extLst>
                  <a:ext uri="{FF2B5EF4-FFF2-40B4-BE49-F238E27FC236}">
                    <a16:creationId xmlns:a16="http://schemas.microsoft.com/office/drawing/2014/main" id="{607219BE-E151-431E-BF16-D42F509D9C7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t="1" r="53142" b="-1"/>
              <a:stretch/>
            </p:blipFill>
            <p:spPr>
              <a:xfrm>
                <a:off x="4589331" y="1386788"/>
                <a:ext cx="224841" cy="172247"/>
              </a:xfrm>
              <a:prstGeom prst="rect">
                <a:avLst/>
              </a:prstGeom>
            </p:spPr>
          </p:pic>
        </p:grpSp>
      </p:grpSp>
      <p:sp>
        <p:nvSpPr>
          <p:cNvPr id="164" name="內容版面配置區 2">
            <a:extLst>
              <a:ext uri="{FF2B5EF4-FFF2-40B4-BE49-F238E27FC236}">
                <a16:creationId xmlns:a16="http://schemas.microsoft.com/office/drawing/2014/main" id="{D6784137-CE13-4FDF-B1B9-155F7B69A6B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of VVB: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內容版面配置區 2">
                <a:extLst>
                  <a:ext uri="{FF2B5EF4-FFF2-40B4-BE49-F238E27FC236}">
                    <a16:creationId xmlns:a16="http://schemas.microsoft.com/office/drawing/2014/main" id="{8B234F33-DC0D-426E-B792-84B426D87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2524125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Transverse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</m:acc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5" name="內容版面配置區 2">
                <a:extLst>
                  <a:ext uri="{FF2B5EF4-FFF2-40B4-BE49-F238E27FC236}">
                    <a16:creationId xmlns:a16="http://schemas.microsoft.com/office/drawing/2014/main" id="{8B234F33-DC0D-426E-B792-84B426D87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2524125"/>
                <a:ext cx="7528559" cy="372522"/>
              </a:xfrm>
              <a:prstGeom prst="rect">
                <a:avLst/>
              </a:prstGeom>
              <a:blipFill>
                <a:blip r:embed="rId10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箭號: 向右 167">
            <a:extLst>
              <a:ext uri="{FF2B5EF4-FFF2-40B4-BE49-F238E27FC236}">
                <a16:creationId xmlns:a16="http://schemas.microsoft.com/office/drawing/2014/main" id="{DD9DADF1-0F03-4979-B75E-06DC85C2B11C}"/>
              </a:ext>
            </a:extLst>
          </p:cNvPr>
          <p:cNvSpPr/>
          <p:nvPr/>
        </p:nvSpPr>
        <p:spPr>
          <a:xfrm rot="5400000">
            <a:off x="1262152" y="182045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801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: 圓角 177">
            <a:extLst>
              <a:ext uri="{FF2B5EF4-FFF2-40B4-BE49-F238E27FC236}">
                <a16:creationId xmlns:a16="http://schemas.microsoft.com/office/drawing/2014/main" id="{26DC7838-AB92-430D-A20C-94F65865F85E}"/>
              </a:ext>
            </a:extLst>
          </p:cNvPr>
          <p:cNvSpPr/>
          <p:nvPr/>
        </p:nvSpPr>
        <p:spPr>
          <a:xfrm>
            <a:off x="5600699" y="5166361"/>
            <a:ext cx="4892041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BF905C1-4453-469B-82A0-391C703A8103}"/>
              </a:ext>
            </a:extLst>
          </p:cNvPr>
          <p:cNvSpPr/>
          <p:nvPr/>
        </p:nvSpPr>
        <p:spPr>
          <a:xfrm>
            <a:off x="3419475" y="5166361"/>
            <a:ext cx="1104900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5061264"/>
            <a:ext cx="10748009" cy="1350000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F28874F2-8338-4048-AD17-BC2A0926A01B}"/>
              </a:ext>
            </a:extLst>
          </p:cNvPr>
          <p:cNvSpPr/>
          <p:nvPr/>
        </p:nvSpPr>
        <p:spPr>
          <a:xfrm>
            <a:off x="443865" y="2864588"/>
            <a:ext cx="10748009" cy="1202587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894C837A-4AE9-4E44-8306-9FF41B655ACE}"/>
              </a:ext>
            </a:extLst>
          </p:cNvPr>
          <p:cNvGrpSpPr/>
          <p:nvPr/>
        </p:nvGrpSpPr>
        <p:grpSpPr>
          <a:xfrm>
            <a:off x="524540" y="2881762"/>
            <a:ext cx="2765501" cy="593496"/>
            <a:chOff x="7129922" y="2697693"/>
            <a:chExt cx="2765501" cy="593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1DBE5F9-2D14-4560-8307-5BCE1CC42E2E}"/>
                    </a:ext>
                  </a:extLst>
                </p:cNvPr>
                <p:cNvSpPr/>
                <p:nvPr/>
              </p:nvSpPr>
              <p:spPr>
                <a:xfrm>
                  <a:off x="7129922" y="2697693"/>
                  <a:ext cx="2765501" cy="593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81DBE5F9-2D14-4560-8307-5BCE1CC42E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9922" y="2697693"/>
                  <a:ext cx="2765501" cy="59349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9" name="圖形 138">
              <a:extLst>
                <a:ext uri="{FF2B5EF4-FFF2-40B4-BE49-F238E27FC236}">
                  <a16:creationId xmlns:a16="http://schemas.microsoft.com/office/drawing/2014/main" id="{1BF5298D-7F42-4339-A0FC-2C1BFDE984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96F94897-6EB1-4000-A4F9-F5B53B6A092C}"/>
                  </a:ext>
                </a:extLst>
              </p:cNvPr>
              <p:cNvSpPr/>
              <p:nvPr/>
            </p:nvSpPr>
            <p:spPr>
              <a:xfrm>
                <a:off x="3092293" y="2934747"/>
                <a:ext cx="7753533" cy="5043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96F94897-6EB1-4000-A4F9-F5B53B6A0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293" y="2934747"/>
                <a:ext cx="7753533" cy="504305"/>
              </a:xfrm>
              <a:prstGeom prst="rect">
                <a:avLst/>
              </a:prstGeom>
              <a:blipFill>
                <a:blip r:embed="rId7"/>
                <a:stretch>
                  <a:fillRect r="-18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23F2AC9-03FB-492A-B544-50B834F8C5BA}"/>
                  </a:ext>
                </a:extLst>
              </p:cNvPr>
              <p:cNvSpPr/>
              <p:nvPr/>
            </p:nvSpPr>
            <p:spPr>
              <a:xfrm>
                <a:off x="3270093" y="3460241"/>
                <a:ext cx="7959882" cy="504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23F2AC9-03FB-492A-B544-50B834F8C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093" y="3460241"/>
                <a:ext cx="7959882" cy="504305"/>
              </a:xfrm>
              <a:prstGeom prst="rect">
                <a:avLst/>
              </a:prstGeom>
              <a:blipFill>
                <a:blip r:embed="rId8"/>
                <a:stretch>
                  <a:fillRect r="-21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內容版面配置區 2">
            <a:extLst>
              <a:ext uri="{FF2B5EF4-FFF2-40B4-BE49-F238E27FC236}">
                <a16:creationId xmlns:a16="http://schemas.microsoft.com/office/drawing/2014/main" id="{D6784137-CE13-4FDF-B1B9-155F7B69A6B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of VVB: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內容版面配置區 2">
                <a:extLst>
                  <a:ext uri="{FF2B5EF4-FFF2-40B4-BE49-F238E27FC236}">
                    <a16:creationId xmlns:a16="http://schemas.microsoft.com/office/drawing/2014/main" id="{8B234F33-DC0D-426E-B792-84B426D87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2524125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Transverse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</m:acc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5" name="內容版面配置區 2">
                <a:extLst>
                  <a:ext uri="{FF2B5EF4-FFF2-40B4-BE49-F238E27FC236}">
                    <a16:creationId xmlns:a16="http://schemas.microsoft.com/office/drawing/2014/main" id="{8B234F33-DC0D-426E-B792-84B426D87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2524125"/>
                <a:ext cx="7528559" cy="372522"/>
              </a:xfrm>
              <a:prstGeom prst="rect">
                <a:avLst/>
              </a:prstGeom>
              <a:blipFill>
                <a:blip r:embed="rId10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箭號: 向右 167">
            <a:extLst>
              <a:ext uri="{FF2B5EF4-FFF2-40B4-BE49-F238E27FC236}">
                <a16:creationId xmlns:a16="http://schemas.microsoft.com/office/drawing/2014/main" id="{DD9DADF1-0F03-4979-B75E-06DC85C2B11C}"/>
              </a:ext>
            </a:extLst>
          </p:cNvPr>
          <p:cNvSpPr/>
          <p:nvPr/>
        </p:nvSpPr>
        <p:spPr>
          <a:xfrm rot="5400000">
            <a:off x="1262152" y="182045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9" name="箭號: 向右 168">
            <a:extLst>
              <a:ext uri="{FF2B5EF4-FFF2-40B4-BE49-F238E27FC236}">
                <a16:creationId xmlns:a16="http://schemas.microsoft.com/office/drawing/2014/main" id="{93F8922C-C611-4B81-84E0-7C374BB4638E}"/>
              </a:ext>
            </a:extLst>
          </p:cNvPr>
          <p:cNvSpPr/>
          <p:nvPr/>
        </p:nvSpPr>
        <p:spPr>
          <a:xfrm rot="5400000">
            <a:off x="1262152" y="431600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0CF1780-A772-402F-97EA-820E9335429B}"/>
                  </a:ext>
                </a:extLst>
              </p:cNvPr>
              <p:cNvSpPr/>
              <p:nvPr/>
            </p:nvSpPr>
            <p:spPr>
              <a:xfrm>
                <a:off x="2036120" y="4354856"/>
                <a:ext cx="3234620" cy="5704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0CF1780-A772-402F-97EA-820E933542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20" y="4354856"/>
                <a:ext cx="3234620" cy="570477"/>
              </a:xfrm>
              <a:prstGeom prst="rect">
                <a:avLst/>
              </a:prstGeom>
              <a:blipFill>
                <a:blip r:embed="rId11"/>
                <a:stretch>
                  <a:fillRect l="-1883" t="-31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E29F0854-48D9-4E77-B36B-FC1425127094}"/>
              </a:ext>
            </a:extLst>
          </p:cNvPr>
          <p:cNvGrpSpPr/>
          <p:nvPr/>
        </p:nvGrpSpPr>
        <p:grpSpPr>
          <a:xfrm>
            <a:off x="648711" y="5198256"/>
            <a:ext cx="10091176" cy="696986"/>
            <a:chOff x="71454" y="3187418"/>
            <a:chExt cx="10091176" cy="6969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/>
                <p:nvPr/>
              </p:nvSpPr>
              <p:spPr>
                <a:xfrm>
                  <a:off x="71454" y="3187418"/>
                  <a:ext cx="10091176" cy="6969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d>
                          <m:dPr>
                            <m:begChr m:val="{"/>
                            <m:endChr m:val="}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9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9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87418"/>
                  <a:ext cx="10091176" cy="69698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5" name="圖形 174">
              <a:extLst>
                <a:ext uri="{FF2B5EF4-FFF2-40B4-BE49-F238E27FC236}">
                  <a16:creationId xmlns:a16="http://schemas.microsoft.com/office/drawing/2014/main" id="{1FCD39E0-A35B-48B7-949A-520A8DB20C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67410" y="3478044"/>
              <a:ext cx="224841" cy="172247"/>
            </a:xfrm>
            <a:prstGeom prst="rect">
              <a:avLst/>
            </a:prstGeom>
          </p:spPr>
        </p:pic>
      </p:grpSp>
      <p:sp>
        <p:nvSpPr>
          <p:cNvPr id="177" name="矩形 176">
            <a:extLst>
              <a:ext uri="{FF2B5EF4-FFF2-40B4-BE49-F238E27FC236}">
                <a16:creationId xmlns:a16="http://schemas.microsoft.com/office/drawing/2014/main" id="{A0E2BCE1-3225-4615-A218-B80F0E5A150F}"/>
              </a:ext>
            </a:extLst>
          </p:cNvPr>
          <p:cNvSpPr/>
          <p:nvPr/>
        </p:nvSpPr>
        <p:spPr>
          <a:xfrm>
            <a:off x="3081713" y="597823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EF5C55F-1A52-4EB2-9AE9-BDA084E97F64}"/>
              </a:ext>
            </a:extLst>
          </p:cNvPr>
          <p:cNvSpPr/>
          <p:nvPr/>
        </p:nvSpPr>
        <p:spPr>
          <a:xfrm>
            <a:off x="6953522" y="597281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polarization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9D9F6076-913D-44A5-81B1-A76366CA5D66}"/>
              </a:ext>
            </a:extLst>
          </p:cNvPr>
          <p:cNvGrpSpPr/>
          <p:nvPr/>
        </p:nvGrpSpPr>
        <p:grpSpPr>
          <a:xfrm>
            <a:off x="443865" y="1058691"/>
            <a:ext cx="6893603" cy="617709"/>
            <a:chOff x="443865" y="820566"/>
            <a:chExt cx="6893603" cy="617709"/>
          </a:xfrm>
        </p:grpSpPr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7FD9EA3D-ABD3-4FEA-B308-944407EDF58B}"/>
                </a:ext>
              </a:extLst>
            </p:cNvPr>
            <p:cNvSpPr/>
            <p:nvPr/>
          </p:nvSpPr>
          <p:spPr>
            <a:xfrm>
              <a:off x="443865" y="820566"/>
              <a:ext cx="6861809" cy="617709"/>
            </a:xfrm>
            <a:prstGeom prst="roundRect">
              <a:avLst/>
            </a:prstGeom>
            <a:ln w="571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81E801B2-21EC-43EC-972A-165CDDA9E0F1}"/>
                </a:ext>
              </a:extLst>
            </p:cNvPr>
            <p:cNvGrpSpPr/>
            <p:nvPr/>
          </p:nvGrpSpPr>
          <p:grpSpPr>
            <a:xfrm>
              <a:off x="491491" y="839616"/>
              <a:ext cx="6845977" cy="500971"/>
              <a:chOff x="104002" y="1200081"/>
              <a:chExt cx="6845977" cy="500971"/>
            </a:xfrm>
          </p:grpSpPr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D8B4BA48-A5CE-43E6-851A-AF311B066D1A}"/>
                  </a:ext>
                </a:extLst>
              </p:cNvPr>
              <p:cNvGrpSpPr/>
              <p:nvPr/>
            </p:nvGrpSpPr>
            <p:grpSpPr>
              <a:xfrm>
                <a:off x="104002" y="1200081"/>
                <a:ext cx="6845977" cy="500971"/>
                <a:chOff x="7110872" y="2697693"/>
                <a:chExt cx="6845977" cy="5009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矩形 37">
                      <a:extLst>
                        <a:ext uri="{FF2B5EF4-FFF2-40B4-BE49-F238E27FC236}">
                          <a16:creationId xmlns:a16="http://schemas.microsoft.com/office/drawing/2014/main" id="{EE11F0C8-56A4-489B-923E-7F45CEB335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sz="19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TW" alt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oMath>
                        </m:oMathPara>
                      </a14:m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矩形 161">
                      <a:extLst>
                        <a:ext uri="{FF2B5EF4-FFF2-40B4-BE49-F238E27FC236}">
                          <a16:creationId xmlns:a16="http://schemas.microsoft.com/office/drawing/2014/main" id="{AB261E02-3210-4A87-A89B-71FDB772EFB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10872" y="2697693"/>
                      <a:ext cx="6845977" cy="50097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1220" r="-54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39" name="圖形 38">
                  <a:extLst>
                    <a:ext uri="{FF2B5EF4-FFF2-40B4-BE49-F238E27FC236}">
                      <a16:creationId xmlns:a16="http://schemas.microsoft.com/office/drawing/2014/main" id="{B5F257C7-9907-472B-8847-34910FD2E0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t="1" r="53142" b="-1"/>
                <a:stretch/>
              </p:blipFill>
              <p:spPr>
                <a:xfrm>
                  <a:off x="7268092" y="2884400"/>
                  <a:ext cx="224841" cy="172247"/>
                </a:xfrm>
                <a:prstGeom prst="rect">
                  <a:avLst/>
                </a:prstGeom>
              </p:spPr>
            </p:pic>
          </p:grpSp>
          <p:pic>
            <p:nvPicPr>
              <p:cNvPr id="36" name="圖形 35">
                <a:extLst>
                  <a:ext uri="{FF2B5EF4-FFF2-40B4-BE49-F238E27FC236}">
                    <a16:creationId xmlns:a16="http://schemas.microsoft.com/office/drawing/2014/main" id="{1E2B2628-2081-41DA-BF39-E136734C87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t="1" r="53142" b="-1"/>
              <a:stretch/>
            </p:blipFill>
            <p:spPr>
              <a:xfrm>
                <a:off x="2528172" y="1386788"/>
                <a:ext cx="224841" cy="172247"/>
              </a:xfrm>
              <a:prstGeom prst="rect">
                <a:avLst/>
              </a:prstGeom>
            </p:spPr>
          </p:pic>
          <p:pic>
            <p:nvPicPr>
              <p:cNvPr id="37" name="圖形 36">
                <a:extLst>
                  <a:ext uri="{FF2B5EF4-FFF2-40B4-BE49-F238E27FC236}">
                    <a16:creationId xmlns:a16="http://schemas.microsoft.com/office/drawing/2014/main" id="{6D9C431C-1468-4133-A968-3C210289FA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t="1" r="53142" b="-1"/>
              <a:stretch/>
            </p:blipFill>
            <p:spPr>
              <a:xfrm>
                <a:off x="4589331" y="1386788"/>
                <a:ext cx="224841" cy="1722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04362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: 圓角 177">
            <a:extLst>
              <a:ext uri="{FF2B5EF4-FFF2-40B4-BE49-F238E27FC236}">
                <a16:creationId xmlns:a16="http://schemas.microsoft.com/office/drawing/2014/main" id="{26DC7838-AB92-430D-A20C-94F65865F85E}"/>
              </a:ext>
            </a:extLst>
          </p:cNvPr>
          <p:cNvSpPr/>
          <p:nvPr/>
        </p:nvSpPr>
        <p:spPr>
          <a:xfrm>
            <a:off x="5600699" y="1184911"/>
            <a:ext cx="4892041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BF905C1-4453-469B-82A0-391C703A8103}"/>
              </a:ext>
            </a:extLst>
          </p:cNvPr>
          <p:cNvSpPr/>
          <p:nvPr/>
        </p:nvSpPr>
        <p:spPr>
          <a:xfrm>
            <a:off x="3419475" y="1184911"/>
            <a:ext cx="1104900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4"/>
            <a:ext cx="10748009" cy="134906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0CF1780-A772-402F-97EA-820E9335429B}"/>
                  </a:ext>
                </a:extLst>
              </p:cNvPr>
              <p:cNvSpPr/>
              <p:nvPr/>
            </p:nvSpPr>
            <p:spPr>
              <a:xfrm>
                <a:off x="336962" y="2735606"/>
                <a:ext cx="5793431" cy="5704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LG beams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F0CF1780-A772-402F-97EA-820E933542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2735606"/>
                <a:ext cx="5793431" cy="570477"/>
              </a:xfrm>
              <a:prstGeom prst="rect">
                <a:avLst/>
              </a:prstGeom>
              <a:blipFill>
                <a:blip r:embed="rId4"/>
                <a:stretch>
                  <a:fillRect l="-1052" t="-43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E29F0854-48D9-4E77-B36B-FC1425127094}"/>
              </a:ext>
            </a:extLst>
          </p:cNvPr>
          <p:cNvGrpSpPr/>
          <p:nvPr/>
        </p:nvGrpSpPr>
        <p:grpSpPr>
          <a:xfrm>
            <a:off x="648711" y="1216806"/>
            <a:ext cx="10091176" cy="696986"/>
            <a:chOff x="71454" y="3187418"/>
            <a:chExt cx="10091176" cy="6969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/>
                <p:nvPr/>
              </p:nvSpPr>
              <p:spPr>
                <a:xfrm>
                  <a:off x="71454" y="3187418"/>
                  <a:ext cx="10091176" cy="6969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d>
                          <m:dPr>
                            <m:begChr m:val="{"/>
                            <m:endChr m:val="}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9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9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9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87418"/>
                  <a:ext cx="10091176" cy="69698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5" name="圖形 174">
              <a:extLst>
                <a:ext uri="{FF2B5EF4-FFF2-40B4-BE49-F238E27FC236}">
                  <a16:creationId xmlns:a16="http://schemas.microsoft.com/office/drawing/2014/main" id="{1FCD39E0-A35B-48B7-949A-520A8DB20C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r="53142" b="-1"/>
            <a:stretch/>
          </p:blipFill>
          <p:spPr>
            <a:xfrm>
              <a:off x="167410" y="3478044"/>
              <a:ext cx="224841" cy="172247"/>
            </a:xfrm>
            <a:prstGeom prst="rect">
              <a:avLst/>
            </a:prstGeom>
          </p:spPr>
        </p:pic>
      </p:grpSp>
      <p:sp>
        <p:nvSpPr>
          <p:cNvPr id="177" name="矩形 176">
            <a:extLst>
              <a:ext uri="{FF2B5EF4-FFF2-40B4-BE49-F238E27FC236}">
                <a16:creationId xmlns:a16="http://schemas.microsoft.com/office/drawing/2014/main" id="{A0E2BCE1-3225-4615-A218-B80F0E5A150F}"/>
              </a:ext>
            </a:extLst>
          </p:cNvPr>
          <p:cNvSpPr/>
          <p:nvPr/>
        </p:nvSpPr>
        <p:spPr>
          <a:xfrm>
            <a:off x="3081713" y="199678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EF5C55F-1A52-4EB2-9AE9-BDA084E97F64}"/>
              </a:ext>
            </a:extLst>
          </p:cNvPr>
          <p:cNvSpPr/>
          <p:nvPr/>
        </p:nvSpPr>
        <p:spPr>
          <a:xfrm>
            <a:off x="6953522" y="199136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polarization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 of VVB: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651C066-52A8-4E48-BB92-505A0AE08511}"/>
                  </a:ext>
                </a:extLst>
              </p:cNvPr>
              <p:cNvSpPr/>
              <p:nvPr/>
            </p:nvSpPr>
            <p:spPr>
              <a:xfrm>
                <a:off x="7286683" y="3763283"/>
                <a:ext cx="172602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ℓ=−ℓ′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651C066-52A8-4E48-BB92-505A0AE085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83" y="3763283"/>
                <a:ext cx="1726020" cy="707886"/>
              </a:xfrm>
              <a:prstGeom prst="rect">
                <a:avLst/>
              </a:prstGeom>
              <a:blipFill>
                <a:blip r:embed="rId8"/>
                <a:stretch>
                  <a:fillRect l="-2827" t="-862" b="-1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F1B627A-332A-4176-AF99-F9A1B8F47DB3}"/>
                  </a:ext>
                </a:extLst>
              </p:cNvPr>
              <p:cNvSpPr/>
              <p:nvPr/>
            </p:nvSpPr>
            <p:spPr>
              <a:xfrm>
                <a:off x="7212304" y="2597188"/>
                <a:ext cx="3355086" cy="7085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F1B627A-332A-4176-AF99-F9A1B8F47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304" y="2597188"/>
                <a:ext cx="3355086" cy="7085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111EB553-1623-4C15-A50C-ACCBCDB406F4}"/>
              </a:ext>
            </a:extLst>
          </p:cNvPr>
          <p:cNvSpPr/>
          <p:nvPr/>
        </p:nvSpPr>
        <p:spPr>
          <a:xfrm>
            <a:off x="6301597" y="2699206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FE6BDD1D-EC4A-43FA-84F8-0936E4D0CB04}"/>
              </a:ext>
            </a:extLst>
          </p:cNvPr>
          <p:cNvSpPr/>
          <p:nvPr/>
        </p:nvSpPr>
        <p:spPr>
          <a:xfrm>
            <a:off x="6301597" y="3763283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959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: 圓角 177">
            <a:extLst>
              <a:ext uri="{FF2B5EF4-FFF2-40B4-BE49-F238E27FC236}">
                <a16:creationId xmlns:a16="http://schemas.microsoft.com/office/drawing/2014/main" id="{26DC7838-AB92-430D-A20C-94F65865F85E}"/>
              </a:ext>
            </a:extLst>
          </p:cNvPr>
          <p:cNvSpPr/>
          <p:nvPr/>
        </p:nvSpPr>
        <p:spPr>
          <a:xfrm>
            <a:off x="4753154" y="1184911"/>
            <a:ext cx="4286069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BF905C1-4453-469B-82A0-391C703A8103}"/>
              </a:ext>
            </a:extLst>
          </p:cNvPr>
          <p:cNvSpPr/>
          <p:nvPr/>
        </p:nvSpPr>
        <p:spPr>
          <a:xfrm>
            <a:off x="3545098" y="1184911"/>
            <a:ext cx="837121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4"/>
            <a:ext cx="10748009" cy="134906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Transverse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E29F0854-48D9-4E77-B36B-FC1425127094}"/>
              </a:ext>
            </a:extLst>
          </p:cNvPr>
          <p:cNvGrpSpPr/>
          <p:nvPr/>
        </p:nvGrpSpPr>
        <p:grpSpPr>
          <a:xfrm>
            <a:off x="648711" y="1216806"/>
            <a:ext cx="10447914" cy="612796"/>
            <a:chOff x="71454" y="3187418"/>
            <a:chExt cx="10447914" cy="612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/>
                <p:nvPr/>
              </p:nvSpPr>
              <p:spPr>
                <a:xfrm>
                  <a:off x="71454" y="3187418"/>
                  <a:ext cx="10447914" cy="61279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19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,0,</m:t>
                            </m:r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f>
                              <m:f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d>
                          <m:dPr>
                            <m:begChr m:val="{"/>
                            <m:endChr m:val="}"/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−ℓ</m:t>
                                </m:r>
                                <m:sSub>
                                  <m:sSubPr>
                                    <m:ctrlPr>
                                      <a:rPr lang="en-US" altLang="zh-TW" sz="19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−ℓ</m:t>
                                </m:r>
                                <m:sSub>
                                  <m:sSub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9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" name="矩形 173">
                  <a:extLst>
                    <a:ext uri="{FF2B5EF4-FFF2-40B4-BE49-F238E27FC236}">
                      <a16:creationId xmlns:a16="http://schemas.microsoft.com/office/drawing/2014/main" id="{7D852537-281C-48C9-89FC-1D5B23C3D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87418"/>
                  <a:ext cx="10447914" cy="61279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5" name="圖形 174">
              <a:extLst>
                <a:ext uri="{FF2B5EF4-FFF2-40B4-BE49-F238E27FC236}">
                  <a16:creationId xmlns:a16="http://schemas.microsoft.com/office/drawing/2014/main" id="{1FCD39E0-A35B-48B7-949A-520A8DB20C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67410" y="3430419"/>
              <a:ext cx="224841" cy="172247"/>
            </a:xfrm>
            <a:prstGeom prst="rect">
              <a:avLst/>
            </a:prstGeom>
          </p:spPr>
        </p:pic>
      </p:grpSp>
      <p:sp>
        <p:nvSpPr>
          <p:cNvPr id="177" name="矩形 176">
            <a:extLst>
              <a:ext uri="{FF2B5EF4-FFF2-40B4-BE49-F238E27FC236}">
                <a16:creationId xmlns:a16="http://schemas.microsoft.com/office/drawing/2014/main" id="{A0E2BCE1-3225-4615-A218-B80F0E5A150F}"/>
              </a:ext>
            </a:extLst>
          </p:cNvPr>
          <p:cNvSpPr/>
          <p:nvPr/>
        </p:nvSpPr>
        <p:spPr>
          <a:xfrm>
            <a:off x="2615886" y="199678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cs typeface="Times New Roman" panose="02020603050405020304" pitchFamily="18" charset="0"/>
                  </a:rPr>
                  <a:t>Second case 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7"/>
                <a:stretch>
                  <a:fillRect l="-1335" t="-2963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AD7C2CA2-F9D9-4022-ACE7-C603A66BCB9A}"/>
              </a:ext>
            </a:extLst>
          </p:cNvPr>
          <p:cNvGrpSpPr/>
          <p:nvPr/>
        </p:nvGrpSpPr>
        <p:grpSpPr>
          <a:xfrm>
            <a:off x="309811" y="2763886"/>
            <a:ext cx="2843786" cy="4013687"/>
            <a:chOff x="119311" y="2763886"/>
            <a:chExt cx="2843786" cy="40136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0FF598F-BDE0-462D-BADE-85650AF37BDB}"/>
                    </a:ext>
                  </a:extLst>
                </p:cNvPr>
                <p:cNvSpPr/>
                <p:nvPr/>
              </p:nvSpPr>
              <p:spPr>
                <a:xfrm>
                  <a:off x="2175702" y="2783869"/>
                  <a:ext cx="78739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0FF598F-BDE0-462D-BADE-85650AF37B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702" y="2783869"/>
                  <a:ext cx="78739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5663023B-0630-4FDF-BD30-9B6BFBFFC8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671"/>
            <a:stretch/>
          </p:blipFill>
          <p:spPr>
            <a:xfrm>
              <a:off x="119311" y="2763886"/>
              <a:ext cx="2105966" cy="401368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984672AF-440A-471E-B477-78E2C435D0C5}"/>
                  </a:ext>
                </a:extLst>
              </p:cNvPr>
              <p:cNvSpPr/>
              <p:nvPr/>
            </p:nvSpPr>
            <p:spPr>
              <a:xfrm>
                <a:off x="4725569" y="1991366"/>
                <a:ext cx="503500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polarization </a:t>
                </a:r>
                <a:r>
                  <a:rPr lang="en-US" altLang="zh-TW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changed with 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zh-TW" altLang="en-US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US" altLang="zh-TW" sz="20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endParaRPr lang="zh-TW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984672AF-440A-471E-B477-78E2C435D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569" y="1991366"/>
                <a:ext cx="5035009" cy="400110"/>
              </a:xfrm>
              <a:prstGeom prst="rect">
                <a:avLst/>
              </a:prstGeom>
              <a:blipFill>
                <a:blip r:embed="rId10"/>
                <a:stretch>
                  <a:fillRect l="-1211"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圖片 55">
            <a:extLst>
              <a:ext uri="{FF2B5EF4-FFF2-40B4-BE49-F238E27FC236}">
                <a16:creationId xmlns:a16="http://schemas.microsoft.com/office/drawing/2014/main" id="{9238AAFE-C54D-4F69-9515-A156253235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6449" y="2747268"/>
            <a:ext cx="2151475" cy="3981465"/>
          </a:xfrm>
          <a:prstGeom prst="rect">
            <a:avLst/>
          </a:prstGeom>
        </p:spPr>
      </p:pic>
      <p:grpSp>
        <p:nvGrpSpPr>
          <p:cNvPr id="57" name="群組 56">
            <a:extLst>
              <a:ext uri="{FF2B5EF4-FFF2-40B4-BE49-F238E27FC236}">
                <a16:creationId xmlns:a16="http://schemas.microsoft.com/office/drawing/2014/main" id="{DFEBC01D-DF00-40F3-8102-06E7AFF5A083}"/>
              </a:ext>
            </a:extLst>
          </p:cNvPr>
          <p:cNvGrpSpPr/>
          <p:nvPr/>
        </p:nvGrpSpPr>
        <p:grpSpPr>
          <a:xfrm>
            <a:off x="8195390" y="2709229"/>
            <a:ext cx="2186860" cy="4044405"/>
            <a:chOff x="7254948" y="3352800"/>
            <a:chExt cx="1838652" cy="3400425"/>
          </a:xfrm>
        </p:grpSpPr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14EEE922-C353-4C70-BD16-C60DE5F5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54948" y="3352800"/>
              <a:ext cx="1838652" cy="3400425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718D34C0-6A57-4F5E-BED3-B21B760CE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646711" y="3467800"/>
              <a:ext cx="1013895" cy="19954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EBDAFF6-5EAB-4EF9-B619-B5AB39E6CA00}"/>
                  </a:ext>
                </a:extLst>
              </p:cNvPr>
              <p:cNvSpPr/>
              <p:nvPr/>
            </p:nvSpPr>
            <p:spPr>
              <a:xfrm>
                <a:off x="6227781" y="2783869"/>
                <a:ext cx="960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EBDAFF6-5EAB-4EF9-B619-B5AB39E6C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781" y="2783869"/>
                <a:ext cx="96051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02D338A-CD14-4B25-A4DA-A1174F376EA7}"/>
                  </a:ext>
                </a:extLst>
              </p:cNvPr>
              <p:cNvSpPr/>
              <p:nvPr/>
            </p:nvSpPr>
            <p:spPr>
              <a:xfrm>
                <a:off x="10301178" y="2783869"/>
                <a:ext cx="7873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ℓ=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02D338A-CD14-4B25-A4DA-A1174F376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178" y="2783869"/>
                <a:ext cx="78739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圖片 62">
            <a:extLst>
              <a:ext uri="{FF2B5EF4-FFF2-40B4-BE49-F238E27FC236}">
                <a16:creationId xmlns:a16="http://schemas.microsoft.com/office/drawing/2014/main" id="{D59879EB-A27B-4FD4-92D0-C4568561100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625" y="2911475"/>
            <a:ext cx="517330" cy="220308"/>
          </a:xfrm>
          <a:prstGeom prst="rect">
            <a:avLst/>
          </a:prstGeom>
        </p:spPr>
      </p:pic>
      <p:grpSp>
        <p:nvGrpSpPr>
          <p:cNvPr id="64" name="群組 63">
            <a:extLst>
              <a:ext uri="{FF2B5EF4-FFF2-40B4-BE49-F238E27FC236}">
                <a16:creationId xmlns:a16="http://schemas.microsoft.com/office/drawing/2014/main" id="{E2AD66AB-C1CE-4584-864E-BF2514717B3D}"/>
              </a:ext>
            </a:extLst>
          </p:cNvPr>
          <p:cNvGrpSpPr/>
          <p:nvPr/>
        </p:nvGrpSpPr>
        <p:grpSpPr>
          <a:xfrm>
            <a:off x="1137357" y="7113524"/>
            <a:ext cx="1804251" cy="681212"/>
            <a:chOff x="1854907" y="7050024"/>
            <a:chExt cx="1804251" cy="6812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9E17D4F8-4602-405B-830E-6336A15ADB5A}"/>
                    </a:ext>
                  </a:extLst>
                </p:cNvPr>
                <p:cNvSpPr/>
                <p:nvPr/>
              </p:nvSpPr>
              <p:spPr>
                <a:xfrm>
                  <a:off x="1854907" y="7050024"/>
                  <a:ext cx="1804251" cy="681212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∥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9E17D4F8-4602-405B-830E-6336A15ADB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7" y="7050024"/>
                  <a:ext cx="1804251" cy="68121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6" name="圖形 65">
              <a:extLst>
                <a:ext uri="{FF2B5EF4-FFF2-40B4-BE49-F238E27FC236}">
                  <a16:creationId xmlns:a16="http://schemas.microsoft.com/office/drawing/2014/main" id="{E0994607-DC12-4249-93AE-5DCAF158C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941037" y="7234237"/>
              <a:ext cx="384497" cy="294557"/>
            </a:xfrm>
            <a:prstGeom prst="rect">
              <a:avLst/>
            </a:prstGeom>
          </p:spPr>
        </p:pic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B8C980BF-01FA-42DB-AFB7-488BD3800EC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52281" y="2875410"/>
            <a:ext cx="610269" cy="25409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7F71DF9-DFC1-49C0-A36E-14D3F122747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58172" y="2832100"/>
            <a:ext cx="660902" cy="25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67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31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27AD78E-2CA2-4984-8A2D-67C599602F34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of VVB: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BDD363E-4BEE-4AAF-ADD6-280544C21965}"/>
              </a:ext>
            </a:extLst>
          </p:cNvPr>
          <p:cNvSpPr/>
          <p:nvPr/>
        </p:nvSpPr>
        <p:spPr>
          <a:xfrm>
            <a:off x="443866" y="1058691"/>
            <a:ext cx="10224134" cy="121778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63AB5B2-2493-4627-8132-AEBE3C9604E7}"/>
              </a:ext>
            </a:extLst>
          </p:cNvPr>
          <p:cNvGrpSpPr/>
          <p:nvPr/>
        </p:nvGrpSpPr>
        <p:grpSpPr>
          <a:xfrm>
            <a:off x="508743" y="1129500"/>
            <a:ext cx="2227982" cy="441916"/>
            <a:chOff x="7128124" y="2749452"/>
            <a:chExt cx="2227982" cy="4419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B52C7492-E756-4567-9D5B-AEC2AD341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/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5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5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acc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5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247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27AD78E-2CA2-4984-8A2D-67C599602F34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of VVB: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BDD363E-4BEE-4AAF-ADD6-280544C21965}"/>
              </a:ext>
            </a:extLst>
          </p:cNvPr>
          <p:cNvSpPr/>
          <p:nvPr/>
        </p:nvSpPr>
        <p:spPr>
          <a:xfrm>
            <a:off x="443866" y="1058691"/>
            <a:ext cx="10224134" cy="121778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63AB5B2-2493-4627-8132-AEBE3C9604E7}"/>
              </a:ext>
            </a:extLst>
          </p:cNvPr>
          <p:cNvGrpSpPr/>
          <p:nvPr/>
        </p:nvGrpSpPr>
        <p:grpSpPr>
          <a:xfrm>
            <a:off x="508743" y="1129500"/>
            <a:ext cx="2227982" cy="441916"/>
            <a:chOff x="7128124" y="2749452"/>
            <a:chExt cx="2227982" cy="4419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B52C7492-E756-4567-9D5B-AEC2AD341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/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5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5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acc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5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2">
                <a:extLst>
                  <a:ext uri="{FF2B5EF4-FFF2-40B4-BE49-F238E27FC236}">
                    <a16:creationId xmlns:a16="http://schemas.microsoft.com/office/drawing/2014/main" id="{DA763AFC-FB47-4E0B-8F2F-74C32580D8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3238500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內容版面配置區 2">
                <a:extLst>
                  <a:ext uri="{FF2B5EF4-FFF2-40B4-BE49-F238E27FC236}">
                    <a16:creationId xmlns:a16="http://schemas.microsoft.com/office/drawing/2014/main" id="{DA763AFC-FB47-4E0B-8F2F-74C32580D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3238500"/>
                <a:ext cx="7528559" cy="372522"/>
              </a:xfrm>
              <a:prstGeom prst="rect">
                <a:avLst/>
              </a:prstGeom>
              <a:blipFill>
                <a:blip r:embed="rId8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6615456E-33C8-41B3-923B-E90E24297011}"/>
              </a:ext>
            </a:extLst>
          </p:cNvPr>
          <p:cNvSpPr/>
          <p:nvPr/>
        </p:nvSpPr>
        <p:spPr>
          <a:xfrm rot="5400000">
            <a:off x="1262152" y="250625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98D4137-AA34-48EA-A88E-9AA672B02925}"/>
              </a:ext>
            </a:extLst>
          </p:cNvPr>
          <p:cNvGrpSpPr/>
          <p:nvPr/>
        </p:nvGrpSpPr>
        <p:grpSpPr>
          <a:xfrm>
            <a:off x="2076680" y="2630412"/>
            <a:ext cx="2661177" cy="312073"/>
            <a:chOff x="14379" y="1317211"/>
            <a:chExt cx="2661177" cy="3120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0283CD-7D9B-4380-BB88-1B95E52E1443}"/>
                    </a:ext>
                  </a:extLst>
                </p:cNvPr>
                <p:cNvSpPr/>
                <p:nvPr/>
              </p:nvSpPr>
              <p:spPr>
                <a:xfrm>
                  <a:off x="14379" y="1319359"/>
                  <a:ext cx="176509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Define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ℓ+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0283CD-7D9B-4380-BB88-1B95E52E14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9" y="1319359"/>
                  <a:ext cx="1765099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038" t="-400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E93FD81-B862-4129-B784-31A1808EDB96}"/>
                    </a:ext>
                  </a:extLst>
                </p:cNvPr>
                <p:cNvSpPr/>
                <p:nvPr/>
              </p:nvSpPr>
              <p:spPr>
                <a:xfrm>
                  <a:off x="1721577" y="1317211"/>
                  <a:ext cx="953979" cy="3120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acc>
                          <m:accPr>
                            <m:chr m:val="̅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E93FD81-B862-4129-B784-31A1808EDB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1577" y="1317211"/>
                  <a:ext cx="953979" cy="312073"/>
                </a:xfrm>
                <a:prstGeom prst="rect">
                  <a:avLst/>
                </a:prstGeom>
                <a:blipFill>
                  <a:blip r:embed="rId10"/>
                  <a:stretch>
                    <a:fillRect r="-14103"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8DE32B5-4A54-47B9-B88B-CD53143B7DC3}"/>
              </a:ext>
            </a:extLst>
          </p:cNvPr>
          <p:cNvSpPr/>
          <p:nvPr/>
        </p:nvSpPr>
        <p:spPr>
          <a:xfrm>
            <a:off x="443866" y="3641595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D106034D-0B85-405C-8EF3-F5802FEA6CA8}"/>
              </a:ext>
            </a:extLst>
          </p:cNvPr>
          <p:cNvGrpSpPr/>
          <p:nvPr/>
        </p:nvGrpSpPr>
        <p:grpSpPr>
          <a:xfrm>
            <a:off x="508743" y="3712404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8FE7AEC8-FCE9-4FDC-99B8-4CD6E431F38B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8FE7AEC8-FCE9-4FDC-99B8-4CD6E431F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圖形 33">
              <a:extLst>
                <a:ext uri="{FF2B5EF4-FFF2-40B4-BE49-F238E27FC236}">
                  <a16:creationId xmlns:a16="http://schemas.microsoft.com/office/drawing/2014/main" id="{90202BD3-2E66-46AA-B341-BC94CE426D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29B87A0-5FF0-46AD-AE1B-B346028A2D45}"/>
                  </a:ext>
                </a:extLst>
              </p:cNvPr>
              <p:cNvSpPr/>
              <p:nvPr/>
            </p:nvSpPr>
            <p:spPr>
              <a:xfrm>
                <a:off x="3013488" y="3742020"/>
                <a:ext cx="8330788" cy="504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29B87A0-5FF0-46AD-AE1B-B346028A2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3742020"/>
                <a:ext cx="8330788" cy="5043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470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C27AD78E-2CA2-4984-8A2D-67C599602F34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 of VVB: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BDD363E-4BEE-4AAF-ADD6-280544C21965}"/>
              </a:ext>
            </a:extLst>
          </p:cNvPr>
          <p:cNvSpPr/>
          <p:nvPr/>
        </p:nvSpPr>
        <p:spPr>
          <a:xfrm>
            <a:off x="443866" y="1058691"/>
            <a:ext cx="10224134" cy="1217784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63AB5B2-2493-4627-8132-AEBE3C9604E7}"/>
              </a:ext>
            </a:extLst>
          </p:cNvPr>
          <p:cNvGrpSpPr/>
          <p:nvPr/>
        </p:nvGrpSpPr>
        <p:grpSpPr>
          <a:xfrm>
            <a:off x="508743" y="1129500"/>
            <a:ext cx="2227982" cy="441916"/>
            <a:chOff x="7128124" y="2749452"/>
            <a:chExt cx="2227982" cy="4419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CA27BF9-C2AE-4311-B8FF-CD57C44D1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227982" cy="4419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B52C7492-E756-4567-9D5B-AEC2AD341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8844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/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5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5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5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acc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5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50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b="0" i="1" smtClean="0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5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ℓ+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5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5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5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5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5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C4BED4-E3DF-49E4-95BC-692EF1F80B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967" y="1060244"/>
                <a:ext cx="8078783" cy="1129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2">
                <a:extLst>
                  <a:ext uri="{FF2B5EF4-FFF2-40B4-BE49-F238E27FC236}">
                    <a16:creationId xmlns:a16="http://schemas.microsoft.com/office/drawing/2014/main" id="{DA763AFC-FB47-4E0B-8F2F-74C32580D8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3238500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內容版面配置區 2">
                <a:extLst>
                  <a:ext uri="{FF2B5EF4-FFF2-40B4-BE49-F238E27FC236}">
                    <a16:creationId xmlns:a16="http://schemas.microsoft.com/office/drawing/2014/main" id="{DA763AFC-FB47-4E0B-8F2F-74C32580D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3238500"/>
                <a:ext cx="7528559" cy="372522"/>
              </a:xfrm>
              <a:prstGeom prst="rect">
                <a:avLst/>
              </a:prstGeom>
              <a:blipFill>
                <a:blip r:embed="rId8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6615456E-33C8-41B3-923B-E90E24297011}"/>
              </a:ext>
            </a:extLst>
          </p:cNvPr>
          <p:cNvSpPr/>
          <p:nvPr/>
        </p:nvSpPr>
        <p:spPr>
          <a:xfrm rot="5400000">
            <a:off x="1262152" y="250625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98D4137-AA34-48EA-A88E-9AA672B02925}"/>
              </a:ext>
            </a:extLst>
          </p:cNvPr>
          <p:cNvGrpSpPr/>
          <p:nvPr/>
        </p:nvGrpSpPr>
        <p:grpSpPr>
          <a:xfrm>
            <a:off x="2076680" y="2630412"/>
            <a:ext cx="2661177" cy="312073"/>
            <a:chOff x="14379" y="1317211"/>
            <a:chExt cx="2661177" cy="3120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0283CD-7D9B-4380-BB88-1B95E52E1443}"/>
                    </a:ext>
                  </a:extLst>
                </p:cNvPr>
                <p:cNvSpPr/>
                <p:nvPr/>
              </p:nvSpPr>
              <p:spPr>
                <a:xfrm>
                  <a:off x="14379" y="1319359"/>
                  <a:ext cx="176509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Define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ℓ+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0283CD-7D9B-4380-BB88-1B95E52E14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9" y="1319359"/>
                  <a:ext cx="1765099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038" t="-400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E93FD81-B862-4129-B784-31A1808EDB96}"/>
                    </a:ext>
                  </a:extLst>
                </p:cNvPr>
                <p:cNvSpPr/>
                <p:nvPr/>
              </p:nvSpPr>
              <p:spPr>
                <a:xfrm>
                  <a:off x="1721577" y="1317211"/>
                  <a:ext cx="953979" cy="3120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acc>
                          <m:accPr>
                            <m:chr m:val="̅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8E93FD81-B862-4129-B784-31A1808EDB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1577" y="1317211"/>
                  <a:ext cx="953979" cy="312073"/>
                </a:xfrm>
                <a:prstGeom prst="rect">
                  <a:avLst/>
                </a:prstGeom>
                <a:blipFill>
                  <a:blip r:embed="rId10"/>
                  <a:stretch>
                    <a:fillRect r="-14103" b="-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8DE32B5-4A54-47B9-B88B-CD53143B7DC3}"/>
              </a:ext>
            </a:extLst>
          </p:cNvPr>
          <p:cNvSpPr/>
          <p:nvPr/>
        </p:nvSpPr>
        <p:spPr>
          <a:xfrm>
            <a:off x="443866" y="3641595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D106034D-0B85-405C-8EF3-F5802FEA6CA8}"/>
              </a:ext>
            </a:extLst>
          </p:cNvPr>
          <p:cNvGrpSpPr/>
          <p:nvPr/>
        </p:nvGrpSpPr>
        <p:grpSpPr>
          <a:xfrm>
            <a:off x="508743" y="3712404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8FE7AEC8-FCE9-4FDC-99B8-4CD6E431F38B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8FE7AEC8-FCE9-4FDC-99B8-4CD6E431F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圖形 33">
              <a:extLst>
                <a:ext uri="{FF2B5EF4-FFF2-40B4-BE49-F238E27FC236}">
                  <a16:creationId xmlns:a16="http://schemas.microsoft.com/office/drawing/2014/main" id="{90202BD3-2E66-46AA-B341-BC94CE426D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29B87A0-5FF0-46AD-AE1B-B346028A2D45}"/>
                  </a:ext>
                </a:extLst>
              </p:cNvPr>
              <p:cNvSpPr/>
              <p:nvPr/>
            </p:nvSpPr>
            <p:spPr>
              <a:xfrm>
                <a:off x="3013488" y="3742020"/>
                <a:ext cx="8330788" cy="504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acc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29B87A0-5FF0-46AD-AE1B-B346028A2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3742020"/>
                <a:ext cx="8330788" cy="5043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4498C833-8F81-4492-962B-FD806EA915F9}"/>
              </a:ext>
            </a:extLst>
          </p:cNvPr>
          <p:cNvSpPr/>
          <p:nvPr/>
        </p:nvSpPr>
        <p:spPr>
          <a:xfrm>
            <a:off x="6584710" y="5471161"/>
            <a:ext cx="2147978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B9DAA02D-5B7F-45C1-B5C3-2BDF7AF8A21E}"/>
              </a:ext>
            </a:extLst>
          </p:cNvPr>
          <p:cNvSpPr/>
          <p:nvPr/>
        </p:nvSpPr>
        <p:spPr>
          <a:xfrm>
            <a:off x="4213106" y="5471161"/>
            <a:ext cx="1212911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B6D8E0A1-B99B-4718-AE69-F10A8D7C4D0E}"/>
              </a:ext>
            </a:extLst>
          </p:cNvPr>
          <p:cNvSpPr/>
          <p:nvPr/>
        </p:nvSpPr>
        <p:spPr>
          <a:xfrm>
            <a:off x="491491" y="5366064"/>
            <a:ext cx="10748009" cy="1350000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5" name="箭號: 向右 44">
            <a:extLst>
              <a:ext uri="{FF2B5EF4-FFF2-40B4-BE49-F238E27FC236}">
                <a16:creationId xmlns:a16="http://schemas.microsoft.com/office/drawing/2014/main" id="{09700BD9-8DA0-474A-8AD3-C57CBD8A02B9}"/>
              </a:ext>
            </a:extLst>
          </p:cNvPr>
          <p:cNvSpPr/>
          <p:nvPr/>
        </p:nvSpPr>
        <p:spPr>
          <a:xfrm rot="5400000">
            <a:off x="1262152" y="4620801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951F73E8-07A9-47EF-962B-4A96D651C992}"/>
                  </a:ext>
                </a:extLst>
              </p:cNvPr>
              <p:cNvSpPr/>
              <p:nvPr/>
            </p:nvSpPr>
            <p:spPr>
              <a:xfrm>
                <a:off x="2036120" y="4659656"/>
                <a:ext cx="3234620" cy="5704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951F73E8-07A9-47EF-962B-4A96D651C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20" y="4659656"/>
                <a:ext cx="3234620" cy="570477"/>
              </a:xfrm>
              <a:prstGeom prst="rect">
                <a:avLst/>
              </a:prstGeom>
              <a:blipFill>
                <a:blip r:embed="rId13"/>
                <a:stretch>
                  <a:fillRect l="-1883" t="-31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19C25B56-5A18-44E8-BEC6-D1CBBF37EDEA}"/>
              </a:ext>
            </a:extLst>
          </p:cNvPr>
          <p:cNvGrpSpPr/>
          <p:nvPr/>
        </p:nvGrpSpPr>
        <p:grpSpPr>
          <a:xfrm>
            <a:off x="648711" y="5442674"/>
            <a:ext cx="10091176" cy="803361"/>
            <a:chOff x="71454" y="3127036"/>
            <a:chExt cx="10091176" cy="803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5537657-BE5F-4BB4-B638-91A7FA19693A}"/>
                    </a:ext>
                  </a:extLst>
                </p:cNvPr>
                <p:cNvSpPr/>
                <p:nvPr/>
              </p:nvSpPr>
              <p:spPr>
                <a:xfrm>
                  <a:off x="71454" y="3127036"/>
                  <a:ext cx="10091176" cy="8033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ac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±</m:t>
                                </m:r>
                                <m:f>
                                  <m:f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num>
                                  <m:den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𝐽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5537657-BE5F-4BB4-B638-91A7FA1969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27036"/>
                  <a:ext cx="10091176" cy="80336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9" name="圖形 48">
              <a:extLst>
                <a:ext uri="{FF2B5EF4-FFF2-40B4-BE49-F238E27FC236}">
                  <a16:creationId xmlns:a16="http://schemas.microsoft.com/office/drawing/2014/main" id="{F84917B6-2BA9-4397-A79B-C8F9B3710E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67410" y="3417662"/>
              <a:ext cx="224841" cy="172247"/>
            </a:xfrm>
            <a:prstGeom prst="rect">
              <a:avLst/>
            </a:prstGeom>
          </p:spPr>
        </p:pic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55185BB5-EBE3-4449-92DF-8FDC8853E6DB}"/>
              </a:ext>
            </a:extLst>
          </p:cNvPr>
          <p:cNvSpPr/>
          <p:nvPr/>
        </p:nvSpPr>
        <p:spPr>
          <a:xfrm>
            <a:off x="3832210" y="628303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A029717-7CCE-4009-9C20-EC4E2A3E76BE}"/>
              </a:ext>
            </a:extLst>
          </p:cNvPr>
          <p:cNvSpPr/>
          <p:nvPr/>
        </p:nvSpPr>
        <p:spPr>
          <a:xfrm>
            <a:off x="6470443" y="627761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Azimuthal structure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725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5BCCBB01-5148-4CAB-8FB8-A82294C10B7C}"/>
              </a:ext>
            </a:extLst>
          </p:cNvPr>
          <p:cNvSpPr/>
          <p:nvPr/>
        </p:nvSpPr>
        <p:spPr>
          <a:xfrm>
            <a:off x="6781801" y="1195817"/>
            <a:ext cx="3209924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7AB7EC83-D440-409D-8967-E7B6861BBE4B}"/>
              </a:ext>
            </a:extLst>
          </p:cNvPr>
          <p:cNvSpPr/>
          <p:nvPr/>
        </p:nvSpPr>
        <p:spPr>
          <a:xfrm>
            <a:off x="4757650" y="1183832"/>
            <a:ext cx="857546" cy="75998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47F9B9E1-F5A1-4603-81DA-0EA810B015E8}"/>
              </a:ext>
            </a:extLst>
          </p:cNvPr>
          <p:cNvGrpSpPr/>
          <p:nvPr/>
        </p:nvGrpSpPr>
        <p:grpSpPr>
          <a:xfrm>
            <a:off x="595073" y="1167522"/>
            <a:ext cx="10515750" cy="777008"/>
            <a:chOff x="71454" y="3127036"/>
            <a:chExt cx="10515750" cy="7770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4DAE2F08-7338-4445-90F6-E68E6E5DBDC8}"/>
                    </a:ext>
                  </a:extLst>
                </p:cNvPr>
                <p:cNvSpPr/>
                <p:nvPr/>
              </p:nvSpPr>
              <p:spPr>
                <a:xfrm>
                  <a:off x="71454" y="3127036"/>
                  <a:ext cx="10515750" cy="77700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19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  <m:r>
                              <a:rPr lang="en-US" altLang="zh-TW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19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  <m:r>
                                      <a:rPr lang="en-US" altLang="zh-TW" sz="20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d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4DAE2F08-7338-4445-90F6-E68E6E5DB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4" y="3127036"/>
                  <a:ext cx="10515750" cy="77700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5" name="圖形 44">
              <a:extLst>
                <a:ext uri="{FF2B5EF4-FFF2-40B4-BE49-F238E27FC236}">
                  <a16:creationId xmlns:a16="http://schemas.microsoft.com/office/drawing/2014/main" id="{5C0933FC-8606-4C68-A9EB-37D5E3BA60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53142" b="-1"/>
            <a:stretch/>
          </p:blipFill>
          <p:spPr>
            <a:xfrm>
              <a:off x="167410" y="3417662"/>
              <a:ext cx="224841" cy="172247"/>
            </a:xfrm>
            <a:prstGeom prst="rect">
              <a:avLst/>
            </a:prstGeom>
          </p:spPr>
        </p:pic>
      </p:grpSp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4"/>
            <a:ext cx="10748009" cy="134906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34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cs typeface="Times New Roman" panose="02020603050405020304" pitchFamily="18" charset="0"/>
                  </a:rPr>
                  <a:t>Second case 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內容版面配置區 2">
                <a:extLst>
                  <a:ext uri="{FF2B5EF4-FFF2-40B4-BE49-F238E27FC236}">
                    <a16:creationId xmlns:a16="http://schemas.microsoft.com/office/drawing/2014/main" id="{ED4D3C8E-1052-483F-8392-4D149AC10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7"/>
                <a:stretch>
                  <a:fillRect l="-1335" t="-29630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 52">
            <a:extLst>
              <a:ext uri="{FF2B5EF4-FFF2-40B4-BE49-F238E27FC236}">
                <a16:creationId xmlns:a16="http://schemas.microsoft.com/office/drawing/2014/main" id="{B47F25AE-47D8-469A-9ABA-89CB1E0A3E0B}"/>
              </a:ext>
            </a:extLst>
          </p:cNvPr>
          <p:cNvSpPr/>
          <p:nvPr/>
        </p:nvSpPr>
        <p:spPr>
          <a:xfrm>
            <a:off x="4349797" y="1978399"/>
            <a:ext cx="2258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Doughnut shape</a:t>
            </a:r>
            <a:endParaRPr lang="zh-TW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4421F5F-0548-4B45-AA75-74B8D1577198}"/>
              </a:ext>
            </a:extLst>
          </p:cNvPr>
          <p:cNvSpPr/>
          <p:nvPr/>
        </p:nvSpPr>
        <p:spPr>
          <a:xfrm>
            <a:off x="7169184" y="1972976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Azimuthal structure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/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acc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  <a:blipFill>
                <a:blip r:embed="rId8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圖形 71">
            <a:extLst>
              <a:ext uri="{FF2B5EF4-FFF2-40B4-BE49-F238E27FC236}">
                <a16:creationId xmlns:a16="http://schemas.microsoft.com/office/drawing/2014/main" id="{B63C0A5F-F8BC-4014-B982-1A88490DE0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r="53142" b="-1"/>
          <a:stretch/>
        </p:blipFill>
        <p:spPr>
          <a:xfrm>
            <a:off x="-324370" y="7135500"/>
            <a:ext cx="224841" cy="172247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971F1C9A-F6D0-44F1-B235-2235515E4036}"/>
              </a:ext>
            </a:extLst>
          </p:cNvPr>
          <p:cNvGrpSpPr/>
          <p:nvPr/>
        </p:nvGrpSpPr>
        <p:grpSpPr>
          <a:xfrm>
            <a:off x="1950158" y="7050024"/>
            <a:ext cx="1793167" cy="620426"/>
            <a:chOff x="1854908" y="7050024"/>
            <a:chExt cx="1793167" cy="620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/>
                <p:nvPr/>
              </p:nvSpPr>
              <p:spPr>
                <a:xfrm>
                  <a:off x="1854908" y="7050024"/>
                  <a:ext cx="1793167" cy="620426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−4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,0</m:t>
                            </m:r>
                            <m:r>
                              <a:rPr lang="en-US" altLang="zh-TW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8" y="7050024"/>
                  <a:ext cx="1793167" cy="62042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圖形 74">
              <a:extLst>
                <a:ext uri="{FF2B5EF4-FFF2-40B4-BE49-F238E27FC236}">
                  <a16:creationId xmlns:a16="http://schemas.microsoft.com/office/drawing/2014/main" id="{03C961A9-0B86-409E-91EA-027A98FBF2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53142" b="-1"/>
            <a:stretch/>
          </p:blipFill>
          <p:spPr>
            <a:xfrm>
              <a:off x="1941037" y="7234237"/>
              <a:ext cx="384497" cy="2945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534E2A09-CF3B-4CEA-AF4C-7CE627BE3BC7}"/>
                  </a:ext>
                </a:extLst>
              </p:cNvPr>
              <p:cNvSpPr/>
              <p:nvPr/>
            </p:nvSpPr>
            <p:spPr>
              <a:xfrm>
                <a:off x="-460337" y="7440347"/>
                <a:ext cx="2972766" cy="416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534E2A09-CF3B-4CEA-AF4C-7CE627BE3B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0337" y="7440347"/>
                <a:ext cx="2972766" cy="41658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圖片 96">
            <a:extLst>
              <a:ext uri="{FF2B5EF4-FFF2-40B4-BE49-F238E27FC236}">
                <a16:creationId xmlns:a16="http://schemas.microsoft.com/office/drawing/2014/main" id="{DCD3848E-9197-4B93-8401-15C84E5421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4595" y="3044017"/>
            <a:ext cx="2559358" cy="3002400"/>
          </a:xfrm>
          <a:prstGeom prst="rect">
            <a:avLst/>
          </a:prstGeom>
        </p:spPr>
      </p:pic>
      <p:pic>
        <p:nvPicPr>
          <p:cNvPr id="98" name="圖片 97">
            <a:extLst>
              <a:ext uri="{FF2B5EF4-FFF2-40B4-BE49-F238E27FC236}">
                <a16:creationId xmlns:a16="http://schemas.microsoft.com/office/drawing/2014/main" id="{AFC0B315-C138-4C3D-A919-55176CE62F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1711" y="3044017"/>
            <a:ext cx="2552040" cy="3002400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145F2936-8DDB-48B2-8977-0AA088AAC6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458" y="3044017"/>
            <a:ext cx="2552632" cy="3002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47B4228D-A0DA-44F1-A22A-3029D9166ED8}"/>
                  </a:ext>
                </a:extLst>
              </p:cNvPr>
              <p:cNvSpPr/>
              <p:nvPr/>
            </p:nvSpPr>
            <p:spPr>
              <a:xfrm>
                <a:off x="9426092" y="6035372"/>
                <a:ext cx="8976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47B4228D-A0DA-44F1-A22A-3029D9166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92" y="6035372"/>
                <a:ext cx="897682" cy="369332"/>
              </a:xfrm>
              <a:prstGeom prst="rect">
                <a:avLst/>
              </a:prstGeom>
              <a:blipFill>
                <a:blip r:embed="rId1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C6FF0B06-B148-4CE2-98A5-081A360A5EA4}"/>
                  </a:ext>
                </a:extLst>
              </p:cNvPr>
              <p:cNvSpPr/>
              <p:nvPr/>
            </p:nvSpPr>
            <p:spPr>
              <a:xfrm>
                <a:off x="1429063" y="6035372"/>
                <a:ext cx="1070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C6FF0B06-B148-4CE2-98A5-081A360A5E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063" y="6035372"/>
                <a:ext cx="1070806" cy="369332"/>
              </a:xfrm>
              <a:prstGeom prst="rect">
                <a:avLst/>
              </a:prstGeom>
              <a:blipFill>
                <a:blip r:embed="rId1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5881C85A-A3ED-4E24-9574-DCC048BEDA29}"/>
                  </a:ext>
                </a:extLst>
              </p:cNvPr>
              <p:cNvSpPr/>
              <p:nvPr/>
            </p:nvSpPr>
            <p:spPr>
              <a:xfrm>
                <a:off x="6907521" y="6035372"/>
                <a:ext cx="8976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5881C85A-A3ED-4E24-9574-DCC048BED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521" y="6035372"/>
                <a:ext cx="897682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" name="圖片 103">
            <a:extLst>
              <a:ext uri="{FF2B5EF4-FFF2-40B4-BE49-F238E27FC236}">
                <a16:creationId xmlns:a16="http://schemas.microsoft.com/office/drawing/2014/main" id="{6BAC33CE-E010-44B9-88B7-76576E6935B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97282" y="3044017"/>
            <a:ext cx="2555990" cy="30024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63A84085-EA8A-4218-9FDA-ED865E55AA14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r="10865"/>
          <a:stretch/>
        </p:blipFill>
        <p:spPr>
          <a:xfrm>
            <a:off x="6765373" y="3167063"/>
            <a:ext cx="488454" cy="212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878599B-1F14-4C47-97F7-56E321944412}"/>
                  </a:ext>
                </a:extLst>
              </p:cNvPr>
              <p:cNvSpPr/>
              <p:nvPr/>
            </p:nvSpPr>
            <p:spPr>
              <a:xfrm>
                <a:off x="4041215" y="6035372"/>
                <a:ext cx="1070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8878599B-1F14-4C47-97F7-56E321944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215" y="6035372"/>
                <a:ext cx="1070806" cy="369332"/>
              </a:xfrm>
              <a:prstGeom prst="rect">
                <a:avLst/>
              </a:prstGeom>
              <a:blipFill>
                <a:blip r:embed="rId19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7" name="圖片 106">
            <a:extLst>
              <a:ext uri="{FF2B5EF4-FFF2-40B4-BE49-F238E27FC236}">
                <a16:creationId xmlns:a16="http://schemas.microsoft.com/office/drawing/2014/main" id="{738482CF-1E00-4EC9-B766-62A000964EE4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5836"/>
          <a:stretch/>
        </p:blipFill>
        <p:spPr>
          <a:xfrm>
            <a:off x="4107656" y="3173446"/>
            <a:ext cx="510899" cy="212400"/>
          </a:xfrm>
          <a:prstGeom prst="rect">
            <a:avLst/>
          </a:prstGeom>
        </p:spPr>
      </p:pic>
      <p:pic>
        <p:nvPicPr>
          <p:cNvPr id="108" name="圖片 107">
            <a:extLst>
              <a:ext uri="{FF2B5EF4-FFF2-40B4-BE49-F238E27FC236}">
                <a16:creationId xmlns:a16="http://schemas.microsoft.com/office/drawing/2014/main" id="{A05DDB06-0A46-471F-9C34-BCE2A50491A0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r="7969"/>
          <a:stretch/>
        </p:blipFill>
        <p:spPr>
          <a:xfrm>
            <a:off x="9347140" y="3160875"/>
            <a:ext cx="499329" cy="212400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47B20435-9205-4154-B4C9-A97F91C1CA7F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4150"/>
          <a:stretch/>
        </p:blipFill>
        <p:spPr>
          <a:xfrm>
            <a:off x="1431132" y="3169442"/>
            <a:ext cx="518820" cy="191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97E29BFE-788F-4D7A-9815-4B042954D05B}"/>
                  </a:ext>
                </a:extLst>
              </p:cNvPr>
              <p:cNvSpPr/>
              <p:nvPr/>
            </p:nvSpPr>
            <p:spPr>
              <a:xfrm>
                <a:off x="466742" y="2581266"/>
                <a:ext cx="40754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AM difference: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97E29BFE-788F-4D7A-9815-4B042954D0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42" y="2581266"/>
                <a:ext cx="4075411" cy="400110"/>
              </a:xfrm>
              <a:prstGeom prst="rect">
                <a:avLst/>
              </a:prstGeom>
              <a:blipFill>
                <a:blip r:embed="rId23"/>
                <a:stretch>
                  <a:fillRect l="-1647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25FFA0AE-6015-4C54-99E5-53A9E4AF7C56}"/>
                  </a:ext>
                </a:extLst>
              </p:cNvPr>
              <p:cNvSpPr/>
              <p:nvPr/>
            </p:nvSpPr>
            <p:spPr>
              <a:xfrm>
                <a:off x="4405649" y="2581142"/>
                <a:ext cx="295717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 </m:t>
                    </m:r>
                  </m:oMath>
                </a14:m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 number of  nodes</a:t>
                </a:r>
                <a:endParaRPr lang="zh-TW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25FFA0AE-6015-4C54-99E5-53A9E4AF7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649" y="2581142"/>
                <a:ext cx="2957175" cy="400110"/>
              </a:xfrm>
              <a:prstGeom prst="rect">
                <a:avLst/>
              </a:prstGeom>
              <a:blipFill>
                <a:blip r:embed="rId24"/>
                <a:stretch>
                  <a:fillRect t="-7576" r="-825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139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814524" y="3266806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of nodes ? </a:t>
            </a:r>
          </a:p>
        </p:txBody>
      </p:sp>
    </p:spTree>
    <p:extLst>
      <p:ext uri="{BB962C8B-B14F-4D97-AF65-F5344CB8AC3E}">
        <p14:creationId xmlns:p14="http://schemas.microsoft.com/office/powerpoint/2010/main" val="775347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36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of nodes 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  <a:blipFill>
                <a:blip r:embed="rId4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0CCE3AE-208D-4561-90E4-1CA452F9C40C}"/>
              </a:ext>
            </a:extLst>
          </p:cNvPr>
          <p:cNvSpPr/>
          <p:nvPr/>
        </p:nvSpPr>
        <p:spPr>
          <a:xfrm>
            <a:off x="443866" y="1624109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BF6C06D-E457-4351-94DF-4555C8FCD9F1}"/>
              </a:ext>
            </a:extLst>
          </p:cNvPr>
          <p:cNvGrpSpPr/>
          <p:nvPr/>
        </p:nvGrpSpPr>
        <p:grpSpPr>
          <a:xfrm>
            <a:off x="508743" y="1694918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圖形 16">
              <a:extLst>
                <a:ext uri="{FF2B5EF4-FFF2-40B4-BE49-F238E27FC236}">
                  <a16:creationId xmlns:a16="http://schemas.microsoft.com/office/drawing/2014/main" id="{E53D7A74-7936-425D-9EC5-B0506391E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/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7309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37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of nodes 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  <a:blipFill>
                <a:blip r:embed="rId4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0CCE3AE-208D-4561-90E4-1CA452F9C40C}"/>
              </a:ext>
            </a:extLst>
          </p:cNvPr>
          <p:cNvSpPr/>
          <p:nvPr/>
        </p:nvSpPr>
        <p:spPr>
          <a:xfrm>
            <a:off x="443866" y="1624109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BF6C06D-E457-4351-94DF-4555C8FCD9F1}"/>
              </a:ext>
            </a:extLst>
          </p:cNvPr>
          <p:cNvGrpSpPr/>
          <p:nvPr/>
        </p:nvGrpSpPr>
        <p:grpSpPr>
          <a:xfrm>
            <a:off x="508743" y="1694918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圖形 16">
              <a:extLst>
                <a:ext uri="{FF2B5EF4-FFF2-40B4-BE49-F238E27FC236}">
                  <a16:creationId xmlns:a16="http://schemas.microsoft.com/office/drawing/2014/main" id="{E53D7A74-7936-425D-9EC5-B0506391E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/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5117142B-13B6-44BD-BA5C-B5B5E7F76B90}"/>
              </a:ext>
            </a:extLst>
          </p:cNvPr>
          <p:cNvSpPr/>
          <p:nvPr/>
        </p:nvSpPr>
        <p:spPr>
          <a:xfrm rot="5400000">
            <a:off x="1262152" y="2628099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B26E68-273A-4B92-8556-A4E9D467B5F2}"/>
                  </a:ext>
                </a:extLst>
              </p:cNvPr>
              <p:cNvSpPr/>
              <p:nvPr/>
            </p:nvSpPr>
            <p:spPr>
              <a:xfrm>
                <a:off x="2036119" y="2724104"/>
                <a:ext cx="7260281" cy="340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define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e>
                    </m:acc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ℓ′</m:t>
                            </m:r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40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ℓ′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B26E68-273A-4B92-8556-A4E9D467B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19" y="2724104"/>
                <a:ext cx="7260281" cy="340029"/>
              </a:xfrm>
              <a:prstGeom prst="rect">
                <a:avLst/>
              </a:prstGeom>
              <a:blipFill>
                <a:blip r:embed="rId9"/>
                <a:stretch>
                  <a:fillRect l="-252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C93F7A6-25CF-404B-AF04-A274711AD9AA}"/>
              </a:ext>
            </a:extLst>
          </p:cNvPr>
          <p:cNvSpPr/>
          <p:nvPr/>
        </p:nvSpPr>
        <p:spPr>
          <a:xfrm>
            <a:off x="443866" y="3517770"/>
            <a:ext cx="11236300" cy="7695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3C661B0E-086B-4B91-B6D5-58E810EFF6FE}"/>
              </a:ext>
            </a:extLst>
          </p:cNvPr>
          <p:cNvGrpSpPr/>
          <p:nvPr/>
        </p:nvGrpSpPr>
        <p:grpSpPr>
          <a:xfrm>
            <a:off x="508743" y="358857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09092F8-4136-4E61-A187-3763498C499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09092F8-4136-4E61-A187-3763498C4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" name="圖形 23">
              <a:extLst>
                <a:ext uri="{FF2B5EF4-FFF2-40B4-BE49-F238E27FC236}">
                  <a16:creationId xmlns:a16="http://schemas.microsoft.com/office/drawing/2014/main" id="{DBC8A858-A40B-4C32-B343-4286B30D24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D8849A-9E01-4E00-8783-CE71DB68D6EF}"/>
                  </a:ext>
                </a:extLst>
              </p:cNvPr>
              <p:cNvSpPr/>
              <p:nvPr/>
            </p:nvSpPr>
            <p:spPr>
              <a:xfrm>
                <a:off x="2079480" y="3643700"/>
                <a:ext cx="9593976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D8849A-9E01-4E00-8783-CE71DB68D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480" y="3643700"/>
                <a:ext cx="9593976" cy="453266"/>
              </a:xfrm>
              <a:prstGeom prst="rect">
                <a:avLst/>
              </a:prstGeom>
              <a:blipFill>
                <a:blip r:embed="rId11"/>
                <a:stretch>
                  <a:fillRect r="-17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484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21375BE-BBA9-4C3A-A8C6-5BBAE6817D24}"/>
                  </a:ext>
                </a:extLst>
              </p:cNvPr>
              <p:cNvSpPr/>
              <p:nvPr/>
            </p:nvSpPr>
            <p:spPr>
              <a:xfrm>
                <a:off x="3006725" y="5551875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21375BE-BBA9-4C3A-A8C6-5BBAE6817D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5551875"/>
                <a:ext cx="8738318" cy="4532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ED4D3C8E-1052-483F-8392-4D149AC10899}"/>
              </a:ext>
            </a:extLst>
          </p:cNvPr>
          <p:cNvSpPr txBox="1">
            <a:spLocks/>
          </p:cNvSpPr>
          <p:nvPr/>
        </p:nvSpPr>
        <p:spPr>
          <a:xfrm>
            <a:off x="336962" y="709212"/>
            <a:ext cx="4562952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have 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of nodes 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F4EFA61-5FE7-4163-A3FF-152DE166E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1221014"/>
                <a:ext cx="7528559" cy="372522"/>
              </a:xfrm>
              <a:prstGeom prst="rect">
                <a:avLst/>
              </a:prstGeom>
              <a:blipFill>
                <a:blip r:embed="rId5"/>
                <a:stretch>
                  <a:fillRect l="-810" t="-34426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0CCE3AE-208D-4561-90E4-1CA452F9C40C}"/>
              </a:ext>
            </a:extLst>
          </p:cNvPr>
          <p:cNvSpPr/>
          <p:nvPr/>
        </p:nvSpPr>
        <p:spPr>
          <a:xfrm>
            <a:off x="443866" y="1624109"/>
            <a:ext cx="10890884" cy="730380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BF6C06D-E457-4351-94DF-4555C8FCD9F1}"/>
              </a:ext>
            </a:extLst>
          </p:cNvPr>
          <p:cNvGrpSpPr/>
          <p:nvPr/>
        </p:nvGrpSpPr>
        <p:grpSpPr>
          <a:xfrm>
            <a:off x="508743" y="1694918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0917719-607D-44E1-8E83-AB0E44F36E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圖形 16">
              <a:extLst>
                <a:ext uri="{FF2B5EF4-FFF2-40B4-BE49-F238E27FC236}">
                  <a16:creationId xmlns:a16="http://schemas.microsoft.com/office/drawing/2014/main" id="{E53D7A74-7936-425D-9EC5-B0506391E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/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EBCAA76-92D3-45BA-B3E2-E93A31E07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88" y="1724534"/>
                <a:ext cx="8330788" cy="4532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5117142B-13B6-44BD-BA5C-B5B5E7F76B90}"/>
              </a:ext>
            </a:extLst>
          </p:cNvPr>
          <p:cNvSpPr/>
          <p:nvPr/>
        </p:nvSpPr>
        <p:spPr>
          <a:xfrm rot="5400000">
            <a:off x="1262152" y="2628099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B26E68-273A-4B92-8556-A4E9D467B5F2}"/>
                  </a:ext>
                </a:extLst>
              </p:cNvPr>
              <p:cNvSpPr/>
              <p:nvPr/>
            </p:nvSpPr>
            <p:spPr>
              <a:xfrm>
                <a:off x="2036119" y="2724104"/>
                <a:ext cx="7260281" cy="340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define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e>
                    </m:acc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ℓ′</m:t>
                            </m:r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40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ℓ′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0B26E68-273A-4B92-8556-A4E9D467B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19" y="2724104"/>
                <a:ext cx="7260281" cy="340029"/>
              </a:xfrm>
              <a:prstGeom prst="rect">
                <a:avLst/>
              </a:prstGeom>
              <a:blipFill>
                <a:blip r:embed="rId10"/>
                <a:stretch>
                  <a:fillRect l="-252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C93F7A6-25CF-404B-AF04-A274711AD9AA}"/>
              </a:ext>
            </a:extLst>
          </p:cNvPr>
          <p:cNvSpPr/>
          <p:nvPr/>
        </p:nvSpPr>
        <p:spPr>
          <a:xfrm>
            <a:off x="443866" y="3517770"/>
            <a:ext cx="11236300" cy="769558"/>
          </a:xfrm>
          <a:prstGeom prst="round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3C661B0E-086B-4B91-B6D5-58E810EFF6FE}"/>
              </a:ext>
            </a:extLst>
          </p:cNvPr>
          <p:cNvGrpSpPr/>
          <p:nvPr/>
        </p:nvGrpSpPr>
        <p:grpSpPr>
          <a:xfrm>
            <a:off x="508743" y="358857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09092F8-4136-4E61-A187-3763498C499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09092F8-4136-4E61-A187-3763498C4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" name="圖形 23">
              <a:extLst>
                <a:ext uri="{FF2B5EF4-FFF2-40B4-BE49-F238E27FC236}">
                  <a16:creationId xmlns:a16="http://schemas.microsoft.com/office/drawing/2014/main" id="{DBC8A858-A40B-4C32-B343-4286B30D24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D8849A-9E01-4E00-8783-CE71DB68D6EF}"/>
                  </a:ext>
                </a:extLst>
              </p:cNvPr>
              <p:cNvSpPr/>
              <p:nvPr/>
            </p:nvSpPr>
            <p:spPr>
              <a:xfrm>
                <a:off x="2079480" y="3643700"/>
                <a:ext cx="9593976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D8849A-9E01-4E00-8783-CE71DB68D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480" y="3643700"/>
                <a:ext cx="9593976" cy="453266"/>
              </a:xfrm>
              <a:prstGeom prst="rect">
                <a:avLst/>
              </a:prstGeom>
              <a:blipFill>
                <a:blip r:embed="rId12"/>
                <a:stretch>
                  <a:fillRect r="-17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1F3B69A5-4E39-45D7-9C90-B773A787208A}"/>
              </a:ext>
            </a:extLst>
          </p:cNvPr>
          <p:cNvGrpSpPr/>
          <p:nvPr/>
        </p:nvGrpSpPr>
        <p:grpSpPr>
          <a:xfrm>
            <a:off x="2076680" y="4625565"/>
            <a:ext cx="6092901" cy="413190"/>
            <a:chOff x="14379" y="1343564"/>
            <a:chExt cx="6092901" cy="4131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8895F43A-68F5-45BE-AA25-D396D4F55937}"/>
                    </a:ext>
                  </a:extLst>
                </p:cNvPr>
                <p:cNvSpPr/>
                <p:nvPr/>
              </p:nvSpPr>
              <p:spPr>
                <a:xfrm>
                  <a:off x="14379" y="1343564"/>
                  <a:ext cx="3315010" cy="4131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Define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8895F43A-68F5-45BE-AA25-D396D4F559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9" y="1343564"/>
                  <a:ext cx="3315010" cy="413190"/>
                </a:xfrm>
                <a:prstGeom prst="rect">
                  <a:avLst/>
                </a:prstGeom>
                <a:blipFill>
                  <a:blip r:embed="rId13"/>
                  <a:stretch>
                    <a:fillRect l="-552" b="-14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66B39D83-AA0E-4C8A-A072-C8B0F352B141}"/>
                    </a:ext>
                  </a:extLst>
                </p:cNvPr>
                <p:cNvSpPr/>
                <p:nvPr/>
              </p:nvSpPr>
              <p:spPr>
                <a:xfrm>
                  <a:off x="3263553" y="1343564"/>
                  <a:ext cx="2843727" cy="4131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altLang="zh-TW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1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  <m:sup>
                                    <m:r>
                                      <a:rPr lang="en-US" altLang="zh-TW" sz="1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1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1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ℓ</m:t>
                                        </m:r>
                                      </m:e>
                                      <m:sup>
                                        <m:r>
                                          <a:rPr lang="en-US" altLang="zh-TW" sz="1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1400" i="1" dirty="0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66B39D83-AA0E-4C8A-A072-C8B0F352B1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553" y="1343564"/>
                  <a:ext cx="2843727" cy="41319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5517371A-024A-4041-8E74-2337CCE14315}"/>
              </a:ext>
            </a:extLst>
          </p:cNvPr>
          <p:cNvSpPr/>
          <p:nvPr/>
        </p:nvSpPr>
        <p:spPr>
          <a:xfrm rot="5400000">
            <a:off x="1262152" y="4571199"/>
            <a:ext cx="739502" cy="606574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CDB7EE51-E2E3-4A67-8A55-5582BB809500}"/>
              </a:ext>
            </a:extLst>
          </p:cNvPr>
          <p:cNvSpPr/>
          <p:nvPr/>
        </p:nvSpPr>
        <p:spPr>
          <a:xfrm>
            <a:off x="443866" y="5413245"/>
            <a:ext cx="11236300" cy="769558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F99A9686-4FBF-4028-8D67-9AE65BDD755D}"/>
              </a:ext>
            </a:extLst>
          </p:cNvPr>
          <p:cNvGrpSpPr/>
          <p:nvPr/>
        </p:nvGrpSpPr>
        <p:grpSpPr>
          <a:xfrm>
            <a:off x="508743" y="5484054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D6905E30-FDF2-4474-87CC-59D5A3A0D4B6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D6905E30-FDF2-4474-87CC-59D5A3A0D4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7" name="圖形 36">
              <a:extLst>
                <a:ext uri="{FF2B5EF4-FFF2-40B4-BE49-F238E27FC236}">
                  <a16:creationId xmlns:a16="http://schemas.microsoft.com/office/drawing/2014/main" id="{932E058A-C3A2-4455-A9AB-AA96CC1DA1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FD9A651F-48C1-4FA8-BC19-276CA4FF774B}"/>
              </a:ext>
            </a:extLst>
          </p:cNvPr>
          <p:cNvGrpSpPr/>
          <p:nvPr/>
        </p:nvGrpSpPr>
        <p:grpSpPr>
          <a:xfrm>
            <a:off x="-179778" y="6460139"/>
            <a:ext cx="15363180" cy="777008"/>
            <a:chOff x="7070974" y="2673252"/>
            <a:chExt cx="15363180" cy="7770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1EED06FE-8F03-4108-9814-ADC3FAED71AF}"/>
                    </a:ext>
                  </a:extLst>
                </p:cNvPr>
                <p:cNvSpPr/>
                <p:nvPr/>
              </p:nvSpPr>
              <p:spPr>
                <a:xfrm>
                  <a:off x="7070974" y="2673252"/>
                  <a:ext cx="15363180" cy="7770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𝐽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acc>
                                  <m:accPr>
                                    <m:chr m:val="̅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</m:e>
                                    </m:d>
                                  </m:e>
                                </m:acc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p>
                        </m:sSup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</m:e>
                                    </m:d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ℓ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</m:e>
                                    </m:d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ℓ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1EED06FE-8F03-4108-9814-ADC3FAED71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0974" y="2673252"/>
                  <a:ext cx="15363180" cy="77700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2" name="圖形 41">
              <a:extLst>
                <a:ext uri="{FF2B5EF4-FFF2-40B4-BE49-F238E27FC236}">
                  <a16:creationId xmlns:a16="http://schemas.microsoft.com/office/drawing/2014/main" id="{9905CD8F-8233-4EBE-BC18-9A951955CD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7857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矩形: 圓角 175">
            <a:extLst>
              <a:ext uri="{FF2B5EF4-FFF2-40B4-BE49-F238E27FC236}">
                <a16:creationId xmlns:a16="http://schemas.microsoft.com/office/drawing/2014/main" id="{B6B582B2-5001-4B6B-8DAA-3EE84EDE7E4D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39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/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acc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  <a:blipFill>
                <a:blip r:embed="rId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圖形 71">
            <a:extLst>
              <a:ext uri="{FF2B5EF4-FFF2-40B4-BE49-F238E27FC236}">
                <a16:creationId xmlns:a16="http://schemas.microsoft.com/office/drawing/2014/main" id="{B63C0A5F-F8BC-4014-B982-1A88490DE0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" r="53142" b="-1"/>
          <a:stretch/>
        </p:blipFill>
        <p:spPr>
          <a:xfrm>
            <a:off x="-324370" y="7135500"/>
            <a:ext cx="224841" cy="172247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971F1C9A-F6D0-44F1-B235-2235515E4036}"/>
              </a:ext>
            </a:extLst>
          </p:cNvPr>
          <p:cNvGrpSpPr/>
          <p:nvPr/>
        </p:nvGrpSpPr>
        <p:grpSpPr>
          <a:xfrm>
            <a:off x="1950158" y="7050024"/>
            <a:ext cx="1431217" cy="901529"/>
            <a:chOff x="1854908" y="7050024"/>
            <a:chExt cx="1431217" cy="9015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/>
                <p:nvPr/>
              </p:nvSpPr>
              <p:spPr>
                <a:xfrm>
                  <a:off x="1854908" y="7050024"/>
                  <a:ext cx="1431217" cy="901529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3,</m:t>
                            </m:r>
                            <m:f>
                              <m:f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</m:sub>
                          <m:sup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8" y="7050024"/>
                  <a:ext cx="1431217" cy="90152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圖形 74">
              <a:extLst>
                <a:ext uri="{FF2B5EF4-FFF2-40B4-BE49-F238E27FC236}">
                  <a16:creationId xmlns:a16="http://schemas.microsoft.com/office/drawing/2014/main" id="{03C961A9-0B86-409E-91EA-027A98FBF2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941037" y="7300912"/>
              <a:ext cx="384497" cy="2945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內容版面配置區 2">
                <a:extLst>
                  <a:ext uri="{FF2B5EF4-FFF2-40B4-BE49-F238E27FC236}">
                    <a16:creationId xmlns:a16="http://schemas.microsoft.com/office/drawing/2014/main" id="{EE02E0BF-A2F7-402A-AFB5-4347C7EFD4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6" name="內容版面配置區 2">
                <a:extLst>
                  <a:ext uri="{FF2B5EF4-FFF2-40B4-BE49-F238E27FC236}">
                    <a16:creationId xmlns:a16="http://schemas.microsoft.com/office/drawing/2014/main" id="{EE02E0BF-A2F7-402A-AFB5-4347C7EFD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0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7" name="圖片 106">
            <a:extLst>
              <a:ext uri="{FF2B5EF4-FFF2-40B4-BE49-F238E27FC236}">
                <a16:creationId xmlns:a16="http://schemas.microsoft.com/office/drawing/2014/main" id="{0F976479-1583-4661-BDD9-AACED4E91C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內容版面配置區 2">
                <a:extLst>
                  <a:ext uri="{FF2B5EF4-FFF2-40B4-BE49-F238E27FC236}">
                    <a16:creationId xmlns:a16="http://schemas.microsoft.com/office/drawing/2014/main" id="{ACD4EFA2-D69B-426F-BE5A-8FDF1CADE0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2395137"/>
                <a:ext cx="6711538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odd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8" name="內容版面配置區 2">
                <a:extLst>
                  <a:ext uri="{FF2B5EF4-FFF2-40B4-BE49-F238E27FC236}">
                    <a16:creationId xmlns:a16="http://schemas.microsoft.com/office/drawing/2014/main" id="{ACD4EFA2-D69B-426F-BE5A-8FDF1CADE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2395137"/>
                <a:ext cx="6711538" cy="324388"/>
              </a:xfrm>
              <a:prstGeom prst="rect">
                <a:avLst/>
              </a:prstGeom>
              <a:blipFill>
                <a:blip r:embed="rId12"/>
                <a:stretch>
                  <a:fillRect l="-908" t="-33962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9" name="圖片 108">
            <a:extLst>
              <a:ext uri="{FF2B5EF4-FFF2-40B4-BE49-F238E27FC236}">
                <a16:creationId xmlns:a16="http://schemas.microsoft.com/office/drawing/2014/main" id="{9DD92627-5CA0-4347-8393-FC9BC46F16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B709DE2-47F3-49F8-B405-8B0F8B1FDAB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985B551A-98DF-45E6-9139-F50645FEBCF9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985B551A-98DF-45E6-9139-F50645FEB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內容版面配置區 2">
                <a:extLst>
                  <a:ext uri="{FF2B5EF4-FFF2-40B4-BE49-F238E27FC236}">
                    <a16:creationId xmlns:a16="http://schemas.microsoft.com/office/drawing/2014/main" id="{AFDDA99F-B8FF-4C86-9357-DF67C2752D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2" name="內容版面配置區 2">
                <a:extLst>
                  <a:ext uri="{FF2B5EF4-FFF2-40B4-BE49-F238E27FC236}">
                    <a16:creationId xmlns:a16="http://schemas.microsoft.com/office/drawing/2014/main" id="{AFDDA99F-B8FF-4C86-9357-DF67C2752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內容版面配置區 2">
                <a:extLst>
                  <a:ext uri="{FF2B5EF4-FFF2-40B4-BE49-F238E27FC236}">
                    <a16:creationId xmlns:a16="http://schemas.microsoft.com/office/drawing/2014/main" id="{5B9C9BF7-B155-42EC-B658-512BB2BC87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3" name="內容版面配置區 2">
                <a:extLst>
                  <a:ext uri="{FF2B5EF4-FFF2-40B4-BE49-F238E27FC236}">
                    <a16:creationId xmlns:a16="http://schemas.microsoft.com/office/drawing/2014/main" id="{5B9C9BF7-B155-42EC-B658-512BB2BC8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40EBC26C-FAF5-4FED-BF38-CBCB9C531EB3}"/>
                  </a:ext>
                </a:extLst>
              </p:cNvPr>
              <p:cNvSpPr/>
              <p:nvPr/>
            </p:nvSpPr>
            <p:spPr>
              <a:xfrm>
                <a:off x="5981717" y="4162416"/>
                <a:ext cx="9813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40EBC26C-FAF5-4FED-BF38-CBCB9C531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17" y="4162416"/>
                <a:ext cx="981358" cy="400110"/>
              </a:xfrm>
              <a:prstGeom prst="rect">
                <a:avLst/>
              </a:prstGeom>
              <a:blipFill>
                <a:blip r:embed="rId18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3B48FFB7-FC81-4F56-83B2-59332459234F}"/>
                  </a:ext>
                </a:extLst>
              </p:cNvPr>
              <p:cNvSpPr/>
              <p:nvPr/>
            </p:nvSpPr>
            <p:spPr>
              <a:xfrm>
                <a:off x="6491624" y="4162292"/>
                <a:ext cx="295717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 </m:t>
                    </m:r>
                  </m:oMath>
                </a14:m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node</a:t>
                </a:r>
                <a:endParaRPr lang="zh-TW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3B48FFB7-FC81-4F56-83B2-5933245923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624" y="4162292"/>
                <a:ext cx="2957175" cy="400110"/>
              </a:xfrm>
              <a:prstGeom prst="rect">
                <a:avLst/>
              </a:prstGeom>
              <a:blipFill>
                <a:blip r:embed="rId19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6242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40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/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  <m:sub>
                          <m:r>
                            <a:rPr lang="en-US" altLang="zh-TW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ℓ,</m:t>
                          </m:r>
                          <m:r>
                            <a:rPr lang="en-US" altLang="zh-TW" sz="19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acc>
                        </m:sub>
                        <m:sup>
                          <m:r>
                            <a:rPr lang="en-US" altLang="zh-TW" sz="19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B8A10004-FD67-40DE-B63C-F59582119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1519" y="7013328"/>
                <a:ext cx="2972766" cy="416589"/>
              </a:xfrm>
              <a:prstGeom prst="rect">
                <a:avLst/>
              </a:prstGeom>
              <a:blipFill>
                <a:blip r:embed="rId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圖形 71">
            <a:extLst>
              <a:ext uri="{FF2B5EF4-FFF2-40B4-BE49-F238E27FC236}">
                <a16:creationId xmlns:a16="http://schemas.microsoft.com/office/drawing/2014/main" id="{B63C0A5F-F8BC-4014-B982-1A88490DE0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" r="53142" b="-1"/>
          <a:stretch/>
        </p:blipFill>
        <p:spPr>
          <a:xfrm>
            <a:off x="-324370" y="7135500"/>
            <a:ext cx="224841" cy="172247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971F1C9A-F6D0-44F1-B235-2235515E4036}"/>
              </a:ext>
            </a:extLst>
          </p:cNvPr>
          <p:cNvGrpSpPr/>
          <p:nvPr/>
        </p:nvGrpSpPr>
        <p:grpSpPr>
          <a:xfrm>
            <a:off x="1950158" y="7050024"/>
            <a:ext cx="1431217" cy="901529"/>
            <a:chOff x="1854908" y="7050024"/>
            <a:chExt cx="1431217" cy="9015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/>
                <p:nvPr/>
              </p:nvSpPr>
              <p:spPr>
                <a:xfrm>
                  <a:off x="1854908" y="7050024"/>
                  <a:ext cx="1431217" cy="901529"/>
                </a:xfrm>
                <a:prstGeom prst="rect">
                  <a:avLst/>
                </a:prstGeom>
                <a:solidFill>
                  <a:srgbClr val="F2F2F2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3,</m:t>
                            </m:r>
                            <m:f>
                              <m:f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</m:sub>
                          <m:sup>
                            <m:r>
                              <a:rPr lang="en-US" altLang="zh-TW" sz="3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5A932CB-8F98-47FC-9F5A-98361BC9D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4908" y="7050024"/>
                  <a:ext cx="1431217" cy="90152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圖形 74">
              <a:extLst>
                <a:ext uri="{FF2B5EF4-FFF2-40B4-BE49-F238E27FC236}">
                  <a16:creationId xmlns:a16="http://schemas.microsoft.com/office/drawing/2014/main" id="{03C961A9-0B86-409E-91EA-027A98FBF2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1941037" y="7300912"/>
              <a:ext cx="384497" cy="2945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01A4EF1B-D2C1-4366-A094-9D5A926DFC11}"/>
              </a:ext>
            </a:extLst>
          </p:cNvPr>
          <p:cNvSpPr/>
          <p:nvPr/>
        </p:nvSpPr>
        <p:spPr>
          <a:xfrm>
            <a:off x="4832350" y="1285874"/>
            <a:ext cx="1869977" cy="444501"/>
          </a:xfrm>
          <a:prstGeom prst="roundRect">
            <a:avLst/>
          </a:prstGeom>
          <a:noFill/>
          <a:ln w="38100">
            <a:solidFill>
              <a:srgbClr val="0970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595665A7-D60F-4ABA-83E1-24C9008B3DDF}"/>
              </a:ext>
            </a:extLst>
          </p:cNvPr>
          <p:cNvSpPr/>
          <p:nvPr/>
        </p:nvSpPr>
        <p:spPr>
          <a:xfrm>
            <a:off x="7624764" y="1285874"/>
            <a:ext cx="1957386" cy="444501"/>
          </a:xfrm>
          <a:prstGeom prst="roundRect">
            <a:avLst/>
          </a:prstGeom>
          <a:noFill/>
          <a:ln w="38100">
            <a:solidFill>
              <a:srgbClr val="CE89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45C4F3A5-67E8-4E06-BBA1-CCB6E552D841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內容版面配置區 2">
                <a:extLst>
                  <a:ext uri="{FF2B5EF4-FFF2-40B4-BE49-F238E27FC236}">
                    <a16:creationId xmlns:a16="http://schemas.microsoft.com/office/drawing/2014/main" id="{0235E8B4-D12C-4B89-903E-BCCA58E374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3" name="內容版面配置區 2">
                <a:extLst>
                  <a:ext uri="{FF2B5EF4-FFF2-40B4-BE49-F238E27FC236}">
                    <a16:creationId xmlns:a16="http://schemas.microsoft.com/office/drawing/2014/main" id="{0235E8B4-D12C-4B89-903E-BCCA58E3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0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圖片 53">
            <a:extLst>
              <a:ext uri="{FF2B5EF4-FFF2-40B4-BE49-F238E27FC236}">
                <a16:creationId xmlns:a16="http://schemas.microsoft.com/office/drawing/2014/main" id="{36320537-CA11-41BB-B336-05DF155459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761EA213-5E76-4BF6-95E3-5BEA0F3E9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A120FEB7-F476-4D19-815B-8FC7AEAE50C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DC09D206-95E1-4267-93BB-CC09EAC59727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DC09D206-95E1-4267-93BB-CC09EAC59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內容版面配置區 2">
                <a:extLst>
                  <a:ext uri="{FF2B5EF4-FFF2-40B4-BE49-F238E27FC236}">
                    <a16:creationId xmlns:a16="http://schemas.microsoft.com/office/drawing/2014/main" id="{54FF5115-AF03-4D84-9E5B-F8C6BC85AC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3" name="內容版面配置區 2">
                <a:extLst>
                  <a:ext uri="{FF2B5EF4-FFF2-40B4-BE49-F238E27FC236}">
                    <a16:creationId xmlns:a16="http://schemas.microsoft.com/office/drawing/2014/main" id="{54FF5115-AF03-4D84-9E5B-F8C6BC85A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內容版面配置區 2">
                <a:extLst>
                  <a:ext uri="{FF2B5EF4-FFF2-40B4-BE49-F238E27FC236}">
                    <a16:creationId xmlns:a16="http://schemas.microsoft.com/office/drawing/2014/main" id="{75F8095B-7B59-4CB6-929F-1991678088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5" name="內容版面配置區 2">
                <a:extLst>
                  <a:ext uri="{FF2B5EF4-FFF2-40B4-BE49-F238E27FC236}">
                    <a16:creationId xmlns:a16="http://schemas.microsoft.com/office/drawing/2014/main" id="{75F8095B-7B59-4CB6-929F-199167808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C795E96-4092-4642-BA90-1983651AAA11}"/>
                  </a:ext>
                </a:extLst>
              </p:cNvPr>
              <p:cNvSpPr/>
              <p:nvPr/>
            </p:nvSpPr>
            <p:spPr>
              <a:xfrm>
                <a:off x="6820580" y="3968057"/>
                <a:ext cx="4643028" cy="649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sSub>
                                <m:sSub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9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C795E96-4092-4642-BA90-1983651AA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580" y="3968057"/>
                <a:ext cx="4643028" cy="64953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內容版面配置區 2">
                <a:extLst>
                  <a:ext uri="{FF2B5EF4-FFF2-40B4-BE49-F238E27FC236}">
                    <a16:creationId xmlns:a16="http://schemas.microsoft.com/office/drawing/2014/main" id="{2506A84A-7024-44AD-A118-085DA7DF43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90112" y="3413048"/>
                <a:ext cx="522923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!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node appear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sub>
                    </m:sSub>
                    <m:r>
                      <a:rPr lang="en-US" altLang="zh-TW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TW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內容版面配置區 2">
                <a:extLst>
                  <a:ext uri="{FF2B5EF4-FFF2-40B4-BE49-F238E27FC236}">
                    <a16:creationId xmlns:a16="http://schemas.microsoft.com/office/drawing/2014/main" id="{2506A84A-7024-44AD-A118-085DA7DF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112" y="3413048"/>
                <a:ext cx="5229232" cy="324388"/>
              </a:xfrm>
              <a:prstGeom prst="rect">
                <a:avLst/>
              </a:prstGeom>
              <a:blipFill>
                <a:blip r:embed="rId19"/>
                <a:stretch>
                  <a:fillRect l="-1284" t="-39623" b="-28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F8F2198A-8644-4FD9-8E5B-DA043B7CFD91}"/>
              </a:ext>
            </a:extLst>
          </p:cNvPr>
          <p:cNvSpPr/>
          <p:nvPr/>
        </p:nvSpPr>
        <p:spPr>
          <a:xfrm>
            <a:off x="3962400" y="2918139"/>
            <a:ext cx="7991475" cy="3349311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0E9F5AF5-25D3-45AC-989C-ABA618A72ECC}"/>
                  </a:ext>
                </a:extLst>
              </p:cNvPr>
              <p:cNvSpPr/>
              <p:nvPr/>
            </p:nvSpPr>
            <p:spPr>
              <a:xfrm>
                <a:off x="6820580" y="4914263"/>
                <a:ext cx="4643028" cy="649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sSub>
                                <m:sSub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9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9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sz="19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altLang="zh-TW" sz="1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TW" altLang="en-US" sz="19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0E9F5AF5-25D3-45AC-989C-ABA618A72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580" y="4914263"/>
                <a:ext cx="4643028" cy="64953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圖片 76">
            <a:extLst>
              <a:ext uri="{FF2B5EF4-FFF2-40B4-BE49-F238E27FC236}">
                <a16:creationId xmlns:a16="http://schemas.microsoft.com/office/drawing/2014/main" id="{E125607A-F09D-4859-9F14-3F0E1DD5312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06453" y="3406217"/>
            <a:ext cx="2225012" cy="2225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C72ADEF-B28E-4028-A320-F549E00CC88B}"/>
                  </a:ext>
                </a:extLst>
              </p:cNvPr>
              <p:cNvSpPr txBox="1"/>
              <p:nvPr/>
            </p:nvSpPr>
            <p:spPr>
              <a:xfrm>
                <a:off x="4354899" y="3379207"/>
                <a:ext cx="175231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C72ADEF-B28E-4028-A320-F549E00C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899" y="3379207"/>
                <a:ext cx="1752318" cy="323165"/>
              </a:xfrm>
              <a:prstGeom prst="rect">
                <a:avLst/>
              </a:prstGeom>
              <a:blipFill>
                <a:blip r:embed="rId22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83AD3010-61C1-4361-A738-9FCB857ACB08}"/>
              </a:ext>
            </a:extLst>
          </p:cNvPr>
          <p:cNvSpPr/>
          <p:nvPr/>
        </p:nvSpPr>
        <p:spPr>
          <a:xfrm>
            <a:off x="4786046" y="4777901"/>
            <a:ext cx="838200" cy="5659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5DB75F0-629D-4306-BDC5-2D5A5B219B39}"/>
              </a:ext>
            </a:extLst>
          </p:cNvPr>
          <p:cNvSpPr/>
          <p:nvPr/>
        </p:nvSpPr>
        <p:spPr>
          <a:xfrm>
            <a:off x="9407797" y="5546084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Maximum value !?</a:t>
            </a:r>
            <a:endParaRPr lang="zh-TW" altLang="en-US" sz="2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內容版面配置區 2">
                <a:extLst>
                  <a:ext uri="{FF2B5EF4-FFF2-40B4-BE49-F238E27FC236}">
                    <a16:creationId xmlns:a16="http://schemas.microsoft.com/office/drawing/2014/main" id="{8244C1AC-4F5B-46FC-AB0D-5A63572DDE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內容版面配置區 2">
                <a:extLst>
                  <a:ext uri="{FF2B5EF4-FFF2-40B4-BE49-F238E27FC236}">
                    <a16:creationId xmlns:a16="http://schemas.microsoft.com/office/drawing/2014/main" id="{8244C1AC-4F5B-46FC-AB0D-5A63572DD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23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梯形 28">
            <a:extLst>
              <a:ext uri="{FF2B5EF4-FFF2-40B4-BE49-F238E27FC236}">
                <a16:creationId xmlns:a16="http://schemas.microsoft.com/office/drawing/2014/main" id="{337B4D5F-050F-4BF7-9AAA-030FCEDF6693}"/>
              </a:ext>
            </a:extLst>
          </p:cNvPr>
          <p:cNvSpPr/>
          <p:nvPr/>
        </p:nvSpPr>
        <p:spPr>
          <a:xfrm rot="16200000">
            <a:off x="1506708" y="3177095"/>
            <a:ext cx="2361133" cy="2838379"/>
          </a:xfrm>
          <a:custGeom>
            <a:avLst/>
            <a:gdLst>
              <a:gd name="connsiteX0" fmla="*/ 0 w 5380649"/>
              <a:gd name="connsiteY0" fmla="*/ 1587501 h 1587501"/>
              <a:gd name="connsiteX1" fmla="*/ 1001221 w 5380649"/>
              <a:gd name="connsiteY1" fmla="*/ 0 h 1587501"/>
              <a:gd name="connsiteX2" fmla="*/ 4379428 w 5380649"/>
              <a:gd name="connsiteY2" fmla="*/ 0 h 1587501"/>
              <a:gd name="connsiteX3" fmla="*/ 5380649 w 5380649"/>
              <a:gd name="connsiteY3" fmla="*/ 1587501 h 1587501"/>
              <a:gd name="connsiteX4" fmla="*/ 0 w 5380649"/>
              <a:gd name="connsiteY4" fmla="*/ 1587501 h 1587501"/>
              <a:gd name="connsiteX0" fmla="*/ 0 w 5380649"/>
              <a:gd name="connsiteY0" fmla="*/ 1597026 h 1597026"/>
              <a:gd name="connsiteX1" fmla="*/ 1001221 w 5380649"/>
              <a:gd name="connsiteY1" fmla="*/ 9525 h 1597026"/>
              <a:gd name="connsiteX2" fmla="*/ 2560153 w 5380649"/>
              <a:gd name="connsiteY2" fmla="*/ 0 h 1597026"/>
              <a:gd name="connsiteX3" fmla="*/ 5380649 w 5380649"/>
              <a:gd name="connsiteY3" fmla="*/ 1597026 h 1597026"/>
              <a:gd name="connsiteX4" fmla="*/ 0 w 5380649"/>
              <a:gd name="connsiteY4" fmla="*/ 1597026 h 1597026"/>
              <a:gd name="connsiteX0" fmla="*/ 0 w 5380649"/>
              <a:gd name="connsiteY0" fmla="*/ 1592264 h 1592264"/>
              <a:gd name="connsiteX1" fmla="*/ 1001221 w 5380649"/>
              <a:gd name="connsiteY1" fmla="*/ 4763 h 1592264"/>
              <a:gd name="connsiteX2" fmla="*/ 2579203 w 5380649"/>
              <a:gd name="connsiteY2" fmla="*/ 0 h 1592264"/>
              <a:gd name="connsiteX3" fmla="*/ 5380649 w 5380649"/>
              <a:gd name="connsiteY3" fmla="*/ 1592264 h 1592264"/>
              <a:gd name="connsiteX4" fmla="*/ 0 w 5380649"/>
              <a:gd name="connsiteY4" fmla="*/ 1592264 h 1592264"/>
              <a:gd name="connsiteX0" fmla="*/ 0 w 4204992"/>
              <a:gd name="connsiteY0" fmla="*/ 1592264 h 1592264"/>
              <a:gd name="connsiteX1" fmla="*/ 1001221 w 4204992"/>
              <a:gd name="connsiteY1" fmla="*/ 4763 h 1592264"/>
              <a:gd name="connsiteX2" fmla="*/ 2579203 w 4204992"/>
              <a:gd name="connsiteY2" fmla="*/ 0 h 1592264"/>
              <a:gd name="connsiteX3" fmla="*/ 4204992 w 4204992"/>
              <a:gd name="connsiteY3" fmla="*/ 1572535 h 1592264"/>
              <a:gd name="connsiteX4" fmla="*/ 0 w 4204992"/>
              <a:gd name="connsiteY4" fmla="*/ 1592264 h 1592264"/>
              <a:gd name="connsiteX0" fmla="*/ 0 w 3827621"/>
              <a:gd name="connsiteY0" fmla="*/ 1578852 h 1578852"/>
              <a:gd name="connsiteX1" fmla="*/ 623850 w 3827621"/>
              <a:gd name="connsiteY1" fmla="*/ 4763 h 1578852"/>
              <a:gd name="connsiteX2" fmla="*/ 2201832 w 3827621"/>
              <a:gd name="connsiteY2" fmla="*/ 0 h 1578852"/>
              <a:gd name="connsiteX3" fmla="*/ 3827621 w 3827621"/>
              <a:gd name="connsiteY3" fmla="*/ 1572535 h 1578852"/>
              <a:gd name="connsiteX4" fmla="*/ 0 w 3827621"/>
              <a:gd name="connsiteY4" fmla="*/ 1578852 h 1578852"/>
              <a:gd name="connsiteX0" fmla="*/ 0 w 2898710"/>
              <a:gd name="connsiteY0" fmla="*/ 1578852 h 1578852"/>
              <a:gd name="connsiteX1" fmla="*/ 623850 w 2898710"/>
              <a:gd name="connsiteY1" fmla="*/ 4763 h 1578852"/>
              <a:gd name="connsiteX2" fmla="*/ 2201832 w 2898710"/>
              <a:gd name="connsiteY2" fmla="*/ 0 h 1578852"/>
              <a:gd name="connsiteX3" fmla="*/ 2898710 w 2898710"/>
              <a:gd name="connsiteY3" fmla="*/ 1572537 h 1578852"/>
              <a:gd name="connsiteX4" fmla="*/ 0 w 2898710"/>
              <a:gd name="connsiteY4" fmla="*/ 1578852 h 1578852"/>
              <a:gd name="connsiteX0" fmla="*/ 0 w 3057460"/>
              <a:gd name="connsiteY0" fmla="*/ 1578852 h 1578852"/>
              <a:gd name="connsiteX1" fmla="*/ 623850 w 3057460"/>
              <a:gd name="connsiteY1" fmla="*/ 4763 h 1578852"/>
              <a:gd name="connsiteX2" fmla="*/ 2201832 w 3057460"/>
              <a:gd name="connsiteY2" fmla="*/ 0 h 1578852"/>
              <a:gd name="connsiteX3" fmla="*/ 3057460 w 3057460"/>
              <a:gd name="connsiteY3" fmla="*/ 1578405 h 1578852"/>
              <a:gd name="connsiteX4" fmla="*/ 0 w 3057460"/>
              <a:gd name="connsiteY4" fmla="*/ 1578852 h 1578852"/>
              <a:gd name="connsiteX0" fmla="*/ 0 w 3057460"/>
              <a:gd name="connsiteY0" fmla="*/ 1578852 h 1578852"/>
              <a:gd name="connsiteX1" fmla="*/ 623850 w 3057460"/>
              <a:gd name="connsiteY1" fmla="*/ 4763 h 1578852"/>
              <a:gd name="connsiteX2" fmla="*/ 2087532 w 3057460"/>
              <a:gd name="connsiteY2" fmla="*/ 0 h 1578852"/>
              <a:gd name="connsiteX3" fmla="*/ 3057460 w 3057460"/>
              <a:gd name="connsiteY3" fmla="*/ 1578405 h 1578852"/>
              <a:gd name="connsiteX4" fmla="*/ 0 w 3057460"/>
              <a:gd name="connsiteY4" fmla="*/ 1578852 h 1578852"/>
              <a:gd name="connsiteX0" fmla="*/ 0 w 2924110"/>
              <a:gd name="connsiteY0" fmla="*/ 1578852 h 1578852"/>
              <a:gd name="connsiteX1" fmla="*/ 623850 w 2924110"/>
              <a:gd name="connsiteY1" fmla="*/ 4763 h 1578852"/>
              <a:gd name="connsiteX2" fmla="*/ 2087532 w 2924110"/>
              <a:gd name="connsiteY2" fmla="*/ 0 h 1578852"/>
              <a:gd name="connsiteX3" fmla="*/ 2924110 w 2924110"/>
              <a:gd name="connsiteY3" fmla="*/ 1578405 h 1578852"/>
              <a:gd name="connsiteX4" fmla="*/ 0 w 2924110"/>
              <a:gd name="connsiteY4" fmla="*/ 1578852 h 1578852"/>
              <a:gd name="connsiteX0" fmla="*/ 0 w 2924110"/>
              <a:gd name="connsiteY0" fmla="*/ 1578852 h 1578852"/>
              <a:gd name="connsiteX1" fmla="*/ 623850 w 2924110"/>
              <a:gd name="connsiteY1" fmla="*/ 4763 h 1578852"/>
              <a:gd name="connsiteX2" fmla="*/ 2182782 w 2924110"/>
              <a:gd name="connsiteY2" fmla="*/ 0 h 1578852"/>
              <a:gd name="connsiteX3" fmla="*/ 2924110 w 2924110"/>
              <a:gd name="connsiteY3" fmla="*/ 1578405 h 1578852"/>
              <a:gd name="connsiteX4" fmla="*/ 0 w 2924110"/>
              <a:gd name="connsiteY4" fmla="*/ 1578852 h 1578852"/>
              <a:gd name="connsiteX0" fmla="*/ 0 w 3343210"/>
              <a:gd name="connsiteY0" fmla="*/ 1740810 h 1740810"/>
              <a:gd name="connsiteX1" fmla="*/ 1042950 w 3343210"/>
              <a:gd name="connsiteY1" fmla="*/ 4763 h 1740810"/>
              <a:gd name="connsiteX2" fmla="*/ 2601882 w 3343210"/>
              <a:gd name="connsiteY2" fmla="*/ 0 h 1740810"/>
              <a:gd name="connsiteX3" fmla="*/ 3343210 w 3343210"/>
              <a:gd name="connsiteY3" fmla="*/ 1578405 h 1740810"/>
              <a:gd name="connsiteX4" fmla="*/ 0 w 3343210"/>
              <a:gd name="connsiteY4" fmla="*/ 1740810 h 1740810"/>
              <a:gd name="connsiteX0" fmla="*/ 0 w 3244150"/>
              <a:gd name="connsiteY0" fmla="*/ 1740810 h 1824864"/>
              <a:gd name="connsiteX1" fmla="*/ 1042950 w 3244150"/>
              <a:gd name="connsiteY1" fmla="*/ 4763 h 1824864"/>
              <a:gd name="connsiteX2" fmla="*/ 2601882 w 3244150"/>
              <a:gd name="connsiteY2" fmla="*/ 0 h 1824864"/>
              <a:gd name="connsiteX3" fmla="*/ 3244150 w 3244150"/>
              <a:gd name="connsiteY3" fmla="*/ 1824864 h 1824864"/>
              <a:gd name="connsiteX4" fmla="*/ 0 w 3244150"/>
              <a:gd name="connsiteY4" fmla="*/ 1740810 h 1824864"/>
              <a:gd name="connsiteX0" fmla="*/ 0 w 3403177"/>
              <a:gd name="connsiteY0" fmla="*/ 1152987 h 1824864"/>
              <a:gd name="connsiteX1" fmla="*/ 1201977 w 3403177"/>
              <a:gd name="connsiteY1" fmla="*/ 4763 h 1824864"/>
              <a:gd name="connsiteX2" fmla="*/ 2760909 w 3403177"/>
              <a:gd name="connsiteY2" fmla="*/ 0 h 1824864"/>
              <a:gd name="connsiteX3" fmla="*/ 3403177 w 3403177"/>
              <a:gd name="connsiteY3" fmla="*/ 1824864 h 1824864"/>
              <a:gd name="connsiteX4" fmla="*/ 0 w 3403177"/>
              <a:gd name="connsiteY4" fmla="*/ 1152987 h 1824864"/>
              <a:gd name="connsiteX0" fmla="*/ 0 w 2760909"/>
              <a:gd name="connsiteY0" fmla="*/ 1152987 h 1273777"/>
              <a:gd name="connsiteX1" fmla="*/ 1201977 w 2760909"/>
              <a:gd name="connsiteY1" fmla="*/ 4763 h 1273777"/>
              <a:gd name="connsiteX2" fmla="*/ 2760909 w 2760909"/>
              <a:gd name="connsiteY2" fmla="*/ 0 h 1273777"/>
              <a:gd name="connsiteX3" fmla="*/ 2753820 w 2760909"/>
              <a:gd name="connsiteY3" fmla="*/ 1273777 h 1273777"/>
              <a:gd name="connsiteX4" fmla="*/ 0 w 2760909"/>
              <a:gd name="connsiteY4" fmla="*/ 1152987 h 1273777"/>
              <a:gd name="connsiteX0" fmla="*/ 0 w 2760909"/>
              <a:gd name="connsiteY0" fmla="*/ 1152987 h 1273777"/>
              <a:gd name="connsiteX1" fmla="*/ 1201977 w 2760909"/>
              <a:gd name="connsiteY1" fmla="*/ 4763 h 1273777"/>
              <a:gd name="connsiteX2" fmla="*/ 2760909 w 2760909"/>
              <a:gd name="connsiteY2" fmla="*/ 0 h 1273777"/>
              <a:gd name="connsiteX3" fmla="*/ 2753820 w 2760909"/>
              <a:gd name="connsiteY3" fmla="*/ 1273777 h 1273777"/>
              <a:gd name="connsiteX4" fmla="*/ 0 w 2760909"/>
              <a:gd name="connsiteY4" fmla="*/ 1152987 h 1273777"/>
              <a:gd name="connsiteX0" fmla="*/ 0 w 2776784"/>
              <a:gd name="connsiteY0" fmla="*/ 1152987 h 1273777"/>
              <a:gd name="connsiteX1" fmla="*/ 1201977 w 2776784"/>
              <a:gd name="connsiteY1" fmla="*/ 4763 h 1273777"/>
              <a:gd name="connsiteX2" fmla="*/ 2776784 w 2776784"/>
              <a:gd name="connsiteY2" fmla="*/ 0 h 1273777"/>
              <a:gd name="connsiteX3" fmla="*/ 2753820 w 2776784"/>
              <a:gd name="connsiteY3" fmla="*/ 1273777 h 1273777"/>
              <a:gd name="connsiteX4" fmla="*/ 0 w 2776784"/>
              <a:gd name="connsiteY4" fmla="*/ 1152987 h 1273777"/>
              <a:gd name="connsiteX0" fmla="*/ 0 w 2779959"/>
              <a:gd name="connsiteY0" fmla="*/ 1152987 h 1273777"/>
              <a:gd name="connsiteX1" fmla="*/ 1201977 w 2779959"/>
              <a:gd name="connsiteY1" fmla="*/ 4763 h 1273777"/>
              <a:gd name="connsiteX2" fmla="*/ 2779959 w 2779959"/>
              <a:gd name="connsiteY2" fmla="*/ 0 h 1273777"/>
              <a:gd name="connsiteX3" fmla="*/ 2753820 w 2779959"/>
              <a:gd name="connsiteY3" fmla="*/ 1273777 h 1273777"/>
              <a:gd name="connsiteX4" fmla="*/ 0 w 2779959"/>
              <a:gd name="connsiteY4" fmla="*/ 1152987 h 1273777"/>
              <a:gd name="connsiteX0" fmla="*/ 0 w 2882408"/>
              <a:gd name="connsiteY0" fmla="*/ 1152987 h 1185756"/>
              <a:gd name="connsiteX1" fmla="*/ 1201977 w 2882408"/>
              <a:gd name="connsiteY1" fmla="*/ 4763 h 1185756"/>
              <a:gd name="connsiteX2" fmla="*/ 2779959 w 2882408"/>
              <a:gd name="connsiteY2" fmla="*/ 0 h 1185756"/>
              <a:gd name="connsiteX3" fmla="*/ 2882408 w 2882408"/>
              <a:gd name="connsiteY3" fmla="*/ 1185756 h 1185756"/>
              <a:gd name="connsiteX4" fmla="*/ 0 w 2882408"/>
              <a:gd name="connsiteY4" fmla="*/ 1152987 h 1185756"/>
              <a:gd name="connsiteX0" fmla="*/ 0 w 2888759"/>
              <a:gd name="connsiteY0" fmla="*/ 1076705 h 1185756"/>
              <a:gd name="connsiteX1" fmla="*/ 1208328 w 2888759"/>
              <a:gd name="connsiteY1" fmla="*/ 4763 h 1185756"/>
              <a:gd name="connsiteX2" fmla="*/ 2786310 w 2888759"/>
              <a:gd name="connsiteY2" fmla="*/ 0 h 1185756"/>
              <a:gd name="connsiteX3" fmla="*/ 2888759 w 2888759"/>
              <a:gd name="connsiteY3" fmla="*/ 1185756 h 1185756"/>
              <a:gd name="connsiteX4" fmla="*/ 0 w 2888759"/>
              <a:gd name="connsiteY4" fmla="*/ 1076705 h 1185756"/>
              <a:gd name="connsiteX0" fmla="*/ 0 w 2812559"/>
              <a:gd name="connsiteY0" fmla="*/ 1076705 h 1303117"/>
              <a:gd name="connsiteX1" fmla="*/ 1208328 w 2812559"/>
              <a:gd name="connsiteY1" fmla="*/ 4763 h 1303117"/>
              <a:gd name="connsiteX2" fmla="*/ 2786310 w 2812559"/>
              <a:gd name="connsiteY2" fmla="*/ 0 h 1303117"/>
              <a:gd name="connsiteX3" fmla="*/ 2812559 w 2812559"/>
              <a:gd name="connsiteY3" fmla="*/ 1303117 h 1303117"/>
              <a:gd name="connsiteX4" fmla="*/ 0 w 2812559"/>
              <a:gd name="connsiteY4" fmla="*/ 1076705 h 1303117"/>
              <a:gd name="connsiteX0" fmla="*/ 0 w 2907809"/>
              <a:gd name="connsiteY0" fmla="*/ 1563754 h 1563754"/>
              <a:gd name="connsiteX1" fmla="*/ 1303578 w 2907809"/>
              <a:gd name="connsiteY1" fmla="*/ 4763 h 1563754"/>
              <a:gd name="connsiteX2" fmla="*/ 2881560 w 2907809"/>
              <a:gd name="connsiteY2" fmla="*/ 0 h 1563754"/>
              <a:gd name="connsiteX3" fmla="*/ 2907809 w 2907809"/>
              <a:gd name="connsiteY3" fmla="*/ 1303117 h 1563754"/>
              <a:gd name="connsiteX4" fmla="*/ 0 w 2907809"/>
              <a:gd name="connsiteY4" fmla="*/ 1563754 h 1563754"/>
              <a:gd name="connsiteX0" fmla="*/ 0 w 2888762"/>
              <a:gd name="connsiteY0" fmla="*/ 1563754 h 1608258"/>
              <a:gd name="connsiteX1" fmla="*/ 1303578 w 2888762"/>
              <a:gd name="connsiteY1" fmla="*/ 4763 h 1608258"/>
              <a:gd name="connsiteX2" fmla="*/ 2881560 w 2888762"/>
              <a:gd name="connsiteY2" fmla="*/ 0 h 1608258"/>
              <a:gd name="connsiteX3" fmla="*/ 2888762 w 2888762"/>
              <a:gd name="connsiteY3" fmla="*/ 1608258 h 1608258"/>
              <a:gd name="connsiteX4" fmla="*/ 0 w 2888762"/>
              <a:gd name="connsiteY4" fmla="*/ 1563754 h 1608258"/>
              <a:gd name="connsiteX0" fmla="*/ 0 w 2743982"/>
              <a:gd name="connsiteY0" fmla="*/ 1472215 h 1608258"/>
              <a:gd name="connsiteX1" fmla="*/ 1158798 w 2743982"/>
              <a:gd name="connsiteY1" fmla="*/ 4763 h 1608258"/>
              <a:gd name="connsiteX2" fmla="*/ 2736780 w 2743982"/>
              <a:gd name="connsiteY2" fmla="*/ 0 h 1608258"/>
              <a:gd name="connsiteX3" fmla="*/ 2743982 w 2743982"/>
              <a:gd name="connsiteY3" fmla="*/ 1608258 h 1608258"/>
              <a:gd name="connsiteX4" fmla="*/ 0 w 2743982"/>
              <a:gd name="connsiteY4" fmla="*/ 1472215 h 1608258"/>
              <a:gd name="connsiteX0" fmla="*/ 0 w 2812565"/>
              <a:gd name="connsiteY0" fmla="*/ 1472215 h 1615302"/>
              <a:gd name="connsiteX1" fmla="*/ 1158798 w 2812565"/>
              <a:gd name="connsiteY1" fmla="*/ 4763 h 1615302"/>
              <a:gd name="connsiteX2" fmla="*/ 2736780 w 2812565"/>
              <a:gd name="connsiteY2" fmla="*/ 0 h 1615302"/>
              <a:gd name="connsiteX3" fmla="*/ 2812565 w 2812565"/>
              <a:gd name="connsiteY3" fmla="*/ 1615302 h 1615302"/>
              <a:gd name="connsiteX4" fmla="*/ 0 w 2812565"/>
              <a:gd name="connsiteY4" fmla="*/ 1472215 h 1615302"/>
              <a:gd name="connsiteX0" fmla="*/ 126538 w 1653767"/>
              <a:gd name="connsiteY0" fmla="*/ 1620408 h 1620408"/>
              <a:gd name="connsiteX1" fmla="*/ 0 w 1653767"/>
              <a:gd name="connsiteY1" fmla="*/ 4763 h 1620408"/>
              <a:gd name="connsiteX2" fmla="*/ 1577982 w 1653767"/>
              <a:gd name="connsiteY2" fmla="*/ 0 h 1620408"/>
              <a:gd name="connsiteX3" fmla="*/ 1653767 w 1653767"/>
              <a:gd name="connsiteY3" fmla="*/ 1615302 h 1620408"/>
              <a:gd name="connsiteX4" fmla="*/ 126538 w 1653767"/>
              <a:gd name="connsiteY4" fmla="*/ 1620408 h 1620408"/>
              <a:gd name="connsiteX0" fmla="*/ 126538 w 2361133"/>
              <a:gd name="connsiteY0" fmla="*/ 1620408 h 1620408"/>
              <a:gd name="connsiteX1" fmla="*/ 0 w 2361133"/>
              <a:gd name="connsiteY1" fmla="*/ 4763 h 1620408"/>
              <a:gd name="connsiteX2" fmla="*/ 1577982 w 2361133"/>
              <a:gd name="connsiteY2" fmla="*/ 0 h 1620408"/>
              <a:gd name="connsiteX3" fmla="*/ 2361133 w 2361133"/>
              <a:gd name="connsiteY3" fmla="*/ 1620243 h 1620408"/>
              <a:gd name="connsiteX4" fmla="*/ 126538 w 2361133"/>
              <a:gd name="connsiteY4" fmla="*/ 1620408 h 1620408"/>
              <a:gd name="connsiteX0" fmla="*/ 126538 w 2361133"/>
              <a:gd name="connsiteY0" fmla="*/ 1625347 h 1625347"/>
              <a:gd name="connsiteX1" fmla="*/ 0 w 2361133"/>
              <a:gd name="connsiteY1" fmla="*/ 9702 h 1625347"/>
              <a:gd name="connsiteX2" fmla="*/ 758474 w 2361133"/>
              <a:gd name="connsiteY2" fmla="*/ 0 h 1625347"/>
              <a:gd name="connsiteX3" fmla="*/ 2361133 w 2361133"/>
              <a:gd name="connsiteY3" fmla="*/ 1625182 h 1625347"/>
              <a:gd name="connsiteX4" fmla="*/ 126538 w 2361133"/>
              <a:gd name="connsiteY4" fmla="*/ 1625347 h 1625347"/>
              <a:gd name="connsiteX0" fmla="*/ 126538 w 2361133"/>
              <a:gd name="connsiteY0" fmla="*/ 1625347 h 1625347"/>
              <a:gd name="connsiteX1" fmla="*/ 0 w 2361133"/>
              <a:gd name="connsiteY1" fmla="*/ 9702 h 1625347"/>
              <a:gd name="connsiteX2" fmla="*/ 758474 w 2361133"/>
              <a:gd name="connsiteY2" fmla="*/ 0 h 1625347"/>
              <a:gd name="connsiteX3" fmla="*/ 2361133 w 2361133"/>
              <a:gd name="connsiteY3" fmla="*/ 1625182 h 1625347"/>
              <a:gd name="connsiteX4" fmla="*/ 126538 w 2361133"/>
              <a:gd name="connsiteY4" fmla="*/ 1625347 h 1625347"/>
              <a:gd name="connsiteX0" fmla="*/ 126538 w 2361133"/>
              <a:gd name="connsiteY0" fmla="*/ 1625347 h 1625347"/>
              <a:gd name="connsiteX1" fmla="*/ 0 w 2361133"/>
              <a:gd name="connsiteY1" fmla="*/ 9702 h 1625347"/>
              <a:gd name="connsiteX2" fmla="*/ 758474 w 2361133"/>
              <a:gd name="connsiteY2" fmla="*/ 0 h 1625347"/>
              <a:gd name="connsiteX3" fmla="*/ 2361133 w 2361133"/>
              <a:gd name="connsiteY3" fmla="*/ 1625182 h 1625347"/>
              <a:gd name="connsiteX4" fmla="*/ 126538 w 2361133"/>
              <a:gd name="connsiteY4" fmla="*/ 1625347 h 162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1133" h="1625347">
                <a:moveTo>
                  <a:pt x="126538" y="1625347"/>
                </a:moveTo>
                <a:lnTo>
                  <a:pt x="0" y="9702"/>
                </a:lnTo>
                <a:lnTo>
                  <a:pt x="758474" y="0"/>
                </a:lnTo>
                <a:cubicBezTo>
                  <a:pt x="2322256" y="1578376"/>
                  <a:pt x="771472" y="22107"/>
                  <a:pt x="2361133" y="1625182"/>
                </a:cubicBezTo>
                <a:lnTo>
                  <a:pt x="126538" y="1625347"/>
                </a:lnTo>
                <a:close/>
              </a:path>
            </a:pathLst>
          </a:custGeom>
          <a:gradFill flip="none" rotWithShape="1">
            <a:gsLst>
              <a:gs pos="59000">
                <a:srgbClr val="C1DDEE"/>
              </a:gs>
              <a:gs pos="31000">
                <a:srgbClr val="9BC8E3"/>
              </a:gs>
              <a:gs pos="0">
                <a:srgbClr val="72B2D8"/>
              </a:gs>
              <a:gs pos="100000">
                <a:schemeClr val="bg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37141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646E88-9445-42BB-A6BF-61E86173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41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01A4EF1B-D2C1-4366-A094-9D5A926DFC11}"/>
              </a:ext>
            </a:extLst>
          </p:cNvPr>
          <p:cNvSpPr/>
          <p:nvPr/>
        </p:nvSpPr>
        <p:spPr>
          <a:xfrm>
            <a:off x="4832350" y="1285874"/>
            <a:ext cx="2638125" cy="444501"/>
          </a:xfrm>
          <a:prstGeom prst="roundRect">
            <a:avLst/>
          </a:prstGeom>
          <a:noFill/>
          <a:ln w="38100">
            <a:solidFill>
              <a:srgbClr val="0970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595665A7-D60F-4ABA-83E1-24C9008B3DDF}"/>
              </a:ext>
            </a:extLst>
          </p:cNvPr>
          <p:cNvSpPr/>
          <p:nvPr/>
        </p:nvSpPr>
        <p:spPr>
          <a:xfrm>
            <a:off x="7624764" y="1285874"/>
            <a:ext cx="2761440" cy="444501"/>
          </a:xfrm>
          <a:prstGeom prst="roundRect">
            <a:avLst/>
          </a:prstGeom>
          <a:noFill/>
          <a:ln w="38100">
            <a:solidFill>
              <a:srgbClr val="CE89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42CBD5-B6FF-4D8C-AB1F-4B7CEDF59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112CBC7-DA0B-4BAE-856E-5EF88918557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50112"/>
          <a:stretch/>
        </p:blipFill>
        <p:spPr>
          <a:xfrm>
            <a:off x="4114209" y="3143250"/>
            <a:ext cx="3176062" cy="2846226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B9C071D-9EE1-4FED-BEB0-EDCB7B1794E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0149"/>
          <a:stretch/>
        </p:blipFill>
        <p:spPr>
          <a:xfrm>
            <a:off x="8012047" y="3143250"/>
            <a:ext cx="3173730" cy="2846226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C48A2AFB-431C-4757-B1AB-D652B95E95E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263"/>
          <a:stretch/>
        </p:blipFill>
        <p:spPr>
          <a:xfrm>
            <a:off x="7285566" y="3178774"/>
            <a:ext cx="390006" cy="2863135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34DE1178-F8E3-4C6E-B084-55A3A30CA6F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799"/>
          <a:stretch/>
        </p:blipFill>
        <p:spPr>
          <a:xfrm>
            <a:off x="11183962" y="3121684"/>
            <a:ext cx="390006" cy="28898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2D31E7F-9DA8-4310-A697-DBCBCA8E617F}"/>
                  </a:ext>
                </a:extLst>
              </p:cNvPr>
              <p:cNvSpPr txBox="1"/>
              <p:nvPr/>
            </p:nvSpPr>
            <p:spPr>
              <a:xfrm>
                <a:off x="7215098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2D31E7F-9DA8-4310-A697-DBCBCA8E6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098" y="5715478"/>
                <a:ext cx="47831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AAFA378E-5799-4A8A-98AE-0272F69CD77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9AF833F2-AD0F-4B25-8A99-ACD625C4FDF1}"/>
                  </a:ext>
                </a:extLst>
              </p:cNvPr>
              <p:cNvSpPr txBox="1"/>
              <p:nvPr/>
            </p:nvSpPr>
            <p:spPr>
              <a:xfrm>
                <a:off x="11112305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9AF833F2-AD0F-4B25-8A99-ACD625C4F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305" y="5715478"/>
                <a:ext cx="47831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內容版面配置區 2">
                <a:extLst>
                  <a:ext uri="{FF2B5EF4-FFF2-40B4-BE49-F238E27FC236}">
                    <a16:creationId xmlns:a16="http://schemas.microsoft.com/office/drawing/2014/main" id="{7D6C3450-CC54-4E60-A5E1-EB23CCA72F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4352" y="3061701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內容版面配置區 2">
                <a:extLst>
                  <a:ext uri="{FF2B5EF4-FFF2-40B4-BE49-F238E27FC236}">
                    <a16:creationId xmlns:a16="http://schemas.microsoft.com/office/drawing/2014/main" id="{7D6C3450-CC54-4E60-A5E1-EB23CCA72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352" y="3061701"/>
                <a:ext cx="422874" cy="3243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內容版面配置區 2">
                <a:extLst>
                  <a:ext uri="{FF2B5EF4-FFF2-40B4-BE49-F238E27FC236}">
                    <a16:creationId xmlns:a16="http://schemas.microsoft.com/office/drawing/2014/main" id="{AC6BBEB0-6104-4D80-AC93-F0D61D30DF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1477" y="5819279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2" name="內容版面配置區 2">
                <a:extLst>
                  <a:ext uri="{FF2B5EF4-FFF2-40B4-BE49-F238E27FC236}">
                    <a16:creationId xmlns:a16="http://schemas.microsoft.com/office/drawing/2014/main" id="{AC6BBEB0-6104-4D80-AC93-F0D61D30D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477" y="5819279"/>
                <a:ext cx="365364" cy="324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內容版面配置區 2">
                <a:extLst>
                  <a:ext uri="{FF2B5EF4-FFF2-40B4-BE49-F238E27FC236}">
                    <a16:creationId xmlns:a16="http://schemas.microsoft.com/office/drawing/2014/main" id="{C269FA1F-FE58-4DC2-9F92-AAF8BDEC6C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94881" y="3048919"/>
                <a:ext cx="73342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TW" sz="20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.05 </a:t>
                </a:r>
              </a:p>
            </p:txBody>
          </p:sp>
        </mc:Choice>
        <mc:Fallback xmlns="">
          <p:sp>
            <p:nvSpPr>
              <p:cNvPr id="83" name="內容版面配置區 2">
                <a:extLst>
                  <a:ext uri="{FF2B5EF4-FFF2-40B4-BE49-F238E27FC236}">
                    <a16:creationId xmlns:a16="http://schemas.microsoft.com/office/drawing/2014/main" id="{C269FA1F-FE58-4DC2-9F92-AAF8BDEC6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881" y="3048919"/>
                <a:ext cx="733424" cy="324388"/>
              </a:xfrm>
              <a:prstGeom prst="rect">
                <a:avLst/>
              </a:prstGeom>
              <a:blipFill>
                <a:blip r:embed="rId20"/>
                <a:stretch>
                  <a:fillRect t="-32075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內容版面配置區 2">
                <a:extLst>
                  <a:ext uri="{FF2B5EF4-FFF2-40B4-BE49-F238E27FC236}">
                    <a16:creationId xmlns:a16="http://schemas.microsoft.com/office/drawing/2014/main" id="{77F1E1A7-39D3-4F5F-BC24-9973BB4A93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00989" y="5825030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4" name="內容版面配置區 2">
                <a:extLst>
                  <a:ext uri="{FF2B5EF4-FFF2-40B4-BE49-F238E27FC236}">
                    <a16:creationId xmlns:a16="http://schemas.microsoft.com/office/drawing/2014/main" id="{77F1E1A7-39D3-4F5F-BC24-9973BB4A9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0989" y="5825030"/>
                <a:ext cx="365364" cy="3243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7FCC073F-4266-460D-8FBA-AF736741E863}"/>
                  </a:ext>
                </a:extLst>
              </p:cNvPr>
              <p:cNvSpPr/>
              <p:nvPr/>
            </p:nvSpPr>
            <p:spPr>
              <a:xfrm>
                <a:off x="4324580" y="6006690"/>
                <a:ext cx="2826095" cy="4131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400" i="1" dirty="0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7FCC073F-4266-460D-8FBA-AF736741E8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580" y="6006690"/>
                <a:ext cx="2826095" cy="41319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07F733A2-D9A0-455C-9E90-54ACD8FF5F8C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23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7C874F4-513F-4BFE-8578-DCDE18185797}"/>
                  </a:ext>
                </a:extLst>
              </p:cNvPr>
              <p:cNvSpPr/>
              <p:nvPr/>
            </p:nvSpPr>
            <p:spPr>
              <a:xfrm>
                <a:off x="8325525" y="6029367"/>
                <a:ext cx="2843727" cy="4131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7C874F4-513F-4BFE-8578-DCDE18185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525" y="6029367"/>
                <a:ext cx="2843727" cy="41319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 45">
            <a:extLst>
              <a:ext uri="{FF2B5EF4-FFF2-40B4-BE49-F238E27FC236}">
                <a16:creationId xmlns:a16="http://schemas.microsoft.com/office/drawing/2014/main" id="{5BABE361-1359-4474-A9A9-128DEDB25776}"/>
              </a:ext>
            </a:extLst>
          </p:cNvPr>
          <p:cNvSpPr/>
          <p:nvPr/>
        </p:nvSpPr>
        <p:spPr>
          <a:xfrm>
            <a:off x="8950597" y="6393809"/>
            <a:ext cx="2495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Nearly zero</a:t>
            </a:r>
            <a:endParaRPr lang="zh-TW" altLang="en-US" sz="2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箭號: 弧形左彎 1">
            <a:extLst>
              <a:ext uri="{FF2B5EF4-FFF2-40B4-BE49-F238E27FC236}">
                <a16:creationId xmlns:a16="http://schemas.microsoft.com/office/drawing/2014/main" id="{BB3B8171-4129-408D-BA6E-9594888187F8}"/>
              </a:ext>
            </a:extLst>
          </p:cNvPr>
          <p:cNvSpPr/>
          <p:nvPr/>
        </p:nvSpPr>
        <p:spPr>
          <a:xfrm rot="20700000">
            <a:off x="6772276" y="1581150"/>
            <a:ext cx="756788" cy="1779041"/>
          </a:xfrm>
          <a:prstGeom prst="curvedLeftArrow">
            <a:avLst/>
          </a:prstGeom>
          <a:solidFill>
            <a:srgbClr val="14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7" name="箭號: 弧形左彎 86">
            <a:extLst>
              <a:ext uri="{FF2B5EF4-FFF2-40B4-BE49-F238E27FC236}">
                <a16:creationId xmlns:a16="http://schemas.microsoft.com/office/drawing/2014/main" id="{38EFB449-B93B-4473-BA2E-40E964E66507}"/>
              </a:ext>
            </a:extLst>
          </p:cNvPr>
          <p:cNvSpPr/>
          <p:nvPr/>
        </p:nvSpPr>
        <p:spPr>
          <a:xfrm rot="20700000">
            <a:off x="10525297" y="1581150"/>
            <a:ext cx="756788" cy="1779041"/>
          </a:xfrm>
          <a:prstGeom prst="curvedLeftArrow">
            <a:avLst/>
          </a:prstGeom>
          <a:solidFill>
            <a:srgbClr val="9900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內容版面配置區 2">
                <a:extLst>
                  <a:ext uri="{FF2B5EF4-FFF2-40B4-BE49-F238E27FC236}">
                    <a16:creationId xmlns:a16="http://schemas.microsoft.com/office/drawing/2014/main" id="{5382E0B6-9FBB-43B4-8078-A0FFB1F9C1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內容版面配置區 2">
                <a:extLst>
                  <a:ext uri="{FF2B5EF4-FFF2-40B4-BE49-F238E27FC236}">
                    <a16:creationId xmlns:a16="http://schemas.microsoft.com/office/drawing/2014/main" id="{5382E0B6-9FBB-43B4-8078-A0FFB1F9C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25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3687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646E88-9445-42BB-A6BF-61E86173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B742CBD5-B6FF-4D8C-AB1F-4B7CEDF59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AAFA378E-5799-4A8A-98AE-0272F69CD77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07F733A2-D9A0-455C-9E90-54ACD8FF5F8C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5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68BE83F-78F3-49B9-957C-DB4795FEE3E0}"/>
              </a:ext>
            </a:extLst>
          </p:cNvPr>
          <p:cNvSpPr/>
          <p:nvPr/>
        </p:nvSpPr>
        <p:spPr>
          <a:xfrm>
            <a:off x="4869627" y="3119515"/>
            <a:ext cx="59031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it means to have a </a:t>
            </a:r>
            <a:r>
              <a:rPr lang="en-US" altLang="zh-TW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horseshoe shape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light?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Why does a horse need shoes? - Equestrian Surfaces Ltd -">
            <a:extLst>
              <a:ext uri="{FF2B5EF4-FFF2-40B4-BE49-F238E27FC236}">
                <a16:creationId xmlns:a16="http://schemas.microsoft.com/office/drawing/2014/main" id="{C8DB4D68-817A-43A8-9617-F69C0E1B6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674" y="3654425"/>
            <a:ext cx="3648075" cy="243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內容版面配置區 2">
                <a:extLst>
                  <a:ext uri="{FF2B5EF4-FFF2-40B4-BE49-F238E27FC236}">
                    <a16:creationId xmlns:a16="http://schemas.microsoft.com/office/drawing/2014/main" id="{04F24A08-57F7-46E5-B426-331008AB39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內容版面配置區 2">
                <a:extLst>
                  <a:ext uri="{FF2B5EF4-FFF2-40B4-BE49-F238E27FC236}">
                    <a16:creationId xmlns:a16="http://schemas.microsoft.com/office/drawing/2014/main" id="{04F24A08-57F7-46E5-B426-331008AB3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17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322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646E88-9445-42BB-A6BF-61E86173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B742CBD5-B6FF-4D8C-AB1F-4B7CEDF59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AAFA378E-5799-4A8A-98AE-0272F69CD77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07F733A2-D9A0-455C-9E90-54ACD8FF5F8C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5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68BE83F-78F3-49B9-957C-DB4795FEE3E0}"/>
              </a:ext>
            </a:extLst>
          </p:cNvPr>
          <p:cNvSpPr/>
          <p:nvPr/>
        </p:nvSpPr>
        <p:spPr>
          <a:xfrm>
            <a:off x="5022027" y="2347990"/>
            <a:ext cx="59031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real field ! 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A8305E-E0D2-4B5E-9F55-4E43C98F03A8}"/>
                  </a:ext>
                </a:extLst>
              </p:cNvPr>
              <p:cNvSpPr/>
              <p:nvPr/>
            </p:nvSpPr>
            <p:spPr>
              <a:xfrm>
                <a:off x="6014193" y="2720579"/>
                <a:ext cx="3805016" cy="5951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A8305E-E0D2-4B5E-9F55-4E43C98F0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193" y="2720579"/>
                <a:ext cx="3805016" cy="5951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形 21">
            <a:extLst>
              <a:ext uri="{FF2B5EF4-FFF2-40B4-BE49-F238E27FC236}">
                <a16:creationId xmlns:a16="http://schemas.microsoft.com/office/drawing/2014/main" id="{49C24089-2DCD-42E6-8B8E-DC73CF90838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6554211" y="2948827"/>
            <a:ext cx="224841" cy="1722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內容版面配置區 2">
                <a:extLst>
                  <a:ext uri="{FF2B5EF4-FFF2-40B4-BE49-F238E27FC236}">
                    <a16:creationId xmlns:a16="http://schemas.microsoft.com/office/drawing/2014/main" id="{7CAD419C-1EDD-43A7-B60A-471F978578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內容版面配置區 2">
                <a:extLst>
                  <a:ext uri="{FF2B5EF4-FFF2-40B4-BE49-F238E27FC236}">
                    <a16:creationId xmlns:a16="http://schemas.microsoft.com/office/drawing/2014/main" id="{7CAD419C-1EDD-43A7-B60A-471F97857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17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3334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7646E88-9445-42BB-A6BF-61E86173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3" y="2876522"/>
            <a:ext cx="2970804" cy="348367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Longitudinal component :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44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/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̅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</m:e>
                              </m:acc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08F81EF-187D-41A4-8E6E-D969E27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25" y="1275150"/>
                <a:ext cx="8738318" cy="453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FC852039-7E37-4BA2-9E08-735305FDA7AF}"/>
              </a:ext>
            </a:extLst>
          </p:cNvPr>
          <p:cNvGrpSpPr/>
          <p:nvPr/>
        </p:nvGrpSpPr>
        <p:grpSpPr>
          <a:xfrm>
            <a:off x="508743" y="1207329"/>
            <a:ext cx="2685928" cy="595163"/>
            <a:chOff x="7128124" y="2749452"/>
            <a:chExt cx="2685928" cy="595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/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e>
                            </m:acc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</m:acc>
                          </m:sub>
                          <m:sup>
                            <m:r>
                              <a:rPr lang="en-US" altLang="zh-TW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B06ECB5-1C96-4BEA-A48A-7A03AAEEE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24" y="2749452"/>
                  <a:ext cx="2685928" cy="5951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形 57">
              <a:extLst>
                <a:ext uri="{FF2B5EF4-FFF2-40B4-BE49-F238E27FC236}">
                  <a16:creationId xmlns:a16="http://schemas.microsoft.com/office/drawing/2014/main" id="{42B6CB12-B0A0-43D9-8602-3ABD612BA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53142" b="-1"/>
            <a:stretch/>
          </p:blipFill>
          <p:spPr>
            <a:xfrm>
              <a:off x="7268092" y="2986000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B742CBD5-B6FF-4D8C-AB1F-4B7CEDF59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863" y="2971182"/>
            <a:ext cx="588243" cy="36796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AAFA378E-5799-4A8A-98AE-0272F69CD77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3297810" y="3096202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/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D78C9093-A902-4EE0-803C-B61AF61F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56" y="5715478"/>
                <a:ext cx="4783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8" name="內容版面配置區 2">
                <a:extLst>
                  <a:ext uri="{FF2B5EF4-FFF2-40B4-BE49-F238E27FC236}">
                    <a16:creationId xmlns:a16="http://schemas.microsoft.com/office/drawing/2014/main" id="{DF242ACE-1CEA-4A6A-A5F6-3D4B68BAC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318" y="3081829"/>
                <a:ext cx="422874" cy="324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內容版面配置區 2">
                <a:extLst>
                  <a:ext uri="{FF2B5EF4-FFF2-40B4-BE49-F238E27FC236}">
                    <a16:creationId xmlns:a16="http://schemas.microsoft.com/office/drawing/2014/main" id="{59179C10-75A4-4DE2-BB71-D5CF84C5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43" y="5839407"/>
                <a:ext cx="365364" cy="3243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07F733A2-D9A0-455C-9E90-54ACD8FF5F8C}"/>
              </a:ext>
            </a:extLst>
          </p:cNvPr>
          <p:cNvSpPr/>
          <p:nvPr/>
        </p:nvSpPr>
        <p:spPr>
          <a:xfrm>
            <a:off x="491491" y="1079815"/>
            <a:ext cx="10748009" cy="920436"/>
          </a:xfrm>
          <a:prstGeom prst="roundRect">
            <a:avLst/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component of VVB: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35A9BED2-8310-4112-A977-A02C88EEE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2" y="709212"/>
                <a:ext cx="4562952" cy="324388"/>
              </a:xfrm>
              <a:prstGeom prst="rect">
                <a:avLst/>
              </a:prstGeom>
              <a:blipFill>
                <a:blip r:embed="rId15"/>
                <a:stretch>
                  <a:fillRect l="-1335" t="-38889" b="-2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68BE83F-78F3-49B9-957C-DB4795FEE3E0}"/>
              </a:ext>
            </a:extLst>
          </p:cNvPr>
          <p:cNvSpPr/>
          <p:nvPr/>
        </p:nvSpPr>
        <p:spPr>
          <a:xfrm>
            <a:off x="4499512" y="2115761"/>
            <a:ext cx="59031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real field ! </a:t>
            </a:r>
            <a:endParaRPr lang="zh-TW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A8305E-E0D2-4B5E-9F55-4E43C98F03A8}"/>
                  </a:ext>
                </a:extLst>
              </p:cNvPr>
              <p:cNvSpPr/>
              <p:nvPr/>
            </p:nvSpPr>
            <p:spPr>
              <a:xfrm>
                <a:off x="5491678" y="2488350"/>
                <a:ext cx="3805016" cy="5951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3A8305E-E0D2-4B5E-9F55-4E43C98F0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678" y="2488350"/>
                <a:ext cx="3805016" cy="5951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形 21">
            <a:extLst>
              <a:ext uri="{FF2B5EF4-FFF2-40B4-BE49-F238E27FC236}">
                <a16:creationId xmlns:a16="http://schemas.microsoft.com/office/drawing/2014/main" id="{49C24089-2DCD-42E6-8B8E-DC73CF90838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" r="53142" b="-1"/>
          <a:stretch/>
        </p:blipFill>
        <p:spPr>
          <a:xfrm>
            <a:off x="6031696" y="2716598"/>
            <a:ext cx="224841" cy="17224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AFADF5DD-808C-4B06-A65D-ABEC75FDBA5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39959" y="3078553"/>
            <a:ext cx="7248525" cy="31996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內容版面配置區 2">
                <a:extLst>
                  <a:ext uri="{FF2B5EF4-FFF2-40B4-BE49-F238E27FC236}">
                    <a16:creationId xmlns:a16="http://schemas.microsoft.com/office/drawing/2014/main" id="{7F6A5D81-56E7-4577-9C37-42E20D201B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內容版面配置區 2">
                <a:extLst>
                  <a:ext uri="{FF2B5EF4-FFF2-40B4-BE49-F238E27FC236}">
                    <a16:creationId xmlns:a16="http://schemas.microsoft.com/office/drawing/2014/main" id="{7F6A5D81-56E7-4577-9C37-42E20D20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0" y="6380068"/>
                <a:ext cx="2841989" cy="324388"/>
              </a:xfrm>
              <a:prstGeom prst="rect">
                <a:avLst/>
              </a:prstGeom>
              <a:blipFill>
                <a:blip r:embed="rId18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2BE8185C-3BD6-4EB3-BE3A-A38F6DB73748}"/>
              </a:ext>
            </a:extLst>
          </p:cNvPr>
          <p:cNvSpPr/>
          <p:nvPr/>
        </p:nvSpPr>
        <p:spPr>
          <a:xfrm>
            <a:off x="488950" y="4984750"/>
            <a:ext cx="809625" cy="806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3330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C005CCE-1406-4BB0-8CE9-F532FD21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Light-matter interaction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SOI information 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5A4A1-A24F-4005-893F-E731AE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9713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5A6C661-41C4-4FC1-B20D-D90885538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E6C2075-3F5C-497E-9964-9867555A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8082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A01704AA-0464-4899-80C2-76092830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9C0FAF-7BA8-41F3-B0A5-5F38A83D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295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448457-02F0-4B46-89E3-AB70872B4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6F4F919-BABA-4A16-B156-B411B9B3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237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267826F5-3628-4254-900A-BB61FABC6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79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13363</TotalTime>
  <Words>3153</Words>
  <Application>Microsoft Office PowerPoint</Application>
  <PresentationFormat>寬螢幕</PresentationFormat>
  <Paragraphs>549</Paragraphs>
  <Slides>49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6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272</cp:revision>
  <dcterms:created xsi:type="dcterms:W3CDTF">2026-05-29T06:10:36Z</dcterms:created>
  <dcterms:modified xsi:type="dcterms:W3CDTF">2026-07-08T15:00:42Z</dcterms:modified>
</cp:coreProperties>
</file>