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A99AB-32A0-492D-93E4-B44D4224C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7580AC-2B49-460C-BB97-BD528FC48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78121-AA50-4B16-AAC2-82EE907E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FEB67-B82B-4EFE-A42B-7D607CDC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A8AABF-2DE4-4E65-9130-7346C2E6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68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E6835-AD78-46D8-9A26-2317E32B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C46BE5-3A78-4CFD-8659-97D4D3F63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1D061A-40D0-4477-9E59-3A6C7668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53B80E-8A8A-4366-860F-2CE6357C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561894-B3FE-46C9-8306-3166C1F4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51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CEBCBA-1BFB-43E6-B9ED-2D642D3D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5F18B7-E70E-4C30-BE10-B8FEED3B0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B0E1D0-0D77-42F1-9A17-6C83DAB0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76033A-D888-40E1-B123-3E5FD7FF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8E57E4-8FD5-45B8-8927-11A1F922A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42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C5472-FD65-4C98-A367-E412559B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870788-6A3C-4A11-931E-833AF9144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60DEE5-0D34-4A5C-BA0E-ED36EC324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6019CB-2F09-4346-9818-567E97BF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6E4907-B8CB-424C-8491-6FE1060B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0849AD-EB06-4ECD-858D-484AF5D6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3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D7C3C-990D-447F-9DDE-AAC8721E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AC48A4-D748-4800-B7B7-92C2D49DD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529866-101E-4F95-8336-9ED6F7153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74256D9-6141-4AD6-B027-FB99ED7BE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C82567-655A-4A55-A65B-E51B90321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43D3D4B-175C-4676-ABB1-10B638B9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AA60E9-D1C6-4743-BCA8-0BAEDFD9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2F132B6-C642-411F-BBFF-D42BB692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22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00ED7-B960-413A-8592-9D205F4C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15ACF1-132A-4BA8-92F8-06800461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9D979A-A64B-43BF-BEFA-8E2F215B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9F181D-091C-46AE-840D-8086DE69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35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B9ED78-E3DA-4244-89C8-EACAA322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3594D-EC3D-4C86-829F-B1CA0441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118F19-5EAC-4D9B-AFF1-14847F6C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65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B04C7-4620-4D6E-8B98-CF708A9E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A92277-5391-418D-BAED-F68740F07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071A09-8B7D-4751-B9CF-C01BE56D0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80384E-2E84-4C67-B358-C9AE0479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955C47-8365-4146-9A93-AC85EFB8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EDFCCC-764A-44FD-BC37-F0346C2A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73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C2A786-9F53-457E-AACD-17FEB27E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3188D26-36F7-4CAE-B4D3-A1CF0D1C1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49DA21-B86B-4271-B369-33516B4C7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A3FCA0-59DD-4BF4-BA31-2D75D369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209897-B964-4B7C-B5F7-B840E0CC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ED7256-EBE9-4306-9F64-AB706472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21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7A12D9-88EF-40EB-9041-3345A37D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468525-7534-45AB-A2EC-097E1E12A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591FD7-06B8-4A0A-99A3-D0DCF8A0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7A3AFC-4937-4F0E-9D0A-2436E7C2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88F540-6E4D-4627-999D-14B8FE02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71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62ACEBD-82A8-4E10-9F3F-87893BF7B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756431A-53C7-462B-A58D-5DB374BD4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C949B-DA54-4C6C-8E65-A38E277F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55121A-41F6-41FA-8DDA-E758E87A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232857-8321-4F0C-8805-4B4EF2A1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57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8499BC-CBA4-4E67-A327-7CEC9A5F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7D080E-1B1F-43A7-8F12-72FE53602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8C65DB-B0CF-4EB6-A1C5-A36153A79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6C78A-4133-4B0A-A987-B52705AE7D0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41F841-A81C-408F-AF5D-5D8FFB1C0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646069-4FF3-4F71-B2FD-274BCE20D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ED974-979A-4B26-8989-48060C30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21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C33C570-A46F-49F8-A1C6-C637240E2604}"/>
              </a:ext>
            </a:extLst>
          </p:cNvPr>
          <p:cNvSpPr/>
          <p:nvPr/>
        </p:nvSpPr>
        <p:spPr>
          <a:xfrm>
            <a:off x="0" y="103517"/>
            <a:ext cx="12192000" cy="652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970A4EB-AD82-40C5-829D-DE280117DE67}"/>
              </a:ext>
            </a:extLst>
          </p:cNvPr>
          <p:cNvGrpSpPr/>
          <p:nvPr/>
        </p:nvGrpSpPr>
        <p:grpSpPr>
          <a:xfrm>
            <a:off x="-34506" y="174413"/>
            <a:ext cx="12226505" cy="6509173"/>
            <a:chOff x="-34506" y="174413"/>
            <a:chExt cx="12226505" cy="650917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20DD3BA-297C-48EB-ABAA-A9345187A1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0"/>
            <a:stretch/>
          </p:blipFill>
          <p:spPr>
            <a:xfrm>
              <a:off x="345056" y="174413"/>
              <a:ext cx="11846943" cy="6509173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C987C4F-D4A1-4B0B-B5E7-8B88B5515796}"/>
                </a:ext>
              </a:extLst>
            </p:cNvPr>
            <p:cNvSpPr txBox="1"/>
            <p:nvPr/>
          </p:nvSpPr>
          <p:spPr>
            <a:xfrm>
              <a:off x="-34506" y="1086929"/>
              <a:ext cx="448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28B2D6AE-4993-48FF-BED2-AF2ECD06A7C7}"/>
                </a:ext>
              </a:extLst>
            </p:cNvPr>
            <p:cNvSpPr txBox="1"/>
            <p:nvPr/>
          </p:nvSpPr>
          <p:spPr>
            <a:xfrm>
              <a:off x="-34506" y="3059667"/>
              <a:ext cx="448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778567E-55ED-4B20-B196-7A6BCDA91608}"/>
                </a:ext>
              </a:extLst>
            </p:cNvPr>
            <p:cNvSpPr txBox="1"/>
            <p:nvPr/>
          </p:nvSpPr>
          <p:spPr>
            <a:xfrm>
              <a:off x="-34506" y="5423140"/>
              <a:ext cx="448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417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</cp:revision>
  <dcterms:created xsi:type="dcterms:W3CDTF">2026-03-19T09:39:38Z</dcterms:created>
  <dcterms:modified xsi:type="dcterms:W3CDTF">2026-03-19T10:38:52Z</dcterms:modified>
</cp:coreProperties>
</file>