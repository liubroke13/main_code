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9906000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9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00906"/>
            <a:ext cx="7429500" cy="1065577"/>
          </a:xfrm>
        </p:spPr>
        <p:txBody>
          <a:bodyPr anchor="b"/>
          <a:lstStyle>
            <a:lvl1pPr algn="ctr">
              <a:defRPr sz="267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607576"/>
            <a:ext cx="7429500" cy="738960"/>
          </a:xfrm>
        </p:spPr>
        <p:txBody>
          <a:bodyPr/>
          <a:lstStyle>
            <a:lvl1pPr marL="0" indent="0" algn="ctr">
              <a:buNone/>
              <a:defRPr sz="1071"/>
            </a:lvl1pPr>
            <a:lvl2pPr marL="204048" indent="0" algn="ctr">
              <a:buNone/>
              <a:defRPr sz="893"/>
            </a:lvl2pPr>
            <a:lvl3pPr marL="408097" indent="0" algn="ctr">
              <a:buNone/>
              <a:defRPr sz="803"/>
            </a:lvl3pPr>
            <a:lvl4pPr marL="612145" indent="0" algn="ctr">
              <a:buNone/>
              <a:defRPr sz="714"/>
            </a:lvl4pPr>
            <a:lvl5pPr marL="816193" indent="0" algn="ctr">
              <a:buNone/>
              <a:defRPr sz="714"/>
            </a:lvl5pPr>
            <a:lvl6pPr marL="1020242" indent="0" algn="ctr">
              <a:buNone/>
              <a:defRPr sz="714"/>
            </a:lvl6pPr>
            <a:lvl7pPr marL="1224290" indent="0" algn="ctr">
              <a:buNone/>
              <a:defRPr sz="714"/>
            </a:lvl7pPr>
            <a:lvl8pPr marL="1428339" indent="0" algn="ctr">
              <a:buNone/>
              <a:defRPr sz="714"/>
            </a:lvl8pPr>
            <a:lvl9pPr marL="1632387" indent="0" algn="ctr">
              <a:buNone/>
              <a:defRPr sz="71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37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11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763050"/>
            <a:ext cx="8543925" cy="1273166"/>
          </a:xfrm>
        </p:spPr>
        <p:txBody>
          <a:bodyPr anchor="b"/>
          <a:lstStyle>
            <a:lvl1pPr>
              <a:defRPr sz="267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048261"/>
            <a:ext cx="8543925" cy="669528"/>
          </a:xfrm>
        </p:spPr>
        <p:txBody>
          <a:bodyPr/>
          <a:lstStyle>
            <a:lvl1pPr marL="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1pPr>
            <a:lvl2pPr marL="204048" indent="0">
              <a:buNone/>
              <a:defRPr sz="893">
                <a:solidFill>
                  <a:schemeClr val="tx1">
                    <a:tint val="75000"/>
                  </a:schemeClr>
                </a:solidFill>
              </a:defRPr>
            </a:lvl2pPr>
            <a:lvl3pPr marL="408097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3pPr>
            <a:lvl4pPr marL="612145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4pPr>
            <a:lvl5pPr marL="816193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5pPr>
            <a:lvl6pPr marL="1020242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6pPr>
            <a:lvl7pPr marL="1224290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7pPr>
            <a:lvl8pPr marL="1428339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8pPr>
            <a:lvl9pPr marL="1632387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42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814770"/>
            <a:ext cx="4210050" cy="19419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814770"/>
            <a:ext cx="4210050" cy="19419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53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62954"/>
            <a:ext cx="8543925" cy="5915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750297"/>
            <a:ext cx="4190702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118006"/>
            <a:ext cx="4190702" cy="16444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50297"/>
            <a:ext cx="4211340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118006"/>
            <a:ext cx="4211340" cy="16444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82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65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72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04047"/>
            <a:ext cx="3194943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40684"/>
            <a:ext cx="5014913" cy="2175081"/>
          </a:xfrm>
        </p:spPr>
        <p:txBody>
          <a:bodyPr/>
          <a:lstStyle>
            <a:lvl1pPr>
              <a:defRPr sz="1428"/>
            </a:lvl1pPr>
            <a:lvl2pPr>
              <a:defRPr sz="1250"/>
            </a:lvl2pPr>
            <a:lvl3pPr>
              <a:defRPr sz="1071"/>
            </a:lvl3pPr>
            <a:lvl4pPr>
              <a:defRPr sz="893"/>
            </a:lvl4pPr>
            <a:lvl5pPr>
              <a:defRPr sz="893"/>
            </a:lvl5pPr>
            <a:lvl6pPr>
              <a:defRPr sz="893"/>
            </a:lvl6pPr>
            <a:lvl7pPr>
              <a:defRPr sz="893"/>
            </a:lvl7pPr>
            <a:lvl8pPr>
              <a:defRPr sz="893"/>
            </a:lvl8pPr>
            <a:lvl9pPr>
              <a:defRPr sz="89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18210"/>
            <a:ext cx="3194943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69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04047"/>
            <a:ext cx="3194943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40684"/>
            <a:ext cx="5014913" cy="2175081"/>
          </a:xfrm>
        </p:spPr>
        <p:txBody>
          <a:bodyPr anchor="t"/>
          <a:lstStyle>
            <a:lvl1pPr marL="0" indent="0">
              <a:buNone/>
              <a:defRPr sz="1428"/>
            </a:lvl1pPr>
            <a:lvl2pPr marL="204048" indent="0">
              <a:buNone/>
              <a:defRPr sz="1250"/>
            </a:lvl2pPr>
            <a:lvl3pPr marL="408097" indent="0">
              <a:buNone/>
              <a:defRPr sz="1071"/>
            </a:lvl3pPr>
            <a:lvl4pPr marL="612145" indent="0">
              <a:buNone/>
              <a:defRPr sz="893"/>
            </a:lvl4pPr>
            <a:lvl5pPr marL="816193" indent="0">
              <a:buNone/>
              <a:defRPr sz="893"/>
            </a:lvl5pPr>
            <a:lvl6pPr marL="1020242" indent="0">
              <a:buNone/>
              <a:defRPr sz="893"/>
            </a:lvl6pPr>
            <a:lvl7pPr marL="1224290" indent="0">
              <a:buNone/>
              <a:defRPr sz="893"/>
            </a:lvl7pPr>
            <a:lvl8pPr marL="1428339" indent="0">
              <a:buNone/>
              <a:defRPr sz="893"/>
            </a:lvl8pPr>
            <a:lvl9pPr marL="1632387" indent="0">
              <a:buNone/>
              <a:defRPr sz="89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18210"/>
            <a:ext cx="3194943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91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47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62954"/>
            <a:ext cx="2135981" cy="259380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62954"/>
            <a:ext cx="6284119" cy="259380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91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62954"/>
            <a:ext cx="8543925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814770"/>
            <a:ext cx="8543925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2836816"/>
            <a:ext cx="222885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65009-D4C9-4BD1-8D98-F9C892462EAE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2836816"/>
            <a:ext cx="3343275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2836816"/>
            <a:ext cx="222885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7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408097" rtl="0" eaLnBrk="1" latinLnBrk="0" hangingPunct="1">
        <a:lnSpc>
          <a:spcPct val="90000"/>
        </a:lnSpc>
        <a:spcBef>
          <a:spcPct val="0"/>
        </a:spcBef>
        <a:buNone/>
        <a:defRPr sz="19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24" indent="-102024" algn="l" defTabSz="40809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1071" kern="1200">
          <a:solidFill>
            <a:schemeClr val="tx1"/>
          </a:solidFill>
          <a:latin typeface="+mn-lt"/>
          <a:ea typeface="+mn-ea"/>
          <a:cs typeface="+mn-cs"/>
        </a:defRPr>
      </a:lvl2pPr>
      <a:lvl3pPr marL="51012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714169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918218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122266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326314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53036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73441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1pPr>
      <a:lvl2pPr marL="204048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40809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3pPr>
      <a:lvl4pPr marL="612145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816193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020242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22429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428339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63238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3EAA31-04D4-4599-BACD-F167D57EF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58" y="-987981"/>
            <a:ext cx="6363747" cy="502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9B5EFCD8-2D95-4060-99AD-BF560D78D368}"/>
              </a:ext>
            </a:extLst>
          </p:cNvPr>
          <p:cNvGrpSpPr/>
          <p:nvPr/>
        </p:nvGrpSpPr>
        <p:grpSpPr>
          <a:xfrm>
            <a:off x="127228" y="460779"/>
            <a:ext cx="9368128" cy="2350588"/>
            <a:chOff x="90306" y="1989107"/>
            <a:chExt cx="12145731" cy="316086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161F6DE-36B6-43B8-9FC0-DD5348D0CDE3}"/>
                </a:ext>
              </a:extLst>
            </p:cNvPr>
            <p:cNvSpPr/>
            <p:nvPr/>
          </p:nvSpPr>
          <p:spPr>
            <a:xfrm>
              <a:off x="90306" y="1989107"/>
              <a:ext cx="12090192" cy="30659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000" tIns="34000" rIns="68000" bIns="3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338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A4A554D-403F-4117-9BDA-9BA0A92B1124}"/>
                </a:ext>
              </a:extLst>
            </p:cNvPr>
            <p:cNvGrpSpPr/>
            <p:nvPr/>
          </p:nvGrpSpPr>
          <p:grpSpPr>
            <a:xfrm>
              <a:off x="107003" y="1999164"/>
              <a:ext cx="12129034" cy="3150806"/>
              <a:chOff x="544503" y="1534239"/>
              <a:chExt cx="10664823" cy="2770442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E423793E-59E5-4F91-8AB5-07A569CB02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783574" y="1534239"/>
                <a:ext cx="5953656" cy="2511549"/>
              </a:xfrm>
              <a:prstGeom prst="rect">
                <a:avLst/>
              </a:prstGeom>
            </p:spPr>
          </p:pic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7713A53-1861-4AEE-8E91-B5BA2A1E8E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55" t="54722" r="36996"/>
              <a:stretch/>
            </p:blipFill>
            <p:spPr>
              <a:xfrm>
                <a:off x="6981410" y="1619501"/>
                <a:ext cx="4227916" cy="268518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63328" y="2802739"/>
                    <a:ext cx="1555631" cy="3399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338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38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1338" dirty="0"/>
                      <a:t>) </a:t>
                    </a:r>
                    <a:endParaRPr lang="zh-TW" altLang="en-US" sz="1338" dirty="0"/>
                  </a:p>
                </p:txBody>
              </p:sp>
            </mc:Choice>
            <mc:Fallback xmlns="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63328" y="2802739"/>
                    <a:ext cx="1555631" cy="33996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82" t="-4167" r="-20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098812" y="2802739"/>
                    <a:ext cx="1555631" cy="3399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338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38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1338" dirty="0"/>
                      <a:t>) </a:t>
                    </a:r>
                    <a:endParaRPr lang="zh-TW" altLang="en-US" sz="1338" dirty="0"/>
                  </a:p>
                </p:txBody>
              </p:sp>
            </mc:Choice>
            <mc:Fallback xmlns="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098812" y="2802739"/>
                    <a:ext cx="1555631" cy="33996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82" t="-4167" r="-20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9111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7625C0E-3A03-4F5D-A082-ADA7B96B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53" y="449160"/>
            <a:ext cx="7323701" cy="2162396"/>
          </a:xfrm>
          <a:prstGeom prst="rect">
            <a:avLst/>
          </a:prstGeom>
        </p:spPr>
      </p:pic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DC88E714-022C-42D8-86DC-2B6AA33982EB}"/>
              </a:ext>
            </a:extLst>
          </p:cNvPr>
          <p:cNvSpPr/>
          <p:nvPr/>
        </p:nvSpPr>
        <p:spPr>
          <a:xfrm rot="10800000">
            <a:off x="3638001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 dirty="0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F4B32212-8015-45F2-AEB4-1453CDFD5A01}"/>
              </a:ext>
            </a:extLst>
          </p:cNvPr>
          <p:cNvSpPr/>
          <p:nvPr/>
        </p:nvSpPr>
        <p:spPr>
          <a:xfrm rot="10800000">
            <a:off x="5858844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51C7B06C-8D78-403B-ADBD-C3AAA5603E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5544453" y="3968170"/>
            <a:ext cx="1929543" cy="841120"/>
          </a:xfrm>
          <a:prstGeom prst="rect">
            <a:avLst/>
          </a:prstGeom>
        </p:spPr>
      </p:pic>
      <p:sp>
        <p:nvSpPr>
          <p:cNvPr id="80" name="等腰三角形 79">
            <a:extLst>
              <a:ext uri="{FF2B5EF4-FFF2-40B4-BE49-F238E27FC236}">
                <a16:creationId xmlns:a16="http://schemas.microsoft.com/office/drawing/2014/main" id="{FF4DF668-9B3B-4170-AC92-4FBE19F4A1F5}"/>
              </a:ext>
            </a:extLst>
          </p:cNvPr>
          <p:cNvSpPr/>
          <p:nvPr/>
        </p:nvSpPr>
        <p:spPr>
          <a:xfrm rot="10800000">
            <a:off x="8111151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/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81EA5F4-2DC0-4A7C-BFAE-C6F94065C8CC}"/>
              </a:ext>
            </a:extLst>
          </p:cNvPr>
          <p:cNvCxnSpPr>
            <a:cxnSpLocks/>
          </p:cNvCxnSpPr>
          <p:nvPr/>
        </p:nvCxnSpPr>
        <p:spPr>
          <a:xfrm flipV="1">
            <a:off x="6534543" y="4016881"/>
            <a:ext cx="818112" cy="1602414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29B8442D-53F4-4FC0-8204-2EE7C92579D0}"/>
              </a:ext>
            </a:extLst>
          </p:cNvPr>
          <p:cNvCxnSpPr>
            <a:cxnSpLocks/>
          </p:cNvCxnSpPr>
          <p:nvPr/>
        </p:nvCxnSpPr>
        <p:spPr>
          <a:xfrm flipV="1">
            <a:off x="8793644" y="4847989"/>
            <a:ext cx="51226" cy="771305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83" name="圖片 82">
            <a:extLst>
              <a:ext uri="{FF2B5EF4-FFF2-40B4-BE49-F238E27FC236}">
                <a16:creationId xmlns:a16="http://schemas.microsoft.com/office/drawing/2014/main" id="{B4676756-0590-4365-8629-B046BF860D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7807989" y="5577222"/>
            <a:ext cx="1907111" cy="824405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0C4911DD-913E-480E-B726-4424231144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7796759" y="3968170"/>
            <a:ext cx="1929543" cy="841120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1D933F25-1E42-4BEC-A005-D2A1ED9F2E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7800502" y="3608965"/>
            <a:ext cx="1922069" cy="824405"/>
          </a:xfrm>
          <a:prstGeom prst="rect">
            <a:avLst/>
          </a:prstGeom>
        </p:spPr>
      </p:pic>
      <p:sp>
        <p:nvSpPr>
          <p:cNvPr id="86" name="橢圓 85">
            <a:extLst>
              <a:ext uri="{FF2B5EF4-FFF2-40B4-BE49-F238E27FC236}">
                <a16:creationId xmlns:a16="http://schemas.microsoft.com/office/drawing/2014/main" id="{85965922-738E-43B3-829E-CC45941EB2B9}"/>
              </a:ext>
            </a:extLst>
          </p:cNvPr>
          <p:cNvSpPr/>
          <p:nvPr/>
        </p:nvSpPr>
        <p:spPr>
          <a:xfrm>
            <a:off x="8699920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F688DE77-3556-4DEE-AD99-CA67157E7516}"/>
              </a:ext>
            </a:extLst>
          </p:cNvPr>
          <p:cNvSpPr/>
          <p:nvPr/>
        </p:nvSpPr>
        <p:spPr>
          <a:xfrm>
            <a:off x="8771133" y="4673109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3FC269E-E30A-4BA8-AEC0-E4B85E510326}"/>
              </a:ext>
            </a:extLst>
          </p:cNvPr>
          <p:cNvSpPr txBox="1"/>
          <p:nvPr/>
        </p:nvSpPr>
        <p:spPr>
          <a:xfrm>
            <a:off x="3308776" y="3161488"/>
            <a:ext cx="203796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3B2FF01B-811F-42F4-B8B1-38A50F230BC6}"/>
              </a:ext>
            </a:extLst>
          </p:cNvPr>
          <p:cNvSpPr txBox="1"/>
          <p:nvPr/>
        </p:nvSpPr>
        <p:spPr>
          <a:xfrm>
            <a:off x="7733249" y="3161488"/>
            <a:ext cx="203796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 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圖片 89">
            <a:extLst>
              <a:ext uri="{FF2B5EF4-FFF2-40B4-BE49-F238E27FC236}">
                <a16:creationId xmlns:a16="http://schemas.microsoft.com/office/drawing/2014/main" id="{0421A701-2821-426E-BD71-03CA011A11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5555682" y="5577222"/>
            <a:ext cx="1907111" cy="824405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EAD241BC-B561-4508-B0D4-C92C9CB638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5548194" y="3608965"/>
            <a:ext cx="1922069" cy="824405"/>
          </a:xfrm>
          <a:prstGeom prst="rect">
            <a:avLst/>
          </a:prstGeom>
        </p:spPr>
      </p:pic>
      <p:sp>
        <p:nvSpPr>
          <p:cNvPr id="92" name="橢圓 91">
            <a:extLst>
              <a:ext uri="{FF2B5EF4-FFF2-40B4-BE49-F238E27FC236}">
                <a16:creationId xmlns:a16="http://schemas.microsoft.com/office/drawing/2014/main" id="{6984B83C-8737-43CE-9630-1BCD961D6031}"/>
              </a:ext>
            </a:extLst>
          </p:cNvPr>
          <p:cNvSpPr/>
          <p:nvPr/>
        </p:nvSpPr>
        <p:spPr>
          <a:xfrm>
            <a:off x="6447612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3" name="橢圓 92">
            <a:extLst>
              <a:ext uri="{FF2B5EF4-FFF2-40B4-BE49-F238E27FC236}">
                <a16:creationId xmlns:a16="http://schemas.microsoft.com/office/drawing/2014/main" id="{CA9F5899-B8CD-4E2B-8B0B-9107C9666056}"/>
              </a:ext>
            </a:extLst>
          </p:cNvPr>
          <p:cNvSpPr/>
          <p:nvPr/>
        </p:nvSpPr>
        <p:spPr>
          <a:xfrm>
            <a:off x="7277578" y="3817279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CA6F54B-885E-4F40-9868-18F482E0820B}"/>
              </a:ext>
            </a:extLst>
          </p:cNvPr>
          <p:cNvSpPr txBox="1"/>
          <p:nvPr/>
        </p:nvSpPr>
        <p:spPr>
          <a:xfrm>
            <a:off x="5270131" y="3161488"/>
            <a:ext cx="2459561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 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ECE0A5B5-C789-432B-9DFD-6E54F54A1696}"/>
              </a:ext>
            </a:extLst>
          </p:cNvPr>
          <p:cNvCxnSpPr>
            <a:cxnSpLocks/>
          </p:cNvCxnSpPr>
          <p:nvPr/>
        </p:nvCxnSpPr>
        <p:spPr>
          <a:xfrm>
            <a:off x="7753979" y="6460317"/>
            <a:ext cx="21205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C5D48ECA-13DA-44CD-9103-3B555236FA58}"/>
              </a:ext>
            </a:extLst>
          </p:cNvPr>
          <p:cNvCxnSpPr>
            <a:cxnSpLocks/>
          </p:cNvCxnSpPr>
          <p:nvPr/>
        </p:nvCxnSpPr>
        <p:spPr>
          <a:xfrm>
            <a:off x="5492925" y="6460317"/>
            <a:ext cx="21205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C18A94DF-0C83-4079-9B4B-E77627083CF2}"/>
              </a:ext>
            </a:extLst>
          </p:cNvPr>
          <p:cNvCxnSpPr>
            <a:cxnSpLocks/>
          </p:cNvCxnSpPr>
          <p:nvPr/>
        </p:nvCxnSpPr>
        <p:spPr>
          <a:xfrm>
            <a:off x="3143184" y="6460317"/>
            <a:ext cx="220781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箭號: 向上 97">
            <a:extLst>
              <a:ext uri="{FF2B5EF4-FFF2-40B4-BE49-F238E27FC236}">
                <a16:creationId xmlns:a16="http://schemas.microsoft.com/office/drawing/2014/main" id="{C3C73C6E-1335-4550-B604-0F0FE34CA0CA}"/>
              </a:ext>
            </a:extLst>
          </p:cNvPr>
          <p:cNvSpPr/>
          <p:nvPr/>
        </p:nvSpPr>
        <p:spPr>
          <a:xfrm>
            <a:off x="3153823" y="3432674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9" name="箭號: 向上 98">
            <a:extLst>
              <a:ext uri="{FF2B5EF4-FFF2-40B4-BE49-F238E27FC236}">
                <a16:creationId xmlns:a16="http://schemas.microsoft.com/office/drawing/2014/main" id="{8DDF1AEC-72A5-4C33-943D-D32288923972}"/>
              </a:ext>
            </a:extLst>
          </p:cNvPr>
          <p:cNvSpPr/>
          <p:nvPr/>
        </p:nvSpPr>
        <p:spPr>
          <a:xfrm rot="10800000">
            <a:off x="3153823" y="3931072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/>
          </a:p>
        </p:txBody>
      </p:sp>
      <p:sp>
        <p:nvSpPr>
          <p:cNvPr id="100" name="箭號: 向上 99">
            <a:extLst>
              <a:ext uri="{FF2B5EF4-FFF2-40B4-BE49-F238E27FC236}">
                <a16:creationId xmlns:a16="http://schemas.microsoft.com/office/drawing/2014/main" id="{0A137049-3A75-4B5A-A49E-7C848B9FC137}"/>
              </a:ext>
            </a:extLst>
          </p:cNvPr>
          <p:cNvSpPr/>
          <p:nvPr/>
        </p:nvSpPr>
        <p:spPr>
          <a:xfrm>
            <a:off x="3153823" y="6003204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/>
          </a:p>
        </p:txBody>
      </p:sp>
      <p:pic>
        <p:nvPicPr>
          <p:cNvPr id="101" name="圖片 100">
            <a:extLst>
              <a:ext uri="{FF2B5EF4-FFF2-40B4-BE49-F238E27FC236}">
                <a16:creationId xmlns:a16="http://schemas.microsoft.com/office/drawing/2014/main" id="{7EDE3A9C-AB8E-4CF1-A24F-28F98A793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3322932" y="3968170"/>
            <a:ext cx="1929543" cy="841120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038D179F-5856-4168-A38A-ECABDABA6C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3334160" y="5577222"/>
            <a:ext cx="1907111" cy="824405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6A0AC974-F260-437F-B2A3-B63CA8FD49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3326675" y="3608965"/>
            <a:ext cx="1922069" cy="824405"/>
          </a:xfrm>
          <a:prstGeom prst="rect">
            <a:avLst/>
          </a:prstGeom>
        </p:spPr>
      </p:pic>
      <p:sp>
        <p:nvSpPr>
          <p:cNvPr id="104" name="橢圓 103">
            <a:extLst>
              <a:ext uri="{FF2B5EF4-FFF2-40B4-BE49-F238E27FC236}">
                <a16:creationId xmlns:a16="http://schemas.microsoft.com/office/drawing/2014/main" id="{541F2F86-18E7-4937-81C1-E0B3422026F3}"/>
              </a:ext>
            </a:extLst>
          </p:cNvPr>
          <p:cNvSpPr/>
          <p:nvPr/>
        </p:nvSpPr>
        <p:spPr>
          <a:xfrm>
            <a:off x="4589326" y="4214707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10930744-E8C8-4835-B88D-2F91CDA557EE}"/>
              </a:ext>
            </a:extLst>
          </p:cNvPr>
          <p:cNvCxnSpPr>
            <a:cxnSpLocks/>
          </p:cNvCxnSpPr>
          <p:nvPr/>
        </p:nvCxnSpPr>
        <p:spPr>
          <a:xfrm flipV="1">
            <a:off x="4306830" y="4361602"/>
            <a:ext cx="349443" cy="1253745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6" name="橢圓 105">
            <a:extLst>
              <a:ext uri="{FF2B5EF4-FFF2-40B4-BE49-F238E27FC236}">
                <a16:creationId xmlns:a16="http://schemas.microsoft.com/office/drawing/2014/main" id="{0D9F8D50-074E-4251-97A7-6213E27A8450}"/>
              </a:ext>
            </a:extLst>
          </p:cNvPr>
          <p:cNvSpPr/>
          <p:nvPr/>
        </p:nvSpPr>
        <p:spPr>
          <a:xfrm>
            <a:off x="4226090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41A50F2B-5F76-4D16-AB5E-5C2F244D428D}"/>
              </a:ext>
            </a:extLst>
          </p:cNvPr>
          <p:cNvSpPr txBox="1"/>
          <p:nvPr/>
        </p:nvSpPr>
        <p:spPr>
          <a:xfrm>
            <a:off x="2894837" y="4937338"/>
            <a:ext cx="1261783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3CD9686-0ABF-40C6-98AA-3E06A441FE22}"/>
                  </a:ext>
                </a:extLst>
              </p:cNvPr>
              <p:cNvSpPr txBox="1"/>
              <p:nvPr/>
            </p:nvSpPr>
            <p:spPr>
              <a:xfrm>
                <a:off x="2891233" y="6303231"/>
                <a:ext cx="331958" cy="343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163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3CD9686-0ABF-40C6-98AA-3E06A441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233" y="6303231"/>
                <a:ext cx="331958" cy="343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09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732034BB-93A0-4BCC-A054-6815B502CBAD}"/>
              </a:ext>
            </a:extLst>
          </p:cNvPr>
          <p:cNvGrpSpPr/>
          <p:nvPr/>
        </p:nvGrpSpPr>
        <p:grpSpPr>
          <a:xfrm>
            <a:off x="-60349" y="-13774"/>
            <a:ext cx="9951773" cy="3088248"/>
            <a:chOff x="-60349" y="2160359"/>
            <a:chExt cx="9951773" cy="3088248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AD9E2E4-BE1A-40F0-912D-43E87B0D9634}"/>
                </a:ext>
              </a:extLst>
            </p:cNvPr>
            <p:cNvSpPr/>
            <p:nvPr/>
          </p:nvSpPr>
          <p:spPr>
            <a:xfrm>
              <a:off x="-1" y="2169165"/>
              <a:ext cx="9891425" cy="2574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000" tIns="34000" rIns="68000" bIns="3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1E48CAA-B7E4-48A7-893D-0B819B444661}"/>
                </a:ext>
              </a:extLst>
            </p:cNvPr>
            <p:cNvGrpSpPr/>
            <p:nvPr/>
          </p:nvGrpSpPr>
          <p:grpSpPr>
            <a:xfrm>
              <a:off x="-60349" y="2813019"/>
              <a:ext cx="5069851" cy="1924672"/>
              <a:chOff x="799820" y="1920474"/>
              <a:chExt cx="5972891" cy="2351821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BAB739D-EF50-4AFB-9988-CC198712CD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1197695" y="1920474"/>
                <a:ext cx="5575016" cy="235182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 </a:t>
                    </a:r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576" t="-369" r="-2575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A7E42C7-BC70-4BD7-AAA4-563593CF6A64}"/>
                </a:ext>
              </a:extLst>
            </p:cNvPr>
            <p:cNvSpPr txBox="1"/>
            <p:nvPr/>
          </p:nvSpPr>
          <p:spPr>
            <a:xfrm>
              <a:off x="-32986" y="2160359"/>
              <a:ext cx="484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CA5F6C8-E1DF-47E3-8827-61588B9D1162}"/>
                </a:ext>
              </a:extLst>
            </p:cNvPr>
            <p:cNvSpPr txBox="1"/>
            <p:nvPr/>
          </p:nvSpPr>
          <p:spPr>
            <a:xfrm>
              <a:off x="4741314" y="2160359"/>
              <a:ext cx="484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D4FD763D-E995-46EE-AB33-9DEFB5738E22}"/>
                </a:ext>
              </a:extLst>
            </p:cNvPr>
            <p:cNvSpPr/>
            <p:nvPr/>
          </p:nvSpPr>
          <p:spPr>
            <a:xfrm rot="10800000">
              <a:off x="5321549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7D8D11FA-0869-4B5A-9E71-FB37126B003D}"/>
                </a:ext>
              </a:extLst>
            </p:cNvPr>
            <p:cNvSpPr/>
            <p:nvPr/>
          </p:nvSpPr>
          <p:spPr>
            <a:xfrm rot="10800000">
              <a:off x="6943574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1A1D0E4-3113-4E04-BD2C-E84A9FD6B5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6713953" y="3046536"/>
              <a:ext cx="1409273" cy="614324"/>
            </a:xfrm>
            <a:prstGeom prst="rect">
              <a:avLst/>
            </a:prstGeom>
          </p:spPr>
        </p:pic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37C85585-0A5E-471F-AB5D-12C07CE68314}"/>
                </a:ext>
              </a:extLst>
            </p:cNvPr>
            <p:cNvSpPr/>
            <p:nvPr/>
          </p:nvSpPr>
          <p:spPr>
            <a:xfrm rot="10800000">
              <a:off x="8580648" y="2932392"/>
              <a:ext cx="981315" cy="1305941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A56791A-DF91-4039-AEDE-7494E9973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077" y="3081122"/>
              <a:ext cx="546524" cy="1171346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9217D97A-A881-407B-8FA1-85936A7A9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114" y="3689126"/>
              <a:ext cx="37414" cy="563335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C9538FA4-B484-4874-82E8-2AB2EBE57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8359225" y="4221735"/>
              <a:ext cx="1392887" cy="602117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CDBB83D2-DB1E-44AD-B667-D7FF00814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8351027" y="3046536"/>
              <a:ext cx="1409271" cy="614325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E4C95218-112C-426D-B969-1129C7267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8353756" y="2784186"/>
              <a:ext cx="1403813" cy="602117"/>
            </a:xfrm>
            <a:prstGeom prst="rect">
              <a:avLst/>
            </a:prstGeom>
          </p:spPr>
        </p:pic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A6C8352-5329-467E-BB19-769D6657AD37}"/>
                </a:ext>
              </a:extLst>
            </p:cNvPr>
            <p:cNvSpPr/>
            <p:nvPr/>
          </p:nvSpPr>
          <p:spPr>
            <a:xfrm>
              <a:off x="9010663" y="4188367"/>
              <a:ext cx="118877" cy="1188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38FB063-D3C1-40B6-A8F1-F9C76F9C09C9}"/>
                </a:ext>
              </a:extLst>
            </p:cNvPr>
            <p:cNvSpPr/>
            <p:nvPr/>
          </p:nvSpPr>
          <p:spPr>
            <a:xfrm>
              <a:off x="9062674" y="3561401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79590F3-5E72-4E66-803A-FFF28D6BEA83}"/>
                </a:ext>
              </a:extLst>
            </p:cNvPr>
            <p:cNvSpPr txBox="1"/>
            <p:nvPr/>
          </p:nvSpPr>
          <p:spPr>
            <a:xfrm>
              <a:off x="5081084" y="2292526"/>
              <a:ext cx="14884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Spin-allowed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EBB73C4-6A0F-453D-9FB7-127F4ED25713}"/>
                </a:ext>
              </a:extLst>
            </p:cNvPr>
            <p:cNvSpPr txBox="1"/>
            <p:nvPr/>
          </p:nvSpPr>
          <p:spPr>
            <a:xfrm>
              <a:off x="8304636" y="2292528"/>
              <a:ext cx="148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9144A5F0-4A70-4852-9F02-689D5C3B3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6722154" y="4221734"/>
              <a:ext cx="1392887" cy="602118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90882F06-17D2-4687-B05F-BFAC111F04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6716683" y="2784184"/>
              <a:ext cx="1403813" cy="602118"/>
            </a:xfrm>
            <a:prstGeom prst="rect">
              <a:avLst/>
            </a:prstGeom>
          </p:spPr>
        </p:pic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DDA108E7-61F8-4D64-839E-C696759D9A20}"/>
                </a:ext>
              </a:extLst>
            </p:cNvPr>
            <p:cNvSpPr/>
            <p:nvPr/>
          </p:nvSpPr>
          <p:spPr>
            <a:xfrm>
              <a:off x="7373591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DFA2CD90-8F7D-4D98-901E-434B027FB1AA}"/>
                </a:ext>
              </a:extLst>
            </p:cNvPr>
            <p:cNvSpPr/>
            <p:nvPr/>
          </p:nvSpPr>
          <p:spPr>
            <a:xfrm>
              <a:off x="7951738" y="2936332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54DDEA1-971F-41C9-87F7-5D8F553925A7}"/>
                </a:ext>
              </a:extLst>
            </p:cNvPr>
            <p:cNvSpPr txBox="1"/>
            <p:nvPr/>
          </p:nvSpPr>
          <p:spPr>
            <a:xfrm>
              <a:off x="6513598" y="2292526"/>
              <a:ext cx="1796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70C3CD04-9E2F-4659-AD6C-545B20981E20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81" y="4866711"/>
              <a:ext cx="154880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718782EF-F4FE-4BE6-9A8B-2D354FEEFED6}"/>
                </a:ext>
              </a:extLst>
            </p:cNvPr>
            <p:cNvCxnSpPr>
              <a:cxnSpLocks/>
            </p:cNvCxnSpPr>
            <p:nvPr/>
          </p:nvCxnSpPr>
          <p:spPr>
            <a:xfrm>
              <a:off x="6676313" y="4866713"/>
              <a:ext cx="1548802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463E0AB0-DB4E-43F6-9729-954DEC745AFE}"/>
                </a:ext>
              </a:extLst>
            </p:cNvPr>
            <p:cNvCxnSpPr>
              <a:cxnSpLocks/>
            </p:cNvCxnSpPr>
            <p:nvPr/>
          </p:nvCxnSpPr>
          <p:spPr>
            <a:xfrm>
              <a:off x="4960154" y="4866713"/>
              <a:ext cx="1612513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箭號: 向上 31">
              <a:extLst>
                <a:ext uri="{FF2B5EF4-FFF2-40B4-BE49-F238E27FC236}">
                  <a16:creationId xmlns:a16="http://schemas.microsoft.com/office/drawing/2014/main" id="{5960BB8F-ACA6-4450-9DCA-B86E71C7B61B}"/>
                </a:ext>
              </a:extLst>
            </p:cNvPr>
            <p:cNvSpPr/>
            <p:nvPr/>
          </p:nvSpPr>
          <p:spPr>
            <a:xfrm>
              <a:off x="4967917" y="264748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33" name="箭號: 向上 32">
              <a:extLst>
                <a:ext uri="{FF2B5EF4-FFF2-40B4-BE49-F238E27FC236}">
                  <a16:creationId xmlns:a16="http://schemas.microsoft.com/office/drawing/2014/main" id="{3DC1E270-1674-4CD5-84FC-5910226CC46D}"/>
                </a:ext>
              </a:extLst>
            </p:cNvPr>
            <p:cNvSpPr/>
            <p:nvPr/>
          </p:nvSpPr>
          <p:spPr>
            <a:xfrm rot="10800000">
              <a:off x="4967919" y="301943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sp>
          <p:nvSpPr>
            <p:cNvPr id="34" name="箭號: 向上 33">
              <a:extLst>
                <a:ext uri="{FF2B5EF4-FFF2-40B4-BE49-F238E27FC236}">
                  <a16:creationId xmlns:a16="http://schemas.microsoft.com/office/drawing/2014/main" id="{B2EB9341-CA68-4189-A533-F1D7101C98EB}"/>
                </a:ext>
              </a:extLst>
            </p:cNvPr>
            <p:cNvSpPr/>
            <p:nvPr/>
          </p:nvSpPr>
          <p:spPr>
            <a:xfrm>
              <a:off x="4967919" y="4532854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4C8C1008-E062-454B-81A1-48B46279B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5091432" y="3046536"/>
              <a:ext cx="1409273" cy="614324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BB3FEA9-F254-46DC-A5C6-9C5E50CE8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5099633" y="4221734"/>
              <a:ext cx="1392887" cy="602118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C69D8C0D-B726-4BE8-A062-FE2CC106B5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5094165" y="2784184"/>
              <a:ext cx="1403813" cy="602118"/>
            </a:xfrm>
            <a:prstGeom prst="rect">
              <a:avLst/>
            </a:prstGeom>
          </p:spPr>
        </p:pic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D2A2C652-E0EB-404A-9B8D-03C4C663D54D}"/>
                </a:ext>
              </a:extLst>
            </p:cNvPr>
            <p:cNvSpPr/>
            <p:nvPr/>
          </p:nvSpPr>
          <p:spPr>
            <a:xfrm>
              <a:off x="6016361" y="3226604"/>
              <a:ext cx="118879" cy="1188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4F6336AC-ABF1-43F7-8D14-5F0F8CA9D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0033" y="3333882"/>
              <a:ext cx="255222" cy="915694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FFFF96C8-E573-4F31-AA36-EE9B47C5F562}"/>
                </a:ext>
              </a:extLst>
            </p:cNvPr>
            <p:cNvSpPr/>
            <p:nvPr/>
          </p:nvSpPr>
          <p:spPr>
            <a:xfrm>
              <a:off x="5751069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088AF2C-62FA-44D3-9352-4075C7BA55C7}"/>
                </a:ext>
              </a:extLst>
            </p:cNvPr>
            <p:cNvSpPr txBox="1"/>
            <p:nvPr/>
          </p:nvSpPr>
          <p:spPr>
            <a:xfrm>
              <a:off x="4650574" y="3777943"/>
              <a:ext cx="14038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Light-cone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/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32500" r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980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732034BB-93A0-4BCC-A054-6815B502CBAD}"/>
              </a:ext>
            </a:extLst>
          </p:cNvPr>
          <p:cNvGrpSpPr/>
          <p:nvPr/>
        </p:nvGrpSpPr>
        <p:grpSpPr>
          <a:xfrm>
            <a:off x="-60349" y="-4968"/>
            <a:ext cx="9951773" cy="3079442"/>
            <a:chOff x="-60349" y="2169165"/>
            <a:chExt cx="9951773" cy="3079442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AD9E2E4-BE1A-40F0-912D-43E87B0D9634}"/>
                </a:ext>
              </a:extLst>
            </p:cNvPr>
            <p:cNvSpPr/>
            <p:nvPr/>
          </p:nvSpPr>
          <p:spPr>
            <a:xfrm>
              <a:off x="-1" y="2169165"/>
              <a:ext cx="9891425" cy="2574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000" tIns="34000" rIns="68000" bIns="3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1E48CAA-B7E4-48A7-893D-0B819B444661}"/>
                </a:ext>
              </a:extLst>
            </p:cNvPr>
            <p:cNvGrpSpPr/>
            <p:nvPr/>
          </p:nvGrpSpPr>
          <p:grpSpPr>
            <a:xfrm>
              <a:off x="-60349" y="2813019"/>
              <a:ext cx="5069851" cy="1924672"/>
              <a:chOff x="799820" y="1920474"/>
              <a:chExt cx="5972891" cy="2351821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BAB739D-EF50-4AFB-9988-CC198712CD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1197695" y="1920474"/>
                <a:ext cx="5575016" cy="235182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 </a:t>
                    </a:r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576" t="-369" r="-2575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D4FD763D-E995-46EE-AB33-9DEFB5738E22}"/>
                </a:ext>
              </a:extLst>
            </p:cNvPr>
            <p:cNvSpPr/>
            <p:nvPr/>
          </p:nvSpPr>
          <p:spPr>
            <a:xfrm rot="10800000">
              <a:off x="5321549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7D8D11FA-0869-4B5A-9E71-FB37126B003D}"/>
                </a:ext>
              </a:extLst>
            </p:cNvPr>
            <p:cNvSpPr/>
            <p:nvPr/>
          </p:nvSpPr>
          <p:spPr>
            <a:xfrm rot="10800000">
              <a:off x="6943574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1A1D0E4-3113-4E04-BD2C-E84A9FD6B5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6713953" y="3046536"/>
              <a:ext cx="1409273" cy="614324"/>
            </a:xfrm>
            <a:prstGeom prst="rect">
              <a:avLst/>
            </a:prstGeom>
          </p:spPr>
        </p:pic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37C85585-0A5E-471F-AB5D-12C07CE68314}"/>
                </a:ext>
              </a:extLst>
            </p:cNvPr>
            <p:cNvSpPr/>
            <p:nvPr/>
          </p:nvSpPr>
          <p:spPr>
            <a:xfrm rot="10800000">
              <a:off x="8580648" y="2932392"/>
              <a:ext cx="981315" cy="1305941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A56791A-DF91-4039-AEDE-7494E9973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077" y="3081122"/>
              <a:ext cx="546524" cy="1171346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9217D97A-A881-407B-8FA1-85936A7A9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114" y="3689126"/>
              <a:ext cx="37414" cy="563335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C9538FA4-B484-4874-82E8-2AB2EBE57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8359225" y="4221735"/>
              <a:ext cx="1392887" cy="602117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CDBB83D2-DB1E-44AD-B667-D7FF00814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8351027" y="3046536"/>
              <a:ext cx="1409271" cy="614325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E4C95218-112C-426D-B969-1129C7267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8353756" y="2784186"/>
              <a:ext cx="1403813" cy="602117"/>
            </a:xfrm>
            <a:prstGeom prst="rect">
              <a:avLst/>
            </a:prstGeom>
          </p:spPr>
        </p:pic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A6C8352-5329-467E-BB19-769D6657AD37}"/>
                </a:ext>
              </a:extLst>
            </p:cNvPr>
            <p:cNvSpPr/>
            <p:nvPr/>
          </p:nvSpPr>
          <p:spPr>
            <a:xfrm>
              <a:off x="9010663" y="4188367"/>
              <a:ext cx="118877" cy="1188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38FB063-D3C1-40B6-A8F1-F9C76F9C09C9}"/>
                </a:ext>
              </a:extLst>
            </p:cNvPr>
            <p:cNvSpPr/>
            <p:nvPr/>
          </p:nvSpPr>
          <p:spPr>
            <a:xfrm>
              <a:off x="9062674" y="3561401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79590F3-5E72-4E66-803A-FFF28D6BEA83}"/>
                </a:ext>
              </a:extLst>
            </p:cNvPr>
            <p:cNvSpPr txBox="1"/>
            <p:nvPr/>
          </p:nvSpPr>
          <p:spPr>
            <a:xfrm>
              <a:off x="5081084" y="2292526"/>
              <a:ext cx="14884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Spin-allowed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EBB73C4-6A0F-453D-9FB7-127F4ED25713}"/>
                </a:ext>
              </a:extLst>
            </p:cNvPr>
            <p:cNvSpPr txBox="1"/>
            <p:nvPr/>
          </p:nvSpPr>
          <p:spPr>
            <a:xfrm>
              <a:off x="8304636" y="2292528"/>
              <a:ext cx="148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9144A5F0-4A70-4852-9F02-689D5C3B3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6722154" y="4221734"/>
              <a:ext cx="1392887" cy="602118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90882F06-17D2-4687-B05F-BFAC111F04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6716683" y="2784184"/>
              <a:ext cx="1403813" cy="602118"/>
            </a:xfrm>
            <a:prstGeom prst="rect">
              <a:avLst/>
            </a:prstGeom>
          </p:spPr>
        </p:pic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DDA108E7-61F8-4D64-839E-C696759D9A20}"/>
                </a:ext>
              </a:extLst>
            </p:cNvPr>
            <p:cNvSpPr/>
            <p:nvPr/>
          </p:nvSpPr>
          <p:spPr>
            <a:xfrm>
              <a:off x="7373591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DFA2CD90-8F7D-4D98-901E-434B027FB1AA}"/>
                </a:ext>
              </a:extLst>
            </p:cNvPr>
            <p:cNvSpPr/>
            <p:nvPr/>
          </p:nvSpPr>
          <p:spPr>
            <a:xfrm>
              <a:off x="7951738" y="2936332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54DDEA1-971F-41C9-87F7-5D8F553925A7}"/>
                </a:ext>
              </a:extLst>
            </p:cNvPr>
            <p:cNvSpPr txBox="1"/>
            <p:nvPr/>
          </p:nvSpPr>
          <p:spPr>
            <a:xfrm>
              <a:off x="6513598" y="2292526"/>
              <a:ext cx="1796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70C3CD04-9E2F-4659-AD6C-545B20981E20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81" y="4866711"/>
              <a:ext cx="154880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718782EF-F4FE-4BE6-9A8B-2D354FEEFED6}"/>
                </a:ext>
              </a:extLst>
            </p:cNvPr>
            <p:cNvCxnSpPr>
              <a:cxnSpLocks/>
            </p:cNvCxnSpPr>
            <p:nvPr/>
          </p:nvCxnSpPr>
          <p:spPr>
            <a:xfrm>
              <a:off x="6676313" y="4866713"/>
              <a:ext cx="1548802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463E0AB0-DB4E-43F6-9729-954DEC745AFE}"/>
                </a:ext>
              </a:extLst>
            </p:cNvPr>
            <p:cNvCxnSpPr>
              <a:cxnSpLocks/>
            </p:cNvCxnSpPr>
            <p:nvPr/>
          </p:nvCxnSpPr>
          <p:spPr>
            <a:xfrm>
              <a:off x="4960154" y="4866713"/>
              <a:ext cx="1612513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箭號: 向上 31">
              <a:extLst>
                <a:ext uri="{FF2B5EF4-FFF2-40B4-BE49-F238E27FC236}">
                  <a16:creationId xmlns:a16="http://schemas.microsoft.com/office/drawing/2014/main" id="{5960BB8F-ACA6-4450-9DCA-B86E71C7B61B}"/>
                </a:ext>
              </a:extLst>
            </p:cNvPr>
            <p:cNvSpPr/>
            <p:nvPr/>
          </p:nvSpPr>
          <p:spPr>
            <a:xfrm>
              <a:off x="4967917" y="264748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33" name="箭號: 向上 32">
              <a:extLst>
                <a:ext uri="{FF2B5EF4-FFF2-40B4-BE49-F238E27FC236}">
                  <a16:creationId xmlns:a16="http://schemas.microsoft.com/office/drawing/2014/main" id="{3DC1E270-1674-4CD5-84FC-5910226CC46D}"/>
                </a:ext>
              </a:extLst>
            </p:cNvPr>
            <p:cNvSpPr/>
            <p:nvPr/>
          </p:nvSpPr>
          <p:spPr>
            <a:xfrm rot="10800000">
              <a:off x="4967919" y="301943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sp>
          <p:nvSpPr>
            <p:cNvPr id="34" name="箭號: 向上 33">
              <a:extLst>
                <a:ext uri="{FF2B5EF4-FFF2-40B4-BE49-F238E27FC236}">
                  <a16:creationId xmlns:a16="http://schemas.microsoft.com/office/drawing/2014/main" id="{B2EB9341-CA68-4189-A533-F1D7101C98EB}"/>
                </a:ext>
              </a:extLst>
            </p:cNvPr>
            <p:cNvSpPr/>
            <p:nvPr/>
          </p:nvSpPr>
          <p:spPr>
            <a:xfrm>
              <a:off x="4967919" y="4532854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4C8C1008-E062-454B-81A1-48B46279B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5091432" y="3046536"/>
              <a:ext cx="1409273" cy="614324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BB3FEA9-F254-46DC-A5C6-9C5E50CE8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5099633" y="4221734"/>
              <a:ext cx="1392887" cy="602118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C69D8C0D-B726-4BE8-A062-FE2CC106B5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5094165" y="2784184"/>
              <a:ext cx="1403813" cy="602118"/>
            </a:xfrm>
            <a:prstGeom prst="rect">
              <a:avLst/>
            </a:prstGeom>
          </p:spPr>
        </p:pic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D2A2C652-E0EB-404A-9B8D-03C4C663D54D}"/>
                </a:ext>
              </a:extLst>
            </p:cNvPr>
            <p:cNvSpPr/>
            <p:nvPr/>
          </p:nvSpPr>
          <p:spPr>
            <a:xfrm>
              <a:off x="6016361" y="3226604"/>
              <a:ext cx="118879" cy="1188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4F6336AC-ABF1-43F7-8D14-5F0F8CA9D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0033" y="3333882"/>
              <a:ext cx="255222" cy="915694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FFFF96C8-E573-4F31-AA36-EE9B47C5F562}"/>
                </a:ext>
              </a:extLst>
            </p:cNvPr>
            <p:cNvSpPr/>
            <p:nvPr/>
          </p:nvSpPr>
          <p:spPr>
            <a:xfrm>
              <a:off x="5751069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088AF2C-62FA-44D3-9352-4075C7BA55C7}"/>
                </a:ext>
              </a:extLst>
            </p:cNvPr>
            <p:cNvSpPr txBox="1"/>
            <p:nvPr/>
          </p:nvSpPr>
          <p:spPr>
            <a:xfrm>
              <a:off x="4650574" y="3777943"/>
              <a:ext cx="14038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Light-cone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/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32500" r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0266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40</Words>
  <Application>Microsoft Office PowerPoint</Application>
  <PresentationFormat>自訂</PresentationFormat>
  <Paragraphs>24</Paragraphs>
  <Slides>5</Slides>
  <Notes>0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25</cp:revision>
  <dcterms:created xsi:type="dcterms:W3CDTF">2026-03-17T10:22:17Z</dcterms:created>
  <dcterms:modified xsi:type="dcterms:W3CDTF">2026-07-04T13:55:43Z</dcterms:modified>
</cp:coreProperties>
</file>