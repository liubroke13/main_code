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01553"/>
            <a:ext cx="9144000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14319"/>
            <a:ext cx="9144000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272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5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5704"/>
            <a:ext cx="10515600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95459"/>
            <a:ext cx="10515600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78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9117"/>
            <a:ext cx="518160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9117"/>
            <a:ext cx="5181600" cy="38829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24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5824"/>
            <a:ext cx="10515600" cy="118288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00205"/>
            <a:ext cx="515778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35432"/>
            <a:ext cx="5157787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00205"/>
            <a:ext cx="5183188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35432"/>
            <a:ext cx="5183188" cy="32879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3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57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0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81140"/>
            <a:ext cx="6172200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4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81140"/>
            <a:ext cx="6172200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45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50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5823"/>
            <a:ext cx="2628900" cy="518625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5823"/>
            <a:ext cx="7734300" cy="518625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17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5824"/>
            <a:ext cx="10515600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9117"/>
            <a:ext cx="10515600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6C669-4AF5-4438-BA6A-A503897B863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72161"/>
            <a:ext cx="41148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87D8F-8AAE-4080-BB7E-E8613EC5BF9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5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C8265C1-BA4C-472A-8FC9-C382C9AE6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130"/>
          <a:stretch/>
        </p:blipFill>
        <p:spPr>
          <a:xfrm>
            <a:off x="829128" y="-231070"/>
            <a:ext cx="10520190" cy="658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8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DC3F99F4-4B31-4838-862C-6866A9E4F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-16669"/>
            <a:ext cx="95250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D3D965-805C-4244-AF7B-3471A0944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35756"/>
            <a:ext cx="95250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8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277E27D6-5264-4964-BAA3-7D695C1ADF04}"/>
              </a:ext>
            </a:extLst>
          </p:cNvPr>
          <p:cNvGrpSpPr/>
          <p:nvPr/>
        </p:nvGrpSpPr>
        <p:grpSpPr>
          <a:xfrm>
            <a:off x="129247" y="191007"/>
            <a:ext cx="12257974" cy="5737801"/>
            <a:chOff x="150607" y="738303"/>
            <a:chExt cx="12257974" cy="573780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DBEA9D4-92B7-4DFC-902C-A293E6E08EB0}"/>
                </a:ext>
              </a:extLst>
            </p:cNvPr>
            <p:cNvSpPr/>
            <p:nvPr/>
          </p:nvSpPr>
          <p:spPr>
            <a:xfrm>
              <a:off x="150607" y="738303"/>
              <a:ext cx="11897958" cy="5737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3C8265C1-BA4C-472A-8FC9-C382C9AE66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71004"/>
            <a:stretch/>
          </p:blipFill>
          <p:spPr>
            <a:xfrm>
              <a:off x="332229" y="738303"/>
              <a:ext cx="2589815" cy="5580845"/>
            </a:xfrm>
            <a:prstGeom prst="rect">
              <a:avLst/>
            </a:prstGeom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0DD3D965-805C-4244-AF7B-3471A09446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182" r="44880" b="527"/>
            <a:stretch/>
          </p:blipFill>
          <p:spPr>
            <a:xfrm>
              <a:off x="7747240" y="804575"/>
              <a:ext cx="4661341" cy="5419621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8386DD9-1811-4D3D-944B-28006F9E8B72}"/>
                </a:ext>
              </a:extLst>
            </p:cNvPr>
            <p:cNvSpPr/>
            <p:nvPr/>
          </p:nvSpPr>
          <p:spPr>
            <a:xfrm>
              <a:off x="2743200" y="1118795"/>
              <a:ext cx="313086" cy="4130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C3F99F4-4B31-4838-862C-6866A9E4FF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7666"/>
            <a:stretch/>
          </p:blipFill>
          <p:spPr>
            <a:xfrm>
              <a:off x="2959467" y="1059944"/>
              <a:ext cx="4226639" cy="5217263"/>
            </a:xfrm>
            <a:prstGeom prst="rect">
              <a:avLst/>
            </a:prstGeom>
          </p:spPr>
        </p:pic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27951604-E98D-490F-9FB3-E7A391123ED6}"/>
              </a:ext>
            </a:extLst>
          </p:cNvPr>
          <p:cNvSpPr/>
          <p:nvPr/>
        </p:nvSpPr>
        <p:spPr>
          <a:xfrm>
            <a:off x="3403628" y="658152"/>
            <a:ext cx="456101" cy="29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67E9ED-3FFA-4A61-A141-8833B71B0162}"/>
              </a:ext>
            </a:extLst>
          </p:cNvPr>
          <p:cNvSpPr/>
          <p:nvPr/>
        </p:nvSpPr>
        <p:spPr>
          <a:xfrm>
            <a:off x="389317" y="658152"/>
            <a:ext cx="456101" cy="29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952192-5072-4EF1-80D2-CCAFA782EC8F}"/>
              </a:ext>
            </a:extLst>
          </p:cNvPr>
          <p:cNvSpPr/>
          <p:nvPr/>
        </p:nvSpPr>
        <p:spPr>
          <a:xfrm>
            <a:off x="7331288" y="658152"/>
            <a:ext cx="456101" cy="29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23AC40-36C2-4A1F-B4AD-ACA9979DC9E7}"/>
              </a:ext>
            </a:extLst>
          </p:cNvPr>
          <p:cNvSpPr/>
          <p:nvPr/>
        </p:nvSpPr>
        <p:spPr>
          <a:xfrm>
            <a:off x="7331288" y="3280400"/>
            <a:ext cx="456101" cy="29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10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12</Words>
  <Application>Microsoft Office PowerPoint</Application>
  <PresentationFormat>自訂</PresentationFormat>
  <Paragraphs>4</Paragraphs>
  <Slides>4</Slides>
  <Notes>0</Notes>
  <HiddenSlides>3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</cp:revision>
  <dcterms:created xsi:type="dcterms:W3CDTF">2026-03-24T06:44:35Z</dcterms:created>
  <dcterms:modified xsi:type="dcterms:W3CDTF">2026-03-24T07:11:47Z</dcterms:modified>
</cp:coreProperties>
</file>