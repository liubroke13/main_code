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D699"/>
    <a:srgbClr val="E2F0D9"/>
    <a:srgbClr val="FFFFFF"/>
    <a:srgbClr val="A9D18E"/>
    <a:srgbClr val="DCAC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1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7790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8468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0024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29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890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62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507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56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781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589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4948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2E576-E176-4636-8106-C6403D35D5FE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08A51-47CD-433D-9861-866D3CD8FFD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883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3.png"/><Relationship Id="rId7" Type="http://schemas.openxmlformats.org/officeDocument/2006/relationships/image" Target="../media/image24.png"/><Relationship Id="rId12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1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14.pn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9B778DC-BA8F-4AED-B902-5519DD6C8E83}"/>
              </a:ext>
            </a:extLst>
          </p:cNvPr>
          <p:cNvSpPr/>
          <p:nvPr/>
        </p:nvSpPr>
        <p:spPr>
          <a:xfrm>
            <a:off x="1270106" y="1077686"/>
            <a:ext cx="7284629" cy="46917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2137C916-6667-4FFF-A41C-405BAC6B5634}"/>
              </a:ext>
            </a:extLst>
          </p:cNvPr>
          <p:cNvSpPr/>
          <p:nvPr/>
        </p:nvSpPr>
        <p:spPr>
          <a:xfrm>
            <a:off x="88464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6E6FC3A0-2C5E-4EC4-B60C-A05C6275A81F}"/>
              </a:ext>
            </a:extLst>
          </p:cNvPr>
          <p:cNvCxnSpPr>
            <a:cxnSpLocks/>
          </p:cNvCxnSpPr>
          <p:nvPr/>
        </p:nvCxnSpPr>
        <p:spPr>
          <a:xfrm>
            <a:off x="3311526" y="3429000"/>
            <a:ext cx="1651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C2D4660-D1A2-4677-86DE-0633B0DFFD9A}"/>
              </a:ext>
            </a:extLst>
          </p:cNvPr>
          <p:cNvCxnSpPr>
            <a:cxnSpLocks/>
          </p:cNvCxnSpPr>
          <p:nvPr/>
        </p:nvCxnSpPr>
        <p:spPr>
          <a:xfrm>
            <a:off x="5965868" y="3429000"/>
            <a:ext cx="126682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90830E2C-DE3E-4AE3-A613-211048D23F14}"/>
              </a:ext>
            </a:extLst>
          </p:cNvPr>
          <p:cNvSpPr/>
          <p:nvPr/>
        </p:nvSpPr>
        <p:spPr>
          <a:xfrm>
            <a:off x="4659738" y="2008826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FDF8180-D973-4531-888B-47BCA1EC6932}"/>
              </a:ext>
            </a:extLst>
          </p:cNvPr>
          <p:cNvCxnSpPr>
            <a:cxnSpLocks/>
          </p:cNvCxnSpPr>
          <p:nvPr/>
        </p:nvCxnSpPr>
        <p:spPr>
          <a:xfrm>
            <a:off x="4944500" y="2008826"/>
            <a:ext cx="0" cy="1402550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弧形 8">
            <a:extLst>
              <a:ext uri="{FF2B5EF4-FFF2-40B4-BE49-F238E27FC236}">
                <a16:creationId xmlns:a16="http://schemas.microsoft.com/office/drawing/2014/main" id="{F5073DF3-23A2-4756-8038-D7CF848DEAE1}"/>
              </a:ext>
            </a:extLst>
          </p:cNvPr>
          <p:cNvSpPr/>
          <p:nvPr/>
        </p:nvSpPr>
        <p:spPr>
          <a:xfrm rot="8100000">
            <a:off x="-2651116" y="-13197559"/>
            <a:ext cx="15208232" cy="15208232"/>
          </a:xfrm>
          <a:prstGeom prst="arc">
            <a:avLst>
              <a:gd name="adj1" fmla="val 17201135"/>
              <a:gd name="adj2" fmla="val 20629779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CBA5609A-9B95-4347-99D9-C84C3C7CD5E2}"/>
              </a:ext>
            </a:extLst>
          </p:cNvPr>
          <p:cNvSpPr/>
          <p:nvPr/>
        </p:nvSpPr>
        <p:spPr>
          <a:xfrm rot="18900000">
            <a:off x="-2651116" y="4847327"/>
            <a:ext cx="15208232" cy="15208232"/>
          </a:xfrm>
          <a:prstGeom prst="arc">
            <a:avLst>
              <a:gd name="adj1" fmla="val 17176439"/>
              <a:gd name="adj2" fmla="val 20608746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6E8902BF-302C-4A00-BDDE-9B309F26A9FB}"/>
              </a:ext>
            </a:extLst>
          </p:cNvPr>
          <p:cNvSpPr/>
          <p:nvPr/>
        </p:nvSpPr>
        <p:spPr>
          <a:xfrm>
            <a:off x="6944801" y="1684376"/>
            <a:ext cx="586521" cy="3500596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1FA0C3E-1A5F-4D3E-8CD1-52827CCD535A}"/>
              </a:ext>
            </a:extLst>
          </p:cNvPr>
          <p:cNvCxnSpPr>
            <a:cxnSpLocks/>
          </p:cNvCxnSpPr>
          <p:nvPr/>
        </p:nvCxnSpPr>
        <p:spPr>
          <a:xfrm>
            <a:off x="7229563" y="1684376"/>
            <a:ext cx="0" cy="1742378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2379982-8561-452E-9BC3-8E4CE84D2F57}"/>
              </a:ext>
            </a:extLst>
          </p:cNvPr>
          <p:cNvCxnSpPr>
            <a:cxnSpLocks/>
          </p:cNvCxnSpPr>
          <p:nvPr/>
        </p:nvCxnSpPr>
        <p:spPr>
          <a:xfrm>
            <a:off x="4946058" y="3429000"/>
            <a:ext cx="105537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/>
              <p:nvPr/>
            </p:nvSpPr>
            <p:spPr>
              <a:xfrm>
                <a:off x="4110288" y="2132232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288" y="2132232"/>
                <a:ext cx="568301" cy="4924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/>
              <p:nvPr/>
            </p:nvSpPr>
            <p:spPr>
              <a:xfrm>
                <a:off x="5958624" y="2108668"/>
                <a:ext cx="962854" cy="5395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624" y="2108668"/>
                <a:ext cx="962854" cy="53957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/>
              <p:nvPr/>
            </p:nvSpPr>
            <p:spPr>
              <a:xfrm>
                <a:off x="5809421" y="3485938"/>
                <a:ext cx="641500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21" y="3485938"/>
                <a:ext cx="641500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607CB37C-2240-413F-980F-20029A32CA62}"/>
              </a:ext>
            </a:extLst>
          </p:cNvPr>
          <p:cNvGrpSpPr/>
          <p:nvPr/>
        </p:nvGrpSpPr>
        <p:grpSpPr>
          <a:xfrm>
            <a:off x="4944500" y="3495675"/>
            <a:ext cx="2285063" cy="187325"/>
            <a:chOff x="5935099" y="3495675"/>
            <a:chExt cx="2285063" cy="187325"/>
          </a:xfrm>
        </p:grpSpPr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8EDF15DD-015D-49AD-8AD5-E8F6E7326FBE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593786"/>
              <a:ext cx="2282594" cy="0"/>
            </a:xfrm>
            <a:prstGeom prst="line">
              <a:avLst/>
            </a:prstGeom>
            <a:ln w="28575">
              <a:headEnd type="stealth" w="lg" len="lg"/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B8A3A9CD-5036-485E-AEA0-C176E58E340A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7F3F4B3-1C59-4B40-B283-F71C9440A357}"/>
                </a:ext>
              </a:extLst>
            </p:cNvPr>
            <p:cNvCxnSpPr>
              <a:cxnSpLocks/>
            </p:cNvCxnSpPr>
            <p:nvPr/>
          </p:nvCxnSpPr>
          <p:spPr>
            <a:xfrm>
              <a:off x="8220162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/>
              <p:nvPr/>
            </p:nvSpPr>
            <p:spPr>
              <a:xfrm>
                <a:off x="1105953" y="1729101"/>
                <a:ext cx="49913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953" y="1729101"/>
                <a:ext cx="499134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/>
              <p:nvPr/>
            </p:nvSpPr>
            <p:spPr>
              <a:xfrm>
                <a:off x="541896" y="4015875"/>
                <a:ext cx="49913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96" y="4015875"/>
                <a:ext cx="49913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/>
              <p:nvPr/>
            </p:nvSpPr>
            <p:spPr>
              <a:xfrm>
                <a:off x="2964696" y="2854412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TW" altLang="en-US" sz="2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696" y="2854412"/>
                <a:ext cx="56830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/>
              <p:nvPr/>
            </p:nvSpPr>
            <p:spPr>
              <a:xfrm>
                <a:off x="732422" y="3137331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TW" alt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22" y="3137331"/>
                <a:ext cx="568301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局部圓 29">
            <a:extLst>
              <a:ext uri="{FF2B5EF4-FFF2-40B4-BE49-F238E27FC236}">
                <a16:creationId xmlns:a16="http://schemas.microsoft.com/office/drawing/2014/main" id="{F19B8E23-0D08-4E0A-8FCB-627D0AE9906A}"/>
              </a:ext>
            </a:extLst>
          </p:cNvPr>
          <p:cNvSpPr/>
          <p:nvPr/>
        </p:nvSpPr>
        <p:spPr>
          <a:xfrm>
            <a:off x="1155701" y="3081171"/>
            <a:ext cx="337072" cy="718338"/>
          </a:xfrm>
          <a:prstGeom prst="pie">
            <a:avLst>
              <a:gd name="adj1" fmla="val 12729732"/>
              <a:gd name="adj2" fmla="val 16200000"/>
            </a:avLst>
          </a:prstGeom>
          <a:gradFill flip="none" rotWithShape="1">
            <a:gsLst>
              <a:gs pos="0">
                <a:schemeClr val="accent1"/>
              </a:gs>
              <a:gs pos="43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9620E7BD-7CD3-4C24-86EB-D1EF2FCE4D50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452830" cy="292103"/>
          </a:xfrm>
          <a:prstGeom prst="line">
            <a:avLst/>
          </a:prstGeom>
          <a:ln w="28575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55625116-D964-4EE9-8A48-C4E713344F63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216058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/>
              <p:nvPr/>
            </p:nvSpPr>
            <p:spPr>
              <a:xfrm>
                <a:off x="865284" y="2679722"/>
                <a:ext cx="56830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TW" alt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84" y="2679722"/>
                <a:ext cx="568301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EAE5234-D1A5-470F-A367-71E7A1FA8DA3}"/>
              </a:ext>
            </a:extLst>
          </p:cNvPr>
          <p:cNvCxnSpPr>
            <a:cxnSpLocks/>
          </p:cNvCxnSpPr>
          <p:nvPr/>
        </p:nvCxnSpPr>
        <p:spPr>
          <a:xfrm flipV="1">
            <a:off x="1326749" y="3145631"/>
            <a:ext cx="1723633" cy="282577"/>
          </a:xfrm>
          <a:prstGeom prst="line">
            <a:avLst/>
          </a:prstGeom>
          <a:ln w="38100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DC03B474-6152-440A-8754-0451AF2AD4AF}"/>
              </a:ext>
            </a:extLst>
          </p:cNvPr>
          <p:cNvCxnSpPr>
            <a:cxnSpLocks/>
          </p:cNvCxnSpPr>
          <p:nvPr/>
        </p:nvCxnSpPr>
        <p:spPr>
          <a:xfrm flipH="1">
            <a:off x="895351" y="3417184"/>
            <a:ext cx="441820" cy="768633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80470041-FE1C-4941-B160-B10EB2E8790A}"/>
              </a:ext>
            </a:extLst>
          </p:cNvPr>
          <p:cNvCxnSpPr>
            <a:cxnSpLocks/>
          </p:cNvCxnSpPr>
          <p:nvPr/>
        </p:nvCxnSpPr>
        <p:spPr>
          <a:xfrm>
            <a:off x="1333994" y="2166284"/>
            <a:ext cx="0" cy="1263600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/>
              <p:nvPr/>
            </p:nvSpPr>
            <p:spPr>
              <a:xfrm>
                <a:off x="413799" y="2723219"/>
                <a:ext cx="568301" cy="5009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26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</m:oMath>
                  </m:oMathPara>
                </a14:m>
                <a:endParaRPr lang="zh-TW" altLang="en-US" sz="26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99" y="2723219"/>
                <a:ext cx="568301" cy="50097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/>
              <p:nvPr/>
            </p:nvSpPr>
            <p:spPr>
              <a:xfrm>
                <a:off x="7816084" y="3156691"/>
                <a:ext cx="499134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2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26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084" y="3156691"/>
                <a:ext cx="499134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F22D617-688D-4CF1-A375-0984F030B57C}"/>
              </a:ext>
            </a:extLst>
          </p:cNvPr>
          <p:cNvCxnSpPr>
            <a:cxnSpLocks/>
          </p:cNvCxnSpPr>
          <p:nvPr/>
        </p:nvCxnSpPr>
        <p:spPr>
          <a:xfrm>
            <a:off x="7223168" y="3429000"/>
            <a:ext cx="721759" cy="0"/>
          </a:xfrm>
          <a:prstGeom prst="line">
            <a:avLst/>
          </a:prstGeom>
          <a:ln w="762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6AC8ED98-3874-4517-942D-D6329879B727}"/>
              </a:ext>
            </a:extLst>
          </p:cNvPr>
          <p:cNvCxnSpPr>
            <a:cxnSpLocks/>
          </p:cNvCxnSpPr>
          <p:nvPr/>
        </p:nvCxnSpPr>
        <p:spPr>
          <a:xfrm>
            <a:off x="1320801" y="3429000"/>
            <a:ext cx="21844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橢圓 109">
            <a:extLst>
              <a:ext uri="{FF2B5EF4-FFF2-40B4-BE49-F238E27FC236}">
                <a16:creationId xmlns:a16="http://schemas.microsoft.com/office/drawing/2014/main" id="{8A103C75-0ACD-4325-89D9-F3E097D5E303}"/>
              </a:ext>
            </a:extLst>
          </p:cNvPr>
          <p:cNvSpPr/>
          <p:nvPr/>
        </p:nvSpPr>
        <p:spPr>
          <a:xfrm>
            <a:off x="821197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5" name="圖片 134">
            <a:extLst>
              <a:ext uri="{FF2B5EF4-FFF2-40B4-BE49-F238E27FC236}">
                <a16:creationId xmlns:a16="http://schemas.microsoft.com/office/drawing/2014/main" id="{0E475765-0215-4CA7-A97F-70EF08613F8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" r="63530"/>
          <a:stretch/>
        </p:blipFill>
        <p:spPr>
          <a:xfrm rot="7394936">
            <a:off x="1029705" y="3075746"/>
            <a:ext cx="89908" cy="5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7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9B778DC-BA8F-4AED-B902-5519DD6C8E83}"/>
              </a:ext>
            </a:extLst>
          </p:cNvPr>
          <p:cNvSpPr/>
          <p:nvPr/>
        </p:nvSpPr>
        <p:spPr>
          <a:xfrm>
            <a:off x="1270106" y="1077686"/>
            <a:ext cx="7284629" cy="46917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2137C916-6667-4FFF-A41C-405BAC6B5634}"/>
              </a:ext>
            </a:extLst>
          </p:cNvPr>
          <p:cNvSpPr/>
          <p:nvPr/>
        </p:nvSpPr>
        <p:spPr>
          <a:xfrm>
            <a:off x="88464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6E6FC3A0-2C5E-4EC4-B60C-A05C6275A81F}"/>
              </a:ext>
            </a:extLst>
          </p:cNvPr>
          <p:cNvCxnSpPr>
            <a:cxnSpLocks/>
          </p:cNvCxnSpPr>
          <p:nvPr/>
        </p:nvCxnSpPr>
        <p:spPr>
          <a:xfrm>
            <a:off x="3311526" y="3429000"/>
            <a:ext cx="1651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C2D4660-D1A2-4677-86DE-0633B0DFFD9A}"/>
              </a:ext>
            </a:extLst>
          </p:cNvPr>
          <p:cNvCxnSpPr>
            <a:cxnSpLocks/>
          </p:cNvCxnSpPr>
          <p:nvPr/>
        </p:nvCxnSpPr>
        <p:spPr>
          <a:xfrm>
            <a:off x="5965868" y="3429000"/>
            <a:ext cx="126682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90830E2C-DE3E-4AE3-A613-211048D23F14}"/>
              </a:ext>
            </a:extLst>
          </p:cNvPr>
          <p:cNvSpPr/>
          <p:nvPr/>
        </p:nvSpPr>
        <p:spPr>
          <a:xfrm>
            <a:off x="4659738" y="2008826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FDF8180-D973-4531-888B-47BCA1EC6932}"/>
              </a:ext>
            </a:extLst>
          </p:cNvPr>
          <p:cNvCxnSpPr>
            <a:cxnSpLocks/>
          </p:cNvCxnSpPr>
          <p:nvPr/>
        </p:nvCxnSpPr>
        <p:spPr>
          <a:xfrm>
            <a:off x="4944500" y="2008826"/>
            <a:ext cx="0" cy="1402550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弧形 8">
            <a:extLst>
              <a:ext uri="{FF2B5EF4-FFF2-40B4-BE49-F238E27FC236}">
                <a16:creationId xmlns:a16="http://schemas.microsoft.com/office/drawing/2014/main" id="{F5073DF3-23A2-4756-8038-D7CF848DEAE1}"/>
              </a:ext>
            </a:extLst>
          </p:cNvPr>
          <p:cNvSpPr/>
          <p:nvPr/>
        </p:nvSpPr>
        <p:spPr>
          <a:xfrm rot="8100000">
            <a:off x="-2651116" y="-13197559"/>
            <a:ext cx="15208232" cy="15208232"/>
          </a:xfrm>
          <a:prstGeom prst="arc">
            <a:avLst>
              <a:gd name="adj1" fmla="val 17201135"/>
              <a:gd name="adj2" fmla="val 20629779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CBA5609A-9B95-4347-99D9-C84C3C7CD5E2}"/>
              </a:ext>
            </a:extLst>
          </p:cNvPr>
          <p:cNvSpPr/>
          <p:nvPr/>
        </p:nvSpPr>
        <p:spPr>
          <a:xfrm rot="18900000">
            <a:off x="-2651116" y="4847327"/>
            <a:ext cx="15208232" cy="15208232"/>
          </a:xfrm>
          <a:prstGeom prst="arc">
            <a:avLst>
              <a:gd name="adj1" fmla="val 17176439"/>
              <a:gd name="adj2" fmla="val 20608746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6E8902BF-302C-4A00-BDDE-9B309F26A9FB}"/>
              </a:ext>
            </a:extLst>
          </p:cNvPr>
          <p:cNvSpPr/>
          <p:nvPr/>
        </p:nvSpPr>
        <p:spPr>
          <a:xfrm>
            <a:off x="6944801" y="1684376"/>
            <a:ext cx="586521" cy="3500596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1FA0C3E-1A5F-4D3E-8CD1-52827CCD535A}"/>
              </a:ext>
            </a:extLst>
          </p:cNvPr>
          <p:cNvCxnSpPr>
            <a:cxnSpLocks/>
          </p:cNvCxnSpPr>
          <p:nvPr/>
        </p:nvCxnSpPr>
        <p:spPr>
          <a:xfrm>
            <a:off x="7229563" y="1684376"/>
            <a:ext cx="0" cy="1742378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2379982-8561-452E-9BC3-8E4CE84D2F57}"/>
              </a:ext>
            </a:extLst>
          </p:cNvPr>
          <p:cNvCxnSpPr>
            <a:cxnSpLocks/>
          </p:cNvCxnSpPr>
          <p:nvPr/>
        </p:nvCxnSpPr>
        <p:spPr>
          <a:xfrm>
            <a:off x="4946058" y="3429000"/>
            <a:ext cx="105537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/>
              <p:nvPr/>
            </p:nvSpPr>
            <p:spPr>
              <a:xfrm>
                <a:off x="4110288" y="213223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288" y="2132232"/>
                <a:ext cx="56830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/>
              <p:nvPr/>
            </p:nvSpPr>
            <p:spPr>
              <a:xfrm>
                <a:off x="5958624" y="2108668"/>
                <a:ext cx="962854" cy="608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624" y="2108668"/>
                <a:ext cx="962854" cy="608436"/>
              </a:xfrm>
              <a:prstGeom prst="rect">
                <a:avLst/>
              </a:prstGeom>
              <a:blipFill>
                <a:blip r:embed="rId3"/>
                <a:stretch>
                  <a:fillRect r="-5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/>
              <p:nvPr/>
            </p:nvSpPr>
            <p:spPr>
              <a:xfrm>
                <a:off x="5809421" y="3485938"/>
                <a:ext cx="6415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21" y="3485938"/>
                <a:ext cx="64150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607CB37C-2240-413F-980F-20029A32CA62}"/>
              </a:ext>
            </a:extLst>
          </p:cNvPr>
          <p:cNvGrpSpPr/>
          <p:nvPr/>
        </p:nvGrpSpPr>
        <p:grpSpPr>
          <a:xfrm>
            <a:off x="4944500" y="3495675"/>
            <a:ext cx="2285063" cy="187325"/>
            <a:chOff x="5935099" y="3495675"/>
            <a:chExt cx="2285063" cy="187325"/>
          </a:xfrm>
        </p:grpSpPr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8EDF15DD-015D-49AD-8AD5-E8F6E7326FBE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593786"/>
              <a:ext cx="2282594" cy="0"/>
            </a:xfrm>
            <a:prstGeom prst="line">
              <a:avLst/>
            </a:prstGeom>
            <a:ln w="28575">
              <a:headEnd type="stealth" w="lg" len="lg"/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B8A3A9CD-5036-485E-AEA0-C176E58E340A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7F3F4B3-1C59-4B40-B283-F71C9440A357}"/>
                </a:ext>
              </a:extLst>
            </p:cNvPr>
            <p:cNvCxnSpPr>
              <a:cxnSpLocks/>
            </p:cNvCxnSpPr>
            <p:nvPr/>
          </p:nvCxnSpPr>
          <p:spPr>
            <a:xfrm>
              <a:off x="8220162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/>
              <p:nvPr/>
            </p:nvSpPr>
            <p:spPr>
              <a:xfrm>
                <a:off x="1105953" y="1729101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953" y="1729101"/>
                <a:ext cx="499134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/>
              <p:nvPr/>
            </p:nvSpPr>
            <p:spPr>
              <a:xfrm>
                <a:off x="541896" y="4015875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896" y="4015875"/>
                <a:ext cx="499134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/>
              <p:nvPr/>
            </p:nvSpPr>
            <p:spPr>
              <a:xfrm>
                <a:off x="2964696" y="285441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TW" altLang="en-US" sz="3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696" y="2854412"/>
                <a:ext cx="568301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/>
              <p:nvPr/>
            </p:nvSpPr>
            <p:spPr>
              <a:xfrm>
                <a:off x="732422" y="3137331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TW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422" y="3137331"/>
                <a:ext cx="568301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局部圓 29">
            <a:extLst>
              <a:ext uri="{FF2B5EF4-FFF2-40B4-BE49-F238E27FC236}">
                <a16:creationId xmlns:a16="http://schemas.microsoft.com/office/drawing/2014/main" id="{F19B8E23-0D08-4E0A-8FCB-627D0AE9906A}"/>
              </a:ext>
            </a:extLst>
          </p:cNvPr>
          <p:cNvSpPr/>
          <p:nvPr/>
        </p:nvSpPr>
        <p:spPr>
          <a:xfrm>
            <a:off x="1155701" y="3081171"/>
            <a:ext cx="337072" cy="718338"/>
          </a:xfrm>
          <a:prstGeom prst="pie">
            <a:avLst>
              <a:gd name="adj1" fmla="val 12729732"/>
              <a:gd name="adj2" fmla="val 16200000"/>
            </a:avLst>
          </a:prstGeom>
          <a:gradFill flip="none" rotWithShape="1">
            <a:gsLst>
              <a:gs pos="0">
                <a:schemeClr val="accent1"/>
              </a:gs>
              <a:gs pos="43000">
                <a:schemeClr val="accent1">
                  <a:lumMod val="40000"/>
                  <a:lumOff val="60000"/>
                </a:schemeClr>
              </a:gs>
            </a:gsLst>
            <a:lin ang="13500000" scaled="1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>
              <a:solidFill>
                <a:schemeClr val="tx1"/>
              </a:solidFill>
            </a:endParaRPr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9620E7BD-7CD3-4C24-86EB-D1EF2FCE4D50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452830" cy="292103"/>
          </a:xfrm>
          <a:prstGeom prst="line">
            <a:avLst/>
          </a:prstGeom>
          <a:ln w="28575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55625116-D964-4EE9-8A48-C4E713344F63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216058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/>
              <p:nvPr/>
            </p:nvSpPr>
            <p:spPr>
              <a:xfrm>
                <a:off x="865284" y="267972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TW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284" y="2679722"/>
                <a:ext cx="568301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EAE5234-D1A5-470F-A367-71E7A1FA8DA3}"/>
              </a:ext>
            </a:extLst>
          </p:cNvPr>
          <p:cNvCxnSpPr>
            <a:cxnSpLocks/>
          </p:cNvCxnSpPr>
          <p:nvPr/>
        </p:nvCxnSpPr>
        <p:spPr>
          <a:xfrm flipV="1">
            <a:off x="1326749" y="3145631"/>
            <a:ext cx="1723633" cy="282577"/>
          </a:xfrm>
          <a:prstGeom prst="line">
            <a:avLst/>
          </a:prstGeom>
          <a:ln w="38100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DC03B474-6152-440A-8754-0451AF2AD4AF}"/>
              </a:ext>
            </a:extLst>
          </p:cNvPr>
          <p:cNvCxnSpPr>
            <a:cxnSpLocks/>
          </p:cNvCxnSpPr>
          <p:nvPr/>
        </p:nvCxnSpPr>
        <p:spPr>
          <a:xfrm flipH="1">
            <a:off x="895351" y="3417184"/>
            <a:ext cx="441820" cy="768633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80470041-FE1C-4941-B160-B10EB2E8790A}"/>
              </a:ext>
            </a:extLst>
          </p:cNvPr>
          <p:cNvCxnSpPr>
            <a:cxnSpLocks/>
          </p:cNvCxnSpPr>
          <p:nvPr/>
        </p:nvCxnSpPr>
        <p:spPr>
          <a:xfrm>
            <a:off x="1333994" y="2166284"/>
            <a:ext cx="0" cy="1263600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/>
              <p:nvPr/>
            </p:nvSpPr>
            <p:spPr>
              <a:xfrm>
                <a:off x="413799" y="2723219"/>
                <a:ext cx="568301" cy="563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</m:oMath>
                  </m:oMathPara>
                </a14:m>
                <a:endParaRPr lang="zh-TW" altLang="en-US" sz="3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99" y="2723219"/>
                <a:ext cx="568301" cy="563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/>
              <p:nvPr/>
            </p:nvSpPr>
            <p:spPr>
              <a:xfrm>
                <a:off x="7816084" y="3156691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084" y="3156691"/>
                <a:ext cx="499134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F22D617-688D-4CF1-A375-0984F030B57C}"/>
              </a:ext>
            </a:extLst>
          </p:cNvPr>
          <p:cNvCxnSpPr>
            <a:cxnSpLocks/>
          </p:cNvCxnSpPr>
          <p:nvPr/>
        </p:nvCxnSpPr>
        <p:spPr>
          <a:xfrm>
            <a:off x="7223168" y="3429000"/>
            <a:ext cx="721759" cy="0"/>
          </a:xfrm>
          <a:prstGeom prst="line">
            <a:avLst/>
          </a:prstGeom>
          <a:ln w="762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6AC8ED98-3874-4517-942D-D6329879B727}"/>
              </a:ext>
            </a:extLst>
          </p:cNvPr>
          <p:cNvCxnSpPr>
            <a:cxnSpLocks/>
          </p:cNvCxnSpPr>
          <p:nvPr/>
        </p:nvCxnSpPr>
        <p:spPr>
          <a:xfrm>
            <a:off x="1320801" y="3429000"/>
            <a:ext cx="21844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橢圓 109">
            <a:extLst>
              <a:ext uri="{FF2B5EF4-FFF2-40B4-BE49-F238E27FC236}">
                <a16:creationId xmlns:a16="http://schemas.microsoft.com/office/drawing/2014/main" id="{8A103C75-0ACD-4325-89D9-F3E097D5E303}"/>
              </a:ext>
            </a:extLst>
          </p:cNvPr>
          <p:cNvSpPr/>
          <p:nvPr/>
        </p:nvSpPr>
        <p:spPr>
          <a:xfrm>
            <a:off x="821197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pic>
        <p:nvPicPr>
          <p:cNvPr id="135" name="圖片 134">
            <a:extLst>
              <a:ext uri="{FF2B5EF4-FFF2-40B4-BE49-F238E27FC236}">
                <a16:creationId xmlns:a16="http://schemas.microsoft.com/office/drawing/2014/main" id="{0E475765-0215-4CA7-A97F-70EF08613F8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" r="63530"/>
          <a:stretch/>
        </p:blipFill>
        <p:spPr>
          <a:xfrm rot="7394936">
            <a:off x="1029705" y="3075746"/>
            <a:ext cx="89908" cy="5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14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39B778DC-BA8F-4AED-B902-5519DD6C8E83}"/>
              </a:ext>
            </a:extLst>
          </p:cNvPr>
          <p:cNvSpPr/>
          <p:nvPr/>
        </p:nvSpPr>
        <p:spPr>
          <a:xfrm>
            <a:off x="1270106" y="1077686"/>
            <a:ext cx="7284629" cy="46917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sp>
        <p:nvSpPr>
          <p:cNvPr id="111" name="橢圓 110">
            <a:extLst>
              <a:ext uri="{FF2B5EF4-FFF2-40B4-BE49-F238E27FC236}">
                <a16:creationId xmlns:a16="http://schemas.microsoft.com/office/drawing/2014/main" id="{2137C916-6667-4FFF-A41C-405BAC6B5634}"/>
              </a:ext>
            </a:extLst>
          </p:cNvPr>
          <p:cNvSpPr/>
          <p:nvPr/>
        </p:nvSpPr>
        <p:spPr>
          <a:xfrm>
            <a:off x="88464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6E6FC3A0-2C5E-4EC4-B60C-A05C6275A81F}"/>
              </a:ext>
            </a:extLst>
          </p:cNvPr>
          <p:cNvCxnSpPr>
            <a:cxnSpLocks/>
          </p:cNvCxnSpPr>
          <p:nvPr/>
        </p:nvCxnSpPr>
        <p:spPr>
          <a:xfrm>
            <a:off x="3311526" y="3429000"/>
            <a:ext cx="16510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6C2D4660-D1A2-4677-86DE-0633B0DFFD9A}"/>
              </a:ext>
            </a:extLst>
          </p:cNvPr>
          <p:cNvCxnSpPr>
            <a:cxnSpLocks/>
          </p:cNvCxnSpPr>
          <p:nvPr/>
        </p:nvCxnSpPr>
        <p:spPr>
          <a:xfrm>
            <a:off x="5965868" y="3429000"/>
            <a:ext cx="1266825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橢圓 16">
            <a:extLst>
              <a:ext uri="{FF2B5EF4-FFF2-40B4-BE49-F238E27FC236}">
                <a16:creationId xmlns:a16="http://schemas.microsoft.com/office/drawing/2014/main" id="{90830E2C-DE3E-4AE3-A613-211048D23F14}"/>
              </a:ext>
            </a:extLst>
          </p:cNvPr>
          <p:cNvSpPr/>
          <p:nvPr/>
        </p:nvSpPr>
        <p:spPr>
          <a:xfrm>
            <a:off x="4659738" y="2008826"/>
            <a:ext cx="586521" cy="28178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BFDF8180-D973-4531-888B-47BCA1EC6932}"/>
              </a:ext>
            </a:extLst>
          </p:cNvPr>
          <p:cNvCxnSpPr>
            <a:cxnSpLocks/>
          </p:cNvCxnSpPr>
          <p:nvPr/>
        </p:nvCxnSpPr>
        <p:spPr>
          <a:xfrm>
            <a:off x="4944500" y="2008826"/>
            <a:ext cx="0" cy="1402550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弧形 8">
            <a:extLst>
              <a:ext uri="{FF2B5EF4-FFF2-40B4-BE49-F238E27FC236}">
                <a16:creationId xmlns:a16="http://schemas.microsoft.com/office/drawing/2014/main" id="{F5073DF3-23A2-4756-8038-D7CF848DEAE1}"/>
              </a:ext>
            </a:extLst>
          </p:cNvPr>
          <p:cNvSpPr/>
          <p:nvPr/>
        </p:nvSpPr>
        <p:spPr>
          <a:xfrm rot="8100000">
            <a:off x="-2651116" y="-13197559"/>
            <a:ext cx="15208232" cy="15208232"/>
          </a:xfrm>
          <a:prstGeom prst="arc">
            <a:avLst>
              <a:gd name="adj1" fmla="val 17201135"/>
              <a:gd name="adj2" fmla="val 20629779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弧形 9">
            <a:extLst>
              <a:ext uri="{FF2B5EF4-FFF2-40B4-BE49-F238E27FC236}">
                <a16:creationId xmlns:a16="http://schemas.microsoft.com/office/drawing/2014/main" id="{CBA5609A-9B95-4347-99D9-C84C3C7CD5E2}"/>
              </a:ext>
            </a:extLst>
          </p:cNvPr>
          <p:cNvSpPr/>
          <p:nvPr/>
        </p:nvSpPr>
        <p:spPr>
          <a:xfrm rot="18900000">
            <a:off x="-2651116" y="4847327"/>
            <a:ext cx="15208232" cy="15208232"/>
          </a:xfrm>
          <a:prstGeom prst="arc">
            <a:avLst>
              <a:gd name="adj1" fmla="val 17176439"/>
              <a:gd name="adj2" fmla="val 20608746"/>
            </a:avLst>
          </a:prstGeom>
          <a:solidFill>
            <a:schemeClr val="bg1"/>
          </a:solidFill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6E8902BF-302C-4A00-BDDE-9B309F26A9FB}"/>
              </a:ext>
            </a:extLst>
          </p:cNvPr>
          <p:cNvSpPr/>
          <p:nvPr/>
        </p:nvSpPr>
        <p:spPr>
          <a:xfrm>
            <a:off x="6944801" y="1684376"/>
            <a:ext cx="586521" cy="3500596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B1FA0C3E-1A5F-4D3E-8CD1-52827CCD535A}"/>
              </a:ext>
            </a:extLst>
          </p:cNvPr>
          <p:cNvCxnSpPr>
            <a:cxnSpLocks/>
          </p:cNvCxnSpPr>
          <p:nvPr/>
        </p:nvCxnSpPr>
        <p:spPr>
          <a:xfrm>
            <a:off x="7229563" y="1684376"/>
            <a:ext cx="0" cy="1742378"/>
          </a:xfrm>
          <a:prstGeom prst="line">
            <a:avLst/>
          </a:prstGeom>
          <a:ln w="28575">
            <a:headEnd type="stealth" w="lg" len="lg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2379982-8561-452E-9BC3-8E4CE84D2F57}"/>
              </a:ext>
            </a:extLst>
          </p:cNvPr>
          <p:cNvCxnSpPr>
            <a:cxnSpLocks/>
          </p:cNvCxnSpPr>
          <p:nvPr/>
        </p:nvCxnSpPr>
        <p:spPr>
          <a:xfrm>
            <a:off x="4946058" y="3429000"/>
            <a:ext cx="105537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/>
              <p:nvPr/>
            </p:nvSpPr>
            <p:spPr>
              <a:xfrm>
                <a:off x="4110288" y="213223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796B1F44-B09F-4626-B7CB-445AF6BC9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0288" y="2132232"/>
                <a:ext cx="568301" cy="553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/>
              <p:nvPr/>
            </p:nvSpPr>
            <p:spPr>
              <a:xfrm>
                <a:off x="5958624" y="2108668"/>
                <a:ext cx="962854" cy="608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AF7126EC-0532-417A-A93F-D8204B33F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624" y="2108668"/>
                <a:ext cx="962854" cy="608436"/>
              </a:xfrm>
              <a:prstGeom prst="rect">
                <a:avLst/>
              </a:prstGeom>
              <a:blipFill>
                <a:blip r:embed="rId3"/>
                <a:stretch>
                  <a:fillRect r="-569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/>
              <p:nvPr/>
            </p:nvSpPr>
            <p:spPr>
              <a:xfrm>
                <a:off x="5809421" y="3485938"/>
                <a:ext cx="641500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7167E6B3-CFA2-4D29-B4B1-E6294D63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9421" y="3485938"/>
                <a:ext cx="641500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607CB37C-2240-413F-980F-20029A32CA62}"/>
              </a:ext>
            </a:extLst>
          </p:cNvPr>
          <p:cNvGrpSpPr/>
          <p:nvPr/>
        </p:nvGrpSpPr>
        <p:grpSpPr>
          <a:xfrm>
            <a:off x="4944500" y="3495675"/>
            <a:ext cx="2285063" cy="187325"/>
            <a:chOff x="5935099" y="3495675"/>
            <a:chExt cx="2285063" cy="187325"/>
          </a:xfrm>
        </p:grpSpPr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8EDF15DD-015D-49AD-8AD5-E8F6E7326FBE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593786"/>
              <a:ext cx="2282594" cy="0"/>
            </a:xfrm>
            <a:prstGeom prst="line">
              <a:avLst/>
            </a:prstGeom>
            <a:ln w="28575">
              <a:headEnd type="stealth" w="lg" len="lg"/>
              <a:tailEnd type="stealth" w="lg" len="lg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B8A3A9CD-5036-485E-AEA0-C176E58E340A}"/>
                </a:ext>
              </a:extLst>
            </p:cNvPr>
            <p:cNvCxnSpPr>
              <a:cxnSpLocks/>
            </p:cNvCxnSpPr>
            <p:nvPr/>
          </p:nvCxnSpPr>
          <p:spPr>
            <a:xfrm>
              <a:off x="5935099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接點 50">
              <a:extLst>
                <a:ext uri="{FF2B5EF4-FFF2-40B4-BE49-F238E27FC236}">
                  <a16:creationId xmlns:a16="http://schemas.microsoft.com/office/drawing/2014/main" id="{E7F3F4B3-1C59-4B40-B283-F71C9440A357}"/>
                </a:ext>
              </a:extLst>
            </p:cNvPr>
            <p:cNvCxnSpPr>
              <a:cxnSpLocks/>
            </p:cNvCxnSpPr>
            <p:nvPr/>
          </p:nvCxnSpPr>
          <p:spPr>
            <a:xfrm>
              <a:off x="8220162" y="3495675"/>
              <a:ext cx="0" cy="18732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/>
              <p:nvPr/>
            </p:nvSpPr>
            <p:spPr>
              <a:xfrm>
                <a:off x="1642982" y="2454816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2A26385-A9D4-41C8-8353-093640823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2982" y="2454816"/>
                <a:ext cx="499134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/>
              <p:nvPr/>
            </p:nvSpPr>
            <p:spPr>
              <a:xfrm>
                <a:off x="1035381" y="1193300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76E17EFA-B51A-4F4D-B96D-C35154FB9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381" y="1193300"/>
                <a:ext cx="499134" cy="553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/>
              <p:nvPr/>
            </p:nvSpPr>
            <p:spPr>
              <a:xfrm>
                <a:off x="2964696" y="2854412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zh-TW" altLang="en-US" sz="3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248A2610-F524-4FF1-8E13-399BAC853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696" y="2854412"/>
                <a:ext cx="568301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/>
              <p:nvPr/>
            </p:nvSpPr>
            <p:spPr>
              <a:xfrm>
                <a:off x="751472" y="3156381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TW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31C61BF8-D808-40F0-9FC4-BEF1BA0BE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72" y="3156381"/>
                <a:ext cx="568301" cy="553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局部圓 29">
            <a:extLst>
              <a:ext uri="{FF2B5EF4-FFF2-40B4-BE49-F238E27FC236}">
                <a16:creationId xmlns:a16="http://schemas.microsoft.com/office/drawing/2014/main" id="{F19B8E23-0D08-4E0A-8FCB-627D0AE9906A}"/>
              </a:ext>
            </a:extLst>
          </p:cNvPr>
          <p:cNvSpPr/>
          <p:nvPr/>
        </p:nvSpPr>
        <p:spPr>
          <a:xfrm>
            <a:off x="1155701" y="3081171"/>
            <a:ext cx="337072" cy="718338"/>
          </a:xfrm>
          <a:prstGeom prst="pie">
            <a:avLst>
              <a:gd name="adj1" fmla="val 12729732"/>
              <a:gd name="adj2" fmla="val 18257458"/>
            </a:avLst>
          </a:prstGeom>
          <a:gradFill flip="none" rotWithShape="1">
            <a:gsLst>
              <a:gs pos="0">
                <a:schemeClr val="tx1"/>
              </a:gs>
              <a:gs pos="21000">
                <a:srgbClr val="48573E"/>
              </a:gs>
              <a:gs pos="92000">
                <a:schemeClr val="bg1"/>
              </a:gs>
            </a:gsLst>
            <a:lin ang="15300000" scaled="0"/>
            <a:tileRect/>
          </a:gra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>
              <a:solidFill>
                <a:schemeClr val="tx1"/>
              </a:solidFill>
            </a:endParaRPr>
          </a:p>
        </p:txBody>
      </p: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9620E7BD-7CD3-4C24-86EB-D1EF2FCE4D50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452830" cy="292103"/>
          </a:xfrm>
          <a:prstGeom prst="line">
            <a:avLst/>
          </a:prstGeom>
          <a:ln w="28575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55625116-D964-4EE9-8A48-C4E713344F63}"/>
              </a:ext>
            </a:extLst>
          </p:cNvPr>
          <p:cNvCxnSpPr>
            <a:cxnSpLocks/>
          </p:cNvCxnSpPr>
          <p:nvPr/>
        </p:nvCxnSpPr>
        <p:spPr>
          <a:xfrm flipH="1" flipV="1">
            <a:off x="881064" y="3148013"/>
            <a:ext cx="216058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/>
              <p:nvPr/>
            </p:nvSpPr>
            <p:spPr>
              <a:xfrm>
                <a:off x="912962" y="2575101"/>
                <a:ext cx="568301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zh-TW" altLang="en-US" sz="3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F525ACF-DF2B-41CE-9ECF-58AFA98BA3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962" y="2575101"/>
                <a:ext cx="568301" cy="553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3EAE5234-D1A5-470F-A367-71E7A1FA8DA3}"/>
              </a:ext>
            </a:extLst>
          </p:cNvPr>
          <p:cNvCxnSpPr>
            <a:cxnSpLocks/>
          </p:cNvCxnSpPr>
          <p:nvPr/>
        </p:nvCxnSpPr>
        <p:spPr>
          <a:xfrm flipV="1">
            <a:off x="1326749" y="3145631"/>
            <a:ext cx="1723633" cy="282577"/>
          </a:xfrm>
          <a:prstGeom prst="line">
            <a:avLst/>
          </a:prstGeom>
          <a:ln w="38100">
            <a:solidFill>
              <a:schemeClr val="accent1"/>
            </a:solidFill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DC03B474-6152-440A-8754-0451AF2AD4AF}"/>
              </a:ext>
            </a:extLst>
          </p:cNvPr>
          <p:cNvCxnSpPr>
            <a:cxnSpLocks/>
          </p:cNvCxnSpPr>
          <p:nvPr/>
        </p:nvCxnSpPr>
        <p:spPr>
          <a:xfrm flipV="1">
            <a:off x="1337171" y="2873829"/>
            <a:ext cx="361000" cy="543355"/>
          </a:xfrm>
          <a:prstGeom prst="line">
            <a:avLst/>
          </a:prstGeom>
          <a:ln w="28575">
            <a:headEnd type="none" w="sm" len="sm"/>
            <a:tailEnd type="stealth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80470041-FE1C-4941-B160-B10EB2E8790A}"/>
              </a:ext>
            </a:extLst>
          </p:cNvPr>
          <p:cNvCxnSpPr>
            <a:cxnSpLocks/>
          </p:cNvCxnSpPr>
          <p:nvPr/>
        </p:nvCxnSpPr>
        <p:spPr>
          <a:xfrm>
            <a:off x="1333994" y="1752600"/>
            <a:ext cx="0" cy="1677284"/>
          </a:xfrm>
          <a:prstGeom prst="line">
            <a:avLst/>
          </a:prstGeom>
          <a:ln w="28575">
            <a:headEnd type="stealth" w="med" len="med"/>
            <a:tailEnd type="non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/>
              <p:nvPr/>
            </p:nvSpPr>
            <p:spPr>
              <a:xfrm>
                <a:off x="413799" y="2723219"/>
                <a:ext cx="568301" cy="5638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  <m:sub>
                          <m:r>
                            <a:rPr lang="en-US" altLang="zh-TW" sz="3000" b="1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</m:oMath>
                  </m:oMathPara>
                </a14:m>
                <a:endParaRPr lang="zh-TW" altLang="en-US" sz="30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34AA5AE1-9ECA-4C1D-98BE-DEB9974B19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99" y="2723219"/>
                <a:ext cx="568301" cy="5638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/>
              <p:nvPr/>
            </p:nvSpPr>
            <p:spPr>
              <a:xfrm>
                <a:off x="7816084" y="3156691"/>
                <a:ext cx="49913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3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30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TW" altLang="en-US" sz="3000" dirty="0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870104A-1DCA-4DF6-9FFD-3C40E7102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6084" y="3156691"/>
                <a:ext cx="499134" cy="55399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1F22D617-688D-4CF1-A375-0984F030B57C}"/>
              </a:ext>
            </a:extLst>
          </p:cNvPr>
          <p:cNvCxnSpPr>
            <a:cxnSpLocks/>
          </p:cNvCxnSpPr>
          <p:nvPr/>
        </p:nvCxnSpPr>
        <p:spPr>
          <a:xfrm>
            <a:off x="7223168" y="3429000"/>
            <a:ext cx="721759" cy="0"/>
          </a:xfrm>
          <a:prstGeom prst="line">
            <a:avLst/>
          </a:prstGeom>
          <a:ln w="76200">
            <a:headEnd type="none" w="sm" len="sm"/>
            <a:tailEnd type="stealth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" name="直線接點 105">
            <a:extLst>
              <a:ext uri="{FF2B5EF4-FFF2-40B4-BE49-F238E27FC236}">
                <a16:creationId xmlns:a16="http://schemas.microsoft.com/office/drawing/2014/main" id="{6AC8ED98-3874-4517-942D-D6329879B727}"/>
              </a:ext>
            </a:extLst>
          </p:cNvPr>
          <p:cNvCxnSpPr>
            <a:cxnSpLocks/>
          </p:cNvCxnSpPr>
          <p:nvPr/>
        </p:nvCxnSpPr>
        <p:spPr>
          <a:xfrm>
            <a:off x="1320801" y="3429000"/>
            <a:ext cx="2184400" cy="0"/>
          </a:xfrm>
          <a:prstGeom prst="line">
            <a:avLst/>
          </a:prstGeom>
          <a:ln w="762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0" name="橢圓 109">
            <a:extLst>
              <a:ext uri="{FF2B5EF4-FFF2-40B4-BE49-F238E27FC236}">
                <a16:creationId xmlns:a16="http://schemas.microsoft.com/office/drawing/2014/main" id="{8A103C75-0ACD-4325-89D9-F3E097D5E303}"/>
              </a:ext>
            </a:extLst>
          </p:cNvPr>
          <p:cNvSpPr/>
          <p:nvPr/>
        </p:nvSpPr>
        <p:spPr>
          <a:xfrm>
            <a:off x="8211975" y="1085951"/>
            <a:ext cx="786232" cy="4692549"/>
          </a:xfrm>
          <a:prstGeom prst="ellipse">
            <a:avLst/>
          </a:prstGeom>
          <a:solidFill>
            <a:srgbClr val="A9D18E">
              <a:alpha val="89804"/>
            </a:srgbClr>
          </a:solidFill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000"/>
          </a:p>
        </p:txBody>
      </p:sp>
      <p:pic>
        <p:nvPicPr>
          <p:cNvPr id="135" name="圖片 134">
            <a:extLst>
              <a:ext uri="{FF2B5EF4-FFF2-40B4-BE49-F238E27FC236}">
                <a16:creationId xmlns:a16="http://schemas.microsoft.com/office/drawing/2014/main" id="{0E475765-0215-4CA7-A97F-70EF08613F8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1" r="63530"/>
          <a:stretch/>
        </p:blipFill>
        <p:spPr>
          <a:xfrm rot="7394936">
            <a:off x="1029705" y="3075746"/>
            <a:ext cx="89908" cy="51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0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2574</TotalTime>
  <Words>33</Words>
  <Application>Microsoft Office PowerPoint</Application>
  <PresentationFormat>A4 紙張 (210x297 公釐)</PresentationFormat>
  <Paragraphs>30</Paragraphs>
  <Slides>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29</cp:revision>
  <dcterms:created xsi:type="dcterms:W3CDTF">2026-06-08T08:23:19Z</dcterms:created>
  <dcterms:modified xsi:type="dcterms:W3CDTF">2026-07-16T13:52:31Z</dcterms:modified>
</cp:coreProperties>
</file>