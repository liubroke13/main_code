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80" r:id="rId1"/>
  </p:sldMasterIdLst>
  <p:sldIdLst>
    <p:sldId id="256" r:id="rId2"/>
    <p:sldId id="257" r:id="rId3"/>
    <p:sldId id="258" r:id="rId4"/>
    <p:sldId id="259" r:id="rId5"/>
  </p:sldIdLst>
  <p:sldSz cx="8243888" cy="5400675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016" autoAdjust="0"/>
    <p:restoredTop sz="94660"/>
  </p:normalViewPr>
  <p:slideViewPr>
    <p:cSldViewPr snapToGrid="0">
      <p:cViewPr>
        <p:scale>
          <a:sx n="66" d="100"/>
          <a:sy n="66" d="100"/>
        </p:scale>
        <p:origin x="1416" y="123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18292" y="883861"/>
            <a:ext cx="7007305" cy="1880235"/>
          </a:xfrm>
        </p:spPr>
        <p:txBody>
          <a:bodyPr anchor="b"/>
          <a:lstStyle>
            <a:lvl1pPr algn="ctr">
              <a:defRPr sz="4725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30486" y="2836605"/>
            <a:ext cx="6182916" cy="1303913"/>
          </a:xfrm>
        </p:spPr>
        <p:txBody>
          <a:bodyPr/>
          <a:lstStyle>
            <a:lvl1pPr marL="0" indent="0" algn="ctr">
              <a:buNone/>
              <a:defRPr sz="1890"/>
            </a:lvl1pPr>
            <a:lvl2pPr marL="360045" indent="0" algn="ctr">
              <a:buNone/>
              <a:defRPr sz="1575"/>
            </a:lvl2pPr>
            <a:lvl3pPr marL="720090" indent="0" algn="ctr">
              <a:buNone/>
              <a:defRPr sz="1418"/>
            </a:lvl3pPr>
            <a:lvl4pPr marL="1080135" indent="0" algn="ctr">
              <a:buNone/>
              <a:defRPr sz="1260"/>
            </a:lvl4pPr>
            <a:lvl5pPr marL="1440180" indent="0" algn="ctr">
              <a:buNone/>
              <a:defRPr sz="1260"/>
            </a:lvl5pPr>
            <a:lvl6pPr marL="1800225" indent="0" algn="ctr">
              <a:buNone/>
              <a:defRPr sz="1260"/>
            </a:lvl6pPr>
            <a:lvl7pPr marL="2160270" indent="0" algn="ctr">
              <a:buNone/>
              <a:defRPr sz="1260"/>
            </a:lvl7pPr>
            <a:lvl8pPr marL="2520315" indent="0" algn="ctr">
              <a:buNone/>
              <a:defRPr sz="1260"/>
            </a:lvl8pPr>
            <a:lvl9pPr marL="2880360" indent="0" algn="ctr">
              <a:buNone/>
              <a:defRPr sz="1260"/>
            </a:lvl9pPr>
          </a:lstStyle>
          <a:p>
            <a:r>
              <a:rPr lang="zh-TW" altLang="en-US"/>
              <a:t>按一下以編輯母片子標題樣式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6DA3B7-5B64-4C08-AEF8-96FFEFD7A1CA}" type="datetimeFigureOut">
              <a:rPr lang="zh-TW" altLang="en-US" smtClean="0"/>
              <a:t>2026/7/13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095FAC-1A43-4B35-906D-B6BFEBE2655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64099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6DA3B7-5B64-4C08-AEF8-96FFEFD7A1CA}" type="datetimeFigureOut">
              <a:rPr lang="zh-TW" altLang="en-US" smtClean="0"/>
              <a:t>2026/7/13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095FAC-1A43-4B35-906D-B6BFEBE2655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417969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2474" y="1346420"/>
            <a:ext cx="7110353" cy="2246530"/>
          </a:xfrm>
        </p:spPr>
        <p:txBody>
          <a:bodyPr anchor="b"/>
          <a:lstStyle>
            <a:lvl1pPr>
              <a:defRPr sz="4725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62474" y="3614203"/>
            <a:ext cx="7110353" cy="1181397"/>
          </a:xfrm>
        </p:spPr>
        <p:txBody>
          <a:bodyPr/>
          <a:lstStyle>
            <a:lvl1pPr marL="0" indent="0">
              <a:buNone/>
              <a:defRPr sz="1890">
                <a:solidFill>
                  <a:schemeClr val="tx1"/>
                </a:solidFill>
              </a:defRPr>
            </a:lvl1pPr>
            <a:lvl2pPr marL="360045" indent="0">
              <a:buNone/>
              <a:defRPr sz="1575">
                <a:solidFill>
                  <a:schemeClr val="tx1">
                    <a:tint val="75000"/>
                  </a:schemeClr>
                </a:solidFill>
              </a:defRPr>
            </a:lvl2pPr>
            <a:lvl3pPr marL="720090" indent="0">
              <a:buNone/>
              <a:defRPr sz="1418">
                <a:solidFill>
                  <a:schemeClr val="tx1">
                    <a:tint val="75000"/>
                  </a:schemeClr>
                </a:solidFill>
              </a:defRPr>
            </a:lvl3pPr>
            <a:lvl4pPr marL="1080135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4pPr>
            <a:lvl5pPr marL="1440180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5pPr>
            <a:lvl6pPr marL="1800225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6pPr>
            <a:lvl7pPr marL="2160270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7pPr>
            <a:lvl8pPr marL="2520315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8pPr>
            <a:lvl9pPr marL="2880360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6DA3B7-5B64-4C08-AEF8-96FFEFD7A1CA}" type="datetimeFigureOut">
              <a:rPr lang="zh-TW" altLang="en-US" smtClean="0"/>
              <a:t>2026/7/13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095FAC-1A43-4B35-906D-B6BFEBE2655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46956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66768" y="1437680"/>
            <a:ext cx="3503652" cy="3426679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173469" y="1437680"/>
            <a:ext cx="3503652" cy="3426679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6DA3B7-5B64-4C08-AEF8-96FFEFD7A1CA}" type="datetimeFigureOut">
              <a:rPr lang="zh-TW" altLang="en-US" smtClean="0"/>
              <a:t>2026/7/13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095FAC-1A43-4B35-906D-B6BFEBE2655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362271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7841" y="287537"/>
            <a:ext cx="7110353" cy="1043881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67842" y="1323916"/>
            <a:ext cx="3487550" cy="648831"/>
          </a:xfrm>
        </p:spPr>
        <p:txBody>
          <a:bodyPr anchor="b"/>
          <a:lstStyle>
            <a:lvl1pPr marL="0" indent="0">
              <a:buNone/>
              <a:defRPr sz="1890" b="1"/>
            </a:lvl1pPr>
            <a:lvl2pPr marL="360045" indent="0">
              <a:buNone/>
              <a:defRPr sz="1575" b="1"/>
            </a:lvl2pPr>
            <a:lvl3pPr marL="720090" indent="0">
              <a:buNone/>
              <a:defRPr sz="1418" b="1"/>
            </a:lvl3pPr>
            <a:lvl4pPr marL="1080135" indent="0">
              <a:buNone/>
              <a:defRPr sz="1260" b="1"/>
            </a:lvl4pPr>
            <a:lvl5pPr marL="1440180" indent="0">
              <a:buNone/>
              <a:defRPr sz="1260" b="1"/>
            </a:lvl5pPr>
            <a:lvl6pPr marL="1800225" indent="0">
              <a:buNone/>
              <a:defRPr sz="1260" b="1"/>
            </a:lvl6pPr>
            <a:lvl7pPr marL="2160270" indent="0">
              <a:buNone/>
              <a:defRPr sz="1260" b="1"/>
            </a:lvl7pPr>
            <a:lvl8pPr marL="2520315" indent="0">
              <a:buNone/>
              <a:defRPr sz="1260" b="1"/>
            </a:lvl8pPr>
            <a:lvl9pPr marL="2880360" indent="0">
              <a:buNone/>
              <a:defRPr sz="126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7842" y="1972747"/>
            <a:ext cx="3487550" cy="2901613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173469" y="1323916"/>
            <a:ext cx="3504726" cy="648831"/>
          </a:xfrm>
        </p:spPr>
        <p:txBody>
          <a:bodyPr anchor="b"/>
          <a:lstStyle>
            <a:lvl1pPr marL="0" indent="0">
              <a:buNone/>
              <a:defRPr sz="1890" b="1"/>
            </a:lvl1pPr>
            <a:lvl2pPr marL="360045" indent="0">
              <a:buNone/>
              <a:defRPr sz="1575" b="1"/>
            </a:lvl2pPr>
            <a:lvl3pPr marL="720090" indent="0">
              <a:buNone/>
              <a:defRPr sz="1418" b="1"/>
            </a:lvl3pPr>
            <a:lvl4pPr marL="1080135" indent="0">
              <a:buNone/>
              <a:defRPr sz="1260" b="1"/>
            </a:lvl4pPr>
            <a:lvl5pPr marL="1440180" indent="0">
              <a:buNone/>
              <a:defRPr sz="1260" b="1"/>
            </a:lvl5pPr>
            <a:lvl6pPr marL="1800225" indent="0">
              <a:buNone/>
              <a:defRPr sz="1260" b="1"/>
            </a:lvl6pPr>
            <a:lvl7pPr marL="2160270" indent="0">
              <a:buNone/>
              <a:defRPr sz="1260" b="1"/>
            </a:lvl7pPr>
            <a:lvl8pPr marL="2520315" indent="0">
              <a:buNone/>
              <a:defRPr sz="1260" b="1"/>
            </a:lvl8pPr>
            <a:lvl9pPr marL="2880360" indent="0">
              <a:buNone/>
              <a:defRPr sz="126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173469" y="1972747"/>
            <a:ext cx="3504726" cy="2901613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6DA3B7-5B64-4C08-AEF8-96FFEFD7A1CA}" type="datetimeFigureOut">
              <a:rPr lang="zh-TW" altLang="en-US" smtClean="0"/>
              <a:t>2026/7/13</a:t>
            </a:fld>
            <a:endParaRPr lang="zh-TW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095FAC-1A43-4B35-906D-B6BFEBE2655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261855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6DA3B7-5B64-4C08-AEF8-96FFEFD7A1CA}" type="datetimeFigureOut">
              <a:rPr lang="zh-TW" altLang="en-US" smtClean="0"/>
              <a:t>2026/7/13</a:t>
            </a:fld>
            <a:endParaRPr lang="zh-TW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095FAC-1A43-4B35-906D-B6BFEBE2655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742759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6DA3B7-5B64-4C08-AEF8-96FFEFD7A1CA}" type="datetimeFigureOut">
              <a:rPr lang="zh-TW" altLang="en-US" smtClean="0"/>
              <a:t>2026/7/13</a:t>
            </a:fld>
            <a:endParaRPr lang="zh-TW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095FAC-1A43-4B35-906D-B6BFEBE2655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65556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7841" y="360045"/>
            <a:ext cx="2658868" cy="1260158"/>
          </a:xfrm>
        </p:spPr>
        <p:txBody>
          <a:bodyPr anchor="b"/>
          <a:lstStyle>
            <a:lvl1pPr>
              <a:defRPr sz="252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04726" y="777598"/>
            <a:ext cx="4173468" cy="3837980"/>
          </a:xfrm>
        </p:spPr>
        <p:txBody>
          <a:bodyPr/>
          <a:lstStyle>
            <a:lvl1pPr>
              <a:defRPr sz="2520"/>
            </a:lvl1pPr>
            <a:lvl2pPr>
              <a:defRPr sz="2205"/>
            </a:lvl2pPr>
            <a:lvl3pPr>
              <a:defRPr sz="1890"/>
            </a:lvl3pPr>
            <a:lvl4pPr>
              <a:defRPr sz="1575"/>
            </a:lvl4pPr>
            <a:lvl5pPr>
              <a:defRPr sz="1575"/>
            </a:lvl5pPr>
            <a:lvl6pPr>
              <a:defRPr sz="1575"/>
            </a:lvl6pPr>
            <a:lvl7pPr>
              <a:defRPr sz="1575"/>
            </a:lvl7pPr>
            <a:lvl8pPr>
              <a:defRPr sz="1575"/>
            </a:lvl8pPr>
            <a:lvl9pPr>
              <a:defRPr sz="1575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67841" y="1620202"/>
            <a:ext cx="2658868" cy="3001626"/>
          </a:xfrm>
        </p:spPr>
        <p:txBody>
          <a:bodyPr/>
          <a:lstStyle>
            <a:lvl1pPr marL="0" indent="0">
              <a:buNone/>
              <a:defRPr sz="1260"/>
            </a:lvl1pPr>
            <a:lvl2pPr marL="360045" indent="0">
              <a:buNone/>
              <a:defRPr sz="1103"/>
            </a:lvl2pPr>
            <a:lvl3pPr marL="720090" indent="0">
              <a:buNone/>
              <a:defRPr sz="945"/>
            </a:lvl3pPr>
            <a:lvl4pPr marL="1080135" indent="0">
              <a:buNone/>
              <a:defRPr sz="788"/>
            </a:lvl4pPr>
            <a:lvl5pPr marL="1440180" indent="0">
              <a:buNone/>
              <a:defRPr sz="788"/>
            </a:lvl5pPr>
            <a:lvl6pPr marL="1800225" indent="0">
              <a:buNone/>
              <a:defRPr sz="788"/>
            </a:lvl6pPr>
            <a:lvl7pPr marL="2160270" indent="0">
              <a:buNone/>
              <a:defRPr sz="788"/>
            </a:lvl7pPr>
            <a:lvl8pPr marL="2520315" indent="0">
              <a:buNone/>
              <a:defRPr sz="788"/>
            </a:lvl8pPr>
            <a:lvl9pPr marL="2880360" indent="0">
              <a:buNone/>
              <a:defRPr sz="788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6DA3B7-5B64-4C08-AEF8-96FFEFD7A1CA}" type="datetimeFigureOut">
              <a:rPr lang="zh-TW" altLang="en-US" smtClean="0"/>
              <a:t>2026/7/13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095FAC-1A43-4B35-906D-B6BFEBE2655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527031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7841" y="360045"/>
            <a:ext cx="2658868" cy="1260158"/>
          </a:xfrm>
        </p:spPr>
        <p:txBody>
          <a:bodyPr anchor="b"/>
          <a:lstStyle>
            <a:lvl1pPr>
              <a:defRPr sz="252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504726" y="777598"/>
            <a:ext cx="4173468" cy="3837980"/>
          </a:xfrm>
        </p:spPr>
        <p:txBody>
          <a:bodyPr anchor="t"/>
          <a:lstStyle>
            <a:lvl1pPr marL="0" indent="0">
              <a:buNone/>
              <a:defRPr sz="2520"/>
            </a:lvl1pPr>
            <a:lvl2pPr marL="360045" indent="0">
              <a:buNone/>
              <a:defRPr sz="2205"/>
            </a:lvl2pPr>
            <a:lvl3pPr marL="720090" indent="0">
              <a:buNone/>
              <a:defRPr sz="1890"/>
            </a:lvl3pPr>
            <a:lvl4pPr marL="1080135" indent="0">
              <a:buNone/>
              <a:defRPr sz="1575"/>
            </a:lvl4pPr>
            <a:lvl5pPr marL="1440180" indent="0">
              <a:buNone/>
              <a:defRPr sz="1575"/>
            </a:lvl5pPr>
            <a:lvl6pPr marL="1800225" indent="0">
              <a:buNone/>
              <a:defRPr sz="1575"/>
            </a:lvl6pPr>
            <a:lvl7pPr marL="2160270" indent="0">
              <a:buNone/>
              <a:defRPr sz="1575"/>
            </a:lvl7pPr>
            <a:lvl8pPr marL="2520315" indent="0">
              <a:buNone/>
              <a:defRPr sz="1575"/>
            </a:lvl8pPr>
            <a:lvl9pPr marL="2880360" indent="0">
              <a:buNone/>
              <a:defRPr sz="1575"/>
            </a:lvl9pPr>
          </a:lstStyle>
          <a:p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67841" y="1620202"/>
            <a:ext cx="2658868" cy="3001626"/>
          </a:xfrm>
        </p:spPr>
        <p:txBody>
          <a:bodyPr/>
          <a:lstStyle>
            <a:lvl1pPr marL="0" indent="0">
              <a:buNone/>
              <a:defRPr sz="1260"/>
            </a:lvl1pPr>
            <a:lvl2pPr marL="360045" indent="0">
              <a:buNone/>
              <a:defRPr sz="1103"/>
            </a:lvl2pPr>
            <a:lvl3pPr marL="720090" indent="0">
              <a:buNone/>
              <a:defRPr sz="945"/>
            </a:lvl3pPr>
            <a:lvl4pPr marL="1080135" indent="0">
              <a:buNone/>
              <a:defRPr sz="788"/>
            </a:lvl4pPr>
            <a:lvl5pPr marL="1440180" indent="0">
              <a:buNone/>
              <a:defRPr sz="788"/>
            </a:lvl5pPr>
            <a:lvl6pPr marL="1800225" indent="0">
              <a:buNone/>
              <a:defRPr sz="788"/>
            </a:lvl6pPr>
            <a:lvl7pPr marL="2160270" indent="0">
              <a:buNone/>
              <a:defRPr sz="788"/>
            </a:lvl7pPr>
            <a:lvl8pPr marL="2520315" indent="0">
              <a:buNone/>
              <a:defRPr sz="788"/>
            </a:lvl8pPr>
            <a:lvl9pPr marL="2880360" indent="0">
              <a:buNone/>
              <a:defRPr sz="788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6DA3B7-5B64-4C08-AEF8-96FFEFD7A1CA}" type="datetimeFigureOut">
              <a:rPr lang="zh-TW" altLang="en-US" smtClean="0"/>
              <a:t>2026/7/13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095FAC-1A43-4B35-906D-B6BFEBE2655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076199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6DA3B7-5B64-4C08-AEF8-96FFEFD7A1CA}" type="datetimeFigureOut">
              <a:rPr lang="zh-TW" altLang="en-US" smtClean="0"/>
              <a:t>2026/7/13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095FAC-1A43-4B35-906D-B6BFEBE2655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914028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899533" y="287536"/>
            <a:ext cx="1777588" cy="4576822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66768" y="287536"/>
            <a:ext cx="5229716" cy="4576822"/>
          </a:xfrm>
        </p:spPr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6DA3B7-5B64-4C08-AEF8-96FFEFD7A1CA}" type="datetimeFigureOut">
              <a:rPr lang="zh-TW" altLang="en-US" smtClean="0"/>
              <a:t>2026/7/13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095FAC-1A43-4B35-906D-B6BFEBE2655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46212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66768" y="287537"/>
            <a:ext cx="7110353" cy="104388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66768" y="1437680"/>
            <a:ext cx="7110353" cy="342667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66767" y="5005627"/>
            <a:ext cx="1854875" cy="28753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4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6DA3B7-5B64-4C08-AEF8-96FFEFD7A1CA}" type="datetimeFigureOut">
              <a:rPr lang="zh-TW" altLang="en-US" smtClean="0"/>
              <a:t>2026/7/13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730788" y="5005627"/>
            <a:ext cx="2782312" cy="28753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4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822246" y="5005627"/>
            <a:ext cx="1854875" cy="28753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4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C095FAC-1A43-4B35-906D-B6BFEBE2655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639400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1" r:id="rId1"/>
    <p:sldLayoutId id="2147483782" r:id="rId2"/>
    <p:sldLayoutId id="2147483783" r:id="rId3"/>
    <p:sldLayoutId id="2147483784" r:id="rId4"/>
    <p:sldLayoutId id="2147483785" r:id="rId5"/>
    <p:sldLayoutId id="2147483786" r:id="rId6"/>
    <p:sldLayoutId id="2147483787" r:id="rId7"/>
    <p:sldLayoutId id="2147483788" r:id="rId8"/>
    <p:sldLayoutId id="2147483789" r:id="rId9"/>
    <p:sldLayoutId id="2147483790" r:id="rId10"/>
    <p:sldLayoutId id="2147483791" r:id="rId11"/>
  </p:sldLayoutIdLst>
  <p:txStyles>
    <p:titleStyle>
      <a:lvl1pPr algn="l" defTabSz="720090" rtl="0" eaLnBrk="1" latinLnBrk="0" hangingPunct="1">
        <a:lnSpc>
          <a:spcPct val="90000"/>
        </a:lnSpc>
        <a:spcBef>
          <a:spcPct val="0"/>
        </a:spcBef>
        <a:buNone/>
        <a:defRPr sz="346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0023" indent="-180023" algn="l" defTabSz="720090" rtl="0" eaLnBrk="1" latinLnBrk="0" hangingPunct="1">
        <a:lnSpc>
          <a:spcPct val="90000"/>
        </a:lnSpc>
        <a:spcBef>
          <a:spcPts val="788"/>
        </a:spcBef>
        <a:buFont typeface="Arial" panose="020B0604020202020204" pitchFamily="34" charset="0"/>
        <a:buChar char="•"/>
        <a:defRPr sz="2205" kern="1200">
          <a:solidFill>
            <a:schemeClr val="tx1"/>
          </a:solidFill>
          <a:latin typeface="+mn-lt"/>
          <a:ea typeface="+mn-ea"/>
          <a:cs typeface="+mn-cs"/>
        </a:defRPr>
      </a:lvl1pPr>
      <a:lvl2pPr marL="540068" indent="-180023" algn="l" defTabSz="720090" rtl="0" eaLnBrk="1" latinLnBrk="0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2pPr>
      <a:lvl3pPr marL="900113" indent="-180023" algn="l" defTabSz="720090" rtl="0" eaLnBrk="1" latinLnBrk="0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575" kern="1200">
          <a:solidFill>
            <a:schemeClr val="tx1"/>
          </a:solidFill>
          <a:latin typeface="+mn-lt"/>
          <a:ea typeface="+mn-ea"/>
          <a:cs typeface="+mn-cs"/>
        </a:defRPr>
      </a:lvl3pPr>
      <a:lvl4pPr marL="1260158" indent="-180023" algn="l" defTabSz="720090" rtl="0" eaLnBrk="1" latinLnBrk="0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418" kern="1200">
          <a:solidFill>
            <a:schemeClr val="tx1"/>
          </a:solidFill>
          <a:latin typeface="+mn-lt"/>
          <a:ea typeface="+mn-ea"/>
          <a:cs typeface="+mn-cs"/>
        </a:defRPr>
      </a:lvl4pPr>
      <a:lvl5pPr marL="1620203" indent="-180023" algn="l" defTabSz="720090" rtl="0" eaLnBrk="1" latinLnBrk="0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418" kern="1200">
          <a:solidFill>
            <a:schemeClr val="tx1"/>
          </a:solidFill>
          <a:latin typeface="+mn-lt"/>
          <a:ea typeface="+mn-ea"/>
          <a:cs typeface="+mn-cs"/>
        </a:defRPr>
      </a:lvl5pPr>
      <a:lvl6pPr marL="1980248" indent="-180023" algn="l" defTabSz="720090" rtl="0" eaLnBrk="1" latinLnBrk="0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418" kern="1200">
          <a:solidFill>
            <a:schemeClr val="tx1"/>
          </a:solidFill>
          <a:latin typeface="+mn-lt"/>
          <a:ea typeface="+mn-ea"/>
          <a:cs typeface="+mn-cs"/>
        </a:defRPr>
      </a:lvl6pPr>
      <a:lvl7pPr marL="2340293" indent="-180023" algn="l" defTabSz="720090" rtl="0" eaLnBrk="1" latinLnBrk="0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418" kern="1200">
          <a:solidFill>
            <a:schemeClr val="tx1"/>
          </a:solidFill>
          <a:latin typeface="+mn-lt"/>
          <a:ea typeface="+mn-ea"/>
          <a:cs typeface="+mn-cs"/>
        </a:defRPr>
      </a:lvl7pPr>
      <a:lvl8pPr marL="2700338" indent="-180023" algn="l" defTabSz="720090" rtl="0" eaLnBrk="1" latinLnBrk="0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418" kern="1200">
          <a:solidFill>
            <a:schemeClr val="tx1"/>
          </a:solidFill>
          <a:latin typeface="+mn-lt"/>
          <a:ea typeface="+mn-ea"/>
          <a:cs typeface="+mn-cs"/>
        </a:defRPr>
      </a:lvl8pPr>
      <a:lvl9pPr marL="3060383" indent="-180023" algn="l" defTabSz="720090" rtl="0" eaLnBrk="1" latinLnBrk="0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41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20090" rtl="0" eaLnBrk="1" latinLnBrk="0" hangingPunct="1">
        <a:defRPr sz="1418" kern="1200">
          <a:solidFill>
            <a:schemeClr val="tx1"/>
          </a:solidFill>
          <a:latin typeface="+mn-lt"/>
          <a:ea typeface="+mn-ea"/>
          <a:cs typeface="+mn-cs"/>
        </a:defRPr>
      </a:lvl1pPr>
      <a:lvl2pPr marL="360045" algn="l" defTabSz="720090" rtl="0" eaLnBrk="1" latinLnBrk="0" hangingPunct="1">
        <a:defRPr sz="1418" kern="1200">
          <a:solidFill>
            <a:schemeClr val="tx1"/>
          </a:solidFill>
          <a:latin typeface="+mn-lt"/>
          <a:ea typeface="+mn-ea"/>
          <a:cs typeface="+mn-cs"/>
        </a:defRPr>
      </a:lvl2pPr>
      <a:lvl3pPr marL="720090" algn="l" defTabSz="720090" rtl="0" eaLnBrk="1" latinLnBrk="0" hangingPunct="1">
        <a:defRPr sz="1418" kern="1200">
          <a:solidFill>
            <a:schemeClr val="tx1"/>
          </a:solidFill>
          <a:latin typeface="+mn-lt"/>
          <a:ea typeface="+mn-ea"/>
          <a:cs typeface="+mn-cs"/>
        </a:defRPr>
      </a:lvl3pPr>
      <a:lvl4pPr marL="1080135" algn="l" defTabSz="720090" rtl="0" eaLnBrk="1" latinLnBrk="0" hangingPunct="1">
        <a:defRPr sz="1418" kern="1200">
          <a:solidFill>
            <a:schemeClr val="tx1"/>
          </a:solidFill>
          <a:latin typeface="+mn-lt"/>
          <a:ea typeface="+mn-ea"/>
          <a:cs typeface="+mn-cs"/>
        </a:defRPr>
      </a:lvl4pPr>
      <a:lvl5pPr marL="1440180" algn="l" defTabSz="720090" rtl="0" eaLnBrk="1" latinLnBrk="0" hangingPunct="1">
        <a:defRPr sz="1418" kern="1200">
          <a:solidFill>
            <a:schemeClr val="tx1"/>
          </a:solidFill>
          <a:latin typeface="+mn-lt"/>
          <a:ea typeface="+mn-ea"/>
          <a:cs typeface="+mn-cs"/>
        </a:defRPr>
      </a:lvl5pPr>
      <a:lvl6pPr marL="1800225" algn="l" defTabSz="720090" rtl="0" eaLnBrk="1" latinLnBrk="0" hangingPunct="1">
        <a:defRPr sz="1418" kern="1200">
          <a:solidFill>
            <a:schemeClr val="tx1"/>
          </a:solidFill>
          <a:latin typeface="+mn-lt"/>
          <a:ea typeface="+mn-ea"/>
          <a:cs typeface="+mn-cs"/>
        </a:defRPr>
      </a:lvl6pPr>
      <a:lvl7pPr marL="2160270" algn="l" defTabSz="720090" rtl="0" eaLnBrk="1" latinLnBrk="0" hangingPunct="1">
        <a:defRPr sz="1418" kern="1200">
          <a:solidFill>
            <a:schemeClr val="tx1"/>
          </a:solidFill>
          <a:latin typeface="+mn-lt"/>
          <a:ea typeface="+mn-ea"/>
          <a:cs typeface="+mn-cs"/>
        </a:defRPr>
      </a:lvl7pPr>
      <a:lvl8pPr marL="2520315" algn="l" defTabSz="720090" rtl="0" eaLnBrk="1" latinLnBrk="0" hangingPunct="1">
        <a:defRPr sz="1418" kern="1200">
          <a:solidFill>
            <a:schemeClr val="tx1"/>
          </a:solidFill>
          <a:latin typeface="+mn-lt"/>
          <a:ea typeface="+mn-ea"/>
          <a:cs typeface="+mn-cs"/>
        </a:defRPr>
      </a:lvl8pPr>
      <a:lvl9pPr marL="2880360" algn="l" defTabSz="720090" rtl="0" eaLnBrk="1" latinLnBrk="0" hangingPunct="1">
        <a:defRPr sz="141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image" Target="../media/image13.png"/><Relationship Id="rId18" Type="http://schemas.openxmlformats.org/officeDocument/2006/relationships/image" Target="../media/image18.png"/><Relationship Id="rId26" Type="http://schemas.openxmlformats.org/officeDocument/2006/relationships/image" Target="../media/image26.png"/><Relationship Id="rId3" Type="http://schemas.openxmlformats.org/officeDocument/2006/relationships/image" Target="../media/image3.png"/><Relationship Id="rId21" Type="http://schemas.openxmlformats.org/officeDocument/2006/relationships/image" Target="../media/image21.png"/><Relationship Id="rId7" Type="http://schemas.openxmlformats.org/officeDocument/2006/relationships/image" Target="../media/image7.png"/><Relationship Id="rId12" Type="http://schemas.openxmlformats.org/officeDocument/2006/relationships/image" Target="../media/image12.png"/><Relationship Id="rId17" Type="http://schemas.openxmlformats.org/officeDocument/2006/relationships/image" Target="../media/image17.png"/><Relationship Id="rId25" Type="http://schemas.openxmlformats.org/officeDocument/2006/relationships/image" Target="../media/image25.png"/><Relationship Id="rId2" Type="http://schemas.openxmlformats.org/officeDocument/2006/relationships/image" Target="../media/image1.png"/><Relationship Id="rId16" Type="http://schemas.openxmlformats.org/officeDocument/2006/relationships/image" Target="../media/image16.png"/><Relationship Id="rId20" Type="http://schemas.openxmlformats.org/officeDocument/2006/relationships/image" Target="../media/image2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11" Type="http://schemas.openxmlformats.org/officeDocument/2006/relationships/image" Target="../media/image11.png"/><Relationship Id="rId24" Type="http://schemas.openxmlformats.org/officeDocument/2006/relationships/image" Target="../media/image24.png"/><Relationship Id="rId5" Type="http://schemas.openxmlformats.org/officeDocument/2006/relationships/image" Target="../media/image5.png"/><Relationship Id="rId15" Type="http://schemas.openxmlformats.org/officeDocument/2006/relationships/image" Target="../media/image15.png"/><Relationship Id="rId23" Type="http://schemas.openxmlformats.org/officeDocument/2006/relationships/image" Target="../media/image23.png"/><Relationship Id="rId10" Type="http://schemas.openxmlformats.org/officeDocument/2006/relationships/image" Target="../media/image10.png"/><Relationship Id="rId19" Type="http://schemas.openxmlformats.org/officeDocument/2006/relationships/image" Target="../media/image19.png"/><Relationship Id="rId4" Type="http://schemas.openxmlformats.org/officeDocument/2006/relationships/image" Target="../media/image4.png"/><Relationship Id="rId9" Type="http://schemas.openxmlformats.org/officeDocument/2006/relationships/image" Target="../media/image9.png"/><Relationship Id="rId14" Type="http://schemas.openxmlformats.org/officeDocument/2006/relationships/image" Target="../media/image14.png"/><Relationship Id="rId22" Type="http://schemas.openxmlformats.org/officeDocument/2006/relationships/image" Target="../media/image22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13" Type="http://schemas.openxmlformats.org/officeDocument/2006/relationships/image" Target="../media/image37.png"/><Relationship Id="rId3" Type="http://schemas.openxmlformats.org/officeDocument/2006/relationships/image" Target="../media/image28.png"/><Relationship Id="rId7" Type="http://schemas.openxmlformats.org/officeDocument/2006/relationships/image" Target="../media/image31.png"/><Relationship Id="rId12" Type="http://schemas.openxmlformats.org/officeDocument/2006/relationships/image" Target="../media/image36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4.png"/><Relationship Id="rId11" Type="http://schemas.openxmlformats.org/officeDocument/2006/relationships/image" Target="../media/image35.png"/><Relationship Id="rId5" Type="http://schemas.openxmlformats.org/officeDocument/2006/relationships/image" Target="../media/image30.png"/><Relationship Id="rId10" Type="http://schemas.openxmlformats.org/officeDocument/2006/relationships/image" Target="../media/image34.png"/><Relationship Id="rId4" Type="http://schemas.openxmlformats.org/officeDocument/2006/relationships/image" Target="../media/image29.png"/><Relationship Id="rId9" Type="http://schemas.openxmlformats.org/officeDocument/2006/relationships/image" Target="../media/image33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13" Type="http://schemas.openxmlformats.org/officeDocument/2006/relationships/image" Target="../media/image40.png"/><Relationship Id="rId3" Type="http://schemas.openxmlformats.org/officeDocument/2006/relationships/image" Target="../media/image28.png"/><Relationship Id="rId7" Type="http://schemas.openxmlformats.org/officeDocument/2006/relationships/image" Target="../media/image31.png"/><Relationship Id="rId12" Type="http://schemas.openxmlformats.org/officeDocument/2006/relationships/image" Target="../media/image36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4.png"/><Relationship Id="rId11" Type="http://schemas.openxmlformats.org/officeDocument/2006/relationships/image" Target="../media/image35.png"/><Relationship Id="rId5" Type="http://schemas.openxmlformats.org/officeDocument/2006/relationships/image" Target="../media/image39.png"/><Relationship Id="rId10" Type="http://schemas.openxmlformats.org/officeDocument/2006/relationships/image" Target="../media/image34.png"/><Relationship Id="rId4" Type="http://schemas.openxmlformats.org/officeDocument/2006/relationships/image" Target="../media/image29.png"/><Relationship Id="rId9" Type="http://schemas.openxmlformats.org/officeDocument/2006/relationships/image" Target="../media/image3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圖片 5">
            <a:extLst>
              <a:ext uri="{FF2B5EF4-FFF2-40B4-BE49-F238E27FC236}">
                <a16:creationId xmlns:a16="http://schemas.microsoft.com/office/drawing/2014/main" id="{539AD426-8AA2-4918-B91B-7DE9CB1B9C71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691" r="4867" b="88684"/>
          <a:stretch/>
        </p:blipFill>
        <p:spPr>
          <a:xfrm>
            <a:off x="-1566751" y="-3059097"/>
            <a:ext cx="11342139" cy="978503"/>
          </a:xfrm>
          <a:prstGeom prst="rect">
            <a:avLst/>
          </a:prstGeom>
        </p:spPr>
      </p:pic>
      <p:grpSp>
        <p:nvGrpSpPr>
          <p:cNvPr id="8" name="群組 7">
            <a:extLst>
              <a:ext uri="{FF2B5EF4-FFF2-40B4-BE49-F238E27FC236}">
                <a16:creationId xmlns:a16="http://schemas.microsoft.com/office/drawing/2014/main" id="{68A365B2-2325-4D27-B2BE-8897DCFCD1D7}"/>
              </a:ext>
            </a:extLst>
          </p:cNvPr>
          <p:cNvGrpSpPr/>
          <p:nvPr/>
        </p:nvGrpSpPr>
        <p:grpSpPr>
          <a:xfrm>
            <a:off x="-1990727" y="-2835214"/>
            <a:ext cx="11342139" cy="5388315"/>
            <a:chOff x="1170223" y="1467294"/>
            <a:chExt cx="10716867" cy="5091267"/>
          </a:xfrm>
        </p:grpSpPr>
        <p:pic>
          <p:nvPicPr>
            <p:cNvPr id="5" name="圖片 4">
              <a:extLst>
                <a:ext uri="{FF2B5EF4-FFF2-40B4-BE49-F238E27FC236}">
                  <a16:creationId xmlns:a16="http://schemas.microsoft.com/office/drawing/2014/main" id="{EA7F3299-AD30-4043-AE14-71B818662ED8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7691" t="9256" r="4867" b="29728"/>
            <a:stretch/>
          </p:blipFill>
          <p:spPr>
            <a:xfrm>
              <a:off x="1170223" y="1573176"/>
              <a:ext cx="10716867" cy="4985385"/>
            </a:xfrm>
            <a:prstGeom prst="rect">
              <a:avLst/>
            </a:prstGeom>
          </p:spPr>
        </p:pic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58355B05-0ADC-4C87-AAB4-14853F3EA657}"/>
                </a:ext>
              </a:extLst>
            </p:cNvPr>
            <p:cNvSpPr/>
            <p:nvPr/>
          </p:nvSpPr>
          <p:spPr>
            <a:xfrm>
              <a:off x="1329070" y="1467294"/>
              <a:ext cx="9845749" cy="14885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952"/>
            </a:p>
          </p:txBody>
        </p:sp>
      </p:grpSp>
      <p:grpSp>
        <p:nvGrpSpPr>
          <p:cNvPr id="9" name="群組 8">
            <a:extLst>
              <a:ext uri="{FF2B5EF4-FFF2-40B4-BE49-F238E27FC236}">
                <a16:creationId xmlns:a16="http://schemas.microsoft.com/office/drawing/2014/main" id="{4148C78A-0432-49A4-8873-A8FD80928A92}"/>
              </a:ext>
            </a:extLst>
          </p:cNvPr>
          <p:cNvGrpSpPr/>
          <p:nvPr/>
        </p:nvGrpSpPr>
        <p:grpSpPr>
          <a:xfrm>
            <a:off x="-1283315" y="3674058"/>
            <a:ext cx="2472376" cy="2468416"/>
            <a:chOff x="1685309" y="1218891"/>
            <a:chExt cx="4427304" cy="4420217"/>
          </a:xfrm>
        </p:grpSpPr>
        <p:pic>
          <p:nvPicPr>
            <p:cNvPr id="10" name="圖片 9">
              <a:extLst>
                <a:ext uri="{FF2B5EF4-FFF2-40B4-BE49-F238E27FC236}">
                  <a16:creationId xmlns:a16="http://schemas.microsoft.com/office/drawing/2014/main" id="{721B5255-9E20-472C-B47C-61A2E4AA62E8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r="49812"/>
            <a:stretch/>
          </p:blipFill>
          <p:spPr>
            <a:xfrm>
              <a:off x="1685309" y="1218891"/>
              <a:ext cx="4427304" cy="4420217"/>
            </a:xfrm>
            <a:prstGeom prst="rect">
              <a:avLst/>
            </a:prstGeom>
          </p:spPr>
        </p:pic>
        <p:sp>
          <p:nvSpPr>
            <p:cNvPr id="11" name="矩形 10">
              <a:extLst>
                <a:ext uri="{FF2B5EF4-FFF2-40B4-BE49-F238E27FC236}">
                  <a16:creationId xmlns:a16="http://schemas.microsoft.com/office/drawing/2014/main" id="{E9EEAEFF-D5BB-4215-95B6-375BE5F6182F}"/>
                </a:ext>
              </a:extLst>
            </p:cNvPr>
            <p:cNvSpPr/>
            <p:nvPr/>
          </p:nvSpPr>
          <p:spPr>
            <a:xfrm>
              <a:off x="1751527" y="1249251"/>
              <a:ext cx="862884" cy="79849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6775" tIns="48386" rIns="96775" bIns="483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952"/>
            </a:p>
          </p:txBody>
        </p:sp>
      </p:grpSp>
      <p:grpSp>
        <p:nvGrpSpPr>
          <p:cNvPr id="13" name="群組 12">
            <a:extLst>
              <a:ext uri="{FF2B5EF4-FFF2-40B4-BE49-F238E27FC236}">
                <a16:creationId xmlns:a16="http://schemas.microsoft.com/office/drawing/2014/main" id="{008D533A-D95B-4797-B1AE-315B88A711B2}"/>
              </a:ext>
            </a:extLst>
          </p:cNvPr>
          <p:cNvGrpSpPr/>
          <p:nvPr/>
        </p:nvGrpSpPr>
        <p:grpSpPr>
          <a:xfrm>
            <a:off x="1561762" y="3674061"/>
            <a:ext cx="2560190" cy="2468416"/>
            <a:chOff x="5922135" y="1218891"/>
            <a:chExt cx="4584555" cy="4420217"/>
          </a:xfrm>
        </p:grpSpPr>
        <p:pic>
          <p:nvPicPr>
            <p:cNvPr id="14" name="圖片 13">
              <a:extLst>
                <a:ext uri="{FF2B5EF4-FFF2-40B4-BE49-F238E27FC236}">
                  <a16:creationId xmlns:a16="http://schemas.microsoft.com/office/drawing/2014/main" id="{4E3E72A6-49AE-49E3-82B9-177342254410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l="49715"/>
            <a:stretch/>
          </p:blipFill>
          <p:spPr>
            <a:xfrm>
              <a:off x="6070852" y="1218891"/>
              <a:ext cx="4435838" cy="4420217"/>
            </a:xfrm>
            <a:prstGeom prst="rect">
              <a:avLst/>
            </a:prstGeom>
          </p:spPr>
        </p:pic>
        <p:sp>
          <p:nvSpPr>
            <p:cNvPr id="16" name="矩形 15">
              <a:extLst>
                <a:ext uri="{FF2B5EF4-FFF2-40B4-BE49-F238E27FC236}">
                  <a16:creationId xmlns:a16="http://schemas.microsoft.com/office/drawing/2014/main" id="{207FD754-96CC-4CC2-BCBA-8AEE73117714}"/>
                </a:ext>
              </a:extLst>
            </p:cNvPr>
            <p:cNvSpPr/>
            <p:nvPr/>
          </p:nvSpPr>
          <p:spPr>
            <a:xfrm>
              <a:off x="5922135" y="1218891"/>
              <a:ext cx="862884" cy="79849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6775" tIns="48386" rIns="96775" bIns="483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952"/>
            </a:p>
          </p:txBody>
        </p:sp>
      </p:grpSp>
    </p:spTree>
    <p:extLst>
      <p:ext uri="{BB962C8B-B14F-4D97-AF65-F5344CB8AC3E}">
        <p14:creationId xmlns:p14="http://schemas.microsoft.com/office/powerpoint/2010/main" val="28422517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" name="群組 34">
            <a:extLst>
              <a:ext uri="{FF2B5EF4-FFF2-40B4-BE49-F238E27FC236}">
                <a16:creationId xmlns:a16="http://schemas.microsoft.com/office/drawing/2014/main" id="{F1B28323-C4F9-45FB-9F9F-2B2AE4DAE646}"/>
              </a:ext>
            </a:extLst>
          </p:cNvPr>
          <p:cNvGrpSpPr/>
          <p:nvPr/>
        </p:nvGrpSpPr>
        <p:grpSpPr>
          <a:xfrm>
            <a:off x="-5103773" y="-1331116"/>
            <a:ext cx="11872632" cy="9445082"/>
            <a:chOff x="283210" y="3390900"/>
            <a:chExt cx="11218114" cy="8924391"/>
          </a:xfrm>
        </p:grpSpPr>
        <p:sp>
          <p:nvSpPr>
            <p:cNvPr id="218" name="矩形: 圓角 217">
              <a:extLst>
                <a:ext uri="{FF2B5EF4-FFF2-40B4-BE49-F238E27FC236}">
                  <a16:creationId xmlns:a16="http://schemas.microsoft.com/office/drawing/2014/main" id="{A41F267B-5869-46A3-BE58-3F2D6B675712}"/>
                </a:ext>
              </a:extLst>
            </p:cNvPr>
            <p:cNvSpPr/>
            <p:nvPr/>
          </p:nvSpPr>
          <p:spPr>
            <a:xfrm>
              <a:off x="283210" y="3390900"/>
              <a:ext cx="11218114" cy="8924391"/>
            </a:xfrm>
            <a:prstGeom prst="roundRect">
              <a:avLst>
                <a:gd name="adj" fmla="val 7772"/>
              </a:avLst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ot="0" spcFirstLastPara="0" vertOverflow="overflow" horzOverflow="overflow" vert="horz" wrap="square" lIns="61454" tIns="30727" rIns="61454" bIns="30727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1209" dirty="0"/>
            </a:p>
          </p:txBody>
        </p:sp>
        <p:pic>
          <p:nvPicPr>
            <p:cNvPr id="212" name="圖片 211">
              <a:extLst>
                <a:ext uri="{FF2B5EF4-FFF2-40B4-BE49-F238E27FC236}">
                  <a16:creationId xmlns:a16="http://schemas.microsoft.com/office/drawing/2014/main" id="{615DEA62-5763-42AF-ABD7-20A3FC70FDC8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5528" t="9942" r="51700" b="70784"/>
            <a:stretch/>
          </p:blipFill>
          <p:spPr>
            <a:xfrm>
              <a:off x="1108296" y="7597642"/>
              <a:ext cx="1565275" cy="1574800"/>
            </a:xfrm>
            <a:prstGeom prst="rect">
              <a:avLst/>
            </a:prstGeom>
          </p:spPr>
        </p:pic>
        <p:pic>
          <p:nvPicPr>
            <p:cNvPr id="228" name="圖片 227">
              <a:extLst>
                <a:ext uri="{FF2B5EF4-FFF2-40B4-BE49-F238E27FC236}">
                  <a16:creationId xmlns:a16="http://schemas.microsoft.com/office/drawing/2014/main" id="{94FD97C7-3C92-42F5-BF05-96DE868FB8FE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5474" t="30226" r="51683" b="50480"/>
            <a:stretch/>
          </p:blipFill>
          <p:spPr>
            <a:xfrm>
              <a:off x="2753041" y="7596850"/>
              <a:ext cx="1574006" cy="1576387"/>
            </a:xfrm>
            <a:prstGeom prst="rect">
              <a:avLst/>
            </a:prstGeom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3" name="文字方塊 112">
                  <a:extLst>
                    <a:ext uri="{FF2B5EF4-FFF2-40B4-BE49-F238E27FC236}">
                      <a16:creationId xmlns:a16="http://schemas.microsoft.com/office/drawing/2014/main" id="{BD7D3F58-D2E2-42DB-8B1B-53D87DE0B9E9}"/>
                    </a:ext>
                  </a:extLst>
                </p:cNvPr>
                <p:cNvSpPr txBox="1"/>
                <p:nvPr/>
              </p:nvSpPr>
              <p:spPr>
                <a:xfrm>
                  <a:off x="5448265" y="9802816"/>
                  <a:ext cx="938079" cy="22568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sz="952" i="1">
                            <a:latin typeface="Cambria Math" panose="02040503050406030204" pitchFamily="18" charset="0"/>
                          </a:rPr>
                          <m:t>|</m:t>
                        </m:r>
                        <m:d>
                          <m:dPr>
                            <m:begChr m:val=""/>
                            <m:endChr m:val="⟩"/>
                            <m:ctrlPr>
                              <a:rPr lang="en-US" altLang="zh-TW" sz="952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sz="952" i="1">
                                <a:latin typeface="Cambria Math" panose="02040503050406030204" pitchFamily="18" charset="0"/>
                              </a:rPr>
                              <m:t>−1, 1</m:t>
                            </m:r>
                          </m:e>
                        </m:d>
                      </m:oMath>
                    </m:oMathPara>
                  </a14:m>
                  <a:endParaRPr lang="zh-TW" altLang="en-US" sz="952" dirty="0"/>
                </a:p>
              </p:txBody>
            </p:sp>
          </mc:Choice>
          <mc:Fallback xmlns="">
            <p:sp>
              <p:nvSpPr>
                <p:cNvPr id="113" name="文字方塊 112">
                  <a:extLst>
                    <a:ext uri="{FF2B5EF4-FFF2-40B4-BE49-F238E27FC236}">
                      <a16:creationId xmlns:a16="http://schemas.microsoft.com/office/drawing/2014/main" id="{BD7D3F58-D2E2-42DB-8B1B-53D87DE0B9E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448265" y="9802816"/>
                  <a:ext cx="938079" cy="225681"/>
                </a:xfrm>
                <a:prstGeom prst="rect">
                  <a:avLst/>
                </a:prstGeom>
                <a:blipFill>
                  <a:blip r:embed="rId3"/>
                  <a:stretch>
                    <a:fillRect t="-87179" b="-138462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4" name="文字方塊 113">
                  <a:extLst>
                    <a:ext uri="{FF2B5EF4-FFF2-40B4-BE49-F238E27FC236}">
                      <a16:creationId xmlns:a16="http://schemas.microsoft.com/office/drawing/2014/main" id="{597F4F6E-837A-4FE6-9C6C-CE22102694D1}"/>
                    </a:ext>
                  </a:extLst>
                </p:cNvPr>
                <p:cNvSpPr txBox="1"/>
                <p:nvPr/>
              </p:nvSpPr>
              <p:spPr>
                <a:xfrm>
                  <a:off x="5448265" y="6374557"/>
                  <a:ext cx="938079" cy="22568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sz="952" i="1">
                            <a:latin typeface="Cambria Math" panose="02040503050406030204" pitchFamily="18" charset="0"/>
                          </a:rPr>
                          <m:t>|</m:t>
                        </m:r>
                        <m:d>
                          <m:dPr>
                            <m:begChr m:val=""/>
                            <m:endChr m:val="⟩"/>
                            <m:ctrlPr>
                              <a:rPr lang="en-US" altLang="zh-TW" sz="952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sz="952" i="1">
                                <a:latin typeface="Cambria Math" panose="02040503050406030204" pitchFamily="18" charset="0"/>
                              </a:rPr>
                              <m:t>1, −1</m:t>
                            </m:r>
                          </m:e>
                        </m:d>
                      </m:oMath>
                    </m:oMathPara>
                  </a14:m>
                  <a:endParaRPr lang="zh-TW" altLang="en-US" sz="952" dirty="0"/>
                </a:p>
              </p:txBody>
            </p:sp>
          </mc:Choice>
          <mc:Fallback xmlns="">
            <p:sp>
              <p:nvSpPr>
                <p:cNvPr id="114" name="文字方塊 113">
                  <a:extLst>
                    <a:ext uri="{FF2B5EF4-FFF2-40B4-BE49-F238E27FC236}">
                      <a16:creationId xmlns:a16="http://schemas.microsoft.com/office/drawing/2014/main" id="{597F4F6E-837A-4FE6-9C6C-CE22102694D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448265" y="6374557"/>
                  <a:ext cx="938079" cy="225681"/>
                </a:xfrm>
                <a:prstGeom prst="rect">
                  <a:avLst/>
                </a:prstGeom>
                <a:blipFill>
                  <a:blip r:embed="rId4"/>
                  <a:stretch>
                    <a:fillRect t="-87179" b="-138462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pic>
          <p:nvPicPr>
            <p:cNvPr id="186" name="圖片 185">
              <a:extLst>
                <a:ext uri="{FF2B5EF4-FFF2-40B4-BE49-F238E27FC236}">
                  <a16:creationId xmlns:a16="http://schemas.microsoft.com/office/drawing/2014/main" id="{E1274D56-4B9B-4BCE-B7C0-78A3987D0313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7980" t="9901" r="79196" b="70805"/>
            <a:stretch/>
          </p:blipFill>
          <p:spPr>
            <a:xfrm>
              <a:off x="4318508" y="4735746"/>
              <a:ext cx="1571625" cy="1576388"/>
            </a:xfrm>
            <a:prstGeom prst="rect">
              <a:avLst/>
            </a:prstGeom>
          </p:spPr>
        </p:pic>
        <p:pic>
          <p:nvPicPr>
            <p:cNvPr id="188" name="圖片 187">
              <a:extLst>
                <a:ext uri="{FF2B5EF4-FFF2-40B4-BE49-F238E27FC236}">
                  <a16:creationId xmlns:a16="http://schemas.microsoft.com/office/drawing/2014/main" id="{2C585092-C5D9-4C72-934C-B00E39693A2E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1667" t="9936" r="65451" b="70772"/>
            <a:stretch/>
          </p:blipFill>
          <p:spPr>
            <a:xfrm>
              <a:off x="4318508" y="10581741"/>
              <a:ext cx="1578769" cy="1576388"/>
            </a:xfrm>
            <a:prstGeom prst="rect">
              <a:avLst/>
            </a:prstGeom>
          </p:spPr>
        </p:pic>
        <p:pic>
          <p:nvPicPr>
            <p:cNvPr id="224" name="圖片 223">
              <a:extLst>
                <a:ext uri="{FF2B5EF4-FFF2-40B4-BE49-F238E27FC236}">
                  <a16:creationId xmlns:a16="http://schemas.microsoft.com/office/drawing/2014/main" id="{60C1A827-7AE5-4BAF-B0C0-51AEAD1CBE6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9170" t="9874" r="37949" b="70775"/>
            <a:stretch/>
          </p:blipFill>
          <p:spPr>
            <a:xfrm>
              <a:off x="7537504" y="7594467"/>
              <a:ext cx="1578769" cy="1581150"/>
            </a:xfrm>
            <a:prstGeom prst="rect">
              <a:avLst/>
            </a:prstGeom>
          </p:spPr>
        </p:pic>
        <p:pic>
          <p:nvPicPr>
            <p:cNvPr id="225" name="圖片 224">
              <a:extLst>
                <a:ext uri="{FF2B5EF4-FFF2-40B4-BE49-F238E27FC236}">
                  <a16:creationId xmlns:a16="http://schemas.microsoft.com/office/drawing/2014/main" id="{F5BBBA81-D2E7-4C37-9938-3AD0246C034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7973" t="30231" r="79166" b="50417"/>
            <a:stretch/>
          </p:blipFill>
          <p:spPr>
            <a:xfrm>
              <a:off x="5969259" y="4733365"/>
              <a:ext cx="1576387" cy="1581150"/>
            </a:xfrm>
            <a:prstGeom prst="rect">
              <a:avLst/>
            </a:prstGeom>
          </p:spPr>
        </p:pic>
        <p:pic>
          <p:nvPicPr>
            <p:cNvPr id="227" name="圖片 226">
              <a:extLst>
                <a:ext uri="{FF2B5EF4-FFF2-40B4-BE49-F238E27FC236}">
                  <a16:creationId xmlns:a16="http://schemas.microsoft.com/office/drawing/2014/main" id="{7AC3C5EB-C120-4344-9A68-70DB195901B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1692" t="30180" r="65466" b="50469"/>
            <a:stretch/>
          </p:blipFill>
          <p:spPr>
            <a:xfrm>
              <a:off x="5991293" y="10579360"/>
              <a:ext cx="1574007" cy="1581150"/>
            </a:xfrm>
            <a:prstGeom prst="rect">
              <a:avLst/>
            </a:prstGeom>
          </p:spPr>
        </p:pic>
        <p:pic>
          <p:nvPicPr>
            <p:cNvPr id="230" name="圖片 229">
              <a:extLst>
                <a:ext uri="{FF2B5EF4-FFF2-40B4-BE49-F238E27FC236}">
                  <a16:creationId xmlns:a16="http://schemas.microsoft.com/office/drawing/2014/main" id="{E3FD13B1-AA73-4217-BDEE-4DD72C5B7EF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9193" t="30160" r="37946" b="50431"/>
            <a:stretch/>
          </p:blipFill>
          <p:spPr>
            <a:xfrm>
              <a:off x="9201366" y="7592087"/>
              <a:ext cx="1576388" cy="1585913"/>
            </a:xfrm>
            <a:prstGeom prst="rect">
              <a:avLst/>
            </a:prstGeom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6" name="文字方塊 35">
                  <a:extLst>
                    <a:ext uri="{FF2B5EF4-FFF2-40B4-BE49-F238E27FC236}">
                      <a16:creationId xmlns:a16="http://schemas.microsoft.com/office/drawing/2014/main" id="{9B50033E-DE33-4154-B5F1-8F9B5FFA7A61}"/>
                    </a:ext>
                  </a:extLst>
                </p:cNvPr>
                <p:cNvSpPr txBox="1"/>
                <p:nvPr/>
              </p:nvSpPr>
              <p:spPr>
                <a:xfrm>
                  <a:off x="4532472" y="4371346"/>
                  <a:ext cx="2693489" cy="22568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en-US" altLang="zh-TW" sz="952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sz="952" i="1">
                                <a:latin typeface="Cambria Math" panose="02040503050406030204" pitchFamily="18" charset="0"/>
                              </a:rPr>
                              <m:t>𝛼</m:t>
                            </m:r>
                            <m:r>
                              <a:rPr lang="en-US" altLang="zh-TW" sz="952" i="1">
                                <a:latin typeface="Cambria Math" panose="02040503050406030204" pitchFamily="18" charset="0"/>
                              </a:rPr>
                              <m:t>, </m:t>
                            </m:r>
                            <m:r>
                              <a:rPr lang="en-US" altLang="zh-TW" sz="952" i="1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</m:d>
                        <m:r>
                          <a:rPr lang="en-US" altLang="zh-TW" sz="952" i="1">
                            <a:latin typeface="Cambria Math" panose="02040503050406030204" pitchFamily="18" charset="0"/>
                          </a:rPr>
                          <m:t>=</m:t>
                        </m:r>
                        <m:d>
                          <m:dPr>
                            <m:ctrlPr>
                              <a:rPr lang="en-US" altLang="zh-TW" sz="952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sz="952" i="1">
                                <a:latin typeface="Cambria Math" panose="02040503050406030204" pitchFamily="18" charset="0"/>
                              </a:rPr>
                              <m:t>0, </m:t>
                            </m:r>
                            <m:r>
                              <m:rPr>
                                <m:nor/>
                              </m:rPr>
                              <a:rPr lang="en-US" altLang="zh-TW" sz="952"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</m:d>
                      </m:oMath>
                    </m:oMathPara>
                  </a14:m>
                  <a:endParaRPr lang="zh-TW" altLang="en-US" sz="952" dirty="0"/>
                </a:p>
              </p:txBody>
            </p:sp>
          </mc:Choice>
          <mc:Fallback xmlns="">
            <p:sp>
              <p:nvSpPr>
                <p:cNvPr id="36" name="文字方塊 35">
                  <a:extLst>
                    <a:ext uri="{FF2B5EF4-FFF2-40B4-BE49-F238E27FC236}">
                      <a16:creationId xmlns:a16="http://schemas.microsoft.com/office/drawing/2014/main" id="{9B50033E-DE33-4154-B5F1-8F9B5FFA7A6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532472" y="4371346"/>
                  <a:ext cx="2693489" cy="225681"/>
                </a:xfrm>
                <a:prstGeom prst="rect">
                  <a:avLst/>
                </a:prstGeom>
                <a:blipFill>
                  <a:blip r:embed="rId5"/>
                  <a:stretch>
                    <a:fillRect b="-2564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1" name="文字方塊 220">
                  <a:extLst>
                    <a:ext uri="{FF2B5EF4-FFF2-40B4-BE49-F238E27FC236}">
                      <a16:creationId xmlns:a16="http://schemas.microsoft.com/office/drawing/2014/main" id="{1F2AF2E0-5B21-4D02-9C04-810F49C1DE66}"/>
                    </a:ext>
                  </a:extLst>
                </p:cNvPr>
                <p:cNvSpPr txBox="1"/>
                <p:nvPr/>
              </p:nvSpPr>
              <p:spPr>
                <a:xfrm>
                  <a:off x="2005886" y="7220158"/>
                  <a:ext cx="1327214" cy="22568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en-US" altLang="zh-TW" sz="952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sz="952" i="1">
                                <a:latin typeface="Cambria Math" panose="02040503050406030204" pitchFamily="18" charset="0"/>
                              </a:rPr>
                              <m:t>0, </m:t>
                            </m:r>
                            <m:r>
                              <a:rPr lang="en-US" altLang="zh-TW" sz="952" i="1">
                                <a:latin typeface="Cambria Math" panose="02040503050406030204" pitchFamily="18" charset="0"/>
                              </a:rPr>
                              <m:t>𝜋</m:t>
                            </m:r>
                            <m:r>
                              <a:rPr lang="en-US" altLang="zh-TW" sz="952" i="1">
                                <a:latin typeface="Cambria Math" panose="02040503050406030204" pitchFamily="18" charset="0"/>
                              </a:rPr>
                              <m:t>/2</m:t>
                            </m:r>
                          </m:e>
                        </m:d>
                      </m:oMath>
                    </m:oMathPara>
                  </a14:m>
                  <a:endParaRPr lang="zh-TW" altLang="en-US" sz="952" dirty="0"/>
                </a:p>
              </p:txBody>
            </p:sp>
          </mc:Choice>
          <mc:Fallback xmlns="">
            <p:sp>
              <p:nvSpPr>
                <p:cNvPr id="221" name="文字方塊 220">
                  <a:extLst>
                    <a:ext uri="{FF2B5EF4-FFF2-40B4-BE49-F238E27FC236}">
                      <a16:creationId xmlns:a16="http://schemas.microsoft.com/office/drawing/2014/main" id="{1F2AF2E0-5B21-4D02-9C04-810F49C1DE6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05886" y="7220158"/>
                  <a:ext cx="1327214" cy="225681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2" name="文字方塊 221">
                  <a:extLst>
                    <a:ext uri="{FF2B5EF4-FFF2-40B4-BE49-F238E27FC236}">
                      <a16:creationId xmlns:a16="http://schemas.microsoft.com/office/drawing/2014/main" id="{5E07A889-321A-4082-9225-757B6BF06F3F}"/>
                    </a:ext>
                  </a:extLst>
                </p:cNvPr>
                <p:cNvSpPr txBox="1"/>
                <p:nvPr/>
              </p:nvSpPr>
              <p:spPr>
                <a:xfrm>
                  <a:off x="8448588" y="7250749"/>
                  <a:ext cx="1327214" cy="22568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en-US" altLang="zh-TW" sz="952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sz="952" i="1">
                                <a:latin typeface="Cambria Math" panose="02040503050406030204" pitchFamily="18" charset="0"/>
                              </a:rPr>
                              <m:t>𝜋</m:t>
                            </m:r>
                            <m:r>
                              <a:rPr lang="en-US" altLang="zh-TW" sz="952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altLang="zh-TW" sz="952" i="1">
                                <a:latin typeface="Cambria Math" panose="02040503050406030204" pitchFamily="18" charset="0"/>
                              </a:rPr>
                              <m:t>𝜋</m:t>
                            </m:r>
                            <m:r>
                              <a:rPr lang="en-US" altLang="zh-TW" sz="952" i="1">
                                <a:latin typeface="Cambria Math" panose="02040503050406030204" pitchFamily="18" charset="0"/>
                              </a:rPr>
                              <m:t>/2</m:t>
                            </m:r>
                          </m:e>
                        </m:d>
                      </m:oMath>
                    </m:oMathPara>
                  </a14:m>
                  <a:endParaRPr lang="zh-TW" altLang="en-US" sz="952" dirty="0"/>
                </a:p>
              </p:txBody>
            </p:sp>
          </mc:Choice>
          <mc:Fallback xmlns="">
            <p:sp>
              <p:nvSpPr>
                <p:cNvPr id="222" name="文字方塊 221">
                  <a:extLst>
                    <a:ext uri="{FF2B5EF4-FFF2-40B4-BE49-F238E27FC236}">
                      <a16:creationId xmlns:a16="http://schemas.microsoft.com/office/drawing/2014/main" id="{5E07A889-321A-4082-9225-757B6BF06F3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448588" y="7250749"/>
                  <a:ext cx="1327214" cy="225681"/>
                </a:xfrm>
                <a:prstGeom prst="rect">
                  <a:avLst/>
                </a:prstGeom>
                <a:blipFill>
                  <a:blip r:embed="rId7"/>
                  <a:stretch>
                    <a:fillRect b="-2564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3" name="文字方塊 222">
                  <a:extLst>
                    <a:ext uri="{FF2B5EF4-FFF2-40B4-BE49-F238E27FC236}">
                      <a16:creationId xmlns:a16="http://schemas.microsoft.com/office/drawing/2014/main" id="{8E51661C-F95C-44C0-A8F0-38165630EE4E}"/>
                    </a:ext>
                  </a:extLst>
                </p:cNvPr>
                <p:cNvSpPr txBox="1"/>
                <p:nvPr/>
              </p:nvSpPr>
              <p:spPr>
                <a:xfrm>
                  <a:off x="5276820" y="10231788"/>
                  <a:ext cx="1327214" cy="22568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en-US" altLang="zh-TW" sz="952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sz="952" i="1">
                                <a:latin typeface="Cambria Math" panose="02040503050406030204" pitchFamily="18" charset="0"/>
                              </a:rPr>
                              <m:t>0, </m:t>
                            </m:r>
                            <m:r>
                              <a:rPr lang="en-US" altLang="zh-TW" sz="952" i="1">
                                <a:latin typeface="Cambria Math" panose="02040503050406030204" pitchFamily="18" charset="0"/>
                              </a:rPr>
                              <m:t>𝜋</m:t>
                            </m:r>
                          </m:e>
                        </m:d>
                      </m:oMath>
                    </m:oMathPara>
                  </a14:m>
                  <a:endParaRPr lang="zh-TW" altLang="en-US" sz="952" dirty="0"/>
                </a:p>
              </p:txBody>
            </p:sp>
          </mc:Choice>
          <mc:Fallback xmlns="">
            <p:sp>
              <p:nvSpPr>
                <p:cNvPr id="223" name="文字方塊 222">
                  <a:extLst>
                    <a:ext uri="{FF2B5EF4-FFF2-40B4-BE49-F238E27FC236}">
                      <a16:creationId xmlns:a16="http://schemas.microsoft.com/office/drawing/2014/main" id="{8E51661C-F95C-44C0-A8F0-38165630EE4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276820" y="10231788"/>
                  <a:ext cx="1327214" cy="225681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0" name="文字方塊 29">
              <a:extLst>
                <a:ext uri="{FF2B5EF4-FFF2-40B4-BE49-F238E27FC236}">
                  <a16:creationId xmlns:a16="http://schemas.microsoft.com/office/drawing/2014/main" id="{3C62B581-7340-4EAA-A28D-864FE7E3805D}"/>
                </a:ext>
              </a:extLst>
            </p:cNvPr>
            <p:cNvSpPr txBox="1"/>
            <p:nvPr/>
          </p:nvSpPr>
          <p:spPr>
            <a:xfrm>
              <a:off x="3105043" y="3526257"/>
              <a:ext cx="5764953" cy="5180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sz="2963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Valley-mixed excitons transition rate</a:t>
              </a:r>
              <a:endParaRPr lang="zh-TW" altLang="en-US" sz="2963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pic>
          <p:nvPicPr>
            <p:cNvPr id="31" name="圖片 30">
              <a:extLst>
                <a:ext uri="{FF2B5EF4-FFF2-40B4-BE49-F238E27FC236}">
                  <a16:creationId xmlns:a16="http://schemas.microsoft.com/office/drawing/2014/main" id="{69C44DA7-B572-46F6-B99D-803A00E6BF54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9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 b="68043"/>
            <a:stretch/>
          </p:blipFill>
          <p:spPr>
            <a:xfrm>
              <a:off x="1671034" y="5217046"/>
              <a:ext cx="2549365" cy="495907"/>
            </a:xfrm>
            <a:prstGeom prst="rect">
              <a:avLst/>
            </a:prstGeom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4" name="文字方塊 213">
                  <a:extLst>
                    <a:ext uri="{FF2B5EF4-FFF2-40B4-BE49-F238E27FC236}">
                      <a16:creationId xmlns:a16="http://schemas.microsoft.com/office/drawing/2014/main" id="{EFDA59F8-F89D-4806-A636-5828FA46C3A1}"/>
                    </a:ext>
                  </a:extLst>
                </p:cNvPr>
                <p:cNvSpPr txBox="1"/>
                <p:nvPr/>
              </p:nvSpPr>
              <p:spPr>
                <a:xfrm>
                  <a:off x="6993803" y="6083073"/>
                  <a:ext cx="339653" cy="243553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1075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1075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𝑄</m:t>
                            </m:r>
                          </m:e>
                          <m:sub>
                            <m:r>
                              <a:rPr lang="en-US" altLang="zh-TW" sz="1075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</m:sub>
                        </m:sSub>
                      </m:oMath>
                    </m:oMathPara>
                  </a14:m>
                  <a:endParaRPr lang="en-US" altLang="zh-TW" sz="1075" dirty="0"/>
                </a:p>
              </p:txBody>
            </p:sp>
          </mc:Choice>
          <mc:Fallback xmlns="">
            <p:sp>
              <p:nvSpPr>
                <p:cNvPr id="214" name="文字方塊 213">
                  <a:extLst>
                    <a:ext uri="{FF2B5EF4-FFF2-40B4-BE49-F238E27FC236}">
                      <a16:creationId xmlns:a16="http://schemas.microsoft.com/office/drawing/2014/main" id="{EFDA59F8-F89D-4806-A636-5828FA46C3A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993803" y="6083073"/>
                  <a:ext cx="339653" cy="243553"/>
                </a:xfrm>
                <a:prstGeom prst="rect">
                  <a:avLst/>
                </a:prstGeom>
                <a:blipFill>
                  <a:blip r:embed="rId10"/>
                  <a:stretch>
                    <a:fillRect b="-2381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pic>
          <p:nvPicPr>
            <p:cNvPr id="56" name="圖片 55">
              <a:extLst>
                <a:ext uri="{FF2B5EF4-FFF2-40B4-BE49-F238E27FC236}">
                  <a16:creationId xmlns:a16="http://schemas.microsoft.com/office/drawing/2014/main" id="{2607B97A-9B35-40AB-9A45-30F57A6C870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9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 t="60450"/>
            <a:stretch/>
          </p:blipFill>
          <p:spPr>
            <a:xfrm>
              <a:off x="7594300" y="5091455"/>
              <a:ext cx="2549365" cy="613739"/>
            </a:xfrm>
            <a:prstGeom prst="rect">
              <a:avLst/>
            </a:prstGeom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1" name="文字方塊 70">
                  <a:extLst>
                    <a:ext uri="{FF2B5EF4-FFF2-40B4-BE49-F238E27FC236}">
                      <a16:creationId xmlns:a16="http://schemas.microsoft.com/office/drawing/2014/main" id="{8ED49B34-25C9-4CF3-A5F6-EF37880D88FA}"/>
                    </a:ext>
                  </a:extLst>
                </p:cNvPr>
                <p:cNvSpPr txBox="1"/>
                <p:nvPr/>
              </p:nvSpPr>
              <p:spPr>
                <a:xfrm>
                  <a:off x="5342865" y="6083073"/>
                  <a:ext cx="339653" cy="243553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1075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1075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𝑄</m:t>
                            </m:r>
                          </m:e>
                          <m:sub>
                            <m:r>
                              <a:rPr lang="en-US" altLang="zh-TW" sz="1075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</m:sub>
                        </m:sSub>
                      </m:oMath>
                    </m:oMathPara>
                  </a14:m>
                  <a:endParaRPr lang="en-US" altLang="zh-TW" sz="1075" dirty="0"/>
                </a:p>
              </p:txBody>
            </p:sp>
          </mc:Choice>
          <mc:Fallback xmlns="">
            <p:sp>
              <p:nvSpPr>
                <p:cNvPr id="71" name="文字方塊 70">
                  <a:extLst>
                    <a:ext uri="{FF2B5EF4-FFF2-40B4-BE49-F238E27FC236}">
                      <a16:creationId xmlns:a16="http://schemas.microsoft.com/office/drawing/2014/main" id="{8ED49B34-25C9-4CF3-A5F6-EF37880D88F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342865" y="6083073"/>
                  <a:ext cx="339653" cy="243553"/>
                </a:xfrm>
                <a:prstGeom prst="rect">
                  <a:avLst/>
                </a:prstGeom>
                <a:blipFill>
                  <a:blip r:embed="rId11"/>
                  <a:stretch>
                    <a:fillRect b="-2381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111" name="群組 110">
              <a:extLst>
                <a:ext uri="{FF2B5EF4-FFF2-40B4-BE49-F238E27FC236}">
                  <a16:creationId xmlns:a16="http://schemas.microsoft.com/office/drawing/2014/main" id="{EB2F6A88-C0D8-4ECF-A15B-462736374E35}"/>
                </a:ext>
              </a:extLst>
            </p:cNvPr>
            <p:cNvGrpSpPr/>
            <p:nvPr/>
          </p:nvGrpSpPr>
          <p:grpSpPr>
            <a:xfrm>
              <a:off x="4457577" y="6694413"/>
              <a:ext cx="2919455" cy="3036650"/>
              <a:chOff x="3909893" y="2121313"/>
              <a:chExt cx="2919455" cy="3036650"/>
            </a:xfrm>
          </p:grpSpPr>
          <p:sp>
            <p:nvSpPr>
              <p:cNvPr id="112" name="Oval 14">
                <a:extLst>
                  <a:ext uri="{FF2B5EF4-FFF2-40B4-BE49-F238E27FC236}">
                    <a16:creationId xmlns:a16="http://schemas.microsoft.com/office/drawing/2014/main" id="{403183D3-0C04-4EC3-8859-0959D3928F67}"/>
                  </a:ext>
                </a:extLst>
              </p:cNvPr>
              <p:cNvSpPr/>
              <p:nvPr/>
            </p:nvSpPr>
            <p:spPr>
              <a:xfrm>
                <a:off x="5222336" y="2135621"/>
                <a:ext cx="295195" cy="305784"/>
              </a:xfrm>
              <a:prstGeom prst="ellipse">
                <a:avLst/>
              </a:prstGeom>
              <a:gradFill flip="none" rotWithShape="1">
                <a:gsLst>
                  <a:gs pos="0">
                    <a:srgbClr val="D1D1D1"/>
                  </a:gs>
                  <a:gs pos="23000">
                    <a:schemeClr val="bg1">
                      <a:lumMod val="85000"/>
                    </a:schemeClr>
                  </a:gs>
                  <a:gs pos="69000">
                    <a:schemeClr val="accent3">
                      <a:lumMod val="75000"/>
                    </a:schemeClr>
                  </a:gs>
                  <a:gs pos="97000">
                    <a:schemeClr val="accent3">
                      <a:lumMod val="70000"/>
                    </a:scheme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952" dirty="0"/>
              </a:p>
            </p:txBody>
          </p:sp>
          <p:sp>
            <p:nvSpPr>
              <p:cNvPr id="115" name="Oval 4">
                <a:extLst>
                  <a:ext uri="{FF2B5EF4-FFF2-40B4-BE49-F238E27FC236}">
                    <a16:creationId xmlns:a16="http://schemas.microsoft.com/office/drawing/2014/main" id="{BDDFE70D-B809-4130-9DC5-B378D7E100B1}"/>
                  </a:ext>
                </a:extLst>
              </p:cNvPr>
              <p:cNvSpPr/>
              <p:nvPr/>
            </p:nvSpPr>
            <p:spPr>
              <a:xfrm>
                <a:off x="4061937" y="2288513"/>
                <a:ext cx="2623960" cy="2718084"/>
              </a:xfrm>
              <a:prstGeom prst="ellipse">
                <a:avLst/>
              </a:prstGeom>
              <a:gradFill flip="none" rotWithShape="1">
                <a:gsLst>
                  <a:gs pos="100000">
                    <a:schemeClr val="accent3">
                      <a:lumMod val="60000"/>
                      <a:lumOff val="40000"/>
                      <a:alpha val="60000"/>
                    </a:schemeClr>
                  </a:gs>
                  <a:gs pos="55000">
                    <a:schemeClr val="accent3">
                      <a:lumMod val="40000"/>
                      <a:lumOff val="60000"/>
                      <a:alpha val="60000"/>
                    </a:schemeClr>
                  </a:gs>
                  <a:gs pos="0">
                    <a:schemeClr val="bg1">
                      <a:alpha val="60000"/>
                    </a:schemeClr>
                  </a:gs>
                </a:gsLst>
                <a:path path="circle">
                  <a:fillToRect l="100000" b="100000"/>
                </a:path>
                <a:tileRect t="-100000" r="-100000"/>
              </a:gradFill>
              <a:ln w="57150">
                <a:solidFill>
                  <a:srgbClr val="D5D7DA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952" dirty="0"/>
              </a:p>
            </p:txBody>
          </p:sp>
          <p:sp>
            <p:nvSpPr>
              <p:cNvPr id="116" name="Oval 15">
                <a:extLst>
                  <a:ext uri="{FF2B5EF4-FFF2-40B4-BE49-F238E27FC236}">
                    <a16:creationId xmlns:a16="http://schemas.microsoft.com/office/drawing/2014/main" id="{B11EEC83-F524-4353-8D9A-5FA8C196517E}"/>
                  </a:ext>
                </a:extLst>
              </p:cNvPr>
              <p:cNvSpPr/>
              <p:nvPr/>
            </p:nvSpPr>
            <p:spPr>
              <a:xfrm>
                <a:off x="5222336" y="4852179"/>
                <a:ext cx="295195" cy="305784"/>
              </a:xfrm>
              <a:prstGeom prst="ellipse">
                <a:avLst/>
              </a:prstGeom>
              <a:gradFill flip="none" rotWithShape="1">
                <a:gsLst>
                  <a:gs pos="17000">
                    <a:srgbClr val="D1D1D1"/>
                  </a:gs>
                  <a:gs pos="0">
                    <a:schemeClr val="bg1">
                      <a:lumMod val="85000"/>
                    </a:schemeClr>
                  </a:gs>
                  <a:gs pos="60000">
                    <a:schemeClr val="accent3">
                      <a:lumMod val="75000"/>
                    </a:schemeClr>
                  </a:gs>
                  <a:gs pos="97000">
                    <a:schemeClr val="accent3">
                      <a:lumMod val="70000"/>
                    </a:scheme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952" dirty="0"/>
              </a:p>
            </p:txBody>
          </p:sp>
          <p:sp>
            <p:nvSpPr>
              <p:cNvPr id="117" name="SHO">
                <a:extLst>
                  <a:ext uri="{FF2B5EF4-FFF2-40B4-BE49-F238E27FC236}">
                    <a16:creationId xmlns:a16="http://schemas.microsoft.com/office/drawing/2014/main" id="{7EAF9CBA-D296-4232-9943-62C9E9C60999}"/>
                  </a:ext>
                </a:extLst>
              </p:cNvPr>
              <p:cNvSpPr/>
              <p:nvPr/>
            </p:nvSpPr>
            <p:spPr>
              <a:xfrm rot="16200000">
                <a:off x="4804171" y="2336484"/>
                <a:ext cx="1131525" cy="2623960"/>
              </a:xfrm>
              <a:prstGeom prst="arc">
                <a:avLst>
                  <a:gd name="adj1" fmla="val 5396867"/>
                  <a:gd name="adj2" fmla="val 5395779"/>
                </a:avLst>
              </a:prstGeom>
              <a:gradFill flip="none" rotWithShape="1">
                <a:gsLst>
                  <a:gs pos="0">
                    <a:schemeClr val="bg1">
                      <a:lumMod val="65000"/>
                    </a:schemeClr>
                  </a:gs>
                  <a:gs pos="47000">
                    <a:schemeClr val="bg1">
                      <a:lumMod val="50000"/>
                    </a:schemeClr>
                  </a:gs>
                  <a:gs pos="97000">
                    <a:srgbClr val="5E5E5E"/>
                  </a:gs>
                </a:gsLst>
                <a:path path="circle">
                  <a:fillToRect l="50000" t="50000" r="50000" b="50000"/>
                </a:path>
                <a:tileRect/>
              </a:gradFill>
              <a:ln w="31750">
                <a:noFill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sz="952" dirty="0"/>
              </a:p>
            </p:txBody>
          </p:sp>
          <p:sp>
            <p:nvSpPr>
              <p:cNvPr id="118" name="SVO">
                <a:extLst>
                  <a:ext uri="{FF2B5EF4-FFF2-40B4-BE49-F238E27FC236}">
                    <a16:creationId xmlns:a16="http://schemas.microsoft.com/office/drawing/2014/main" id="{F5C5DC48-C1F3-426A-8E3B-CBDA1DFB0173}"/>
                  </a:ext>
                </a:extLst>
              </p:cNvPr>
              <p:cNvSpPr/>
              <p:nvPr/>
            </p:nvSpPr>
            <p:spPr>
              <a:xfrm>
                <a:off x="4712309" y="2289422"/>
                <a:ext cx="1311980" cy="2718084"/>
              </a:xfrm>
              <a:prstGeom prst="ellipse">
                <a:avLst/>
              </a:prstGeom>
              <a:noFill/>
              <a:ln w="25400">
                <a:solidFill>
                  <a:schemeClr val="bg1">
                    <a:lumMod val="50000"/>
                  </a:schemeClr>
                </a:solidFill>
                <a:prstDash val="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952"/>
              </a:p>
            </p:txBody>
          </p:sp>
          <p:sp>
            <p:nvSpPr>
              <p:cNvPr id="119" name="Oval 6">
                <a:extLst>
                  <a:ext uri="{FF2B5EF4-FFF2-40B4-BE49-F238E27FC236}">
                    <a16:creationId xmlns:a16="http://schemas.microsoft.com/office/drawing/2014/main" id="{5CEBCCD9-73D5-4B74-B589-064E733B0769}"/>
                  </a:ext>
                </a:extLst>
              </p:cNvPr>
              <p:cNvSpPr/>
              <p:nvPr/>
            </p:nvSpPr>
            <p:spPr>
              <a:xfrm rot="16200000">
                <a:off x="4804171" y="2336484"/>
                <a:ext cx="1131525" cy="2623960"/>
              </a:xfrm>
              <a:prstGeom prst="ellipse">
                <a:avLst/>
              </a:prstGeom>
              <a:noFill/>
              <a:ln w="38100">
                <a:solidFill>
                  <a:schemeClr val="tx1">
                    <a:alpha val="60000"/>
                  </a:schemeClr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952" dirty="0"/>
              </a:p>
            </p:txBody>
          </p:sp>
          <p:sp>
            <p:nvSpPr>
              <p:cNvPr id="120" name="Partial Circle 9">
                <a:extLst>
                  <a:ext uri="{FF2B5EF4-FFF2-40B4-BE49-F238E27FC236}">
                    <a16:creationId xmlns:a16="http://schemas.microsoft.com/office/drawing/2014/main" id="{F0B72084-2E01-45E4-9C5E-7F1A420FA2EC}"/>
                  </a:ext>
                </a:extLst>
              </p:cNvPr>
              <p:cNvSpPr>
                <a:spLocks noChangeAspect="1"/>
              </p:cNvSpPr>
              <p:nvPr/>
            </p:nvSpPr>
            <p:spPr>
              <a:xfrm rot="16200000" flipH="1">
                <a:off x="5149911" y="3221394"/>
                <a:ext cx="431715" cy="833530"/>
              </a:xfrm>
              <a:prstGeom prst="pie">
                <a:avLst>
                  <a:gd name="adj1" fmla="val 16258856"/>
                  <a:gd name="adj2" fmla="val 19252600"/>
                </a:avLst>
              </a:prstGeom>
              <a:gradFill flip="none" rotWithShape="1">
                <a:gsLst>
                  <a:gs pos="0">
                    <a:srgbClr val="007E00"/>
                  </a:gs>
                  <a:gs pos="36000">
                    <a:srgbClr val="45C845">
                      <a:alpha val="60000"/>
                    </a:srgbClr>
                  </a:gs>
                  <a:gs pos="100000">
                    <a:srgbClr val="B9FFB9">
                      <a:alpha val="60000"/>
                    </a:srgbClr>
                  </a:gs>
                </a:gsLst>
                <a:lin ang="2700000" scaled="1"/>
                <a:tileRect/>
              </a:gradFill>
              <a:ln w="19050">
                <a:solidFill>
                  <a:srgbClr val="319B1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952" dirty="0">
                  <a:solidFill>
                    <a:schemeClr val="tx1"/>
                  </a:solidFill>
                </a:endParaRP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21" name="TextBox 10">
                    <a:extLst>
                      <a:ext uri="{FF2B5EF4-FFF2-40B4-BE49-F238E27FC236}">
                        <a16:creationId xmlns:a16="http://schemas.microsoft.com/office/drawing/2014/main" id="{C3529800-10FF-45BD-84BD-B2BD9040B24F}"/>
                      </a:ext>
                    </a:extLst>
                  </p:cNvPr>
                  <p:cNvSpPr txBox="1"/>
                  <p:nvPr/>
                </p:nvSpPr>
                <p:spPr>
                  <a:xfrm>
                    <a:off x="4690465" y="3556135"/>
                    <a:ext cx="321503" cy="518066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963" i="1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oMath>
                      </m:oMathPara>
                    </a14:m>
                    <a:endParaRPr lang="en-US" sz="2963" dirty="0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121" name="TextBox 10">
                    <a:extLst>
                      <a:ext uri="{FF2B5EF4-FFF2-40B4-BE49-F238E27FC236}">
                        <a16:creationId xmlns:a16="http://schemas.microsoft.com/office/drawing/2014/main" id="{C3529800-10FF-45BD-84BD-B2BD9040B24F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690465" y="3556135"/>
                    <a:ext cx="321503" cy="518066"/>
                  </a:xfrm>
                  <a:prstGeom prst="rect">
                    <a:avLst/>
                  </a:prstGeom>
                  <a:blipFill>
                    <a:blip r:embed="rId12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TW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22" name="TextBox 11">
                    <a:extLst>
                      <a:ext uri="{FF2B5EF4-FFF2-40B4-BE49-F238E27FC236}">
                        <a16:creationId xmlns:a16="http://schemas.microsoft.com/office/drawing/2014/main" id="{817019A3-0167-475E-AD83-85B4A0DA08A5}"/>
                      </a:ext>
                    </a:extLst>
                  </p:cNvPr>
                  <p:cNvSpPr txBox="1"/>
                  <p:nvPr/>
                </p:nvSpPr>
                <p:spPr>
                  <a:xfrm>
                    <a:off x="4440285" y="3358991"/>
                    <a:ext cx="321505" cy="518066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963" i="1">
                              <a:latin typeface="Cambria Math" panose="02040503050406030204" pitchFamily="18" charset="0"/>
                            </a:rPr>
                            <m:t>𝑥</m:t>
                          </m:r>
                        </m:oMath>
                      </m:oMathPara>
                    </a14:m>
                    <a:endParaRPr lang="en-US" sz="2963" dirty="0"/>
                  </a:p>
                </p:txBody>
              </p:sp>
            </mc:Choice>
            <mc:Fallback xmlns="">
              <p:sp>
                <p:nvSpPr>
                  <p:cNvPr id="122" name="TextBox 11">
                    <a:extLst>
                      <a:ext uri="{FF2B5EF4-FFF2-40B4-BE49-F238E27FC236}">
                        <a16:creationId xmlns:a16="http://schemas.microsoft.com/office/drawing/2014/main" id="{817019A3-0167-475E-AD83-85B4A0DA08A5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440285" y="3358991"/>
                    <a:ext cx="321505" cy="518066"/>
                  </a:xfrm>
                  <a:prstGeom prst="rect">
                    <a:avLst/>
                  </a:prstGeom>
                  <a:blipFill>
                    <a:blip r:embed="rId13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TW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123" name="Oval 22">
                <a:extLst>
                  <a:ext uri="{FF2B5EF4-FFF2-40B4-BE49-F238E27FC236}">
                    <a16:creationId xmlns:a16="http://schemas.microsoft.com/office/drawing/2014/main" id="{F46B01FD-1216-4605-ADAB-E5CFCCA3DE23}"/>
                  </a:ext>
                </a:extLst>
              </p:cNvPr>
              <p:cNvSpPr/>
              <p:nvPr/>
            </p:nvSpPr>
            <p:spPr>
              <a:xfrm>
                <a:off x="5220616" y="4852179"/>
                <a:ext cx="295195" cy="305784"/>
              </a:xfrm>
              <a:prstGeom prst="ellipse">
                <a:avLst/>
              </a:prstGeom>
              <a:gradFill flip="none" rotWithShape="1">
                <a:gsLst>
                  <a:gs pos="100000">
                    <a:schemeClr val="tx1">
                      <a:lumMod val="85000"/>
                      <a:lumOff val="15000"/>
                    </a:schemeClr>
                  </a:gs>
                  <a:gs pos="50000">
                    <a:schemeClr val="tx1">
                      <a:lumMod val="65000"/>
                      <a:lumOff val="35000"/>
                      <a:tint val="44500"/>
                      <a:satMod val="160000"/>
                    </a:schemeClr>
                  </a:gs>
                  <a:gs pos="0">
                    <a:schemeClr val="tx1">
                      <a:lumMod val="65000"/>
                      <a:lumOff val="35000"/>
                      <a:tint val="23500"/>
                      <a:satMod val="160000"/>
                    </a:scheme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solidFill>
                  <a:schemeClr val="accent6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952" dirty="0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24" name="TextBox 12">
                    <a:extLst>
                      <a:ext uri="{FF2B5EF4-FFF2-40B4-BE49-F238E27FC236}">
                        <a16:creationId xmlns:a16="http://schemas.microsoft.com/office/drawing/2014/main" id="{582923B3-A8AC-4DF7-A9A1-54E0270F3C19}"/>
                      </a:ext>
                    </a:extLst>
                  </p:cNvPr>
                  <p:cNvSpPr txBox="1"/>
                  <p:nvPr/>
                </p:nvSpPr>
                <p:spPr>
                  <a:xfrm>
                    <a:off x="5682304" y="3497724"/>
                    <a:ext cx="321505" cy="518066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963" i="1">
                              <a:latin typeface="Cambria Math" panose="02040503050406030204" pitchFamily="18" charset="0"/>
                            </a:rPr>
                            <m:t>𝑦</m:t>
                          </m:r>
                        </m:oMath>
                      </m:oMathPara>
                    </a14:m>
                    <a:endParaRPr lang="en-US" sz="2963" dirty="0"/>
                  </a:p>
                </p:txBody>
              </p:sp>
            </mc:Choice>
            <mc:Fallback xmlns="">
              <p:sp>
                <p:nvSpPr>
                  <p:cNvPr id="124" name="TextBox 12">
                    <a:extLst>
                      <a:ext uri="{FF2B5EF4-FFF2-40B4-BE49-F238E27FC236}">
                        <a16:creationId xmlns:a16="http://schemas.microsoft.com/office/drawing/2014/main" id="{582923B3-A8AC-4DF7-A9A1-54E0270F3C19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682304" y="3497724"/>
                    <a:ext cx="321505" cy="518066"/>
                  </a:xfrm>
                  <a:prstGeom prst="rect">
                    <a:avLst/>
                  </a:prstGeom>
                  <a:blipFill>
                    <a:blip r:embed="rId14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TW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25" name="TextBox 13">
                    <a:extLst>
                      <a:ext uri="{FF2B5EF4-FFF2-40B4-BE49-F238E27FC236}">
                        <a16:creationId xmlns:a16="http://schemas.microsoft.com/office/drawing/2014/main" id="{74AA8326-5A4A-4583-BFF1-15A4EE248DDB}"/>
                      </a:ext>
                    </a:extLst>
                  </p:cNvPr>
                  <p:cNvSpPr txBox="1"/>
                  <p:nvPr/>
                </p:nvSpPr>
                <p:spPr>
                  <a:xfrm>
                    <a:off x="5200615" y="2429547"/>
                    <a:ext cx="321505" cy="518066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963" i="1">
                              <a:latin typeface="Cambria Math" panose="02040503050406030204" pitchFamily="18" charset="0"/>
                            </a:rPr>
                            <m:t>𝑧</m:t>
                          </m:r>
                        </m:oMath>
                      </m:oMathPara>
                    </a14:m>
                    <a:endParaRPr lang="en-US" sz="2963" dirty="0"/>
                  </a:p>
                </p:txBody>
              </p:sp>
            </mc:Choice>
            <mc:Fallback xmlns="">
              <p:sp>
                <p:nvSpPr>
                  <p:cNvPr id="125" name="TextBox 13">
                    <a:extLst>
                      <a:ext uri="{FF2B5EF4-FFF2-40B4-BE49-F238E27FC236}">
                        <a16:creationId xmlns:a16="http://schemas.microsoft.com/office/drawing/2014/main" id="{74AA8326-5A4A-4583-BFF1-15A4EE248DDB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200615" y="2429547"/>
                    <a:ext cx="321505" cy="518066"/>
                  </a:xfrm>
                  <a:prstGeom prst="rect">
                    <a:avLst/>
                  </a:prstGeom>
                  <a:blipFill>
                    <a:blip r:embed="rId15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TW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126" name="DVO">
                <a:extLst>
                  <a:ext uri="{FF2B5EF4-FFF2-40B4-BE49-F238E27FC236}">
                    <a16:creationId xmlns:a16="http://schemas.microsoft.com/office/drawing/2014/main" id="{C2CE228C-E8AF-4D84-80C7-C5049E67B765}"/>
                  </a:ext>
                </a:extLst>
              </p:cNvPr>
              <p:cNvSpPr/>
              <p:nvPr/>
            </p:nvSpPr>
            <p:spPr>
              <a:xfrm flipH="1">
                <a:off x="4712309" y="2289422"/>
                <a:ext cx="1311980" cy="2718084"/>
              </a:xfrm>
              <a:prstGeom prst="arc">
                <a:avLst>
                  <a:gd name="adj1" fmla="val 5396867"/>
                  <a:gd name="adj2" fmla="val 16170484"/>
                </a:avLst>
              </a:prstGeom>
              <a:ln w="25400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sz="952" dirty="0"/>
              </a:p>
            </p:txBody>
          </p:sp>
          <p:cxnSp>
            <p:nvCxnSpPr>
              <p:cNvPr id="127" name="Straight Arrow Connector 17">
                <a:extLst>
                  <a:ext uri="{FF2B5EF4-FFF2-40B4-BE49-F238E27FC236}">
                    <a16:creationId xmlns:a16="http://schemas.microsoft.com/office/drawing/2014/main" id="{3930FD0D-53C1-4290-97F3-4ACD648BAAB0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4963476" y="3639669"/>
                <a:ext cx="402652" cy="520683"/>
              </a:xfrm>
              <a:prstGeom prst="straightConnector1">
                <a:avLst/>
              </a:prstGeom>
              <a:ln w="53975">
                <a:solidFill>
                  <a:srgbClr val="238109"/>
                </a:solidFill>
                <a:tailEnd type="stealth" w="lg" len="lg"/>
              </a:ln>
            </p:spPr>
            <p:style>
              <a:lnRef idx="3">
                <a:schemeClr val="accent6"/>
              </a:lnRef>
              <a:fillRef idx="0">
                <a:schemeClr val="accent6"/>
              </a:fillRef>
              <a:effectRef idx="2">
                <a:schemeClr val="accent6"/>
              </a:effectRef>
              <a:fontRef idx="minor">
                <a:schemeClr val="tx1"/>
              </a:fontRef>
            </p:style>
          </p:cxnSp>
          <p:sp>
            <p:nvSpPr>
              <p:cNvPr id="128" name="Oval 23">
                <a:extLst>
                  <a:ext uri="{FF2B5EF4-FFF2-40B4-BE49-F238E27FC236}">
                    <a16:creationId xmlns:a16="http://schemas.microsoft.com/office/drawing/2014/main" id="{02B4B18D-2FDB-4DEF-9600-2E1806264A58}"/>
                  </a:ext>
                </a:extLst>
              </p:cNvPr>
              <p:cNvSpPr/>
              <p:nvPr/>
            </p:nvSpPr>
            <p:spPr>
              <a:xfrm>
                <a:off x="6534153" y="3495572"/>
                <a:ext cx="295195" cy="305784"/>
              </a:xfrm>
              <a:prstGeom prst="ellipse">
                <a:avLst/>
              </a:prstGeom>
              <a:gradFill flip="none" rotWithShape="1">
                <a:gsLst>
                  <a:gs pos="100000">
                    <a:schemeClr val="tx1">
                      <a:lumMod val="85000"/>
                      <a:lumOff val="15000"/>
                    </a:schemeClr>
                  </a:gs>
                  <a:gs pos="50000">
                    <a:schemeClr val="tx1">
                      <a:lumMod val="65000"/>
                      <a:lumOff val="35000"/>
                      <a:tint val="44500"/>
                      <a:satMod val="160000"/>
                    </a:schemeClr>
                  </a:gs>
                  <a:gs pos="0">
                    <a:schemeClr val="tx1">
                      <a:lumMod val="65000"/>
                      <a:lumOff val="35000"/>
                      <a:tint val="23500"/>
                      <a:satMod val="160000"/>
                    </a:scheme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solidFill>
                  <a:schemeClr val="accent6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952" dirty="0"/>
              </a:p>
            </p:txBody>
          </p:sp>
          <p:sp>
            <p:nvSpPr>
              <p:cNvPr id="129" name="Partial Circle 9">
                <a:extLst>
                  <a:ext uri="{FF2B5EF4-FFF2-40B4-BE49-F238E27FC236}">
                    <a16:creationId xmlns:a16="http://schemas.microsoft.com/office/drawing/2014/main" id="{1230E5CC-E479-44AD-9D97-5BD056875D8E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5204126" y="3328761"/>
                <a:ext cx="301557" cy="609055"/>
              </a:xfrm>
              <a:prstGeom prst="pie">
                <a:avLst>
                  <a:gd name="adj1" fmla="val 16258856"/>
                  <a:gd name="adj2" fmla="val 19252600"/>
                </a:avLst>
              </a:prstGeom>
              <a:gradFill flip="none" rotWithShape="1">
                <a:gsLst>
                  <a:gs pos="0">
                    <a:schemeClr val="accent5">
                      <a:lumMod val="60000"/>
                      <a:lumOff val="40000"/>
                      <a:shade val="30000"/>
                      <a:satMod val="115000"/>
                    </a:schemeClr>
                  </a:gs>
                  <a:gs pos="50000">
                    <a:schemeClr val="accent5">
                      <a:lumMod val="60000"/>
                      <a:lumOff val="40000"/>
                      <a:shade val="67500"/>
                      <a:satMod val="115000"/>
                    </a:schemeClr>
                  </a:gs>
                  <a:gs pos="100000">
                    <a:schemeClr val="accent5">
                      <a:lumMod val="60000"/>
                      <a:lumOff val="40000"/>
                      <a:shade val="100000"/>
                      <a:satMod val="115000"/>
                    </a:schemeClr>
                  </a:gs>
                </a:gsLst>
                <a:lin ang="2700000" scaled="1"/>
                <a:tileRect/>
              </a:gradFill>
              <a:ln w="19050">
                <a:solidFill>
                  <a:srgbClr val="0070C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952" dirty="0"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130" name="Straight Arrow Connector 7">
                <a:extLst>
                  <a:ext uri="{FF2B5EF4-FFF2-40B4-BE49-F238E27FC236}">
                    <a16:creationId xmlns:a16="http://schemas.microsoft.com/office/drawing/2014/main" id="{4019F769-C85E-4FE6-93B6-EED2B259A3A5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362789" y="2834235"/>
                <a:ext cx="3083" cy="810248"/>
              </a:xfrm>
              <a:prstGeom prst="straightConnector1">
                <a:avLst/>
              </a:prstGeom>
              <a:ln w="34925">
                <a:solidFill>
                  <a:schemeClr val="tx1"/>
                </a:solidFill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31" name="TextBox 10">
                    <a:extLst>
                      <a:ext uri="{FF2B5EF4-FFF2-40B4-BE49-F238E27FC236}">
                        <a16:creationId xmlns:a16="http://schemas.microsoft.com/office/drawing/2014/main" id="{CBAA7BD2-A791-4CB2-B11A-65D9613DD3DD}"/>
                      </a:ext>
                    </a:extLst>
                  </p:cNvPr>
                  <p:cNvSpPr txBox="1"/>
                  <p:nvPr/>
                </p:nvSpPr>
                <p:spPr>
                  <a:xfrm>
                    <a:off x="5379379" y="3022370"/>
                    <a:ext cx="321503" cy="518066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963" i="1">
                              <a:solidFill>
                                <a:schemeClr val="accent1">
                                  <a:lumMod val="40000"/>
                                  <a:lumOff val="6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oMath>
                      </m:oMathPara>
                    </a14:m>
                    <a:endParaRPr lang="en-US" sz="2963" dirty="0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131" name="TextBox 10">
                    <a:extLst>
                      <a:ext uri="{FF2B5EF4-FFF2-40B4-BE49-F238E27FC236}">
                        <a16:creationId xmlns:a16="http://schemas.microsoft.com/office/drawing/2014/main" id="{CBAA7BD2-A791-4CB2-B11A-65D9613DD3DD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379379" y="3022370"/>
                    <a:ext cx="321503" cy="518066"/>
                  </a:xfrm>
                  <a:prstGeom prst="rect">
                    <a:avLst/>
                  </a:prstGeom>
                  <a:blipFill>
                    <a:blip r:embed="rId16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TW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132" name="Straight Arrow Connector 19">
                <a:extLst>
                  <a:ext uri="{FF2B5EF4-FFF2-40B4-BE49-F238E27FC236}">
                    <a16:creationId xmlns:a16="http://schemas.microsoft.com/office/drawing/2014/main" id="{5C9630EF-0750-494B-AF08-F89751114E9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368214" y="3640512"/>
                <a:ext cx="355802" cy="284861"/>
              </a:xfrm>
              <a:prstGeom prst="straightConnector1">
                <a:avLst/>
              </a:prstGeom>
              <a:ln w="34925">
                <a:solidFill>
                  <a:schemeClr val="tx1"/>
                </a:solidFill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3" name="Straight Arrow Connector 18">
                <a:extLst>
                  <a:ext uri="{FF2B5EF4-FFF2-40B4-BE49-F238E27FC236}">
                    <a16:creationId xmlns:a16="http://schemas.microsoft.com/office/drawing/2014/main" id="{6009E632-AD79-459E-AA7D-0BAAD7EB78CA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 flipH="1" flipV="1">
                <a:off x="5056896" y="3328917"/>
                <a:ext cx="0" cy="623190"/>
              </a:xfrm>
              <a:prstGeom prst="straightConnector1">
                <a:avLst/>
              </a:prstGeom>
              <a:ln w="34925">
                <a:solidFill>
                  <a:schemeClr val="tx1"/>
                </a:solidFill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4" name="Straight Arrow Connector 17">
                <a:extLst>
                  <a:ext uri="{FF2B5EF4-FFF2-40B4-BE49-F238E27FC236}">
                    <a16:creationId xmlns:a16="http://schemas.microsoft.com/office/drawing/2014/main" id="{BC9609C1-4DDF-4927-A176-959EC4146654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351433" y="2829722"/>
                <a:ext cx="1039268" cy="817070"/>
              </a:xfrm>
              <a:prstGeom prst="straightConnector1">
                <a:avLst/>
              </a:prstGeom>
              <a:ln w="53975">
                <a:solidFill>
                  <a:schemeClr val="accent5">
                    <a:lumMod val="75000"/>
                  </a:schemeClr>
                </a:solidFill>
                <a:tailEnd type="stealth" w="lg" len="lg"/>
              </a:ln>
            </p:spPr>
            <p:style>
              <a:lnRef idx="3">
                <a:schemeClr val="accent6"/>
              </a:lnRef>
              <a:fillRef idx="0">
                <a:schemeClr val="accent6"/>
              </a:fillRef>
              <a:effectRef idx="2">
                <a:schemeClr val="accent6"/>
              </a:effectRef>
              <a:fontRef idx="minor">
                <a:schemeClr val="tx1"/>
              </a:fontRef>
            </p:style>
          </p:cxnSp>
          <p:sp>
            <p:nvSpPr>
              <p:cNvPr id="135" name="Oval 20">
                <a:extLst>
                  <a:ext uri="{FF2B5EF4-FFF2-40B4-BE49-F238E27FC236}">
                    <a16:creationId xmlns:a16="http://schemas.microsoft.com/office/drawing/2014/main" id="{2DDD71B5-7DC2-46E0-A668-C0E63DD9F714}"/>
                  </a:ext>
                </a:extLst>
              </p:cNvPr>
              <p:cNvSpPr/>
              <p:nvPr/>
            </p:nvSpPr>
            <p:spPr>
              <a:xfrm>
                <a:off x="3909893" y="3495572"/>
                <a:ext cx="295195" cy="305784"/>
              </a:xfrm>
              <a:prstGeom prst="ellipse">
                <a:avLst/>
              </a:prstGeom>
              <a:gradFill flip="none" rotWithShape="1">
                <a:gsLst>
                  <a:gs pos="100000">
                    <a:schemeClr val="tx1">
                      <a:lumMod val="85000"/>
                      <a:lumOff val="15000"/>
                    </a:schemeClr>
                  </a:gs>
                  <a:gs pos="50000">
                    <a:schemeClr val="tx1">
                      <a:lumMod val="65000"/>
                      <a:lumOff val="35000"/>
                      <a:tint val="44500"/>
                      <a:satMod val="160000"/>
                    </a:schemeClr>
                  </a:gs>
                  <a:gs pos="0">
                    <a:schemeClr val="tx1">
                      <a:lumMod val="65000"/>
                      <a:lumOff val="35000"/>
                      <a:tint val="23500"/>
                      <a:satMod val="160000"/>
                    </a:scheme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solidFill>
                  <a:schemeClr val="accent6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952"/>
              </a:p>
            </p:txBody>
          </p:sp>
          <p:sp>
            <p:nvSpPr>
              <p:cNvPr id="136" name="Oval 22">
                <a:extLst>
                  <a:ext uri="{FF2B5EF4-FFF2-40B4-BE49-F238E27FC236}">
                    <a16:creationId xmlns:a16="http://schemas.microsoft.com/office/drawing/2014/main" id="{532235C3-36EB-4077-9B73-FFAA6889E447}"/>
                  </a:ext>
                </a:extLst>
              </p:cNvPr>
              <p:cNvSpPr/>
              <p:nvPr/>
            </p:nvSpPr>
            <p:spPr>
              <a:xfrm>
                <a:off x="5222764" y="2121313"/>
                <a:ext cx="295195" cy="305784"/>
              </a:xfrm>
              <a:prstGeom prst="ellipse">
                <a:avLst/>
              </a:prstGeom>
              <a:gradFill flip="none" rotWithShape="1">
                <a:gsLst>
                  <a:gs pos="100000">
                    <a:schemeClr val="tx1">
                      <a:lumMod val="85000"/>
                      <a:lumOff val="15000"/>
                    </a:schemeClr>
                  </a:gs>
                  <a:gs pos="50000">
                    <a:schemeClr val="tx1">
                      <a:lumMod val="65000"/>
                      <a:lumOff val="35000"/>
                      <a:tint val="44500"/>
                      <a:satMod val="160000"/>
                    </a:schemeClr>
                  </a:gs>
                  <a:gs pos="0">
                    <a:schemeClr val="tx1">
                      <a:lumMod val="65000"/>
                      <a:lumOff val="35000"/>
                      <a:tint val="23500"/>
                      <a:satMod val="160000"/>
                    </a:scheme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solidFill>
                  <a:schemeClr val="accent6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952" dirty="0"/>
              </a:p>
            </p:txBody>
          </p:sp>
        </p:grpSp>
        <p:grpSp>
          <p:nvGrpSpPr>
            <p:cNvPr id="149" name="群組 148">
              <a:extLst>
                <a:ext uri="{FF2B5EF4-FFF2-40B4-BE49-F238E27FC236}">
                  <a16:creationId xmlns:a16="http://schemas.microsoft.com/office/drawing/2014/main" id="{A5A6FDB4-65B7-40F6-9EF8-98DB7E458984}"/>
                </a:ext>
              </a:extLst>
            </p:cNvPr>
            <p:cNvGrpSpPr/>
            <p:nvPr/>
          </p:nvGrpSpPr>
          <p:grpSpPr>
            <a:xfrm>
              <a:off x="4973729" y="5067527"/>
              <a:ext cx="609103" cy="498739"/>
              <a:chOff x="6583394" y="1501875"/>
              <a:chExt cx="1650681" cy="1351594"/>
            </a:xfrm>
          </p:grpSpPr>
          <p:grpSp>
            <p:nvGrpSpPr>
              <p:cNvPr id="150" name="群組 149">
                <a:extLst>
                  <a:ext uri="{FF2B5EF4-FFF2-40B4-BE49-F238E27FC236}">
                    <a16:creationId xmlns:a16="http://schemas.microsoft.com/office/drawing/2014/main" id="{06713BF3-E162-4E60-8424-0D3645092CB6}"/>
                  </a:ext>
                </a:extLst>
              </p:cNvPr>
              <p:cNvGrpSpPr/>
              <p:nvPr/>
            </p:nvGrpSpPr>
            <p:grpSpPr>
              <a:xfrm>
                <a:off x="6929132" y="2420541"/>
                <a:ext cx="361452" cy="346736"/>
                <a:chOff x="1373392" y="2391862"/>
                <a:chExt cx="479433" cy="476535"/>
              </a:xfrm>
            </p:grpSpPr>
            <p:sp>
              <p:nvSpPr>
                <p:cNvPr id="153" name="箭號: 向右 152">
                  <a:extLst>
                    <a:ext uri="{FF2B5EF4-FFF2-40B4-BE49-F238E27FC236}">
                      <a16:creationId xmlns:a16="http://schemas.microsoft.com/office/drawing/2014/main" id="{317E9151-13EC-4B0C-AEEB-E1DB0A9EAE0E}"/>
                    </a:ext>
                  </a:extLst>
                </p:cNvPr>
                <p:cNvSpPr/>
                <p:nvPr/>
              </p:nvSpPr>
              <p:spPr>
                <a:xfrm>
                  <a:off x="1411244" y="2735868"/>
                  <a:ext cx="441581" cy="132529"/>
                </a:xfrm>
                <a:prstGeom prst="rightArrow">
                  <a:avLst>
                    <a:gd name="adj1" fmla="val 50000"/>
                    <a:gd name="adj2" fmla="val 99023"/>
                  </a:avLst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 sz="1209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154" name="箭號: 向右 153">
                  <a:extLst>
                    <a:ext uri="{FF2B5EF4-FFF2-40B4-BE49-F238E27FC236}">
                      <a16:creationId xmlns:a16="http://schemas.microsoft.com/office/drawing/2014/main" id="{6212BE4F-53A2-4F05-B95F-DD7B6D1E6885}"/>
                    </a:ext>
                  </a:extLst>
                </p:cNvPr>
                <p:cNvSpPr/>
                <p:nvPr/>
              </p:nvSpPr>
              <p:spPr>
                <a:xfrm rot="16200000">
                  <a:off x="1218866" y="2546388"/>
                  <a:ext cx="441581" cy="132529"/>
                </a:xfrm>
                <a:prstGeom prst="rightArrow">
                  <a:avLst>
                    <a:gd name="adj1" fmla="val 50000"/>
                    <a:gd name="adj2" fmla="val 99023"/>
                  </a:avLst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 sz="1209" dirty="0">
                    <a:solidFill>
                      <a:schemeClr val="bg1"/>
                    </a:solidFill>
                  </a:endParaRPr>
                </a:p>
              </p:txBody>
            </p:sp>
          </p:grp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51" name="文字方塊 150">
                    <a:extLst>
                      <a:ext uri="{FF2B5EF4-FFF2-40B4-BE49-F238E27FC236}">
                        <a16:creationId xmlns:a16="http://schemas.microsoft.com/office/drawing/2014/main" id="{52EFECC6-B5F3-4074-BE7A-663B5FA29EA9}"/>
                      </a:ext>
                    </a:extLst>
                  </p:cNvPr>
                  <p:cNvSpPr txBox="1"/>
                  <p:nvPr/>
                </p:nvSpPr>
                <p:spPr>
                  <a:xfrm>
                    <a:off x="6583394" y="1501875"/>
                    <a:ext cx="416137" cy="64033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TW" sz="952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952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𝑄</m:t>
                              </m:r>
                            </m:e>
                            <m:sub>
                              <m:r>
                                <a:rPr lang="en-US" altLang="zh-TW" sz="952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sub>
                          </m:sSub>
                        </m:oMath>
                      </m:oMathPara>
                    </a14:m>
                    <a:endParaRPr lang="en-US" altLang="zh-TW" sz="952" dirty="0">
                      <a:solidFill>
                        <a:schemeClr val="bg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151" name="文字方塊 150">
                    <a:extLst>
                      <a:ext uri="{FF2B5EF4-FFF2-40B4-BE49-F238E27FC236}">
                        <a16:creationId xmlns:a16="http://schemas.microsoft.com/office/drawing/2014/main" id="{52EFECC6-B5F3-4074-BE7A-663B5FA29EA9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583394" y="1501875"/>
                    <a:ext cx="416137" cy="640330"/>
                  </a:xfrm>
                  <a:prstGeom prst="rect">
                    <a:avLst/>
                  </a:prstGeom>
                  <a:blipFill>
                    <a:blip r:embed="rId17"/>
                    <a:stretch>
                      <a:fillRect r="-55556"/>
                    </a:stretch>
                  </a:blipFill>
                </p:spPr>
                <p:txBody>
                  <a:bodyPr/>
                  <a:lstStyle/>
                  <a:p>
                    <a:r>
                      <a:rPr lang="zh-TW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52" name="文字方塊 151">
                    <a:extLst>
                      <a:ext uri="{FF2B5EF4-FFF2-40B4-BE49-F238E27FC236}">
                        <a16:creationId xmlns:a16="http://schemas.microsoft.com/office/drawing/2014/main" id="{DB77260B-1A64-4877-885C-4F2CAB33643C}"/>
                      </a:ext>
                    </a:extLst>
                  </p:cNvPr>
                  <p:cNvSpPr txBox="1"/>
                  <p:nvPr/>
                </p:nvSpPr>
                <p:spPr>
                  <a:xfrm>
                    <a:off x="7165989" y="2241869"/>
                    <a:ext cx="1068086" cy="61160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TW" sz="952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952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𝑄</m:t>
                              </m:r>
                            </m:e>
                            <m:sub>
                              <m:r>
                                <a:rPr lang="en-US" altLang="zh-TW" sz="952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b>
                          </m:sSub>
                        </m:oMath>
                      </m:oMathPara>
                    </a14:m>
                    <a:endParaRPr lang="en-US" altLang="zh-TW" sz="952" dirty="0">
                      <a:solidFill>
                        <a:schemeClr val="bg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152" name="文字方塊 151">
                    <a:extLst>
                      <a:ext uri="{FF2B5EF4-FFF2-40B4-BE49-F238E27FC236}">
                        <a16:creationId xmlns:a16="http://schemas.microsoft.com/office/drawing/2014/main" id="{DB77260B-1A64-4877-885C-4F2CAB33643C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165989" y="2241869"/>
                    <a:ext cx="1068086" cy="611600"/>
                  </a:xfrm>
                  <a:prstGeom prst="rect">
                    <a:avLst/>
                  </a:prstGeom>
                  <a:blipFill>
                    <a:blip r:embed="rId18"/>
                    <a:stretch>
                      <a:fillRect b="-2564"/>
                    </a:stretch>
                  </a:blipFill>
                </p:spPr>
                <p:txBody>
                  <a:bodyPr/>
                  <a:lstStyle/>
                  <a:p>
                    <a:r>
                      <a:rPr lang="zh-TW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155" name="群組 154">
              <a:extLst>
                <a:ext uri="{FF2B5EF4-FFF2-40B4-BE49-F238E27FC236}">
                  <a16:creationId xmlns:a16="http://schemas.microsoft.com/office/drawing/2014/main" id="{21042132-323A-4817-BC64-1AFBEEB925EA}"/>
                </a:ext>
              </a:extLst>
            </p:cNvPr>
            <p:cNvGrpSpPr/>
            <p:nvPr/>
          </p:nvGrpSpPr>
          <p:grpSpPr>
            <a:xfrm>
              <a:off x="6621554" y="5067527"/>
              <a:ext cx="609103" cy="498739"/>
              <a:chOff x="6583394" y="1501875"/>
              <a:chExt cx="1650681" cy="1351594"/>
            </a:xfrm>
          </p:grpSpPr>
          <p:grpSp>
            <p:nvGrpSpPr>
              <p:cNvPr id="156" name="群組 155">
                <a:extLst>
                  <a:ext uri="{FF2B5EF4-FFF2-40B4-BE49-F238E27FC236}">
                    <a16:creationId xmlns:a16="http://schemas.microsoft.com/office/drawing/2014/main" id="{7CAB89FA-3071-4B8E-9F46-80CD06A9FC4D}"/>
                  </a:ext>
                </a:extLst>
              </p:cNvPr>
              <p:cNvGrpSpPr/>
              <p:nvPr/>
            </p:nvGrpSpPr>
            <p:grpSpPr>
              <a:xfrm>
                <a:off x="6929132" y="2420541"/>
                <a:ext cx="361452" cy="346736"/>
                <a:chOff x="1373392" y="2391862"/>
                <a:chExt cx="479433" cy="476535"/>
              </a:xfrm>
            </p:grpSpPr>
            <p:sp>
              <p:nvSpPr>
                <p:cNvPr id="159" name="箭號: 向右 158">
                  <a:extLst>
                    <a:ext uri="{FF2B5EF4-FFF2-40B4-BE49-F238E27FC236}">
                      <a16:creationId xmlns:a16="http://schemas.microsoft.com/office/drawing/2014/main" id="{4776C7A5-1ECA-4AFE-8691-E4A2236F095A}"/>
                    </a:ext>
                  </a:extLst>
                </p:cNvPr>
                <p:cNvSpPr/>
                <p:nvPr/>
              </p:nvSpPr>
              <p:spPr>
                <a:xfrm>
                  <a:off x="1411244" y="2735868"/>
                  <a:ext cx="441581" cy="132529"/>
                </a:xfrm>
                <a:prstGeom prst="rightArrow">
                  <a:avLst>
                    <a:gd name="adj1" fmla="val 50000"/>
                    <a:gd name="adj2" fmla="val 99023"/>
                  </a:avLst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 sz="1209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160" name="箭號: 向右 159">
                  <a:extLst>
                    <a:ext uri="{FF2B5EF4-FFF2-40B4-BE49-F238E27FC236}">
                      <a16:creationId xmlns:a16="http://schemas.microsoft.com/office/drawing/2014/main" id="{4E7DD0E1-4950-48C5-A4F7-9E331B8C8950}"/>
                    </a:ext>
                  </a:extLst>
                </p:cNvPr>
                <p:cNvSpPr/>
                <p:nvPr/>
              </p:nvSpPr>
              <p:spPr>
                <a:xfrm rot="16200000">
                  <a:off x="1218866" y="2546388"/>
                  <a:ext cx="441581" cy="132529"/>
                </a:xfrm>
                <a:prstGeom prst="rightArrow">
                  <a:avLst>
                    <a:gd name="adj1" fmla="val 50000"/>
                    <a:gd name="adj2" fmla="val 99023"/>
                  </a:avLst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 sz="1209" dirty="0">
                    <a:solidFill>
                      <a:schemeClr val="bg1"/>
                    </a:solidFill>
                  </a:endParaRPr>
                </a:p>
              </p:txBody>
            </p:sp>
          </p:grp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57" name="文字方塊 156">
                    <a:extLst>
                      <a:ext uri="{FF2B5EF4-FFF2-40B4-BE49-F238E27FC236}">
                        <a16:creationId xmlns:a16="http://schemas.microsoft.com/office/drawing/2014/main" id="{53EDBF9F-D0D2-40B9-8120-64E2ACF6F414}"/>
                      </a:ext>
                    </a:extLst>
                  </p:cNvPr>
                  <p:cNvSpPr txBox="1"/>
                  <p:nvPr/>
                </p:nvSpPr>
                <p:spPr>
                  <a:xfrm>
                    <a:off x="6583394" y="1501875"/>
                    <a:ext cx="416137" cy="64033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TW" sz="952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952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𝑄</m:t>
                              </m:r>
                            </m:e>
                            <m:sub>
                              <m:r>
                                <a:rPr lang="en-US" altLang="zh-TW" sz="952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sub>
                          </m:sSub>
                        </m:oMath>
                      </m:oMathPara>
                    </a14:m>
                    <a:endParaRPr lang="en-US" altLang="zh-TW" sz="952" dirty="0">
                      <a:solidFill>
                        <a:schemeClr val="bg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157" name="文字方塊 156">
                    <a:extLst>
                      <a:ext uri="{FF2B5EF4-FFF2-40B4-BE49-F238E27FC236}">
                        <a16:creationId xmlns:a16="http://schemas.microsoft.com/office/drawing/2014/main" id="{53EDBF9F-D0D2-40B9-8120-64E2ACF6F414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583394" y="1501875"/>
                    <a:ext cx="416137" cy="640330"/>
                  </a:xfrm>
                  <a:prstGeom prst="rect">
                    <a:avLst/>
                  </a:prstGeom>
                  <a:blipFill>
                    <a:blip r:embed="rId19"/>
                    <a:stretch>
                      <a:fillRect r="-57692"/>
                    </a:stretch>
                  </a:blipFill>
                </p:spPr>
                <p:txBody>
                  <a:bodyPr/>
                  <a:lstStyle/>
                  <a:p>
                    <a:r>
                      <a:rPr lang="zh-TW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58" name="文字方塊 157">
                    <a:extLst>
                      <a:ext uri="{FF2B5EF4-FFF2-40B4-BE49-F238E27FC236}">
                        <a16:creationId xmlns:a16="http://schemas.microsoft.com/office/drawing/2014/main" id="{A81D3077-0BEC-4DF9-9875-08468F293F08}"/>
                      </a:ext>
                    </a:extLst>
                  </p:cNvPr>
                  <p:cNvSpPr txBox="1"/>
                  <p:nvPr/>
                </p:nvSpPr>
                <p:spPr>
                  <a:xfrm>
                    <a:off x="7165989" y="2241869"/>
                    <a:ext cx="1068086" cy="61160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TW" sz="952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952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𝑄</m:t>
                              </m:r>
                            </m:e>
                            <m:sub>
                              <m:r>
                                <a:rPr lang="en-US" altLang="zh-TW" sz="952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b>
                          </m:sSub>
                        </m:oMath>
                      </m:oMathPara>
                    </a14:m>
                    <a:endParaRPr lang="en-US" altLang="zh-TW" sz="952" dirty="0">
                      <a:solidFill>
                        <a:schemeClr val="bg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158" name="文字方塊 157">
                    <a:extLst>
                      <a:ext uri="{FF2B5EF4-FFF2-40B4-BE49-F238E27FC236}">
                        <a16:creationId xmlns:a16="http://schemas.microsoft.com/office/drawing/2014/main" id="{A81D3077-0BEC-4DF9-9875-08468F293F08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165989" y="2241869"/>
                    <a:ext cx="1068086" cy="611600"/>
                  </a:xfrm>
                  <a:prstGeom prst="rect">
                    <a:avLst/>
                  </a:prstGeom>
                  <a:blipFill>
                    <a:blip r:embed="rId18"/>
                    <a:stretch>
                      <a:fillRect b="-2564"/>
                    </a:stretch>
                  </a:blipFill>
                </p:spPr>
                <p:txBody>
                  <a:bodyPr/>
                  <a:lstStyle/>
                  <a:p>
                    <a:r>
                      <a:rPr lang="zh-TW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  <p:grpSp>
        <p:nvGrpSpPr>
          <p:cNvPr id="34" name="群組 33">
            <a:extLst>
              <a:ext uri="{FF2B5EF4-FFF2-40B4-BE49-F238E27FC236}">
                <a16:creationId xmlns:a16="http://schemas.microsoft.com/office/drawing/2014/main" id="{93D388DE-5F5D-44FE-B05C-74E7C2A07C8F}"/>
              </a:ext>
            </a:extLst>
          </p:cNvPr>
          <p:cNvGrpSpPr/>
          <p:nvPr/>
        </p:nvGrpSpPr>
        <p:grpSpPr>
          <a:xfrm>
            <a:off x="7336858" y="97415"/>
            <a:ext cx="9617885" cy="6350862"/>
            <a:chOff x="4037782" y="3448050"/>
            <a:chExt cx="9087668" cy="6000750"/>
          </a:xfrm>
        </p:grpSpPr>
        <p:sp>
          <p:nvSpPr>
            <p:cNvPr id="161" name="矩形: 圓角 160">
              <a:extLst>
                <a:ext uri="{FF2B5EF4-FFF2-40B4-BE49-F238E27FC236}">
                  <a16:creationId xmlns:a16="http://schemas.microsoft.com/office/drawing/2014/main" id="{D952B563-356F-4444-9738-863E95A764C0}"/>
                </a:ext>
              </a:extLst>
            </p:cNvPr>
            <p:cNvSpPr/>
            <p:nvPr/>
          </p:nvSpPr>
          <p:spPr>
            <a:xfrm>
              <a:off x="4248151" y="3448050"/>
              <a:ext cx="8877299" cy="6000750"/>
            </a:xfrm>
            <a:prstGeom prst="roundRect">
              <a:avLst>
                <a:gd name="adj" fmla="val 7772"/>
              </a:avLst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ot="0" spcFirstLastPara="0" vertOverflow="overflow" horzOverflow="overflow" vert="horz" wrap="square" lIns="61454" tIns="30727" rIns="61454" bIns="30727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1209" dirty="0"/>
            </a:p>
          </p:txBody>
        </p:sp>
        <p:grpSp>
          <p:nvGrpSpPr>
            <p:cNvPr id="162" name="群組 161">
              <a:extLst>
                <a:ext uri="{FF2B5EF4-FFF2-40B4-BE49-F238E27FC236}">
                  <a16:creationId xmlns:a16="http://schemas.microsoft.com/office/drawing/2014/main" id="{664CB05B-9315-48E0-9E6E-422D5C294709}"/>
                </a:ext>
              </a:extLst>
            </p:cNvPr>
            <p:cNvGrpSpPr/>
            <p:nvPr/>
          </p:nvGrpSpPr>
          <p:grpSpPr>
            <a:xfrm>
              <a:off x="10782519" y="7032501"/>
              <a:ext cx="2090057" cy="2090057"/>
              <a:chOff x="8631015" y="5186974"/>
              <a:chExt cx="2090057" cy="2090057"/>
            </a:xfrm>
          </p:grpSpPr>
          <p:sp>
            <p:nvSpPr>
              <p:cNvPr id="163" name="矩形: 圓角 162">
                <a:extLst>
                  <a:ext uri="{FF2B5EF4-FFF2-40B4-BE49-F238E27FC236}">
                    <a16:creationId xmlns:a16="http://schemas.microsoft.com/office/drawing/2014/main" id="{B6E45FE1-A244-4CB6-B05B-39B9C0E47DFB}"/>
                  </a:ext>
                </a:extLst>
              </p:cNvPr>
              <p:cNvSpPr/>
              <p:nvPr/>
            </p:nvSpPr>
            <p:spPr>
              <a:xfrm>
                <a:off x="8631015" y="5186974"/>
                <a:ext cx="2090057" cy="2090057"/>
              </a:xfrm>
              <a:prstGeom prst="roundRect">
                <a:avLst/>
              </a:prstGeom>
              <a:solidFill>
                <a:schemeClr val="tx1">
                  <a:lumMod val="65000"/>
                  <a:lumOff val="35000"/>
                </a:schemeClr>
              </a:solidFill>
            </p:spPr>
            <p:style>
              <a:lnRef idx="0">
                <a:schemeClr val="accent3"/>
              </a:lnRef>
              <a:fillRef idx="3">
                <a:schemeClr val="accent3"/>
              </a:fillRef>
              <a:effectRef idx="3">
                <a:schemeClr val="accent3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6775" tIns="48386" rIns="96775" bIns="48386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TW" altLang="en-US" sz="952" dirty="0"/>
              </a:p>
            </p:txBody>
          </p:sp>
          <p:sp>
            <p:nvSpPr>
              <p:cNvPr id="164" name="箭號: 左-右雙向 163">
                <a:extLst>
                  <a:ext uri="{FF2B5EF4-FFF2-40B4-BE49-F238E27FC236}">
                    <a16:creationId xmlns:a16="http://schemas.microsoft.com/office/drawing/2014/main" id="{EF89544A-3BF5-4399-B329-8C61C8691EC3}"/>
                  </a:ext>
                </a:extLst>
              </p:cNvPr>
              <p:cNvSpPr/>
              <p:nvPr/>
            </p:nvSpPr>
            <p:spPr>
              <a:xfrm rot="5400000">
                <a:off x="8825319" y="6077225"/>
                <a:ext cx="432000" cy="217754"/>
              </a:xfrm>
              <a:prstGeom prst="leftRightArrow">
                <a:avLst>
                  <a:gd name="adj1" fmla="val 28600"/>
                  <a:gd name="adj2" fmla="val 50000"/>
                </a:avLst>
              </a:prstGeom>
            </p:spPr>
            <p:style>
              <a:lnRef idx="0">
                <a:schemeClr val="accent2"/>
              </a:lnRef>
              <a:fillRef idx="3">
                <a:schemeClr val="accent2"/>
              </a:fillRef>
              <a:effectRef idx="3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6775" tIns="48386" rIns="96775" bIns="48386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TW" altLang="en-US" sz="952" dirty="0"/>
              </a:p>
            </p:txBody>
          </p:sp>
          <p:sp>
            <p:nvSpPr>
              <p:cNvPr id="165" name="箭號: 左-右雙向 164">
                <a:extLst>
                  <a:ext uri="{FF2B5EF4-FFF2-40B4-BE49-F238E27FC236}">
                    <a16:creationId xmlns:a16="http://schemas.microsoft.com/office/drawing/2014/main" id="{01855D24-DE82-48EE-8FB4-C2084C0301A6}"/>
                  </a:ext>
                </a:extLst>
              </p:cNvPr>
              <p:cNvSpPr/>
              <p:nvPr/>
            </p:nvSpPr>
            <p:spPr>
              <a:xfrm rot="5400000">
                <a:off x="10130264" y="6077225"/>
                <a:ext cx="432000" cy="217754"/>
              </a:xfrm>
              <a:prstGeom prst="leftRightArrow">
                <a:avLst>
                  <a:gd name="adj1" fmla="val 28600"/>
                  <a:gd name="adj2" fmla="val 50000"/>
                </a:avLst>
              </a:prstGeom>
            </p:spPr>
            <p:style>
              <a:lnRef idx="0">
                <a:schemeClr val="accent2"/>
              </a:lnRef>
              <a:fillRef idx="3">
                <a:schemeClr val="accent2"/>
              </a:fillRef>
              <a:effectRef idx="3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6775" tIns="48386" rIns="96775" bIns="48386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TW" altLang="en-US" sz="952"/>
              </a:p>
            </p:txBody>
          </p:sp>
          <p:sp>
            <p:nvSpPr>
              <p:cNvPr id="166" name="箭號: 左-右雙向 165">
                <a:extLst>
                  <a:ext uri="{FF2B5EF4-FFF2-40B4-BE49-F238E27FC236}">
                    <a16:creationId xmlns:a16="http://schemas.microsoft.com/office/drawing/2014/main" id="{E7549198-6056-4E5A-AD0E-B41552BEAC62}"/>
                  </a:ext>
                </a:extLst>
              </p:cNvPr>
              <p:cNvSpPr/>
              <p:nvPr/>
            </p:nvSpPr>
            <p:spPr>
              <a:xfrm rot="18900000">
                <a:off x="9018245" y="5615062"/>
                <a:ext cx="432000" cy="217754"/>
              </a:xfrm>
              <a:prstGeom prst="leftRightArrow">
                <a:avLst>
                  <a:gd name="adj1" fmla="val 28600"/>
                  <a:gd name="adj2" fmla="val 50000"/>
                </a:avLst>
              </a:prstGeom>
            </p:spPr>
            <p:style>
              <a:lnRef idx="0">
                <a:schemeClr val="accent2"/>
              </a:lnRef>
              <a:fillRef idx="3">
                <a:schemeClr val="accent2"/>
              </a:fillRef>
              <a:effectRef idx="3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6775" tIns="48386" rIns="96775" bIns="48386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TW" altLang="en-US" sz="952" dirty="0"/>
              </a:p>
            </p:txBody>
          </p:sp>
          <p:sp>
            <p:nvSpPr>
              <p:cNvPr id="167" name="箭號: 左-右雙向 166">
                <a:extLst>
                  <a:ext uri="{FF2B5EF4-FFF2-40B4-BE49-F238E27FC236}">
                    <a16:creationId xmlns:a16="http://schemas.microsoft.com/office/drawing/2014/main" id="{5621F7D4-8F30-4424-A10E-9D9FEFD4A369}"/>
                  </a:ext>
                </a:extLst>
              </p:cNvPr>
              <p:cNvSpPr/>
              <p:nvPr/>
            </p:nvSpPr>
            <p:spPr>
              <a:xfrm rot="18900000">
                <a:off x="9922348" y="6556570"/>
                <a:ext cx="432000" cy="217754"/>
              </a:xfrm>
              <a:prstGeom prst="leftRightArrow">
                <a:avLst>
                  <a:gd name="adj1" fmla="val 28600"/>
                  <a:gd name="adj2" fmla="val 50000"/>
                </a:avLst>
              </a:prstGeom>
            </p:spPr>
            <p:style>
              <a:lnRef idx="0">
                <a:schemeClr val="accent2"/>
              </a:lnRef>
              <a:fillRef idx="3">
                <a:schemeClr val="accent2"/>
              </a:fillRef>
              <a:effectRef idx="3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6775" tIns="48386" rIns="96775" bIns="48386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TW" altLang="en-US" sz="952"/>
              </a:p>
            </p:txBody>
          </p:sp>
          <p:sp>
            <p:nvSpPr>
              <p:cNvPr id="168" name="箭號: 左-右雙向 167">
                <a:extLst>
                  <a:ext uri="{FF2B5EF4-FFF2-40B4-BE49-F238E27FC236}">
                    <a16:creationId xmlns:a16="http://schemas.microsoft.com/office/drawing/2014/main" id="{3BACE021-444D-48AC-BA0E-FD22BD12AB33}"/>
                  </a:ext>
                </a:extLst>
              </p:cNvPr>
              <p:cNvSpPr/>
              <p:nvPr/>
            </p:nvSpPr>
            <p:spPr>
              <a:xfrm rot="2700000">
                <a:off x="9018246" y="6556571"/>
                <a:ext cx="432000" cy="217754"/>
              </a:xfrm>
              <a:prstGeom prst="leftRightArrow">
                <a:avLst>
                  <a:gd name="adj1" fmla="val 28600"/>
                  <a:gd name="adj2" fmla="val 50000"/>
                </a:avLst>
              </a:prstGeom>
            </p:spPr>
            <p:style>
              <a:lnRef idx="0">
                <a:schemeClr val="accent2"/>
              </a:lnRef>
              <a:fillRef idx="3">
                <a:schemeClr val="accent2"/>
              </a:fillRef>
              <a:effectRef idx="3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6775" tIns="48386" rIns="96775" bIns="48386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TW" altLang="en-US" sz="952" dirty="0"/>
              </a:p>
            </p:txBody>
          </p:sp>
          <p:sp>
            <p:nvSpPr>
              <p:cNvPr id="169" name="箭號: 左-右雙向 168">
                <a:extLst>
                  <a:ext uri="{FF2B5EF4-FFF2-40B4-BE49-F238E27FC236}">
                    <a16:creationId xmlns:a16="http://schemas.microsoft.com/office/drawing/2014/main" id="{9882B6EE-2FC9-419C-B5EB-FBA30DE83A4A}"/>
                  </a:ext>
                </a:extLst>
              </p:cNvPr>
              <p:cNvSpPr/>
              <p:nvPr/>
            </p:nvSpPr>
            <p:spPr>
              <a:xfrm rot="2700000">
                <a:off x="9922347" y="5615061"/>
                <a:ext cx="432000" cy="217754"/>
              </a:xfrm>
              <a:prstGeom prst="leftRightArrow">
                <a:avLst>
                  <a:gd name="adj1" fmla="val 28600"/>
                  <a:gd name="adj2" fmla="val 50000"/>
                </a:avLst>
              </a:prstGeom>
            </p:spPr>
            <p:style>
              <a:lnRef idx="0">
                <a:schemeClr val="accent2"/>
              </a:lnRef>
              <a:fillRef idx="3">
                <a:schemeClr val="accent2"/>
              </a:fillRef>
              <a:effectRef idx="3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6775" tIns="48386" rIns="96775" bIns="48386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TW" altLang="en-US" sz="952"/>
              </a:p>
            </p:txBody>
          </p:sp>
          <p:sp>
            <p:nvSpPr>
              <p:cNvPr id="170" name="箭號: 左-右雙向 169">
                <a:extLst>
                  <a:ext uri="{FF2B5EF4-FFF2-40B4-BE49-F238E27FC236}">
                    <a16:creationId xmlns:a16="http://schemas.microsoft.com/office/drawing/2014/main" id="{24662F66-46A1-44A8-B33C-581ADA52EA8C}"/>
                  </a:ext>
                </a:extLst>
              </p:cNvPr>
              <p:cNvSpPr/>
              <p:nvPr/>
            </p:nvSpPr>
            <p:spPr>
              <a:xfrm>
                <a:off x="9460044" y="6744367"/>
                <a:ext cx="432000" cy="217754"/>
              </a:xfrm>
              <a:prstGeom prst="leftRightArrow">
                <a:avLst>
                  <a:gd name="adj1" fmla="val 28600"/>
                  <a:gd name="adj2" fmla="val 50000"/>
                </a:avLst>
              </a:prstGeom>
            </p:spPr>
            <p:style>
              <a:lnRef idx="0">
                <a:schemeClr val="accent2"/>
              </a:lnRef>
              <a:fillRef idx="3">
                <a:schemeClr val="accent2"/>
              </a:fillRef>
              <a:effectRef idx="3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6775" tIns="48386" rIns="96775" bIns="48386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TW" altLang="en-US" sz="952"/>
              </a:p>
            </p:txBody>
          </p:sp>
          <p:sp>
            <p:nvSpPr>
              <p:cNvPr id="171" name="箭號: 左-右雙向 170">
                <a:extLst>
                  <a:ext uri="{FF2B5EF4-FFF2-40B4-BE49-F238E27FC236}">
                    <a16:creationId xmlns:a16="http://schemas.microsoft.com/office/drawing/2014/main" id="{A0085AD3-FC35-42D1-9667-B420C1256463}"/>
                  </a:ext>
                </a:extLst>
              </p:cNvPr>
              <p:cNvSpPr/>
              <p:nvPr/>
            </p:nvSpPr>
            <p:spPr>
              <a:xfrm>
                <a:off x="9460044" y="5414685"/>
                <a:ext cx="432000" cy="217754"/>
              </a:xfrm>
              <a:prstGeom prst="leftRightArrow">
                <a:avLst>
                  <a:gd name="adj1" fmla="val 28600"/>
                  <a:gd name="adj2" fmla="val 50000"/>
                </a:avLst>
              </a:prstGeom>
            </p:spPr>
            <p:style>
              <a:lnRef idx="0">
                <a:schemeClr val="accent2"/>
              </a:lnRef>
              <a:fillRef idx="3">
                <a:schemeClr val="accent2"/>
              </a:fillRef>
              <a:effectRef idx="3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6775" tIns="48386" rIns="96775" bIns="48386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TW" altLang="en-US" sz="952"/>
              </a:p>
            </p:txBody>
          </p:sp>
        </p:grpSp>
        <p:grpSp>
          <p:nvGrpSpPr>
            <p:cNvPr id="172" name="群組 171">
              <a:extLst>
                <a:ext uri="{FF2B5EF4-FFF2-40B4-BE49-F238E27FC236}">
                  <a16:creationId xmlns:a16="http://schemas.microsoft.com/office/drawing/2014/main" id="{4500D268-9CE7-452E-B5EF-2B6D0263F2C8}"/>
                </a:ext>
              </a:extLst>
            </p:cNvPr>
            <p:cNvGrpSpPr/>
            <p:nvPr/>
          </p:nvGrpSpPr>
          <p:grpSpPr>
            <a:xfrm>
              <a:off x="8288022" y="7032501"/>
              <a:ext cx="2090057" cy="2090057"/>
              <a:chOff x="-756975" y="5254023"/>
              <a:chExt cx="2090057" cy="2090057"/>
            </a:xfrm>
          </p:grpSpPr>
          <p:sp>
            <p:nvSpPr>
              <p:cNvPr id="173" name="矩形: 圓角 172">
                <a:extLst>
                  <a:ext uri="{FF2B5EF4-FFF2-40B4-BE49-F238E27FC236}">
                    <a16:creationId xmlns:a16="http://schemas.microsoft.com/office/drawing/2014/main" id="{AA240790-D934-47E0-82A5-22C124AA18C3}"/>
                  </a:ext>
                </a:extLst>
              </p:cNvPr>
              <p:cNvSpPr/>
              <p:nvPr/>
            </p:nvSpPr>
            <p:spPr>
              <a:xfrm>
                <a:off x="-756975" y="5254023"/>
                <a:ext cx="2090057" cy="2090057"/>
              </a:xfrm>
              <a:prstGeom prst="roundRect">
                <a:avLst/>
              </a:prstGeom>
              <a:solidFill>
                <a:schemeClr val="tx1">
                  <a:lumMod val="65000"/>
                  <a:lumOff val="35000"/>
                </a:schemeClr>
              </a:solidFill>
            </p:spPr>
            <p:style>
              <a:lnRef idx="0">
                <a:schemeClr val="accent3"/>
              </a:lnRef>
              <a:fillRef idx="3">
                <a:schemeClr val="accent3"/>
              </a:fillRef>
              <a:effectRef idx="3">
                <a:schemeClr val="accent3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6775" tIns="48386" rIns="96775" bIns="48386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TW" altLang="en-US" sz="952" dirty="0"/>
              </a:p>
            </p:txBody>
          </p:sp>
          <p:sp>
            <p:nvSpPr>
              <p:cNvPr id="174" name="箭號: 左-右雙向 173">
                <a:extLst>
                  <a:ext uri="{FF2B5EF4-FFF2-40B4-BE49-F238E27FC236}">
                    <a16:creationId xmlns:a16="http://schemas.microsoft.com/office/drawing/2014/main" id="{D7B5C53B-9805-4D6C-9A55-2CD87FA5C568}"/>
                  </a:ext>
                </a:extLst>
              </p:cNvPr>
              <p:cNvSpPr/>
              <p:nvPr/>
            </p:nvSpPr>
            <p:spPr>
              <a:xfrm rot="10800000">
                <a:off x="-564882" y="6190175"/>
                <a:ext cx="432000" cy="217754"/>
              </a:xfrm>
              <a:prstGeom prst="leftRightArrow">
                <a:avLst>
                  <a:gd name="adj1" fmla="val 28600"/>
                  <a:gd name="adj2" fmla="val 50000"/>
                </a:avLst>
              </a:prstGeom>
            </p:spPr>
            <p:style>
              <a:lnRef idx="0">
                <a:schemeClr val="accent2"/>
              </a:lnRef>
              <a:fillRef idx="3">
                <a:schemeClr val="accent2"/>
              </a:fillRef>
              <a:effectRef idx="3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6775" tIns="48386" rIns="96775" bIns="48386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TW" altLang="en-US" sz="952" dirty="0"/>
              </a:p>
            </p:txBody>
          </p:sp>
          <p:sp>
            <p:nvSpPr>
              <p:cNvPr id="175" name="箭號: 左-右雙向 174">
                <a:extLst>
                  <a:ext uri="{FF2B5EF4-FFF2-40B4-BE49-F238E27FC236}">
                    <a16:creationId xmlns:a16="http://schemas.microsoft.com/office/drawing/2014/main" id="{FBAA8F5A-42C4-4742-AB24-B1A2A9904EDD}"/>
                  </a:ext>
                </a:extLst>
              </p:cNvPr>
              <p:cNvSpPr/>
              <p:nvPr/>
            </p:nvSpPr>
            <p:spPr>
              <a:xfrm rot="10800000">
                <a:off x="740063" y="6190175"/>
                <a:ext cx="432000" cy="217754"/>
              </a:xfrm>
              <a:prstGeom prst="leftRightArrow">
                <a:avLst>
                  <a:gd name="adj1" fmla="val 28600"/>
                  <a:gd name="adj2" fmla="val 50000"/>
                </a:avLst>
              </a:prstGeom>
            </p:spPr>
            <p:style>
              <a:lnRef idx="0">
                <a:schemeClr val="accent2"/>
              </a:lnRef>
              <a:fillRef idx="3">
                <a:schemeClr val="accent2"/>
              </a:fillRef>
              <a:effectRef idx="3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6775" tIns="48386" rIns="96775" bIns="48386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TW" altLang="en-US" sz="952"/>
              </a:p>
            </p:txBody>
          </p:sp>
          <p:sp>
            <p:nvSpPr>
              <p:cNvPr id="176" name="箭號: 左-右雙向 175">
                <a:extLst>
                  <a:ext uri="{FF2B5EF4-FFF2-40B4-BE49-F238E27FC236}">
                    <a16:creationId xmlns:a16="http://schemas.microsoft.com/office/drawing/2014/main" id="{B25A5CC4-4038-474B-A4C9-A03370509947}"/>
                  </a:ext>
                </a:extLst>
              </p:cNvPr>
              <p:cNvSpPr/>
              <p:nvPr/>
            </p:nvSpPr>
            <p:spPr>
              <a:xfrm rot="2700000">
                <a:off x="-371956" y="5728012"/>
                <a:ext cx="432000" cy="217754"/>
              </a:xfrm>
              <a:prstGeom prst="leftRightArrow">
                <a:avLst>
                  <a:gd name="adj1" fmla="val 28600"/>
                  <a:gd name="adj2" fmla="val 50000"/>
                </a:avLst>
              </a:prstGeom>
            </p:spPr>
            <p:style>
              <a:lnRef idx="0">
                <a:schemeClr val="accent2"/>
              </a:lnRef>
              <a:fillRef idx="3">
                <a:schemeClr val="accent2"/>
              </a:fillRef>
              <a:effectRef idx="3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6775" tIns="48386" rIns="96775" bIns="48386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TW" altLang="en-US" sz="952"/>
              </a:p>
            </p:txBody>
          </p:sp>
          <p:sp>
            <p:nvSpPr>
              <p:cNvPr id="177" name="箭號: 左-右雙向 176">
                <a:extLst>
                  <a:ext uri="{FF2B5EF4-FFF2-40B4-BE49-F238E27FC236}">
                    <a16:creationId xmlns:a16="http://schemas.microsoft.com/office/drawing/2014/main" id="{E11A1EA9-A6AA-4A30-8D62-7E98D64B961C}"/>
                  </a:ext>
                </a:extLst>
              </p:cNvPr>
              <p:cNvSpPr/>
              <p:nvPr/>
            </p:nvSpPr>
            <p:spPr>
              <a:xfrm rot="2700000">
                <a:off x="532147" y="6669520"/>
                <a:ext cx="432000" cy="217754"/>
              </a:xfrm>
              <a:prstGeom prst="leftRightArrow">
                <a:avLst>
                  <a:gd name="adj1" fmla="val 28600"/>
                  <a:gd name="adj2" fmla="val 50000"/>
                </a:avLst>
              </a:prstGeom>
            </p:spPr>
            <p:style>
              <a:lnRef idx="0">
                <a:schemeClr val="accent2"/>
              </a:lnRef>
              <a:fillRef idx="3">
                <a:schemeClr val="accent2"/>
              </a:fillRef>
              <a:effectRef idx="3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6775" tIns="48386" rIns="96775" bIns="48386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TW" altLang="en-US" sz="952"/>
              </a:p>
            </p:txBody>
          </p:sp>
          <p:sp>
            <p:nvSpPr>
              <p:cNvPr id="178" name="箭號: 左-右雙向 177">
                <a:extLst>
                  <a:ext uri="{FF2B5EF4-FFF2-40B4-BE49-F238E27FC236}">
                    <a16:creationId xmlns:a16="http://schemas.microsoft.com/office/drawing/2014/main" id="{CBBA912D-F6D6-4911-A128-B1D5EA330F47}"/>
                  </a:ext>
                </a:extLst>
              </p:cNvPr>
              <p:cNvSpPr/>
              <p:nvPr/>
            </p:nvSpPr>
            <p:spPr>
              <a:xfrm rot="18900000">
                <a:off x="-371955" y="6669521"/>
                <a:ext cx="432000" cy="217754"/>
              </a:xfrm>
              <a:prstGeom prst="leftRightArrow">
                <a:avLst>
                  <a:gd name="adj1" fmla="val 28600"/>
                  <a:gd name="adj2" fmla="val 50000"/>
                </a:avLst>
              </a:prstGeom>
            </p:spPr>
            <p:style>
              <a:lnRef idx="0">
                <a:schemeClr val="accent2"/>
              </a:lnRef>
              <a:fillRef idx="3">
                <a:schemeClr val="accent2"/>
              </a:fillRef>
              <a:effectRef idx="3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6775" tIns="48386" rIns="96775" bIns="48386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TW" altLang="en-US" sz="952" dirty="0"/>
              </a:p>
            </p:txBody>
          </p:sp>
          <p:sp>
            <p:nvSpPr>
              <p:cNvPr id="179" name="箭號: 左-右雙向 178">
                <a:extLst>
                  <a:ext uri="{FF2B5EF4-FFF2-40B4-BE49-F238E27FC236}">
                    <a16:creationId xmlns:a16="http://schemas.microsoft.com/office/drawing/2014/main" id="{8633220A-675F-4E71-8E32-281871B04EA5}"/>
                  </a:ext>
                </a:extLst>
              </p:cNvPr>
              <p:cNvSpPr/>
              <p:nvPr/>
            </p:nvSpPr>
            <p:spPr>
              <a:xfrm rot="18900000">
                <a:off x="532146" y="5728011"/>
                <a:ext cx="432000" cy="217754"/>
              </a:xfrm>
              <a:prstGeom prst="leftRightArrow">
                <a:avLst>
                  <a:gd name="adj1" fmla="val 28600"/>
                  <a:gd name="adj2" fmla="val 50000"/>
                </a:avLst>
              </a:prstGeom>
            </p:spPr>
            <p:style>
              <a:lnRef idx="0">
                <a:schemeClr val="accent2"/>
              </a:lnRef>
              <a:fillRef idx="3">
                <a:schemeClr val="accent2"/>
              </a:fillRef>
              <a:effectRef idx="3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6775" tIns="48386" rIns="96775" bIns="48386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TW" altLang="en-US" sz="952"/>
              </a:p>
            </p:txBody>
          </p:sp>
          <p:sp>
            <p:nvSpPr>
              <p:cNvPr id="180" name="箭號: 左-右雙向 179">
                <a:extLst>
                  <a:ext uri="{FF2B5EF4-FFF2-40B4-BE49-F238E27FC236}">
                    <a16:creationId xmlns:a16="http://schemas.microsoft.com/office/drawing/2014/main" id="{FB6D0AAC-1E78-4A2C-B613-FF4DCF9FA9B2}"/>
                  </a:ext>
                </a:extLst>
              </p:cNvPr>
              <p:cNvSpPr/>
              <p:nvPr/>
            </p:nvSpPr>
            <p:spPr>
              <a:xfrm rot="5400000">
                <a:off x="69843" y="6857317"/>
                <a:ext cx="432000" cy="217754"/>
              </a:xfrm>
              <a:prstGeom prst="leftRightArrow">
                <a:avLst>
                  <a:gd name="adj1" fmla="val 28600"/>
                  <a:gd name="adj2" fmla="val 50000"/>
                </a:avLst>
              </a:prstGeom>
            </p:spPr>
            <p:style>
              <a:lnRef idx="0">
                <a:schemeClr val="accent2"/>
              </a:lnRef>
              <a:fillRef idx="3">
                <a:schemeClr val="accent2"/>
              </a:fillRef>
              <a:effectRef idx="3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6775" tIns="48386" rIns="96775" bIns="48386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TW" altLang="en-US" sz="952"/>
              </a:p>
            </p:txBody>
          </p:sp>
          <p:sp>
            <p:nvSpPr>
              <p:cNvPr id="181" name="箭號: 左-右雙向 180">
                <a:extLst>
                  <a:ext uri="{FF2B5EF4-FFF2-40B4-BE49-F238E27FC236}">
                    <a16:creationId xmlns:a16="http://schemas.microsoft.com/office/drawing/2014/main" id="{B9C5588A-8842-4C5E-8A6D-1AAF9A9067EE}"/>
                  </a:ext>
                </a:extLst>
              </p:cNvPr>
              <p:cNvSpPr/>
              <p:nvPr/>
            </p:nvSpPr>
            <p:spPr>
              <a:xfrm rot="5400000">
                <a:off x="69843" y="5527635"/>
                <a:ext cx="432000" cy="217754"/>
              </a:xfrm>
              <a:prstGeom prst="leftRightArrow">
                <a:avLst>
                  <a:gd name="adj1" fmla="val 28600"/>
                  <a:gd name="adj2" fmla="val 50000"/>
                </a:avLst>
              </a:prstGeom>
            </p:spPr>
            <p:style>
              <a:lnRef idx="0">
                <a:schemeClr val="accent2"/>
              </a:lnRef>
              <a:fillRef idx="3">
                <a:schemeClr val="accent2"/>
              </a:fillRef>
              <a:effectRef idx="3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6775" tIns="48386" rIns="96775" bIns="48386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TW" altLang="en-US" sz="952"/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2" name="文字方塊 181">
                  <a:extLst>
                    <a:ext uri="{FF2B5EF4-FFF2-40B4-BE49-F238E27FC236}">
                      <a16:creationId xmlns:a16="http://schemas.microsoft.com/office/drawing/2014/main" id="{63B69A0F-D5C5-4A0F-89CD-852BB5D4C196}"/>
                    </a:ext>
                  </a:extLst>
                </p:cNvPr>
                <p:cNvSpPr txBox="1"/>
                <p:nvPr/>
              </p:nvSpPr>
              <p:spPr>
                <a:xfrm>
                  <a:off x="11053174" y="6621466"/>
                  <a:ext cx="1669442" cy="51806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sz="2963" i="1">
                            <a:latin typeface="Cambria Math" panose="02040503050406030204" pitchFamily="18" charset="0"/>
                          </a:rPr>
                          <m:t>𝛼</m:t>
                        </m:r>
                        <m:r>
                          <a:rPr lang="en-US" altLang="zh-TW" sz="2963" i="1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altLang="zh-TW" sz="2963" i="1">
                            <a:latin typeface="Cambria Math" panose="02040503050406030204" pitchFamily="18" charset="0"/>
                          </a:rPr>
                          <m:t>𝜋</m:t>
                        </m:r>
                      </m:oMath>
                    </m:oMathPara>
                  </a14:m>
                  <a:endParaRPr lang="zh-TW" altLang="en-US" sz="2963" dirty="0"/>
                </a:p>
              </p:txBody>
            </p:sp>
          </mc:Choice>
          <mc:Fallback xmlns="">
            <p:sp>
              <p:nvSpPr>
                <p:cNvPr id="182" name="文字方塊 181">
                  <a:extLst>
                    <a:ext uri="{FF2B5EF4-FFF2-40B4-BE49-F238E27FC236}">
                      <a16:creationId xmlns:a16="http://schemas.microsoft.com/office/drawing/2014/main" id="{63B69A0F-D5C5-4A0F-89CD-852BB5D4C19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053174" y="6621466"/>
                  <a:ext cx="1669442" cy="518066"/>
                </a:xfrm>
                <a:prstGeom prst="rect">
                  <a:avLst/>
                </a:prstGeom>
                <a:blipFill>
                  <a:blip r:embed="rId2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3" name="文字方塊 182">
                  <a:extLst>
                    <a:ext uri="{FF2B5EF4-FFF2-40B4-BE49-F238E27FC236}">
                      <a16:creationId xmlns:a16="http://schemas.microsoft.com/office/drawing/2014/main" id="{D96B3C80-DE81-4563-83B6-07A74BE631A9}"/>
                    </a:ext>
                  </a:extLst>
                </p:cNvPr>
                <p:cNvSpPr txBox="1"/>
                <p:nvPr/>
              </p:nvSpPr>
              <p:spPr>
                <a:xfrm>
                  <a:off x="4037782" y="7537311"/>
                  <a:ext cx="4366125" cy="51806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altLang="zh-TW" sz="2963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Polarization (</a:t>
                  </a:r>
                  <a14:m>
                    <m:oMath xmlns:m="http://schemas.openxmlformats.org/officeDocument/2006/math">
                      <m:r>
                        <a:rPr lang="en-US" altLang="zh-TW" sz="2963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𝛽</m:t>
                      </m:r>
                      <m:r>
                        <a:rPr lang="en-US" altLang="zh-TW" sz="2963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US" altLang="zh-TW" sz="2963" i="1">
                          <a:latin typeface="Cambria Math" panose="02040503050406030204" pitchFamily="18" charset="0"/>
                        </a:rPr>
                        <m:t>𝜋</m:t>
                      </m:r>
                      <m:r>
                        <a:rPr lang="en-US" altLang="zh-TW" sz="2963" i="1">
                          <a:latin typeface="Cambria Math" panose="02040503050406030204" pitchFamily="18" charset="0"/>
                        </a:rPr>
                        <m:t>/2</m:t>
                      </m:r>
                    </m:oMath>
                  </a14:m>
                  <a:r>
                    <a:rPr lang="en-US" altLang="zh-TW" sz="2963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)</a:t>
                  </a:r>
                  <a:endParaRPr lang="zh-TW" altLang="en-US" sz="2963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183" name="文字方塊 182">
                  <a:extLst>
                    <a:ext uri="{FF2B5EF4-FFF2-40B4-BE49-F238E27FC236}">
                      <a16:creationId xmlns:a16="http://schemas.microsoft.com/office/drawing/2014/main" id="{D96B3C80-DE81-4563-83B6-07A74BE631A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037782" y="7537311"/>
                  <a:ext cx="4366125" cy="518066"/>
                </a:xfrm>
                <a:prstGeom prst="rect">
                  <a:avLst/>
                </a:prstGeom>
                <a:blipFill>
                  <a:blip r:embed="rId21"/>
                  <a:stretch>
                    <a:fillRect t="-13333" b="-32222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84" name="文字方塊 183">
              <a:extLst>
                <a:ext uri="{FF2B5EF4-FFF2-40B4-BE49-F238E27FC236}">
                  <a16:creationId xmlns:a16="http://schemas.microsoft.com/office/drawing/2014/main" id="{F4D88E7B-1C79-4A2A-9FDE-9F37B9742794}"/>
                </a:ext>
              </a:extLst>
            </p:cNvPr>
            <p:cNvSpPr txBox="1"/>
            <p:nvPr/>
          </p:nvSpPr>
          <p:spPr>
            <a:xfrm>
              <a:off x="4037782" y="4893994"/>
              <a:ext cx="4366125" cy="5180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2963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Transition dipole</a:t>
              </a:r>
              <a:r>
                <a:rPr lang="zh-TW" altLang="en-US" sz="2963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zh-TW" sz="2963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(BXs)</a:t>
              </a:r>
              <a:endParaRPr lang="zh-TW" altLang="en-US" sz="2963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185" name="群組 184">
              <a:extLst>
                <a:ext uri="{FF2B5EF4-FFF2-40B4-BE49-F238E27FC236}">
                  <a16:creationId xmlns:a16="http://schemas.microsoft.com/office/drawing/2014/main" id="{62B4CCC6-FF76-467E-97CB-6427229FD8BD}"/>
                </a:ext>
              </a:extLst>
            </p:cNvPr>
            <p:cNvGrpSpPr/>
            <p:nvPr/>
          </p:nvGrpSpPr>
          <p:grpSpPr>
            <a:xfrm>
              <a:off x="9202829" y="7606750"/>
              <a:ext cx="609103" cy="498739"/>
              <a:chOff x="6583394" y="1501875"/>
              <a:chExt cx="1650681" cy="1351594"/>
            </a:xfrm>
          </p:grpSpPr>
          <p:grpSp>
            <p:nvGrpSpPr>
              <p:cNvPr id="187" name="群組 186">
                <a:extLst>
                  <a:ext uri="{FF2B5EF4-FFF2-40B4-BE49-F238E27FC236}">
                    <a16:creationId xmlns:a16="http://schemas.microsoft.com/office/drawing/2014/main" id="{BC6ED760-B98E-4C73-9D5B-4F70D342A743}"/>
                  </a:ext>
                </a:extLst>
              </p:cNvPr>
              <p:cNvGrpSpPr/>
              <p:nvPr/>
            </p:nvGrpSpPr>
            <p:grpSpPr>
              <a:xfrm>
                <a:off x="6929132" y="2420541"/>
                <a:ext cx="361452" cy="346736"/>
                <a:chOff x="1373392" y="2391862"/>
                <a:chExt cx="479433" cy="476535"/>
              </a:xfrm>
            </p:grpSpPr>
            <p:sp>
              <p:nvSpPr>
                <p:cNvPr id="191" name="箭號: 向右 190">
                  <a:extLst>
                    <a:ext uri="{FF2B5EF4-FFF2-40B4-BE49-F238E27FC236}">
                      <a16:creationId xmlns:a16="http://schemas.microsoft.com/office/drawing/2014/main" id="{EE9CC32F-A00B-45BC-9BD6-EC71D20E667E}"/>
                    </a:ext>
                  </a:extLst>
                </p:cNvPr>
                <p:cNvSpPr/>
                <p:nvPr/>
              </p:nvSpPr>
              <p:spPr>
                <a:xfrm>
                  <a:off x="1411244" y="2735868"/>
                  <a:ext cx="441581" cy="132529"/>
                </a:xfrm>
                <a:prstGeom prst="rightArrow">
                  <a:avLst>
                    <a:gd name="adj1" fmla="val 50000"/>
                    <a:gd name="adj2" fmla="val 99023"/>
                  </a:avLst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 sz="1209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192" name="箭號: 向右 191">
                  <a:extLst>
                    <a:ext uri="{FF2B5EF4-FFF2-40B4-BE49-F238E27FC236}">
                      <a16:creationId xmlns:a16="http://schemas.microsoft.com/office/drawing/2014/main" id="{A2BF1B6E-6656-45D8-B364-B43ECEDF1EED}"/>
                    </a:ext>
                  </a:extLst>
                </p:cNvPr>
                <p:cNvSpPr/>
                <p:nvPr/>
              </p:nvSpPr>
              <p:spPr>
                <a:xfrm rot="16200000">
                  <a:off x="1218866" y="2546388"/>
                  <a:ext cx="441581" cy="132529"/>
                </a:xfrm>
                <a:prstGeom prst="rightArrow">
                  <a:avLst>
                    <a:gd name="adj1" fmla="val 50000"/>
                    <a:gd name="adj2" fmla="val 99023"/>
                  </a:avLst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 sz="1209" dirty="0">
                    <a:solidFill>
                      <a:schemeClr val="bg1"/>
                    </a:solidFill>
                  </a:endParaRPr>
                </a:p>
              </p:txBody>
            </p:sp>
          </p:grp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89" name="文字方塊 188">
                    <a:extLst>
                      <a:ext uri="{FF2B5EF4-FFF2-40B4-BE49-F238E27FC236}">
                        <a16:creationId xmlns:a16="http://schemas.microsoft.com/office/drawing/2014/main" id="{61F7A591-CD0C-4ACF-8B92-DC879D8F2280}"/>
                      </a:ext>
                    </a:extLst>
                  </p:cNvPr>
                  <p:cNvSpPr txBox="1"/>
                  <p:nvPr/>
                </p:nvSpPr>
                <p:spPr>
                  <a:xfrm>
                    <a:off x="6583394" y="1501875"/>
                    <a:ext cx="416137" cy="64033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TW" sz="952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952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𝑄</m:t>
                              </m:r>
                            </m:e>
                            <m:sub>
                              <m:r>
                                <a:rPr lang="en-US" altLang="zh-TW" sz="952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sub>
                          </m:sSub>
                        </m:oMath>
                      </m:oMathPara>
                    </a14:m>
                    <a:endParaRPr lang="en-US" altLang="zh-TW" sz="952" dirty="0">
                      <a:solidFill>
                        <a:schemeClr val="bg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189" name="文字方塊 188">
                    <a:extLst>
                      <a:ext uri="{FF2B5EF4-FFF2-40B4-BE49-F238E27FC236}">
                        <a16:creationId xmlns:a16="http://schemas.microsoft.com/office/drawing/2014/main" id="{61F7A591-CD0C-4ACF-8B92-DC879D8F2280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583394" y="1501875"/>
                    <a:ext cx="416137" cy="640330"/>
                  </a:xfrm>
                  <a:prstGeom prst="rect">
                    <a:avLst/>
                  </a:prstGeom>
                  <a:blipFill>
                    <a:blip r:embed="rId22"/>
                    <a:stretch>
                      <a:fillRect r="-57692"/>
                    </a:stretch>
                  </a:blipFill>
                </p:spPr>
                <p:txBody>
                  <a:bodyPr/>
                  <a:lstStyle/>
                  <a:p>
                    <a:r>
                      <a:rPr lang="zh-TW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90" name="文字方塊 189">
                    <a:extLst>
                      <a:ext uri="{FF2B5EF4-FFF2-40B4-BE49-F238E27FC236}">
                        <a16:creationId xmlns:a16="http://schemas.microsoft.com/office/drawing/2014/main" id="{84CBDD5D-65FE-419B-90FD-F7F61D372A69}"/>
                      </a:ext>
                    </a:extLst>
                  </p:cNvPr>
                  <p:cNvSpPr txBox="1"/>
                  <p:nvPr/>
                </p:nvSpPr>
                <p:spPr>
                  <a:xfrm>
                    <a:off x="7165989" y="2241869"/>
                    <a:ext cx="1068086" cy="61160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TW" sz="952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952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𝑄</m:t>
                              </m:r>
                            </m:e>
                            <m:sub>
                              <m:r>
                                <a:rPr lang="en-US" altLang="zh-TW" sz="952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b>
                          </m:sSub>
                        </m:oMath>
                      </m:oMathPara>
                    </a14:m>
                    <a:endParaRPr lang="en-US" altLang="zh-TW" sz="952" dirty="0">
                      <a:solidFill>
                        <a:schemeClr val="bg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190" name="文字方塊 189">
                    <a:extLst>
                      <a:ext uri="{FF2B5EF4-FFF2-40B4-BE49-F238E27FC236}">
                        <a16:creationId xmlns:a16="http://schemas.microsoft.com/office/drawing/2014/main" id="{84CBDD5D-65FE-419B-90FD-F7F61D372A69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165989" y="2241869"/>
                    <a:ext cx="1068086" cy="611600"/>
                  </a:xfrm>
                  <a:prstGeom prst="rect">
                    <a:avLst/>
                  </a:prstGeom>
                  <a:blipFill>
                    <a:blip r:embed="rId18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TW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3" name="文字方塊 192">
                  <a:extLst>
                    <a:ext uri="{FF2B5EF4-FFF2-40B4-BE49-F238E27FC236}">
                      <a16:creationId xmlns:a16="http://schemas.microsoft.com/office/drawing/2014/main" id="{4E9B349C-A849-4A7F-81DA-2A58C53EBE19}"/>
                    </a:ext>
                  </a:extLst>
                </p:cNvPr>
                <p:cNvSpPr txBox="1"/>
                <p:nvPr/>
              </p:nvSpPr>
              <p:spPr>
                <a:xfrm>
                  <a:off x="8335016" y="6621466"/>
                  <a:ext cx="1953311" cy="51806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sz="2963" i="1">
                            <a:latin typeface="Cambria Math" panose="02040503050406030204" pitchFamily="18" charset="0"/>
                          </a:rPr>
                          <m:t>𝛼</m:t>
                        </m:r>
                        <m:r>
                          <a:rPr lang="en-US" altLang="zh-TW" sz="2963" i="1">
                            <a:latin typeface="Cambria Math" panose="02040503050406030204" pitchFamily="18" charset="0"/>
                          </a:rPr>
                          <m:t>=0</m:t>
                        </m:r>
                      </m:oMath>
                    </m:oMathPara>
                  </a14:m>
                  <a:endParaRPr lang="zh-TW" altLang="en-US" sz="2963" dirty="0"/>
                </a:p>
              </p:txBody>
            </p:sp>
          </mc:Choice>
          <mc:Fallback xmlns="">
            <p:sp>
              <p:nvSpPr>
                <p:cNvPr id="193" name="文字方塊 192">
                  <a:extLst>
                    <a:ext uri="{FF2B5EF4-FFF2-40B4-BE49-F238E27FC236}">
                      <a16:creationId xmlns:a16="http://schemas.microsoft.com/office/drawing/2014/main" id="{4E9B349C-A849-4A7F-81DA-2A58C53EBE1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335016" y="6621466"/>
                  <a:ext cx="1953311" cy="518066"/>
                </a:xfrm>
                <a:prstGeom prst="rect">
                  <a:avLst/>
                </a:prstGeom>
                <a:blipFill>
                  <a:blip r:embed="rId2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pic>
          <p:nvPicPr>
            <p:cNvPr id="194" name="圖片 193">
              <a:extLst>
                <a:ext uri="{FF2B5EF4-FFF2-40B4-BE49-F238E27FC236}">
                  <a16:creationId xmlns:a16="http://schemas.microsoft.com/office/drawing/2014/main" id="{EE1DAAFA-846E-41F5-B93F-79F7B8F5361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 b="64376"/>
            <a:stretch/>
          </p:blipFill>
          <p:spPr>
            <a:xfrm>
              <a:off x="8805830" y="3636600"/>
              <a:ext cx="1196285" cy="600664"/>
            </a:xfrm>
            <a:prstGeom prst="rect">
              <a:avLst/>
            </a:prstGeom>
          </p:spPr>
        </p:pic>
        <p:pic>
          <p:nvPicPr>
            <p:cNvPr id="195" name="圖片 194">
              <a:extLst>
                <a:ext uri="{FF2B5EF4-FFF2-40B4-BE49-F238E27FC236}">
                  <a16:creationId xmlns:a16="http://schemas.microsoft.com/office/drawing/2014/main" id="{B050B404-E5D2-46F8-BD4F-38782EC914CB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 t="65870"/>
            <a:stretch/>
          </p:blipFill>
          <p:spPr>
            <a:xfrm>
              <a:off x="11256068" y="3661798"/>
              <a:ext cx="1196282" cy="575465"/>
            </a:xfrm>
            <a:prstGeom prst="rect">
              <a:avLst/>
            </a:prstGeom>
          </p:spPr>
        </p:pic>
        <p:grpSp>
          <p:nvGrpSpPr>
            <p:cNvPr id="202" name="群組 201">
              <a:extLst>
                <a:ext uri="{FF2B5EF4-FFF2-40B4-BE49-F238E27FC236}">
                  <a16:creationId xmlns:a16="http://schemas.microsoft.com/office/drawing/2014/main" id="{A333B0B9-1FC5-4025-BD05-E9E3C59BF9DB}"/>
                </a:ext>
              </a:extLst>
            </p:cNvPr>
            <p:cNvGrpSpPr/>
            <p:nvPr/>
          </p:nvGrpSpPr>
          <p:grpSpPr>
            <a:xfrm>
              <a:off x="8288022" y="4252959"/>
              <a:ext cx="2090057" cy="2090057"/>
              <a:chOff x="5094694" y="9823325"/>
              <a:chExt cx="2090057" cy="2090057"/>
            </a:xfrm>
          </p:grpSpPr>
          <p:sp>
            <p:nvSpPr>
              <p:cNvPr id="203" name="矩形: 圓角 202">
                <a:extLst>
                  <a:ext uri="{FF2B5EF4-FFF2-40B4-BE49-F238E27FC236}">
                    <a16:creationId xmlns:a16="http://schemas.microsoft.com/office/drawing/2014/main" id="{D15FDA4D-8D32-4131-8944-4BAFC2FC4BB4}"/>
                  </a:ext>
                </a:extLst>
              </p:cNvPr>
              <p:cNvSpPr/>
              <p:nvPr/>
            </p:nvSpPr>
            <p:spPr>
              <a:xfrm>
                <a:off x="5094694" y="9823325"/>
                <a:ext cx="2090057" cy="2090057"/>
              </a:xfrm>
              <a:prstGeom prst="roundRect">
                <a:avLst/>
              </a:prstGeom>
              <a:solidFill>
                <a:schemeClr val="tx1">
                  <a:lumMod val="65000"/>
                  <a:lumOff val="35000"/>
                </a:schemeClr>
              </a:solidFill>
            </p:spPr>
            <p:style>
              <a:lnRef idx="0">
                <a:schemeClr val="accent3"/>
              </a:lnRef>
              <a:fillRef idx="3">
                <a:schemeClr val="accent3"/>
              </a:fillRef>
              <a:effectRef idx="3">
                <a:schemeClr val="accent3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6775" tIns="48386" rIns="96775" bIns="48386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TW" altLang="en-US" sz="952" dirty="0"/>
              </a:p>
            </p:txBody>
          </p:sp>
          <p:sp>
            <p:nvSpPr>
              <p:cNvPr id="204" name="箭號: 向右 203">
                <a:extLst>
                  <a:ext uri="{FF2B5EF4-FFF2-40B4-BE49-F238E27FC236}">
                    <a16:creationId xmlns:a16="http://schemas.microsoft.com/office/drawing/2014/main" id="{D334F4D6-FB12-41A8-92D3-30EC747BE01F}"/>
                  </a:ext>
                </a:extLst>
              </p:cNvPr>
              <p:cNvSpPr/>
              <p:nvPr/>
            </p:nvSpPr>
            <p:spPr>
              <a:xfrm rot="16200000">
                <a:off x="5922594" y="10096014"/>
                <a:ext cx="432000" cy="219600"/>
              </a:xfrm>
              <a:prstGeom prst="rightArrow">
                <a:avLst>
                  <a:gd name="adj1" fmla="val 41325"/>
                  <a:gd name="adj2" fmla="val 50000"/>
                </a:avLst>
              </a:prstGeom>
              <a:solidFill>
                <a:srgbClr val="FF0000"/>
              </a:solidFill>
            </p:spPr>
            <p:style>
              <a:lnRef idx="0">
                <a:schemeClr val="accent2"/>
              </a:lnRef>
              <a:fillRef idx="3">
                <a:schemeClr val="accent2"/>
              </a:fillRef>
              <a:effectRef idx="3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6775" tIns="48386" rIns="96775" bIns="48386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TW" altLang="en-US" sz="952"/>
              </a:p>
            </p:txBody>
          </p:sp>
          <p:sp>
            <p:nvSpPr>
              <p:cNvPr id="205" name="箭號: 向右 204">
                <a:extLst>
                  <a:ext uri="{FF2B5EF4-FFF2-40B4-BE49-F238E27FC236}">
                    <a16:creationId xmlns:a16="http://schemas.microsoft.com/office/drawing/2014/main" id="{9FF5B7DA-C88A-441C-BF9A-02F79B20D182}"/>
                  </a:ext>
                </a:extLst>
              </p:cNvPr>
              <p:cNvSpPr/>
              <p:nvPr/>
            </p:nvSpPr>
            <p:spPr>
              <a:xfrm rot="-2700000">
                <a:off x="6368008" y="10346626"/>
                <a:ext cx="432000" cy="219600"/>
              </a:xfrm>
              <a:prstGeom prst="rightArrow">
                <a:avLst>
                  <a:gd name="adj1" fmla="val 41325"/>
                  <a:gd name="adj2" fmla="val 50000"/>
                </a:avLst>
              </a:prstGeom>
              <a:solidFill>
                <a:srgbClr val="FF0000"/>
              </a:solidFill>
            </p:spPr>
            <p:style>
              <a:lnRef idx="0">
                <a:schemeClr val="accent2"/>
              </a:lnRef>
              <a:fillRef idx="3">
                <a:schemeClr val="accent2"/>
              </a:fillRef>
              <a:effectRef idx="3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6775" tIns="48386" rIns="96775" bIns="48386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TW" altLang="en-US" sz="952"/>
              </a:p>
            </p:txBody>
          </p:sp>
          <p:sp>
            <p:nvSpPr>
              <p:cNvPr id="206" name="箭號: 向右 205">
                <a:extLst>
                  <a:ext uri="{FF2B5EF4-FFF2-40B4-BE49-F238E27FC236}">
                    <a16:creationId xmlns:a16="http://schemas.microsoft.com/office/drawing/2014/main" id="{E9DFA774-5B17-4888-87DA-C5D92F422146}"/>
                  </a:ext>
                </a:extLst>
              </p:cNvPr>
              <p:cNvSpPr/>
              <p:nvPr/>
            </p:nvSpPr>
            <p:spPr>
              <a:xfrm rot="13500000">
                <a:off x="5487334" y="10363166"/>
                <a:ext cx="432000" cy="219600"/>
              </a:xfrm>
              <a:prstGeom prst="rightArrow">
                <a:avLst>
                  <a:gd name="adj1" fmla="val 41325"/>
                  <a:gd name="adj2" fmla="val 50000"/>
                </a:avLst>
              </a:prstGeom>
              <a:solidFill>
                <a:srgbClr val="FF0000"/>
              </a:solidFill>
            </p:spPr>
            <p:style>
              <a:lnRef idx="0">
                <a:schemeClr val="accent2"/>
              </a:lnRef>
              <a:fillRef idx="3">
                <a:schemeClr val="accent2"/>
              </a:fillRef>
              <a:effectRef idx="3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6775" tIns="48386" rIns="96775" bIns="48386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TW" altLang="en-US" sz="952"/>
              </a:p>
            </p:txBody>
          </p:sp>
          <p:sp>
            <p:nvSpPr>
              <p:cNvPr id="207" name="箭號: 向右 206">
                <a:extLst>
                  <a:ext uri="{FF2B5EF4-FFF2-40B4-BE49-F238E27FC236}">
                    <a16:creationId xmlns:a16="http://schemas.microsoft.com/office/drawing/2014/main" id="{7C5AB884-8226-46DB-A274-B4E7C9DF3522}"/>
                  </a:ext>
                </a:extLst>
              </p:cNvPr>
              <p:cNvSpPr/>
              <p:nvPr/>
            </p:nvSpPr>
            <p:spPr>
              <a:xfrm>
                <a:off x="6589978" y="10758553"/>
                <a:ext cx="432000" cy="219600"/>
              </a:xfrm>
              <a:prstGeom prst="rightArrow">
                <a:avLst>
                  <a:gd name="adj1" fmla="val 41325"/>
                  <a:gd name="adj2" fmla="val 50000"/>
                </a:avLst>
              </a:prstGeom>
              <a:solidFill>
                <a:srgbClr val="FF0000"/>
              </a:solidFill>
            </p:spPr>
            <p:style>
              <a:lnRef idx="0">
                <a:schemeClr val="accent2"/>
              </a:lnRef>
              <a:fillRef idx="3">
                <a:schemeClr val="accent2"/>
              </a:fillRef>
              <a:effectRef idx="3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6775" tIns="48386" rIns="96775" bIns="48386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TW" altLang="en-US" sz="952"/>
              </a:p>
            </p:txBody>
          </p:sp>
          <p:sp>
            <p:nvSpPr>
              <p:cNvPr id="208" name="箭號: 向右 207">
                <a:extLst>
                  <a:ext uri="{FF2B5EF4-FFF2-40B4-BE49-F238E27FC236}">
                    <a16:creationId xmlns:a16="http://schemas.microsoft.com/office/drawing/2014/main" id="{B8BE7EB8-1F48-4644-B867-9923D6BF2361}"/>
                  </a:ext>
                </a:extLst>
              </p:cNvPr>
              <p:cNvSpPr/>
              <p:nvPr/>
            </p:nvSpPr>
            <p:spPr>
              <a:xfrm rot="10800000">
                <a:off x="5286786" y="10758553"/>
                <a:ext cx="432000" cy="219600"/>
              </a:xfrm>
              <a:prstGeom prst="rightArrow">
                <a:avLst>
                  <a:gd name="adj1" fmla="val 41325"/>
                  <a:gd name="adj2" fmla="val 50000"/>
                </a:avLst>
              </a:prstGeom>
              <a:solidFill>
                <a:srgbClr val="FF0000"/>
              </a:solidFill>
            </p:spPr>
            <p:style>
              <a:lnRef idx="0">
                <a:schemeClr val="accent2"/>
              </a:lnRef>
              <a:fillRef idx="3">
                <a:schemeClr val="accent2"/>
              </a:fillRef>
              <a:effectRef idx="3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6775" tIns="48386" rIns="96775" bIns="48386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TW" altLang="en-US" sz="952"/>
              </a:p>
            </p:txBody>
          </p:sp>
          <p:sp>
            <p:nvSpPr>
              <p:cNvPr id="209" name="箭號: 向右 208">
                <a:extLst>
                  <a:ext uri="{FF2B5EF4-FFF2-40B4-BE49-F238E27FC236}">
                    <a16:creationId xmlns:a16="http://schemas.microsoft.com/office/drawing/2014/main" id="{D4AA436F-B110-4897-A99A-5F17B9B8BE18}"/>
                  </a:ext>
                </a:extLst>
              </p:cNvPr>
              <p:cNvSpPr/>
              <p:nvPr/>
            </p:nvSpPr>
            <p:spPr>
              <a:xfrm rot="2700000">
                <a:off x="6368007" y="11203875"/>
                <a:ext cx="432000" cy="219600"/>
              </a:xfrm>
              <a:prstGeom prst="rightArrow">
                <a:avLst>
                  <a:gd name="adj1" fmla="val 41325"/>
                  <a:gd name="adj2" fmla="val 50000"/>
                </a:avLst>
              </a:prstGeom>
              <a:solidFill>
                <a:srgbClr val="FF0000"/>
              </a:solidFill>
            </p:spPr>
            <p:style>
              <a:lnRef idx="0">
                <a:schemeClr val="accent2"/>
              </a:lnRef>
              <a:fillRef idx="3">
                <a:schemeClr val="accent2"/>
              </a:fillRef>
              <a:effectRef idx="3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6775" tIns="48386" rIns="96775" bIns="48386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TW" altLang="en-US" sz="952"/>
              </a:p>
            </p:txBody>
          </p:sp>
          <p:sp>
            <p:nvSpPr>
              <p:cNvPr id="210" name="箭號: 向右 209">
                <a:extLst>
                  <a:ext uri="{FF2B5EF4-FFF2-40B4-BE49-F238E27FC236}">
                    <a16:creationId xmlns:a16="http://schemas.microsoft.com/office/drawing/2014/main" id="{4B4C27A8-6859-4D0E-97AF-B904F2F8DB43}"/>
                  </a:ext>
                </a:extLst>
              </p:cNvPr>
              <p:cNvSpPr/>
              <p:nvPr/>
            </p:nvSpPr>
            <p:spPr>
              <a:xfrm rot="8100000">
                <a:off x="5487333" y="11203875"/>
                <a:ext cx="432000" cy="219600"/>
              </a:xfrm>
              <a:prstGeom prst="rightArrow">
                <a:avLst>
                  <a:gd name="adj1" fmla="val 41325"/>
                  <a:gd name="adj2" fmla="val 50000"/>
                </a:avLst>
              </a:prstGeom>
              <a:solidFill>
                <a:srgbClr val="FF0000"/>
              </a:solidFill>
            </p:spPr>
            <p:style>
              <a:lnRef idx="0">
                <a:schemeClr val="accent2"/>
              </a:lnRef>
              <a:fillRef idx="3">
                <a:schemeClr val="accent2"/>
              </a:fillRef>
              <a:effectRef idx="3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6775" tIns="48386" rIns="96775" bIns="48386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TW" altLang="en-US" sz="952" dirty="0"/>
              </a:p>
            </p:txBody>
          </p:sp>
          <p:sp>
            <p:nvSpPr>
              <p:cNvPr id="211" name="箭號: 向右 210">
                <a:extLst>
                  <a:ext uri="{FF2B5EF4-FFF2-40B4-BE49-F238E27FC236}">
                    <a16:creationId xmlns:a16="http://schemas.microsoft.com/office/drawing/2014/main" id="{E8BD068E-10AA-4F1C-8071-878F60432771}"/>
                  </a:ext>
                </a:extLst>
              </p:cNvPr>
              <p:cNvSpPr/>
              <p:nvPr/>
            </p:nvSpPr>
            <p:spPr>
              <a:xfrm rot="5400000">
                <a:off x="5922594" y="11427961"/>
                <a:ext cx="432000" cy="219600"/>
              </a:xfrm>
              <a:prstGeom prst="rightArrow">
                <a:avLst>
                  <a:gd name="adj1" fmla="val 41325"/>
                  <a:gd name="adj2" fmla="val 50000"/>
                </a:avLst>
              </a:prstGeom>
              <a:solidFill>
                <a:srgbClr val="FF0000"/>
              </a:solidFill>
            </p:spPr>
            <p:style>
              <a:lnRef idx="0">
                <a:schemeClr val="accent2"/>
              </a:lnRef>
              <a:fillRef idx="3">
                <a:schemeClr val="accent2"/>
              </a:fillRef>
              <a:effectRef idx="3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6775" tIns="48386" rIns="96775" bIns="48386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TW" altLang="en-US" sz="952"/>
              </a:p>
            </p:txBody>
          </p:sp>
        </p:grpSp>
        <p:grpSp>
          <p:nvGrpSpPr>
            <p:cNvPr id="213" name="群組 212">
              <a:extLst>
                <a:ext uri="{FF2B5EF4-FFF2-40B4-BE49-F238E27FC236}">
                  <a16:creationId xmlns:a16="http://schemas.microsoft.com/office/drawing/2014/main" id="{9C4F2B02-D040-4765-A104-66821F99DE89}"/>
                </a:ext>
              </a:extLst>
            </p:cNvPr>
            <p:cNvGrpSpPr/>
            <p:nvPr/>
          </p:nvGrpSpPr>
          <p:grpSpPr>
            <a:xfrm>
              <a:off x="10782519" y="4252959"/>
              <a:ext cx="2090057" cy="2090057"/>
              <a:chOff x="7828725" y="9933124"/>
              <a:chExt cx="2090057" cy="2090057"/>
            </a:xfrm>
          </p:grpSpPr>
          <p:sp>
            <p:nvSpPr>
              <p:cNvPr id="215" name="矩形: 圓角 214">
                <a:extLst>
                  <a:ext uri="{FF2B5EF4-FFF2-40B4-BE49-F238E27FC236}">
                    <a16:creationId xmlns:a16="http://schemas.microsoft.com/office/drawing/2014/main" id="{3D4EE258-5BDC-40C9-9E06-B763004AFD9D}"/>
                  </a:ext>
                </a:extLst>
              </p:cNvPr>
              <p:cNvSpPr/>
              <p:nvPr/>
            </p:nvSpPr>
            <p:spPr>
              <a:xfrm>
                <a:off x="7828725" y="9933124"/>
                <a:ext cx="2090057" cy="2090057"/>
              </a:xfrm>
              <a:prstGeom prst="roundRect">
                <a:avLst/>
              </a:prstGeom>
              <a:solidFill>
                <a:schemeClr val="tx1">
                  <a:lumMod val="65000"/>
                  <a:lumOff val="35000"/>
                </a:schemeClr>
              </a:solidFill>
            </p:spPr>
            <p:style>
              <a:lnRef idx="0">
                <a:schemeClr val="accent3"/>
              </a:lnRef>
              <a:fillRef idx="3">
                <a:schemeClr val="accent3"/>
              </a:fillRef>
              <a:effectRef idx="3">
                <a:schemeClr val="accent3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6775" tIns="48386" rIns="96775" bIns="48386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TW" altLang="en-US" sz="952" dirty="0"/>
              </a:p>
            </p:txBody>
          </p:sp>
          <p:sp>
            <p:nvSpPr>
              <p:cNvPr id="216" name="箭號: 向右 215">
                <a:extLst>
                  <a:ext uri="{FF2B5EF4-FFF2-40B4-BE49-F238E27FC236}">
                    <a16:creationId xmlns:a16="http://schemas.microsoft.com/office/drawing/2014/main" id="{0CCFFFA8-1681-4170-B9BC-6A246783B5FA}"/>
                  </a:ext>
                </a:extLst>
              </p:cNvPr>
              <p:cNvSpPr/>
              <p:nvPr/>
            </p:nvSpPr>
            <p:spPr>
              <a:xfrm rot="10800000">
                <a:off x="8656625" y="10205813"/>
                <a:ext cx="432000" cy="219600"/>
              </a:xfrm>
              <a:prstGeom prst="rightArrow">
                <a:avLst>
                  <a:gd name="adj1" fmla="val 41325"/>
                  <a:gd name="adj2" fmla="val 50000"/>
                </a:avLst>
              </a:prstGeom>
              <a:solidFill>
                <a:srgbClr val="00B0F0"/>
              </a:solidFill>
            </p:spPr>
            <p:style>
              <a:lnRef idx="0">
                <a:schemeClr val="accent2"/>
              </a:lnRef>
              <a:fillRef idx="3">
                <a:schemeClr val="accent2"/>
              </a:fillRef>
              <a:effectRef idx="3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6775" tIns="48386" rIns="96775" bIns="48386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TW" altLang="en-US" sz="952"/>
              </a:p>
            </p:txBody>
          </p:sp>
          <p:sp>
            <p:nvSpPr>
              <p:cNvPr id="217" name="箭號: 向右 216">
                <a:extLst>
                  <a:ext uri="{FF2B5EF4-FFF2-40B4-BE49-F238E27FC236}">
                    <a16:creationId xmlns:a16="http://schemas.microsoft.com/office/drawing/2014/main" id="{BED925DD-BDCF-4596-BF5E-C879C8D7F80B}"/>
                  </a:ext>
                </a:extLst>
              </p:cNvPr>
              <p:cNvSpPr/>
              <p:nvPr/>
            </p:nvSpPr>
            <p:spPr>
              <a:xfrm rot="13500000">
                <a:off x="9102038" y="10464695"/>
                <a:ext cx="432000" cy="219600"/>
              </a:xfrm>
              <a:prstGeom prst="rightArrow">
                <a:avLst>
                  <a:gd name="adj1" fmla="val 41325"/>
                  <a:gd name="adj2" fmla="val 50000"/>
                </a:avLst>
              </a:prstGeom>
              <a:solidFill>
                <a:srgbClr val="00B0F0"/>
              </a:solidFill>
            </p:spPr>
            <p:style>
              <a:lnRef idx="0">
                <a:schemeClr val="accent2"/>
              </a:lnRef>
              <a:fillRef idx="3">
                <a:schemeClr val="accent2"/>
              </a:fillRef>
              <a:effectRef idx="3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6775" tIns="48386" rIns="96775" bIns="48386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TW" altLang="en-US" sz="952"/>
              </a:p>
            </p:txBody>
          </p:sp>
          <p:sp>
            <p:nvSpPr>
              <p:cNvPr id="219" name="箭號: 向右 218">
                <a:extLst>
                  <a:ext uri="{FF2B5EF4-FFF2-40B4-BE49-F238E27FC236}">
                    <a16:creationId xmlns:a16="http://schemas.microsoft.com/office/drawing/2014/main" id="{93EC4905-DF84-4AED-BED8-7A49D62E465E}"/>
                  </a:ext>
                </a:extLst>
              </p:cNvPr>
              <p:cNvSpPr/>
              <p:nvPr/>
            </p:nvSpPr>
            <p:spPr>
              <a:xfrm rot="8100000">
                <a:off x="8221364" y="10464695"/>
                <a:ext cx="432000" cy="219600"/>
              </a:xfrm>
              <a:prstGeom prst="rightArrow">
                <a:avLst>
                  <a:gd name="adj1" fmla="val 41325"/>
                  <a:gd name="adj2" fmla="val 50000"/>
                </a:avLst>
              </a:prstGeom>
              <a:solidFill>
                <a:srgbClr val="00B0F0"/>
              </a:solidFill>
            </p:spPr>
            <p:style>
              <a:lnRef idx="0">
                <a:schemeClr val="accent2"/>
              </a:lnRef>
              <a:fillRef idx="3">
                <a:schemeClr val="accent2"/>
              </a:fillRef>
              <a:effectRef idx="3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6775" tIns="48386" rIns="96775" bIns="48386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TW" altLang="en-US" sz="952"/>
              </a:p>
            </p:txBody>
          </p:sp>
          <p:sp>
            <p:nvSpPr>
              <p:cNvPr id="220" name="箭號: 向右 219">
                <a:extLst>
                  <a:ext uri="{FF2B5EF4-FFF2-40B4-BE49-F238E27FC236}">
                    <a16:creationId xmlns:a16="http://schemas.microsoft.com/office/drawing/2014/main" id="{69D43D3A-FF97-40B4-B11B-72DF41F99599}"/>
                  </a:ext>
                </a:extLst>
              </p:cNvPr>
              <p:cNvSpPr/>
              <p:nvPr/>
            </p:nvSpPr>
            <p:spPr>
              <a:xfrm rot="-5400000">
                <a:off x="9296611" y="10871700"/>
                <a:ext cx="432000" cy="219600"/>
              </a:xfrm>
              <a:prstGeom prst="rightArrow">
                <a:avLst>
                  <a:gd name="adj1" fmla="val 41325"/>
                  <a:gd name="adj2" fmla="val 50000"/>
                </a:avLst>
              </a:prstGeom>
              <a:solidFill>
                <a:srgbClr val="00B0F0"/>
              </a:solidFill>
            </p:spPr>
            <p:style>
              <a:lnRef idx="0">
                <a:schemeClr val="accent2"/>
              </a:lnRef>
              <a:fillRef idx="3">
                <a:schemeClr val="accent2"/>
              </a:fillRef>
              <a:effectRef idx="3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6775" tIns="48386" rIns="96775" bIns="48386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TW" altLang="en-US" sz="952"/>
              </a:p>
            </p:txBody>
          </p:sp>
          <p:sp>
            <p:nvSpPr>
              <p:cNvPr id="226" name="箭號: 向右 225">
                <a:extLst>
                  <a:ext uri="{FF2B5EF4-FFF2-40B4-BE49-F238E27FC236}">
                    <a16:creationId xmlns:a16="http://schemas.microsoft.com/office/drawing/2014/main" id="{E32EFFAC-BE4C-401F-AC88-BD8C60E7ECAE}"/>
                  </a:ext>
                </a:extLst>
              </p:cNvPr>
              <p:cNvSpPr/>
              <p:nvPr/>
            </p:nvSpPr>
            <p:spPr>
              <a:xfrm rot="5400000">
                <a:off x="8020817" y="10871700"/>
                <a:ext cx="432000" cy="219600"/>
              </a:xfrm>
              <a:prstGeom prst="rightArrow">
                <a:avLst>
                  <a:gd name="adj1" fmla="val 41325"/>
                  <a:gd name="adj2" fmla="val 50000"/>
                </a:avLst>
              </a:prstGeom>
              <a:solidFill>
                <a:srgbClr val="00B0F0"/>
              </a:solidFill>
            </p:spPr>
            <p:style>
              <a:lnRef idx="0">
                <a:schemeClr val="accent2"/>
              </a:lnRef>
              <a:fillRef idx="3">
                <a:schemeClr val="accent2"/>
              </a:fillRef>
              <a:effectRef idx="3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6775" tIns="48386" rIns="96775" bIns="48386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TW" altLang="en-US" sz="952"/>
              </a:p>
            </p:txBody>
          </p:sp>
          <p:sp>
            <p:nvSpPr>
              <p:cNvPr id="229" name="箭號: 向右 228">
                <a:extLst>
                  <a:ext uri="{FF2B5EF4-FFF2-40B4-BE49-F238E27FC236}">
                    <a16:creationId xmlns:a16="http://schemas.microsoft.com/office/drawing/2014/main" id="{9E5DFA82-5046-4DD9-94A4-64F3A2FF8196}"/>
                  </a:ext>
                </a:extLst>
              </p:cNvPr>
              <p:cNvSpPr/>
              <p:nvPr/>
            </p:nvSpPr>
            <p:spPr>
              <a:xfrm rot="-2700000">
                <a:off x="9102038" y="11313674"/>
                <a:ext cx="432000" cy="219600"/>
              </a:xfrm>
              <a:prstGeom prst="rightArrow">
                <a:avLst>
                  <a:gd name="adj1" fmla="val 41325"/>
                  <a:gd name="adj2" fmla="val 50000"/>
                </a:avLst>
              </a:prstGeom>
              <a:solidFill>
                <a:srgbClr val="00B0F0"/>
              </a:solidFill>
            </p:spPr>
            <p:style>
              <a:lnRef idx="0">
                <a:schemeClr val="accent2"/>
              </a:lnRef>
              <a:fillRef idx="3">
                <a:schemeClr val="accent2"/>
              </a:fillRef>
              <a:effectRef idx="3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6775" tIns="48386" rIns="96775" bIns="48386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TW" altLang="en-US" sz="952"/>
              </a:p>
            </p:txBody>
          </p:sp>
          <p:sp>
            <p:nvSpPr>
              <p:cNvPr id="231" name="箭號: 向右 230">
                <a:extLst>
                  <a:ext uri="{FF2B5EF4-FFF2-40B4-BE49-F238E27FC236}">
                    <a16:creationId xmlns:a16="http://schemas.microsoft.com/office/drawing/2014/main" id="{BE0E581C-A24E-4839-A971-0C61A24B0D78}"/>
                  </a:ext>
                </a:extLst>
              </p:cNvPr>
              <p:cNvSpPr/>
              <p:nvPr/>
            </p:nvSpPr>
            <p:spPr>
              <a:xfrm rot="2700000">
                <a:off x="8221364" y="11313674"/>
                <a:ext cx="432000" cy="219600"/>
              </a:xfrm>
              <a:prstGeom prst="rightArrow">
                <a:avLst>
                  <a:gd name="adj1" fmla="val 41325"/>
                  <a:gd name="adj2" fmla="val 50000"/>
                </a:avLst>
              </a:prstGeom>
              <a:solidFill>
                <a:srgbClr val="00B0F0"/>
              </a:solidFill>
            </p:spPr>
            <p:style>
              <a:lnRef idx="0">
                <a:schemeClr val="accent2"/>
              </a:lnRef>
              <a:fillRef idx="3">
                <a:schemeClr val="accent2"/>
              </a:fillRef>
              <a:effectRef idx="3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6775" tIns="48386" rIns="96775" bIns="48386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TW" altLang="en-US" sz="952" dirty="0"/>
              </a:p>
            </p:txBody>
          </p:sp>
          <p:sp>
            <p:nvSpPr>
              <p:cNvPr id="232" name="箭號: 向右 231">
                <a:extLst>
                  <a:ext uri="{FF2B5EF4-FFF2-40B4-BE49-F238E27FC236}">
                    <a16:creationId xmlns:a16="http://schemas.microsoft.com/office/drawing/2014/main" id="{B094E05A-CEAB-4792-94AA-1127AE0A7911}"/>
                  </a:ext>
                </a:extLst>
              </p:cNvPr>
              <p:cNvSpPr/>
              <p:nvPr/>
            </p:nvSpPr>
            <p:spPr>
              <a:xfrm>
                <a:off x="8656624" y="11537760"/>
                <a:ext cx="432000" cy="219600"/>
              </a:xfrm>
              <a:prstGeom prst="rightArrow">
                <a:avLst>
                  <a:gd name="adj1" fmla="val 41325"/>
                  <a:gd name="adj2" fmla="val 50000"/>
                </a:avLst>
              </a:prstGeom>
              <a:solidFill>
                <a:srgbClr val="00B0F0"/>
              </a:solidFill>
            </p:spPr>
            <p:style>
              <a:lnRef idx="0">
                <a:schemeClr val="accent2"/>
              </a:lnRef>
              <a:fillRef idx="3">
                <a:schemeClr val="accent2"/>
              </a:fillRef>
              <a:effectRef idx="3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6775" tIns="48386" rIns="96775" bIns="48386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TW" altLang="en-US" sz="952"/>
              </a:p>
            </p:txBody>
          </p:sp>
        </p:grpSp>
        <p:grpSp>
          <p:nvGrpSpPr>
            <p:cNvPr id="233" name="群組 232">
              <a:extLst>
                <a:ext uri="{FF2B5EF4-FFF2-40B4-BE49-F238E27FC236}">
                  <a16:creationId xmlns:a16="http://schemas.microsoft.com/office/drawing/2014/main" id="{7410432A-6A87-4057-B05D-F61225FA8B50}"/>
                </a:ext>
              </a:extLst>
            </p:cNvPr>
            <p:cNvGrpSpPr/>
            <p:nvPr/>
          </p:nvGrpSpPr>
          <p:grpSpPr>
            <a:xfrm>
              <a:off x="11698379" y="7606750"/>
              <a:ext cx="609103" cy="498739"/>
              <a:chOff x="6583394" y="1501875"/>
              <a:chExt cx="1650681" cy="1351594"/>
            </a:xfrm>
          </p:grpSpPr>
          <p:grpSp>
            <p:nvGrpSpPr>
              <p:cNvPr id="234" name="群組 233">
                <a:extLst>
                  <a:ext uri="{FF2B5EF4-FFF2-40B4-BE49-F238E27FC236}">
                    <a16:creationId xmlns:a16="http://schemas.microsoft.com/office/drawing/2014/main" id="{5B950C1A-D301-4118-91E5-A25622BDA67E}"/>
                  </a:ext>
                </a:extLst>
              </p:cNvPr>
              <p:cNvGrpSpPr/>
              <p:nvPr/>
            </p:nvGrpSpPr>
            <p:grpSpPr>
              <a:xfrm>
                <a:off x="6929132" y="2420541"/>
                <a:ext cx="361452" cy="346736"/>
                <a:chOff x="1373392" y="2391862"/>
                <a:chExt cx="479433" cy="476535"/>
              </a:xfrm>
            </p:grpSpPr>
            <p:sp>
              <p:nvSpPr>
                <p:cNvPr id="237" name="箭號: 向右 236">
                  <a:extLst>
                    <a:ext uri="{FF2B5EF4-FFF2-40B4-BE49-F238E27FC236}">
                      <a16:creationId xmlns:a16="http://schemas.microsoft.com/office/drawing/2014/main" id="{5323A9D6-2E73-4456-977C-DA50AB660899}"/>
                    </a:ext>
                  </a:extLst>
                </p:cNvPr>
                <p:cNvSpPr/>
                <p:nvPr/>
              </p:nvSpPr>
              <p:spPr>
                <a:xfrm>
                  <a:off x="1411244" y="2735868"/>
                  <a:ext cx="441581" cy="132529"/>
                </a:xfrm>
                <a:prstGeom prst="rightArrow">
                  <a:avLst>
                    <a:gd name="adj1" fmla="val 50000"/>
                    <a:gd name="adj2" fmla="val 99023"/>
                  </a:avLst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 sz="1209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238" name="箭號: 向右 237">
                  <a:extLst>
                    <a:ext uri="{FF2B5EF4-FFF2-40B4-BE49-F238E27FC236}">
                      <a16:creationId xmlns:a16="http://schemas.microsoft.com/office/drawing/2014/main" id="{7E67B7B5-C914-42D2-9096-1AD27FD74BB8}"/>
                    </a:ext>
                  </a:extLst>
                </p:cNvPr>
                <p:cNvSpPr/>
                <p:nvPr/>
              </p:nvSpPr>
              <p:spPr>
                <a:xfrm rot="16200000">
                  <a:off x="1218866" y="2546388"/>
                  <a:ext cx="441581" cy="132529"/>
                </a:xfrm>
                <a:prstGeom prst="rightArrow">
                  <a:avLst>
                    <a:gd name="adj1" fmla="val 50000"/>
                    <a:gd name="adj2" fmla="val 99023"/>
                  </a:avLst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 sz="1209" dirty="0">
                    <a:solidFill>
                      <a:schemeClr val="bg1"/>
                    </a:solidFill>
                  </a:endParaRPr>
                </a:p>
              </p:txBody>
            </p:sp>
          </p:grp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35" name="文字方塊 234">
                    <a:extLst>
                      <a:ext uri="{FF2B5EF4-FFF2-40B4-BE49-F238E27FC236}">
                        <a16:creationId xmlns:a16="http://schemas.microsoft.com/office/drawing/2014/main" id="{157BEF67-91D7-4FB8-89CC-FE7B44E61DC1}"/>
                      </a:ext>
                    </a:extLst>
                  </p:cNvPr>
                  <p:cNvSpPr txBox="1"/>
                  <p:nvPr/>
                </p:nvSpPr>
                <p:spPr>
                  <a:xfrm>
                    <a:off x="6583394" y="1501875"/>
                    <a:ext cx="416137" cy="64033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TW" sz="952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952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𝑄</m:t>
                              </m:r>
                            </m:e>
                            <m:sub>
                              <m:r>
                                <a:rPr lang="en-US" altLang="zh-TW" sz="952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sub>
                          </m:sSub>
                        </m:oMath>
                      </m:oMathPara>
                    </a14:m>
                    <a:endParaRPr lang="en-US" altLang="zh-TW" sz="952" dirty="0">
                      <a:solidFill>
                        <a:schemeClr val="bg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235" name="文字方塊 234">
                    <a:extLst>
                      <a:ext uri="{FF2B5EF4-FFF2-40B4-BE49-F238E27FC236}">
                        <a16:creationId xmlns:a16="http://schemas.microsoft.com/office/drawing/2014/main" id="{157BEF67-91D7-4FB8-89CC-FE7B44E61DC1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583394" y="1501875"/>
                    <a:ext cx="416137" cy="640330"/>
                  </a:xfrm>
                  <a:prstGeom prst="rect">
                    <a:avLst/>
                  </a:prstGeom>
                  <a:blipFill>
                    <a:blip r:embed="rId25"/>
                    <a:stretch>
                      <a:fillRect r="-55556"/>
                    </a:stretch>
                  </a:blipFill>
                </p:spPr>
                <p:txBody>
                  <a:bodyPr/>
                  <a:lstStyle/>
                  <a:p>
                    <a:r>
                      <a:rPr lang="zh-TW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36" name="文字方塊 235">
                    <a:extLst>
                      <a:ext uri="{FF2B5EF4-FFF2-40B4-BE49-F238E27FC236}">
                        <a16:creationId xmlns:a16="http://schemas.microsoft.com/office/drawing/2014/main" id="{BA94D9BA-9043-4B21-932E-513644F33DAB}"/>
                      </a:ext>
                    </a:extLst>
                  </p:cNvPr>
                  <p:cNvSpPr txBox="1"/>
                  <p:nvPr/>
                </p:nvSpPr>
                <p:spPr>
                  <a:xfrm>
                    <a:off x="7165989" y="2241869"/>
                    <a:ext cx="1068086" cy="61160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TW" sz="952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952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𝑄</m:t>
                              </m:r>
                            </m:e>
                            <m:sub>
                              <m:r>
                                <a:rPr lang="en-US" altLang="zh-TW" sz="952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b>
                          </m:sSub>
                        </m:oMath>
                      </m:oMathPara>
                    </a14:m>
                    <a:endParaRPr lang="en-US" altLang="zh-TW" sz="952" dirty="0">
                      <a:solidFill>
                        <a:schemeClr val="bg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236" name="文字方塊 235">
                    <a:extLst>
                      <a:ext uri="{FF2B5EF4-FFF2-40B4-BE49-F238E27FC236}">
                        <a16:creationId xmlns:a16="http://schemas.microsoft.com/office/drawing/2014/main" id="{BA94D9BA-9043-4B21-932E-513644F33DAB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165989" y="2241869"/>
                    <a:ext cx="1068086" cy="611600"/>
                  </a:xfrm>
                  <a:prstGeom prst="rect">
                    <a:avLst/>
                  </a:prstGeom>
                  <a:blipFill>
                    <a:blip r:embed="rId26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TW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239" name="群組 238">
              <a:extLst>
                <a:ext uri="{FF2B5EF4-FFF2-40B4-BE49-F238E27FC236}">
                  <a16:creationId xmlns:a16="http://schemas.microsoft.com/office/drawing/2014/main" id="{EB319C60-EFC9-40F4-94A0-6B918EF5110F}"/>
                </a:ext>
              </a:extLst>
            </p:cNvPr>
            <p:cNvGrpSpPr/>
            <p:nvPr/>
          </p:nvGrpSpPr>
          <p:grpSpPr>
            <a:xfrm>
              <a:off x="9202829" y="4824639"/>
              <a:ext cx="609103" cy="498739"/>
              <a:chOff x="6583394" y="1501875"/>
              <a:chExt cx="1650681" cy="1351594"/>
            </a:xfrm>
          </p:grpSpPr>
          <p:grpSp>
            <p:nvGrpSpPr>
              <p:cNvPr id="240" name="群組 239">
                <a:extLst>
                  <a:ext uri="{FF2B5EF4-FFF2-40B4-BE49-F238E27FC236}">
                    <a16:creationId xmlns:a16="http://schemas.microsoft.com/office/drawing/2014/main" id="{B2FD4C0A-C03A-4CF9-BBC7-0F96F38CDE12}"/>
                  </a:ext>
                </a:extLst>
              </p:cNvPr>
              <p:cNvGrpSpPr/>
              <p:nvPr/>
            </p:nvGrpSpPr>
            <p:grpSpPr>
              <a:xfrm>
                <a:off x="6929132" y="2420541"/>
                <a:ext cx="361452" cy="346736"/>
                <a:chOff x="1373392" y="2391862"/>
                <a:chExt cx="479433" cy="476535"/>
              </a:xfrm>
            </p:grpSpPr>
            <p:sp>
              <p:nvSpPr>
                <p:cNvPr id="243" name="箭號: 向右 242">
                  <a:extLst>
                    <a:ext uri="{FF2B5EF4-FFF2-40B4-BE49-F238E27FC236}">
                      <a16:creationId xmlns:a16="http://schemas.microsoft.com/office/drawing/2014/main" id="{46387CAA-B91B-4948-AAD5-CCB34E0F223D}"/>
                    </a:ext>
                  </a:extLst>
                </p:cNvPr>
                <p:cNvSpPr/>
                <p:nvPr/>
              </p:nvSpPr>
              <p:spPr>
                <a:xfrm>
                  <a:off x="1411244" y="2735868"/>
                  <a:ext cx="441581" cy="132529"/>
                </a:xfrm>
                <a:prstGeom prst="rightArrow">
                  <a:avLst>
                    <a:gd name="adj1" fmla="val 50000"/>
                    <a:gd name="adj2" fmla="val 99023"/>
                  </a:avLst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 sz="1209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244" name="箭號: 向右 243">
                  <a:extLst>
                    <a:ext uri="{FF2B5EF4-FFF2-40B4-BE49-F238E27FC236}">
                      <a16:creationId xmlns:a16="http://schemas.microsoft.com/office/drawing/2014/main" id="{DFED31C4-4900-466E-9D88-EEE3EDB7A5EB}"/>
                    </a:ext>
                  </a:extLst>
                </p:cNvPr>
                <p:cNvSpPr/>
                <p:nvPr/>
              </p:nvSpPr>
              <p:spPr>
                <a:xfrm rot="16200000">
                  <a:off x="1218866" y="2546388"/>
                  <a:ext cx="441581" cy="132529"/>
                </a:xfrm>
                <a:prstGeom prst="rightArrow">
                  <a:avLst>
                    <a:gd name="adj1" fmla="val 50000"/>
                    <a:gd name="adj2" fmla="val 99023"/>
                  </a:avLst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 sz="1209" dirty="0">
                    <a:solidFill>
                      <a:schemeClr val="bg1"/>
                    </a:solidFill>
                  </a:endParaRPr>
                </a:p>
              </p:txBody>
            </p:sp>
          </p:grp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41" name="文字方塊 240">
                    <a:extLst>
                      <a:ext uri="{FF2B5EF4-FFF2-40B4-BE49-F238E27FC236}">
                        <a16:creationId xmlns:a16="http://schemas.microsoft.com/office/drawing/2014/main" id="{6202F5B5-B768-4999-8D9A-25983B34DFCF}"/>
                      </a:ext>
                    </a:extLst>
                  </p:cNvPr>
                  <p:cNvSpPr txBox="1"/>
                  <p:nvPr/>
                </p:nvSpPr>
                <p:spPr>
                  <a:xfrm>
                    <a:off x="6583394" y="1501875"/>
                    <a:ext cx="416137" cy="64033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TW" sz="952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952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𝑄</m:t>
                              </m:r>
                            </m:e>
                            <m:sub>
                              <m:r>
                                <a:rPr lang="en-US" altLang="zh-TW" sz="952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sub>
                          </m:sSub>
                        </m:oMath>
                      </m:oMathPara>
                    </a14:m>
                    <a:endParaRPr lang="en-US" altLang="zh-TW" sz="952" dirty="0">
                      <a:solidFill>
                        <a:schemeClr val="bg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241" name="文字方塊 240">
                    <a:extLst>
                      <a:ext uri="{FF2B5EF4-FFF2-40B4-BE49-F238E27FC236}">
                        <a16:creationId xmlns:a16="http://schemas.microsoft.com/office/drawing/2014/main" id="{6202F5B5-B768-4999-8D9A-25983B34DFCF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583394" y="1501875"/>
                    <a:ext cx="416137" cy="640330"/>
                  </a:xfrm>
                  <a:prstGeom prst="rect">
                    <a:avLst/>
                  </a:prstGeom>
                  <a:blipFill>
                    <a:blip r:embed="rId22"/>
                    <a:stretch>
                      <a:fillRect r="-57692"/>
                    </a:stretch>
                  </a:blipFill>
                </p:spPr>
                <p:txBody>
                  <a:bodyPr/>
                  <a:lstStyle/>
                  <a:p>
                    <a:r>
                      <a:rPr lang="zh-TW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42" name="文字方塊 241">
                    <a:extLst>
                      <a:ext uri="{FF2B5EF4-FFF2-40B4-BE49-F238E27FC236}">
                        <a16:creationId xmlns:a16="http://schemas.microsoft.com/office/drawing/2014/main" id="{05DC344F-1D59-4626-9F96-91B8F7A529E9}"/>
                      </a:ext>
                    </a:extLst>
                  </p:cNvPr>
                  <p:cNvSpPr txBox="1"/>
                  <p:nvPr/>
                </p:nvSpPr>
                <p:spPr>
                  <a:xfrm>
                    <a:off x="7165989" y="2241869"/>
                    <a:ext cx="1068086" cy="61160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TW" sz="952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952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𝑄</m:t>
                              </m:r>
                            </m:e>
                            <m:sub>
                              <m:r>
                                <a:rPr lang="en-US" altLang="zh-TW" sz="952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b>
                          </m:sSub>
                        </m:oMath>
                      </m:oMathPara>
                    </a14:m>
                    <a:endParaRPr lang="en-US" altLang="zh-TW" sz="952" dirty="0">
                      <a:solidFill>
                        <a:schemeClr val="bg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242" name="文字方塊 241">
                    <a:extLst>
                      <a:ext uri="{FF2B5EF4-FFF2-40B4-BE49-F238E27FC236}">
                        <a16:creationId xmlns:a16="http://schemas.microsoft.com/office/drawing/2014/main" id="{05DC344F-1D59-4626-9F96-91B8F7A529E9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165989" y="2241869"/>
                    <a:ext cx="1068086" cy="611600"/>
                  </a:xfrm>
                  <a:prstGeom prst="rect">
                    <a:avLst/>
                  </a:prstGeom>
                  <a:blipFill>
                    <a:blip r:embed="rId18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TW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245" name="群組 244">
              <a:extLst>
                <a:ext uri="{FF2B5EF4-FFF2-40B4-BE49-F238E27FC236}">
                  <a16:creationId xmlns:a16="http://schemas.microsoft.com/office/drawing/2014/main" id="{E952B3A9-B9A8-4688-A6EB-7E30853B3B7C}"/>
                </a:ext>
              </a:extLst>
            </p:cNvPr>
            <p:cNvGrpSpPr/>
            <p:nvPr/>
          </p:nvGrpSpPr>
          <p:grpSpPr>
            <a:xfrm>
              <a:off x="11698379" y="4824639"/>
              <a:ext cx="609103" cy="498739"/>
              <a:chOff x="6583394" y="1501875"/>
              <a:chExt cx="1650681" cy="1351594"/>
            </a:xfrm>
          </p:grpSpPr>
          <p:grpSp>
            <p:nvGrpSpPr>
              <p:cNvPr id="246" name="群組 245">
                <a:extLst>
                  <a:ext uri="{FF2B5EF4-FFF2-40B4-BE49-F238E27FC236}">
                    <a16:creationId xmlns:a16="http://schemas.microsoft.com/office/drawing/2014/main" id="{E9CEFCDB-B4B0-428C-ACB7-3590600345CE}"/>
                  </a:ext>
                </a:extLst>
              </p:cNvPr>
              <p:cNvGrpSpPr/>
              <p:nvPr/>
            </p:nvGrpSpPr>
            <p:grpSpPr>
              <a:xfrm>
                <a:off x="6929132" y="2420541"/>
                <a:ext cx="361452" cy="346736"/>
                <a:chOff x="1373392" y="2391862"/>
                <a:chExt cx="479433" cy="476535"/>
              </a:xfrm>
            </p:grpSpPr>
            <p:sp>
              <p:nvSpPr>
                <p:cNvPr id="249" name="箭號: 向右 248">
                  <a:extLst>
                    <a:ext uri="{FF2B5EF4-FFF2-40B4-BE49-F238E27FC236}">
                      <a16:creationId xmlns:a16="http://schemas.microsoft.com/office/drawing/2014/main" id="{D51097EB-91C8-495D-8039-88898F089864}"/>
                    </a:ext>
                  </a:extLst>
                </p:cNvPr>
                <p:cNvSpPr/>
                <p:nvPr/>
              </p:nvSpPr>
              <p:spPr>
                <a:xfrm>
                  <a:off x="1411244" y="2735868"/>
                  <a:ext cx="441581" cy="132529"/>
                </a:xfrm>
                <a:prstGeom prst="rightArrow">
                  <a:avLst>
                    <a:gd name="adj1" fmla="val 50000"/>
                    <a:gd name="adj2" fmla="val 99023"/>
                  </a:avLst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 sz="1209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250" name="箭號: 向右 249">
                  <a:extLst>
                    <a:ext uri="{FF2B5EF4-FFF2-40B4-BE49-F238E27FC236}">
                      <a16:creationId xmlns:a16="http://schemas.microsoft.com/office/drawing/2014/main" id="{EFBBECD4-E88B-4ED6-8BE1-B48FA6F43B27}"/>
                    </a:ext>
                  </a:extLst>
                </p:cNvPr>
                <p:cNvSpPr/>
                <p:nvPr/>
              </p:nvSpPr>
              <p:spPr>
                <a:xfrm rot="16200000">
                  <a:off x="1218866" y="2546388"/>
                  <a:ext cx="441581" cy="132529"/>
                </a:xfrm>
                <a:prstGeom prst="rightArrow">
                  <a:avLst>
                    <a:gd name="adj1" fmla="val 50000"/>
                    <a:gd name="adj2" fmla="val 99023"/>
                  </a:avLst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 sz="1209" dirty="0">
                    <a:solidFill>
                      <a:schemeClr val="bg1"/>
                    </a:solidFill>
                  </a:endParaRPr>
                </a:p>
              </p:txBody>
            </p:sp>
          </p:grp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47" name="文字方塊 246">
                    <a:extLst>
                      <a:ext uri="{FF2B5EF4-FFF2-40B4-BE49-F238E27FC236}">
                        <a16:creationId xmlns:a16="http://schemas.microsoft.com/office/drawing/2014/main" id="{C8FF0701-53E6-4263-82C6-BD7E80FB29AC}"/>
                      </a:ext>
                    </a:extLst>
                  </p:cNvPr>
                  <p:cNvSpPr txBox="1"/>
                  <p:nvPr/>
                </p:nvSpPr>
                <p:spPr>
                  <a:xfrm>
                    <a:off x="6583394" y="1501875"/>
                    <a:ext cx="416137" cy="64033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TW" sz="952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952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𝑄</m:t>
                              </m:r>
                            </m:e>
                            <m:sub>
                              <m:r>
                                <a:rPr lang="en-US" altLang="zh-TW" sz="952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sub>
                          </m:sSub>
                        </m:oMath>
                      </m:oMathPara>
                    </a14:m>
                    <a:endParaRPr lang="en-US" altLang="zh-TW" sz="952" dirty="0">
                      <a:solidFill>
                        <a:schemeClr val="bg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247" name="文字方塊 246">
                    <a:extLst>
                      <a:ext uri="{FF2B5EF4-FFF2-40B4-BE49-F238E27FC236}">
                        <a16:creationId xmlns:a16="http://schemas.microsoft.com/office/drawing/2014/main" id="{C8FF0701-53E6-4263-82C6-BD7E80FB29AC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583394" y="1501875"/>
                    <a:ext cx="416137" cy="640330"/>
                  </a:xfrm>
                  <a:prstGeom prst="rect">
                    <a:avLst/>
                  </a:prstGeom>
                  <a:blipFill>
                    <a:blip r:embed="rId25"/>
                    <a:stretch>
                      <a:fillRect r="-55556"/>
                    </a:stretch>
                  </a:blipFill>
                </p:spPr>
                <p:txBody>
                  <a:bodyPr/>
                  <a:lstStyle/>
                  <a:p>
                    <a:r>
                      <a:rPr lang="zh-TW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48" name="文字方塊 247">
                    <a:extLst>
                      <a:ext uri="{FF2B5EF4-FFF2-40B4-BE49-F238E27FC236}">
                        <a16:creationId xmlns:a16="http://schemas.microsoft.com/office/drawing/2014/main" id="{50D8A779-240C-4B41-9766-AE2060B6AB35}"/>
                      </a:ext>
                    </a:extLst>
                  </p:cNvPr>
                  <p:cNvSpPr txBox="1"/>
                  <p:nvPr/>
                </p:nvSpPr>
                <p:spPr>
                  <a:xfrm>
                    <a:off x="7165989" y="2241869"/>
                    <a:ext cx="1068086" cy="61160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TW" sz="952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952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𝑄</m:t>
                              </m:r>
                            </m:e>
                            <m:sub>
                              <m:r>
                                <a:rPr lang="en-US" altLang="zh-TW" sz="952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b>
                          </m:sSub>
                        </m:oMath>
                      </m:oMathPara>
                    </a14:m>
                    <a:endParaRPr lang="en-US" altLang="zh-TW" sz="952" dirty="0">
                      <a:solidFill>
                        <a:schemeClr val="bg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248" name="文字方塊 247">
                    <a:extLst>
                      <a:ext uri="{FF2B5EF4-FFF2-40B4-BE49-F238E27FC236}">
                        <a16:creationId xmlns:a16="http://schemas.microsoft.com/office/drawing/2014/main" id="{50D8A779-240C-4B41-9766-AE2060B6AB35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165989" y="2241869"/>
                    <a:ext cx="1068086" cy="611600"/>
                  </a:xfrm>
                  <a:prstGeom prst="rect">
                    <a:avLst/>
                  </a:prstGeom>
                  <a:blipFill>
                    <a:blip r:embed="rId26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TW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</p:spTree>
    <p:extLst>
      <p:ext uri="{BB962C8B-B14F-4D97-AF65-F5344CB8AC3E}">
        <p14:creationId xmlns:p14="http://schemas.microsoft.com/office/powerpoint/2010/main" val="15476044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矩形: 圓角 237">
            <a:extLst>
              <a:ext uri="{FF2B5EF4-FFF2-40B4-BE49-F238E27FC236}">
                <a16:creationId xmlns:a16="http://schemas.microsoft.com/office/drawing/2014/main" id="{64BFFBEE-304B-4ED2-9791-4679E8397C85}"/>
              </a:ext>
            </a:extLst>
          </p:cNvPr>
          <p:cNvSpPr/>
          <p:nvPr/>
        </p:nvSpPr>
        <p:spPr>
          <a:xfrm>
            <a:off x="32353" y="36975"/>
            <a:ext cx="8179203" cy="5326743"/>
          </a:xfrm>
          <a:prstGeom prst="roundRect">
            <a:avLst>
              <a:gd name="adj" fmla="val 7772"/>
            </a:avLst>
          </a:prstGeom>
          <a:gradFill flip="none" rotWithShape="1">
            <a:gsLst>
              <a:gs pos="0">
                <a:schemeClr val="bg1">
                  <a:lumMod val="95000"/>
                </a:schemeClr>
              </a:gs>
              <a:gs pos="100000">
                <a:schemeClr val="bg1">
                  <a:lumMod val="85000"/>
                </a:schemeClr>
              </a:gs>
            </a:gsLst>
            <a:lin ang="5400000" scaled="1"/>
            <a:tileRect/>
          </a:gra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61454" tIns="30727" rIns="61454" bIns="30727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TW" altLang="en-US" sz="2700" dirty="0"/>
          </a:p>
        </p:txBody>
      </p:sp>
      <p:grpSp>
        <p:nvGrpSpPr>
          <p:cNvPr id="239" name="群組 238">
            <a:extLst>
              <a:ext uri="{FF2B5EF4-FFF2-40B4-BE49-F238E27FC236}">
                <a16:creationId xmlns:a16="http://schemas.microsoft.com/office/drawing/2014/main" id="{434308FE-DBC5-4ED8-8617-7F1BBC16AB66}"/>
              </a:ext>
            </a:extLst>
          </p:cNvPr>
          <p:cNvGrpSpPr/>
          <p:nvPr/>
        </p:nvGrpSpPr>
        <p:grpSpPr>
          <a:xfrm>
            <a:off x="6088418" y="3145418"/>
            <a:ext cx="1825190" cy="1825188"/>
            <a:chOff x="8631015" y="5186974"/>
            <a:chExt cx="2090057" cy="2090057"/>
          </a:xfrm>
        </p:grpSpPr>
        <p:sp>
          <p:nvSpPr>
            <p:cNvPr id="300" name="矩形: 圓角 299">
              <a:extLst>
                <a:ext uri="{FF2B5EF4-FFF2-40B4-BE49-F238E27FC236}">
                  <a16:creationId xmlns:a16="http://schemas.microsoft.com/office/drawing/2014/main" id="{F41F6D6B-A57D-4325-9AF1-DAD9B137CF93}"/>
                </a:ext>
              </a:extLst>
            </p:cNvPr>
            <p:cNvSpPr/>
            <p:nvPr/>
          </p:nvSpPr>
          <p:spPr>
            <a:xfrm>
              <a:off x="8631015" y="5186974"/>
              <a:ext cx="2090057" cy="2090057"/>
            </a:xfrm>
            <a:prstGeom prst="roundRect">
              <a:avLst/>
            </a:prstGeom>
            <a:solidFill>
              <a:schemeClr val="tx1">
                <a:lumMod val="65000"/>
                <a:lumOff val="35000"/>
              </a:schemeClr>
            </a:solidFill>
          </p:spPr>
          <p:style>
            <a:lnRef idx="0">
              <a:schemeClr val="accent3"/>
            </a:lnRef>
            <a:fillRef idx="3">
              <a:schemeClr val="accent3"/>
            </a:fillRef>
            <a:effectRef idx="3">
              <a:schemeClr val="accent3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6775" tIns="48386" rIns="96775" bIns="483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700" dirty="0"/>
            </a:p>
          </p:txBody>
        </p:sp>
        <p:sp>
          <p:nvSpPr>
            <p:cNvPr id="301" name="箭號: 左-右雙向 300">
              <a:extLst>
                <a:ext uri="{FF2B5EF4-FFF2-40B4-BE49-F238E27FC236}">
                  <a16:creationId xmlns:a16="http://schemas.microsoft.com/office/drawing/2014/main" id="{CF154CF6-2929-464D-A4B7-34A76E46B2A2}"/>
                </a:ext>
              </a:extLst>
            </p:cNvPr>
            <p:cNvSpPr/>
            <p:nvPr/>
          </p:nvSpPr>
          <p:spPr>
            <a:xfrm rot="5400000">
              <a:off x="8825319" y="6077225"/>
              <a:ext cx="432000" cy="217754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6775" tIns="48386" rIns="96775" bIns="483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700" dirty="0"/>
            </a:p>
          </p:txBody>
        </p:sp>
        <p:sp>
          <p:nvSpPr>
            <p:cNvPr id="302" name="箭號: 左-右雙向 301">
              <a:extLst>
                <a:ext uri="{FF2B5EF4-FFF2-40B4-BE49-F238E27FC236}">
                  <a16:creationId xmlns:a16="http://schemas.microsoft.com/office/drawing/2014/main" id="{71F49CDB-2E48-4DEB-B572-41D81377B2D1}"/>
                </a:ext>
              </a:extLst>
            </p:cNvPr>
            <p:cNvSpPr/>
            <p:nvPr/>
          </p:nvSpPr>
          <p:spPr>
            <a:xfrm rot="5400000">
              <a:off x="10130264" y="6077225"/>
              <a:ext cx="432000" cy="217754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6775" tIns="48386" rIns="96775" bIns="483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700"/>
            </a:p>
          </p:txBody>
        </p:sp>
        <p:sp>
          <p:nvSpPr>
            <p:cNvPr id="303" name="箭號: 左-右雙向 302">
              <a:extLst>
                <a:ext uri="{FF2B5EF4-FFF2-40B4-BE49-F238E27FC236}">
                  <a16:creationId xmlns:a16="http://schemas.microsoft.com/office/drawing/2014/main" id="{9CB03C62-C3D9-43BE-A86C-2F2F1C028BCF}"/>
                </a:ext>
              </a:extLst>
            </p:cNvPr>
            <p:cNvSpPr/>
            <p:nvPr/>
          </p:nvSpPr>
          <p:spPr>
            <a:xfrm rot="18900000">
              <a:off x="9018245" y="5615062"/>
              <a:ext cx="432000" cy="217754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6775" tIns="48386" rIns="96775" bIns="483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700" dirty="0"/>
            </a:p>
          </p:txBody>
        </p:sp>
        <p:sp>
          <p:nvSpPr>
            <p:cNvPr id="304" name="箭號: 左-右雙向 303">
              <a:extLst>
                <a:ext uri="{FF2B5EF4-FFF2-40B4-BE49-F238E27FC236}">
                  <a16:creationId xmlns:a16="http://schemas.microsoft.com/office/drawing/2014/main" id="{C2E4F5D0-9580-40BE-BB3A-1CA2ED33FB13}"/>
                </a:ext>
              </a:extLst>
            </p:cNvPr>
            <p:cNvSpPr/>
            <p:nvPr/>
          </p:nvSpPr>
          <p:spPr>
            <a:xfrm rot="18900000">
              <a:off x="9922348" y="6556570"/>
              <a:ext cx="432000" cy="217754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6775" tIns="48386" rIns="96775" bIns="483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700"/>
            </a:p>
          </p:txBody>
        </p:sp>
        <p:sp>
          <p:nvSpPr>
            <p:cNvPr id="305" name="箭號: 左-右雙向 304">
              <a:extLst>
                <a:ext uri="{FF2B5EF4-FFF2-40B4-BE49-F238E27FC236}">
                  <a16:creationId xmlns:a16="http://schemas.microsoft.com/office/drawing/2014/main" id="{E434F85A-31E3-4187-9773-024A557EEDA1}"/>
                </a:ext>
              </a:extLst>
            </p:cNvPr>
            <p:cNvSpPr/>
            <p:nvPr/>
          </p:nvSpPr>
          <p:spPr>
            <a:xfrm rot="2700000">
              <a:off x="9018246" y="6556571"/>
              <a:ext cx="432000" cy="217754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6775" tIns="48386" rIns="96775" bIns="483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700" dirty="0"/>
            </a:p>
          </p:txBody>
        </p:sp>
        <p:sp>
          <p:nvSpPr>
            <p:cNvPr id="306" name="箭號: 左-右雙向 305">
              <a:extLst>
                <a:ext uri="{FF2B5EF4-FFF2-40B4-BE49-F238E27FC236}">
                  <a16:creationId xmlns:a16="http://schemas.microsoft.com/office/drawing/2014/main" id="{9E9C54A5-3FAD-4D52-BAF7-00407B47FA38}"/>
                </a:ext>
              </a:extLst>
            </p:cNvPr>
            <p:cNvSpPr/>
            <p:nvPr/>
          </p:nvSpPr>
          <p:spPr>
            <a:xfrm rot="2700000">
              <a:off x="9922347" y="5615061"/>
              <a:ext cx="432000" cy="217754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6775" tIns="48386" rIns="96775" bIns="483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700"/>
            </a:p>
          </p:txBody>
        </p:sp>
        <p:sp>
          <p:nvSpPr>
            <p:cNvPr id="307" name="箭號: 左-右雙向 306">
              <a:extLst>
                <a:ext uri="{FF2B5EF4-FFF2-40B4-BE49-F238E27FC236}">
                  <a16:creationId xmlns:a16="http://schemas.microsoft.com/office/drawing/2014/main" id="{F9F884A9-62E4-430D-BC69-FD325ABBC766}"/>
                </a:ext>
              </a:extLst>
            </p:cNvPr>
            <p:cNvSpPr/>
            <p:nvPr/>
          </p:nvSpPr>
          <p:spPr>
            <a:xfrm>
              <a:off x="9460044" y="6744367"/>
              <a:ext cx="432000" cy="217754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6775" tIns="48386" rIns="96775" bIns="483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700"/>
            </a:p>
          </p:txBody>
        </p:sp>
        <p:sp>
          <p:nvSpPr>
            <p:cNvPr id="308" name="箭號: 左-右雙向 307">
              <a:extLst>
                <a:ext uri="{FF2B5EF4-FFF2-40B4-BE49-F238E27FC236}">
                  <a16:creationId xmlns:a16="http://schemas.microsoft.com/office/drawing/2014/main" id="{61E36FEB-3C59-4377-BD24-510AAF550F27}"/>
                </a:ext>
              </a:extLst>
            </p:cNvPr>
            <p:cNvSpPr/>
            <p:nvPr/>
          </p:nvSpPr>
          <p:spPr>
            <a:xfrm>
              <a:off x="9460044" y="5414685"/>
              <a:ext cx="432000" cy="217754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6775" tIns="48386" rIns="96775" bIns="483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700"/>
            </a:p>
          </p:txBody>
        </p:sp>
      </p:grpSp>
      <p:grpSp>
        <p:nvGrpSpPr>
          <p:cNvPr id="240" name="群組 239">
            <a:extLst>
              <a:ext uri="{FF2B5EF4-FFF2-40B4-BE49-F238E27FC236}">
                <a16:creationId xmlns:a16="http://schemas.microsoft.com/office/drawing/2014/main" id="{3E146815-3CD6-4F4A-8583-75BFAE20000B}"/>
              </a:ext>
            </a:extLst>
          </p:cNvPr>
          <p:cNvGrpSpPr/>
          <p:nvPr/>
        </p:nvGrpSpPr>
        <p:grpSpPr>
          <a:xfrm>
            <a:off x="4125713" y="3145418"/>
            <a:ext cx="1825190" cy="1825188"/>
            <a:chOff x="-756975" y="5254023"/>
            <a:chExt cx="2090057" cy="2090057"/>
          </a:xfrm>
        </p:grpSpPr>
        <p:sp>
          <p:nvSpPr>
            <p:cNvPr id="291" name="矩形: 圓角 290">
              <a:extLst>
                <a:ext uri="{FF2B5EF4-FFF2-40B4-BE49-F238E27FC236}">
                  <a16:creationId xmlns:a16="http://schemas.microsoft.com/office/drawing/2014/main" id="{A6F75195-A241-4C03-A09B-90A053E9ACDA}"/>
                </a:ext>
              </a:extLst>
            </p:cNvPr>
            <p:cNvSpPr/>
            <p:nvPr/>
          </p:nvSpPr>
          <p:spPr>
            <a:xfrm>
              <a:off x="-756975" y="5254023"/>
              <a:ext cx="2090057" cy="2090057"/>
            </a:xfrm>
            <a:prstGeom prst="roundRect">
              <a:avLst/>
            </a:prstGeom>
            <a:solidFill>
              <a:schemeClr val="tx1">
                <a:lumMod val="65000"/>
                <a:lumOff val="35000"/>
              </a:schemeClr>
            </a:solidFill>
          </p:spPr>
          <p:style>
            <a:lnRef idx="0">
              <a:schemeClr val="accent3"/>
            </a:lnRef>
            <a:fillRef idx="3">
              <a:schemeClr val="accent3"/>
            </a:fillRef>
            <a:effectRef idx="3">
              <a:schemeClr val="accent3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6775" tIns="48386" rIns="96775" bIns="483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700" dirty="0"/>
            </a:p>
          </p:txBody>
        </p:sp>
        <p:sp>
          <p:nvSpPr>
            <p:cNvPr id="292" name="箭號: 左-右雙向 291">
              <a:extLst>
                <a:ext uri="{FF2B5EF4-FFF2-40B4-BE49-F238E27FC236}">
                  <a16:creationId xmlns:a16="http://schemas.microsoft.com/office/drawing/2014/main" id="{06A9FFDF-D95E-4033-B89C-8DA4AE91977C}"/>
                </a:ext>
              </a:extLst>
            </p:cNvPr>
            <p:cNvSpPr/>
            <p:nvPr/>
          </p:nvSpPr>
          <p:spPr>
            <a:xfrm rot="10800000">
              <a:off x="-564882" y="6190175"/>
              <a:ext cx="432000" cy="217754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6775" tIns="48386" rIns="96775" bIns="483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700" dirty="0"/>
            </a:p>
          </p:txBody>
        </p:sp>
        <p:sp>
          <p:nvSpPr>
            <p:cNvPr id="293" name="箭號: 左-右雙向 292">
              <a:extLst>
                <a:ext uri="{FF2B5EF4-FFF2-40B4-BE49-F238E27FC236}">
                  <a16:creationId xmlns:a16="http://schemas.microsoft.com/office/drawing/2014/main" id="{5DBE807D-04AC-4965-9C07-6AB5349CD6AC}"/>
                </a:ext>
              </a:extLst>
            </p:cNvPr>
            <p:cNvSpPr/>
            <p:nvPr/>
          </p:nvSpPr>
          <p:spPr>
            <a:xfrm rot="10800000">
              <a:off x="740063" y="6190175"/>
              <a:ext cx="432000" cy="217754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6775" tIns="48386" rIns="96775" bIns="483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700"/>
            </a:p>
          </p:txBody>
        </p:sp>
        <p:sp>
          <p:nvSpPr>
            <p:cNvPr id="294" name="箭號: 左-右雙向 293">
              <a:extLst>
                <a:ext uri="{FF2B5EF4-FFF2-40B4-BE49-F238E27FC236}">
                  <a16:creationId xmlns:a16="http://schemas.microsoft.com/office/drawing/2014/main" id="{D0975030-27D9-478B-A57F-8FE0C7F09014}"/>
                </a:ext>
              </a:extLst>
            </p:cNvPr>
            <p:cNvSpPr/>
            <p:nvPr/>
          </p:nvSpPr>
          <p:spPr>
            <a:xfrm rot="2700000">
              <a:off x="-371956" y="5728012"/>
              <a:ext cx="432000" cy="217754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6775" tIns="48386" rIns="96775" bIns="483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700"/>
            </a:p>
          </p:txBody>
        </p:sp>
        <p:sp>
          <p:nvSpPr>
            <p:cNvPr id="295" name="箭號: 左-右雙向 294">
              <a:extLst>
                <a:ext uri="{FF2B5EF4-FFF2-40B4-BE49-F238E27FC236}">
                  <a16:creationId xmlns:a16="http://schemas.microsoft.com/office/drawing/2014/main" id="{35AA1802-12FD-4697-B11B-9E1720F76695}"/>
                </a:ext>
              </a:extLst>
            </p:cNvPr>
            <p:cNvSpPr/>
            <p:nvPr/>
          </p:nvSpPr>
          <p:spPr>
            <a:xfrm rot="2700000">
              <a:off x="532147" y="6669520"/>
              <a:ext cx="432000" cy="217754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6775" tIns="48386" rIns="96775" bIns="483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700"/>
            </a:p>
          </p:txBody>
        </p:sp>
        <p:sp>
          <p:nvSpPr>
            <p:cNvPr id="296" name="箭號: 左-右雙向 295">
              <a:extLst>
                <a:ext uri="{FF2B5EF4-FFF2-40B4-BE49-F238E27FC236}">
                  <a16:creationId xmlns:a16="http://schemas.microsoft.com/office/drawing/2014/main" id="{5E718F26-0DF9-407B-A4EB-EDE50C04F5B4}"/>
                </a:ext>
              </a:extLst>
            </p:cNvPr>
            <p:cNvSpPr/>
            <p:nvPr/>
          </p:nvSpPr>
          <p:spPr>
            <a:xfrm rot="18900000">
              <a:off x="-371955" y="6669521"/>
              <a:ext cx="432000" cy="217754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6775" tIns="48386" rIns="96775" bIns="483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700" dirty="0"/>
            </a:p>
          </p:txBody>
        </p:sp>
        <p:sp>
          <p:nvSpPr>
            <p:cNvPr id="297" name="箭號: 左-右雙向 296">
              <a:extLst>
                <a:ext uri="{FF2B5EF4-FFF2-40B4-BE49-F238E27FC236}">
                  <a16:creationId xmlns:a16="http://schemas.microsoft.com/office/drawing/2014/main" id="{5C457973-B20A-48B9-8B8F-6965D4DC31E7}"/>
                </a:ext>
              </a:extLst>
            </p:cNvPr>
            <p:cNvSpPr/>
            <p:nvPr/>
          </p:nvSpPr>
          <p:spPr>
            <a:xfrm rot="18900000">
              <a:off x="532146" y="5728011"/>
              <a:ext cx="432000" cy="217754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6775" tIns="48386" rIns="96775" bIns="483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700"/>
            </a:p>
          </p:txBody>
        </p:sp>
        <p:sp>
          <p:nvSpPr>
            <p:cNvPr id="298" name="箭號: 左-右雙向 297">
              <a:extLst>
                <a:ext uri="{FF2B5EF4-FFF2-40B4-BE49-F238E27FC236}">
                  <a16:creationId xmlns:a16="http://schemas.microsoft.com/office/drawing/2014/main" id="{D108C214-3007-4700-A042-255CB97186AD}"/>
                </a:ext>
              </a:extLst>
            </p:cNvPr>
            <p:cNvSpPr/>
            <p:nvPr/>
          </p:nvSpPr>
          <p:spPr>
            <a:xfrm rot="5400000">
              <a:off x="69843" y="6857317"/>
              <a:ext cx="432000" cy="217754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6775" tIns="48386" rIns="96775" bIns="483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700"/>
            </a:p>
          </p:txBody>
        </p:sp>
        <p:sp>
          <p:nvSpPr>
            <p:cNvPr id="299" name="箭號: 左-右雙向 298">
              <a:extLst>
                <a:ext uri="{FF2B5EF4-FFF2-40B4-BE49-F238E27FC236}">
                  <a16:creationId xmlns:a16="http://schemas.microsoft.com/office/drawing/2014/main" id="{861AEE02-5D4A-460C-8CA4-87DB84F354DD}"/>
                </a:ext>
              </a:extLst>
            </p:cNvPr>
            <p:cNvSpPr/>
            <p:nvPr/>
          </p:nvSpPr>
          <p:spPr>
            <a:xfrm rot="5400000">
              <a:off x="69843" y="5527635"/>
              <a:ext cx="432000" cy="217754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6775" tIns="48386" rIns="96775" bIns="483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700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41" name="文字方塊 240">
                <a:extLst>
                  <a:ext uri="{FF2B5EF4-FFF2-40B4-BE49-F238E27FC236}">
                    <a16:creationId xmlns:a16="http://schemas.microsoft.com/office/drawing/2014/main" id="{D6BBFCC5-85B4-4394-9437-49450C509BCA}"/>
                  </a:ext>
                </a:extLst>
              </p:cNvPr>
              <p:cNvSpPr txBox="1"/>
              <p:nvPr/>
            </p:nvSpPr>
            <p:spPr>
              <a:xfrm>
                <a:off x="6136308" y="2676656"/>
                <a:ext cx="1766845" cy="5078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700" i="1">
                          <a:latin typeface="Cambria Math" panose="02040503050406030204" pitchFamily="18" charset="0"/>
                        </a:rPr>
                        <m:t>𝛼</m:t>
                      </m:r>
                      <m:r>
                        <a:rPr lang="en-US" altLang="zh-TW" sz="27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sz="2700" i="1">
                          <a:latin typeface="Cambria Math" panose="02040503050406030204" pitchFamily="18" charset="0"/>
                        </a:rPr>
                        <m:t>𝜋</m:t>
                      </m:r>
                    </m:oMath>
                  </m:oMathPara>
                </a14:m>
                <a:endParaRPr lang="zh-TW" altLang="en-US" sz="2700" dirty="0"/>
              </a:p>
            </p:txBody>
          </p:sp>
        </mc:Choice>
        <mc:Fallback xmlns="">
          <p:sp>
            <p:nvSpPr>
              <p:cNvPr id="241" name="文字方塊 240">
                <a:extLst>
                  <a:ext uri="{FF2B5EF4-FFF2-40B4-BE49-F238E27FC236}">
                    <a16:creationId xmlns:a16="http://schemas.microsoft.com/office/drawing/2014/main" id="{D6BBFCC5-85B4-4394-9437-49450C509BC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36308" y="2676656"/>
                <a:ext cx="1766845" cy="507831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2" name="文字方塊 241">
            <a:extLst>
              <a:ext uri="{FF2B5EF4-FFF2-40B4-BE49-F238E27FC236}">
                <a16:creationId xmlns:a16="http://schemas.microsoft.com/office/drawing/2014/main" id="{19EB1EA4-9D8C-43AA-A1F5-D2BE884FA21B}"/>
              </a:ext>
            </a:extLst>
          </p:cNvPr>
          <p:cNvSpPr txBox="1"/>
          <p:nvPr/>
        </p:nvSpPr>
        <p:spPr>
          <a:xfrm>
            <a:off x="208072" y="3367998"/>
            <a:ext cx="3840316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Polarization</a:t>
            </a:r>
            <a:r>
              <a:rPr lang="zh-TW" altLang="en-US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</a:t>
            </a:r>
            <a:endParaRPr lang="zh-TW" altLang="en-US" sz="2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3" name="文字方塊 242">
            <a:extLst>
              <a:ext uri="{FF2B5EF4-FFF2-40B4-BE49-F238E27FC236}">
                <a16:creationId xmlns:a16="http://schemas.microsoft.com/office/drawing/2014/main" id="{86885DCE-9326-4EBD-B3A8-36A7FA9FAAF4}"/>
              </a:ext>
            </a:extLst>
          </p:cNvPr>
          <p:cNvSpPr txBox="1"/>
          <p:nvPr/>
        </p:nvSpPr>
        <p:spPr>
          <a:xfrm>
            <a:off x="208072" y="1395113"/>
            <a:ext cx="3840316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Transition dipole</a:t>
            </a:r>
            <a:r>
              <a:rPr lang="zh-TW" altLang="en-US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(BXs)</a:t>
            </a:r>
            <a:endParaRPr lang="zh-TW" altLang="en-US" sz="2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244" name="群組 243">
            <a:extLst>
              <a:ext uri="{FF2B5EF4-FFF2-40B4-BE49-F238E27FC236}">
                <a16:creationId xmlns:a16="http://schemas.microsoft.com/office/drawing/2014/main" id="{0A560855-F5BA-406E-81CA-ECBEAE41CCFA}"/>
              </a:ext>
            </a:extLst>
          </p:cNvPr>
          <p:cNvGrpSpPr/>
          <p:nvPr/>
        </p:nvGrpSpPr>
        <p:grpSpPr>
          <a:xfrm>
            <a:off x="4900493" y="3559769"/>
            <a:ext cx="644641" cy="689099"/>
            <a:chOff x="6583394" y="1501875"/>
            <a:chExt cx="1650681" cy="1764520"/>
          </a:xfrm>
        </p:grpSpPr>
        <p:grpSp>
          <p:nvGrpSpPr>
            <p:cNvPr id="286" name="群組 285">
              <a:extLst>
                <a:ext uri="{FF2B5EF4-FFF2-40B4-BE49-F238E27FC236}">
                  <a16:creationId xmlns:a16="http://schemas.microsoft.com/office/drawing/2014/main" id="{708046E1-F6CA-4487-A845-8CBB437DD241}"/>
                </a:ext>
              </a:extLst>
            </p:cNvPr>
            <p:cNvGrpSpPr/>
            <p:nvPr/>
          </p:nvGrpSpPr>
          <p:grpSpPr>
            <a:xfrm>
              <a:off x="6929132" y="2420541"/>
              <a:ext cx="361452" cy="346736"/>
              <a:chOff x="1373392" y="2391862"/>
              <a:chExt cx="479433" cy="476535"/>
            </a:xfrm>
          </p:grpSpPr>
          <p:sp>
            <p:nvSpPr>
              <p:cNvPr id="289" name="箭號: 向右 288">
                <a:extLst>
                  <a:ext uri="{FF2B5EF4-FFF2-40B4-BE49-F238E27FC236}">
                    <a16:creationId xmlns:a16="http://schemas.microsoft.com/office/drawing/2014/main" id="{CC8F469B-45BA-47E1-80FB-282DBE47F2BC}"/>
                  </a:ext>
                </a:extLst>
              </p:cNvPr>
              <p:cNvSpPr/>
              <p:nvPr/>
            </p:nvSpPr>
            <p:spPr>
              <a:xfrm>
                <a:off x="1411244" y="2735868"/>
                <a:ext cx="441581" cy="132529"/>
              </a:xfrm>
              <a:prstGeom prst="rightArrow">
                <a:avLst>
                  <a:gd name="adj1" fmla="val 50000"/>
                  <a:gd name="adj2" fmla="val 99023"/>
                </a:avLst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2000">
                  <a:solidFill>
                    <a:schemeClr val="bg1"/>
                  </a:solidFill>
                </a:endParaRPr>
              </a:p>
            </p:txBody>
          </p:sp>
          <p:sp>
            <p:nvSpPr>
              <p:cNvPr id="290" name="箭號: 向右 289">
                <a:extLst>
                  <a:ext uri="{FF2B5EF4-FFF2-40B4-BE49-F238E27FC236}">
                    <a16:creationId xmlns:a16="http://schemas.microsoft.com/office/drawing/2014/main" id="{E1696520-300B-4620-8BC3-010AC8EB9513}"/>
                  </a:ext>
                </a:extLst>
              </p:cNvPr>
              <p:cNvSpPr/>
              <p:nvPr/>
            </p:nvSpPr>
            <p:spPr>
              <a:xfrm rot="16200000">
                <a:off x="1218866" y="2546388"/>
                <a:ext cx="441581" cy="132529"/>
              </a:xfrm>
              <a:prstGeom prst="rightArrow">
                <a:avLst>
                  <a:gd name="adj1" fmla="val 50000"/>
                  <a:gd name="adj2" fmla="val 99023"/>
                </a:avLst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2000" dirty="0">
                  <a:solidFill>
                    <a:schemeClr val="bg1"/>
                  </a:solidFill>
                </a:endParaRPr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87" name="文字方塊 286">
                  <a:extLst>
                    <a:ext uri="{FF2B5EF4-FFF2-40B4-BE49-F238E27FC236}">
                      <a16:creationId xmlns:a16="http://schemas.microsoft.com/office/drawing/2014/main" id="{8660AA69-DE20-4AA8-B17C-A7A2D9DDFDD9}"/>
                    </a:ext>
                  </a:extLst>
                </p:cNvPr>
                <p:cNvSpPr txBox="1"/>
                <p:nvPr/>
              </p:nvSpPr>
              <p:spPr>
                <a:xfrm>
                  <a:off x="6583394" y="1501875"/>
                  <a:ext cx="416137" cy="108642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20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0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𝑄</m:t>
                            </m:r>
                          </m:e>
                          <m:sub>
                            <m:r>
                              <a:rPr lang="en-US" altLang="zh-TW" sz="20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sub>
                        </m:sSub>
                      </m:oMath>
                    </m:oMathPara>
                  </a14:m>
                  <a:endParaRPr lang="en-US" altLang="zh-TW" sz="2000" dirty="0">
                    <a:solidFill>
                      <a:schemeClr val="bg1"/>
                    </a:solidFill>
                  </a:endParaRPr>
                </a:p>
              </p:txBody>
            </p:sp>
          </mc:Choice>
          <mc:Fallback xmlns="">
            <p:sp>
              <p:nvSpPr>
                <p:cNvPr id="287" name="文字方塊 286">
                  <a:extLst>
                    <a:ext uri="{FF2B5EF4-FFF2-40B4-BE49-F238E27FC236}">
                      <a16:creationId xmlns:a16="http://schemas.microsoft.com/office/drawing/2014/main" id="{8660AA69-DE20-4AA8-B17C-A7A2D9DDFDD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583394" y="1501875"/>
                  <a:ext cx="416137" cy="1086427"/>
                </a:xfrm>
                <a:prstGeom prst="rect">
                  <a:avLst/>
                </a:prstGeom>
                <a:blipFill>
                  <a:blip r:embed="rId3"/>
                  <a:stretch>
                    <a:fillRect l="-14815" r="-166667" b="-4286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88" name="文字方塊 287">
                  <a:extLst>
                    <a:ext uri="{FF2B5EF4-FFF2-40B4-BE49-F238E27FC236}">
                      <a16:creationId xmlns:a16="http://schemas.microsoft.com/office/drawing/2014/main" id="{1612911D-1B49-4BA9-8116-B49948A25B97}"/>
                    </a:ext>
                  </a:extLst>
                </p:cNvPr>
                <p:cNvSpPr txBox="1"/>
                <p:nvPr/>
              </p:nvSpPr>
              <p:spPr>
                <a:xfrm>
                  <a:off x="7165989" y="2241866"/>
                  <a:ext cx="1068086" cy="102452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20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0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𝑄</m:t>
                            </m:r>
                          </m:e>
                          <m:sub>
                            <m:r>
                              <a:rPr lang="en-US" altLang="zh-TW" sz="20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</m:oMath>
                    </m:oMathPara>
                  </a14:m>
                  <a:endParaRPr lang="en-US" altLang="zh-TW" sz="2000" dirty="0">
                    <a:solidFill>
                      <a:schemeClr val="bg1"/>
                    </a:solidFill>
                  </a:endParaRPr>
                </a:p>
              </p:txBody>
            </p:sp>
          </mc:Choice>
          <mc:Fallback xmlns="">
            <p:sp>
              <p:nvSpPr>
                <p:cNvPr id="288" name="文字方塊 287">
                  <a:extLst>
                    <a:ext uri="{FF2B5EF4-FFF2-40B4-BE49-F238E27FC236}">
                      <a16:creationId xmlns:a16="http://schemas.microsoft.com/office/drawing/2014/main" id="{1612911D-1B49-4BA9-8116-B49948A25B9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65989" y="2241866"/>
                  <a:ext cx="1068086" cy="1024529"/>
                </a:xfrm>
                <a:prstGeom prst="rect">
                  <a:avLst/>
                </a:prstGeom>
                <a:blipFill>
                  <a:blip r:embed="rId4"/>
                  <a:stretch>
                    <a:fillRect l="-4412" b="-9091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45" name="文字方塊 244">
                <a:extLst>
                  <a:ext uri="{FF2B5EF4-FFF2-40B4-BE49-F238E27FC236}">
                    <a16:creationId xmlns:a16="http://schemas.microsoft.com/office/drawing/2014/main" id="{B62E15B4-AEBA-4A57-A261-01265B810C00}"/>
                  </a:ext>
                </a:extLst>
              </p:cNvPr>
              <p:cNvSpPr txBox="1"/>
              <p:nvPr/>
            </p:nvSpPr>
            <p:spPr>
              <a:xfrm>
                <a:off x="4049777" y="2676656"/>
                <a:ext cx="2067276" cy="5078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700" i="1">
                          <a:latin typeface="Cambria Math" panose="02040503050406030204" pitchFamily="18" charset="0"/>
                        </a:rPr>
                        <m:t>𝛼</m:t>
                      </m:r>
                      <m:r>
                        <a:rPr lang="en-US" altLang="zh-TW" sz="2700" i="1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zh-TW" altLang="en-US" sz="2700" dirty="0"/>
              </a:p>
            </p:txBody>
          </p:sp>
        </mc:Choice>
        <mc:Fallback xmlns="">
          <p:sp>
            <p:nvSpPr>
              <p:cNvPr id="245" name="文字方塊 244">
                <a:extLst>
                  <a:ext uri="{FF2B5EF4-FFF2-40B4-BE49-F238E27FC236}">
                    <a16:creationId xmlns:a16="http://schemas.microsoft.com/office/drawing/2014/main" id="{B62E15B4-AEBA-4A57-A261-01265B810C0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49777" y="2676656"/>
                <a:ext cx="2067276" cy="507831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46" name="圖片 245">
            <a:extLst>
              <a:ext uri="{FF2B5EF4-FFF2-40B4-BE49-F238E27FC236}">
                <a16:creationId xmlns:a16="http://schemas.microsoft.com/office/drawing/2014/main" id="{F84D42A7-F32D-4C69-B1E2-DDD2B71DA878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b="64376"/>
          <a:stretch/>
        </p:blipFill>
        <p:spPr>
          <a:xfrm>
            <a:off x="4593819" y="366887"/>
            <a:ext cx="885827" cy="444781"/>
          </a:xfrm>
          <a:prstGeom prst="rect">
            <a:avLst/>
          </a:prstGeom>
        </p:spPr>
      </p:pic>
      <p:pic>
        <p:nvPicPr>
          <p:cNvPr id="247" name="圖片 246">
            <a:extLst>
              <a:ext uri="{FF2B5EF4-FFF2-40B4-BE49-F238E27FC236}">
                <a16:creationId xmlns:a16="http://schemas.microsoft.com/office/drawing/2014/main" id="{AF377790-04D8-4346-8343-9D24B761AC58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t="65870"/>
          <a:stretch/>
        </p:blipFill>
        <p:spPr>
          <a:xfrm>
            <a:off x="6509683" y="387222"/>
            <a:ext cx="885825" cy="426121"/>
          </a:xfrm>
          <a:prstGeom prst="rect">
            <a:avLst/>
          </a:prstGeom>
        </p:spPr>
      </p:pic>
      <p:grpSp>
        <p:nvGrpSpPr>
          <p:cNvPr id="248" name="群組 247">
            <a:extLst>
              <a:ext uri="{FF2B5EF4-FFF2-40B4-BE49-F238E27FC236}">
                <a16:creationId xmlns:a16="http://schemas.microsoft.com/office/drawing/2014/main" id="{41602E3C-AA3E-4345-B429-5D883D926D8E}"/>
              </a:ext>
            </a:extLst>
          </p:cNvPr>
          <p:cNvGrpSpPr/>
          <p:nvPr/>
        </p:nvGrpSpPr>
        <p:grpSpPr>
          <a:xfrm>
            <a:off x="4125713" y="813304"/>
            <a:ext cx="1825190" cy="1825188"/>
            <a:chOff x="5094694" y="9823325"/>
            <a:chExt cx="2090057" cy="2090057"/>
          </a:xfrm>
        </p:grpSpPr>
        <p:sp>
          <p:nvSpPr>
            <p:cNvPr id="277" name="矩形: 圓角 276">
              <a:extLst>
                <a:ext uri="{FF2B5EF4-FFF2-40B4-BE49-F238E27FC236}">
                  <a16:creationId xmlns:a16="http://schemas.microsoft.com/office/drawing/2014/main" id="{59B7A56C-DE16-4A97-820D-D4F720D3F8C8}"/>
                </a:ext>
              </a:extLst>
            </p:cNvPr>
            <p:cNvSpPr/>
            <p:nvPr/>
          </p:nvSpPr>
          <p:spPr>
            <a:xfrm>
              <a:off x="5094694" y="9823325"/>
              <a:ext cx="2090057" cy="2090057"/>
            </a:xfrm>
            <a:prstGeom prst="roundRect">
              <a:avLst/>
            </a:prstGeom>
            <a:solidFill>
              <a:schemeClr val="tx1">
                <a:lumMod val="65000"/>
                <a:lumOff val="35000"/>
              </a:schemeClr>
            </a:solidFill>
          </p:spPr>
          <p:style>
            <a:lnRef idx="0">
              <a:schemeClr val="accent3"/>
            </a:lnRef>
            <a:fillRef idx="3">
              <a:schemeClr val="accent3"/>
            </a:fillRef>
            <a:effectRef idx="3">
              <a:schemeClr val="accent3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6775" tIns="48386" rIns="96775" bIns="483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700" dirty="0"/>
            </a:p>
          </p:txBody>
        </p:sp>
        <p:sp>
          <p:nvSpPr>
            <p:cNvPr id="278" name="箭號: 向右 277">
              <a:extLst>
                <a:ext uri="{FF2B5EF4-FFF2-40B4-BE49-F238E27FC236}">
                  <a16:creationId xmlns:a16="http://schemas.microsoft.com/office/drawing/2014/main" id="{0324788E-D4A2-4FA3-91ED-E50617935210}"/>
                </a:ext>
              </a:extLst>
            </p:cNvPr>
            <p:cNvSpPr/>
            <p:nvPr/>
          </p:nvSpPr>
          <p:spPr>
            <a:xfrm rot="16200000">
              <a:off x="5922594" y="10096014"/>
              <a:ext cx="432000" cy="219600"/>
            </a:xfrm>
            <a:prstGeom prst="rightArrow">
              <a:avLst>
                <a:gd name="adj1" fmla="val 41325"/>
                <a:gd name="adj2" fmla="val 50000"/>
              </a:avLst>
            </a:prstGeom>
            <a:solidFill>
              <a:srgbClr val="FF0000"/>
            </a:solidFill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6775" tIns="48386" rIns="96775" bIns="483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700"/>
            </a:p>
          </p:txBody>
        </p:sp>
        <p:sp>
          <p:nvSpPr>
            <p:cNvPr id="279" name="箭號: 向右 278">
              <a:extLst>
                <a:ext uri="{FF2B5EF4-FFF2-40B4-BE49-F238E27FC236}">
                  <a16:creationId xmlns:a16="http://schemas.microsoft.com/office/drawing/2014/main" id="{371A157E-54C5-4EDF-ACEA-7A90B08A1630}"/>
                </a:ext>
              </a:extLst>
            </p:cNvPr>
            <p:cNvSpPr/>
            <p:nvPr/>
          </p:nvSpPr>
          <p:spPr>
            <a:xfrm rot="-2700000">
              <a:off x="6368008" y="10346626"/>
              <a:ext cx="432000" cy="219600"/>
            </a:xfrm>
            <a:prstGeom prst="rightArrow">
              <a:avLst>
                <a:gd name="adj1" fmla="val 41325"/>
                <a:gd name="adj2" fmla="val 50000"/>
              </a:avLst>
            </a:prstGeom>
            <a:solidFill>
              <a:srgbClr val="FF0000"/>
            </a:solidFill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6775" tIns="48386" rIns="96775" bIns="483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700"/>
            </a:p>
          </p:txBody>
        </p:sp>
        <p:sp>
          <p:nvSpPr>
            <p:cNvPr id="280" name="箭號: 向右 279">
              <a:extLst>
                <a:ext uri="{FF2B5EF4-FFF2-40B4-BE49-F238E27FC236}">
                  <a16:creationId xmlns:a16="http://schemas.microsoft.com/office/drawing/2014/main" id="{ECED82F6-3367-42E7-B293-071EBDCAC8BF}"/>
                </a:ext>
              </a:extLst>
            </p:cNvPr>
            <p:cNvSpPr/>
            <p:nvPr/>
          </p:nvSpPr>
          <p:spPr>
            <a:xfrm rot="13500000">
              <a:off x="5487334" y="10363166"/>
              <a:ext cx="432000" cy="219600"/>
            </a:xfrm>
            <a:prstGeom prst="rightArrow">
              <a:avLst>
                <a:gd name="adj1" fmla="val 41325"/>
                <a:gd name="adj2" fmla="val 50000"/>
              </a:avLst>
            </a:prstGeom>
            <a:solidFill>
              <a:srgbClr val="FF0000"/>
            </a:solidFill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6775" tIns="48386" rIns="96775" bIns="483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700"/>
            </a:p>
          </p:txBody>
        </p:sp>
        <p:sp>
          <p:nvSpPr>
            <p:cNvPr id="281" name="箭號: 向右 280">
              <a:extLst>
                <a:ext uri="{FF2B5EF4-FFF2-40B4-BE49-F238E27FC236}">
                  <a16:creationId xmlns:a16="http://schemas.microsoft.com/office/drawing/2014/main" id="{CA648331-A619-45FB-91BE-FAB9C69EDA58}"/>
                </a:ext>
              </a:extLst>
            </p:cNvPr>
            <p:cNvSpPr/>
            <p:nvPr/>
          </p:nvSpPr>
          <p:spPr>
            <a:xfrm>
              <a:off x="6589978" y="10758553"/>
              <a:ext cx="432000" cy="219600"/>
            </a:xfrm>
            <a:prstGeom prst="rightArrow">
              <a:avLst>
                <a:gd name="adj1" fmla="val 41325"/>
                <a:gd name="adj2" fmla="val 50000"/>
              </a:avLst>
            </a:prstGeom>
            <a:solidFill>
              <a:srgbClr val="FF0000"/>
            </a:solidFill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6775" tIns="48386" rIns="96775" bIns="483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700"/>
            </a:p>
          </p:txBody>
        </p:sp>
        <p:sp>
          <p:nvSpPr>
            <p:cNvPr id="282" name="箭號: 向右 281">
              <a:extLst>
                <a:ext uri="{FF2B5EF4-FFF2-40B4-BE49-F238E27FC236}">
                  <a16:creationId xmlns:a16="http://schemas.microsoft.com/office/drawing/2014/main" id="{D3F5D45A-9B3F-4759-A160-16138179ABF1}"/>
                </a:ext>
              </a:extLst>
            </p:cNvPr>
            <p:cNvSpPr/>
            <p:nvPr/>
          </p:nvSpPr>
          <p:spPr>
            <a:xfrm rot="10800000">
              <a:off x="5286786" y="10758553"/>
              <a:ext cx="432000" cy="219600"/>
            </a:xfrm>
            <a:prstGeom prst="rightArrow">
              <a:avLst>
                <a:gd name="adj1" fmla="val 41325"/>
                <a:gd name="adj2" fmla="val 50000"/>
              </a:avLst>
            </a:prstGeom>
            <a:solidFill>
              <a:srgbClr val="FF0000"/>
            </a:solidFill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6775" tIns="48386" rIns="96775" bIns="483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700"/>
            </a:p>
          </p:txBody>
        </p:sp>
        <p:sp>
          <p:nvSpPr>
            <p:cNvPr id="283" name="箭號: 向右 282">
              <a:extLst>
                <a:ext uri="{FF2B5EF4-FFF2-40B4-BE49-F238E27FC236}">
                  <a16:creationId xmlns:a16="http://schemas.microsoft.com/office/drawing/2014/main" id="{47D3164A-9750-4A6E-9CE9-BF0AA4C0A973}"/>
                </a:ext>
              </a:extLst>
            </p:cNvPr>
            <p:cNvSpPr/>
            <p:nvPr/>
          </p:nvSpPr>
          <p:spPr>
            <a:xfrm rot="2700000">
              <a:off x="6368007" y="11203875"/>
              <a:ext cx="432000" cy="219600"/>
            </a:xfrm>
            <a:prstGeom prst="rightArrow">
              <a:avLst>
                <a:gd name="adj1" fmla="val 41325"/>
                <a:gd name="adj2" fmla="val 50000"/>
              </a:avLst>
            </a:prstGeom>
            <a:solidFill>
              <a:srgbClr val="FF0000"/>
            </a:solidFill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6775" tIns="48386" rIns="96775" bIns="483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700"/>
            </a:p>
          </p:txBody>
        </p:sp>
        <p:sp>
          <p:nvSpPr>
            <p:cNvPr id="284" name="箭號: 向右 283">
              <a:extLst>
                <a:ext uri="{FF2B5EF4-FFF2-40B4-BE49-F238E27FC236}">
                  <a16:creationId xmlns:a16="http://schemas.microsoft.com/office/drawing/2014/main" id="{48988AC5-587D-4F26-9730-71735FFAC874}"/>
                </a:ext>
              </a:extLst>
            </p:cNvPr>
            <p:cNvSpPr/>
            <p:nvPr/>
          </p:nvSpPr>
          <p:spPr>
            <a:xfrm rot="8100000">
              <a:off x="5487333" y="11203875"/>
              <a:ext cx="432000" cy="219600"/>
            </a:xfrm>
            <a:prstGeom prst="rightArrow">
              <a:avLst>
                <a:gd name="adj1" fmla="val 41325"/>
                <a:gd name="adj2" fmla="val 50000"/>
              </a:avLst>
            </a:prstGeom>
            <a:solidFill>
              <a:srgbClr val="FF0000"/>
            </a:solidFill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6775" tIns="48386" rIns="96775" bIns="483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700" dirty="0"/>
            </a:p>
          </p:txBody>
        </p:sp>
        <p:sp>
          <p:nvSpPr>
            <p:cNvPr id="285" name="箭號: 向右 284">
              <a:extLst>
                <a:ext uri="{FF2B5EF4-FFF2-40B4-BE49-F238E27FC236}">
                  <a16:creationId xmlns:a16="http://schemas.microsoft.com/office/drawing/2014/main" id="{CA8779FA-438C-48B8-94F8-3912960E1004}"/>
                </a:ext>
              </a:extLst>
            </p:cNvPr>
            <p:cNvSpPr/>
            <p:nvPr/>
          </p:nvSpPr>
          <p:spPr>
            <a:xfrm rot="5400000">
              <a:off x="5922594" y="11427961"/>
              <a:ext cx="432000" cy="219600"/>
            </a:xfrm>
            <a:prstGeom prst="rightArrow">
              <a:avLst>
                <a:gd name="adj1" fmla="val 41325"/>
                <a:gd name="adj2" fmla="val 50000"/>
              </a:avLst>
            </a:prstGeom>
            <a:solidFill>
              <a:srgbClr val="FF0000"/>
            </a:solidFill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6775" tIns="48386" rIns="96775" bIns="483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700"/>
            </a:p>
          </p:txBody>
        </p:sp>
      </p:grpSp>
      <p:grpSp>
        <p:nvGrpSpPr>
          <p:cNvPr id="249" name="群組 248">
            <a:extLst>
              <a:ext uri="{FF2B5EF4-FFF2-40B4-BE49-F238E27FC236}">
                <a16:creationId xmlns:a16="http://schemas.microsoft.com/office/drawing/2014/main" id="{12956D8C-AA53-4FB2-B00C-D3E0CC6B58DD}"/>
              </a:ext>
            </a:extLst>
          </p:cNvPr>
          <p:cNvGrpSpPr/>
          <p:nvPr/>
        </p:nvGrpSpPr>
        <p:grpSpPr>
          <a:xfrm>
            <a:off x="6088418" y="813304"/>
            <a:ext cx="1825190" cy="1825188"/>
            <a:chOff x="7828725" y="9933124"/>
            <a:chExt cx="2090057" cy="2090057"/>
          </a:xfrm>
        </p:grpSpPr>
        <p:sp>
          <p:nvSpPr>
            <p:cNvPr id="268" name="矩形: 圓角 267">
              <a:extLst>
                <a:ext uri="{FF2B5EF4-FFF2-40B4-BE49-F238E27FC236}">
                  <a16:creationId xmlns:a16="http://schemas.microsoft.com/office/drawing/2014/main" id="{7366A057-59FC-44FD-B35D-2EFD893D8A33}"/>
                </a:ext>
              </a:extLst>
            </p:cNvPr>
            <p:cNvSpPr/>
            <p:nvPr/>
          </p:nvSpPr>
          <p:spPr>
            <a:xfrm>
              <a:off x="7828725" y="9933124"/>
              <a:ext cx="2090057" cy="2090057"/>
            </a:xfrm>
            <a:prstGeom prst="roundRect">
              <a:avLst/>
            </a:prstGeom>
            <a:solidFill>
              <a:schemeClr val="tx1">
                <a:lumMod val="65000"/>
                <a:lumOff val="35000"/>
              </a:schemeClr>
            </a:solidFill>
          </p:spPr>
          <p:style>
            <a:lnRef idx="0">
              <a:schemeClr val="accent3"/>
            </a:lnRef>
            <a:fillRef idx="3">
              <a:schemeClr val="accent3"/>
            </a:fillRef>
            <a:effectRef idx="3">
              <a:schemeClr val="accent3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6775" tIns="48386" rIns="96775" bIns="483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700" dirty="0"/>
            </a:p>
          </p:txBody>
        </p:sp>
        <p:sp>
          <p:nvSpPr>
            <p:cNvPr id="269" name="箭號: 向右 268">
              <a:extLst>
                <a:ext uri="{FF2B5EF4-FFF2-40B4-BE49-F238E27FC236}">
                  <a16:creationId xmlns:a16="http://schemas.microsoft.com/office/drawing/2014/main" id="{EF97A19E-CDC2-4C59-8E31-DE12F1049C44}"/>
                </a:ext>
              </a:extLst>
            </p:cNvPr>
            <p:cNvSpPr/>
            <p:nvPr/>
          </p:nvSpPr>
          <p:spPr>
            <a:xfrm rot="10800000">
              <a:off x="8656625" y="10205813"/>
              <a:ext cx="432000" cy="219600"/>
            </a:xfrm>
            <a:prstGeom prst="rightArrow">
              <a:avLst>
                <a:gd name="adj1" fmla="val 41325"/>
                <a:gd name="adj2" fmla="val 50000"/>
              </a:avLst>
            </a:prstGeom>
            <a:solidFill>
              <a:srgbClr val="00B0F0"/>
            </a:solidFill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6775" tIns="48386" rIns="96775" bIns="483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700"/>
            </a:p>
          </p:txBody>
        </p:sp>
        <p:sp>
          <p:nvSpPr>
            <p:cNvPr id="270" name="箭號: 向右 269">
              <a:extLst>
                <a:ext uri="{FF2B5EF4-FFF2-40B4-BE49-F238E27FC236}">
                  <a16:creationId xmlns:a16="http://schemas.microsoft.com/office/drawing/2014/main" id="{D42EEE51-CAA3-4A4C-90CB-1249AD7A8681}"/>
                </a:ext>
              </a:extLst>
            </p:cNvPr>
            <p:cNvSpPr/>
            <p:nvPr/>
          </p:nvSpPr>
          <p:spPr>
            <a:xfrm rot="13500000">
              <a:off x="9102038" y="10464695"/>
              <a:ext cx="432000" cy="219600"/>
            </a:xfrm>
            <a:prstGeom prst="rightArrow">
              <a:avLst>
                <a:gd name="adj1" fmla="val 41325"/>
                <a:gd name="adj2" fmla="val 50000"/>
              </a:avLst>
            </a:prstGeom>
            <a:solidFill>
              <a:srgbClr val="00B0F0"/>
            </a:solidFill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6775" tIns="48386" rIns="96775" bIns="483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700"/>
            </a:p>
          </p:txBody>
        </p:sp>
        <p:sp>
          <p:nvSpPr>
            <p:cNvPr id="271" name="箭號: 向右 270">
              <a:extLst>
                <a:ext uri="{FF2B5EF4-FFF2-40B4-BE49-F238E27FC236}">
                  <a16:creationId xmlns:a16="http://schemas.microsoft.com/office/drawing/2014/main" id="{4D3094F5-5CB1-4D39-97E5-1D4335E553C6}"/>
                </a:ext>
              </a:extLst>
            </p:cNvPr>
            <p:cNvSpPr/>
            <p:nvPr/>
          </p:nvSpPr>
          <p:spPr>
            <a:xfrm rot="8100000">
              <a:off x="8221364" y="10464695"/>
              <a:ext cx="432000" cy="219600"/>
            </a:xfrm>
            <a:prstGeom prst="rightArrow">
              <a:avLst>
                <a:gd name="adj1" fmla="val 41325"/>
                <a:gd name="adj2" fmla="val 50000"/>
              </a:avLst>
            </a:prstGeom>
            <a:solidFill>
              <a:srgbClr val="00B0F0"/>
            </a:solidFill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6775" tIns="48386" rIns="96775" bIns="483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700"/>
            </a:p>
          </p:txBody>
        </p:sp>
        <p:sp>
          <p:nvSpPr>
            <p:cNvPr id="272" name="箭號: 向右 271">
              <a:extLst>
                <a:ext uri="{FF2B5EF4-FFF2-40B4-BE49-F238E27FC236}">
                  <a16:creationId xmlns:a16="http://schemas.microsoft.com/office/drawing/2014/main" id="{4A349619-6630-4085-AFC4-78038F772713}"/>
                </a:ext>
              </a:extLst>
            </p:cNvPr>
            <p:cNvSpPr/>
            <p:nvPr/>
          </p:nvSpPr>
          <p:spPr>
            <a:xfrm rot="-5400000">
              <a:off x="9296611" y="10871700"/>
              <a:ext cx="432000" cy="219600"/>
            </a:xfrm>
            <a:prstGeom prst="rightArrow">
              <a:avLst>
                <a:gd name="adj1" fmla="val 41325"/>
                <a:gd name="adj2" fmla="val 50000"/>
              </a:avLst>
            </a:prstGeom>
            <a:solidFill>
              <a:srgbClr val="00B0F0"/>
            </a:solidFill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6775" tIns="48386" rIns="96775" bIns="483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700"/>
            </a:p>
          </p:txBody>
        </p:sp>
        <p:sp>
          <p:nvSpPr>
            <p:cNvPr id="273" name="箭號: 向右 272">
              <a:extLst>
                <a:ext uri="{FF2B5EF4-FFF2-40B4-BE49-F238E27FC236}">
                  <a16:creationId xmlns:a16="http://schemas.microsoft.com/office/drawing/2014/main" id="{874C6C61-BFE5-440E-8D7D-61479CDA6E14}"/>
                </a:ext>
              </a:extLst>
            </p:cNvPr>
            <p:cNvSpPr/>
            <p:nvPr/>
          </p:nvSpPr>
          <p:spPr>
            <a:xfrm rot="5400000">
              <a:off x="8020817" y="10871700"/>
              <a:ext cx="432000" cy="219600"/>
            </a:xfrm>
            <a:prstGeom prst="rightArrow">
              <a:avLst>
                <a:gd name="adj1" fmla="val 41325"/>
                <a:gd name="adj2" fmla="val 50000"/>
              </a:avLst>
            </a:prstGeom>
            <a:solidFill>
              <a:srgbClr val="00B0F0"/>
            </a:solidFill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6775" tIns="48386" rIns="96775" bIns="483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700"/>
            </a:p>
          </p:txBody>
        </p:sp>
        <p:sp>
          <p:nvSpPr>
            <p:cNvPr id="274" name="箭號: 向右 273">
              <a:extLst>
                <a:ext uri="{FF2B5EF4-FFF2-40B4-BE49-F238E27FC236}">
                  <a16:creationId xmlns:a16="http://schemas.microsoft.com/office/drawing/2014/main" id="{3A2C227A-1B82-41C9-8CB1-FFAAFEFF1132}"/>
                </a:ext>
              </a:extLst>
            </p:cNvPr>
            <p:cNvSpPr/>
            <p:nvPr/>
          </p:nvSpPr>
          <p:spPr>
            <a:xfrm rot="-2700000">
              <a:off x="9102038" y="11313674"/>
              <a:ext cx="432000" cy="219600"/>
            </a:xfrm>
            <a:prstGeom prst="rightArrow">
              <a:avLst>
                <a:gd name="adj1" fmla="val 41325"/>
                <a:gd name="adj2" fmla="val 50000"/>
              </a:avLst>
            </a:prstGeom>
            <a:solidFill>
              <a:srgbClr val="00B0F0"/>
            </a:solidFill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6775" tIns="48386" rIns="96775" bIns="483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700"/>
            </a:p>
          </p:txBody>
        </p:sp>
        <p:sp>
          <p:nvSpPr>
            <p:cNvPr id="275" name="箭號: 向右 274">
              <a:extLst>
                <a:ext uri="{FF2B5EF4-FFF2-40B4-BE49-F238E27FC236}">
                  <a16:creationId xmlns:a16="http://schemas.microsoft.com/office/drawing/2014/main" id="{B9507FAC-E6D2-4C84-8199-30EB5CDE8D0B}"/>
                </a:ext>
              </a:extLst>
            </p:cNvPr>
            <p:cNvSpPr/>
            <p:nvPr/>
          </p:nvSpPr>
          <p:spPr>
            <a:xfrm rot="2700000">
              <a:off x="8221364" y="11313674"/>
              <a:ext cx="432000" cy="219600"/>
            </a:xfrm>
            <a:prstGeom prst="rightArrow">
              <a:avLst>
                <a:gd name="adj1" fmla="val 41325"/>
                <a:gd name="adj2" fmla="val 50000"/>
              </a:avLst>
            </a:prstGeom>
            <a:solidFill>
              <a:srgbClr val="00B0F0"/>
            </a:solidFill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6775" tIns="48386" rIns="96775" bIns="483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700" dirty="0"/>
            </a:p>
          </p:txBody>
        </p:sp>
        <p:sp>
          <p:nvSpPr>
            <p:cNvPr id="276" name="箭號: 向右 275">
              <a:extLst>
                <a:ext uri="{FF2B5EF4-FFF2-40B4-BE49-F238E27FC236}">
                  <a16:creationId xmlns:a16="http://schemas.microsoft.com/office/drawing/2014/main" id="{573DE253-1E87-49DE-A969-39B6BDF1DECE}"/>
                </a:ext>
              </a:extLst>
            </p:cNvPr>
            <p:cNvSpPr/>
            <p:nvPr/>
          </p:nvSpPr>
          <p:spPr>
            <a:xfrm>
              <a:off x="8656624" y="11537760"/>
              <a:ext cx="432000" cy="219600"/>
            </a:xfrm>
            <a:prstGeom prst="rightArrow">
              <a:avLst>
                <a:gd name="adj1" fmla="val 41325"/>
                <a:gd name="adj2" fmla="val 50000"/>
              </a:avLst>
            </a:prstGeom>
            <a:solidFill>
              <a:srgbClr val="00B0F0"/>
            </a:solidFill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6775" tIns="48386" rIns="96775" bIns="483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700"/>
            </a:p>
          </p:txBody>
        </p:sp>
      </p:grpSp>
      <p:grpSp>
        <p:nvGrpSpPr>
          <p:cNvPr id="250" name="群組 249">
            <a:extLst>
              <a:ext uri="{FF2B5EF4-FFF2-40B4-BE49-F238E27FC236}">
                <a16:creationId xmlns:a16="http://schemas.microsoft.com/office/drawing/2014/main" id="{C05FF975-6382-4D4E-9063-230DD0335D92}"/>
              </a:ext>
            </a:extLst>
          </p:cNvPr>
          <p:cNvGrpSpPr/>
          <p:nvPr/>
        </p:nvGrpSpPr>
        <p:grpSpPr>
          <a:xfrm>
            <a:off x="6864312" y="3559769"/>
            <a:ext cx="644641" cy="689099"/>
            <a:chOff x="6583394" y="1501875"/>
            <a:chExt cx="1650681" cy="1764520"/>
          </a:xfrm>
        </p:grpSpPr>
        <p:grpSp>
          <p:nvGrpSpPr>
            <p:cNvPr id="263" name="群組 262">
              <a:extLst>
                <a:ext uri="{FF2B5EF4-FFF2-40B4-BE49-F238E27FC236}">
                  <a16:creationId xmlns:a16="http://schemas.microsoft.com/office/drawing/2014/main" id="{F96BD9EB-9D9F-45C4-AD53-A49384797523}"/>
                </a:ext>
              </a:extLst>
            </p:cNvPr>
            <p:cNvGrpSpPr/>
            <p:nvPr/>
          </p:nvGrpSpPr>
          <p:grpSpPr>
            <a:xfrm>
              <a:off x="6929132" y="2420541"/>
              <a:ext cx="361452" cy="346736"/>
              <a:chOff x="1373392" y="2391862"/>
              <a:chExt cx="479433" cy="476535"/>
            </a:xfrm>
          </p:grpSpPr>
          <p:sp>
            <p:nvSpPr>
              <p:cNvPr id="266" name="箭號: 向右 265">
                <a:extLst>
                  <a:ext uri="{FF2B5EF4-FFF2-40B4-BE49-F238E27FC236}">
                    <a16:creationId xmlns:a16="http://schemas.microsoft.com/office/drawing/2014/main" id="{86F0B9CA-CD17-4182-BF6A-DD855915BEF0}"/>
                  </a:ext>
                </a:extLst>
              </p:cNvPr>
              <p:cNvSpPr/>
              <p:nvPr/>
            </p:nvSpPr>
            <p:spPr>
              <a:xfrm>
                <a:off x="1411244" y="2735868"/>
                <a:ext cx="441581" cy="132529"/>
              </a:xfrm>
              <a:prstGeom prst="rightArrow">
                <a:avLst>
                  <a:gd name="adj1" fmla="val 50000"/>
                  <a:gd name="adj2" fmla="val 99023"/>
                </a:avLst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2000">
                  <a:solidFill>
                    <a:schemeClr val="bg1"/>
                  </a:solidFill>
                </a:endParaRPr>
              </a:p>
            </p:txBody>
          </p:sp>
          <p:sp>
            <p:nvSpPr>
              <p:cNvPr id="267" name="箭號: 向右 266">
                <a:extLst>
                  <a:ext uri="{FF2B5EF4-FFF2-40B4-BE49-F238E27FC236}">
                    <a16:creationId xmlns:a16="http://schemas.microsoft.com/office/drawing/2014/main" id="{BEF516D3-4820-4759-89A2-54AFCBA38970}"/>
                  </a:ext>
                </a:extLst>
              </p:cNvPr>
              <p:cNvSpPr/>
              <p:nvPr/>
            </p:nvSpPr>
            <p:spPr>
              <a:xfrm rot="16200000">
                <a:off x="1218866" y="2546388"/>
                <a:ext cx="441581" cy="132529"/>
              </a:xfrm>
              <a:prstGeom prst="rightArrow">
                <a:avLst>
                  <a:gd name="adj1" fmla="val 50000"/>
                  <a:gd name="adj2" fmla="val 99023"/>
                </a:avLst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2000" dirty="0">
                  <a:solidFill>
                    <a:schemeClr val="bg1"/>
                  </a:solidFill>
                </a:endParaRPr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4" name="文字方塊 263">
                  <a:extLst>
                    <a:ext uri="{FF2B5EF4-FFF2-40B4-BE49-F238E27FC236}">
                      <a16:creationId xmlns:a16="http://schemas.microsoft.com/office/drawing/2014/main" id="{8FED2E2D-4866-4D98-87B1-D497068FBACA}"/>
                    </a:ext>
                  </a:extLst>
                </p:cNvPr>
                <p:cNvSpPr txBox="1"/>
                <p:nvPr/>
              </p:nvSpPr>
              <p:spPr>
                <a:xfrm>
                  <a:off x="6583394" y="1501875"/>
                  <a:ext cx="416137" cy="108642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20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0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𝑄</m:t>
                            </m:r>
                          </m:e>
                          <m:sub>
                            <m:r>
                              <a:rPr lang="en-US" altLang="zh-TW" sz="20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sub>
                        </m:sSub>
                      </m:oMath>
                    </m:oMathPara>
                  </a14:m>
                  <a:endParaRPr lang="en-US" altLang="zh-TW" sz="2000" dirty="0">
                    <a:solidFill>
                      <a:schemeClr val="bg1"/>
                    </a:solidFill>
                  </a:endParaRPr>
                </a:p>
              </p:txBody>
            </p:sp>
          </mc:Choice>
          <mc:Fallback xmlns="">
            <p:sp>
              <p:nvSpPr>
                <p:cNvPr id="264" name="文字方塊 263">
                  <a:extLst>
                    <a:ext uri="{FF2B5EF4-FFF2-40B4-BE49-F238E27FC236}">
                      <a16:creationId xmlns:a16="http://schemas.microsoft.com/office/drawing/2014/main" id="{8FED2E2D-4866-4D98-87B1-D497068FBAC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583394" y="1501875"/>
                  <a:ext cx="416137" cy="1086427"/>
                </a:xfrm>
                <a:prstGeom prst="rect">
                  <a:avLst/>
                </a:prstGeom>
                <a:blipFill>
                  <a:blip r:embed="rId7"/>
                  <a:stretch>
                    <a:fillRect l="-14815" r="-166667" b="-4286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5" name="文字方塊 264">
                  <a:extLst>
                    <a:ext uri="{FF2B5EF4-FFF2-40B4-BE49-F238E27FC236}">
                      <a16:creationId xmlns:a16="http://schemas.microsoft.com/office/drawing/2014/main" id="{2CA0C90C-717C-46E4-99CF-48354380253E}"/>
                    </a:ext>
                  </a:extLst>
                </p:cNvPr>
                <p:cNvSpPr txBox="1"/>
                <p:nvPr/>
              </p:nvSpPr>
              <p:spPr>
                <a:xfrm>
                  <a:off x="7165989" y="2241866"/>
                  <a:ext cx="1068086" cy="102452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20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0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𝑄</m:t>
                            </m:r>
                          </m:e>
                          <m:sub>
                            <m:r>
                              <a:rPr lang="en-US" altLang="zh-TW" sz="20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</m:oMath>
                    </m:oMathPara>
                  </a14:m>
                  <a:endParaRPr lang="en-US" altLang="zh-TW" sz="2000" dirty="0">
                    <a:solidFill>
                      <a:schemeClr val="bg1"/>
                    </a:solidFill>
                  </a:endParaRPr>
                </a:p>
              </p:txBody>
            </p:sp>
          </mc:Choice>
          <mc:Fallback xmlns="">
            <p:sp>
              <p:nvSpPr>
                <p:cNvPr id="265" name="文字方塊 264">
                  <a:extLst>
                    <a:ext uri="{FF2B5EF4-FFF2-40B4-BE49-F238E27FC236}">
                      <a16:creationId xmlns:a16="http://schemas.microsoft.com/office/drawing/2014/main" id="{2CA0C90C-717C-46E4-99CF-48354380253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65989" y="2241866"/>
                  <a:ext cx="1068086" cy="1024529"/>
                </a:xfrm>
                <a:prstGeom prst="rect">
                  <a:avLst/>
                </a:prstGeom>
                <a:blipFill>
                  <a:blip r:embed="rId8"/>
                  <a:stretch>
                    <a:fillRect l="-4412" b="-9091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51" name="群組 250">
            <a:extLst>
              <a:ext uri="{FF2B5EF4-FFF2-40B4-BE49-F238E27FC236}">
                <a16:creationId xmlns:a16="http://schemas.microsoft.com/office/drawing/2014/main" id="{14DDCB11-35C7-4C50-8C96-C8F4CFB08025}"/>
              </a:ext>
            </a:extLst>
          </p:cNvPr>
          <p:cNvGrpSpPr/>
          <p:nvPr/>
        </p:nvGrpSpPr>
        <p:grpSpPr>
          <a:xfrm>
            <a:off x="4900493" y="1224937"/>
            <a:ext cx="644641" cy="689099"/>
            <a:chOff x="6583394" y="1501875"/>
            <a:chExt cx="1650681" cy="1764520"/>
          </a:xfrm>
        </p:grpSpPr>
        <p:grpSp>
          <p:nvGrpSpPr>
            <p:cNvPr id="258" name="群組 257">
              <a:extLst>
                <a:ext uri="{FF2B5EF4-FFF2-40B4-BE49-F238E27FC236}">
                  <a16:creationId xmlns:a16="http://schemas.microsoft.com/office/drawing/2014/main" id="{4C77B2CA-4219-450C-9161-C45907F2234C}"/>
                </a:ext>
              </a:extLst>
            </p:cNvPr>
            <p:cNvGrpSpPr/>
            <p:nvPr/>
          </p:nvGrpSpPr>
          <p:grpSpPr>
            <a:xfrm>
              <a:off x="6929132" y="2420541"/>
              <a:ext cx="361452" cy="346736"/>
              <a:chOff x="1373392" y="2391862"/>
              <a:chExt cx="479433" cy="476535"/>
            </a:xfrm>
          </p:grpSpPr>
          <p:sp>
            <p:nvSpPr>
              <p:cNvPr id="261" name="箭號: 向右 260">
                <a:extLst>
                  <a:ext uri="{FF2B5EF4-FFF2-40B4-BE49-F238E27FC236}">
                    <a16:creationId xmlns:a16="http://schemas.microsoft.com/office/drawing/2014/main" id="{9CA7E83D-3F16-4F9D-B998-9A91F3033ADF}"/>
                  </a:ext>
                </a:extLst>
              </p:cNvPr>
              <p:cNvSpPr/>
              <p:nvPr/>
            </p:nvSpPr>
            <p:spPr>
              <a:xfrm>
                <a:off x="1411244" y="2735868"/>
                <a:ext cx="441581" cy="132529"/>
              </a:xfrm>
              <a:prstGeom prst="rightArrow">
                <a:avLst>
                  <a:gd name="adj1" fmla="val 50000"/>
                  <a:gd name="adj2" fmla="val 99023"/>
                </a:avLst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2000">
                  <a:solidFill>
                    <a:schemeClr val="bg1"/>
                  </a:solidFill>
                </a:endParaRPr>
              </a:p>
            </p:txBody>
          </p:sp>
          <p:sp>
            <p:nvSpPr>
              <p:cNvPr id="262" name="箭號: 向右 261">
                <a:extLst>
                  <a:ext uri="{FF2B5EF4-FFF2-40B4-BE49-F238E27FC236}">
                    <a16:creationId xmlns:a16="http://schemas.microsoft.com/office/drawing/2014/main" id="{1598C4F9-7060-45FF-AAA7-F25841BD5848}"/>
                  </a:ext>
                </a:extLst>
              </p:cNvPr>
              <p:cNvSpPr/>
              <p:nvPr/>
            </p:nvSpPr>
            <p:spPr>
              <a:xfrm rot="16200000">
                <a:off x="1218866" y="2546388"/>
                <a:ext cx="441581" cy="132529"/>
              </a:xfrm>
              <a:prstGeom prst="rightArrow">
                <a:avLst>
                  <a:gd name="adj1" fmla="val 50000"/>
                  <a:gd name="adj2" fmla="val 99023"/>
                </a:avLst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2000" dirty="0">
                  <a:solidFill>
                    <a:schemeClr val="bg1"/>
                  </a:solidFill>
                </a:endParaRPr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9" name="文字方塊 258">
                  <a:extLst>
                    <a:ext uri="{FF2B5EF4-FFF2-40B4-BE49-F238E27FC236}">
                      <a16:creationId xmlns:a16="http://schemas.microsoft.com/office/drawing/2014/main" id="{292E9A6D-4AE0-4CD4-9EA0-3173D219E896}"/>
                    </a:ext>
                  </a:extLst>
                </p:cNvPr>
                <p:cNvSpPr txBox="1"/>
                <p:nvPr/>
              </p:nvSpPr>
              <p:spPr>
                <a:xfrm>
                  <a:off x="6583394" y="1501875"/>
                  <a:ext cx="416137" cy="108642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20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0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𝑄</m:t>
                            </m:r>
                          </m:e>
                          <m:sub>
                            <m:r>
                              <a:rPr lang="en-US" altLang="zh-TW" sz="20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sub>
                        </m:sSub>
                      </m:oMath>
                    </m:oMathPara>
                  </a14:m>
                  <a:endParaRPr lang="en-US" altLang="zh-TW" sz="2000" dirty="0">
                    <a:solidFill>
                      <a:schemeClr val="bg1"/>
                    </a:solidFill>
                  </a:endParaRPr>
                </a:p>
              </p:txBody>
            </p:sp>
          </mc:Choice>
          <mc:Fallback xmlns="">
            <p:sp>
              <p:nvSpPr>
                <p:cNvPr id="259" name="文字方塊 258">
                  <a:extLst>
                    <a:ext uri="{FF2B5EF4-FFF2-40B4-BE49-F238E27FC236}">
                      <a16:creationId xmlns:a16="http://schemas.microsoft.com/office/drawing/2014/main" id="{292E9A6D-4AE0-4CD4-9EA0-3173D219E89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583394" y="1501875"/>
                  <a:ext cx="416137" cy="1086427"/>
                </a:xfrm>
                <a:prstGeom prst="rect">
                  <a:avLst/>
                </a:prstGeom>
                <a:blipFill>
                  <a:blip r:embed="rId9"/>
                  <a:stretch>
                    <a:fillRect l="-14815" r="-166667" b="-4286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0" name="文字方塊 259">
                  <a:extLst>
                    <a:ext uri="{FF2B5EF4-FFF2-40B4-BE49-F238E27FC236}">
                      <a16:creationId xmlns:a16="http://schemas.microsoft.com/office/drawing/2014/main" id="{8D6AA90E-8E54-4F85-8069-79A6B681A2B3}"/>
                    </a:ext>
                  </a:extLst>
                </p:cNvPr>
                <p:cNvSpPr txBox="1"/>
                <p:nvPr/>
              </p:nvSpPr>
              <p:spPr>
                <a:xfrm>
                  <a:off x="7165989" y="2241866"/>
                  <a:ext cx="1068086" cy="102452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20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0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𝑄</m:t>
                            </m:r>
                          </m:e>
                          <m:sub>
                            <m:r>
                              <a:rPr lang="en-US" altLang="zh-TW" sz="20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</m:oMath>
                    </m:oMathPara>
                  </a14:m>
                  <a:endParaRPr lang="en-US" altLang="zh-TW" sz="2000" dirty="0">
                    <a:solidFill>
                      <a:schemeClr val="bg1"/>
                    </a:solidFill>
                  </a:endParaRPr>
                </a:p>
              </p:txBody>
            </p:sp>
          </mc:Choice>
          <mc:Fallback xmlns="">
            <p:sp>
              <p:nvSpPr>
                <p:cNvPr id="260" name="文字方塊 259">
                  <a:extLst>
                    <a:ext uri="{FF2B5EF4-FFF2-40B4-BE49-F238E27FC236}">
                      <a16:creationId xmlns:a16="http://schemas.microsoft.com/office/drawing/2014/main" id="{8D6AA90E-8E54-4F85-8069-79A6B681A2B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65989" y="2241866"/>
                  <a:ext cx="1068086" cy="1024529"/>
                </a:xfrm>
                <a:prstGeom prst="rect">
                  <a:avLst/>
                </a:prstGeom>
                <a:blipFill>
                  <a:blip r:embed="rId10"/>
                  <a:stretch>
                    <a:fillRect l="-4412" b="-9091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52" name="群組 251">
            <a:extLst>
              <a:ext uri="{FF2B5EF4-FFF2-40B4-BE49-F238E27FC236}">
                <a16:creationId xmlns:a16="http://schemas.microsoft.com/office/drawing/2014/main" id="{A591FB36-B7A7-42AE-80E7-EDF353484EA6}"/>
              </a:ext>
            </a:extLst>
          </p:cNvPr>
          <p:cNvGrpSpPr/>
          <p:nvPr/>
        </p:nvGrpSpPr>
        <p:grpSpPr>
          <a:xfrm>
            <a:off x="6864312" y="1224937"/>
            <a:ext cx="644641" cy="689099"/>
            <a:chOff x="6583394" y="1501875"/>
            <a:chExt cx="1650681" cy="1764520"/>
          </a:xfrm>
        </p:grpSpPr>
        <p:grpSp>
          <p:nvGrpSpPr>
            <p:cNvPr id="253" name="群組 252">
              <a:extLst>
                <a:ext uri="{FF2B5EF4-FFF2-40B4-BE49-F238E27FC236}">
                  <a16:creationId xmlns:a16="http://schemas.microsoft.com/office/drawing/2014/main" id="{62D89D06-43D4-4F08-8E21-76907DF78595}"/>
                </a:ext>
              </a:extLst>
            </p:cNvPr>
            <p:cNvGrpSpPr/>
            <p:nvPr/>
          </p:nvGrpSpPr>
          <p:grpSpPr>
            <a:xfrm>
              <a:off x="6929132" y="2420541"/>
              <a:ext cx="361452" cy="346736"/>
              <a:chOff x="1373392" y="2391862"/>
              <a:chExt cx="479433" cy="476535"/>
            </a:xfrm>
          </p:grpSpPr>
          <p:sp>
            <p:nvSpPr>
              <p:cNvPr id="256" name="箭號: 向右 255">
                <a:extLst>
                  <a:ext uri="{FF2B5EF4-FFF2-40B4-BE49-F238E27FC236}">
                    <a16:creationId xmlns:a16="http://schemas.microsoft.com/office/drawing/2014/main" id="{9903DA95-1A41-4EE6-BD54-31299C78B37E}"/>
                  </a:ext>
                </a:extLst>
              </p:cNvPr>
              <p:cNvSpPr/>
              <p:nvPr/>
            </p:nvSpPr>
            <p:spPr>
              <a:xfrm>
                <a:off x="1411244" y="2735868"/>
                <a:ext cx="441581" cy="132529"/>
              </a:xfrm>
              <a:prstGeom prst="rightArrow">
                <a:avLst>
                  <a:gd name="adj1" fmla="val 50000"/>
                  <a:gd name="adj2" fmla="val 99023"/>
                </a:avLst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2000">
                  <a:solidFill>
                    <a:schemeClr val="bg1"/>
                  </a:solidFill>
                </a:endParaRPr>
              </a:p>
            </p:txBody>
          </p:sp>
          <p:sp>
            <p:nvSpPr>
              <p:cNvPr id="257" name="箭號: 向右 256">
                <a:extLst>
                  <a:ext uri="{FF2B5EF4-FFF2-40B4-BE49-F238E27FC236}">
                    <a16:creationId xmlns:a16="http://schemas.microsoft.com/office/drawing/2014/main" id="{031D0AFE-D964-4AF2-A069-A475F0E9CB46}"/>
                  </a:ext>
                </a:extLst>
              </p:cNvPr>
              <p:cNvSpPr/>
              <p:nvPr/>
            </p:nvSpPr>
            <p:spPr>
              <a:xfrm rot="16200000">
                <a:off x="1218866" y="2546388"/>
                <a:ext cx="441581" cy="132529"/>
              </a:xfrm>
              <a:prstGeom prst="rightArrow">
                <a:avLst>
                  <a:gd name="adj1" fmla="val 50000"/>
                  <a:gd name="adj2" fmla="val 99023"/>
                </a:avLst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2000" dirty="0">
                  <a:solidFill>
                    <a:schemeClr val="bg1"/>
                  </a:solidFill>
                </a:endParaRPr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4" name="文字方塊 253">
                  <a:extLst>
                    <a:ext uri="{FF2B5EF4-FFF2-40B4-BE49-F238E27FC236}">
                      <a16:creationId xmlns:a16="http://schemas.microsoft.com/office/drawing/2014/main" id="{99FB71F3-162E-4E1A-AB76-DD1BD9DAE1E5}"/>
                    </a:ext>
                  </a:extLst>
                </p:cNvPr>
                <p:cNvSpPr txBox="1"/>
                <p:nvPr/>
              </p:nvSpPr>
              <p:spPr>
                <a:xfrm>
                  <a:off x="6583394" y="1501875"/>
                  <a:ext cx="416137" cy="108642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20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0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𝑄</m:t>
                            </m:r>
                          </m:e>
                          <m:sub>
                            <m:r>
                              <a:rPr lang="en-US" altLang="zh-TW" sz="20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sub>
                        </m:sSub>
                      </m:oMath>
                    </m:oMathPara>
                  </a14:m>
                  <a:endParaRPr lang="en-US" altLang="zh-TW" sz="2000" dirty="0">
                    <a:solidFill>
                      <a:schemeClr val="bg1"/>
                    </a:solidFill>
                  </a:endParaRPr>
                </a:p>
              </p:txBody>
            </p:sp>
          </mc:Choice>
          <mc:Fallback xmlns="">
            <p:sp>
              <p:nvSpPr>
                <p:cNvPr id="254" name="文字方塊 253">
                  <a:extLst>
                    <a:ext uri="{FF2B5EF4-FFF2-40B4-BE49-F238E27FC236}">
                      <a16:creationId xmlns:a16="http://schemas.microsoft.com/office/drawing/2014/main" id="{99FB71F3-162E-4E1A-AB76-DD1BD9DAE1E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583394" y="1501875"/>
                  <a:ext cx="416137" cy="1086427"/>
                </a:xfrm>
                <a:prstGeom prst="rect">
                  <a:avLst/>
                </a:prstGeom>
                <a:blipFill>
                  <a:blip r:embed="rId11"/>
                  <a:stretch>
                    <a:fillRect l="-14815" r="-166667" b="-4286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5" name="文字方塊 254">
                  <a:extLst>
                    <a:ext uri="{FF2B5EF4-FFF2-40B4-BE49-F238E27FC236}">
                      <a16:creationId xmlns:a16="http://schemas.microsoft.com/office/drawing/2014/main" id="{76658871-F9EA-4467-A10F-DFE1A7D200DC}"/>
                    </a:ext>
                  </a:extLst>
                </p:cNvPr>
                <p:cNvSpPr txBox="1"/>
                <p:nvPr/>
              </p:nvSpPr>
              <p:spPr>
                <a:xfrm>
                  <a:off x="7165989" y="2241866"/>
                  <a:ext cx="1068086" cy="102452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20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0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𝑄</m:t>
                            </m:r>
                          </m:e>
                          <m:sub>
                            <m:r>
                              <a:rPr lang="en-US" altLang="zh-TW" sz="20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</m:oMath>
                    </m:oMathPara>
                  </a14:m>
                  <a:endParaRPr lang="en-US" altLang="zh-TW" sz="2000" dirty="0">
                    <a:solidFill>
                      <a:schemeClr val="bg1"/>
                    </a:solidFill>
                  </a:endParaRPr>
                </a:p>
              </p:txBody>
            </p:sp>
          </mc:Choice>
          <mc:Fallback xmlns="">
            <p:sp>
              <p:nvSpPr>
                <p:cNvPr id="255" name="文字方塊 254">
                  <a:extLst>
                    <a:ext uri="{FF2B5EF4-FFF2-40B4-BE49-F238E27FC236}">
                      <a16:creationId xmlns:a16="http://schemas.microsoft.com/office/drawing/2014/main" id="{76658871-F9EA-4467-A10F-DFE1A7D200D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65989" y="2241866"/>
                  <a:ext cx="1068086" cy="1024529"/>
                </a:xfrm>
                <a:prstGeom prst="rect">
                  <a:avLst/>
                </a:prstGeom>
                <a:blipFill>
                  <a:blip r:embed="rId12"/>
                  <a:stretch>
                    <a:fillRect l="-4412" b="-9091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pic>
        <p:nvPicPr>
          <p:cNvPr id="2" name="圖片 1">
            <a:extLst>
              <a:ext uri="{FF2B5EF4-FFF2-40B4-BE49-F238E27FC236}">
                <a16:creationId xmlns:a16="http://schemas.microsoft.com/office/drawing/2014/main" id="{6CF8991A-8115-470B-BE1B-5BBE22FEAAF2}"/>
              </a:ext>
            </a:extLst>
          </p:cNvPr>
          <p:cNvPicPr>
            <a:picLocks noChangeAspect="1"/>
          </p:cNvPicPr>
          <p:nvPr/>
        </p:nvPicPr>
        <p:blipFill rotWithShape="1">
          <a:blip r:embed="rId1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t="77364"/>
          <a:stretch/>
        </p:blipFill>
        <p:spPr>
          <a:xfrm>
            <a:off x="345570" y="3846606"/>
            <a:ext cx="3565320" cy="5536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37342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群組 1">
            <a:extLst>
              <a:ext uri="{FF2B5EF4-FFF2-40B4-BE49-F238E27FC236}">
                <a16:creationId xmlns:a16="http://schemas.microsoft.com/office/drawing/2014/main" id="{E5F1CFE0-B657-4252-8741-715ACD1D7158}"/>
              </a:ext>
            </a:extLst>
          </p:cNvPr>
          <p:cNvGrpSpPr/>
          <p:nvPr/>
        </p:nvGrpSpPr>
        <p:grpSpPr>
          <a:xfrm>
            <a:off x="32353" y="36975"/>
            <a:ext cx="8179203" cy="5326743"/>
            <a:chOff x="32353" y="36975"/>
            <a:chExt cx="8179203" cy="5326743"/>
          </a:xfrm>
        </p:grpSpPr>
        <p:sp>
          <p:nvSpPr>
            <p:cNvPr id="238" name="矩形: 圓角 237">
              <a:extLst>
                <a:ext uri="{FF2B5EF4-FFF2-40B4-BE49-F238E27FC236}">
                  <a16:creationId xmlns:a16="http://schemas.microsoft.com/office/drawing/2014/main" id="{64BFFBEE-304B-4ED2-9791-4679E8397C85}"/>
                </a:ext>
              </a:extLst>
            </p:cNvPr>
            <p:cNvSpPr/>
            <p:nvPr/>
          </p:nvSpPr>
          <p:spPr>
            <a:xfrm>
              <a:off x="32353" y="36975"/>
              <a:ext cx="8179203" cy="5326743"/>
            </a:xfrm>
            <a:prstGeom prst="roundRect">
              <a:avLst>
                <a:gd name="adj" fmla="val 7772"/>
              </a:avLst>
            </a:prstGeom>
            <a:gradFill flip="none" rotWithShape="1">
              <a:gsLst>
                <a:gs pos="0">
                  <a:schemeClr val="bg1">
                    <a:lumMod val="95000"/>
                  </a:schemeClr>
                </a:gs>
                <a:gs pos="100000">
                  <a:schemeClr val="bg1">
                    <a:lumMod val="85000"/>
                  </a:schemeClr>
                </a:gs>
              </a:gsLst>
              <a:lin ang="5400000" scaled="1"/>
              <a:tileRect/>
            </a:gradFill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ot="0" spcFirstLastPara="0" vertOverflow="overflow" horzOverflow="overflow" vert="horz" wrap="square" lIns="61454" tIns="30727" rIns="61454" bIns="30727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700" dirty="0"/>
            </a:p>
          </p:txBody>
        </p:sp>
        <p:grpSp>
          <p:nvGrpSpPr>
            <p:cNvPr id="239" name="群組 238">
              <a:extLst>
                <a:ext uri="{FF2B5EF4-FFF2-40B4-BE49-F238E27FC236}">
                  <a16:creationId xmlns:a16="http://schemas.microsoft.com/office/drawing/2014/main" id="{434308FE-DBC5-4ED8-8617-7F1BBC16AB66}"/>
                </a:ext>
              </a:extLst>
            </p:cNvPr>
            <p:cNvGrpSpPr/>
            <p:nvPr/>
          </p:nvGrpSpPr>
          <p:grpSpPr>
            <a:xfrm>
              <a:off x="6088418" y="3145418"/>
              <a:ext cx="1825190" cy="1825188"/>
              <a:chOff x="8631015" y="5186974"/>
              <a:chExt cx="2090057" cy="2090057"/>
            </a:xfrm>
          </p:grpSpPr>
          <p:sp>
            <p:nvSpPr>
              <p:cNvPr id="300" name="矩形: 圓角 299">
                <a:extLst>
                  <a:ext uri="{FF2B5EF4-FFF2-40B4-BE49-F238E27FC236}">
                    <a16:creationId xmlns:a16="http://schemas.microsoft.com/office/drawing/2014/main" id="{F41F6D6B-A57D-4325-9AF1-DAD9B137CF93}"/>
                  </a:ext>
                </a:extLst>
              </p:cNvPr>
              <p:cNvSpPr/>
              <p:nvPr/>
            </p:nvSpPr>
            <p:spPr>
              <a:xfrm>
                <a:off x="8631015" y="5186974"/>
                <a:ext cx="2090057" cy="2090057"/>
              </a:xfrm>
              <a:prstGeom prst="roundRect">
                <a:avLst/>
              </a:prstGeom>
              <a:solidFill>
                <a:schemeClr val="tx1">
                  <a:lumMod val="65000"/>
                  <a:lumOff val="35000"/>
                </a:schemeClr>
              </a:solidFill>
            </p:spPr>
            <p:style>
              <a:lnRef idx="0">
                <a:schemeClr val="accent3"/>
              </a:lnRef>
              <a:fillRef idx="3">
                <a:schemeClr val="accent3"/>
              </a:fillRef>
              <a:effectRef idx="3">
                <a:schemeClr val="accent3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6775" tIns="48386" rIns="96775" bIns="48386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TW" altLang="en-US" sz="2700" dirty="0"/>
              </a:p>
            </p:txBody>
          </p:sp>
          <p:sp>
            <p:nvSpPr>
              <p:cNvPr id="301" name="箭號: 左-右雙向 300">
                <a:extLst>
                  <a:ext uri="{FF2B5EF4-FFF2-40B4-BE49-F238E27FC236}">
                    <a16:creationId xmlns:a16="http://schemas.microsoft.com/office/drawing/2014/main" id="{CF154CF6-2929-464D-A4B7-34A76E46B2A2}"/>
                  </a:ext>
                </a:extLst>
              </p:cNvPr>
              <p:cNvSpPr/>
              <p:nvPr/>
            </p:nvSpPr>
            <p:spPr>
              <a:xfrm rot="5400000">
                <a:off x="8825319" y="6077225"/>
                <a:ext cx="432000" cy="217754"/>
              </a:xfrm>
              <a:prstGeom prst="leftRightArrow">
                <a:avLst>
                  <a:gd name="adj1" fmla="val 28600"/>
                  <a:gd name="adj2" fmla="val 50000"/>
                </a:avLst>
              </a:prstGeom>
            </p:spPr>
            <p:style>
              <a:lnRef idx="0">
                <a:schemeClr val="accent2"/>
              </a:lnRef>
              <a:fillRef idx="3">
                <a:schemeClr val="accent2"/>
              </a:fillRef>
              <a:effectRef idx="3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6775" tIns="48386" rIns="96775" bIns="48386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TW" altLang="en-US" sz="2700" dirty="0"/>
              </a:p>
            </p:txBody>
          </p:sp>
          <p:sp>
            <p:nvSpPr>
              <p:cNvPr id="302" name="箭號: 左-右雙向 301">
                <a:extLst>
                  <a:ext uri="{FF2B5EF4-FFF2-40B4-BE49-F238E27FC236}">
                    <a16:creationId xmlns:a16="http://schemas.microsoft.com/office/drawing/2014/main" id="{71F49CDB-2E48-4DEB-B572-41D81377B2D1}"/>
                  </a:ext>
                </a:extLst>
              </p:cNvPr>
              <p:cNvSpPr/>
              <p:nvPr/>
            </p:nvSpPr>
            <p:spPr>
              <a:xfrm rot="5400000">
                <a:off x="10130264" y="6077225"/>
                <a:ext cx="432000" cy="217754"/>
              </a:xfrm>
              <a:prstGeom prst="leftRightArrow">
                <a:avLst>
                  <a:gd name="adj1" fmla="val 28600"/>
                  <a:gd name="adj2" fmla="val 50000"/>
                </a:avLst>
              </a:prstGeom>
            </p:spPr>
            <p:style>
              <a:lnRef idx="0">
                <a:schemeClr val="accent2"/>
              </a:lnRef>
              <a:fillRef idx="3">
                <a:schemeClr val="accent2"/>
              </a:fillRef>
              <a:effectRef idx="3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6775" tIns="48386" rIns="96775" bIns="48386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TW" altLang="en-US" sz="2700"/>
              </a:p>
            </p:txBody>
          </p:sp>
          <p:sp>
            <p:nvSpPr>
              <p:cNvPr id="303" name="箭號: 左-右雙向 302">
                <a:extLst>
                  <a:ext uri="{FF2B5EF4-FFF2-40B4-BE49-F238E27FC236}">
                    <a16:creationId xmlns:a16="http://schemas.microsoft.com/office/drawing/2014/main" id="{9CB03C62-C3D9-43BE-A86C-2F2F1C028BCF}"/>
                  </a:ext>
                </a:extLst>
              </p:cNvPr>
              <p:cNvSpPr/>
              <p:nvPr/>
            </p:nvSpPr>
            <p:spPr>
              <a:xfrm rot="18900000">
                <a:off x="9018245" y="5615062"/>
                <a:ext cx="432000" cy="217754"/>
              </a:xfrm>
              <a:prstGeom prst="leftRightArrow">
                <a:avLst>
                  <a:gd name="adj1" fmla="val 28600"/>
                  <a:gd name="adj2" fmla="val 50000"/>
                </a:avLst>
              </a:prstGeom>
            </p:spPr>
            <p:style>
              <a:lnRef idx="0">
                <a:schemeClr val="accent2"/>
              </a:lnRef>
              <a:fillRef idx="3">
                <a:schemeClr val="accent2"/>
              </a:fillRef>
              <a:effectRef idx="3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6775" tIns="48386" rIns="96775" bIns="48386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TW" altLang="en-US" sz="2700" dirty="0"/>
              </a:p>
            </p:txBody>
          </p:sp>
          <p:sp>
            <p:nvSpPr>
              <p:cNvPr id="304" name="箭號: 左-右雙向 303">
                <a:extLst>
                  <a:ext uri="{FF2B5EF4-FFF2-40B4-BE49-F238E27FC236}">
                    <a16:creationId xmlns:a16="http://schemas.microsoft.com/office/drawing/2014/main" id="{C2E4F5D0-9580-40BE-BB3A-1CA2ED33FB13}"/>
                  </a:ext>
                </a:extLst>
              </p:cNvPr>
              <p:cNvSpPr/>
              <p:nvPr/>
            </p:nvSpPr>
            <p:spPr>
              <a:xfrm rot="18900000">
                <a:off x="9922348" y="6556570"/>
                <a:ext cx="432000" cy="217754"/>
              </a:xfrm>
              <a:prstGeom prst="leftRightArrow">
                <a:avLst>
                  <a:gd name="adj1" fmla="val 28600"/>
                  <a:gd name="adj2" fmla="val 50000"/>
                </a:avLst>
              </a:prstGeom>
            </p:spPr>
            <p:style>
              <a:lnRef idx="0">
                <a:schemeClr val="accent2"/>
              </a:lnRef>
              <a:fillRef idx="3">
                <a:schemeClr val="accent2"/>
              </a:fillRef>
              <a:effectRef idx="3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6775" tIns="48386" rIns="96775" bIns="48386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TW" altLang="en-US" sz="2700"/>
              </a:p>
            </p:txBody>
          </p:sp>
          <p:sp>
            <p:nvSpPr>
              <p:cNvPr id="305" name="箭號: 左-右雙向 304">
                <a:extLst>
                  <a:ext uri="{FF2B5EF4-FFF2-40B4-BE49-F238E27FC236}">
                    <a16:creationId xmlns:a16="http://schemas.microsoft.com/office/drawing/2014/main" id="{E434F85A-31E3-4187-9773-024A557EEDA1}"/>
                  </a:ext>
                </a:extLst>
              </p:cNvPr>
              <p:cNvSpPr/>
              <p:nvPr/>
            </p:nvSpPr>
            <p:spPr>
              <a:xfrm rot="2700000">
                <a:off x="9018246" y="6556571"/>
                <a:ext cx="432000" cy="217754"/>
              </a:xfrm>
              <a:prstGeom prst="leftRightArrow">
                <a:avLst>
                  <a:gd name="adj1" fmla="val 28600"/>
                  <a:gd name="adj2" fmla="val 50000"/>
                </a:avLst>
              </a:prstGeom>
            </p:spPr>
            <p:style>
              <a:lnRef idx="0">
                <a:schemeClr val="accent2"/>
              </a:lnRef>
              <a:fillRef idx="3">
                <a:schemeClr val="accent2"/>
              </a:fillRef>
              <a:effectRef idx="3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6775" tIns="48386" rIns="96775" bIns="48386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TW" altLang="en-US" sz="2700" dirty="0"/>
              </a:p>
            </p:txBody>
          </p:sp>
          <p:sp>
            <p:nvSpPr>
              <p:cNvPr id="306" name="箭號: 左-右雙向 305">
                <a:extLst>
                  <a:ext uri="{FF2B5EF4-FFF2-40B4-BE49-F238E27FC236}">
                    <a16:creationId xmlns:a16="http://schemas.microsoft.com/office/drawing/2014/main" id="{9E9C54A5-3FAD-4D52-BAF7-00407B47FA38}"/>
                  </a:ext>
                </a:extLst>
              </p:cNvPr>
              <p:cNvSpPr/>
              <p:nvPr/>
            </p:nvSpPr>
            <p:spPr>
              <a:xfrm rot="2700000">
                <a:off x="9922347" y="5615061"/>
                <a:ext cx="432000" cy="217754"/>
              </a:xfrm>
              <a:prstGeom prst="leftRightArrow">
                <a:avLst>
                  <a:gd name="adj1" fmla="val 28600"/>
                  <a:gd name="adj2" fmla="val 50000"/>
                </a:avLst>
              </a:prstGeom>
            </p:spPr>
            <p:style>
              <a:lnRef idx="0">
                <a:schemeClr val="accent2"/>
              </a:lnRef>
              <a:fillRef idx="3">
                <a:schemeClr val="accent2"/>
              </a:fillRef>
              <a:effectRef idx="3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6775" tIns="48386" rIns="96775" bIns="48386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TW" altLang="en-US" sz="2700"/>
              </a:p>
            </p:txBody>
          </p:sp>
          <p:sp>
            <p:nvSpPr>
              <p:cNvPr id="307" name="箭號: 左-右雙向 306">
                <a:extLst>
                  <a:ext uri="{FF2B5EF4-FFF2-40B4-BE49-F238E27FC236}">
                    <a16:creationId xmlns:a16="http://schemas.microsoft.com/office/drawing/2014/main" id="{F9F884A9-62E4-430D-BC69-FD325ABBC766}"/>
                  </a:ext>
                </a:extLst>
              </p:cNvPr>
              <p:cNvSpPr/>
              <p:nvPr/>
            </p:nvSpPr>
            <p:spPr>
              <a:xfrm>
                <a:off x="9460044" y="6744367"/>
                <a:ext cx="432000" cy="217754"/>
              </a:xfrm>
              <a:prstGeom prst="leftRightArrow">
                <a:avLst>
                  <a:gd name="adj1" fmla="val 28600"/>
                  <a:gd name="adj2" fmla="val 50000"/>
                </a:avLst>
              </a:prstGeom>
            </p:spPr>
            <p:style>
              <a:lnRef idx="0">
                <a:schemeClr val="accent2"/>
              </a:lnRef>
              <a:fillRef idx="3">
                <a:schemeClr val="accent2"/>
              </a:fillRef>
              <a:effectRef idx="3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6775" tIns="48386" rIns="96775" bIns="48386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TW" altLang="en-US" sz="2700"/>
              </a:p>
            </p:txBody>
          </p:sp>
          <p:sp>
            <p:nvSpPr>
              <p:cNvPr id="308" name="箭號: 左-右雙向 307">
                <a:extLst>
                  <a:ext uri="{FF2B5EF4-FFF2-40B4-BE49-F238E27FC236}">
                    <a16:creationId xmlns:a16="http://schemas.microsoft.com/office/drawing/2014/main" id="{61E36FEB-3C59-4377-BD24-510AAF550F27}"/>
                  </a:ext>
                </a:extLst>
              </p:cNvPr>
              <p:cNvSpPr/>
              <p:nvPr/>
            </p:nvSpPr>
            <p:spPr>
              <a:xfrm>
                <a:off x="9460044" y="5414685"/>
                <a:ext cx="432000" cy="217754"/>
              </a:xfrm>
              <a:prstGeom prst="leftRightArrow">
                <a:avLst>
                  <a:gd name="adj1" fmla="val 28600"/>
                  <a:gd name="adj2" fmla="val 50000"/>
                </a:avLst>
              </a:prstGeom>
            </p:spPr>
            <p:style>
              <a:lnRef idx="0">
                <a:schemeClr val="accent2"/>
              </a:lnRef>
              <a:fillRef idx="3">
                <a:schemeClr val="accent2"/>
              </a:fillRef>
              <a:effectRef idx="3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6775" tIns="48386" rIns="96775" bIns="48386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TW" altLang="en-US" sz="2700"/>
              </a:p>
            </p:txBody>
          </p:sp>
        </p:grpSp>
        <p:grpSp>
          <p:nvGrpSpPr>
            <p:cNvPr id="240" name="群組 239">
              <a:extLst>
                <a:ext uri="{FF2B5EF4-FFF2-40B4-BE49-F238E27FC236}">
                  <a16:creationId xmlns:a16="http://schemas.microsoft.com/office/drawing/2014/main" id="{3E146815-3CD6-4F4A-8583-75BFAE20000B}"/>
                </a:ext>
              </a:extLst>
            </p:cNvPr>
            <p:cNvGrpSpPr/>
            <p:nvPr/>
          </p:nvGrpSpPr>
          <p:grpSpPr>
            <a:xfrm>
              <a:off x="4125713" y="3145418"/>
              <a:ext cx="1825190" cy="1825188"/>
              <a:chOff x="-756975" y="5254023"/>
              <a:chExt cx="2090057" cy="2090057"/>
            </a:xfrm>
          </p:grpSpPr>
          <p:sp>
            <p:nvSpPr>
              <p:cNvPr id="291" name="矩形: 圓角 290">
                <a:extLst>
                  <a:ext uri="{FF2B5EF4-FFF2-40B4-BE49-F238E27FC236}">
                    <a16:creationId xmlns:a16="http://schemas.microsoft.com/office/drawing/2014/main" id="{A6F75195-A241-4C03-A09B-90A053E9ACDA}"/>
                  </a:ext>
                </a:extLst>
              </p:cNvPr>
              <p:cNvSpPr/>
              <p:nvPr/>
            </p:nvSpPr>
            <p:spPr>
              <a:xfrm>
                <a:off x="-756975" y="5254023"/>
                <a:ext cx="2090057" cy="2090057"/>
              </a:xfrm>
              <a:prstGeom prst="roundRect">
                <a:avLst/>
              </a:prstGeom>
              <a:solidFill>
                <a:schemeClr val="tx1">
                  <a:lumMod val="65000"/>
                  <a:lumOff val="35000"/>
                </a:schemeClr>
              </a:solidFill>
            </p:spPr>
            <p:style>
              <a:lnRef idx="0">
                <a:schemeClr val="accent3"/>
              </a:lnRef>
              <a:fillRef idx="3">
                <a:schemeClr val="accent3"/>
              </a:fillRef>
              <a:effectRef idx="3">
                <a:schemeClr val="accent3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6775" tIns="48386" rIns="96775" bIns="48386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TW" altLang="en-US" sz="2700" dirty="0"/>
              </a:p>
            </p:txBody>
          </p:sp>
          <p:sp>
            <p:nvSpPr>
              <p:cNvPr id="292" name="箭號: 左-右雙向 291">
                <a:extLst>
                  <a:ext uri="{FF2B5EF4-FFF2-40B4-BE49-F238E27FC236}">
                    <a16:creationId xmlns:a16="http://schemas.microsoft.com/office/drawing/2014/main" id="{06A9FFDF-D95E-4033-B89C-8DA4AE91977C}"/>
                  </a:ext>
                </a:extLst>
              </p:cNvPr>
              <p:cNvSpPr/>
              <p:nvPr/>
            </p:nvSpPr>
            <p:spPr>
              <a:xfrm rot="10800000">
                <a:off x="-564882" y="6190175"/>
                <a:ext cx="432000" cy="217754"/>
              </a:xfrm>
              <a:prstGeom prst="leftRightArrow">
                <a:avLst>
                  <a:gd name="adj1" fmla="val 28600"/>
                  <a:gd name="adj2" fmla="val 50000"/>
                </a:avLst>
              </a:prstGeom>
            </p:spPr>
            <p:style>
              <a:lnRef idx="0">
                <a:schemeClr val="accent2"/>
              </a:lnRef>
              <a:fillRef idx="3">
                <a:schemeClr val="accent2"/>
              </a:fillRef>
              <a:effectRef idx="3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6775" tIns="48386" rIns="96775" bIns="48386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TW" altLang="en-US" sz="2700" dirty="0"/>
              </a:p>
            </p:txBody>
          </p:sp>
          <p:sp>
            <p:nvSpPr>
              <p:cNvPr id="293" name="箭號: 左-右雙向 292">
                <a:extLst>
                  <a:ext uri="{FF2B5EF4-FFF2-40B4-BE49-F238E27FC236}">
                    <a16:creationId xmlns:a16="http://schemas.microsoft.com/office/drawing/2014/main" id="{5DBE807D-04AC-4965-9C07-6AB5349CD6AC}"/>
                  </a:ext>
                </a:extLst>
              </p:cNvPr>
              <p:cNvSpPr/>
              <p:nvPr/>
            </p:nvSpPr>
            <p:spPr>
              <a:xfrm rot="10800000">
                <a:off x="740063" y="6190175"/>
                <a:ext cx="432000" cy="217754"/>
              </a:xfrm>
              <a:prstGeom prst="leftRightArrow">
                <a:avLst>
                  <a:gd name="adj1" fmla="val 28600"/>
                  <a:gd name="adj2" fmla="val 50000"/>
                </a:avLst>
              </a:prstGeom>
            </p:spPr>
            <p:style>
              <a:lnRef idx="0">
                <a:schemeClr val="accent2"/>
              </a:lnRef>
              <a:fillRef idx="3">
                <a:schemeClr val="accent2"/>
              </a:fillRef>
              <a:effectRef idx="3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6775" tIns="48386" rIns="96775" bIns="48386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TW" altLang="en-US" sz="2700"/>
              </a:p>
            </p:txBody>
          </p:sp>
          <p:sp>
            <p:nvSpPr>
              <p:cNvPr id="294" name="箭號: 左-右雙向 293">
                <a:extLst>
                  <a:ext uri="{FF2B5EF4-FFF2-40B4-BE49-F238E27FC236}">
                    <a16:creationId xmlns:a16="http://schemas.microsoft.com/office/drawing/2014/main" id="{D0975030-27D9-478B-A57F-8FE0C7F09014}"/>
                  </a:ext>
                </a:extLst>
              </p:cNvPr>
              <p:cNvSpPr/>
              <p:nvPr/>
            </p:nvSpPr>
            <p:spPr>
              <a:xfrm rot="2700000">
                <a:off x="-371956" y="5728012"/>
                <a:ext cx="432000" cy="217754"/>
              </a:xfrm>
              <a:prstGeom prst="leftRightArrow">
                <a:avLst>
                  <a:gd name="adj1" fmla="val 28600"/>
                  <a:gd name="adj2" fmla="val 50000"/>
                </a:avLst>
              </a:prstGeom>
            </p:spPr>
            <p:style>
              <a:lnRef idx="0">
                <a:schemeClr val="accent2"/>
              </a:lnRef>
              <a:fillRef idx="3">
                <a:schemeClr val="accent2"/>
              </a:fillRef>
              <a:effectRef idx="3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6775" tIns="48386" rIns="96775" bIns="48386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TW" altLang="en-US" sz="2700"/>
              </a:p>
            </p:txBody>
          </p:sp>
          <p:sp>
            <p:nvSpPr>
              <p:cNvPr id="295" name="箭號: 左-右雙向 294">
                <a:extLst>
                  <a:ext uri="{FF2B5EF4-FFF2-40B4-BE49-F238E27FC236}">
                    <a16:creationId xmlns:a16="http://schemas.microsoft.com/office/drawing/2014/main" id="{35AA1802-12FD-4697-B11B-9E1720F76695}"/>
                  </a:ext>
                </a:extLst>
              </p:cNvPr>
              <p:cNvSpPr/>
              <p:nvPr/>
            </p:nvSpPr>
            <p:spPr>
              <a:xfrm rot="2700000">
                <a:off x="532147" y="6669520"/>
                <a:ext cx="432000" cy="217754"/>
              </a:xfrm>
              <a:prstGeom prst="leftRightArrow">
                <a:avLst>
                  <a:gd name="adj1" fmla="val 28600"/>
                  <a:gd name="adj2" fmla="val 50000"/>
                </a:avLst>
              </a:prstGeom>
            </p:spPr>
            <p:style>
              <a:lnRef idx="0">
                <a:schemeClr val="accent2"/>
              </a:lnRef>
              <a:fillRef idx="3">
                <a:schemeClr val="accent2"/>
              </a:fillRef>
              <a:effectRef idx="3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6775" tIns="48386" rIns="96775" bIns="48386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TW" altLang="en-US" sz="2700"/>
              </a:p>
            </p:txBody>
          </p:sp>
          <p:sp>
            <p:nvSpPr>
              <p:cNvPr id="296" name="箭號: 左-右雙向 295">
                <a:extLst>
                  <a:ext uri="{FF2B5EF4-FFF2-40B4-BE49-F238E27FC236}">
                    <a16:creationId xmlns:a16="http://schemas.microsoft.com/office/drawing/2014/main" id="{5E718F26-0DF9-407B-A4EB-EDE50C04F5B4}"/>
                  </a:ext>
                </a:extLst>
              </p:cNvPr>
              <p:cNvSpPr/>
              <p:nvPr/>
            </p:nvSpPr>
            <p:spPr>
              <a:xfrm rot="18900000">
                <a:off x="-371955" y="6669521"/>
                <a:ext cx="432000" cy="217754"/>
              </a:xfrm>
              <a:prstGeom prst="leftRightArrow">
                <a:avLst>
                  <a:gd name="adj1" fmla="val 28600"/>
                  <a:gd name="adj2" fmla="val 50000"/>
                </a:avLst>
              </a:prstGeom>
            </p:spPr>
            <p:style>
              <a:lnRef idx="0">
                <a:schemeClr val="accent2"/>
              </a:lnRef>
              <a:fillRef idx="3">
                <a:schemeClr val="accent2"/>
              </a:fillRef>
              <a:effectRef idx="3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6775" tIns="48386" rIns="96775" bIns="48386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TW" altLang="en-US" sz="2700" dirty="0"/>
              </a:p>
            </p:txBody>
          </p:sp>
          <p:sp>
            <p:nvSpPr>
              <p:cNvPr id="297" name="箭號: 左-右雙向 296">
                <a:extLst>
                  <a:ext uri="{FF2B5EF4-FFF2-40B4-BE49-F238E27FC236}">
                    <a16:creationId xmlns:a16="http://schemas.microsoft.com/office/drawing/2014/main" id="{5C457973-B20A-48B9-8B8F-6965D4DC31E7}"/>
                  </a:ext>
                </a:extLst>
              </p:cNvPr>
              <p:cNvSpPr/>
              <p:nvPr/>
            </p:nvSpPr>
            <p:spPr>
              <a:xfrm rot="18900000">
                <a:off x="532146" y="5728011"/>
                <a:ext cx="432000" cy="217754"/>
              </a:xfrm>
              <a:prstGeom prst="leftRightArrow">
                <a:avLst>
                  <a:gd name="adj1" fmla="val 28600"/>
                  <a:gd name="adj2" fmla="val 50000"/>
                </a:avLst>
              </a:prstGeom>
            </p:spPr>
            <p:style>
              <a:lnRef idx="0">
                <a:schemeClr val="accent2"/>
              </a:lnRef>
              <a:fillRef idx="3">
                <a:schemeClr val="accent2"/>
              </a:fillRef>
              <a:effectRef idx="3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6775" tIns="48386" rIns="96775" bIns="48386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TW" altLang="en-US" sz="2700"/>
              </a:p>
            </p:txBody>
          </p:sp>
          <p:sp>
            <p:nvSpPr>
              <p:cNvPr id="298" name="箭號: 左-右雙向 297">
                <a:extLst>
                  <a:ext uri="{FF2B5EF4-FFF2-40B4-BE49-F238E27FC236}">
                    <a16:creationId xmlns:a16="http://schemas.microsoft.com/office/drawing/2014/main" id="{D108C214-3007-4700-A042-255CB97186AD}"/>
                  </a:ext>
                </a:extLst>
              </p:cNvPr>
              <p:cNvSpPr/>
              <p:nvPr/>
            </p:nvSpPr>
            <p:spPr>
              <a:xfrm rot="5400000">
                <a:off x="69843" y="6857317"/>
                <a:ext cx="432000" cy="217754"/>
              </a:xfrm>
              <a:prstGeom prst="leftRightArrow">
                <a:avLst>
                  <a:gd name="adj1" fmla="val 28600"/>
                  <a:gd name="adj2" fmla="val 50000"/>
                </a:avLst>
              </a:prstGeom>
            </p:spPr>
            <p:style>
              <a:lnRef idx="0">
                <a:schemeClr val="accent2"/>
              </a:lnRef>
              <a:fillRef idx="3">
                <a:schemeClr val="accent2"/>
              </a:fillRef>
              <a:effectRef idx="3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6775" tIns="48386" rIns="96775" bIns="48386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TW" altLang="en-US" sz="2700"/>
              </a:p>
            </p:txBody>
          </p:sp>
          <p:sp>
            <p:nvSpPr>
              <p:cNvPr id="299" name="箭號: 左-右雙向 298">
                <a:extLst>
                  <a:ext uri="{FF2B5EF4-FFF2-40B4-BE49-F238E27FC236}">
                    <a16:creationId xmlns:a16="http://schemas.microsoft.com/office/drawing/2014/main" id="{861AEE02-5D4A-460C-8CA4-87DB84F354DD}"/>
                  </a:ext>
                </a:extLst>
              </p:cNvPr>
              <p:cNvSpPr/>
              <p:nvPr/>
            </p:nvSpPr>
            <p:spPr>
              <a:xfrm rot="5400000">
                <a:off x="69843" y="5527635"/>
                <a:ext cx="432000" cy="217754"/>
              </a:xfrm>
              <a:prstGeom prst="leftRightArrow">
                <a:avLst>
                  <a:gd name="adj1" fmla="val 28600"/>
                  <a:gd name="adj2" fmla="val 50000"/>
                </a:avLst>
              </a:prstGeom>
            </p:spPr>
            <p:style>
              <a:lnRef idx="0">
                <a:schemeClr val="accent2"/>
              </a:lnRef>
              <a:fillRef idx="3">
                <a:schemeClr val="accent2"/>
              </a:fillRef>
              <a:effectRef idx="3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6775" tIns="48386" rIns="96775" bIns="48386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TW" altLang="en-US" sz="2700"/>
              </a:p>
            </p:txBody>
          </p:sp>
        </p:grp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41" name="文字方塊 240">
                  <a:extLst>
                    <a:ext uri="{FF2B5EF4-FFF2-40B4-BE49-F238E27FC236}">
                      <a16:creationId xmlns:a16="http://schemas.microsoft.com/office/drawing/2014/main" id="{D6BBFCC5-85B4-4394-9437-49450C509BCA}"/>
                    </a:ext>
                  </a:extLst>
                </p:cNvPr>
                <p:cNvSpPr txBox="1"/>
                <p:nvPr/>
              </p:nvSpPr>
              <p:spPr>
                <a:xfrm>
                  <a:off x="6136308" y="2676656"/>
                  <a:ext cx="1766845" cy="50783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sz="2700" i="1">
                            <a:latin typeface="Cambria Math" panose="02040503050406030204" pitchFamily="18" charset="0"/>
                          </a:rPr>
                          <m:t>𝛼</m:t>
                        </m:r>
                        <m:r>
                          <a:rPr lang="en-US" altLang="zh-TW" sz="2700" i="1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altLang="zh-TW" sz="2700" i="1">
                            <a:latin typeface="Cambria Math" panose="02040503050406030204" pitchFamily="18" charset="0"/>
                          </a:rPr>
                          <m:t>𝜋</m:t>
                        </m:r>
                      </m:oMath>
                    </m:oMathPara>
                  </a14:m>
                  <a:endParaRPr lang="zh-TW" altLang="en-US" sz="2700" dirty="0"/>
                </a:p>
              </p:txBody>
            </p:sp>
          </mc:Choice>
          <mc:Fallback>
            <p:sp>
              <p:nvSpPr>
                <p:cNvPr id="241" name="文字方塊 240">
                  <a:extLst>
                    <a:ext uri="{FF2B5EF4-FFF2-40B4-BE49-F238E27FC236}">
                      <a16:creationId xmlns:a16="http://schemas.microsoft.com/office/drawing/2014/main" id="{D6BBFCC5-85B4-4394-9437-49450C509BC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136308" y="2676656"/>
                  <a:ext cx="1766845" cy="507831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42" name="文字方塊 241">
              <a:extLst>
                <a:ext uri="{FF2B5EF4-FFF2-40B4-BE49-F238E27FC236}">
                  <a16:creationId xmlns:a16="http://schemas.microsoft.com/office/drawing/2014/main" id="{19EB1EA4-9D8C-43AA-A1F5-D2BE884FA21B}"/>
                </a:ext>
              </a:extLst>
            </p:cNvPr>
            <p:cNvSpPr txBox="1"/>
            <p:nvPr/>
          </p:nvSpPr>
          <p:spPr>
            <a:xfrm>
              <a:off x="208072" y="3367998"/>
              <a:ext cx="3840316" cy="5078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27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Polarization</a:t>
              </a:r>
              <a:r>
                <a:rPr lang="zh-TW" altLang="en-US" sz="27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zh-TW" sz="27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of </a:t>
              </a:r>
              <a:endParaRPr lang="zh-TW" altLang="en-US" sz="27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43" name="文字方塊 242">
              <a:extLst>
                <a:ext uri="{FF2B5EF4-FFF2-40B4-BE49-F238E27FC236}">
                  <a16:creationId xmlns:a16="http://schemas.microsoft.com/office/drawing/2014/main" id="{86885DCE-9326-4EBD-B3A8-36A7FA9FAAF4}"/>
                </a:ext>
              </a:extLst>
            </p:cNvPr>
            <p:cNvSpPr txBox="1"/>
            <p:nvPr/>
          </p:nvSpPr>
          <p:spPr>
            <a:xfrm>
              <a:off x="208072" y="1395113"/>
              <a:ext cx="3840316" cy="5078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27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Transition dipole</a:t>
              </a:r>
              <a:r>
                <a:rPr lang="zh-TW" altLang="en-US" sz="27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zh-TW" sz="27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(BXs)</a:t>
              </a:r>
              <a:endParaRPr lang="zh-TW" altLang="en-US" sz="27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244" name="群組 243">
              <a:extLst>
                <a:ext uri="{FF2B5EF4-FFF2-40B4-BE49-F238E27FC236}">
                  <a16:creationId xmlns:a16="http://schemas.microsoft.com/office/drawing/2014/main" id="{0A560855-F5BA-406E-81CA-ECBEAE41CCFA}"/>
                </a:ext>
              </a:extLst>
            </p:cNvPr>
            <p:cNvGrpSpPr/>
            <p:nvPr/>
          </p:nvGrpSpPr>
          <p:grpSpPr>
            <a:xfrm>
              <a:off x="4900493" y="3559769"/>
              <a:ext cx="644641" cy="689099"/>
              <a:chOff x="6583394" y="1501875"/>
              <a:chExt cx="1650681" cy="1764520"/>
            </a:xfrm>
          </p:grpSpPr>
          <p:grpSp>
            <p:nvGrpSpPr>
              <p:cNvPr id="286" name="群組 285">
                <a:extLst>
                  <a:ext uri="{FF2B5EF4-FFF2-40B4-BE49-F238E27FC236}">
                    <a16:creationId xmlns:a16="http://schemas.microsoft.com/office/drawing/2014/main" id="{708046E1-F6CA-4487-A845-8CBB437DD241}"/>
                  </a:ext>
                </a:extLst>
              </p:cNvPr>
              <p:cNvGrpSpPr/>
              <p:nvPr/>
            </p:nvGrpSpPr>
            <p:grpSpPr>
              <a:xfrm>
                <a:off x="6929132" y="2420541"/>
                <a:ext cx="361452" cy="346736"/>
                <a:chOff x="1373392" y="2391862"/>
                <a:chExt cx="479433" cy="476535"/>
              </a:xfrm>
            </p:grpSpPr>
            <p:sp>
              <p:nvSpPr>
                <p:cNvPr id="289" name="箭號: 向右 288">
                  <a:extLst>
                    <a:ext uri="{FF2B5EF4-FFF2-40B4-BE49-F238E27FC236}">
                      <a16:creationId xmlns:a16="http://schemas.microsoft.com/office/drawing/2014/main" id="{CC8F469B-45BA-47E1-80FB-282DBE47F2BC}"/>
                    </a:ext>
                  </a:extLst>
                </p:cNvPr>
                <p:cNvSpPr/>
                <p:nvPr/>
              </p:nvSpPr>
              <p:spPr>
                <a:xfrm>
                  <a:off x="1411244" y="2735868"/>
                  <a:ext cx="441581" cy="132529"/>
                </a:xfrm>
                <a:prstGeom prst="rightArrow">
                  <a:avLst>
                    <a:gd name="adj1" fmla="val 50000"/>
                    <a:gd name="adj2" fmla="val 99023"/>
                  </a:avLst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 sz="2000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290" name="箭號: 向右 289">
                  <a:extLst>
                    <a:ext uri="{FF2B5EF4-FFF2-40B4-BE49-F238E27FC236}">
                      <a16:creationId xmlns:a16="http://schemas.microsoft.com/office/drawing/2014/main" id="{E1696520-300B-4620-8BC3-010AC8EB9513}"/>
                    </a:ext>
                  </a:extLst>
                </p:cNvPr>
                <p:cNvSpPr/>
                <p:nvPr/>
              </p:nvSpPr>
              <p:spPr>
                <a:xfrm rot="16200000">
                  <a:off x="1218866" y="2546388"/>
                  <a:ext cx="441581" cy="132529"/>
                </a:xfrm>
                <a:prstGeom prst="rightArrow">
                  <a:avLst>
                    <a:gd name="adj1" fmla="val 50000"/>
                    <a:gd name="adj2" fmla="val 99023"/>
                  </a:avLst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 sz="2000" dirty="0">
                    <a:solidFill>
                      <a:schemeClr val="bg1"/>
                    </a:solidFill>
                  </a:endParaRPr>
                </a:p>
              </p:txBody>
            </p:sp>
          </p:grp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87" name="文字方塊 286">
                    <a:extLst>
                      <a:ext uri="{FF2B5EF4-FFF2-40B4-BE49-F238E27FC236}">
                        <a16:creationId xmlns:a16="http://schemas.microsoft.com/office/drawing/2014/main" id="{8660AA69-DE20-4AA8-B17C-A7A2D9DDFDD9}"/>
                      </a:ext>
                    </a:extLst>
                  </p:cNvPr>
                  <p:cNvSpPr txBox="1"/>
                  <p:nvPr/>
                </p:nvSpPr>
                <p:spPr>
                  <a:xfrm>
                    <a:off x="6583394" y="1501875"/>
                    <a:ext cx="416137" cy="1086427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TW" sz="20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0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𝑄</m:t>
                              </m:r>
                            </m:e>
                            <m:sub>
                              <m:r>
                                <a:rPr lang="en-US" altLang="zh-TW" sz="20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sub>
                          </m:sSub>
                        </m:oMath>
                      </m:oMathPara>
                    </a14:m>
                    <a:endParaRPr lang="en-US" altLang="zh-TW" sz="2000" dirty="0">
                      <a:solidFill>
                        <a:schemeClr val="bg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287" name="文字方塊 286">
                    <a:extLst>
                      <a:ext uri="{FF2B5EF4-FFF2-40B4-BE49-F238E27FC236}">
                        <a16:creationId xmlns:a16="http://schemas.microsoft.com/office/drawing/2014/main" id="{8660AA69-DE20-4AA8-B17C-A7A2D9DDFDD9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583394" y="1501875"/>
                    <a:ext cx="416137" cy="1086427"/>
                  </a:xfrm>
                  <a:prstGeom prst="rect">
                    <a:avLst/>
                  </a:prstGeom>
                  <a:blipFill>
                    <a:blip r:embed="rId3"/>
                    <a:stretch>
                      <a:fillRect l="-14815" r="-166667" b="-4286"/>
                    </a:stretch>
                  </a:blipFill>
                </p:spPr>
                <p:txBody>
                  <a:bodyPr/>
                  <a:lstStyle/>
                  <a:p>
                    <a:r>
                      <a:rPr lang="zh-TW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88" name="文字方塊 287">
                    <a:extLst>
                      <a:ext uri="{FF2B5EF4-FFF2-40B4-BE49-F238E27FC236}">
                        <a16:creationId xmlns:a16="http://schemas.microsoft.com/office/drawing/2014/main" id="{1612911D-1B49-4BA9-8116-B49948A25B97}"/>
                      </a:ext>
                    </a:extLst>
                  </p:cNvPr>
                  <p:cNvSpPr txBox="1"/>
                  <p:nvPr/>
                </p:nvSpPr>
                <p:spPr>
                  <a:xfrm>
                    <a:off x="7165989" y="2241866"/>
                    <a:ext cx="1068086" cy="1024529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TW" sz="20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0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𝑄</m:t>
                              </m:r>
                            </m:e>
                            <m:sub>
                              <m:r>
                                <a:rPr lang="en-US" altLang="zh-TW" sz="20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b>
                          </m:sSub>
                        </m:oMath>
                      </m:oMathPara>
                    </a14:m>
                    <a:endParaRPr lang="en-US" altLang="zh-TW" sz="2000" dirty="0">
                      <a:solidFill>
                        <a:schemeClr val="bg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288" name="文字方塊 287">
                    <a:extLst>
                      <a:ext uri="{FF2B5EF4-FFF2-40B4-BE49-F238E27FC236}">
                        <a16:creationId xmlns:a16="http://schemas.microsoft.com/office/drawing/2014/main" id="{1612911D-1B49-4BA9-8116-B49948A25B97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165989" y="2241866"/>
                    <a:ext cx="1068086" cy="1024529"/>
                  </a:xfrm>
                  <a:prstGeom prst="rect">
                    <a:avLst/>
                  </a:prstGeom>
                  <a:blipFill>
                    <a:blip r:embed="rId4"/>
                    <a:stretch>
                      <a:fillRect l="-4412" b="-9091"/>
                    </a:stretch>
                  </a:blipFill>
                </p:spPr>
                <p:txBody>
                  <a:bodyPr/>
                  <a:lstStyle/>
                  <a:p>
                    <a:r>
                      <a:rPr lang="zh-TW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45" name="文字方塊 244">
                  <a:extLst>
                    <a:ext uri="{FF2B5EF4-FFF2-40B4-BE49-F238E27FC236}">
                      <a16:creationId xmlns:a16="http://schemas.microsoft.com/office/drawing/2014/main" id="{B62E15B4-AEBA-4A57-A261-01265B810C00}"/>
                    </a:ext>
                  </a:extLst>
                </p:cNvPr>
                <p:cNvSpPr txBox="1"/>
                <p:nvPr/>
              </p:nvSpPr>
              <p:spPr>
                <a:xfrm>
                  <a:off x="4049777" y="2676656"/>
                  <a:ext cx="2067276" cy="50783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sz="2700" i="1">
                            <a:latin typeface="Cambria Math" panose="02040503050406030204" pitchFamily="18" charset="0"/>
                          </a:rPr>
                          <m:t>𝛼</m:t>
                        </m:r>
                        <m:r>
                          <a:rPr lang="en-US" altLang="zh-TW" sz="2700" i="1">
                            <a:latin typeface="Cambria Math" panose="02040503050406030204" pitchFamily="18" charset="0"/>
                          </a:rPr>
                          <m:t>=0</m:t>
                        </m:r>
                      </m:oMath>
                    </m:oMathPara>
                  </a14:m>
                  <a:endParaRPr lang="zh-TW" altLang="en-US" sz="2700" dirty="0"/>
                </a:p>
              </p:txBody>
            </p:sp>
          </mc:Choice>
          <mc:Fallback>
            <p:sp>
              <p:nvSpPr>
                <p:cNvPr id="245" name="文字方塊 244">
                  <a:extLst>
                    <a:ext uri="{FF2B5EF4-FFF2-40B4-BE49-F238E27FC236}">
                      <a16:creationId xmlns:a16="http://schemas.microsoft.com/office/drawing/2014/main" id="{B62E15B4-AEBA-4A57-A261-01265B810C0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049777" y="2676656"/>
                  <a:ext cx="2067276" cy="507831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pic>
          <p:nvPicPr>
            <p:cNvPr id="246" name="圖片 245">
              <a:extLst>
                <a:ext uri="{FF2B5EF4-FFF2-40B4-BE49-F238E27FC236}">
                  <a16:creationId xmlns:a16="http://schemas.microsoft.com/office/drawing/2014/main" id="{F84D42A7-F32D-4C69-B1E2-DDD2B71DA878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6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 b="64376"/>
            <a:stretch/>
          </p:blipFill>
          <p:spPr>
            <a:xfrm>
              <a:off x="4593819" y="366887"/>
              <a:ext cx="885827" cy="444781"/>
            </a:xfrm>
            <a:prstGeom prst="rect">
              <a:avLst/>
            </a:prstGeom>
          </p:spPr>
        </p:pic>
        <p:pic>
          <p:nvPicPr>
            <p:cNvPr id="247" name="圖片 246">
              <a:extLst>
                <a:ext uri="{FF2B5EF4-FFF2-40B4-BE49-F238E27FC236}">
                  <a16:creationId xmlns:a16="http://schemas.microsoft.com/office/drawing/2014/main" id="{AF377790-04D8-4346-8343-9D24B761AC58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6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 t="65870"/>
            <a:stretch/>
          </p:blipFill>
          <p:spPr>
            <a:xfrm>
              <a:off x="6509683" y="387222"/>
              <a:ext cx="885825" cy="426121"/>
            </a:xfrm>
            <a:prstGeom prst="rect">
              <a:avLst/>
            </a:prstGeom>
          </p:spPr>
        </p:pic>
        <p:grpSp>
          <p:nvGrpSpPr>
            <p:cNvPr id="248" name="群組 247">
              <a:extLst>
                <a:ext uri="{FF2B5EF4-FFF2-40B4-BE49-F238E27FC236}">
                  <a16:creationId xmlns:a16="http://schemas.microsoft.com/office/drawing/2014/main" id="{41602E3C-AA3E-4345-B429-5D883D926D8E}"/>
                </a:ext>
              </a:extLst>
            </p:cNvPr>
            <p:cNvGrpSpPr/>
            <p:nvPr/>
          </p:nvGrpSpPr>
          <p:grpSpPr>
            <a:xfrm>
              <a:off x="4125713" y="813304"/>
              <a:ext cx="1825190" cy="1825188"/>
              <a:chOff x="5094694" y="9823325"/>
              <a:chExt cx="2090057" cy="2090057"/>
            </a:xfrm>
          </p:grpSpPr>
          <p:sp>
            <p:nvSpPr>
              <p:cNvPr id="277" name="矩形: 圓角 276">
                <a:extLst>
                  <a:ext uri="{FF2B5EF4-FFF2-40B4-BE49-F238E27FC236}">
                    <a16:creationId xmlns:a16="http://schemas.microsoft.com/office/drawing/2014/main" id="{59B7A56C-DE16-4A97-820D-D4F720D3F8C8}"/>
                  </a:ext>
                </a:extLst>
              </p:cNvPr>
              <p:cNvSpPr/>
              <p:nvPr/>
            </p:nvSpPr>
            <p:spPr>
              <a:xfrm>
                <a:off x="5094694" y="9823325"/>
                <a:ext cx="2090057" cy="2090057"/>
              </a:xfrm>
              <a:prstGeom prst="roundRect">
                <a:avLst/>
              </a:prstGeom>
              <a:solidFill>
                <a:schemeClr val="tx1">
                  <a:lumMod val="65000"/>
                  <a:lumOff val="35000"/>
                </a:schemeClr>
              </a:solidFill>
            </p:spPr>
            <p:style>
              <a:lnRef idx="0">
                <a:schemeClr val="accent3"/>
              </a:lnRef>
              <a:fillRef idx="3">
                <a:schemeClr val="accent3"/>
              </a:fillRef>
              <a:effectRef idx="3">
                <a:schemeClr val="accent3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6775" tIns="48386" rIns="96775" bIns="48386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TW" altLang="en-US" sz="2700" dirty="0"/>
              </a:p>
            </p:txBody>
          </p:sp>
          <p:sp>
            <p:nvSpPr>
              <p:cNvPr id="278" name="箭號: 向右 277">
                <a:extLst>
                  <a:ext uri="{FF2B5EF4-FFF2-40B4-BE49-F238E27FC236}">
                    <a16:creationId xmlns:a16="http://schemas.microsoft.com/office/drawing/2014/main" id="{0324788E-D4A2-4FA3-91ED-E50617935210}"/>
                  </a:ext>
                </a:extLst>
              </p:cNvPr>
              <p:cNvSpPr/>
              <p:nvPr/>
            </p:nvSpPr>
            <p:spPr>
              <a:xfrm rot="16200000">
                <a:off x="5922594" y="10096014"/>
                <a:ext cx="432000" cy="219600"/>
              </a:xfrm>
              <a:prstGeom prst="rightArrow">
                <a:avLst>
                  <a:gd name="adj1" fmla="val 41325"/>
                  <a:gd name="adj2" fmla="val 50000"/>
                </a:avLst>
              </a:prstGeom>
              <a:solidFill>
                <a:srgbClr val="FF0000"/>
              </a:solidFill>
            </p:spPr>
            <p:style>
              <a:lnRef idx="0">
                <a:schemeClr val="accent2"/>
              </a:lnRef>
              <a:fillRef idx="3">
                <a:schemeClr val="accent2"/>
              </a:fillRef>
              <a:effectRef idx="3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6775" tIns="48386" rIns="96775" bIns="48386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TW" altLang="en-US" sz="2700"/>
              </a:p>
            </p:txBody>
          </p:sp>
          <p:sp>
            <p:nvSpPr>
              <p:cNvPr id="279" name="箭號: 向右 278">
                <a:extLst>
                  <a:ext uri="{FF2B5EF4-FFF2-40B4-BE49-F238E27FC236}">
                    <a16:creationId xmlns:a16="http://schemas.microsoft.com/office/drawing/2014/main" id="{371A157E-54C5-4EDF-ACEA-7A90B08A1630}"/>
                  </a:ext>
                </a:extLst>
              </p:cNvPr>
              <p:cNvSpPr/>
              <p:nvPr/>
            </p:nvSpPr>
            <p:spPr>
              <a:xfrm rot="-2700000">
                <a:off x="6368008" y="10346626"/>
                <a:ext cx="432000" cy="219600"/>
              </a:xfrm>
              <a:prstGeom prst="rightArrow">
                <a:avLst>
                  <a:gd name="adj1" fmla="val 41325"/>
                  <a:gd name="adj2" fmla="val 50000"/>
                </a:avLst>
              </a:prstGeom>
              <a:solidFill>
                <a:srgbClr val="FF0000"/>
              </a:solidFill>
            </p:spPr>
            <p:style>
              <a:lnRef idx="0">
                <a:schemeClr val="accent2"/>
              </a:lnRef>
              <a:fillRef idx="3">
                <a:schemeClr val="accent2"/>
              </a:fillRef>
              <a:effectRef idx="3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6775" tIns="48386" rIns="96775" bIns="48386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TW" altLang="en-US" sz="2700"/>
              </a:p>
            </p:txBody>
          </p:sp>
          <p:sp>
            <p:nvSpPr>
              <p:cNvPr id="280" name="箭號: 向右 279">
                <a:extLst>
                  <a:ext uri="{FF2B5EF4-FFF2-40B4-BE49-F238E27FC236}">
                    <a16:creationId xmlns:a16="http://schemas.microsoft.com/office/drawing/2014/main" id="{ECED82F6-3367-42E7-B293-071EBDCAC8BF}"/>
                  </a:ext>
                </a:extLst>
              </p:cNvPr>
              <p:cNvSpPr/>
              <p:nvPr/>
            </p:nvSpPr>
            <p:spPr>
              <a:xfrm rot="13500000">
                <a:off x="5487334" y="10363166"/>
                <a:ext cx="432000" cy="219600"/>
              </a:xfrm>
              <a:prstGeom prst="rightArrow">
                <a:avLst>
                  <a:gd name="adj1" fmla="val 41325"/>
                  <a:gd name="adj2" fmla="val 50000"/>
                </a:avLst>
              </a:prstGeom>
              <a:solidFill>
                <a:srgbClr val="FF0000"/>
              </a:solidFill>
            </p:spPr>
            <p:style>
              <a:lnRef idx="0">
                <a:schemeClr val="accent2"/>
              </a:lnRef>
              <a:fillRef idx="3">
                <a:schemeClr val="accent2"/>
              </a:fillRef>
              <a:effectRef idx="3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6775" tIns="48386" rIns="96775" bIns="48386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TW" altLang="en-US" sz="2700"/>
              </a:p>
            </p:txBody>
          </p:sp>
          <p:sp>
            <p:nvSpPr>
              <p:cNvPr id="281" name="箭號: 向右 280">
                <a:extLst>
                  <a:ext uri="{FF2B5EF4-FFF2-40B4-BE49-F238E27FC236}">
                    <a16:creationId xmlns:a16="http://schemas.microsoft.com/office/drawing/2014/main" id="{CA648331-A619-45FB-91BE-FAB9C69EDA58}"/>
                  </a:ext>
                </a:extLst>
              </p:cNvPr>
              <p:cNvSpPr/>
              <p:nvPr/>
            </p:nvSpPr>
            <p:spPr>
              <a:xfrm>
                <a:off x="6589978" y="10758553"/>
                <a:ext cx="432000" cy="219600"/>
              </a:xfrm>
              <a:prstGeom prst="rightArrow">
                <a:avLst>
                  <a:gd name="adj1" fmla="val 41325"/>
                  <a:gd name="adj2" fmla="val 50000"/>
                </a:avLst>
              </a:prstGeom>
              <a:solidFill>
                <a:srgbClr val="FF0000"/>
              </a:solidFill>
            </p:spPr>
            <p:style>
              <a:lnRef idx="0">
                <a:schemeClr val="accent2"/>
              </a:lnRef>
              <a:fillRef idx="3">
                <a:schemeClr val="accent2"/>
              </a:fillRef>
              <a:effectRef idx="3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6775" tIns="48386" rIns="96775" bIns="48386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TW" altLang="en-US" sz="2700"/>
              </a:p>
            </p:txBody>
          </p:sp>
          <p:sp>
            <p:nvSpPr>
              <p:cNvPr id="282" name="箭號: 向右 281">
                <a:extLst>
                  <a:ext uri="{FF2B5EF4-FFF2-40B4-BE49-F238E27FC236}">
                    <a16:creationId xmlns:a16="http://schemas.microsoft.com/office/drawing/2014/main" id="{D3F5D45A-9B3F-4759-A160-16138179ABF1}"/>
                  </a:ext>
                </a:extLst>
              </p:cNvPr>
              <p:cNvSpPr/>
              <p:nvPr/>
            </p:nvSpPr>
            <p:spPr>
              <a:xfrm rot="10800000">
                <a:off x="5286786" y="10758553"/>
                <a:ext cx="432000" cy="219600"/>
              </a:xfrm>
              <a:prstGeom prst="rightArrow">
                <a:avLst>
                  <a:gd name="adj1" fmla="val 41325"/>
                  <a:gd name="adj2" fmla="val 50000"/>
                </a:avLst>
              </a:prstGeom>
              <a:solidFill>
                <a:srgbClr val="FF0000"/>
              </a:solidFill>
            </p:spPr>
            <p:style>
              <a:lnRef idx="0">
                <a:schemeClr val="accent2"/>
              </a:lnRef>
              <a:fillRef idx="3">
                <a:schemeClr val="accent2"/>
              </a:fillRef>
              <a:effectRef idx="3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6775" tIns="48386" rIns="96775" bIns="48386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TW" altLang="en-US" sz="2700"/>
              </a:p>
            </p:txBody>
          </p:sp>
          <p:sp>
            <p:nvSpPr>
              <p:cNvPr id="283" name="箭號: 向右 282">
                <a:extLst>
                  <a:ext uri="{FF2B5EF4-FFF2-40B4-BE49-F238E27FC236}">
                    <a16:creationId xmlns:a16="http://schemas.microsoft.com/office/drawing/2014/main" id="{47D3164A-9750-4A6E-9CE9-BF0AA4C0A973}"/>
                  </a:ext>
                </a:extLst>
              </p:cNvPr>
              <p:cNvSpPr/>
              <p:nvPr/>
            </p:nvSpPr>
            <p:spPr>
              <a:xfrm rot="2700000">
                <a:off x="6368007" y="11203875"/>
                <a:ext cx="432000" cy="219600"/>
              </a:xfrm>
              <a:prstGeom prst="rightArrow">
                <a:avLst>
                  <a:gd name="adj1" fmla="val 41325"/>
                  <a:gd name="adj2" fmla="val 50000"/>
                </a:avLst>
              </a:prstGeom>
              <a:solidFill>
                <a:srgbClr val="FF0000"/>
              </a:solidFill>
            </p:spPr>
            <p:style>
              <a:lnRef idx="0">
                <a:schemeClr val="accent2"/>
              </a:lnRef>
              <a:fillRef idx="3">
                <a:schemeClr val="accent2"/>
              </a:fillRef>
              <a:effectRef idx="3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6775" tIns="48386" rIns="96775" bIns="48386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TW" altLang="en-US" sz="2700"/>
              </a:p>
            </p:txBody>
          </p:sp>
          <p:sp>
            <p:nvSpPr>
              <p:cNvPr id="284" name="箭號: 向右 283">
                <a:extLst>
                  <a:ext uri="{FF2B5EF4-FFF2-40B4-BE49-F238E27FC236}">
                    <a16:creationId xmlns:a16="http://schemas.microsoft.com/office/drawing/2014/main" id="{48988AC5-587D-4F26-9730-71735FFAC874}"/>
                  </a:ext>
                </a:extLst>
              </p:cNvPr>
              <p:cNvSpPr/>
              <p:nvPr/>
            </p:nvSpPr>
            <p:spPr>
              <a:xfrm rot="8100000">
                <a:off x="5487333" y="11203875"/>
                <a:ext cx="432000" cy="219600"/>
              </a:xfrm>
              <a:prstGeom prst="rightArrow">
                <a:avLst>
                  <a:gd name="adj1" fmla="val 41325"/>
                  <a:gd name="adj2" fmla="val 50000"/>
                </a:avLst>
              </a:prstGeom>
              <a:solidFill>
                <a:srgbClr val="FF0000"/>
              </a:solidFill>
            </p:spPr>
            <p:style>
              <a:lnRef idx="0">
                <a:schemeClr val="accent2"/>
              </a:lnRef>
              <a:fillRef idx="3">
                <a:schemeClr val="accent2"/>
              </a:fillRef>
              <a:effectRef idx="3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6775" tIns="48386" rIns="96775" bIns="48386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TW" altLang="en-US" sz="2700" dirty="0"/>
              </a:p>
            </p:txBody>
          </p:sp>
          <p:sp>
            <p:nvSpPr>
              <p:cNvPr id="285" name="箭號: 向右 284">
                <a:extLst>
                  <a:ext uri="{FF2B5EF4-FFF2-40B4-BE49-F238E27FC236}">
                    <a16:creationId xmlns:a16="http://schemas.microsoft.com/office/drawing/2014/main" id="{CA8779FA-438C-48B8-94F8-3912960E1004}"/>
                  </a:ext>
                </a:extLst>
              </p:cNvPr>
              <p:cNvSpPr/>
              <p:nvPr/>
            </p:nvSpPr>
            <p:spPr>
              <a:xfrm rot="5400000">
                <a:off x="5922594" y="11427961"/>
                <a:ext cx="432000" cy="219600"/>
              </a:xfrm>
              <a:prstGeom prst="rightArrow">
                <a:avLst>
                  <a:gd name="adj1" fmla="val 41325"/>
                  <a:gd name="adj2" fmla="val 50000"/>
                </a:avLst>
              </a:prstGeom>
              <a:solidFill>
                <a:srgbClr val="FF0000"/>
              </a:solidFill>
            </p:spPr>
            <p:style>
              <a:lnRef idx="0">
                <a:schemeClr val="accent2"/>
              </a:lnRef>
              <a:fillRef idx="3">
                <a:schemeClr val="accent2"/>
              </a:fillRef>
              <a:effectRef idx="3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6775" tIns="48386" rIns="96775" bIns="48386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TW" altLang="en-US" sz="2700"/>
              </a:p>
            </p:txBody>
          </p:sp>
        </p:grpSp>
        <p:grpSp>
          <p:nvGrpSpPr>
            <p:cNvPr id="249" name="群組 248">
              <a:extLst>
                <a:ext uri="{FF2B5EF4-FFF2-40B4-BE49-F238E27FC236}">
                  <a16:creationId xmlns:a16="http://schemas.microsoft.com/office/drawing/2014/main" id="{12956D8C-AA53-4FB2-B00C-D3E0CC6B58DD}"/>
                </a:ext>
              </a:extLst>
            </p:cNvPr>
            <p:cNvGrpSpPr/>
            <p:nvPr/>
          </p:nvGrpSpPr>
          <p:grpSpPr>
            <a:xfrm>
              <a:off x="6088418" y="813304"/>
              <a:ext cx="1825190" cy="1825188"/>
              <a:chOff x="7828725" y="9933124"/>
              <a:chExt cx="2090057" cy="2090057"/>
            </a:xfrm>
          </p:grpSpPr>
          <p:sp>
            <p:nvSpPr>
              <p:cNvPr id="268" name="矩形: 圓角 267">
                <a:extLst>
                  <a:ext uri="{FF2B5EF4-FFF2-40B4-BE49-F238E27FC236}">
                    <a16:creationId xmlns:a16="http://schemas.microsoft.com/office/drawing/2014/main" id="{7366A057-59FC-44FD-B35D-2EFD893D8A33}"/>
                  </a:ext>
                </a:extLst>
              </p:cNvPr>
              <p:cNvSpPr/>
              <p:nvPr/>
            </p:nvSpPr>
            <p:spPr>
              <a:xfrm>
                <a:off x="7828725" y="9933124"/>
                <a:ext cx="2090057" cy="2090057"/>
              </a:xfrm>
              <a:prstGeom prst="roundRect">
                <a:avLst/>
              </a:prstGeom>
              <a:solidFill>
                <a:schemeClr val="tx1">
                  <a:lumMod val="65000"/>
                  <a:lumOff val="35000"/>
                </a:schemeClr>
              </a:solidFill>
            </p:spPr>
            <p:style>
              <a:lnRef idx="0">
                <a:schemeClr val="accent3"/>
              </a:lnRef>
              <a:fillRef idx="3">
                <a:schemeClr val="accent3"/>
              </a:fillRef>
              <a:effectRef idx="3">
                <a:schemeClr val="accent3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6775" tIns="48386" rIns="96775" bIns="48386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TW" altLang="en-US" sz="2700" dirty="0"/>
              </a:p>
            </p:txBody>
          </p:sp>
          <p:sp>
            <p:nvSpPr>
              <p:cNvPr id="269" name="箭號: 向右 268">
                <a:extLst>
                  <a:ext uri="{FF2B5EF4-FFF2-40B4-BE49-F238E27FC236}">
                    <a16:creationId xmlns:a16="http://schemas.microsoft.com/office/drawing/2014/main" id="{EF97A19E-CDC2-4C59-8E31-DE12F1049C44}"/>
                  </a:ext>
                </a:extLst>
              </p:cNvPr>
              <p:cNvSpPr/>
              <p:nvPr/>
            </p:nvSpPr>
            <p:spPr>
              <a:xfrm rot="10800000">
                <a:off x="8656625" y="10205813"/>
                <a:ext cx="432000" cy="219600"/>
              </a:xfrm>
              <a:prstGeom prst="rightArrow">
                <a:avLst>
                  <a:gd name="adj1" fmla="val 41325"/>
                  <a:gd name="adj2" fmla="val 50000"/>
                </a:avLst>
              </a:prstGeom>
              <a:solidFill>
                <a:srgbClr val="00B0F0"/>
              </a:solidFill>
            </p:spPr>
            <p:style>
              <a:lnRef idx="0">
                <a:schemeClr val="accent2"/>
              </a:lnRef>
              <a:fillRef idx="3">
                <a:schemeClr val="accent2"/>
              </a:fillRef>
              <a:effectRef idx="3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6775" tIns="48386" rIns="96775" bIns="48386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TW" altLang="en-US" sz="2700"/>
              </a:p>
            </p:txBody>
          </p:sp>
          <p:sp>
            <p:nvSpPr>
              <p:cNvPr id="270" name="箭號: 向右 269">
                <a:extLst>
                  <a:ext uri="{FF2B5EF4-FFF2-40B4-BE49-F238E27FC236}">
                    <a16:creationId xmlns:a16="http://schemas.microsoft.com/office/drawing/2014/main" id="{D42EEE51-CAA3-4A4C-90CB-1249AD7A8681}"/>
                  </a:ext>
                </a:extLst>
              </p:cNvPr>
              <p:cNvSpPr/>
              <p:nvPr/>
            </p:nvSpPr>
            <p:spPr>
              <a:xfrm rot="13500000">
                <a:off x="9102038" y="10464695"/>
                <a:ext cx="432000" cy="219600"/>
              </a:xfrm>
              <a:prstGeom prst="rightArrow">
                <a:avLst>
                  <a:gd name="adj1" fmla="val 41325"/>
                  <a:gd name="adj2" fmla="val 50000"/>
                </a:avLst>
              </a:prstGeom>
              <a:solidFill>
                <a:srgbClr val="00B0F0"/>
              </a:solidFill>
            </p:spPr>
            <p:style>
              <a:lnRef idx="0">
                <a:schemeClr val="accent2"/>
              </a:lnRef>
              <a:fillRef idx="3">
                <a:schemeClr val="accent2"/>
              </a:fillRef>
              <a:effectRef idx="3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6775" tIns="48386" rIns="96775" bIns="48386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TW" altLang="en-US" sz="2700"/>
              </a:p>
            </p:txBody>
          </p:sp>
          <p:sp>
            <p:nvSpPr>
              <p:cNvPr id="271" name="箭號: 向右 270">
                <a:extLst>
                  <a:ext uri="{FF2B5EF4-FFF2-40B4-BE49-F238E27FC236}">
                    <a16:creationId xmlns:a16="http://schemas.microsoft.com/office/drawing/2014/main" id="{4D3094F5-5CB1-4D39-97E5-1D4335E553C6}"/>
                  </a:ext>
                </a:extLst>
              </p:cNvPr>
              <p:cNvSpPr/>
              <p:nvPr/>
            </p:nvSpPr>
            <p:spPr>
              <a:xfrm rot="8100000">
                <a:off x="8221364" y="10464695"/>
                <a:ext cx="432000" cy="219600"/>
              </a:xfrm>
              <a:prstGeom prst="rightArrow">
                <a:avLst>
                  <a:gd name="adj1" fmla="val 41325"/>
                  <a:gd name="adj2" fmla="val 50000"/>
                </a:avLst>
              </a:prstGeom>
              <a:solidFill>
                <a:srgbClr val="00B0F0"/>
              </a:solidFill>
            </p:spPr>
            <p:style>
              <a:lnRef idx="0">
                <a:schemeClr val="accent2"/>
              </a:lnRef>
              <a:fillRef idx="3">
                <a:schemeClr val="accent2"/>
              </a:fillRef>
              <a:effectRef idx="3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6775" tIns="48386" rIns="96775" bIns="48386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TW" altLang="en-US" sz="2700"/>
              </a:p>
            </p:txBody>
          </p:sp>
          <p:sp>
            <p:nvSpPr>
              <p:cNvPr id="272" name="箭號: 向右 271">
                <a:extLst>
                  <a:ext uri="{FF2B5EF4-FFF2-40B4-BE49-F238E27FC236}">
                    <a16:creationId xmlns:a16="http://schemas.microsoft.com/office/drawing/2014/main" id="{4A349619-6630-4085-AFC4-78038F772713}"/>
                  </a:ext>
                </a:extLst>
              </p:cNvPr>
              <p:cNvSpPr/>
              <p:nvPr/>
            </p:nvSpPr>
            <p:spPr>
              <a:xfrm rot="-5400000">
                <a:off x="9296611" y="10871700"/>
                <a:ext cx="432000" cy="219600"/>
              </a:xfrm>
              <a:prstGeom prst="rightArrow">
                <a:avLst>
                  <a:gd name="adj1" fmla="val 41325"/>
                  <a:gd name="adj2" fmla="val 50000"/>
                </a:avLst>
              </a:prstGeom>
              <a:solidFill>
                <a:srgbClr val="00B0F0"/>
              </a:solidFill>
            </p:spPr>
            <p:style>
              <a:lnRef idx="0">
                <a:schemeClr val="accent2"/>
              </a:lnRef>
              <a:fillRef idx="3">
                <a:schemeClr val="accent2"/>
              </a:fillRef>
              <a:effectRef idx="3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6775" tIns="48386" rIns="96775" bIns="48386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TW" altLang="en-US" sz="2700"/>
              </a:p>
            </p:txBody>
          </p:sp>
          <p:sp>
            <p:nvSpPr>
              <p:cNvPr id="273" name="箭號: 向右 272">
                <a:extLst>
                  <a:ext uri="{FF2B5EF4-FFF2-40B4-BE49-F238E27FC236}">
                    <a16:creationId xmlns:a16="http://schemas.microsoft.com/office/drawing/2014/main" id="{874C6C61-BFE5-440E-8D7D-61479CDA6E14}"/>
                  </a:ext>
                </a:extLst>
              </p:cNvPr>
              <p:cNvSpPr/>
              <p:nvPr/>
            </p:nvSpPr>
            <p:spPr>
              <a:xfrm rot="5400000">
                <a:off x="8020817" y="10871700"/>
                <a:ext cx="432000" cy="219600"/>
              </a:xfrm>
              <a:prstGeom prst="rightArrow">
                <a:avLst>
                  <a:gd name="adj1" fmla="val 41325"/>
                  <a:gd name="adj2" fmla="val 50000"/>
                </a:avLst>
              </a:prstGeom>
              <a:solidFill>
                <a:srgbClr val="00B0F0"/>
              </a:solidFill>
            </p:spPr>
            <p:style>
              <a:lnRef idx="0">
                <a:schemeClr val="accent2"/>
              </a:lnRef>
              <a:fillRef idx="3">
                <a:schemeClr val="accent2"/>
              </a:fillRef>
              <a:effectRef idx="3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6775" tIns="48386" rIns="96775" bIns="48386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TW" altLang="en-US" sz="2700"/>
              </a:p>
            </p:txBody>
          </p:sp>
          <p:sp>
            <p:nvSpPr>
              <p:cNvPr id="274" name="箭號: 向右 273">
                <a:extLst>
                  <a:ext uri="{FF2B5EF4-FFF2-40B4-BE49-F238E27FC236}">
                    <a16:creationId xmlns:a16="http://schemas.microsoft.com/office/drawing/2014/main" id="{3A2C227A-1B82-41C9-8CB1-FFAAFEFF1132}"/>
                  </a:ext>
                </a:extLst>
              </p:cNvPr>
              <p:cNvSpPr/>
              <p:nvPr/>
            </p:nvSpPr>
            <p:spPr>
              <a:xfrm rot="-2700000">
                <a:off x="9102038" y="11313674"/>
                <a:ext cx="432000" cy="219600"/>
              </a:xfrm>
              <a:prstGeom prst="rightArrow">
                <a:avLst>
                  <a:gd name="adj1" fmla="val 41325"/>
                  <a:gd name="adj2" fmla="val 50000"/>
                </a:avLst>
              </a:prstGeom>
              <a:solidFill>
                <a:srgbClr val="00B0F0"/>
              </a:solidFill>
            </p:spPr>
            <p:style>
              <a:lnRef idx="0">
                <a:schemeClr val="accent2"/>
              </a:lnRef>
              <a:fillRef idx="3">
                <a:schemeClr val="accent2"/>
              </a:fillRef>
              <a:effectRef idx="3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6775" tIns="48386" rIns="96775" bIns="48386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TW" altLang="en-US" sz="2700"/>
              </a:p>
            </p:txBody>
          </p:sp>
          <p:sp>
            <p:nvSpPr>
              <p:cNvPr id="275" name="箭號: 向右 274">
                <a:extLst>
                  <a:ext uri="{FF2B5EF4-FFF2-40B4-BE49-F238E27FC236}">
                    <a16:creationId xmlns:a16="http://schemas.microsoft.com/office/drawing/2014/main" id="{B9507FAC-E6D2-4C84-8199-30EB5CDE8D0B}"/>
                  </a:ext>
                </a:extLst>
              </p:cNvPr>
              <p:cNvSpPr/>
              <p:nvPr/>
            </p:nvSpPr>
            <p:spPr>
              <a:xfrm rot="2700000">
                <a:off x="8221364" y="11313674"/>
                <a:ext cx="432000" cy="219600"/>
              </a:xfrm>
              <a:prstGeom prst="rightArrow">
                <a:avLst>
                  <a:gd name="adj1" fmla="val 41325"/>
                  <a:gd name="adj2" fmla="val 50000"/>
                </a:avLst>
              </a:prstGeom>
              <a:solidFill>
                <a:srgbClr val="00B0F0"/>
              </a:solidFill>
            </p:spPr>
            <p:style>
              <a:lnRef idx="0">
                <a:schemeClr val="accent2"/>
              </a:lnRef>
              <a:fillRef idx="3">
                <a:schemeClr val="accent2"/>
              </a:fillRef>
              <a:effectRef idx="3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6775" tIns="48386" rIns="96775" bIns="48386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TW" altLang="en-US" sz="2700" dirty="0"/>
              </a:p>
            </p:txBody>
          </p:sp>
          <p:sp>
            <p:nvSpPr>
              <p:cNvPr id="276" name="箭號: 向右 275">
                <a:extLst>
                  <a:ext uri="{FF2B5EF4-FFF2-40B4-BE49-F238E27FC236}">
                    <a16:creationId xmlns:a16="http://schemas.microsoft.com/office/drawing/2014/main" id="{573DE253-1E87-49DE-A969-39B6BDF1DECE}"/>
                  </a:ext>
                </a:extLst>
              </p:cNvPr>
              <p:cNvSpPr/>
              <p:nvPr/>
            </p:nvSpPr>
            <p:spPr>
              <a:xfrm>
                <a:off x="8656624" y="11537760"/>
                <a:ext cx="432000" cy="219600"/>
              </a:xfrm>
              <a:prstGeom prst="rightArrow">
                <a:avLst>
                  <a:gd name="adj1" fmla="val 41325"/>
                  <a:gd name="adj2" fmla="val 50000"/>
                </a:avLst>
              </a:prstGeom>
              <a:solidFill>
                <a:srgbClr val="00B0F0"/>
              </a:solidFill>
            </p:spPr>
            <p:style>
              <a:lnRef idx="0">
                <a:schemeClr val="accent2"/>
              </a:lnRef>
              <a:fillRef idx="3">
                <a:schemeClr val="accent2"/>
              </a:fillRef>
              <a:effectRef idx="3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6775" tIns="48386" rIns="96775" bIns="48386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TW" altLang="en-US" sz="2700"/>
              </a:p>
            </p:txBody>
          </p:sp>
        </p:grpSp>
        <p:grpSp>
          <p:nvGrpSpPr>
            <p:cNvPr id="250" name="群組 249">
              <a:extLst>
                <a:ext uri="{FF2B5EF4-FFF2-40B4-BE49-F238E27FC236}">
                  <a16:creationId xmlns:a16="http://schemas.microsoft.com/office/drawing/2014/main" id="{C05FF975-6382-4D4E-9063-230DD0335D92}"/>
                </a:ext>
              </a:extLst>
            </p:cNvPr>
            <p:cNvGrpSpPr/>
            <p:nvPr/>
          </p:nvGrpSpPr>
          <p:grpSpPr>
            <a:xfrm>
              <a:off x="6864312" y="3559769"/>
              <a:ext cx="644641" cy="689099"/>
              <a:chOff x="6583394" y="1501875"/>
              <a:chExt cx="1650681" cy="1764520"/>
            </a:xfrm>
          </p:grpSpPr>
          <p:grpSp>
            <p:nvGrpSpPr>
              <p:cNvPr id="263" name="群組 262">
                <a:extLst>
                  <a:ext uri="{FF2B5EF4-FFF2-40B4-BE49-F238E27FC236}">
                    <a16:creationId xmlns:a16="http://schemas.microsoft.com/office/drawing/2014/main" id="{F96BD9EB-9D9F-45C4-AD53-A49384797523}"/>
                  </a:ext>
                </a:extLst>
              </p:cNvPr>
              <p:cNvGrpSpPr/>
              <p:nvPr/>
            </p:nvGrpSpPr>
            <p:grpSpPr>
              <a:xfrm>
                <a:off x="6929132" y="2420541"/>
                <a:ext cx="361452" cy="346736"/>
                <a:chOff x="1373392" y="2391862"/>
                <a:chExt cx="479433" cy="476535"/>
              </a:xfrm>
            </p:grpSpPr>
            <p:sp>
              <p:nvSpPr>
                <p:cNvPr id="266" name="箭號: 向右 265">
                  <a:extLst>
                    <a:ext uri="{FF2B5EF4-FFF2-40B4-BE49-F238E27FC236}">
                      <a16:creationId xmlns:a16="http://schemas.microsoft.com/office/drawing/2014/main" id="{86F0B9CA-CD17-4182-BF6A-DD855915BEF0}"/>
                    </a:ext>
                  </a:extLst>
                </p:cNvPr>
                <p:cNvSpPr/>
                <p:nvPr/>
              </p:nvSpPr>
              <p:spPr>
                <a:xfrm>
                  <a:off x="1411244" y="2735868"/>
                  <a:ext cx="441581" cy="132529"/>
                </a:xfrm>
                <a:prstGeom prst="rightArrow">
                  <a:avLst>
                    <a:gd name="adj1" fmla="val 50000"/>
                    <a:gd name="adj2" fmla="val 99023"/>
                  </a:avLst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 sz="2000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267" name="箭號: 向右 266">
                  <a:extLst>
                    <a:ext uri="{FF2B5EF4-FFF2-40B4-BE49-F238E27FC236}">
                      <a16:creationId xmlns:a16="http://schemas.microsoft.com/office/drawing/2014/main" id="{BEF516D3-4820-4759-89A2-54AFCBA38970}"/>
                    </a:ext>
                  </a:extLst>
                </p:cNvPr>
                <p:cNvSpPr/>
                <p:nvPr/>
              </p:nvSpPr>
              <p:spPr>
                <a:xfrm rot="16200000">
                  <a:off x="1218866" y="2546388"/>
                  <a:ext cx="441581" cy="132529"/>
                </a:xfrm>
                <a:prstGeom prst="rightArrow">
                  <a:avLst>
                    <a:gd name="adj1" fmla="val 50000"/>
                    <a:gd name="adj2" fmla="val 99023"/>
                  </a:avLst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 sz="2000" dirty="0">
                    <a:solidFill>
                      <a:schemeClr val="bg1"/>
                    </a:solidFill>
                  </a:endParaRPr>
                </a:p>
              </p:txBody>
            </p:sp>
          </p:grp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64" name="文字方塊 263">
                    <a:extLst>
                      <a:ext uri="{FF2B5EF4-FFF2-40B4-BE49-F238E27FC236}">
                        <a16:creationId xmlns:a16="http://schemas.microsoft.com/office/drawing/2014/main" id="{8FED2E2D-4866-4D98-87B1-D497068FBACA}"/>
                      </a:ext>
                    </a:extLst>
                  </p:cNvPr>
                  <p:cNvSpPr txBox="1"/>
                  <p:nvPr/>
                </p:nvSpPr>
                <p:spPr>
                  <a:xfrm>
                    <a:off x="6583394" y="1501875"/>
                    <a:ext cx="416137" cy="1086427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TW" sz="20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0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𝑄</m:t>
                              </m:r>
                            </m:e>
                            <m:sub>
                              <m:r>
                                <a:rPr lang="en-US" altLang="zh-TW" sz="20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sub>
                          </m:sSub>
                        </m:oMath>
                      </m:oMathPara>
                    </a14:m>
                    <a:endParaRPr lang="en-US" altLang="zh-TW" sz="2000" dirty="0">
                      <a:solidFill>
                        <a:schemeClr val="bg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264" name="文字方塊 263">
                    <a:extLst>
                      <a:ext uri="{FF2B5EF4-FFF2-40B4-BE49-F238E27FC236}">
                        <a16:creationId xmlns:a16="http://schemas.microsoft.com/office/drawing/2014/main" id="{8FED2E2D-4866-4D98-87B1-D497068FBACA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583394" y="1501875"/>
                    <a:ext cx="416137" cy="1086427"/>
                  </a:xfrm>
                  <a:prstGeom prst="rect">
                    <a:avLst/>
                  </a:prstGeom>
                  <a:blipFill>
                    <a:blip r:embed="rId7"/>
                    <a:stretch>
                      <a:fillRect l="-14815" r="-166667" b="-4286"/>
                    </a:stretch>
                  </a:blipFill>
                </p:spPr>
                <p:txBody>
                  <a:bodyPr/>
                  <a:lstStyle/>
                  <a:p>
                    <a:r>
                      <a:rPr lang="zh-TW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65" name="文字方塊 264">
                    <a:extLst>
                      <a:ext uri="{FF2B5EF4-FFF2-40B4-BE49-F238E27FC236}">
                        <a16:creationId xmlns:a16="http://schemas.microsoft.com/office/drawing/2014/main" id="{2CA0C90C-717C-46E4-99CF-48354380253E}"/>
                      </a:ext>
                    </a:extLst>
                  </p:cNvPr>
                  <p:cNvSpPr txBox="1"/>
                  <p:nvPr/>
                </p:nvSpPr>
                <p:spPr>
                  <a:xfrm>
                    <a:off x="7165989" y="2241866"/>
                    <a:ext cx="1068086" cy="1024529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TW" sz="20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0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𝑄</m:t>
                              </m:r>
                            </m:e>
                            <m:sub>
                              <m:r>
                                <a:rPr lang="en-US" altLang="zh-TW" sz="20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b>
                          </m:sSub>
                        </m:oMath>
                      </m:oMathPara>
                    </a14:m>
                    <a:endParaRPr lang="en-US" altLang="zh-TW" sz="2000" dirty="0">
                      <a:solidFill>
                        <a:schemeClr val="bg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265" name="文字方塊 264">
                    <a:extLst>
                      <a:ext uri="{FF2B5EF4-FFF2-40B4-BE49-F238E27FC236}">
                        <a16:creationId xmlns:a16="http://schemas.microsoft.com/office/drawing/2014/main" id="{2CA0C90C-717C-46E4-99CF-48354380253E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165989" y="2241866"/>
                    <a:ext cx="1068086" cy="1024529"/>
                  </a:xfrm>
                  <a:prstGeom prst="rect">
                    <a:avLst/>
                  </a:prstGeom>
                  <a:blipFill>
                    <a:blip r:embed="rId8"/>
                    <a:stretch>
                      <a:fillRect l="-4412" b="-9091"/>
                    </a:stretch>
                  </a:blipFill>
                </p:spPr>
                <p:txBody>
                  <a:bodyPr/>
                  <a:lstStyle/>
                  <a:p>
                    <a:r>
                      <a:rPr lang="zh-TW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251" name="群組 250">
              <a:extLst>
                <a:ext uri="{FF2B5EF4-FFF2-40B4-BE49-F238E27FC236}">
                  <a16:creationId xmlns:a16="http://schemas.microsoft.com/office/drawing/2014/main" id="{14DDCB11-35C7-4C50-8C96-C8F4CFB08025}"/>
                </a:ext>
              </a:extLst>
            </p:cNvPr>
            <p:cNvGrpSpPr/>
            <p:nvPr/>
          </p:nvGrpSpPr>
          <p:grpSpPr>
            <a:xfrm>
              <a:off x="4900493" y="1224937"/>
              <a:ext cx="644641" cy="689099"/>
              <a:chOff x="6583394" y="1501875"/>
              <a:chExt cx="1650681" cy="1764520"/>
            </a:xfrm>
          </p:grpSpPr>
          <p:grpSp>
            <p:nvGrpSpPr>
              <p:cNvPr id="258" name="群組 257">
                <a:extLst>
                  <a:ext uri="{FF2B5EF4-FFF2-40B4-BE49-F238E27FC236}">
                    <a16:creationId xmlns:a16="http://schemas.microsoft.com/office/drawing/2014/main" id="{4C77B2CA-4219-450C-9161-C45907F2234C}"/>
                  </a:ext>
                </a:extLst>
              </p:cNvPr>
              <p:cNvGrpSpPr/>
              <p:nvPr/>
            </p:nvGrpSpPr>
            <p:grpSpPr>
              <a:xfrm>
                <a:off x="6929132" y="2420541"/>
                <a:ext cx="361452" cy="346736"/>
                <a:chOff x="1373392" y="2391862"/>
                <a:chExt cx="479433" cy="476535"/>
              </a:xfrm>
            </p:grpSpPr>
            <p:sp>
              <p:nvSpPr>
                <p:cNvPr id="261" name="箭號: 向右 260">
                  <a:extLst>
                    <a:ext uri="{FF2B5EF4-FFF2-40B4-BE49-F238E27FC236}">
                      <a16:creationId xmlns:a16="http://schemas.microsoft.com/office/drawing/2014/main" id="{9CA7E83D-3F16-4F9D-B998-9A91F3033ADF}"/>
                    </a:ext>
                  </a:extLst>
                </p:cNvPr>
                <p:cNvSpPr/>
                <p:nvPr/>
              </p:nvSpPr>
              <p:spPr>
                <a:xfrm>
                  <a:off x="1411244" y="2735868"/>
                  <a:ext cx="441581" cy="132529"/>
                </a:xfrm>
                <a:prstGeom prst="rightArrow">
                  <a:avLst>
                    <a:gd name="adj1" fmla="val 50000"/>
                    <a:gd name="adj2" fmla="val 99023"/>
                  </a:avLst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 sz="2000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262" name="箭號: 向右 261">
                  <a:extLst>
                    <a:ext uri="{FF2B5EF4-FFF2-40B4-BE49-F238E27FC236}">
                      <a16:creationId xmlns:a16="http://schemas.microsoft.com/office/drawing/2014/main" id="{1598C4F9-7060-45FF-AAA7-F25841BD5848}"/>
                    </a:ext>
                  </a:extLst>
                </p:cNvPr>
                <p:cNvSpPr/>
                <p:nvPr/>
              </p:nvSpPr>
              <p:spPr>
                <a:xfrm rot="16200000">
                  <a:off x="1218866" y="2546388"/>
                  <a:ext cx="441581" cy="132529"/>
                </a:xfrm>
                <a:prstGeom prst="rightArrow">
                  <a:avLst>
                    <a:gd name="adj1" fmla="val 50000"/>
                    <a:gd name="adj2" fmla="val 99023"/>
                  </a:avLst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 sz="2000" dirty="0">
                    <a:solidFill>
                      <a:schemeClr val="bg1"/>
                    </a:solidFill>
                  </a:endParaRPr>
                </a:p>
              </p:txBody>
            </p:sp>
          </p:grp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59" name="文字方塊 258">
                    <a:extLst>
                      <a:ext uri="{FF2B5EF4-FFF2-40B4-BE49-F238E27FC236}">
                        <a16:creationId xmlns:a16="http://schemas.microsoft.com/office/drawing/2014/main" id="{292E9A6D-4AE0-4CD4-9EA0-3173D219E896}"/>
                      </a:ext>
                    </a:extLst>
                  </p:cNvPr>
                  <p:cNvSpPr txBox="1"/>
                  <p:nvPr/>
                </p:nvSpPr>
                <p:spPr>
                  <a:xfrm>
                    <a:off x="6583394" y="1501875"/>
                    <a:ext cx="416137" cy="1086427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TW" sz="20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0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𝑄</m:t>
                              </m:r>
                            </m:e>
                            <m:sub>
                              <m:r>
                                <a:rPr lang="en-US" altLang="zh-TW" sz="20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sub>
                          </m:sSub>
                        </m:oMath>
                      </m:oMathPara>
                    </a14:m>
                    <a:endParaRPr lang="en-US" altLang="zh-TW" sz="2000" dirty="0">
                      <a:solidFill>
                        <a:schemeClr val="bg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259" name="文字方塊 258">
                    <a:extLst>
                      <a:ext uri="{FF2B5EF4-FFF2-40B4-BE49-F238E27FC236}">
                        <a16:creationId xmlns:a16="http://schemas.microsoft.com/office/drawing/2014/main" id="{292E9A6D-4AE0-4CD4-9EA0-3173D219E896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583394" y="1501875"/>
                    <a:ext cx="416137" cy="1086427"/>
                  </a:xfrm>
                  <a:prstGeom prst="rect">
                    <a:avLst/>
                  </a:prstGeom>
                  <a:blipFill>
                    <a:blip r:embed="rId9"/>
                    <a:stretch>
                      <a:fillRect l="-14815" r="-166667" b="-4286"/>
                    </a:stretch>
                  </a:blipFill>
                </p:spPr>
                <p:txBody>
                  <a:bodyPr/>
                  <a:lstStyle/>
                  <a:p>
                    <a:r>
                      <a:rPr lang="zh-TW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60" name="文字方塊 259">
                    <a:extLst>
                      <a:ext uri="{FF2B5EF4-FFF2-40B4-BE49-F238E27FC236}">
                        <a16:creationId xmlns:a16="http://schemas.microsoft.com/office/drawing/2014/main" id="{8D6AA90E-8E54-4F85-8069-79A6B681A2B3}"/>
                      </a:ext>
                    </a:extLst>
                  </p:cNvPr>
                  <p:cNvSpPr txBox="1"/>
                  <p:nvPr/>
                </p:nvSpPr>
                <p:spPr>
                  <a:xfrm>
                    <a:off x="7165989" y="2241866"/>
                    <a:ext cx="1068086" cy="1024529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TW" sz="20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0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𝑄</m:t>
                              </m:r>
                            </m:e>
                            <m:sub>
                              <m:r>
                                <a:rPr lang="en-US" altLang="zh-TW" sz="20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b>
                          </m:sSub>
                        </m:oMath>
                      </m:oMathPara>
                    </a14:m>
                    <a:endParaRPr lang="en-US" altLang="zh-TW" sz="2000" dirty="0">
                      <a:solidFill>
                        <a:schemeClr val="bg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260" name="文字方塊 259">
                    <a:extLst>
                      <a:ext uri="{FF2B5EF4-FFF2-40B4-BE49-F238E27FC236}">
                        <a16:creationId xmlns:a16="http://schemas.microsoft.com/office/drawing/2014/main" id="{8D6AA90E-8E54-4F85-8069-79A6B681A2B3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165989" y="2241866"/>
                    <a:ext cx="1068086" cy="1024529"/>
                  </a:xfrm>
                  <a:prstGeom prst="rect">
                    <a:avLst/>
                  </a:prstGeom>
                  <a:blipFill>
                    <a:blip r:embed="rId10"/>
                    <a:stretch>
                      <a:fillRect l="-4412" b="-9091"/>
                    </a:stretch>
                  </a:blipFill>
                </p:spPr>
                <p:txBody>
                  <a:bodyPr/>
                  <a:lstStyle/>
                  <a:p>
                    <a:r>
                      <a:rPr lang="zh-TW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252" name="群組 251">
              <a:extLst>
                <a:ext uri="{FF2B5EF4-FFF2-40B4-BE49-F238E27FC236}">
                  <a16:creationId xmlns:a16="http://schemas.microsoft.com/office/drawing/2014/main" id="{A591FB36-B7A7-42AE-80E7-EDF353484EA6}"/>
                </a:ext>
              </a:extLst>
            </p:cNvPr>
            <p:cNvGrpSpPr/>
            <p:nvPr/>
          </p:nvGrpSpPr>
          <p:grpSpPr>
            <a:xfrm>
              <a:off x="6864312" y="1224937"/>
              <a:ext cx="644641" cy="689099"/>
              <a:chOff x="6583394" y="1501875"/>
              <a:chExt cx="1650681" cy="1764520"/>
            </a:xfrm>
          </p:grpSpPr>
          <p:grpSp>
            <p:nvGrpSpPr>
              <p:cNvPr id="253" name="群組 252">
                <a:extLst>
                  <a:ext uri="{FF2B5EF4-FFF2-40B4-BE49-F238E27FC236}">
                    <a16:creationId xmlns:a16="http://schemas.microsoft.com/office/drawing/2014/main" id="{62D89D06-43D4-4F08-8E21-76907DF78595}"/>
                  </a:ext>
                </a:extLst>
              </p:cNvPr>
              <p:cNvGrpSpPr/>
              <p:nvPr/>
            </p:nvGrpSpPr>
            <p:grpSpPr>
              <a:xfrm>
                <a:off x="6929132" y="2420541"/>
                <a:ext cx="361452" cy="346736"/>
                <a:chOff x="1373392" y="2391862"/>
                <a:chExt cx="479433" cy="476535"/>
              </a:xfrm>
            </p:grpSpPr>
            <p:sp>
              <p:nvSpPr>
                <p:cNvPr id="256" name="箭號: 向右 255">
                  <a:extLst>
                    <a:ext uri="{FF2B5EF4-FFF2-40B4-BE49-F238E27FC236}">
                      <a16:creationId xmlns:a16="http://schemas.microsoft.com/office/drawing/2014/main" id="{9903DA95-1A41-4EE6-BD54-31299C78B37E}"/>
                    </a:ext>
                  </a:extLst>
                </p:cNvPr>
                <p:cNvSpPr/>
                <p:nvPr/>
              </p:nvSpPr>
              <p:spPr>
                <a:xfrm>
                  <a:off x="1411244" y="2735868"/>
                  <a:ext cx="441581" cy="132529"/>
                </a:xfrm>
                <a:prstGeom prst="rightArrow">
                  <a:avLst>
                    <a:gd name="adj1" fmla="val 50000"/>
                    <a:gd name="adj2" fmla="val 99023"/>
                  </a:avLst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 sz="2000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257" name="箭號: 向右 256">
                  <a:extLst>
                    <a:ext uri="{FF2B5EF4-FFF2-40B4-BE49-F238E27FC236}">
                      <a16:creationId xmlns:a16="http://schemas.microsoft.com/office/drawing/2014/main" id="{031D0AFE-D964-4AF2-A069-A475F0E9CB46}"/>
                    </a:ext>
                  </a:extLst>
                </p:cNvPr>
                <p:cNvSpPr/>
                <p:nvPr/>
              </p:nvSpPr>
              <p:spPr>
                <a:xfrm rot="16200000">
                  <a:off x="1218866" y="2546388"/>
                  <a:ext cx="441581" cy="132529"/>
                </a:xfrm>
                <a:prstGeom prst="rightArrow">
                  <a:avLst>
                    <a:gd name="adj1" fmla="val 50000"/>
                    <a:gd name="adj2" fmla="val 99023"/>
                  </a:avLst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 sz="2000" dirty="0">
                    <a:solidFill>
                      <a:schemeClr val="bg1"/>
                    </a:solidFill>
                  </a:endParaRPr>
                </a:p>
              </p:txBody>
            </p:sp>
          </p:grp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54" name="文字方塊 253">
                    <a:extLst>
                      <a:ext uri="{FF2B5EF4-FFF2-40B4-BE49-F238E27FC236}">
                        <a16:creationId xmlns:a16="http://schemas.microsoft.com/office/drawing/2014/main" id="{99FB71F3-162E-4E1A-AB76-DD1BD9DAE1E5}"/>
                      </a:ext>
                    </a:extLst>
                  </p:cNvPr>
                  <p:cNvSpPr txBox="1"/>
                  <p:nvPr/>
                </p:nvSpPr>
                <p:spPr>
                  <a:xfrm>
                    <a:off x="6583394" y="1501875"/>
                    <a:ext cx="416137" cy="1086427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TW" sz="20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0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𝑄</m:t>
                              </m:r>
                            </m:e>
                            <m:sub>
                              <m:r>
                                <a:rPr lang="en-US" altLang="zh-TW" sz="20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sub>
                          </m:sSub>
                        </m:oMath>
                      </m:oMathPara>
                    </a14:m>
                    <a:endParaRPr lang="en-US" altLang="zh-TW" sz="2000" dirty="0">
                      <a:solidFill>
                        <a:schemeClr val="bg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254" name="文字方塊 253">
                    <a:extLst>
                      <a:ext uri="{FF2B5EF4-FFF2-40B4-BE49-F238E27FC236}">
                        <a16:creationId xmlns:a16="http://schemas.microsoft.com/office/drawing/2014/main" id="{99FB71F3-162E-4E1A-AB76-DD1BD9DAE1E5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583394" y="1501875"/>
                    <a:ext cx="416137" cy="1086427"/>
                  </a:xfrm>
                  <a:prstGeom prst="rect">
                    <a:avLst/>
                  </a:prstGeom>
                  <a:blipFill>
                    <a:blip r:embed="rId11"/>
                    <a:stretch>
                      <a:fillRect l="-14815" r="-166667" b="-4286"/>
                    </a:stretch>
                  </a:blipFill>
                </p:spPr>
                <p:txBody>
                  <a:bodyPr/>
                  <a:lstStyle/>
                  <a:p>
                    <a:r>
                      <a:rPr lang="zh-TW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55" name="文字方塊 254">
                    <a:extLst>
                      <a:ext uri="{FF2B5EF4-FFF2-40B4-BE49-F238E27FC236}">
                        <a16:creationId xmlns:a16="http://schemas.microsoft.com/office/drawing/2014/main" id="{76658871-F9EA-4467-A10F-DFE1A7D200DC}"/>
                      </a:ext>
                    </a:extLst>
                  </p:cNvPr>
                  <p:cNvSpPr txBox="1"/>
                  <p:nvPr/>
                </p:nvSpPr>
                <p:spPr>
                  <a:xfrm>
                    <a:off x="7165989" y="2241866"/>
                    <a:ext cx="1068086" cy="1024529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TW" sz="20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0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𝑄</m:t>
                              </m:r>
                            </m:e>
                            <m:sub>
                              <m:r>
                                <a:rPr lang="en-US" altLang="zh-TW" sz="20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b>
                          </m:sSub>
                        </m:oMath>
                      </m:oMathPara>
                    </a14:m>
                    <a:endParaRPr lang="en-US" altLang="zh-TW" sz="2000" dirty="0">
                      <a:solidFill>
                        <a:schemeClr val="bg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255" name="文字方塊 254">
                    <a:extLst>
                      <a:ext uri="{FF2B5EF4-FFF2-40B4-BE49-F238E27FC236}">
                        <a16:creationId xmlns:a16="http://schemas.microsoft.com/office/drawing/2014/main" id="{76658871-F9EA-4467-A10F-DFE1A7D200DC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165989" y="2241866"/>
                    <a:ext cx="1068086" cy="1024529"/>
                  </a:xfrm>
                  <a:prstGeom prst="rect">
                    <a:avLst/>
                  </a:prstGeom>
                  <a:blipFill>
                    <a:blip r:embed="rId12"/>
                    <a:stretch>
                      <a:fillRect l="-4412" b="-9091"/>
                    </a:stretch>
                  </a:blipFill>
                </p:spPr>
                <p:txBody>
                  <a:bodyPr/>
                  <a:lstStyle/>
                  <a:p>
                    <a:r>
                      <a:rPr lang="zh-TW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pic>
          <p:nvPicPr>
            <p:cNvPr id="3" name="圖片 2">
              <a:extLst>
                <a:ext uri="{FF2B5EF4-FFF2-40B4-BE49-F238E27FC236}">
                  <a16:creationId xmlns:a16="http://schemas.microsoft.com/office/drawing/2014/main" id="{1A3FECD0-A8C4-4868-9A24-604494E3817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3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 l="1959" r="5941"/>
            <a:stretch/>
          </p:blipFill>
          <p:spPr>
            <a:xfrm>
              <a:off x="572933" y="3775053"/>
              <a:ext cx="3099435" cy="689962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30067554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 佈景主題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佈景主題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佈景主題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1193</TotalTime>
  <Words>94</Words>
  <Application>Microsoft Office PowerPoint</Application>
  <PresentationFormat>自訂</PresentationFormat>
  <Paragraphs>54</Paragraphs>
  <Slides>4</Slides>
  <Notes>0</Notes>
  <HiddenSlides>3</HiddenSlides>
  <MMClips>0</MMClips>
  <ScaleCrop>false</ScaleCrop>
  <HeadingPairs>
    <vt:vector size="6" baseType="variant">
      <vt:variant>
        <vt:lpstr>使用字型</vt:lpstr>
      </vt:variant>
      <vt:variant>
        <vt:i4>6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4</vt:i4>
      </vt:variant>
    </vt:vector>
  </HeadingPairs>
  <TitlesOfParts>
    <vt:vector size="11" baseType="lpstr">
      <vt:lpstr>新細明體</vt:lpstr>
      <vt:lpstr>Arial</vt:lpstr>
      <vt:lpstr>Calibri</vt:lpstr>
      <vt:lpstr>Calibri Light</vt:lpstr>
      <vt:lpstr>Cambria Math</vt:lpstr>
      <vt:lpstr>Times New Roman</vt:lpstr>
      <vt:lpstr>Office 佈景主題</vt:lpstr>
      <vt:lpstr>PowerPoint 簡報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nycugpu</dc:creator>
  <cp:lastModifiedBy>nycugpu</cp:lastModifiedBy>
  <cp:revision>25</cp:revision>
  <dcterms:created xsi:type="dcterms:W3CDTF">2026-04-27T10:55:32Z</dcterms:created>
  <dcterms:modified xsi:type="dcterms:W3CDTF">2026-07-13T05:43:08Z</dcterms:modified>
</cp:coreProperties>
</file>