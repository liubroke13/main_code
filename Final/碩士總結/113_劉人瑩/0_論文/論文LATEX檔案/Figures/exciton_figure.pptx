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9906000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CB2"/>
    <a:srgbClr val="FFFFFF"/>
    <a:srgbClr val="E1B037"/>
    <a:srgbClr val="D09E00"/>
    <a:srgbClr val="FABE00"/>
    <a:srgbClr val="FFDF7F"/>
    <a:srgbClr val="E6E6E6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9" autoAdjust="0"/>
    <p:restoredTop sz="85012" autoAdjust="0"/>
  </p:normalViewPr>
  <p:slideViewPr>
    <p:cSldViewPr snapToGrid="0">
      <p:cViewPr varScale="1">
        <p:scale>
          <a:sx n="118" d="100"/>
          <a:sy n="118" d="100"/>
        </p:scale>
        <p:origin x="10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30264"/>
            <a:ext cx="7429500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701796"/>
            <a:ext cx="7429500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34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60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07773"/>
            <a:ext cx="8543925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168309"/>
            <a:ext cx="8543925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63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862523"/>
            <a:ext cx="4210050" cy="20558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862523"/>
            <a:ext cx="4210050" cy="20558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00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72505"/>
            <a:ext cx="8543925" cy="62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794272"/>
            <a:ext cx="4190702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183532"/>
            <a:ext cx="4190702" cy="17407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94272"/>
            <a:ext cx="4211340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183532"/>
            <a:ext cx="4211340" cy="17407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89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3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82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6006"/>
            <a:ext cx="319494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66513"/>
            <a:ext cx="5014913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72026"/>
            <a:ext cx="319494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90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6006"/>
            <a:ext cx="319494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66513"/>
            <a:ext cx="5014913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72026"/>
            <a:ext cx="319494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95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51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72505"/>
            <a:ext cx="2135981" cy="2745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72505"/>
            <a:ext cx="6284119" cy="27458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321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72505"/>
            <a:ext cx="8543925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862523"/>
            <a:ext cx="8543925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003082"/>
            <a:ext cx="222885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2EF4A-16B9-4E22-B721-CD5BFA0656E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003082"/>
            <a:ext cx="334327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003082"/>
            <a:ext cx="222885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361C7-773A-4BCD-A6E3-A385CC9497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16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26" Type="http://schemas.openxmlformats.org/officeDocument/2006/relationships/image" Target="../media/image39.png"/><Relationship Id="rId3" Type="http://schemas.openxmlformats.org/officeDocument/2006/relationships/image" Target="../media/image22.png"/><Relationship Id="rId21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5" Type="http://schemas.openxmlformats.org/officeDocument/2006/relationships/image" Target="../media/image2.png"/><Relationship Id="rId2" Type="http://schemas.openxmlformats.org/officeDocument/2006/relationships/image" Target="../media/image21.png"/><Relationship Id="rId16" Type="http://schemas.openxmlformats.org/officeDocument/2006/relationships/image" Target="../media/image20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28.png"/><Relationship Id="rId24" Type="http://schemas.openxmlformats.org/officeDocument/2006/relationships/image" Target="../media/image38.png"/><Relationship Id="rId5" Type="http://schemas.openxmlformats.org/officeDocument/2006/relationships/image" Target="../media/image24.png"/><Relationship Id="rId15" Type="http://schemas.openxmlformats.org/officeDocument/2006/relationships/image" Target="../media/image32.png"/><Relationship Id="rId23" Type="http://schemas.openxmlformats.org/officeDocument/2006/relationships/image" Target="../media/image37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3.png"/><Relationship Id="rId3" Type="http://schemas.openxmlformats.org/officeDocument/2006/relationships/image" Target="../media/image41.png"/><Relationship Id="rId7" Type="http://schemas.openxmlformats.org/officeDocument/2006/relationships/image" Target="../media/image16.png"/><Relationship Id="rId12" Type="http://schemas.openxmlformats.org/officeDocument/2006/relationships/image" Target="../media/image48.png"/><Relationship Id="rId17" Type="http://schemas.openxmlformats.org/officeDocument/2006/relationships/image" Target="../media/image9.png"/><Relationship Id="rId2" Type="http://schemas.openxmlformats.org/officeDocument/2006/relationships/image" Target="../media/image21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3.png"/><Relationship Id="rId3" Type="http://schemas.openxmlformats.org/officeDocument/2006/relationships/image" Target="../media/image41.png"/><Relationship Id="rId7" Type="http://schemas.openxmlformats.org/officeDocument/2006/relationships/image" Target="../media/image16.png"/><Relationship Id="rId12" Type="http://schemas.openxmlformats.org/officeDocument/2006/relationships/image" Target="../media/image48.png"/><Relationship Id="rId17" Type="http://schemas.openxmlformats.org/officeDocument/2006/relationships/image" Target="../media/image9.png"/><Relationship Id="rId2" Type="http://schemas.openxmlformats.org/officeDocument/2006/relationships/image" Target="../media/image21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A13B9B5-B3C2-45F7-9203-17C74CE60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5" t="40135" r="8529" b="-2"/>
          <a:stretch/>
        </p:blipFill>
        <p:spPr>
          <a:xfrm>
            <a:off x="3494141" y="596369"/>
            <a:ext cx="1387425" cy="6021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CC2BFC4-756D-469C-88F7-D2554CDBC8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39" t="38921" r="7665" b="-2"/>
          <a:stretch/>
        </p:blipFill>
        <p:spPr>
          <a:xfrm rot="10800000">
            <a:off x="3485957" y="1987935"/>
            <a:ext cx="1403809" cy="61432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74E8B92-E7CD-42C2-94E1-FE67508B0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1393472" y="2000149"/>
            <a:ext cx="1392887" cy="602118"/>
          </a:xfrm>
          <a:prstGeom prst="rect">
            <a:avLst/>
          </a:prstGeom>
        </p:spPr>
      </p:pic>
      <p:sp>
        <p:nvSpPr>
          <p:cNvPr id="10" name="箭號: 向上 9">
            <a:extLst>
              <a:ext uri="{FF2B5EF4-FFF2-40B4-BE49-F238E27FC236}">
                <a16:creationId xmlns:a16="http://schemas.microsoft.com/office/drawing/2014/main" id="{49CA01B9-6959-4A52-B087-730122643AF8}"/>
              </a:ext>
            </a:extLst>
          </p:cNvPr>
          <p:cNvSpPr/>
          <p:nvPr/>
        </p:nvSpPr>
        <p:spPr>
          <a:xfrm rot="10800000">
            <a:off x="4880588" y="-567983"/>
            <a:ext cx="201896" cy="423039"/>
          </a:xfrm>
          <a:prstGeom prst="upArrow">
            <a:avLst>
              <a:gd name="adj1" fmla="val 30192"/>
              <a:gd name="adj2" fmla="val 764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11" name="箭號: 向上 10">
            <a:extLst>
              <a:ext uri="{FF2B5EF4-FFF2-40B4-BE49-F238E27FC236}">
                <a16:creationId xmlns:a16="http://schemas.microsoft.com/office/drawing/2014/main" id="{CDB5C662-A3FC-48B8-92DD-F70D64C2F551}"/>
              </a:ext>
            </a:extLst>
          </p:cNvPr>
          <p:cNvSpPr/>
          <p:nvPr/>
        </p:nvSpPr>
        <p:spPr>
          <a:xfrm>
            <a:off x="4880595" y="506169"/>
            <a:ext cx="201896" cy="42304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12" name="箭號: 向上 11">
            <a:extLst>
              <a:ext uri="{FF2B5EF4-FFF2-40B4-BE49-F238E27FC236}">
                <a16:creationId xmlns:a16="http://schemas.microsoft.com/office/drawing/2014/main" id="{DF24D4A1-7C04-4CF2-A4E2-9AF90ECA7E4D}"/>
              </a:ext>
            </a:extLst>
          </p:cNvPr>
          <p:cNvSpPr/>
          <p:nvPr/>
        </p:nvSpPr>
        <p:spPr>
          <a:xfrm rot="10800000">
            <a:off x="4880595" y="2162211"/>
            <a:ext cx="201896" cy="423040"/>
          </a:xfrm>
          <a:prstGeom prst="upArrow">
            <a:avLst>
              <a:gd name="adj1" fmla="val 30192"/>
              <a:gd name="adj2" fmla="val 764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13" name="箭號: 向上 12">
            <a:extLst>
              <a:ext uri="{FF2B5EF4-FFF2-40B4-BE49-F238E27FC236}">
                <a16:creationId xmlns:a16="http://schemas.microsoft.com/office/drawing/2014/main" id="{4A3511BB-8C94-4DE5-A1C7-408B8E9533FC}"/>
              </a:ext>
            </a:extLst>
          </p:cNvPr>
          <p:cNvSpPr/>
          <p:nvPr/>
        </p:nvSpPr>
        <p:spPr>
          <a:xfrm>
            <a:off x="2805820" y="-567983"/>
            <a:ext cx="201896" cy="423039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13CEF607-E773-482D-8F82-DCEFC72FFD78}"/>
              </a:ext>
            </a:extLst>
          </p:cNvPr>
          <p:cNvSpPr/>
          <p:nvPr/>
        </p:nvSpPr>
        <p:spPr>
          <a:xfrm rot="10800000">
            <a:off x="2805827" y="506169"/>
            <a:ext cx="201896" cy="42304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15" name="箭號: 向上 14">
            <a:extLst>
              <a:ext uri="{FF2B5EF4-FFF2-40B4-BE49-F238E27FC236}">
                <a16:creationId xmlns:a16="http://schemas.microsoft.com/office/drawing/2014/main" id="{E66DB124-7099-41B9-8618-0B3E6A8A4530}"/>
              </a:ext>
            </a:extLst>
          </p:cNvPr>
          <p:cNvSpPr/>
          <p:nvPr/>
        </p:nvSpPr>
        <p:spPr>
          <a:xfrm>
            <a:off x="2805827" y="2162211"/>
            <a:ext cx="201896" cy="42304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CD582E6-6502-424F-925A-448D349466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1385272" y="584155"/>
            <a:ext cx="1409273" cy="61432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062F8FC-8652-464E-B6BA-A7F45C4BF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6" t="38920" r="8528"/>
          <a:stretch/>
        </p:blipFill>
        <p:spPr>
          <a:xfrm>
            <a:off x="3496870" y="159089"/>
            <a:ext cx="1381966" cy="61432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25A21EF-B598-4C6F-B3D4-D3709ECFF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1388000" y="171300"/>
            <a:ext cx="1403813" cy="602118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44331F9-6616-45D2-A5A4-C8C95AC31319}"/>
              </a:ext>
            </a:extLst>
          </p:cNvPr>
          <p:cNvSpPr/>
          <p:nvPr/>
        </p:nvSpPr>
        <p:spPr>
          <a:xfrm>
            <a:off x="1950742" y="1867592"/>
            <a:ext cx="303582" cy="3035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20BE87D5-0046-40DA-A141-0E8805DD955A}"/>
              </a:ext>
            </a:extLst>
          </p:cNvPr>
          <p:cNvGrpSpPr/>
          <p:nvPr/>
        </p:nvGrpSpPr>
        <p:grpSpPr>
          <a:xfrm>
            <a:off x="1728825" y="396021"/>
            <a:ext cx="524785" cy="470224"/>
            <a:chOff x="4829549" y="2075520"/>
            <a:chExt cx="237635" cy="212928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CB488125-FCD9-41CE-97F2-8B3DDAA01D81}"/>
                </a:ext>
              </a:extLst>
            </p:cNvPr>
            <p:cNvSpPr/>
            <p:nvPr/>
          </p:nvSpPr>
          <p:spPr>
            <a:xfrm>
              <a:off x="4929715" y="2150979"/>
              <a:ext cx="137469" cy="13746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DF8F916-BF81-47CD-A95C-2CC77ACA0E3A}"/>
                    </a:ext>
                  </a:extLst>
                </p:cNvPr>
                <p:cNvSpPr/>
                <p:nvPr/>
              </p:nvSpPr>
              <p:spPr>
                <a:xfrm>
                  <a:off x="4829549" y="2075520"/>
                  <a:ext cx="127900" cy="968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79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TW" altLang="en-US" sz="79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DF8F916-BF81-47CD-A95C-2CC77ACA0E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49" y="2075520"/>
                  <a:ext cx="127900" cy="9686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579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直線單箭頭接點 135">
            <a:extLst>
              <a:ext uri="{FF2B5EF4-FFF2-40B4-BE49-F238E27FC236}">
                <a16:creationId xmlns:a16="http://schemas.microsoft.com/office/drawing/2014/main" id="{9E1FD8E7-B9B4-47D2-AE39-823B4CF7DC07}"/>
              </a:ext>
            </a:extLst>
          </p:cNvPr>
          <p:cNvCxnSpPr>
            <a:cxnSpLocks/>
          </p:cNvCxnSpPr>
          <p:nvPr/>
        </p:nvCxnSpPr>
        <p:spPr>
          <a:xfrm>
            <a:off x="3237134" y="1728274"/>
            <a:ext cx="77930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橢圓 140">
            <a:extLst>
              <a:ext uri="{FF2B5EF4-FFF2-40B4-BE49-F238E27FC236}">
                <a16:creationId xmlns:a16="http://schemas.microsoft.com/office/drawing/2014/main" id="{B60DD6BC-F994-4A86-9116-87CA34E08807}"/>
              </a:ext>
            </a:extLst>
          </p:cNvPr>
          <p:cNvSpPr/>
          <p:nvPr/>
        </p:nvSpPr>
        <p:spPr>
          <a:xfrm rot="1983520">
            <a:off x="2999994" y="1093152"/>
            <a:ext cx="407669" cy="1227184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/>
          </a:p>
        </p:txBody>
      </p:sp>
      <p:cxnSp>
        <p:nvCxnSpPr>
          <p:cNvPr id="134" name="直線單箭頭接點 133">
            <a:extLst>
              <a:ext uri="{FF2B5EF4-FFF2-40B4-BE49-F238E27FC236}">
                <a16:creationId xmlns:a16="http://schemas.microsoft.com/office/drawing/2014/main" id="{1E4CAB43-81A3-4C2E-8CBD-C63FBE648994}"/>
              </a:ext>
            </a:extLst>
          </p:cNvPr>
          <p:cNvCxnSpPr>
            <a:cxnSpLocks/>
          </p:cNvCxnSpPr>
          <p:nvPr/>
        </p:nvCxnSpPr>
        <p:spPr>
          <a:xfrm flipV="1">
            <a:off x="1901137" y="1406198"/>
            <a:ext cx="437033" cy="674823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3" name="圖片 122">
            <a:extLst>
              <a:ext uri="{FF2B5EF4-FFF2-40B4-BE49-F238E27FC236}">
                <a16:creationId xmlns:a16="http://schemas.microsoft.com/office/drawing/2014/main" id="{FDEA2CEE-BBCE-48AB-B4E3-E234B6D21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1390917" y="826932"/>
            <a:ext cx="1403813" cy="602118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049797BF-5D97-4019-87F3-61CA69EE7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1396385" y="2035111"/>
            <a:ext cx="1392887" cy="602118"/>
          </a:xfrm>
          <a:prstGeom prst="rect">
            <a:avLst/>
          </a:prstGeom>
        </p:spPr>
      </p:pic>
      <p:sp>
        <p:nvSpPr>
          <p:cNvPr id="71" name="橢圓 70">
            <a:extLst>
              <a:ext uri="{FF2B5EF4-FFF2-40B4-BE49-F238E27FC236}">
                <a16:creationId xmlns:a16="http://schemas.microsoft.com/office/drawing/2014/main" id="{DF76AB2A-180E-4302-AE57-2872F60A6796}"/>
              </a:ext>
            </a:extLst>
          </p:cNvPr>
          <p:cNvSpPr/>
          <p:nvPr/>
        </p:nvSpPr>
        <p:spPr>
          <a:xfrm>
            <a:off x="1784453" y="1979183"/>
            <a:ext cx="203676" cy="20367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119EA70-992B-4923-A5AD-3FD9D90C31BE}"/>
                  </a:ext>
                </a:extLst>
              </p:cNvPr>
              <p:cNvSpPr txBox="1"/>
              <p:nvPr/>
            </p:nvSpPr>
            <p:spPr>
              <a:xfrm>
                <a:off x="1666314" y="1963243"/>
                <a:ext cx="435196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119EA70-992B-4923-A5AD-3FD9D90C3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314" y="1963243"/>
                <a:ext cx="435196" cy="275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6E51101A-273A-4282-AB21-EFD3A9D0CE0B}"/>
              </a:ext>
            </a:extLst>
          </p:cNvPr>
          <p:cNvSpPr/>
          <p:nvPr/>
        </p:nvSpPr>
        <p:spPr>
          <a:xfrm rot="10800000">
            <a:off x="8636938" y="795994"/>
            <a:ext cx="751734" cy="1686600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E2E579A9-3C1A-4A99-AEA1-BFB2A88F0220}"/>
              </a:ext>
            </a:extLst>
          </p:cNvPr>
          <p:cNvSpPr/>
          <p:nvPr/>
        </p:nvSpPr>
        <p:spPr>
          <a:xfrm rot="10800000">
            <a:off x="5369904" y="795994"/>
            <a:ext cx="751734" cy="1686600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74E8B92-E7CD-42C2-94E1-FE67508B0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5033198" y="2465993"/>
            <a:ext cx="1392887" cy="60211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CD582E6-6502-424F-925A-448D349466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5025001" y="1049998"/>
            <a:ext cx="1409273" cy="61432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25A21EF-B598-4C6F-B3D4-D3709ECFF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5027730" y="637148"/>
            <a:ext cx="1403813" cy="602118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44331F9-6616-45D2-A5A4-C8C95AC31319}"/>
              </a:ext>
            </a:extLst>
          </p:cNvPr>
          <p:cNvSpPr/>
          <p:nvPr/>
        </p:nvSpPr>
        <p:spPr>
          <a:xfrm>
            <a:off x="5684633" y="2432630"/>
            <a:ext cx="118879" cy="1188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CB488125-FCD9-41CE-97F2-8B3DDAA01D81}"/>
              </a:ext>
            </a:extLst>
          </p:cNvPr>
          <p:cNvSpPr/>
          <p:nvPr/>
        </p:nvSpPr>
        <p:spPr>
          <a:xfrm>
            <a:off x="5541141" y="1141205"/>
            <a:ext cx="118879" cy="1188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3D411D0-54D8-489B-BCBF-F63FBDEF9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8300729" y="2465993"/>
            <a:ext cx="1392887" cy="60211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603D85CD-83AA-4439-A9DD-C058596BFD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8292527" y="1049998"/>
            <a:ext cx="1409273" cy="614324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A4AE43CE-5FCF-4BB8-B346-B31CF2E052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8295257" y="637148"/>
            <a:ext cx="1403813" cy="602118"/>
          </a:xfrm>
          <a:prstGeom prst="rect">
            <a:avLst/>
          </a:prstGeom>
        </p:spPr>
      </p:pic>
      <p:sp>
        <p:nvSpPr>
          <p:cNvPr id="29" name="橢圓 28">
            <a:extLst>
              <a:ext uri="{FF2B5EF4-FFF2-40B4-BE49-F238E27FC236}">
                <a16:creationId xmlns:a16="http://schemas.microsoft.com/office/drawing/2014/main" id="{36C9192B-081A-4472-B269-0D57B8A6C694}"/>
              </a:ext>
            </a:extLst>
          </p:cNvPr>
          <p:cNvSpPr/>
          <p:nvPr/>
        </p:nvSpPr>
        <p:spPr>
          <a:xfrm>
            <a:off x="10190226" y="2432627"/>
            <a:ext cx="118877" cy="1188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7E661D4-632F-4CE2-8D44-312B4CEFAA3F}"/>
              </a:ext>
            </a:extLst>
          </p:cNvPr>
          <p:cNvSpPr/>
          <p:nvPr/>
        </p:nvSpPr>
        <p:spPr>
          <a:xfrm>
            <a:off x="10101026" y="1564863"/>
            <a:ext cx="118877" cy="1188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9496D0A-0CA0-4390-8F24-7D27A8DDBE8E}"/>
              </a:ext>
            </a:extLst>
          </p:cNvPr>
          <p:cNvSpPr txBox="1"/>
          <p:nvPr/>
        </p:nvSpPr>
        <p:spPr>
          <a:xfrm>
            <a:off x="5014650" y="363603"/>
            <a:ext cx="14884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 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D7795D0-B642-4668-860D-0885EFF716EE}"/>
              </a:ext>
            </a:extLst>
          </p:cNvPr>
          <p:cNvSpPr txBox="1"/>
          <p:nvPr/>
        </p:nvSpPr>
        <p:spPr>
          <a:xfrm>
            <a:off x="8246131" y="363603"/>
            <a:ext cx="14884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 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E8636DF6-72B8-4528-A086-7DE38FB6AEF6}"/>
              </a:ext>
            </a:extLst>
          </p:cNvPr>
          <p:cNvSpPr/>
          <p:nvPr/>
        </p:nvSpPr>
        <p:spPr>
          <a:xfrm rot="10800000">
            <a:off x="6991933" y="795994"/>
            <a:ext cx="751734" cy="1686600"/>
          </a:xfrm>
          <a:prstGeom prst="triangl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/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E22DAF1E-68F8-4BAF-AEEB-0ACF3B8CE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2" t="40135" r="7992" b="-2"/>
          <a:stretch/>
        </p:blipFill>
        <p:spPr>
          <a:xfrm rot="10800000">
            <a:off x="6655720" y="2465993"/>
            <a:ext cx="1392887" cy="602118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B8CD544D-6ACA-466D-83F9-105524B603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2" t="38920" r="6883"/>
          <a:stretch/>
        </p:blipFill>
        <p:spPr>
          <a:xfrm>
            <a:off x="6647522" y="1049998"/>
            <a:ext cx="1409273" cy="614324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862045B2-DD6E-4CF6-8044-BE62B6F2E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3" t="40135" r="7542" b="-2"/>
          <a:stretch/>
        </p:blipFill>
        <p:spPr>
          <a:xfrm>
            <a:off x="6650252" y="637148"/>
            <a:ext cx="1403813" cy="602118"/>
          </a:xfrm>
          <a:prstGeom prst="rect">
            <a:avLst/>
          </a:prstGeom>
        </p:spPr>
      </p:pic>
      <p:sp>
        <p:nvSpPr>
          <p:cNvPr id="49" name="橢圓 48">
            <a:extLst>
              <a:ext uri="{FF2B5EF4-FFF2-40B4-BE49-F238E27FC236}">
                <a16:creationId xmlns:a16="http://schemas.microsoft.com/office/drawing/2014/main" id="{A47D75BF-4434-4111-B553-648E29E16805}"/>
              </a:ext>
            </a:extLst>
          </p:cNvPr>
          <p:cNvSpPr/>
          <p:nvPr/>
        </p:nvSpPr>
        <p:spPr>
          <a:xfrm>
            <a:off x="7307159" y="2432630"/>
            <a:ext cx="118879" cy="1188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8C054DA7-2DEC-48C7-9403-14BBBF25D5EC}"/>
              </a:ext>
            </a:extLst>
          </p:cNvPr>
          <p:cNvSpPr/>
          <p:nvPr/>
        </p:nvSpPr>
        <p:spPr>
          <a:xfrm>
            <a:off x="6853517" y="947323"/>
            <a:ext cx="118879" cy="1188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9700806-6A07-4CB8-A374-D18400F543C4}"/>
              </a:ext>
            </a:extLst>
          </p:cNvPr>
          <p:cNvSpPr txBox="1"/>
          <p:nvPr/>
        </p:nvSpPr>
        <p:spPr>
          <a:xfrm>
            <a:off x="6447165" y="363599"/>
            <a:ext cx="179637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 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箭號: 向上 65">
            <a:extLst>
              <a:ext uri="{FF2B5EF4-FFF2-40B4-BE49-F238E27FC236}">
                <a16:creationId xmlns:a16="http://schemas.microsoft.com/office/drawing/2014/main" id="{4570B4C1-8024-427C-AE36-250AF92A41A2}"/>
              </a:ext>
            </a:extLst>
          </p:cNvPr>
          <p:cNvSpPr/>
          <p:nvPr/>
        </p:nvSpPr>
        <p:spPr>
          <a:xfrm>
            <a:off x="4910947" y="508391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7" name="箭號: 向上 66">
            <a:extLst>
              <a:ext uri="{FF2B5EF4-FFF2-40B4-BE49-F238E27FC236}">
                <a16:creationId xmlns:a16="http://schemas.microsoft.com/office/drawing/2014/main" id="{49EC6074-B738-47D0-87B8-7E0074B00D22}"/>
              </a:ext>
            </a:extLst>
          </p:cNvPr>
          <p:cNvSpPr/>
          <p:nvPr/>
        </p:nvSpPr>
        <p:spPr>
          <a:xfrm rot="10800000">
            <a:off x="4910947" y="1022900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68" name="箭號: 向上 67">
            <a:extLst>
              <a:ext uri="{FF2B5EF4-FFF2-40B4-BE49-F238E27FC236}">
                <a16:creationId xmlns:a16="http://schemas.microsoft.com/office/drawing/2014/main" id="{CCD631A0-3645-4AF6-B67F-7A46024566DC}"/>
              </a:ext>
            </a:extLst>
          </p:cNvPr>
          <p:cNvSpPr/>
          <p:nvPr/>
        </p:nvSpPr>
        <p:spPr>
          <a:xfrm>
            <a:off x="4910947" y="2777114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E54F2704-451E-4622-B954-94CDE1C97A38}"/>
              </a:ext>
            </a:extLst>
          </p:cNvPr>
          <p:cNvSpPr/>
          <p:nvPr/>
        </p:nvSpPr>
        <p:spPr>
          <a:xfrm>
            <a:off x="2284871" y="1221526"/>
            <a:ext cx="203676" cy="2036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9FEE415-06B8-4734-9F41-8DE7EC410452}"/>
                  </a:ext>
                </a:extLst>
              </p:cNvPr>
              <p:cNvSpPr txBox="1"/>
              <p:nvPr/>
            </p:nvSpPr>
            <p:spPr>
              <a:xfrm>
                <a:off x="2204220" y="1202092"/>
                <a:ext cx="353284" cy="458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sz="119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99FEE415-06B8-4734-9F41-8DE7EC410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220" y="1202092"/>
                <a:ext cx="353284" cy="4585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E3CE8D1-C0E2-40DB-9D75-42688B7CB752}"/>
              </a:ext>
            </a:extLst>
          </p:cNvPr>
          <p:cNvCxnSpPr>
            <a:cxnSpLocks/>
          </p:cNvCxnSpPr>
          <p:nvPr/>
        </p:nvCxnSpPr>
        <p:spPr>
          <a:xfrm>
            <a:off x="5004032" y="3499385"/>
            <a:ext cx="153459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FF2DB68F-1A28-4736-992D-FF962536471F}"/>
              </a:ext>
            </a:extLst>
          </p:cNvPr>
          <p:cNvCxnSpPr>
            <a:cxnSpLocks/>
          </p:cNvCxnSpPr>
          <p:nvPr/>
        </p:nvCxnSpPr>
        <p:spPr>
          <a:xfrm>
            <a:off x="8261278" y="3499385"/>
            <a:ext cx="15488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78640F80-D223-4FFF-B332-B1F612FCBF96}"/>
              </a:ext>
            </a:extLst>
          </p:cNvPr>
          <p:cNvCxnSpPr>
            <a:cxnSpLocks/>
          </p:cNvCxnSpPr>
          <p:nvPr/>
        </p:nvCxnSpPr>
        <p:spPr>
          <a:xfrm>
            <a:off x="6609882" y="3499385"/>
            <a:ext cx="15488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B4A2CE7-6FAC-428C-9C7B-F09D9AA51E76}"/>
                  </a:ext>
                </a:extLst>
              </p:cNvPr>
              <p:cNvSpPr txBox="1"/>
              <p:nvPr/>
            </p:nvSpPr>
            <p:spPr>
              <a:xfrm>
                <a:off x="10094276" y="3476195"/>
                <a:ext cx="342873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B4A2CE7-6FAC-428C-9C7B-F09D9AA51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4276" y="3476195"/>
                <a:ext cx="342873" cy="275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AF01909C-A230-434C-A0E2-D3F34539E525}"/>
                  </a:ext>
                </a:extLst>
              </p:cNvPr>
              <p:cNvSpPr txBox="1"/>
              <p:nvPr/>
            </p:nvSpPr>
            <p:spPr>
              <a:xfrm>
                <a:off x="7211924" y="3476195"/>
                <a:ext cx="342873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AF01909C-A230-434C-A0E2-D3F34539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924" y="3476195"/>
                <a:ext cx="342873" cy="275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7152574-7689-4287-B44A-125F4FB40AA2}"/>
                  </a:ext>
                </a:extLst>
              </p:cNvPr>
              <p:cNvSpPr txBox="1"/>
              <p:nvPr/>
            </p:nvSpPr>
            <p:spPr>
              <a:xfrm>
                <a:off x="6961617" y="847617"/>
                <a:ext cx="693307" cy="458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7152574-7689-4287-B44A-125F4FB40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17" y="847617"/>
                <a:ext cx="693307" cy="458587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74E51B6-F956-4049-BC40-19A2D87A8152}"/>
                  </a:ext>
                </a:extLst>
              </p:cNvPr>
              <p:cNvSpPr txBox="1"/>
              <p:nvPr/>
            </p:nvSpPr>
            <p:spPr>
              <a:xfrm>
                <a:off x="3372265" y="1776474"/>
                <a:ext cx="1078436" cy="641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mass momentum </a:t>
                </a:r>
                <a14:m>
                  <m:oMath xmlns:m="http://schemas.openxmlformats.org/officeDocument/2006/math">
                    <m:r>
                      <a:rPr lang="en-US" altLang="zh-TW" sz="119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19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74E51B6-F956-4049-BC40-19A2D87A8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265" y="1776474"/>
                <a:ext cx="1078436" cy="641714"/>
              </a:xfrm>
              <a:prstGeom prst="rect">
                <a:avLst/>
              </a:prstGeom>
              <a:blipFill>
                <a:blip r:embed="rId8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353FB44-D045-4237-8889-CB9DF6265C45}"/>
              </a:ext>
            </a:extLst>
          </p:cNvPr>
          <p:cNvSpPr txBox="1"/>
          <p:nvPr/>
        </p:nvSpPr>
        <p:spPr>
          <a:xfrm>
            <a:off x="4346452" y="1709575"/>
            <a:ext cx="1623276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A01C2573-6C13-4B12-859E-7F6310F02E96}"/>
              </a:ext>
            </a:extLst>
          </p:cNvPr>
          <p:cNvGrpSpPr/>
          <p:nvPr/>
        </p:nvGrpSpPr>
        <p:grpSpPr>
          <a:xfrm>
            <a:off x="19838" y="1612332"/>
            <a:ext cx="1672923" cy="233309"/>
            <a:chOff x="2343150" y="3428999"/>
            <a:chExt cx="9719212" cy="1926504"/>
          </a:xfrm>
        </p:grpSpPr>
        <p:pic>
          <p:nvPicPr>
            <p:cNvPr id="108" name="圖片 107">
              <a:extLst>
                <a:ext uri="{FF2B5EF4-FFF2-40B4-BE49-F238E27FC236}">
                  <a16:creationId xmlns:a16="http://schemas.microsoft.com/office/drawing/2014/main" id="{ED8EF4F6-4BE2-4959-BDB8-76DAC2D68C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4352925" y="3428999"/>
              <a:ext cx="2009775" cy="1926503"/>
            </a:xfrm>
            <a:prstGeom prst="rect">
              <a:avLst/>
            </a:prstGeom>
          </p:spPr>
        </p:pic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5484625D-844B-42FD-B62C-1E282EE76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362700" y="3429000"/>
              <a:ext cx="5699662" cy="1926503"/>
            </a:xfrm>
            <a:prstGeom prst="rect">
              <a:avLst/>
            </a:prstGeom>
          </p:spPr>
        </p:pic>
        <p:pic>
          <p:nvPicPr>
            <p:cNvPr id="110" name="圖片 109">
              <a:extLst>
                <a:ext uri="{FF2B5EF4-FFF2-40B4-BE49-F238E27FC236}">
                  <a16:creationId xmlns:a16="http://schemas.microsoft.com/office/drawing/2014/main" id="{1B4A08FE-B2F2-4E30-B751-9D7B58964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2343150" y="3428999"/>
              <a:ext cx="2009775" cy="19265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E761B6FF-9315-4A82-B9B3-A5E3DF7BD956}"/>
                  </a:ext>
                </a:extLst>
              </p:cNvPr>
              <p:cNvSpPr txBox="1"/>
              <p:nvPr/>
            </p:nvSpPr>
            <p:spPr>
              <a:xfrm>
                <a:off x="-176592" y="1335867"/>
                <a:ext cx="1651915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E761B6FF-9315-4A82-B9B3-A5E3DF7B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6592" y="1335867"/>
                <a:ext cx="1651915" cy="275460"/>
              </a:xfrm>
              <a:prstGeom prst="rect">
                <a:avLst/>
              </a:prstGeom>
              <a:blipFill>
                <a:blip r:embed="rId10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7DED2FEB-A786-4EDC-A0EC-ADD32D0EEEB7}"/>
                  </a:ext>
                </a:extLst>
              </p:cNvPr>
              <p:cNvSpPr txBox="1"/>
              <p:nvPr/>
            </p:nvSpPr>
            <p:spPr>
              <a:xfrm>
                <a:off x="1746544" y="2166319"/>
                <a:ext cx="296621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7DED2FEB-A786-4EDC-A0EC-ADD32D0E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44" y="2166319"/>
                <a:ext cx="296621" cy="2754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23EE53D2-7ED8-44EB-97D8-A9070B23B31A}"/>
                  </a:ext>
                </a:extLst>
              </p:cNvPr>
              <p:cNvSpPr txBox="1"/>
              <p:nvPr/>
            </p:nvSpPr>
            <p:spPr>
              <a:xfrm>
                <a:off x="2043163" y="989684"/>
                <a:ext cx="618568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23EE53D2-7ED8-44EB-97D8-A9070B23B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163" y="989684"/>
                <a:ext cx="618568" cy="275460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C2208803-A481-4024-AB8B-71F9580A94D8}"/>
                  </a:ext>
                </a:extLst>
              </p:cNvPr>
              <p:cNvSpPr txBox="1"/>
              <p:nvPr/>
            </p:nvSpPr>
            <p:spPr>
              <a:xfrm>
                <a:off x="5558887" y="3476195"/>
                <a:ext cx="342873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C2208803-A481-4024-AB8B-71F9580A9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887" y="3476195"/>
                <a:ext cx="342873" cy="275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/>
              <p:nvPr/>
            </p:nvSpPr>
            <p:spPr>
              <a:xfrm>
                <a:off x="1253327" y="2621669"/>
                <a:ext cx="1716428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electron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327" y="2621669"/>
                <a:ext cx="1716428" cy="275460"/>
              </a:xfrm>
              <a:prstGeom prst="rect">
                <a:avLst/>
              </a:prstGeom>
              <a:blipFill>
                <a:blip r:embed="rId13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14DAF1F9-8FA5-4D07-A18F-239DB7DE8DC8}"/>
              </a:ext>
            </a:extLst>
          </p:cNvPr>
          <p:cNvCxnSpPr>
            <a:cxnSpLocks/>
          </p:cNvCxnSpPr>
          <p:nvPr/>
        </p:nvCxnSpPr>
        <p:spPr>
          <a:xfrm>
            <a:off x="1355505" y="2644852"/>
            <a:ext cx="153459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7" name="橢圓 136">
            <a:extLst>
              <a:ext uri="{FF2B5EF4-FFF2-40B4-BE49-F238E27FC236}">
                <a16:creationId xmlns:a16="http://schemas.microsoft.com/office/drawing/2014/main" id="{8EAFA7A9-73E0-420F-B2A3-7B2AAFD72030}"/>
              </a:ext>
            </a:extLst>
          </p:cNvPr>
          <p:cNvSpPr/>
          <p:nvPr/>
        </p:nvSpPr>
        <p:spPr>
          <a:xfrm>
            <a:off x="2843309" y="1979183"/>
            <a:ext cx="203676" cy="20367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E8B9788-8689-4101-BB85-92CB41B05309}"/>
                  </a:ext>
                </a:extLst>
              </p:cNvPr>
              <p:cNvSpPr txBox="1"/>
              <p:nvPr/>
            </p:nvSpPr>
            <p:spPr>
              <a:xfrm>
                <a:off x="2725174" y="1963243"/>
                <a:ext cx="435196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1E8B9788-8689-4101-BB85-92CB41B05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74" y="1963243"/>
                <a:ext cx="435196" cy="2754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橢圓 138">
            <a:extLst>
              <a:ext uri="{FF2B5EF4-FFF2-40B4-BE49-F238E27FC236}">
                <a16:creationId xmlns:a16="http://schemas.microsoft.com/office/drawing/2014/main" id="{62DFBAF0-AEA8-48A2-AA37-A2234FC082CC}"/>
              </a:ext>
            </a:extLst>
          </p:cNvPr>
          <p:cNvSpPr/>
          <p:nvPr/>
        </p:nvSpPr>
        <p:spPr>
          <a:xfrm>
            <a:off x="3343732" y="1221526"/>
            <a:ext cx="203676" cy="2036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57CEC183-CD65-43E5-A3A7-4AC6AA8714C4}"/>
                  </a:ext>
                </a:extLst>
              </p:cNvPr>
              <p:cNvSpPr txBox="1"/>
              <p:nvPr/>
            </p:nvSpPr>
            <p:spPr>
              <a:xfrm>
                <a:off x="3263078" y="1202092"/>
                <a:ext cx="353284" cy="458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TW" sz="119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zh-TW" altLang="en-US" sz="119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57CEC183-CD65-43E5-A3A7-4AC6AA871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078" y="1202092"/>
                <a:ext cx="353284" cy="4585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97A7CF13-86F6-47B4-A598-C8D6A8B754FA}"/>
                  </a:ext>
                </a:extLst>
              </p:cNvPr>
              <p:cNvSpPr txBox="1"/>
              <p:nvPr/>
            </p:nvSpPr>
            <p:spPr>
              <a:xfrm>
                <a:off x="5366133" y="873490"/>
                <a:ext cx="693307" cy="458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97A7CF13-86F6-47B4-A598-C8D6A8B75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133" y="873490"/>
                <a:ext cx="693307" cy="458587"/>
              </a:xfrm>
              <a:prstGeom prst="rect">
                <a:avLst/>
              </a:prstGeom>
              <a:blipFill>
                <a:blip r:embed="rId1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727E83B-4B85-4905-8DEA-9C6C98363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380" r="72508" b="47528"/>
          <a:stretch/>
        </p:blipFill>
        <p:spPr bwMode="auto">
          <a:xfrm>
            <a:off x="-1609566" y="-1532039"/>
            <a:ext cx="1311903" cy="30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4F326886-FDF1-43EE-A84B-9D3A0E9A6B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892" r="72508" b="47528"/>
          <a:stretch/>
        </p:blipFill>
        <p:spPr bwMode="auto">
          <a:xfrm>
            <a:off x="-1689543" y="-980887"/>
            <a:ext cx="1311903" cy="2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D333BFDF-7FF8-46D1-AFE0-7F21C627A93B}"/>
                  </a:ext>
                </a:extLst>
              </p:cNvPr>
              <p:cNvSpPr txBox="1"/>
              <p:nvPr/>
            </p:nvSpPr>
            <p:spPr>
              <a:xfrm>
                <a:off x="-1212425" y="-817847"/>
                <a:ext cx="351017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19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D333BFDF-7FF8-46D1-AFE0-7F21C627A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2425" y="-817847"/>
                <a:ext cx="351017" cy="275460"/>
              </a:xfrm>
              <a:prstGeom prst="rect">
                <a:avLst/>
              </a:prstGeom>
              <a:blipFill>
                <a:blip r:embed="rId17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橢圓 102">
            <a:extLst>
              <a:ext uri="{FF2B5EF4-FFF2-40B4-BE49-F238E27FC236}">
                <a16:creationId xmlns:a16="http://schemas.microsoft.com/office/drawing/2014/main" id="{69D45821-0C3C-45B6-B792-DCEADBA7656C}"/>
              </a:ext>
            </a:extLst>
          </p:cNvPr>
          <p:cNvSpPr/>
          <p:nvPr/>
        </p:nvSpPr>
        <p:spPr>
          <a:xfrm rot="5400000">
            <a:off x="-1308455" y="-1230444"/>
            <a:ext cx="254044" cy="764737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 dirty="0"/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5EB8E4F6-5312-4BA1-9D01-B215630745F3}"/>
              </a:ext>
            </a:extLst>
          </p:cNvPr>
          <p:cNvGrpSpPr/>
          <p:nvPr/>
        </p:nvGrpSpPr>
        <p:grpSpPr>
          <a:xfrm>
            <a:off x="-1178103" y="-950769"/>
            <a:ext cx="383195" cy="458587"/>
            <a:chOff x="-4369253" y="8676692"/>
            <a:chExt cx="733220" cy="18978330"/>
          </a:xfrm>
        </p:grpSpPr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5F6B2881-90B2-4580-BBEB-86D11F8828D0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F28395F0-5CF4-4013-8EB3-D98B6AE42B47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F28395F0-5CF4-4013-8EB3-D98B6AE42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F2ACC971-C15D-4BA9-A963-6695E4ABE16F}"/>
              </a:ext>
            </a:extLst>
          </p:cNvPr>
          <p:cNvGrpSpPr/>
          <p:nvPr/>
        </p:nvGrpSpPr>
        <p:grpSpPr>
          <a:xfrm>
            <a:off x="-1566086" y="-950772"/>
            <a:ext cx="311069" cy="458587"/>
            <a:chOff x="-3462985" y="7394295"/>
            <a:chExt cx="595211" cy="33852587"/>
          </a:xfrm>
        </p:grpSpPr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662475F3-D50F-4447-BF43-45C6FDFF1396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B97A3A4E-E327-4B5A-81E5-864DE1D91973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B97A3A4E-E327-4B5A-81E5-864DE1D9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B5B5133A-1978-45E5-B6B5-2E98B7485810}"/>
              </a:ext>
            </a:extLst>
          </p:cNvPr>
          <p:cNvCxnSpPr>
            <a:cxnSpLocks/>
          </p:cNvCxnSpPr>
          <p:nvPr/>
        </p:nvCxnSpPr>
        <p:spPr>
          <a:xfrm>
            <a:off x="-2375967" y="-837859"/>
            <a:ext cx="825137" cy="0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9" name="橢圓 118">
            <a:extLst>
              <a:ext uri="{FF2B5EF4-FFF2-40B4-BE49-F238E27FC236}">
                <a16:creationId xmlns:a16="http://schemas.microsoft.com/office/drawing/2014/main" id="{7BEF6DDF-6B7F-461F-B703-980B5027634D}"/>
              </a:ext>
            </a:extLst>
          </p:cNvPr>
          <p:cNvSpPr/>
          <p:nvPr/>
        </p:nvSpPr>
        <p:spPr>
          <a:xfrm rot="5400000">
            <a:off x="-962918" y="-1771938"/>
            <a:ext cx="254044" cy="764737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 dirty="0"/>
          </a:p>
        </p:txBody>
      </p: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33478C8-B1CE-4A5C-859A-02E15812E366}"/>
              </a:ext>
            </a:extLst>
          </p:cNvPr>
          <p:cNvGrpSpPr/>
          <p:nvPr/>
        </p:nvGrpSpPr>
        <p:grpSpPr>
          <a:xfrm>
            <a:off x="-832567" y="-1492264"/>
            <a:ext cx="383195" cy="458587"/>
            <a:chOff x="-4369253" y="8676692"/>
            <a:chExt cx="733220" cy="18978330"/>
          </a:xfrm>
        </p:grpSpPr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990347E6-C6CA-437F-AD23-2F6539E1E6E7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26A53638-B3E7-4791-A3BC-229268DA23AB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26A53638-B3E7-4791-A3BC-229268DA2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3D140486-B4BA-40B8-99B7-322EA1F76FDD}"/>
              </a:ext>
            </a:extLst>
          </p:cNvPr>
          <p:cNvGrpSpPr/>
          <p:nvPr/>
        </p:nvGrpSpPr>
        <p:grpSpPr>
          <a:xfrm>
            <a:off x="-1220549" y="-1492268"/>
            <a:ext cx="311069" cy="458587"/>
            <a:chOff x="-3462985" y="7394295"/>
            <a:chExt cx="595211" cy="33852587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1744D060-ACAD-4787-B5B5-37471415A8F8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8B17462B-6DD7-4AD7-B5CF-D71303670AE0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8B17462B-6DD7-4AD7-B5CF-D71303670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D3532EBB-27BC-479B-8AF5-A0EA4ED9E749}"/>
              </a:ext>
            </a:extLst>
          </p:cNvPr>
          <p:cNvCxnSpPr>
            <a:cxnSpLocks/>
          </p:cNvCxnSpPr>
          <p:nvPr/>
        </p:nvCxnSpPr>
        <p:spPr>
          <a:xfrm flipV="1">
            <a:off x="-835898" y="-1386718"/>
            <a:ext cx="0" cy="825137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66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直角三角形 494">
            <a:extLst>
              <a:ext uri="{FF2B5EF4-FFF2-40B4-BE49-F238E27FC236}">
                <a16:creationId xmlns:a16="http://schemas.microsoft.com/office/drawing/2014/main" id="{633FC8D8-7128-4870-849C-681E4E8E8ED1}"/>
              </a:ext>
            </a:extLst>
          </p:cNvPr>
          <p:cNvSpPr/>
          <p:nvPr/>
        </p:nvSpPr>
        <p:spPr>
          <a:xfrm rot="10800000" flipH="1">
            <a:off x="460807" y="3563748"/>
            <a:ext cx="4651498" cy="778877"/>
          </a:xfrm>
          <a:prstGeom prst="rt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89"/>
          </a:p>
        </p:txBody>
      </p:sp>
      <p:cxnSp>
        <p:nvCxnSpPr>
          <p:cNvPr id="492" name="直線單箭頭接點 491">
            <a:extLst>
              <a:ext uri="{FF2B5EF4-FFF2-40B4-BE49-F238E27FC236}">
                <a16:creationId xmlns:a16="http://schemas.microsoft.com/office/drawing/2014/main" id="{E8D730FB-6F77-4F82-B8D6-149CDA1426D6}"/>
              </a:ext>
            </a:extLst>
          </p:cNvPr>
          <p:cNvCxnSpPr>
            <a:cxnSpLocks/>
          </p:cNvCxnSpPr>
          <p:nvPr/>
        </p:nvCxnSpPr>
        <p:spPr>
          <a:xfrm flipV="1">
            <a:off x="2722974" y="382836"/>
            <a:ext cx="458601" cy="1109857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7ED8286C-7DC9-4289-A2C3-C088810BC0F8}"/>
              </a:ext>
            </a:extLst>
          </p:cNvPr>
          <p:cNvGrpSpPr/>
          <p:nvPr/>
        </p:nvGrpSpPr>
        <p:grpSpPr>
          <a:xfrm>
            <a:off x="3267493" y="302391"/>
            <a:ext cx="2147359" cy="1362911"/>
            <a:chOff x="17407" y="1745615"/>
            <a:chExt cx="3953605" cy="2509322"/>
          </a:xfrm>
        </p:grpSpPr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0B20EC4C-5509-430F-89A8-181956234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81" t="20538" r="22392" b="22855"/>
            <a:stretch/>
          </p:blipFill>
          <p:spPr>
            <a:xfrm>
              <a:off x="17407" y="1745615"/>
              <a:ext cx="2300411" cy="24106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D74E51B6-F956-4049-BC40-19A2D87A8152}"/>
                    </a:ext>
                  </a:extLst>
                </p:cNvPr>
                <p:cNvSpPr txBox="1"/>
                <p:nvPr/>
              </p:nvSpPr>
              <p:spPr>
                <a:xfrm>
                  <a:off x="2090289" y="3073446"/>
                  <a:ext cx="1880723" cy="11814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Center of mass momentum</a:t>
                  </a:r>
                  <a:r>
                    <a:rPr lang="zh-TW" altLang="en-US" sz="119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19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a14:m>
                  <a:endParaRPr lang="zh-TW" altLang="en-US" sz="119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D74E51B6-F956-4049-BC40-19A2D87A8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289" y="3073446"/>
                  <a:ext cx="1880723" cy="1181491"/>
                </a:xfrm>
                <a:prstGeom prst="rect">
                  <a:avLst/>
                </a:prstGeom>
                <a:blipFill>
                  <a:blip r:embed="rId3"/>
                  <a:stretch>
                    <a:fillRect l="-599" t="-952" b="-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線單箭頭接點 154">
              <a:extLst>
                <a:ext uri="{FF2B5EF4-FFF2-40B4-BE49-F238E27FC236}">
                  <a16:creationId xmlns:a16="http://schemas.microsoft.com/office/drawing/2014/main" id="{0156711D-AC4F-4EA2-8054-007C6860888F}"/>
                </a:ext>
              </a:extLst>
            </p:cNvPr>
            <p:cNvCxnSpPr>
              <a:cxnSpLocks/>
            </p:cNvCxnSpPr>
            <p:nvPr/>
          </p:nvCxnSpPr>
          <p:spPr>
            <a:xfrm>
              <a:off x="1100506" y="3018888"/>
              <a:ext cx="1709281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79F2F18A-647D-4C8D-96D4-B7E3BE66407F}"/>
                </a:ext>
              </a:extLst>
            </p:cNvPr>
            <p:cNvSpPr/>
            <p:nvPr/>
          </p:nvSpPr>
          <p:spPr>
            <a:xfrm rot="2160000">
              <a:off x="866640" y="2278781"/>
              <a:ext cx="467732" cy="1407994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418" dirty="0"/>
            </a:p>
          </p:txBody>
        </p:sp>
        <p:grpSp>
          <p:nvGrpSpPr>
            <p:cNvPr id="165" name="群組 164">
              <a:extLst>
                <a:ext uri="{FF2B5EF4-FFF2-40B4-BE49-F238E27FC236}">
                  <a16:creationId xmlns:a16="http://schemas.microsoft.com/office/drawing/2014/main" id="{86FCE5B0-ADC2-4223-B6D4-0416F129D80F}"/>
                </a:ext>
              </a:extLst>
            </p:cNvPr>
            <p:cNvGrpSpPr/>
            <p:nvPr/>
          </p:nvGrpSpPr>
          <p:grpSpPr>
            <a:xfrm>
              <a:off x="497040" y="3111199"/>
              <a:ext cx="705518" cy="844326"/>
              <a:chOff x="-4369253" y="8676692"/>
              <a:chExt cx="733220" cy="877480"/>
            </a:xfrm>
          </p:grpSpPr>
          <p:sp>
            <p:nvSpPr>
              <p:cNvPr id="166" name="橢圓 165">
                <a:extLst>
                  <a:ext uri="{FF2B5EF4-FFF2-40B4-BE49-F238E27FC236}">
                    <a16:creationId xmlns:a16="http://schemas.microsoft.com/office/drawing/2014/main" id="{885682BC-82BD-44C0-B004-7F43F9D4D24E}"/>
                  </a:ext>
                </a:extLst>
              </p:cNvPr>
              <p:cNvSpPr/>
              <p:nvPr/>
            </p:nvSpPr>
            <p:spPr>
              <a:xfrm>
                <a:off x="-4170209" y="8703551"/>
                <a:ext cx="343151" cy="3431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9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6475BE4C-96D3-48D5-9400-081714EEB478}"/>
                      </a:ext>
                    </a:extLst>
                  </p:cNvPr>
                  <p:cNvSpPr txBox="1"/>
                  <p:nvPr/>
                </p:nvSpPr>
                <p:spPr>
                  <a:xfrm>
                    <a:off x="-4369253" y="8676692"/>
                    <a:ext cx="733220" cy="8774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190" b="1" dirty="0"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9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19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p>
                            <m:r>
                              <a:rPr lang="en-US" altLang="zh-TW" sz="119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p>
                      </m:oMath>
                    </a14:m>
                    <a:endParaRPr lang="zh-TW" altLang="en-US" sz="119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6475BE4C-96D3-48D5-9400-081714EEB4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369253" y="8676692"/>
                    <a:ext cx="733220" cy="8774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8" name="群組 167">
              <a:extLst>
                <a:ext uri="{FF2B5EF4-FFF2-40B4-BE49-F238E27FC236}">
                  <a16:creationId xmlns:a16="http://schemas.microsoft.com/office/drawing/2014/main" id="{D5A1306B-DA44-4A82-8619-01946A67CCB0}"/>
                </a:ext>
              </a:extLst>
            </p:cNvPr>
            <p:cNvGrpSpPr/>
            <p:nvPr/>
          </p:nvGrpSpPr>
          <p:grpSpPr>
            <a:xfrm>
              <a:off x="1065405" y="2444449"/>
              <a:ext cx="572724" cy="844327"/>
              <a:chOff x="-3462985" y="7394295"/>
              <a:chExt cx="595211" cy="877481"/>
            </a:xfrm>
          </p:grpSpPr>
          <p:sp>
            <p:nvSpPr>
              <p:cNvPr id="169" name="橢圓 168">
                <a:extLst>
                  <a:ext uri="{FF2B5EF4-FFF2-40B4-BE49-F238E27FC236}">
                    <a16:creationId xmlns:a16="http://schemas.microsoft.com/office/drawing/2014/main" id="{58DC1FC0-BB6A-4EC0-BB4F-9E05E452F0A0}"/>
                  </a:ext>
                </a:extLst>
              </p:cNvPr>
              <p:cNvSpPr/>
              <p:nvPr/>
            </p:nvSpPr>
            <p:spPr>
              <a:xfrm>
                <a:off x="-3327103" y="7427051"/>
                <a:ext cx="343151" cy="34314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9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E4AC027B-63B1-4E59-AFEC-5D331D28AAAE}"/>
                      </a:ext>
                    </a:extLst>
                  </p:cNvPr>
                  <p:cNvSpPr txBox="1"/>
                  <p:nvPr/>
                </p:nvSpPr>
                <p:spPr>
                  <a:xfrm>
                    <a:off x="-3462985" y="7394295"/>
                    <a:ext cx="595211" cy="8774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190" b="1" dirty="0">
                        <a:solidFill>
                          <a:schemeClr val="bg1"/>
                        </a:solidFill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9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19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TW" sz="119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</m:oMath>
                    </a14:m>
                    <a:endParaRPr lang="zh-TW" altLang="en-US" sz="119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E4AC027B-63B1-4E59-AFEC-5D331D28AA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462985" y="7394295"/>
                    <a:ext cx="595211" cy="87748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44" name="圖片 443">
            <a:extLst>
              <a:ext uri="{FF2B5EF4-FFF2-40B4-BE49-F238E27FC236}">
                <a16:creationId xmlns:a16="http://schemas.microsoft.com/office/drawing/2014/main" id="{C9974883-02B0-4AE0-82FA-DA92371950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1874543" y="-204616"/>
            <a:ext cx="2096289" cy="602118"/>
          </a:xfrm>
          <a:prstGeom prst="rect">
            <a:avLst/>
          </a:prstGeom>
        </p:spPr>
      </p:pic>
      <p:grpSp>
        <p:nvGrpSpPr>
          <p:cNvPr id="353" name="群組 352">
            <a:extLst>
              <a:ext uri="{FF2B5EF4-FFF2-40B4-BE49-F238E27FC236}">
                <a16:creationId xmlns:a16="http://schemas.microsoft.com/office/drawing/2014/main" id="{FD8BF39E-7E43-4286-BB8F-86C05BEE74D5}"/>
              </a:ext>
            </a:extLst>
          </p:cNvPr>
          <p:cNvGrpSpPr/>
          <p:nvPr/>
        </p:nvGrpSpPr>
        <p:grpSpPr>
          <a:xfrm>
            <a:off x="2388243" y="4514079"/>
            <a:ext cx="2782951" cy="305428"/>
            <a:chOff x="3345002" y="11560841"/>
            <a:chExt cx="5123831" cy="562337"/>
          </a:xfrm>
        </p:grpSpPr>
        <p:pic>
          <p:nvPicPr>
            <p:cNvPr id="73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ED7B524C-E5B5-4932-AFEF-7CBCD9970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4" t="44380" r="72508" b="47528"/>
            <a:stretch/>
          </p:blipFill>
          <p:spPr bwMode="auto">
            <a:xfrm>
              <a:off x="3345002" y="11560841"/>
              <a:ext cx="2771314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0B3CFE72-9B40-4F6A-9ECA-28E55BBA9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4380" r="72781" b="47528"/>
            <a:stretch/>
          </p:blipFill>
          <p:spPr bwMode="auto">
            <a:xfrm>
              <a:off x="6087038" y="11560841"/>
              <a:ext cx="2381795" cy="56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A353FB44-D045-4237-8889-CB9DF6265C45}"/>
              </a:ext>
            </a:extLst>
          </p:cNvPr>
          <p:cNvSpPr txBox="1"/>
          <p:nvPr/>
        </p:nvSpPr>
        <p:spPr>
          <a:xfrm>
            <a:off x="-1323768" y="4371042"/>
            <a:ext cx="972319" cy="29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/>
              <p:nvPr/>
            </p:nvSpPr>
            <p:spPr>
              <a:xfrm>
                <a:off x="2665323" y="2220493"/>
                <a:ext cx="151686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D1A7EC0A-65E6-4368-B82D-745508407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323" y="2220493"/>
                <a:ext cx="151686" cy="275460"/>
              </a:xfrm>
              <a:prstGeom prst="rect">
                <a:avLst/>
              </a:prstGeom>
              <a:blipFill>
                <a:blip r:embed="rId8"/>
                <a:stretch>
                  <a:fillRect l="-32000"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CE54A2-F33F-48BE-AAA7-597A3A6A6E09}"/>
                  </a:ext>
                </a:extLst>
              </p:cNvPr>
              <p:cNvSpPr/>
              <p:nvPr/>
            </p:nvSpPr>
            <p:spPr>
              <a:xfrm>
                <a:off x="4534732" y="3574724"/>
                <a:ext cx="970777" cy="292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1303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303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CE54A2-F33F-48BE-AAA7-597A3A6A6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732" y="3574724"/>
                <a:ext cx="970777" cy="292837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15F6C6-3EAB-45C2-8B93-DB0D2E4559C0}"/>
                  </a:ext>
                </a:extLst>
              </p:cNvPr>
              <p:cNvSpPr txBox="1"/>
              <p:nvPr/>
            </p:nvSpPr>
            <p:spPr>
              <a:xfrm>
                <a:off x="2521504" y="4008786"/>
                <a:ext cx="264767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119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6015F6C6-3EAB-45C2-8B93-DB0D2E45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504" y="4008786"/>
                <a:ext cx="264767" cy="2754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C4C563DB-8FF3-42AD-9C84-944911640189}"/>
                  </a:ext>
                </a:extLst>
              </p:cNvPr>
              <p:cNvSpPr txBox="1"/>
              <p:nvPr/>
            </p:nvSpPr>
            <p:spPr>
              <a:xfrm>
                <a:off x="-764367" y="3280621"/>
                <a:ext cx="695129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303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30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C4C563DB-8FF3-42AD-9C84-94491164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4367" y="3280621"/>
                <a:ext cx="695129" cy="2928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9C3927FC-22BC-4F57-9043-FEA9A7CE03DC}"/>
                  </a:ext>
                </a:extLst>
              </p:cNvPr>
              <p:cNvSpPr txBox="1"/>
              <p:nvPr/>
            </p:nvSpPr>
            <p:spPr>
              <a:xfrm>
                <a:off x="4653640" y="3280621"/>
                <a:ext cx="746614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303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30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7" name="文字方塊 256">
                <a:extLst>
                  <a:ext uri="{FF2B5EF4-FFF2-40B4-BE49-F238E27FC236}">
                    <a16:creationId xmlns:a16="http://schemas.microsoft.com/office/drawing/2014/main" id="{9C3927FC-22BC-4F57-9043-FEA9A7CE0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40" y="3280621"/>
                <a:ext cx="746614" cy="2928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6CC4709-DE29-4557-8F17-9D8B0B81FD4A}"/>
                  </a:ext>
                </a:extLst>
              </p:cNvPr>
              <p:cNvSpPr/>
              <p:nvPr/>
            </p:nvSpPr>
            <p:spPr>
              <a:xfrm>
                <a:off x="348776" y="3574724"/>
                <a:ext cx="944989" cy="292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1303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1303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303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6CC4709-DE29-4557-8F17-9D8B0B81F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76" y="3574724"/>
                <a:ext cx="944989" cy="292837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6" name="直線接點 415">
            <a:extLst>
              <a:ext uri="{FF2B5EF4-FFF2-40B4-BE49-F238E27FC236}">
                <a16:creationId xmlns:a16="http://schemas.microsoft.com/office/drawing/2014/main" id="{32DC1E69-D0E8-4DC1-B86A-1BCBD260E55C}"/>
              </a:ext>
            </a:extLst>
          </p:cNvPr>
          <p:cNvCxnSpPr>
            <a:cxnSpLocks/>
          </p:cNvCxnSpPr>
          <p:nvPr/>
        </p:nvCxnSpPr>
        <p:spPr>
          <a:xfrm>
            <a:off x="3217539" y="396328"/>
            <a:ext cx="0" cy="182823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線接點 416">
            <a:extLst>
              <a:ext uri="{FF2B5EF4-FFF2-40B4-BE49-F238E27FC236}">
                <a16:creationId xmlns:a16="http://schemas.microsoft.com/office/drawing/2014/main" id="{9343C70B-D72D-4B75-85B5-3B1B95A5D5DA}"/>
              </a:ext>
            </a:extLst>
          </p:cNvPr>
          <p:cNvCxnSpPr>
            <a:cxnSpLocks/>
          </p:cNvCxnSpPr>
          <p:nvPr/>
        </p:nvCxnSpPr>
        <p:spPr>
          <a:xfrm>
            <a:off x="2722967" y="1509646"/>
            <a:ext cx="0" cy="72008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13B1C712-D0B4-4130-AD15-A1B3B876FCD6}"/>
                  </a:ext>
                </a:extLst>
              </p:cNvPr>
              <p:cNvSpPr txBox="1"/>
              <p:nvPr/>
            </p:nvSpPr>
            <p:spPr>
              <a:xfrm>
                <a:off x="2961859" y="2220493"/>
                <a:ext cx="618568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13B1C712-D0B4-4130-AD15-A1B3B876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859" y="2220493"/>
                <a:ext cx="618568" cy="275460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2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5B2E5170-77B6-44E6-9EA9-C261EA6DF6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7" t="44380" r="72508" b="47528"/>
          <a:stretch/>
        </p:blipFill>
        <p:spPr bwMode="auto">
          <a:xfrm>
            <a:off x="-1013986" y="4511163"/>
            <a:ext cx="911788" cy="30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C6195466-AFD9-4727-BC1D-B7D927D79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4892" r="72508" b="47528"/>
          <a:stretch/>
        </p:blipFill>
        <p:spPr bwMode="auto">
          <a:xfrm>
            <a:off x="1122682" y="4530930"/>
            <a:ext cx="1311903" cy="28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5" name="橢圓 424">
            <a:extLst>
              <a:ext uri="{FF2B5EF4-FFF2-40B4-BE49-F238E27FC236}">
                <a16:creationId xmlns:a16="http://schemas.microsoft.com/office/drawing/2014/main" id="{6307CEC6-F291-42A6-ADBA-F305D6D35EE8}"/>
              </a:ext>
            </a:extLst>
          </p:cNvPr>
          <p:cNvSpPr/>
          <p:nvPr/>
        </p:nvSpPr>
        <p:spPr>
          <a:xfrm rot="5400000">
            <a:off x="4901964" y="4298923"/>
            <a:ext cx="254044" cy="764738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 dirty="0"/>
          </a:p>
        </p:txBody>
      </p: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1A0EDD8E-DA61-4CCE-BEC6-183033C2BACB}"/>
              </a:ext>
            </a:extLst>
          </p:cNvPr>
          <p:cNvGrpSpPr/>
          <p:nvPr/>
        </p:nvGrpSpPr>
        <p:grpSpPr>
          <a:xfrm>
            <a:off x="5032315" y="4578589"/>
            <a:ext cx="383194" cy="458587"/>
            <a:chOff x="-4369253" y="8676692"/>
            <a:chExt cx="733220" cy="1175489"/>
          </a:xfrm>
        </p:grpSpPr>
        <p:sp>
          <p:nvSpPr>
            <p:cNvPr id="427" name="橢圓 426">
              <a:extLst>
                <a:ext uri="{FF2B5EF4-FFF2-40B4-BE49-F238E27FC236}">
                  <a16:creationId xmlns:a16="http://schemas.microsoft.com/office/drawing/2014/main" id="{A918E310-7D6F-4841-8643-9C3D24AA5A22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BA7752B0-0B88-4758-9808-3CD87DDCD220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1175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8" name="文字方塊 427">
                  <a:extLst>
                    <a:ext uri="{FF2B5EF4-FFF2-40B4-BE49-F238E27FC236}">
                      <a16:creationId xmlns:a16="http://schemas.microsoft.com/office/drawing/2014/main" id="{BA7752B0-0B88-4758-9808-3CD87DDCD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117548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9" name="群組 428">
            <a:extLst>
              <a:ext uri="{FF2B5EF4-FFF2-40B4-BE49-F238E27FC236}">
                <a16:creationId xmlns:a16="http://schemas.microsoft.com/office/drawing/2014/main" id="{6E6EE0D3-EE9A-4B0A-ACC1-6D105AC316A7}"/>
              </a:ext>
            </a:extLst>
          </p:cNvPr>
          <p:cNvGrpSpPr/>
          <p:nvPr/>
        </p:nvGrpSpPr>
        <p:grpSpPr>
          <a:xfrm>
            <a:off x="4644331" y="4578598"/>
            <a:ext cx="311070" cy="458587"/>
            <a:chOff x="-3462985" y="7394295"/>
            <a:chExt cx="595211" cy="2130165"/>
          </a:xfrm>
        </p:grpSpPr>
        <p:sp>
          <p:nvSpPr>
            <p:cNvPr id="430" name="橢圓 429">
              <a:extLst>
                <a:ext uri="{FF2B5EF4-FFF2-40B4-BE49-F238E27FC236}">
                  <a16:creationId xmlns:a16="http://schemas.microsoft.com/office/drawing/2014/main" id="{776C87DE-FB37-4FDA-A022-EAE7ABF4B83A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1" name="文字方塊 430">
                  <a:extLst>
                    <a:ext uri="{FF2B5EF4-FFF2-40B4-BE49-F238E27FC236}">
                      <a16:creationId xmlns:a16="http://schemas.microsoft.com/office/drawing/2014/main" id="{AD6ED4BA-6997-4B3D-9C3C-763E035CB92A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2130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1" name="文字方塊 430">
                  <a:extLst>
                    <a:ext uri="{FF2B5EF4-FFF2-40B4-BE49-F238E27FC236}">
                      <a16:creationId xmlns:a16="http://schemas.microsoft.com/office/drawing/2014/main" id="{AD6ED4BA-6997-4B3D-9C3C-763E035CB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21301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2" name="直線單箭頭接點 431">
            <a:extLst>
              <a:ext uri="{FF2B5EF4-FFF2-40B4-BE49-F238E27FC236}">
                <a16:creationId xmlns:a16="http://schemas.microsoft.com/office/drawing/2014/main" id="{085F31D8-16F6-4457-A2FA-D4B881968587}"/>
              </a:ext>
            </a:extLst>
          </p:cNvPr>
          <p:cNvCxnSpPr>
            <a:cxnSpLocks/>
          </p:cNvCxnSpPr>
          <p:nvPr/>
        </p:nvCxnSpPr>
        <p:spPr>
          <a:xfrm>
            <a:off x="1020650" y="684690"/>
            <a:ext cx="825136" cy="0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3" name="橢圓 432">
            <a:extLst>
              <a:ext uri="{FF2B5EF4-FFF2-40B4-BE49-F238E27FC236}">
                <a16:creationId xmlns:a16="http://schemas.microsoft.com/office/drawing/2014/main" id="{FFA1D86F-D472-4DF0-8125-5CE89ED63115}"/>
              </a:ext>
            </a:extLst>
          </p:cNvPr>
          <p:cNvSpPr/>
          <p:nvPr/>
        </p:nvSpPr>
        <p:spPr>
          <a:xfrm rot="5400000">
            <a:off x="-592167" y="4271269"/>
            <a:ext cx="254044" cy="764737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 dirty="0"/>
          </a:p>
        </p:txBody>
      </p:sp>
      <p:grpSp>
        <p:nvGrpSpPr>
          <p:cNvPr id="434" name="群組 433">
            <a:extLst>
              <a:ext uri="{FF2B5EF4-FFF2-40B4-BE49-F238E27FC236}">
                <a16:creationId xmlns:a16="http://schemas.microsoft.com/office/drawing/2014/main" id="{442D5FB0-6A3B-40DB-BE3F-49173B38F98F}"/>
              </a:ext>
            </a:extLst>
          </p:cNvPr>
          <p:cNvGrpSpPr/>
          <p:nvPr/>
        </p:nvGrpSpPr>
        <p:grpSpPr>
          <a:xfrm>
            <a:off x="-461815" y="4550939"/>
            <a:ext cx="383195" cy="458587"/>
            <a:chOff x="-4369253" y="8676692"/>
            <a:chExt cx="733220" cy="18978330"/>
          </a:xfrm>
        </p:grpSpPr>
        <p:sp>
          <p:nvSpPr>
            <p:cNvPr id="435" name="橢圓 434">
              <a:extLst>
                <a:ext uri="{FF2B5EF4-FFF2-40B4-BE49-F238E27FC236}">
                  <a16:creationId xmlns:a16="http://schemas.microsoft.com/office/drawing/2014/main" id="{F8F2AF49-AB25-47E8-A306-5CAD237C3B3E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6" name="文字方塊 435">
                  <a:extLst>
                    <a:ext uri="{FF2B5EF4-FFF2-40B4-BE49-F238E27FC236}">
                      <a16:creationId xmlns:a16="http://schemas.microsoft.com/office/drawing/2014/main" id="{E63407F8-0923-480F-A46B-97C478981904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6" name="文字方塊 435">
                  <a:extLst>
                    <a:ext uri="{FF2B5EF4-FFF2-40B4-BE49-F238E27FC236}">
                      <a16:creationId xmlns:a16="http://schemas.microsoft.com/office/drawing/2014/main" id="{E63407F8-0923-480F-A46B-97C478981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1897833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7" name="群組 436">
            <a:extLst>
              <a:ext uri="{FF2B5EF4-FFF2-40B4-BE49-F238E27FC236}">
                <a16:creationId xmlns:a16="http://schemas.microsoft.com/office/drawing/2014/main" id="{62B91655-5E0B-407B-8FDB-F3CA6319F5B9}"/>
              </a:ext>
            </a:extLst>
          </p:cNvPr>
          <p:cNvGrpSpPr/>
          <p:nvPr/>
        </p:nvGrpSpPr>
        <p:grpSpPr>
          <a:xfrm>
            <a:off x="-849798" y="4550935"/>
            <a:ext cx="311069" cy="458587"/>
            <a:chOff x="-3462985" y="7394295"/>
            <a:chExt cx="595211" cy="33852587"/>
          </a:xfrm>
        </p:grpSpPr>
        <p:sp>
          <p:nvSpPr>
            <p:cNvPr id="438" name="橢圓 437">
              <a:extLst>
                <a:ext uri="{FF2B5EF4-FFF2-40B4-BE49-F238E27FC236}">
                  <a16:creationId xmlns:a16="http://schemas.microsoft.com/office/drawing/2014/main" id="{3A26A30E-4CB2-49CD-894F-B27A59F8FEE1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402D12E0-2BC9-438C-80A5-F150B1694A37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402D12E0-2BC9-438C-80A5-F150B1694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338525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45" name="圖片 444">
            <a:extLst>
              <a:ext uri="{FF2B5EF4-FFF2-40B4-BE49-F238E27FC236}">
                <a16:creationId xmlns:a16="http://schemas.microsoft.com/office/drawing/2014/main" id="{05E8E5DF-19E2-4A38-9CEE-D21B21A34F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1882708" y="1492683"/>
            <a:ext cx="2079973" cy="602118"/>
          </a:xfrm>
          <a:prstGeom prst="rect">
            <a:avLst/>
          </a:prstGeom>
        </p:spPr>
      </p:pic>
      <p:grpSp>
        <p:nvGrpSpPr>
          <p:cNvPr id="464" name="群組 463">
            <a:extLst>
              <a:ext uri="{FF2B5EF4-FFF2-40B4-BE49-F238E27FC236}">
                <a16:creationId xmlns:a16="http://schemas.microsoft.com/office/drawing/2014/main" id="{0BC21C04-B849-404B-B766-2954704711B9}"/>
              </a:ext>
            </a:extLst>
          </p:cNvPr>
          <p:cNvGrpSpPr/>
          <p:nvPr/>
        </p:nvGrpSpPr>
        <p:grpSpPr>
          <a:xfrm>
            <a:off x="2496184" y="1398238"/>
            <a:ext cx="435196" cy="275460"/>
            <a:chOff x="-66948" y="4763397"/>
            <a:chExt cx="801265" cy="507164"/>
          </a:xfrm>
        </p:grpSpPr>
        <p:sp>
          <p:nvSpPr>
            <p:cNvPr id="446" name="橢圓 445">
              <a:extLst>
                <a:ext uri="{FF2B5EF4-FFF2-40B4-BE49-F238E27FC236}">
                  <a16:creationId xmlns:a16="http://schemas.microsoft.com/office/drawing/2014/main" id="{80891AD1-DBC3-44BD-8BAA-5AB4998500C4}"/>
                </a:ext>
              </a:extLst>
            </p:cNvPr>
            <p:cNvSpPr/>
            <p:nvPr/>
          </p:nvSpPr>
          <p:spPr>
            <a:xfrm>
              <a:off x="150564" y="4792748"/>
              <a:ext cx="374996" cy="3749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4E205B6D-590D-4260-8F86-B44F56EB3B21}"/>
                    </a:ext>
                  </a:extLst>
                </p:cNvPr>
                <p:cNvSpPr txBox="1"/>
                <p:nvPr/>
              </p:nvSpPr>
              <p:spPr>
                <a:xfrm>
                  <a:off x="-66948" y="4763397"/>
                  <a:ext cx="801265" cy="507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7" name="文字方塊 446">
                  <a:extLst>
                    <a:ext uri="{FF2B5EF4-FFF2-40B4-BE49-F238E27FC236}">
                      <a16:creationId xmlns:a16="http://schemas.microsoft.com/office/drawing/2014/main" id="{4E205B6D-590D-4260-8F86-B44F56EB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6948" y="4763397"/>
                  <a:ext cx="801265" cy="50716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5" name="群組 464">
            <a:extLst>
              <a:ext uri="{FF2B5EF4-FFF2-40B4-BE49-F238E27FC236}">
                <a16:creationId xmlns:a16="http://schemas.microsoft.com/office/drawing/2014/main" id="{B0F93CED-C79E-437A-A4B3-04BA31A5B680}"/>
              </a:ext>
            </a:extLst>
          </p:cNvPr>
          <p:cNvGrpSpPr/>
          <p:nvPr/>
        </p:nvGrpSpPr>
        <p:grpSpPr>
          <a:xfrm>
            <a:off x="3034087" y="170544"/>
            <a:ext cx="353284" cy="458587"/>
            <a:chOff x="923424" y="3361990"/>
            <a:chExt cx="650448" cy="844325"/>
          </a:xfrm>
        </p:grpSpPr>
        <p:sp>
          <p:nvSpPr>
            <p:cNvPr id="448" name="橢圓 447">
              <a:extLst>
                <a:ext uri="{FF2B5EF4-FFF2-40B4-BE49-F238E27FC236}">
                  <a16:creationId xmlns:a16="http://schemas.microsoft.com/office/drawing/2014/main" id="{B1DB0B8F-931A-426B-B329-894F7A6AF9BE}"/>
                </a:ext>
              </a:extLst>
            </p:cNvPr>
            <p:cNvSpPr/>
            <p:nvPr/>
          </p:nvSpPr>
          <p:spPr>
            <a:xfrm>
              <a:off x="1071916" y="3397786"/>
              <a:ext cx="374996" cy="3749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9" name="文字方塊 448">
                  <a:extLst>
                    <a:ext uri="{FF2B5EF4-FFF2-40B4-BE49-F238E27FC236}">
                      <a16:creationId xmlns:a16="http://schemas.microsoft.com/office/drawing/2014/main" id="{29D21D1F-5923-446C-A842-F2877F21BD3E}"/>
                    </a:ext>
                  </a:extLst>
                </p:cNvPr>
                <p:cNvSpPr txBox="1"/>
                <p:nvPr/>
              </p:nvSpPr>
              <p:spPr>
                <a:xfrm>
                  <a:off x="923424" y="3361990"/>
                  <a:ext cx="650448" cy="844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9" name="文字方塊 448">
                  <a:extLst>
                    <a:ext uri="{FF2B5EF4-FFF2-40B4-BE49-F238E27FC236}">
                      <a16:creationId xmlns:a16="http://schemas.microsoft.com/office/drawing/2014/main" id="{29D21D1F-5923-446C-A842-F2877F21B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24" y="3361990"/>
                  <a:ext cx="650448" cy="84432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1" name="群組 450">
            <a:extLst>
              <a:ext uri="{FF2B5EF4-FFF2-40B4-BE49-F238E27FC236}">
                <a16:creationId xmlns:a16="http://schemas.microsoft.com/office/drawing/2014/main" id="{AA076060-4AA7-48AE-BD64-42FC07E3C7C9}"/>
              </a:ext>
            </a:extLst>
          </p:cNvPr>
          <p:cNvGrpSpPr/>
          <p:nvPr/>
        </p:nvGrpSpPr>
        <p:grpSpPr>
          <a:xfrm rot="1283681">
            <a:off x="1269220" y="490485"/>
            <a:ext cx="1672923" cy="233309"/>
            <a:chOff x="2343150" y="3428999"/>
            <a:chExt cx="9719212" cy="1926504"/>
          </a:xfrm>
        </p:grpSpPr>
        <p:pic>
          <p:nvPicPr>
            <p:cNvPr id="452" name="圖片 451">
              <a:extLst>
                <a:ext uri="{FF2B5EF4-FFF2-40B4-BE49-F238E27FC236}">
                  <a16:creationId xmlns:a16="http://schemas.microsoft.com/office/drawing/2014/main" id="{7A3BDCD6-7928-475D-8B1E-42CDE47FB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4352925" y="3428999"/>
              <a:ext cx="2009775" cy="1926503"/>
            </a:xfrm>
            <a:prstGeom prst="rect">
              <a:avLst/>
            </a:prstGeom>
          </p:spPr>
        </p:pic>
        <p:pic>
          <p:nvPicPr>
            <p:cNvPr id="453" name="圖片 452">
              <a:extLst>
                <a:ext uri="{FF2B5EF4-FFF2-40B4-BE49-F238E27FC236}">
                  <a16:creationId xmlns:a16="http://schemas.microsoft.com/office/drawing/2014/main" id="{DB3162EE-270F-4DEA-89B6-859F284EA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362700" y="3429000"/>
              <a:ext cx="5699662" cy="1926503"/>
            </a:xfrm>
            <a:prstGeom prst="rect">
              <a:avLst/>
            </a:prstGeom>
          </p:spPr>
        </p:pic>
        <p:pic>
          <p:nvPicPr>
            <p:cNvPr id="454" name="圖片 453">
              <a:extLst>
                <a:ext uri="{FF2B5EF4-FFF2-40B4-BE49-F238E27FC236}">
                  <a16:creationId xmlns:a16="http://schemas.microsoft.com/office/drawing/2014/main" id="{5D3D3626-5D68-4F84-A0ED-35FECFD6FE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2343150" y="3428999"/>
              <a:ext cx="2009775" cy="1926503"/>
            </a:xfrm>
            <a:prstGeom prst="rect">
              <a:avLst/>
            </a:prstGeom>
          </p:spPr>
        </p:pic>
      </p:grpSp>
      <p:sp>
        <p:nvSpPr>
          <p:cNvPr id="455" name="文字方塊 454">
            <a:extLst>
              <a:ext uri="{FF2B5EF4-FFF2-40B4-BE49-F238E27FC236}">
                <a16:creationId xmlns:a16="http://schemas.microsoft.com/office/drawing/2014/main" id="{E7E0EF94-287D-47E7-9F17-2BA40CC252AD}"/>
              </a:ext>
            </a:extLst>
          </p:cNvPr>
          <p:cNvSpPr txBox="1"/>
          <p:nvPr/>
        </p:nvSpPr>
        <p:spPr>
          <a:xfrm>
            <a:off x="1000368" y="802346"/>
            <a:ext cx="1651915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light</a:t>
            </a:r>
            <a:endParaRPr lang="zh-TW" altLang="en-US" sz="11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8" name="文字方塊 457">
                <a:extLst>
                  <a:ext uri="{FF2B5EF4-FFF2-40B4-BE49-F238E27FC236}">
                    <a16:creationId xmlns:a16="http://schemas.microsoft.com/office/drawing/2014/main" id="{186E4EEF-8EC5-449C-BB68-3217D07BE879}"/>
                  </a:ext>
                </a:extLst>
              </p:cNvPr>
              <p:cNvSpPr txBox="1"/>
              <p:nvPr/>
            </p:nvSpPr>
            <p:spPr>
              <a:xfrm>
                <a:off x="569606" y="2107354"/>
                <a:ext cx="1716428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zh-TW" altLang="en-US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electron </a:t>
                </a:r>
                <a14:m>
                  <m:oMath xmlns:m="http://schemas.openxmlformats.org/officeDocument/2006/math">
                    <m:r>
                      <a:rPr lang="en-US" altLang="zh-TW" sz="11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8" name="文字方塊 457">
                <a:extLst>
                  <a:ext uri="{FF2B5EF4-FFF2-40B4-BE49-F238E27FC236}">
                    <a16:creationId xmlns:a16="http://schemas.microsoft.com/office/drawing/2014/main" id="{186E4EEF-8EC5-449C-BB68-3217D07B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06" y="2107354"/>
                <a:ext cx="1716428" cy="275460"/>
              </a:xfrm>
              <a:prstGeom prst="rect">
                <a:avLst/>
              </a:prstGeom>
              <a:blipFill>
                <a:blip r:embed="rId2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直線單箭頭接點 458">
            <a:extLst>
              <a:ext uri="{FF2B5EF4-FFF2-40B4-BE49-F238E27FC236}">
                <a16:creationId xmlns:a16="http://schemas.microsoft.com/office/drawing/2014/main" id="{5F46F344-D45B-4AEB-BC15-2B038F1FEC80}"/>
              </a:ext>
            </a:extLst>
          </p:cNvPr>
          <p:cNvCxnSpPr>
            <a:cxnSpLocks/>
          </p:cNvCxnSpPr>
          <p:nvPr/>
        </p:nvCxnSpPr>
        <p:spPr>
          <a:xfrm>
            <a:off x="2291746" y="2237398"/>
            <a:ext cx="167908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弧形 37">
            <a:extLst>
              <a:ext uri="{FF2B5EF4-FFF2-40B4-BE49-F238E27FC236}">
                <a16:creationId xmlns:a16="http://schemas.microsoft.com/office/drawing/2014/main" id="{6FDDCE90-CB9D-458F-94E2-BD5489B34AC6}"/>
              </a:ext>
            </a:extLst>
          </p:cNvPr>
          <p:cNvSpPr/>
          <p:nvPr/>
        </p:nvSpPr>
        <p:spPr>
          <a:xfrm>
            <a:off x="2487772" y="4241430"/>
            <a:ext cx="474179" cy="484380"/>
          </a:xfrm>
          <a:prstGeom prst="arc">
            <a:avLst>
              <a:gd name="adj1" fmla="val 12241359"/>
              <a:gd name="adj2" fmla="val 1623430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89" dirty="0"/>
          </a:p>
        </p:txBody>
      </p:sp>
      <p:cxnSp>
        <p:nvCxnSpPr>
          <p:cNvPr id="476" name="直線接點 475">
            <a:extLst>
              <a:ext uri="{FF2B5EF4-FFF2-40B4-BE49-F238E27FC236}">
                <a16:creationId xmlns:a16="http://schemas.microsoft.com/office/drawing/2014/main" id="{72EA28B3-DFC3-4885-BDBA-C30C183F908A}"/>
              </a:ext>
            </a:extLst>
          </p:cNvPr>
          <p:cNvCxnSpPr>
            <a:cxnSpLocks/>
          </p:cNvCxnSpPr>
          <p:nvPr/>
        </p:nvCxnSpPr>
        <p:spPr>
          <a:xfrm>
            <a:off x="2736704" y="4025643"/>
            <a:ext cx="0" cy="53649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橢圓 508">
            <a:extLst>
              <a:ext uri="{FF2B5EF4-FFF2-40B4-BE49-F238E27FC236}">
                <a16:creationId xmlns:a16="http://schemas.microsoft.com/office/drawing/2014/main" id="{81D2DA61-5FC4-4A50-BDD8-C6DEE6238230}"/>
              </a:ext>
            </a:extLst>
          </p:cNvPr>
          <p:cNvSpPr/>
          <p:nvPr/>
        </p:nvSpPr>
        <p:spPr>
          <a:xfrm rot="5400000">
            <a:off x="2649317" y="4279214"/>
            <a:ext cx="254044" cy="764738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8" dirty="0"/>
          </a:p>
        </p:txBody>
      </p:sp>
      <p:grpSp>
        <p:nvGrpSpPr>
          <p:cNvPr id="510" name="群組 509">
            <a:extLst>
              <a:ext uri="{FF2B5EF4-FFF2-40B4-BE49-F238E27FC236}">
                <a16:creationId xmlns:a16="http://schemas.microsoft.com/office/drawing/2014/main" id="{8E3A8F23-6CD6-4452-BB8E-9DBE043D2CB9}"/>
              </a:ext>
            </a:extLst>
          </p:cNvPr>
          <p:cNvGrpSpPr/>
          <p:nvPr/>
        </p:nvGrpSpPr>
        <p:grpSpPr>
          <a:xfrm>
            <a:off x="2779671" y="4558880"/>
            <a:ext cx="383194" cy="458587"/>
            <a:chOff x="-4369253" y="8676692"/>
            <a:chExt cx="733220" cy="1175489"/>
          </a:xfrm>
        </p:grpSpPr>
        <p:sp>
          <p:nvSpPr>
            <p:cNvPr id="511" name="橢圓 510">
              <a:extLst>
                <a:ext uri="{FF2B5EF4-FFF2-40B4-BE49-F238E27FC236}">
                  <a16:creationId xmlns:a16="http://schemas.microsoft.com/office/drawing/2014/main" id="{61D12A18-61A9-4A70-A098-A17362F324F8}"/>
                </a:ext>
              </a:extLst>
            </p:cNvPr>
            <p:cNvSpPr/>
            <p:nvPr/>
          </p:nvSpPr>
          <p:spPr>
            <a:xfrm>
              <a:off x="-4170209" y="8703551"/>
              <a:ext cx="343151" cy="3431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字方塊 511">
                  <a:extLst>
                    <a:ext uri="{FF2B5EF4-FFF2-40B4-BE49-F238E27FC236}">
                      <a16:creationId xmlns:a16="http://schemas.microsoft.com/office/drawing/2014/main" id="{A57453E7-E469-4A4C-BF18-6A1E901CD6D0}"/>
                    </a:ext>
                  </a:extLst>
                </p:cNvPr>
                <p:cNvSpPr txBox="1"/>
                <p:nvPr/>
              </p:nvSpPr>
              <p:spPr>
                <a:xfrm>
                  <a:off x="-4369253" y="8676692"/>
                  <a:ext cx="733220" cy="1175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119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TW" altLang="en-US" sz="119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2" name="文字方塊 511">
                  <a:extLst>
                    <a:ext uri="{FF2B5EF4-FFF2-40B4-BE49-F238E27FC236}">
                      <a16:creationId xmlns:a16="http://schemas.microsoft.com/office/drawing/2014/main" id="{A57453E7-E469-4A4C-BF18-6A1E901CD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369253" y="8676692"/>
                  <a:ext cx="733220" cy="117548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3" name="群組 512">
            <a:extLst>
              <a:ext uri="{FF2B5EF4-FFF2-40B4-BE49-F238E27FC236}">
                <a16:creationId xmlns:a16="http://schemas.microsoft.com/office/drawing/2014/main" id="{177C8E68-EA80-4079-9F45-527E5EFF3488}"/>
              </a:ext>
            </a:extLst>
          </p:cNvPr>
          <p:cNvGrpSpPr/>
          <p:nvPr/>
        </p:nvGrpSpPr>
        <p:grpSpPr>
          <a:xfrm>
            <a:off x="2391687" y="4558889"/>
            <a:ext cx="311070" cy="458587"/>
            <a:chOff x="-3462985" y="7394295"/>
            <a:chExt cx="595211" cy="2130165"/>
          </a:xfrm>
        </p:grpSpPr>
        <p:sp>
          <p:nvSpPr>
            <p:cNvPr id="514" name="橢圓 513">
              <a:extLst>
                <a:ext uri="{FF2B5EF4-FFF2-40B4-BE49-F238E27FC236}">
                  <a16:creationId xmlns:a16="http://schemas.microsoft.com/office/drawing/2014/main" id="{05024F78-A7EF-497D-8C5E-5626096BB4FE}"/>
                </a:ext>
              </a:extLst>
            </p:cNvPr>
            <p:cNvSpPr/>
            <p:nvPr/>
          </p:nvSpPr>
          <p:spPr>
            <a:xfrm>
              <a:off x="-3327103" y="7427051"/>
              <a:ext cx="343151" cy="3431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9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文字方塊 514">
                  <a:extLst>
                    <a:ext uri="{FF2B5EF4-FFF2-40B4-BE49-F238E27FC236}">
                      <a16:creationId xmlns:a16="http://schemas.microsoft.com/office/drawing/2014/main" id="{77F23F1E-9DDB-4D4B-BB4F-29A73FF3BD2C}"/>
                    </a:ext>
                  </a:extLst>
                </p:cNvPr>
                <p:cNvSpPr txBox="1"/>
                <p:nvPr/>
              </p:nvSpPr>
              <p:spPr>
                <a:xfrm>
                  <a:off x="-3462985" y="7394295"/>
                  <a:ext cx="595211" cy="2130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190" b="1" dirty="0"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TW" sz="119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endParaRPr lang="zh-TW" altLang="en-US" sz="119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5" name="文字方塊 514">
                  <a:extLst>
                    <a:ext uri="{FF2B5EF4-FFF2-40B4-BE49-F238E27FC236}">
                      <a16:creationId xmlns:a16="http://schemas.microsoft.com/office/drawing/2014/main" id="{77F23F1E-9DDB-4D4B-BB4F-29A73FF3B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462985" y="7394295"/>
                  <a:ext cx="595211" cy="21301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0" name="文字方塊 519">
                <a:extLst>
                  <a:ext uri="{FF2B5EF4-FFF2-40B4-BE49-F238E27FC236}">
                    <a16:creationId xmlns:a16="http://schemas.microsoft.com/office/drawing/2014/main" id="{4A3012B7-F4B8-4C2C-9CE1-1D0978A3661E}"/>
                  </a:ext>
                </a:extLst>
              </p:cNvPr>
              <p:cNvSpPr txBox="1"/>
              <p:nvPr/>
            </p:nvSpPr>
            <p:spPr>
              <a:xfrm>
                <a:off x="-1906092" y="3558976"/>
                <a:ext cx="1191090" cy="49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30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mass momentum</a:t>
                </a:r>
                <a:r>
                  <a:rPr lang="zh-TW" altLang="en-US" sz="130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303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endParaRPr lang="zh-TW" altLang="en-US" sz="130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0" name="文字方塊 519">
                <a:extLst>
                  <a:ext uri="{FF2B5EF4-FFF2-40B4-BE49-F238E27FC236}">
                    <a16:creationId xmlns:a16="http://schemas.microsoft.com/office/drawing/2014/main" id="{4A3012B7-F4B8-4C2C-9CE1-1D0978A36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6092" y="3558976"/>
                <a:ext cx="1191090" cy="493340"/>
              </a:xfrm>
              <a:prstGeom prst="rect">
                <a:avLst/>
              </a:prstGeom>
              <a:blipFill>
                <a:blip r:embed="rId23"/>
                <a:stretch>
                  <a:fillRect t="-1235" r="-4082" b="-9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1" name="直線單箭頭接點 520">
            <a:extLst>
              <a:ext uri="{FF2B5EF4-FFF2-40B4-BE49-F238E27FC236}">
                <a16:creationId xmlns:a16="http://schemas.microsoft.com/office/drawing/2014/main" id="{0D130041-5FC6-4AA5-BE11-48D0734AD54B}"/>
              </a:ext>
            </a:extLst>
          </p:cNvPr>
          <p:cNvCxnSpPr>
            <a:cxnSpLocks/>
          </p:cNvCxnSpPr>
          <p:nvPr/>
        </p:nvCxnSpPr>
        <p:spPr>
          <a:xfrm>
            <a:off x="460806" y="3563748"/>
            <a:ext cx="460616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81671AE7-7EC9-41D6-BB02-DE8635AAAD87}"/>
                  </a:ext>
                </a:extLst>
              </p:cNvPr>
              <p:cNvSpPr/>
              <p:nvPr/>
            </p:nvSpPr>
            <p:spPr>
              <a:xfrm>
                <a:off x="2120874" y="3574724"/>
                <a:ext cx="1315520" cy="4890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sz="130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1303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altLang="zh-TW" sz="1303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sin</m:t>
                      </m:r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TW" sz="1303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303" dirty="0"/>
              </a:p>
            </p:txBody>
          </p:sp>
        </mc:Choice>
        <mc:Fallback xmlns=""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81671AE7-7EC9-41D6-BB02-DE8635AAA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874" y="3574724"/>
                <a:ext cx="1315520" cy="489045"/>
              </a:xfrm>
              <a:prstGeom prst="rect">
                <a:avLst/>
              </a:prstGeom>
              <a:blipFill>
                <a:blip r:embed="rId24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3" name="群組 532">
            <a:extLst>
              <a:ext uri="{FF2B5EF4-FFF2-40B4-BE49-F238E27FC236}">
                <a16:creationId xmlns:a16="http://schemas.microsoft.com/office/drawing/2014/main" id="{8BE74422-D0F3-42E1-8CBA-B3C4ECA2CFD3}"/>
              </a:ext>
            </a:extLst>
          </p:cNvPr>
          <p:cNvGrpSpPr/>
          <p:nvPr/>
        </p:nvGrpSpPr>
        <p:grpSpPr>
          <a:xfrm>
            <a:off x="3442607" y="4473302"/>
            <a:ext cx="1270949" cy="380212"/>
            <a:chOff x="6016985" y="7397030"/>
            <a:chExt cx="2340007" cy="700028"/>
          </a:xfrm>
        </p:grpSpPr>
        <p:pic>
          <p:nvPicPr>
            <p:cNvPr id="530" name="圖片 529">
              <a:extLst>
                <a:ext uri="{FF2B5EF4-FFF2-40B4-BE49-F238E27FC236}">
                  <a16:creationId xmlns:a16="http://schemas.microsoft.com/office/drawing/2014/main" id="{3E83B8C8-5C3A-4994-B2B6-B75B5C8637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31" name="圖片 530">
              <a:extLst>
                <a:ext uri="{FF2B5EF4-FFF2-40B4-BE49-F238E27FC236}">
                  <a16:creationId xmlns:a16="http://schemas.microsoft.com/office/drawing/2014/main" id="{A524A16A-82C5-4FE2-B333-BCE7EBD254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32" name="圖片 531">
              <a:extLst>
                <a:ext uri="{FF2B5EF4-FFF2-40B4-BE49-F238E27FC236}">
                  <a16:creationId xmlns:a16="http://schemas.microsoft.com/office/drawing/2014/main" id="{E2C5D3FB-38D2-42EB-8414-7B4B433653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grpSp>
        <p:nvGrpSpPr>
          <p:cNvPr id="540" name="群組 539">
            <a:extLst>
              <a:ext uri="{FF2B5EF4-FFF2-40B4-BE49-F238E27FC236}">
                <a16:creationId xmlns:a16="http://schemas.microsoft.com/office/drawing/2014/main" id="{45A6A266-5CC6-4E38-844B-C5EA21F1A5E9}"/>
              </a:ext>
            </a:extLst>
          </p:cNvPr>
          <p:cNvGrpSpPr/>
          <p:nvPr/>
        </p:nvGrpSpPr>
        <p:grpSpPr>
          <a:xfrm rot="1808853">
            <a:off x="1619461" y="4059350"/>
            <a:ext cx="1270949" cy="380212"/>
            <a:chOff x="6016985" y="7397030"/>
            <a:chExt cx="2340007" cy="700028"/>
          </a:xfrm>
        </p:grpSpPr>
        <p:pic>
          <p:nvPicPr>
            <p:cNvPr id="541" name="圖片 540">
              <a:extLst>
                <a:ext uri="{FF2B5EF4-FFF2-40B4-BE49-F238E27FC236}">
                  <a16:creationId xmlns:a16="http://schemas.microsoft.com/office/drawing/2014/main" id="{3024DEE8-EA10-4998-A951-57549587B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42" name="圖片 541">
              <a:extLst>
                <a:ext uri="{FF2B5EF4-FFF2-40B4-BE49-F238E27FC236}">
                  <a16:creationId xmlns:a16="http://schemas.microsoft.com/office/drawing/2014/main" id="{EE708FAF-4E0F-4F47-8F21-266831B4CE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43" name="圖片 542">
              <a:extLst>
                <a:ext uri="{FF2B5EF4-FFF2-40B4-BE49-F238E27FC236}">
                  <a16:creationId xmlns:a16="http://schemas.microsoft.com/office/drawing/2014/main" id="{8746171F-8A6C-4289-92D9-108D9A5392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sp>
        <p:nvSpPr>
          <p:cNvPr id="553" name="文字方塊 552">
            <a:extLst>
              <a:ext uri="{FF2B5EF4-FFF2-40B4-BE49-F238E27FC236}">
                <a16:creationId xmlns:a16="http://schemas.microsoft.com/office/drawing/2014/main" id="{DDEBF586-6B1D-41D3-91BB-9BB2F1A9E883}"/>
              </a:ext>
            </a:extLst>
          </p:cNvPr>
          <p:cNvSpPr txBox="1"/>
          <p:nvPr/>
        </p:nvSpPr>
        <p:spPr>
          <a:xfrm>
            <a:off x="-1906092" y="3261328"/>
            <a:ext cx="1191090" cy="29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zh-TW" altLang="en-US" sz="13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3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  <a:endParaRPr lang="zh-TW" altLang="en-US" sz="13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4" name="群組 553">
            <a:extLst>
              <a:ext uri="{FF2B5EF4-FFF2-40B4-BE49-F238E27FC236}">
                <a16:creationId xmlns:a16="http://schemas.microsoft.com/office/drawing/2014/main" id="{FFD921D4-27C2-4500-B285-8A1ECC289FBA}"/>
              </a:ext>
            </a:extLst>
          </p:cNvPr>
          <p:cNvGrpSpPr/>
          <p:nvPr/>
        </p:nvGrpSpPr>
        <p:grpSpPr>
          <a:xfrm rot="5400000">
            <a:off x="-1081486" y="3787428"/>
            <a:ext cx="1270949" cy="380213"/>
            <a:chOff x="6016985" y="7397030"/>
            <a:chExt cx="2340007" cy="700028"/>
          </a:xfrm>
        </p:grpSpPr>
        <p:pic>
          <p:nvPicPr>
            <p:cNvPr id="555" name="圖片 554">
              <a:extLst>
                <a:ext uri="{FF2B5EF4-FFF2-40B4-BE49-F238E27FC236}">
                  <a16:creationId xmlns:a16="http://schemas.microsoft.com/office/drawing/2014/main" id="{49108445-6655-48A5-A206-10646B490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496739" y="7397030"/>
              <a:ext cx="487370" cy="700027"/>
            </a:xfrm>
            <a:prstGeom prst="rect">
              <a:avLst/>
            </a:prstGeom>
          </p:spPr>
        </p:pic>
        <p:pic>
          <p:nvPicPr>
            <p:cNvPr id="556" name="圖片 555">
              <a:extLst>
                <a:ext uri="{FF2B5EF4-FFF2-40B4-BE49-F238E27FC236}">
                  <a16:creationId xmlns:a16="http://schemas.microsoft.com/office/drawing/2014/main" id="{403FAF31-7499-474A-95E1-23E847A5F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>
              <a:off x="6974826" y="7397031"/>
              <a:ext cx="1382166" cy="700027"/>
            </a:xfrm>
            <a:prstGeom prst="rect">
              <a:avLst/>
            </a:prstGeom>
          </p:spPr>
        </p:pic>
        <p:pic>
          <p:nvPicPr>
            <p:cNvPr id="557" name="圖片 556">
              <a:extLst>
                <a:ext uri="{FF2B5EF4-FFF2-40B4-BE49-F238E27FC236}">
                  <a16:creationId xmlns:a16="http://schemas.microsoft.com/office/drawing/2014/main" id="{1ECACF5B-6926-4AB0-90CA-4EFA3C441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>
              <a:off x="6016985" y="7397030"/>
              <a:ext cx="487370" cy="700027"/>
            </a:xfrm>
            <a:prstGeom prst="rect">
              <a:avLst/>
            </a:prstGeom>
          </p:spPr>
        </p:pic>
      </p:grpSp>
      <p:sp>
        <p:nvSpPr>
          <p:cNvPr id="591" name="等腰三角形 590">
            <a:extLst>
              <a:ext uri="{FF2B5EF4-FFF2-40B4-BE49-F238E27FC236}">
                <a16:creationId xmlns:a16="http://schemas.microsoft.com/office/drawing/2014/main" id="{A34D8A3A-9F4D-404F-AC99-EB944CA29A64}"/>
              </a:ext>
            </a:extLst>
          </p:cNvPr>
          <p:cNvSpPr/>
          <p:nvPr/>
        </p:nvSpPr>
        <p:spPr>
          <a:xfrm rot="10800000">
            <a:off x="6371416" y="223063"/>
            <a:ext cx="981315" cy="1305939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 dirty="0"/>
          </a:p>
        </p:txBody>
      </p:sp>
      <p:sp>
        <p:nvSpPr>
          <p:cNvPr id="592" name="等腰三角形 591">
            <a:extLst>
              <a:ext uri="{FF2B5EF4-FFF2-40B4-BE49-F238E27FC236}">
                <a16:creationId xmlns:a16="http://schemas.microsoft.com/office/drawing/2014/main" id="{ABFB1F9C-2095-43B6-A2FF-47D2D8A8F27E}"/>
              </a:ext>
            </a:extLst>
          </p:cNvPr>
          <p:cNvSpPr/>
          <p:nvPr/>
        </p:nvSpPr>
        <p:spPr>
          <a:xfrm rot="10800000">
            <a:off x="7993441" y="223063"/>
            <a:ext cx="981315" cy="1305939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/>
          </a:p>
        </p:txBody>
      </p:sp>
      <p:pic>
        <p:nvPicPr>
          <p:cNvPr id="593" name="圖片 592">
            <a:extLst>
              <a:ext uri="{FF2B5EF4-FFF2-40B4-BE49-F238E27FC236}">
                <a16:creationId xmlns:a16="http://schemas.microsoft.com/office/drawing/2014/main" id="{659F8BC3-CBB3-4C55-9F80-BD63037C1C2F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7992" t="38920" r="6883"/>
          <a:stretch/>
        </p:blipFill>
        <p:spPr>
          <a:xfrm>
            <a:off x="7763820" y="337203"/>
            <a:ext cx="1409273" cy="614324"/>
          </a:xfrm>
          <a:prstGeom prst="rect">
            <a:avLst/>
          </a:prstGeom>
        </p:spPr>
      </p:pic>
      <p:sp>
        <p:nvSpPr>
          <p:cNvPr id="594" name="等腰三角形 593">
            <a:extLst>
              <a:ext uri="{FF2B5EF4-FFF2-40B4-BE49-F238E27FC236}">
                <a16:creationId xmlns:a16="http://schemas.microsoft.com/office/drawing/2014/main" id="{55E40860-06FD-4331-9143-23584FEF934C}"/>
              </a:ext>
            </a:extLst>
          </p:cNvPr>
          <p:cNvSpPr/>
          <p:nvPr/>
        </p:nvSpPr>
        <p:spPr>
          <a:xfrm rot="10800000">
            <a:off x="9630515" y="223059"/>
            <a:ext cx="981315" cy="1305941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90"/>
          </a:p>
        </p:txBody>
      </p:sp>
      <p:cxnSp>
        <p:nvCxnSpPr>
          <p:cNvPr id="595" name="直線單箭頭接點 594">
            <a:extLst>
              <a:ext uri="{FF2B5EF4-FFF2-40B4-BE49-F238E27FC236}">
                <a16:creationId xmlns:a16="http://schemas.microsoft.com/office/drawing/2014/main" id="{F9718C3B-A85F-4A6B-835D-4C20066AD280}"/>
              </a:ext>
            </a:extLst>
          </p:cNvPr>
          <p:cNvCxnSpPr>
            <a:cxnSpLocks/>
          </p:cNvCxnSpPr>
          <p:nvPr/>
        </p:nvCxnSpPr>
        <p:spPr>
          <a:xfrm flipV="1">
            <a:off x="8486944" y="371789"/>
            <a:ext cx="546524" cy="1171346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6" name="直線單箭頭接點 595">
            <a:extLst>
              <a:ext uri="{FF2B5EF4-FFF2-40B4-BE49-F238E27FC236}">
                <a16:creationId xmlns:a16="http://schemas.microsoft.com/office/drawing/2014/main" id="{92582595-4533-4282-BC38-240BA9524675}"/>
              </a:ext>
            </a:extLst>
          </p:cNvPr>
          <p:cNvCxnSpPr>
            <a:cxnSpLocks/>
          </p:cNvCxnSpPr>
          <p:nvPr/>
        </p:nvCxnSpPr>
        <p:spPr>
          <a:xfrm flipV="1">
            <a:off x="10128981" y="979793"/>
            <a:ext cx="37414" cy="563335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97" name="圖片 596">
            <a:extLst>
              <a:ext uri="{FF2B5EF4-FFF2-40B4-BE49-F238E27FC236}">
                <a16:creationId xmlns:a16="http://schemas.microsoft.com/office/drawing/2014/main" id="{1B219439-663A-43B4-B6BE-33B9FA9D62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9409092" y="1512402"/>
            <a:ext cx="1392887" cy="602117"/>
          </a:xfrm>
          <a:prstGeom prst="rect">
            <a:avLst/>
          </a:prstGeom>
        </p:spPr>
      </p:pic>
      <p:pic>
        <p:nvPicPr>
          <p:cNvPr id="598" name="圖片 597">
            <a:extLst>
              <a:ext uri="{FF2B5EF4-FFF2-40B4-BE49-F238E27FC236}">
                <a16:creationId xmlns:a16="http://schemas.microsoft.com/office/drawing/2014/main" id="{A5B307AC-C5EA-4292-819A-C5988CD34E5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7992" t="38920" r="6883"/>
          <a:stretch/>
        </p:blipFill>
        <p:spPr>
          <a:xfrm>
            <a:off x="9400894" y="337203"/>
            <a:ext cx="1409271" cy="614325"/>
          </a:xfrm>
          <a:prstGeom prst="rect">
            <a:avLst/>
          </a:prstGeom>
        </p:spPr>
      </p:pic>
      <p:pic>
        <p:nvPicPr>
          <p:cNvPr id="599" name="圖片 598">
            <a:extLst>
              <a:ext uri="{FF2B5EF4-FFF2-40B4-BE49-F238E27FC236}">
                <a16:creationId xmlns:a16="http://schemas.microsoft.com/office/drawing/2014/main" id="{1F07985B-FC5D-4C7F-956F-A42D132391A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9403623" y="74853"/>
            <a:ext cx="1403813" cy="602117"/>
          </a:xfrm>
          <a:prstGeom prst="rect">
            <a:avLst/>
          </a:prstGeom>
        </p:spPr>
      </p:pic>
      <p:sp>
        <p:nvSpPr>
          <p:cNvPr id="600" name="橢圓 599">
            <a:extLst>
              <a:ext uri="{FF2B5EF4-FFF2-40B4-BE49-F238E27FC236}">
                <a16:creationId xmlns:a16="http://schemas.microsoft.com/office/drawing/2014/main" id="{56080BB4-CAE7-4F2A-8416-2BA0D475A2DB}"/>
              </a:ext>
            </a:extLst>
          </p:cNvPr>
          <p:cNvSpPr/>
          <p:nvPr/>
        </p:nvSpPr>
        <p:spPr>
          <a:xfrm>
            <a:off x="10060530" y="1479034"/>
            <a:ext cx="118877" cy="1188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01" name="橢圓 600">
            <a:extLst>
              <a:ext uri="{FF2B5EF4-FFF2-40B4-BE49-F238E27FC236}">
                <a16:creationId xmlns:a16="http://schemas.microsoft.com/office/drawing/2014/main" id="{FE3EA997-CF80-422D-9CEF-39318D92C78B}"/>
              </a:ext>
            </a:extLst>
          </p:cNvPr>
          <p:cNvSpPr/>
          <p:nvPr/>
        </p:nvSpPr>
        <p:spPr>
          <a:xfrm>
            <a:off x="10112541" y="852068"/>
            <a:ext cx="118877" cy="1188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02" name="文字方塊 601">
            <a:extLst>
              <a:ext uri="{FF2B5EF4-FFF2-40B4-BE49-F238E27FC236}">
                <a16:creationId xmlns:a16="http://schemas.microsoft.com/office/drawing/2014/main" id="{A9BB536F-B2B2-4C79-8860-5C9F3CCA6D2D}"/>
              </a:ext>
            </a:extLst>
          </p:cNvPr>
          <p:cNvSpPr txBox="1"/>
          <p:nvPr/>
        </p:nvSpPr>
        <p:spPr>
          <a:xfrm>
            <a:off x="6130951" y="-416807"/>
            <a:ext cx="14884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</a:t>
            </a:r>
          </a:p>
        </p:txBody>
      </p:sp>
      <p:sp>
        <p:nvSpPr>
          <p:cNvPr id="603" name="文字方塊 602">
            <a:extLst>
              <a:ext uri="{FF2B5EF4-FFF2-40B4-BE49-F238E27FC236}">
                <a16:creationId xmlns:a16="http://schemas.microsoft.com/office/drawing/2014/main" id="{D6BCD8C0-A13E-454C-9FCA-AE90FC16BCE3}"/>
              </a:ext>
            </a:extLst>
          </p:cNvPr>
          <p:cNvSpPr txBox="1"/>
          <p:nvPr/>
        </p:nvSpPr>
        <p:spPr>
          <a:xfrm>
            <a:off x="9354503" y="-416805"/>
            <a:ext cx="148845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 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4" name="圖片 603">
            <a:extLst>
              <a:ext uri="{FF2B5EF4-FFF2-40B4-BE49-F238E27FC236}">
                <a16:creationId xmlns:a16="http://schemas.microsoft.com/office/drawing/2014/main" id="{AE7A4828-DE8A-46FF-B247-D48CDF953B6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7772021" y="1512401"/>
            <a:ext cx="1392887" cy="602118"/>
          </a:xfrm>
          <a:prstGeom prst="rect">
            <a:avLst/>
          </a:prstGeom>
        </p:spPr>
      </p:pic>
      <p:pic>
        <p:nvPicPr>
          <p:cNvPr id="605" name="圖片 604">
            <a:extLst>
              <a:ext uri="{FF2B5EF4-FFF2-40B4-BE49-F238E27FC236}">
                <a16:creationId xmlns:a16="http://schemas.microsoft.com/office/drawing/2014/main" id="{6E1302DC-891B-4782-B8AD-610C63E881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7766550" y="74851"/>
            <a:ext cx="1403813" cy="602118"/>
          </a:xfrm>
          <a:prstGeom prst="rect">
            <a:avLst/>
          </a:prstGeom>
        </p:spPr>
      </p:pic>
      <p:sp>
        <p:nvSpPr>
          <p:cNvPr id="606" name="橢圓 605">
            <a:extLst>
              <a:ext uri="{FF2B5EF4-FFF2-40B4-BE49-F238E27FC236}">
                <a16:creationId xmlns:a16="http://schemas.microsoft.com/office/drawing/2014/main" id="{4FA80E7E-F8D8-4CAD-A0B2-EB85A7A8FD6D}"/>
              </a:ext>
            </a:extLst>
          </p:cNvPr>
          <p:cNvSpPr/>
          <p:nvPr/>
        </p:nvSpPr>
        <p:spPr>
          <a:xfrm>
            <a:off x="8423458" y="1479036"/>
            <a:ext cx="118879" cy="1188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07" name="橢圓 606">
            <a:extLst>
              <a:ext uri="{FF2B5EF4-FFF2-40B4-BE49-F238E27FC236}">
                <a16:creationId xmlns:a16="http://schemas.microsoft.com/office/drawing/2014/main" id="{210DA616-69E7-4B95-BAA4-3ADC136C9BAE}"/>
              </a:ext>
            </a:extLst>
          </p:cNvPr>
          <p:cNvSpPr/>
          <p:nvPr/>
        </p:nvSpPr>
        <p:spPr>
          <a:xfrm>
            <a:off x="9001605" y="226999"/>
            <a:ext cx="118877" cy="1188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08" name="文字方塊 607">
            <a:extLst>
              <a:ext uri="{FF2B5EF4-FFF2-40B4-BE49-F238E27FC236}">
                <a16:creationId xmlns:a16="http://schemas.microsoft.com/office/drawing/2014/main" id="{7B145021-9803-4720-B15A-74F71DDA649B}"/>
              </a:ext>
            </a:extLst>
          </p:cNvPr>
          <p:cNvSpPr txBox="1"/>
          <p:nvPr/>
        </p:nvSpPr>
        <p:spPr>
          <a:xfrm>
            <a:off x="7563465" y="-416807"/>
            <a:ext cx="179637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 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9" name="直線單箭頭接點 608">
            <a:extLst>
              <a:ext uri="{FF2B5EF4-FFF2-40B4-BE49-F238E27FC236}">
                <a16:creationId xmlns:a16="http://schemas.microsoft.com/office/drawing/2014/main" id="{9E2B98F1-08C6-420C-A8C2-D91E6FDAAC8A}"/>
              </a:ext>
            </a:extLst>
          </p:cNvPr>
          <p:cNvCxnSpPr>
            <a:cxnSpLocks/>
          </p:cNvCxnSpPr>
          <p:nvPr/>
        </p:nvCxnSpPr>
        <p:spPr>
          <a:xfrm>
            <a:off x="9369648" y="2157378"/>
            <a:ext cx="15488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線單箭頭接點 609">
            <a:extLst>
              <a:ext uri="{FF2B5EF4-FFF2-40B4-BE49-F238E27FC236}">
                <a16:creationId xmlns:a16="http://schemas.microsoft.com/office/drawing/2014/main" id="{7A22D9D0-C3CE-4AD4-A63E-A132875D29A8}"/>
              </a:ext>
            </a:extLst>
          </p:cNvPr>
          <p:cNvCxnSpPr>
            <a:cxnSpLocks/>
          </p:cNvCxnSpPr>
          <p:nvPr/>
        </p:nvCxnSpPr>
        <p:spPr>
          <a:xfrm>
            <a:off x="7726180" y="2157380"/>
            <a:ext cx="154880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線單箭頭接點 610">
            <a:extLst>
              <a:ext uri="{FF2B5EF4-FFF2-40B4-BE49-F238E27FC236}">
                <a16:creationId xmlns:a16="http://schemas.microsoft.com/office/drawing/2014/main" id="{F59DE996-412C-42A4-8CA5-950A0443466B}"/>
              </a:ext>
            </a:extLst>
          </p:cNvPr>
          <p:cNvCxnSpPr>
            <a:cxnSpLocks/>
          </p:cNvCxnSpPr>
          <p:nvPr/>
        </p:nvCxnSpPr>
        <p:spPr>
          <a:xfrm>
            <a:off x="6010021" y="2157380"/>
            <a:ext cx="161251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2" name="箭號: 向上 611">
            <a:extLst>
              <a:ext uri="{FF2B5EF4-FFF2-40B4-BE49-F238E27FC236}">
                <a16:creationId xmlns:a16="http://schemas.microsoft.com/office/drawing/2014/main" id="{DD957A3F-94D4-46DB-8973-CC52A91A4088}"/>
              </a:ext>
            </a:extLst>
          </p:cNvPr>
          <p:cNvSpPr/>
          <p:nvPr/>
        </p:nvSpPr>
        <p:spPr>
          <a:xfrm>
            <a:off x="6017784" y="-61845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13" name="箭號: 向上 612">
            <a:extLst>
              <a:ext uri="{FF2B5EF4-FFF2-40B4-BE49-F238E27FC236}">
                <a16:creationId xmlns:a16="http://schemas.microsoft.com/office/drawing/2014/main" id="{695A8C30-6D79-46C5-A393-746421B2456B}"/>
              </a:ext>
            </a:extLst>
          </p:cNvPr>
          <p:cNvSpPr/>
          <p:nvPr/>
        </p:nvSpPr>
        <p:spPr>
          <a:xfrm rot="10800000">
            <a:off x="6017786" y="310105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sp>
        <p:nvSpPr>
          <p:cNvPr id="614" name="箭號: 向上 613">
            <a:extLst>
              <a:ext uri="{FF2B5EF4-FFF2-40B4-BE49-F238E27FC236}">
                <a16:creationId xmlns:a16="http://schemas.microsoft.com/office/drawing/2014/main" id="{0EC46E9C-8F14-463D-A519-563F8F6008B4}"/>
              </a:ext>
            </a:extLst>
          </p:cNvPr>
          <p:cNvSpPr/>
          <p:nvPr/>
        </p:nvSpPr>
        <p:spPr>
          <a:xfrm>
            <a:off x="6017786" y="1823521"/>
            <a:ext cx="118753" cy="273974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/>
          </a:p>
        </p:txBody>
      </p:sp>
      <p:pic>
        <p:nvPicPr>
          <p:cNvPr id="615" name="圖片 614">
            <a:extLst>
              <a:ext uri="{FF2B5EF4-FFF2-40B4-BE49-F238E27FC236}">
                <a16:creationId xmlns:a16="http://schemas.microsoft.com/office/drawing/2014/main" id="{DC9295C2-341F-4B5B-8E50-333BC34B397E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7992" t="38920" r="6883"/>
          <a:stretch/>
        </p:blipFill>
        <p:spPr>
          <a:xfrm>
            <a:off x="6141299" y="337203"/>
            <a:ext cx="1409273" cy="614324"/>
          </a:xfrm>
          <a:prstGeom prst="rect">
            <a:avLst/>
          </a:prstGeom>
        </p:spPr>
      </p:pic>
      <p:pic>
        <p:nvPicPr>
          <p:cNvPr id="616" name="圖片 615">
            <a:extLst>
              <a:ext uri="{FF2B5EF4-FFF2-40B4-BE49-F238E27FC236}">
                <a16:creationId xmlns:a16="http://schemas.microsoft.com/office/drawing/2014/main" id="{150EB7D7-6262-4AA5-A0FA-68EC3962F1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72" t="40135" r="7992" b="-2"/>
          <a:stretch/>
        </p:blipFill>
        <p:spPr>
          <a:xfrm rot="10800000">
            <a:off x="6149500" y="1512401"/>
            <a:ext cx="1392887" cy="602118"/>
          </a:xfrm>
          <a:prstGeom prst="rect">
            <a:avLst/>
          </a:prstGeom>
        </p:spPr>
      </p:pic>
      <p:pic>
        <p:nvPicPr>
          <p:cNvPr id="617" name="圖片 616">
            <a:extLst>
              <a:ext uri="{FF2B5EF4-FFF2-40B4-BE49-F238E27FC236}">
                <a16:creationId xmlns:a16="http://schemas.microsoft.com/office/drawing/2014/main" id="{AA3473B4-115D-47FC-9E63-8FB710B016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63" t="40135" r="7542" b="-2"/>
          <a:stretch/>
        </p:blipFill>
        <p:spPr>
          <a:xfrm>
            <a:off x="6144032" y="74851"/>
            <a:ext cx="1403813" cy="602118"/>
          </a:xfrm>
          <a:prstGeom prst="rect">
            <a:avLst/>
          </a:prstGeom>
        </p:spPr>
      </p:pic>
      <p:sp>
        <p:nvSpPr>
          <p:cNvPr id="618" name="橢圓 617">
            <a:extLst>
              <a:ext uri="{FF2B5EF4-FFF2-40B4-BE49-F238E27FC236}">
                <a16:creationId xmlns:a16="http://schemas.microsoft.com/office/drawing/2014/main" id="{2AF1941D-3892-4586-BE38-8CA48B87399A}"/>
              </a:ext>
            </a:extLst>
          </p:cNvPr>
          <p:cNvSpPr/>
          <p:nvPr/>
        </p:nvSpPr>
        <p:spPr>
          <a:xfrm>
            <a:off x="7066228" y="517271"/>
            <a:ext cx="118879" cy="1188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cxnSp>
        <p:nvCxnSpPr>
          <p:cNvPr id="619" name="直線單箭頭接點 618">
            <a:extLst>
              <a:ext uri="{FF2B5EF4-FFF2-40B4-BE49-F238E27FC236}">
                <a16:creationId xmlns:a16="http://schemas.microsoft.com/office/drawing/2014/main" id="{F5BCEB1F-9284-42CA-90E4-17DCA651CF25}"/>
              </a:ext>
            </a:extLst>
          </p:cNvPr>
          <p:cNvCxnSpPr>
            <a:cxnSpLocks/>
          </p:cNvCxnSpPr>
          <p:nvPr/>
        </p:nvCxnSpPr>
        <p:spPr>
          <a:xfrm flipV="1">
            <a:off x="6859900" y="624549"/>
            <a:ext cx="255222" cy="915694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20" name="橢圓 619">
            <a:extLst>
              <a:ext uri="{FF2B5EF4-FFF2-40B4-BE49-F238E27FC236}">
                <a16:creationId xmlns:a16="http://schemas.microsoft.com/office/drawing/2014/main" id="{98762066-CD71-41DA-B298-3FE9615F9250}"/>
              </a:ext>
            </a:extLst>
          </p:cNvPr>
          <p:cNvSpPr/>
          <p:nvPr/>
        </p:nvSpPr>
        <p:spPr>
          <a:xfrm>
            <a:off x="6800936" y="1479036"/>
            <a:ext cx="118879" cy="1188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90" dirty="0"/>
          </a:p>
        </p:txBody>
      </p:sp>
      <p:sp>
        <p:nvSpPr>
          <p:cNvPr id="621" name="文字方塊 620">
            <a:extLst>
              <a:ext uri="{FF2B5EF4-FFF2-40B4-BE49-F238E27FC236}">
                <a16:creationId xmlns:a16="http://schemas.microsoft.com/office/drawing/2014/main" id="{91139800-D111-46AC-81D3-95CB8F7E4546}"/>
              </a:ext>
            </a:extLst>
          </p:cNvPr>
          <p:cNvSpPr txBox="1"/>
          <p:nvPr/>
        </p:nvSpPr>
        <p:spPr>
          <a:xfrm>
            <a:off x="5828632" y="1045047"/>
            <a:ext cx="921564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2" name="文字方塊 621">
                <a:extLst>
                  <a:ext uri="{FF2B5EF4-FFF2-40B4-BE49-F238E27FC236}">
                    <a16:creationId xmlns:a16="http://schemas.microsoft.com/office/drawing/2014/main" id="{FD074334-F144-48A1-A22B-100B61B8257F}"/>
                  </a:ext>
                </a:extLst>
              </p:cNvPr>
              <p:cNvSpPr txBox="1"/>
              <p:nvPr/>
            </p:nvSpPr>
            <p:spPr>
              <a:xfrm>
                <a:off x="5836045" y="1992408"/>
                <a:ext cx="242450" cy="275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9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11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2" name="文字方塊 621">
                <a:extLst>
                  <a:ext uri="{FF2B5EF4-FFF2-40B4-BE49-F238E27FC236}">
                    <a16:creationId xmlns:a16="http://schemas.microsoft.com/office/drawing/2014/main" id="{FD074334-F144-48A1-A22B-100B61B82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045" y="1992408"/>
                <a:ext cx="242450" cy="27546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45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7625C0E-3A03-4F5D-A082-ADA7B96B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74" y="523184"/>
            <a:ext cx="7429865" cy="219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9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ACF2C590-16D2-4F68-BFE0-F46970F497C8}"/>
              </a:ext>
            </a:extLst>
          </p:cNvPr>
          <p:cNvGrpSpPr/>
          <p:nvPr/>
        </p:nvGrpSpPr>
        <p:grpSpPr>
          <a:xfrm>
            <a:off x="-110676" y="17741"/>
            <a:ext cx="10031845" cy="3343152"/>
            <a:chOff x="-110676" y="120134"/>
            <a:chExt cx="10031845" cy="3343152"/>
          </a:xfrm>
        </p:grpSpPr>
        <p:sp>
          <p:nvSpPr>
            <p:cNvPr id="7" name="直角三角形 6">
              <a:extLst>
                <a:ext uri="{FF2B5EF4-FFF2-40B4-BE49-F238E27FC236}">
                  <a16:creationId xmlns:a16="http://schemas.microsoft.com/office/drawing/2014/main" id="{F14CFA0B-DBE0-476C-BC47-6C26024D58C7}"/>
                </a:ext>
              </a:extLst>
            </p:cNvPr>
            <p:cNvSpPr/>
            <p:nvPr/>
          </p:nvSpPr>
          <p:spPr>
            <a:xfrm rot="10800000" flipH="1">
              <a:off x="4609726" y="2257428"/>
              <a:ext cx="5311443" cy="778877"/>
            </a:xfrm>
            <a:prstGeom prst="rt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F4F5E30-97D1-40FE-B5FD-60A17CDB3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63" y="1058111"/>
              <a:ext cx="458601" cy="1109855"/>
            </a:xfrm>
            <a:prstGeom prst="straightConnector1">
              <a:avLst/>
            </a:prstGeom>
            <a:ln w="57150">
              <a:solidFill>
                <a:schemeClr val="tx1"/>
              </a:solidFill>
              <a:prstDash val="sysDot"/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A69316B-3ED7-4A25-A58C-D0B54010FC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81" t="20538" r="22392" b="22855"/>
            <a:stretch/>
          </p:blipFill>
          <p:spPr>
            <a:xfrm>
              <a:off x="2405716" y="684126"/>
              <a:ext cx="1574576" cy="16500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E76C9C2-AFB2-47A5-B8FA-E5603F0D8100}"/>
                    </a:ext>
                  </a:extLst>
                </p:cNvPr>
                <p:cNvSpPr txBox="1"/>
                <p:nvPr/>
              </p:nvSpPr>
              <p:spPr>
                <a:xfrm>
                  <a:off x="3680469" y="1943403"/>
                  <a:ext cx="43387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E76C9C2-AFB2-47A5-B8FA-E5603F0D8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0469" y="1943403"/>
                  <a:ext cx="43387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5634"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62E49AA-E01D-4D62-ABF2-3792BDC5C00B}"/>
                </a:ext>
              </a:extLst>
            </p:cNvPr>
            <p:cNvCxnSpPr>
              <a:cxnSpLocks/>
            </p:cNvCxnSpPr>
            <p:nvPr/>
          </p:nvCxnSpPr>
          <p:spPr>
            <a:xfrm>
              <a:off x="3171117" y="1531481"/>
              <a:ext cx="822214" cy="46958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58D763E4-BECE-44E4-ADFA-F1E5518CB990}"/>
                </a:ext>
              </a:extLst>
            </p:cNvPr>
            <p:cNvSpPr/>
            <p:nvPr/>
          </p:nvSpPr>
          <p:spPr>
            <a:xfrm rot="1664926">
              <a:off x="2907145" y="971735"/>
              <a:ext cx="495665" cy="1114385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26019901-F8F7-474A-8470-82A9974C6862}"/>
                </a:ext>
              </a:extLst>
            </p:cNvPr>
            <p:cNvGrpSpPr/>
            <p:nvPr/>
          </p:nvGrpSpPr>
          <p:grpSpPr>
            <a:xfrm>
              <a:off x="2825743" y="1694033"/>
              <a:ext cx="383195" cy="353943"/>
              <a:chOff x="-4223299" y="8635134"/>
              <a:chExt cx="733221" cy="677253"/>
            </a:xfrm>
          </p:grpSpPr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794F39D2-A2A5-43E9-9401-4C4D2C4A941D}"/>
                  </a:ext>
                </a:extLst>
              </p:cNvPr>
              <p:cNvSpPr/>
              <p:nvPr/>
            </p:nvSpPr>
            <p:spPr>
              <a:xfrm>
                <a:off x="-4215777" y="8667100"/>
                <a:ext cx="551071" cy="5510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4B491E3F-8726-4CE4-A38B-0FA5CDB96057}"/>
                      </a:ext>
                    </a:extLst>
                  </p:cNvPr>
                  <p:cNvSpPr txBox="1"/>
                  <p:nvPr/>
                </p:nvSpPr>
                <p:spPr>
                  <a:xfrm>
                    <a:off x="-4223299" y="8635134"/>
                    <a:ext cx="733221" cy="6772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4B491E3F-8726-4CE4-A38B-0FA5CDB960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223299" y="8635134"/>
                    <a:ext cx="733221" cy="67725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9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4F2FB5EC-5268-46BB-BD75-909AC0E075A9}"/>
                </a:ext>
              </a:extLst>
            </p:cNvPr>
            <p:cNvGrpSpPr/>
            <p:nvPr/>
          </p:nvGrpSpPr>
          <p:grpSpPr>
            <a:xfrm>
              <a:off x="3174515" y="1015044"/>
              <a:ext cx="337772" cy="353943"/>
              <a:chOff x="-3327105" y="7332627"/>
              <a:chExt cx="646307" cy="677255"/>
            </a:xfrm>
          </p:grpSpPr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85377E42-3E21-48FB-945C-E7757EF30678}"/>
                  </a:ext>
                </a:extLst>
              </p:cNvPr>
              <p:cNvSpPr/>
              <p:nvPr/>
            </p:nvSpPr>
            <p:spPr>
              <a:xfrm>
                <a:off x="-3327105" y="7427048"/>
                <a:ext cx="551071" cy="551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B1831A24-EEE7-4BDF-BA73-6505F7C1FD34}"/>
                      </a:ext>
                    </a:extLst>
                  </p:cNvPr>
                  <p:cNvSpPr txBox="1"/>
                  <p:nvPr/>
                </p:nvSpPr>
                <p:spPr>
                  <a:xfrm>
                    <a:off x="-3276010" y="7332627"/>
                    <a:ext cx="595212" cy="6772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B1831A24-EEE7-4BDF-BA73-6505F7C1FD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76010" y="7332627"/>
                    <a:ext cx="595212" cy="67725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56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56C6FB4A-0956-45FE-AE46-FB981DDEE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663" t="40135" r="7542" b="-2"/>
            <a:stretch/>
          </p:blipFill>
          <p:spPr>
            <a:xfrm>
              <a:off x="895936" y="470667"/>
              <a:ext cx="2096288" cy="602117"/>
            </a:xfrm>
            <a:prstGeom prst="rect">
              <a:avLst/>
            </a:prstGeom>
          </p:spPr>
        </p:pic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FBF70BF0-C488-4983-A6E5-87FD6FA5E3B1}"/>
                </a:ext>
              </a:extLst>
            </p:cNvPr>
            <p:cNvGrpSpPr/>
            <p:nvPr/>
          </p:nvGrpSpPr>
          <p:grpSpPr>
            <a:xfrm>
              <a:off x="6537153" y="1544778"/>
              <a:ext cx="2782952" cy="305427"/>
              <a:chOff x="3345002" y="11560841"/>
              <a:chExt cx="5123831" cy="562337"/>
            </a:xfrm>
          </p:grpSpPr>
          <p:pic>
            <p:nvPicPr>
              <p:cNvPr id="22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F70317E0-89D6-418B-B738-6BE787CDC5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34" t="44380" r="72508" b="47528"/>
              <a:stretch/>
            </p:blipFill>
            <p:spPr bwMode="auto">
              <a:xfrm>
                <a:off x="3345002" y="11560841"/>
                <a:ext cx="2771314" cy="5623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05DAF9F0-3FC0-4CDF-9715-8BE824128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3" t="44380" r="72781" b="47528"/>
              <a:stretch/>
            </p:blipFill>
            <p:spPr bwMode="auto">
              <a:xfrm>
                <a:off x="6087038" y="11560841"/>
                <a:ext cx="2381795" cy="5623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47452DA-8092-4A9C-AA22-5052766EB861}"/>
                </a:ext>
              </a:extLst>
            </p:cNvPr>
            <p:cNvSpPr txBox="1"/>
            <p:nvPr/>
          </p:nvSpPr>
          <p:spPr>
            <a:xfrm rot="16200000">
              <a:off x="3509116" y="2346248"/>
              <a:ext cx="183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Light-cone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6F1DFFA-8C20-48D5-8C41-CA1BB2D4A5B6}"/>
                    </a:ext>
                  </a:extLst>
                </p:cNvPr>
                <p:cNvSpPr txBox="1"/>
                <p:nvPr/>
              </p:nvSpPr>
              <p:spPr>
                <a:xfrm>
                  <a:off x="1686723" y="2895776"/>
                  <a:ext cx="1516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6F1DFFA-8C20-48D5-8C41-CA1BB2D4A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723" y="2895776"/>
                  <a:ext cx="151686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84000" r="-4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2D3C3CF-91FD-4580-B91C-AD2BE2479841}"/>
                    </a:ext>
                  </a:extLst>
                </p:cNvPr>
                <p:cNvSpPr/>
                <p:nvPr/>
              </p:nvSpPr>
              <p:spPr>
                <a:xfrm>
                  <a:off x="8675829" y="2263957"/>
                  <a:ext cx="114260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2D3C3CF-91FD-4580-B91C-AD2BE24798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829" y="2263957"/>
                  <a:ext cx="1142603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C00DEFA-3A50-4AF2-9896-978B45A08C9E}"/>
                    </a:ext>
                  </a:extLst>
                </p:cNvPr>
                <p:cNvSpPr txBox="1"/>
                <p:nvPr/>
              </p:nvSpPr>
              <p:spPr>
                <a:xfrm>
                  <a:off x="6664066" y="963289"/>
                  <a:ext cx="2647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C00DEFA-3A50-4AF2-9896-978B45A08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4066" y="963289"/>
                  <a:ext cx="264767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2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0A0BBFC-804E-457D-A94B-236800B38D35}"/>
                    </a:ext>
                  </a:extLst>
                </p:cNvPr>
                <p:cNvSpPr txBox="1"/>
                <p:nvPr/>
              </p:nvSpPr>
              <p:spPr>
                <a:xfrm>
                  <a:off x="4527205" y="1828950"/>
                  <a:ext cx="89816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0A0BBFC-804E-457D-A94B-236800B38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205" y="1828950"/>
                  <a:ext cx="898164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EF0AFE9-A651-4A31-986C-A885ED533527}"/>
                    </a:ext>
                  </a:extLst>
                </p:cNvPr>
                <p:cNvSpPr txBox="1"/>
                <p:nvPr/>
              </p:nvSpPr>
              <p:spPr>
                <a:xfrm>
                  <a:off x="8737294" y="1826905"/>
                  <a:ext cx="9726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EF0AFE9-A651-4A31-986C-A885ED533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7294" y="1826905"/>
                  <a:ext cx="97269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E8E49E26-DE15-40C0-8C7C-E92E4757FBCE}"/>
                    </a:ext>
                  </a:extLst>
                </p:cNvPr>
                <p:cNvSpPr/>
                <p:nvPr/>
              </p:nvSpPr>
              <p:spPr>
                <a:xfrm>
                  <a:off x="4487999" y="2263957"/>
                  <a:ext cx="944989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≈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E8E49E26-DE15-40C0-8C7C-E92E4757FB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999" y="2263957"/>
                  <a:ext cx="944989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2581"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24B4BAAA-6FB0-4361-B7B1-27D07E16E601}"/>
                </a:ext>
              </a:extLst>
            </p:cNvPr>
            <p:cNvCxnSpPr>
              <a:cxnSpLocks/>
            </p:cNvCxnSpPr>
            <p:nvPr/>
          </p:nvCxnSpPr>
          <p:spPr>
            <a:xfrm>
              <a:off x="2238937" y="1071601"/>
              <a:ext cx="0" cy="182823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5DBA5FF-AAC3-41BF-9291-E5630E2D6494}"/>
                </a:ext>
              </a:extLst>
            </p:cNvPr>
            <p:cNvCxnSpPr>
              <a:cxnSpLocks/>
            </p:cNvCxnSpPr>
            <p:nvPr/>
          </p:nvCxnSpPr>
          <p:spPr>
            <a:xfrm>
              <a:off x="1744363" y="2184926"/>
              <a:ext cx="0" cy="72008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D4615AA-66BC-426E-AA33-28132F45955C}"/>
                    </a:ext>
                  </a:extLst>
                </p:cNvPr>
                <p:cNvSpPr txBox="1"/>
                <p:nvPr/>
              </p:nvSpPr>
              <p:spPr>
                <a:xfrm>
                  <a:off x="1983257" y="2895776"/>
                  <a:ext cx="842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D4615AA-66BC-426E-AA33-28132F459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257" y="2895776"/>
                  <a:ext cx="842485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2878"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1BEC7784-338A-4E10-AF2D-7B97E68D02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47" t="44380" r="72508" b="47528"/>
            <a:stretch/>
          </p:blipFill>
          <p:spPr bwMode="auto">
            <a:xfrm>
              <a:off x="4373001" y="1541862"/>
              <a:ext cx="911788" cy="305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B9DDE247-A4D1-480B-A7EE-E8ADCE06F8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4892" r="72508" b="47528"/>
            <a:stretch/>
          </p:blipFill>
          <p:spPr bwMode="auto">
            <a:xfrm>
              <a:off x="5271594" y="1561631"/>
              <a:ext cx="1311903" cy="286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61C32B6E-74F3-4D31-B75B-9CABCF4A1AF7}"/>
                </a:ext>
              </a:extLst>
            </p:cNvPr>
            <p:cNvSpPr/>
            <p:nvPr/>
          </p:nvSpPr>
          <p:spPr>
            <a:xfrm rot="5400000">
              <a:off x="9050880" y="1329622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A3403E28-8733-44B6-AF23-67875A714182}"/>
                </a:ext>
              </a:extLst>
            </p:cNvPr>
            <p:cNvSpPr/>
            <p:nvPr/>
          </p:nvSpPr>
          <p:spPr>
            <a:xfrm>
              <a:off x="9285258" y="1623334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0F0422F1-73C2-4914-A11A-685C9A017597}"/>
                </a:ext>
              </a:extLst>
            </p:cNvPr>
            <p:cNvSpPr/>
            <p:nvPr/>
          </p:nvSpPr>
          <p:spPr>
            <a:xfrm>
              <a:off x="8864266" y="1626412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9A28CD47-15CD-4864-97E7-7BBB95D7F80B}"/>
                </a:ext>
              </a:extLst>
            </p:cNvPr>
            <p:cNvSpPr/>
            <p:nvPr/>
          </p:nvSpPr>
          <p:spPr>
            <a:xfrm rot="5400000">
              <a:off x="4794820" y="1301963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9FBDD78B-2735-4E61-8E7C-C5E6D138E3F0}"/>
                </a:ext>
              </a:extLst>
            </p:cNvPr>
            <p:cNvSpPr/>
            <p:nvPr/>
          </p:nvSpPr>
          <p:spPr>
            <a:xfrm>
              <a:off x="5029197" y="1595676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A606E4AB-7C7A-4BD5-B9E4-CC9C4AF34469}"/>
                </a:ext>
              </a:extLst>
            </p:cNvPr>
            <p:cNvSpPr/>
            <p:nvPr/>
          </p:nvSpPr>
          <p:spPr>
            <a:xfrm>
              <a:off x="4608205" y="1598755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63D12E7E-2834-4644-A173-46E1B6EBE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872" t="40135" r="7992" b="-2"/>
            <a:stretch/>
          </p:blipFill>
          <p:spPr>
            <a:xfrm rot="10800000">
              <a:off x="904100" y="2167966"/>
              <a:ext cx="2079972" cy="602117"/>
            </a:xfrm>
            <a:prstGeom prst="rect">
              <a:avLst/>
            </a:prstGeom>
          </p:spPr>
        </p:pic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BBC122BA-D29A-4AD5-8220-E322FEC38F9D}"/>
                </a:ext>
              </a:extLst>
            </p:cNvPr>
            <p:cNvGrpSpPr/>
            <p:nvPr/>
          </p:nvGrpSpPr>
          <p:grpSpPr>
            <a:xfrm>
              <a:off x="1558803" y="2051845"/>
              <a:ext cx="435198" cy="353943"/>
              <a:chOff x="8959" y="4723486"/>
              <a:chExt cx="801265" cy="651664"/>
            </a:xfrm>
          </p:grpSpPr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3EAD4BB-AB27-48C6-B976-D5B6FD58AE05}"/>
                  </a:ext>
                </a:extLst>
              </p:cNvPr>
              <p:cNvSpPr/>
              <p:nvPr/>
            </p:nvSpPr>
            <p:spPr>
              <a:xfrm>
                <a:off x="58493" y="4762060"/>
                <a:ext cx="530251" cy="5302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A00FD529-B0C9-418E-9E58-547D38F4292B}"/>
                      </a:ext>
                    </a:extLst>
                  </p:cNvPr>
                  <p:cNvSpPr txBox="1"/>
                  <p:nvPr/>
                </p:nvSpPr>
                <p:spPr>
                  <a:xfrm>
                    <a:off x="8959" y="4723486"/>
                    <a:ext cx="801265" cy="65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A00FD529-B0C9-418E-9E58-547D38F429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59" y="4723486"/>
                    <a:ext cx="801265" cy="65166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53190523-1652-4A5D-9751-BD4BD4336902}"/>
                </a:ext>
              </a:extLst>
            </p:cNvPr>
            <p:cNvGrpSpPr/>
            <p:nvPr/>
          </p:nvGrpSpPr>
          <p:grpSpPr>
            <a:xfrm>
              <a:off x="2098034" y="801994"/>
              <a:ext cx="358960" cy="353943"/>
              <a:chOff x="1001767" y="3281295"/>
              <a:chExt cx="660899" cy="651660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3EEB7D1E-69DE-4954-9CDE-8BF27D2951E8}"/>
                  </a:ext>
                </a:extLst>
              </p:cNvPr>
              <p:cNvSpPr/>
              <p:nvPr/>
            </p:nvSpPr>
            <p:spPr>
              <a:xfrm>
                <a:off x="1001767" y="3349559"/>
                <a:ext cx="530251" cy="53025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C05937B5-24D7-4C0B-BDCF-119AEB62915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217" y="3281295"/>
                    <a:ext cx="650449" cy="6516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C05937B5-24D7-4C0B-BDCF-119AEB6291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217" y="3281295"/>
                    <a:ext cx="650449" cy="65166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8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C3A16C75-00A5-4984-82E1-BB6A00A61C0C}"/>
                </a:ext>
              </a:extLst>
            </p:cNvPr>
            <p:cNvGrpSpPr/>
            <p:nvPr/>
          </p:nvGrpSpPr>
          <p:grpSpPr>
            <a:xfrm rot="1283681">
              <a:off x="337909" y="1276127"/>
              <a:ext cx="1672922" cy="233308"/>
              <a:chOff x="2343150" y="3428999"/>
              <a:chExt cx="9719212" cy="1926504"/>
            </a:xfrm>
          </p:grpSpPr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F7B8113F-7722-469F-B5C4-DE953A009B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4352925" y="3428999"/>
                <a:ext cx="2009775" cy="1926503"/>
              </a:xfrm>
              <a:prstGeom prst="rect">
                <a:avLst/>
              </a:prstGeom>
            </p:spPr>
          </p:pic>
          <p:pic>
            <p:nvPicPr>
              <p:cNvPr id="60" name="圖片 59">
                <a:extLst>
                  <a:ext uri="{FF2B5EF4-FFF2-40B4-BE49-F238E27FC236}">
                    <a16:creationId xmlns:a16="http://schemas.microsoft.com/office/drawing/2014/main" id="{37F447C1-819C-425F-AF30-972A9CA100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362700" y="3429000"/>
                <a:ext cx="5699662" cy="1926503"/>
              </a:xfrm>
              <a:prstGeom prst="rect">
                <a:avLst/>
              </a:prstGeom>
            </p:spPr>
          </p:pic>
          <p:pic>
            <p:nvPicPr>
              <p:cNvPr id="61" name="圖片 60">
                <a:extLst>
                  <a:ext uri="{FF2B5EF4-FFF2-40B4-BE49-F238E27FC236}">
                    <a16:creationId xmlns:a16="http://schemas.microsoft.com/office/drawing/2014/main" id="{5B4FCA4E-EA7B-42B4-B781-DED1546BA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2343150" y="3428999"/>
                <a:ext cx="2009775" cy="1926503"/>
              </a:xfrm>
              <a:prstGeom prst="rect">
                <a:avLst/>
              </a:prstGeom>
            </p:spPr>
          </p:pic>
        </p:grp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31B03023-6F55-4EE5-A89E-B2D2085BE042}"/>
                </a:ext>
              </a:extLst>
            </p:cNvPr>
            <p:cNvSpPr txBox="1"/>
            <p:nvPr/>
          </p:nvSpPr>
          <p:spPr>
            <a:xfrm>
              <a:off x="-110676" y="2687387"/>
              <a:ext cx="1716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</a:t>
              </a:r>
              <a:r>
                <a: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electron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A81CA8FA-68CB-4339-AE67-B8E4FBEA5423}"/>
                </a:ext>
              </a:extLst>
            </p:cNvPr>
            <p:cNvCxnSpPr>
              <a:cxnSpLocks/>
            </p:cNvCxnSpPr>
            <p:nvPr/>
          </p:nvCxnSpPr>
          <p:spPr>
            <a:xfrm>
              <a:off x="1504950" y="2912682"/>
              <a:ext cx="151384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A819A50B-6EE9-4B60-A8B3-E42816298D11}"/>
                </a:ext>
              </a:extLst>
            </p:cNvPr>
            <p:cNvSpPr/>
            <p:nvPr/>
          </p:nvSpPr>
          <p:spPr>
            <a:xfrm>
              <a:off x="6636684" y="1272129"/>
              <a:ext cx="474180" cy="484381"/>
            </a:xfrm>
            <a:prstGeom prst="arc">
              <a:avLst>
                <a:gd name="adj1" fmla="val 12241359"/>
                <a:gd name="adj2" fmla="val 1623430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D1112EE-D031-4315-A2F7-13ED9F1ABC40}"/>
                </a:ext>
              </a:extLst>
            </p:cNvPr>
            <p:cNvCxnSpPr>
              <a:cxnSpLocks/>
            </p:cNvCxnSpPr>
            <p:nvPr/>
          </p:nvCxnSpPr>
          <p:spPr>
            <a:xfrm>
              <a:off x="6885621" y="1056340"/>
              <a:ext cx="0" cy="5364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62D2ADA-CBC4-4592-943D-F918D031D1D2}"/>
                </a:ext>
              </a:extLst>
            </p:cNvPr>
            <p:cNvSpPr/>
            <p:nvPr/>
          </p:nvSpPr>
          <p:spPr>
            <a:xfrm rot="5400000">
              <a:off x="6798235" y="1309913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D3C88D2-38A1-4C50-8494-25A04137432B}"/>
                </a:ext>
              </a:extLst>
            </p:cNvPr>
            <p:cNvSpPr/>
            <p:nvPr/>
          </p:nvSpPr>
          <p:spPr>
            <a:xfrm>
              <a:off x="7032612" y="1603626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00B4317B-9B5C-46D5-B9E4-C8B9B0D165D3}"/>
                </a:ext>
              </a:extLst>
            </p:cNvPr>
            <p:cNvSpPr/>
            <p:nvPr/>
          </p:nvSpPr>
          <p:spPr>
            <a:xfrm>
              <a:off x="6611620" y="1606704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94119E60-72E6-423B-A3A3-EE731567BB02}"/>
                </a:ext>
              </a:extLst>
            </p:cNvPr>
            <p:cNvCxnSpPr>
              <a:cxnSpLocks/>
            </p:cNvCxnSpPr>
            <p:nvPr/>
          </p:nvCxnSpPr>
          <p:spPr>
            <a:xfrm>
              <a:off x="4609726" y="2257429"/>
              <a:ext cx="5282868" cy="0"/>
            </a:xfrm>
            <a:prstGeom prst="straightConnector1">
              <a:avLst/>
            </a:prstGeom>
            <a:ln w="57150">
              <a:tailEnd type="triangle" w="med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3C2D1F2C-BAE1-4767-A081-D437CDD85564}"/>
                    </a:ext>
                  </a:extLst>
                </p:cNvPr>
                <p:cNvSpPr/>
                <p:nvPr/>
              </p:nvSpPr>
              <p:spPr>
                <a:xfrm>
                  <a:off x="6269794" y="2263957"/>
                  <a:ext cx="157492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zh-TW" alt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3C2D1F2C-BAE1-4767-A081-D437CDD855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94" y="2263957"/>
                  <a:ext cx="1574925" cy="400110"/>
                </a:xfrm>
                <a:prstGeom prst="rect">
                  <a:avLst/>
                </a:prstGeom>
                <a:blipFill>
                  <a:blip r:embed="rId18"/>
                  <a:stretch>
                    <a:fillRect l="-388"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群組 76">
              <a:extLst>
                <a:ext uri="{FF2B5EF4-FFF2-40B4-BE49-F238E27FC236}">
                  <a16:creationId xmlns:a16="http://schemas.microsoft.com/office/drawing/2014/main" id="{11CF7B7F-3AEF-4577-928A-70C2C60571BC}"/>
                </a:ext>
              </a:extLst>
            </p:cNvPr>
            <p:cNvGrpSpPr/>
            <p:nvPr/>
          </p:nvGrpSpPr>
          <p:grpSpPr>
            <a:xfrm>
              <a:off x="7591520" y="1504001"/>
              <a:ext cx="1270949" cy="380213"/>
              <a:chOff x="6016985" y="7397030"/>
              <a:chExt cx="2340007" cy="700028"/>
            </a:xfrm>
          </p:grpSpPr>
          <p:pic>
            <p:nvPicPr>
              <p:cNvPr id="78" name="圖片 77">
                <a:extLst>
                  <a:ext uri="{FF2B5EF4-FFF2-40B4-BE49-F238E27FC236}">
                    <a16:creationId xmlns:a16="http://schemas.microsoft.com/office/drawing/2014/main" id="{04F71EEE-D6F0-4B59-8082-917407FF5C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79" name="圖片 78">
                <a:extLst>
                  <a:ext uri="{FF2B5EF4-FFF2-40B4-BE49-F238E27FC236}">
                    <a16:creationId xmlns:a16="http://schemas.microsoft.com/office/drawing/2014/main" id="{D98250F2-70F5-4D18-B3A2-D8814D7DF0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0" name="圖片 79">
                <a:extLst>
                  <a:ext uri="{FF2B5EF4-FFF2-40B4-BE49-F238E27FC236}">
                    <a16:creationId xmlns:a16="http://schemas.microsoft.com/office/drawing/2014/main" id="{D6E3DEFE-7336-43F5-A99D-6953EA7E73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07E4BADB-D64E-49E8-8869-A242A3F775C2}"/>
                </a:ext>
              </a:extLst>
            </p:cNvPr>
            <p:cNvGrpSpPr/>
            <p:nvPr/>
          </p:nvGrpSpPr>
          <p:grpSpPr>
            <a:xfrm rot="1808853">
              <a:off x="5768374" y="1090050"/>
              <a:ext cx="1270949" cy="380213"/>
              <a:chOff x="6016985" y="7397030"/>
              <a:chExt cx="2340007" cy="700028"/>
            </a:xfrm>
          </p:grpSpPr>
          <p:pic>
            <p:nvPicPr>
              <p:cNvPr id="82" name="圖片 81">
                <a:extLst>
                  <a:ext uri="{FF2B5EF4-FFF2-40B4-BE49-F238E27FC236}">
                    <a16:creationId xmlns:a16="http://schemas.microsoft.com/office/drawing/2014/main" id="{8B7A6694-5CF6-492C-B3C6-8CA9724A86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83" name="圖片 82">
                <a:extLst>
                  <a:ext uri="{FF2B5EF4-FFF2-40B4-BE49-F238E27FC236}">
                    <a16:creationId xmlns:a16="http://schemas.microsoft.com/office/drawing/2014/main" id="{D4E5473F-9D01-41F2-AE28-5032D7181F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4" name="圖片 83">
                <a:extLst>
                  <a:ext uri="{FF2B5EF4-FFF2-40B4-BE49-F238E27FC236}">
                    <a16:creationId xmlns:a16="http://schemas.microsoft.com/office/drawing/2014/main" id="{7894B8AE-EB46-4BB9-B9FB-08D8AA5726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E7E1964D-1E46-4415-9987-7EB45D77E931}"/>
                </a:ext>
              </a:extLst>
            </p:cNvPr>
            <p:cNvGrpSpPr/>
            <p:nvPr/>
          </p:nvGrpSpPr>
          <p:grpSpPr>
            <a:xfrm rot="5400000">
              <a:off x="4305496" y="709538"/>
              <a:ext cx="1270949" cy="380213"/>
              <a:chOff x="6016985" y="7397030"/>
              <a:chExt cx="2340007" cy="700028"/>
            </a:xfrm>
          </p:grpSpPr>
          <p:pic>
            <p:nvPicPr>
              <p:cNvPr id="87" name="圖片 86">
                <a:extLst>
                  <a:ext uri="{FF2B5EF4-FFF2-40B4-BE49-F238E27FC236}">
                    <a16:creationId xmlns:a16="http://schemas.microsoft.com/office/drawing/2014/main" id="{7BF4D475-C674-48CF-B3AC-D6E36D5E6A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88" name="圖片 87">
                <a:extLst>
                  <a:ext uri="{FF2B5EF4-FFF2-40B4-BE49-F238E27FC236}">
                    <a16:creationId xmlns:a16="http://schemas.microsoft.com/office/drawing/2014/main" id="{734C474B-9C66-4A2D-B0C0-03E7B6F919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9" name="圖片 88">
                <a:extLst>
                  <a:ext uri="{FF2B5EF4-FFF2-40B4-BE49-F238E27FC236}">
                    <a16:creationId xmlns:a16="http://schemas.microsoft.com/office/drawing/2014/main" id="{C4CED2E0-294F-4A13-A695-F40EEFC639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D7FD59A-AF03-4237-A7EC-2ACF33CF17D6}"/>
                    </a:ext>
                  </a:extLst>
                </p:cNvPr>
                <p:cNvSpPr txBox="1"/>
                <p:nvPr/>
              </p:nvSpPr>
              <p:spPr>
                <a:xfrm>
                  <a:off x="1153601" y="1436821"/>
                  <a:ext cx="53773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D7FD59A-AF03-4237-A7EC-2ACF33CF1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601" y="1436821"/>
                  <a:ext cx="537730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E636A732-29F0-4686-8139-5B3FCE77CC6A}"/>
                </a:ext>
              </a:extLst>
            </p:cNvPr>
            <p:cNvSpPr txBox="1"/>
            <p:nvPr/>
          </p:nvSpPr>
          <p:spPr>
            <a:xfrm>
              <a:off x="-28887" y="120134"/>
              <a:ext cx="380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73C62792-DB2F-4998-8A0C-72BE9917D7D5}"/>
                </a:ext>
              </a:extLst>
            </p:cNvPr>
            <p:cNvSpPr txBox="1"/>
            <p:nvPr/>
          </p:nvSpPr>
          <p:spPr>
            <a:xfrm>
              <a:off x="4038087" y="120134"/>
              <a:ext cx="476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93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ACF2C590-16D2-4F68-BFE0-F46970F497C8}"/>
              </a:ext>
            </a:extLst>
          </p:cNvPr>
          <p:cNvGrpSpPr/>
          <p:nvPr/>
        </p:nvGrpSpPr>
        <p:grpSpPr>
          <a:xfrm>
            <a:off x="-110676" y="161777"/>
            <a:ext cx="10031845" cy="3199116"/>
            <a:chOff x="-110676" y="264170"/>
            <a:chExt cx="10031845" cy="3199116"/>
          </a:xfrm>
        </p:grpSpPr>
        <p:sp>
          <p:nvSpPr>
            <p:cNvPr id="7" name="直角三角形 6">
              <a:extLst>
                <a:ext uri="{FF2B5EF4-FFF2-40B4-BE49-F238E27FC236}">
                  <a16:creationId xmlns:a16="http://schemas.microsoft.com/office/drawing/2014/main" id="{F14CFA0B-DBE0-476C-BC47-6C26024D58C7}"/>
                </a:ext>
              </a:extLst>
            </p:cNvPr>
            <p:cNvSpPr/>
            <p:nvPr/>
          </p:nvSpPr>
          <p:spPr>
            <a:xfrm rot="10800000" flipH="1">
              <a:off x="4609726" y="2257428"/>
              <a:ext cx="5311443" cy="778877"/>
            </a:xfrm>
            <a:prstGeom prst="rt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F4F5E30-97D1-40FE-B5FD-60A17CDB3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63" y="1058111"/>
              <a:ext cx="458601" cy="1109855"/>
            </a:xfrm>
            <a:prstGeom prst="straightConnector1">
              <a:avLst/>
            </a:prstGeom>
            <a:ln w="57150">
              <a:solidFill>
                <a:schemeClr val="tx1"/>
              </a:solidFill>
              <a:prstDash val="sysDot"/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A69316B-3ED7-4A25-A58C-D0B54010FC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881" t="20538" r="22392" b="22855"/>
            <a:stretch/>
          </p:blipFill>
          <p:spPr>
            <a:xfrm>
              <a:off x="2405716" y="684126"/>
              <a:ext cx="1574576" cy="16500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E76C9C2-AFB2-47A5-B8FA-E5603F0D8100}"/>
                    </a:ext>
                  </a:extLst>
                </p:cNvPr>
                <p:cNvSpPr txBox="1"/>
                <p:nvPr/>
              </p:nvSpPr>
              <p:spPr>
                <a:xfrm>
                  <a:off x="3680469" y="1943403"/>
                  <a:ext cx="43387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CE76C9C2-AFB2-47A5-B8FA-E5603F0D8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0469" y="1943403"/>
                  <a:ext cx="433879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5634"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62E49AA-E01D-4D62-ABF2-3792BDC5C00B}"/>
                </a:ext>
              </a:extLst>
            </p:cNvPr>
            <p:cNvCxnSpPr>
              <a:cxnSpLocks/>
            </p:cNvCxnSpPr>
            <p:nvPr/>
          </p:nvCxnSpPr>
          <p:spPr>
            <a:xfrm>
              <a:off x="3171117" y="1531481"/>
              <a:ext cx="822214" cy="46958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58D763E4-BECE-44E4-ADFA-F1E5518CB990}"/>
                </a:ext>
              </a:extLst>
            </p:cNvPr>
            <p:cNvSpPr/>
            <p:nvPr/>
          </p:nvSpPr>
          <p:spPr>
            <a:xfrm rot="1664926">
              <a:off x="2907145" y="971735"/>
              <a:ext cx="495665" cy="1114385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26019901-F8F7-474A-8470-82A9974C6862}"/>
                </a:ext>
              </a:extLst>
            </p:cNvPr>
            <p:cNvGrpSpPr/>
            <p:nvPr/>
          </p:nvGrpSpPr>
          <p:grpSpPr>
            <a:xfrm>
              <a:off x="2825743" y="1694033"/>
              <a:ext cx="383195" cy="353943"/>
              <a:chOff x="-4223299" y="8635134"/>
              <a:chExt cx="733221" cy="677253"/>
            </a:xfrm>
          </p:grpSpPr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794F39D2-A2A5-43E9-9401-4C4D2C4A941D}"/>
                  </a:ext>
                </a:extLst>
              </p:cNvPr>
              <p:cNvSpPr/>
              <p:nvPr/>
            </p:nvSpPr>
            <p:spPr>
              <a:xfrm>
                <a:off x="-4215777" y="8667100"/>
                <a:ext cx="551071" cy="55107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4B491E3F-8726-4CE4-A38B-0FA5CDB96057}"/>
                      </a:ext>
                    </a:extLst>
                  </p:cNvPr>
                  <p:cNvSpPr txBox="1"/>
                  <p:nvPr/>
                </p:nvSpPr>
                <p:spPr>
                  <a:xfrm>
                    <a:off x="-4223299" y="8635134"/>
                    <a:ext cx="733221" cy="6772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4B491E3F-8726-4CE4-A38B-0FA5CDB960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223299" y="8635134"/>
                    <a:ext cx="733221" cy="67725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9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4F2FB5EC-5268-46BB-BD75-909AC0E075A9}"/>
                </a:ext>
              </a:extLst>
            </p:cNvPr>
            <p:cNvGrpSpPr/>
            <p:nvPr/>
          </p:nvGrpSpPr>
          <p:grpSpPr>
            <a:xfrm>
              <a:off x="3174515" y="1015044"/>
              <a:ext cx="337772" cy="353943"/>
              <a:chOff x="-3327105" y="7332627"/>
              <a:chExt cx="646307" cy="677255"/>
            </a:xfrm>
          </p:grpSpPr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85377E42-3E21-48FB-945C-E7757EF30678}"/>
                  </a:ext>
                </a:extLst>
              </p:cNvPr>
              <p:cNvSpPr/>
              <p:nvPr/>
            </p:nvSpPr>
            <p:spPr>
              <a:xfrm>
                <a:off x="-3327105" y="7427048"/>
                <a:ext cx="551071" cy="55107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B1831A24-EEE7-4BDF-BA73-6505F7C1FD34}"/>
                      </a:ext>
                    </a:extLst>
                  </p:cNvPr>
                  <p:cNvSpPr txBox="1"/>
                  <p:nvPr/>
                </p:nvSpPr>
                <p:spPr>
                  <a:xfrm>
                    <a:off x="-3276010" y="7332627"/>
                    <a:ext cx="595212" cy="6772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B1831A24-EEE7-4BDF-BA73-6505F7C1FD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76010" y="7332627"/>
                    <a:ext cx="595212" cy="67725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56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56C6FB4A-0956-45FE-AE46-FB981DDEE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663" t="40135" r="7542" b="-2"/>
            <a:stretch/>
          </p:blipFill>
          <p:spPr>
            <a:xfrm>
              <a:off x="895936" y="470667"/>
              <a:ext cx="2096288" cy="602117"/>
            </a:xfrm>
            <a:prstGeom prst="rect">
              <a:avLst/>
            </a:prstGeom>
          </p:spPr>
        </p:pic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FBF70BF0-C488-4983-A6E5-87FD6FA5E3B1}"/>
                </a:ext>
              </a:extLst>
            </p:cNvPr>
            <p:cNvGrpSpPr/>
            <p:nvPr/>
          </p:nvGrpSpPr>
          <p:grpSpPr>
            <a:xfrm>
              <a:off x="6537153" y="1544778"/>
              <a:ext cx="2782952" cy="305427"/>
              <a:chOff x="3345002" y="11560841"/>
              <a:chExt cx="5123831" cy="562337"/>
            </a:xfrm>
          </p:grpSpPr>
          <p:pic>
            <p:nvPicPr>
              <p:cNvPr id="22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F70317E0-89D6-418B-B738-6BE787CDC5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34" t="44380" r="72508" b="47528"/>
              <a:stretch/>
            </p:blipFill>
            <p:spPr bwMode="auto">
              <a:xfrm>
                <a:off x="3345002" y="11560841"/>
                <a:ext cx="2771314" cy="5623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05DAF9F0-3FC0-4CDF-9715-8BE824128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3" t="44380" r="72781" b="47528"/>
              <a:stretch/>
            </p:blipFill>
            <p:spPr bwMode="auto">
              <a:xfrm>
                <a:off x="6087038" y="11560841"/>
                <a:ext cx="2381795" cy="5623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47452DA-8092-4A9C-AA22-5052766EB861}"/>
                </a:ext>
              </a:extLst>
            </p:cNvPr>
            <p:cNvSpPr txBox="1"/>
            <p:nvPr/>
          </p:nvSpPr>
          <p:spPr>
            <a:xfrm rot="16200000">
              <a:off x="3509116" y="2346248"/>
              <a:ext cx="183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Light-cone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6F1DFFA-8C20-48D5-8C41-CA1BB2D4A5B6}"/>
                    </a:ext>
                  </a:extLst>
                </p:cNvPr>
                <p:cNvSpPr txBox="1"/>
                <p:nvPr/>
              </p:nvSpPr>
              <p:spPr>
                <a:xfrm>
                  <a:off x="1686723" y="2895776"/>
                  <a:ext cx="1516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6F1DFFA-8C20-48D5-8C41-CA1BB2D4A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723" y="2895776"/>
                  <a:ext cx="151686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84000" r="-4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2D3C3CF-91FD-4580-B91C-AD2BE2479841}"/>
                    </a:ext>
                  </a:extLst>
                </p:cNvPr>
                <p:cNvSpPr/>
                <p:nvPr/>
              </p:nvSpPr>
              <p:spPr>
                <a:xfrm>
                  <a:off x="8675829" y="2263957"/>
                  <a:ext cx="114260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2D3C3CF-91FD-4580-B91C-AD2BE24798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829" y="2263957"/>
                  <a:ext cx="1142603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C00DEFA-3A50-4AF2-9896-978B45A08C9E}"/>
                    </a:ext>
                  </a:extLst>
                </p:cNvPr>
                <p:cNvSpPr txBox="1"/>
                <p:nvPr/>
              </p:nvSpPr>
              <p:spPr>
                <a:xfrm>
                  <a:off x="6664066" y="963289"/>
                  <a:ext cx="2647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C00DEFA-3A50-4AF2-9896-978B45A08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4066" y="963289"/>
                  <a:ext cx="264767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2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0A0BBFC-804E-457D-A94B-236800B38D35}"/>
                    </a:ext>
                  </a:extLst>
                </p:cNvPr>
                <p:cNvSpPr txBox="1"/>
                <p:nvPr/>
              </p:nvSpPr>
              <p:spPr>
                <a:xfrm>
                  <a:off x="4527205" y="1828950"/>
                  <a:ext cx="89816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0A0BBFC-804E-457D-A94B-236800B38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205" y="1828950"/>
                  <a:ext cx="898164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EF0AFE9-A651-4A31-986C-A885ED533527}"/>
                    </a:ext>
                  </a:extLst>
                </p:cNvPr>
                <p:cNvSpPr txBox="1"/>
                <p:nvPr/>
              </p:nvSpPr>
              <p:spPr>
                <a:xfrm>
                  <a:off x="8737294" y="1826905"/>
                  <a:ext cx="9726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EF0AFE9-A651-4A31-986C-A885ED533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7294" y="1826905"/>
                  <a:ext cx="97269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E8E49E26-DE15-40C0-8C7C-E92E4757FBCE}"/>
                    </a:ext>
                  </a:extLst>
                </p:cNvPr>
                <p:cNvSpPr/>
                <p:nvPr/>
              </p:nvSpPr>
              <p:spPr>
                <a:xfrm>
                  <a:off x="4487999" y="2263957"/>
                  <a:ext cx="944989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≈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E8E49E26-DE15-40C0-8C7C-E92E4757FB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999" y="2263957"/>
                  <a:ext cx="944989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2581"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24B4BAAA-6FB0-4361-B7B1-27D07E16E601}"/>
                </a:ext>
              </a:extLst>
            </p:cNvPr>
            <p:cNvCxnSpPr>
              <a:cxnSpLocks/>
            </p:cNvCxnSpPr>
            <p:nvPr/>
          </p:nvCxnSpPr>
          <p:spPr>
            <a:xfrm>
              <a:off x="2238937" y="1071601"/>
              <a:ext cx="0" cy="182823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5DBA5FF-AAC3-41BF-9291-E5630E2D6494}"/>
                </a:ext>
              </a:extLst>
            </p:cNvPr>
            <p:cNvCxnSpPr>
              <a:cxnSpLocks/>
            </p:cNvCxnSpPr>
            <p:nvPr/>
          </p:nvCxnSpPr>
          <p:spPr>
            <a:xfrm>
              <a:off x="1744363" y="2184926"/>
              <a:ext cx="0" cy="72008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D4615AA-66BC-426E-AA33-28132F45955C}"/>
                    </a:ext>
                  </a:extLst>
                </p:cNvPr>
                <p:cNvSpPr txBox="1"/>
                <p:nvPr/>
              </p:nvSpPr>
              <p:spPr>
                <a:xfrm>
                  <a:off x="1983257" y="2895776"/>
                  <a:ext cx="842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D4615AA-66BC-426E-AA33-28132F459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257" y="2895776"/>
                  <a:ext cx="842485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2878"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1BEC7784-338A-4E10-AF2D-7B97E68D02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47" t="44380" r="72508" b="47528"/>
            <a:stretch/>
          </p:blipFill>
          <p:spPr bwMode="auto">
            <a:xfrm>
              <a:off x="4373001" y="1541862"/>
              <a:ext cx="911788" cy="305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B9DDE247-A4D1-480B-A7EE-E8ADCE06F8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4892" r="72508" b="47528"/>
            <a:stretch/>
          </p:blipFill>
          <p:spPr bwMode="auto">
            <a:xfrm>
              <a:off x="5271594" y="1561631"/>
              <a:ext cx="1311903" cy="286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61C32B6E-74F3-4D31-B75B-9CABCF4A1AF7}"/>
                </a:ext>
              </a:extLst>
            </p:cNvPr>
            <p:cNvSpPr/>
            <p:nvPr/>
          </p:nvSpPr>
          <p:spPr>
            <a:xfrm rot="5400000">
              <a:off x="9050880" y="1329622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A3403E28-8733-44B6-AF23-67875A714182}"/>
                </a:ext>
              </a:extLst>
            </p:cNvPr>
            <p:cNvSpPr/>
            <p:nvPr/>
          </p:nvSpPr>
          <p:spPr>
            <a:xfrm>
              <a:off x="9285258" y="1623334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0F0422F1-73C2-4914-A11A-685C9A017597}"/>
                </a:ext>
              </a:extLst>
            </p:cNvPr>
            <p:cNvSpPr/>
            <p:nvPr/>
          </p:nvSpPr>
          <p:spPr>
            <a:xfrm>
              <a:off x="8864266" y="1626412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9A28CD47-15CD-4864-97E7-7BBB95D7F80B}"/>
                </a:ext>
              </a:extLst>
            </p:cNvPr>
            <p:cNvSpPr/>
            <p:nvPr/>
          </p:nvSpPr>
          <p:spPr>
            <a:xfrm rot="5400000">
              <a:off x="4794820" y="1301963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9FBDD78B-2735-4E61-8E7C-C5E6D138E3F0}"/>
                </a:ext>
              </a:extLst>
            </p:cNvPr>
            <p:cNvSpPr/>
            <p:nvPr/>
          </p:nvSpPr>
          <p:spPr>
            <a:xfrm>
              <a:off x="5029197" y="1595676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A606E4AB-7C7A-4BD5-B9E4-CC9C4AF34469}"/>
                </a:ext>
              </a:extLst>
            </p:cNvPr>
            <p:cNvSpPr/>
            <p:nvPr/>
          </p:nvSpPr>
          <p:spPr>
            <a:xfrm>
              <a:off x="4608205" y="1598755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63D12E7E-2834-4644-A173-46E1B6EBE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872" t="40135" r="7992" b="-2"/>
            <a:stretch/>
          </p:blipFill>
          <p:spPr>
            <a:xfrm rot="10800000">
              <a:off x="904100" y="2167966"/>
              <a:ext cx="2079972" cy="602117"/>
            </a:xfrm>
            <a:prstGeom prst="rect">
              <a:avLst/>
            </a:prstGeom>
          </p:spPr>
        </p:pic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BBC122BA-D29A-4AD5-8220-E322FEC38F9D}"/>
                </a:ext>
              </a:extLst>
            </p:cNvPr>
            <p:cNvGrpSpPr/>
            <p:nvPr/>
          </p:nvGrpSpPr>
          <p:grpSpPr>
            <a:xfrm>
              <a:off x="1558803" y="2051845"/>
              <a:ext cx="435198" cy="353943"/>
              <a:chOff x="8959" y="4723486"/>
              <a:chExt cx="801265" cy="651664"/>
            </a:xfrm>
          </p:grpSpPr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3EAD4BB-AB27-48C6-B976-D5B6FD58AE05}"/>
                  </a:ext>
                </a:extLst>
              </p:cNvPr>
              <p:cNvSpPr/>
              <p:nvPr/>
            </p:nvSpPr>
            <p:spPr>
              <a:xfrm>
                <a:off x="58493" y="4762060"/>
                <a:ext cx="530251" cy="53025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A00FD529-B0C9-418E-9E58-547D38F4292B}"/>
                      </a:ext>
                    </a:extLst>
                  </p:cNvPr>
                  <p:cNvSpPr txBox="1"/>
                  <p:nvPr/>
                </p:nvSpPr>
                <p:spPr>
                  <a:xfrm>
                    <a:off x="8959" y="4723486"/>
                    <a:ext cx="801265" cy="651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A00FD529-B0C9-418E-9E58-547D38F429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59" y="4723486"/>
                    <a:ext cx="801265" cy="65166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53190523-1652-4A5D-9751-BD4BD4336902}"/>
                </a:ext>
              </a:extLst>
            </p:cNvPr>
            <p:cNvGrpSpPr/>
            <p:nvPr/>
          </p:nvGrpSpPr>
          <p:grpSpPr>
            <a:xfrm>
              <a:off x="2098034" y="801994"/>
              <a:ext cx="358960" cy="353943"/>
              <a:chOff x="1001767" y="3281295"/>
              <a:chExt cx="660899" cy="651660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3EEB7D1E-69DE-4954-9CDE-8BF27D2951E8}"/>
                  </a:ext>
                </a:extLst>
              </p:cNvPr>
              <p:cNvSpPr/>
              <p:nvPr/>
            </p:nvSpPr>
            <p:spPr>
              <a:xfrm>
                <a:off x="1001767" y="3349559"/>
                <a:ext cx="530251" cy="53025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C05937B5-24D7-4C0B-BDCF-119AEB62915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217" y="3281295"/>
                    <a:ext cx="650449" cy="6516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TW" sz="17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zh-TW" altLang="en-US" sz="17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C05937B5-24D7-4C0B-BDCF-119AEB6291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217" y="3281295"/>
                    <a:ext cx="650449" cy="65166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8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C3A16C75-00A5-4984-82E1-BB6A00A61C0C}"/>
                </a:ext>
              </a:extLst>
            </p:cNvPr>
            <p:cNvGrpSpPr/>
            <p:nvPr/>
          </p:nvGrpSpPr>
          <p:grpSpPr>
            <a:xfrm rot="1283681">
              <a:off x="337909" y="1276127"/>
              <a:ext cx="1672922" cy="233308"/>
              <a:chOff x="2343150" y="3428999"/>
              <a:chExt cx="9719212" cy="1926504"/>
            </a:xfrm>
          </p:grpSpPr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F7B8113F-7722-469F-B5C4-DE953A009B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4352925" y="3428999"/>
                <a:ext cx="2009775" cy="1926503"/>
              </a:xfrm>
              <a:prstGeom prst="rect">
                <a:avLst/>
              </a:prstGeom>
            </p:spPr>
          </p:pic>
          <p:pic>
            <p:nvPicPr>
              <p:cNvPr id="60" name="圖片 59">
                <a:extLst>
                  <a:ext uri="{FF2B5EF4-FFF2-40B4-BE49-F238E27FC236}">
                    <a16:creationId xmlns:a16="http://schemas.microsoft.com/office/drawing/2014/main" id="{37F447C1-819C-425F-AF30-972A9CA100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362700" y="3429000"/>
                <a:ext cx="5699662" cy="1926503"/>
              </a:xfrm>
              <a:prstGeom prst="rect">
                <a:avLst/>
              </a:prstGeom>
            </p:spPr>
          </p:pic>
          <p:pic>
            <p:nvPicPr>
              <p:cNvPr id="61" name="圖片 60">
                <a:extLst>
                  <a:ext uri="{FF2B5EF4-FFF2-40B4-BE49-F238E27FC236}">
                    <a16:creationId xmlns:a16="http://schemas.microsoft.com/office/drawing/2014/main" id="{5B4FCA4E-EA7B-42B4-B781-DED1546BA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2343150" y="3428999"/>
                <a:ext cx="2009775" cy="1926503"/>
              </a:xfrm>
              <a:prstGeom prst="rect">
                <a:avLst/>
              </a:prstGeom>
            </p:spPr>
          </p:pic>
        </p:grp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31B03023-6F55-4EE5-A89E-B2D2085BE042}"/>
                </a:ext>
              </a:extLst>
            </p:cNvPr>
            <p:cNvSpPr txBox="1"/>
            <p:nvPr/>
          </p:nvSpPr>
          <p:spPr>
            <a:xfrm>
              <a:off x="-110676" y="2687387"/>
              <a:ext cx="1716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</a:t>
              </a:r>
              <a:r>
                <a: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electron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A81CA8FA-68CB-4339-AE67-B8E4FBEA5423}"/>
                </a:ext>
              </a:extLst>
            </p:cNvPr>
            <p:cNvCxnSpPr>
              <a:cxnSpLocks/>
            </p:cNvCxnSpPr>
            <p:nvPr/>
          </p:nvCxnSpPr>
          <p:spPr>
            <a:xfrm>
              <a:off x="1504950" y="2912682"/>
              <a:ext cx="151384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A819A50B-6EE9-4B60-A8B3-E42816298D11}"/>
                </a:ext>
              </a:extLst>
            </p:cNvPr>
            <p:cNvSpPr/>
            <p:nvPr/>
          </p:nvSpPr>
          <p:spPr>
            <a:xfrm>
              <a:off x="6636684" y="1272129"/>
              <a:ext cx="474180" cy="484381"/>
            </a:xfrm>
            <a:prstGeom prst="arc">
              <a:avLst>
                <a:gd name="adj1" fmla="val 12241359"/>
                <a:gd name="adj2" fmla="val 1623430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49664" tIns="24834" rIns="49664" bIns="2483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D1112EE-D031-4315-A2F7-13ED9F1ABC40}"/>
                </a:ext>
              </a:extLst>
            </p:cNvPr>
            <p:cNvCxnSpPr>
              <a:cxnSpLocks/>
            </p:cNvCxnSpPr>
            <p:nvPr/>
          </p:nvCxnSpPr>
          <p:spPr>
            <a:xfrm>
              <a:off x="6885621" y="1056340"/>
              <a:ext cx="0" cy="5364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62D2ADA-CBC4-4592-943D-F918D031D1D2}"/>
                </a:ext>
              </a:extLst>
            </p:cNvPr>
            <p:cNvSpPr/>
            <p:nvPr/>
          </p:nvSpPr>
          <p:spPr>
            <a:xfrm rot="5400000">
              <a:off x="6798235" y="1309913"/>
              <a:ext cx="254044" cy="764737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907" tIns="35956" rIns="71907" bIns="3595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D3C88D2-38A1-4C50-8494-25A04137432B}"/>
                </a:ext>
              </a:extLst>
            </p:cNvPr>
            <p:cNvSpPr/>
            <p:nvPr/>
          </p:nvSpPr>
          <p:spPr>
            <a:xfrm>
              <a:off x="7032612" y="1603626"/>
              <a:ext cx="179337" cy="1793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00B4317B-9B5C-46D5-B9E4-C8B9B0D165D3}"/>
                </a:ext>
              </a:extLst>
            </p:cNvPr>
            <p:cNvSpPr/>
            <p:nvPr/>
          </p:nvSpPr>
          <p:spPr>
            <a:xfrm>
              <a:off x="6611620" y="1606704"/>
              <a:ext cx="179337" cy="17933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94119E60-72E6-423B-A3A3-EE731567BB02}"/>
                </a:ext>
              </a:extLst>
            </p:cNvPr>
            <p:cNvCxnSpPr>
              <a:cxnSpLocks/>
            </p:cNvCxnSpPr>
            <p:nvPr/>
          </p:nvCxnSpPr>
          <p:spPr>
            <a:xfrm>
              <a:off x="4609726" y="2257429"/>
              <a:ext cx="5282868" cy="0"/>
            </a:xfrm>
            <a:prstGeom prst="straightConnector1">
              <a:avLst/>
            </a:prstGeom>
            <a:ln w="57150">
              <a:tailEnd type="triangle" w="med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3C2D1F2C-BAE1-4767-A081-D437CDD85564}"/>
                    </a:ext>
                  </a:extLst>
                </p:cNvPr>
                <p:cNvSpPr/>
                <p:nvPr/>
              </p:nvSpPr>
              <p:spPr>
                <a:xfrm>
                  <a:off x="6269794" y="2263957"/>
                  <a:ext cx="157492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zh-TW" alt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3C2D1F2C-BAE1-4767-A081-D437CDD855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94" y="2263957"/>
                  <a:ext cx="1574925" cy="400110"/>
                </a:xfrm>
                <a:prstGeom prst="rect">
                  <a:avLst/>
                </a:prstGeom>
                <a:blipFill>
                  <a:blip r:embed="rId18"/>
                  <a:stretch>
                    <a:fillRect l="-388"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群組 76">
              <a:extLst>
                <a:ext uri="{FF2B5EF4-FFF2-40B4-BE49-F238E27FC236}">
                  <a16:creationId xmlns:a16="http://schemas.microsoft.com/office/drawing/2014/main" id="{11CF7B7F-3AEF-4577-928A-70C2C60571BC}"/>
                </a:ext>
              </a:extLst>
            </p:cNvPr>
            <p:cNvGrpSpPr/>
            <p:nvPr/>
          </p:nvGrpSpPr>
          <p:grpSpPr>
            <a:xfrm>
              <a:off x="7591520" y="1504001"/>
              <a:ext cx="1270949" cy="380213"/>
              <a:chOff x="6016985" y="7397030"/>
              <a:chExt cx="2340007" cy="700028"/>
            </a:xfrm>
          </p:grpSpPr>
          <p:pic>
            <p:nvPicPr>
              <p:cNvPr id="78" name="圖片 77">
                <a:extLst>
                  <a:ext uri="{FF2B5EF4-FFF2-40B4-BE49-F238E27FC236}">
                    <a16:creationId xmlns:a16="http://schemas.microsoft.com/office/drawing/2014/main" id="{04F71EEE-D6F0-4B59-8082-917407FF5C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79" name="圖片 78">
                <a:extLst>
                  <a:ext uri="{FF2B5EF4-FFF2-40B4-BE49-F238E27FC236}">
                    <a16:creationId xmlns:a16="http://schemas.microsoft.com/office/drawing/2014/main" id="{D98250F2-70F5-4D18-B3A2-D8814D7DF0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0" name="圖片 79">
                <a:extLst>
                  <a:ext uri="{FF2B5EF4-FFF2-40B4-BE49-F238E27FC236}">
                    <a16:creationId xmlns:a16="http://schemas.microsoft.com/office/drawing/2014/main" id="{D6E3DEFE-7336-43F5-A99D-6953EA7E73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07E4BADB-D64E-49E8-8869-A242A3F775C2}"/>
                </a:ext>
              </a:extLst>
            </p:cNvPr>
            <p:cNvGrpSpPr/>
            <p:nvPr/>
          </p:nvGrpSpPr>
          <p:grpSpPr>
            <a:xfrm rot="1808853">
              <a:off x="5768374" y="1090050"/>
              <a:ext cx="1270949" cy="380213"/>
              <a:chOff x="6016985" y="7397030"/>
              <a:chExt cx="2340007" cy="700028"/>
            </a:xfrm>
          </p:grpSpPr>
          <p:pic>
            <p:nvPicPr>
              <p:cNvPr id="82" name="圖片 81">
                <a:extLst>
                  <a:ext uri="{FF2B5EF4-FFF2-40B4-BE49-F238E27FC236}">
                    <a16:creationId xmlns:a16="http://schemas.microsoft.com/office/drawing/2014/main" id="{8B7A6694-5CF6-492C-B3C6-8CA9724A86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83" name="圖片 82">
                <a:extLst>
                  <a:ext uri="{FF2B5EF4-FFF2-40B4-BE49-F238E27FC236}">
                    <a16:creationId xmlns:a16="http://schemas.microsoft.com/office/drawing/2014/main" id="{D4E5473F-9D01-41F2-AE28-5032D7181F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4" name="圖片 83">
                <a:extLst>
                  <a:ext uri="{FF2B5EF4-FFF2-40B4-BE49-F238E27FC236}">
                    <a16:creationId xmlns:a16="http://schemas.microsoft.com/office/drawing/2014/main" id="{7894B8AE-EB46-4BB9-B9FB-08D8AA5726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E7E1964D-1E46-4415-9987-7EB45D77E931}"/>
                </a:ext>
              </a:extLst>
            </p:cNvPr>
            <p:cNvGrpSpPr/>
            <p:nvPr/>
          </p:nvGrpSpPr>
          <p:grpSpPr>
            <a:xfrm rot="5400000">
              <a:off x="4305496" y="709538"/>
              <a:ext cx="1270949" cy="380213"/>
              <a:chOff x="6016985" y="7397030"/>
              <a:chExt cx="2340007" cy="700028"/>
            </a:xfrm>
          </p:grpSpPr>
          <p:pic>
            <p:nvPicPr>
              <p:cNvPr id="87" name="圖片 86">
                <a:extLst>
                  <a:ext uri="{FF2B5EF4-FFF2-40B4-BE49-F238E27FC236}">
                    <a16:creationId xmlns:a16="http://schemas.microsoft.com/office/drawing/2014/main" id="{7BF4D475-C674-48CF-B3AC-D6E36D5E6A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496739" y="7397030"/>
                <a:ext cx="487370" cy="700027"/>
              </a:xfrm>
              <a:prstGeom prst="rect">
                <a:avLst/>
              </a:prstGeom>
            </p:spPr>
          </p:pic>
          <p:pic>
            <p:nvPicPr>
              <p:cNvPr id="88" name="圖片 87">
                <a:extLst>
                  <a:ext uri="{FF2B5EF4-FFF2-40B4-BE49-F238E27FC236}">
                    <a16:creationId xmlns:a16="http://schemas.microsoft.com/office/drawing/2014/main" id="{734C474B-9C66-4A2D-B0C0-03E7B6F919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870"/>
              <a:stretch/>
            </p:blipFill>
            <p:spPr>
              <a:xfrm>
                <a:off x="6974826" y="7397031"/>
                <a:ext cx="1382166" cy="700027"/>
              </a:xfrm>
              <a:prstGeom prst="rect">
                <a:avLst/>
              </a:prstGeom>
            </p:spPr>
          </p:pic>
          <p:pic>
            <p:nvPicPr>
              <p:cNvPr id="89" name="圖片 88">
                <a:extLst>
                  <a:ext uri="{FF2B5EF4-FFF2-40B4-BE49-F238E27FC236}">
                    <a16:creationId xmlns:a16="http://schemas.microsoft.com/office/drawing/2014/main" id="{C4CED2E0-294F-4A13-A695-F40EEFC639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 l="12724" r="56552"/>
              <a:stretch/>
            </p:blipFill>
            <p:spPr>
              <a:xfrm>
                <a:off x="6016985" y="7397030"/>
                <a:ext cx="487370" cy="70002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D7FD59A-AF03-4237-A7EC-2ACF33CF17D6}"/>
                    </a:ext>
                  </a:extLst>
                </p:cNvPr>
                <p:cNvSpPr txBox="1"/>
                <p:nvPr/>
              </p:nvSpPr>
              <p:spPr>
                <a:xfrm>
                  <a:off x="1153601" y="1436821"/>
                  <a:ext cx="53773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D7FD59A-AF03-4237-A7EC-2ACF33CF1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601" y="1436821"/>
                  <a:ext cx="537730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2708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465</TotalTime>
  <Words>193</Words>
  <Application>Microsoft Office PowerPoint</Application>
  <PresentationFormat>自訂</PresentationFormat>
  <Paragraphs>89</Paragraphs>
  <Slides>6</Slides>
  <Notes>0</Notes>
  <HiddenSlides>5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58</cp:revision>
  <dcterms:created xsi:type="dcterms:W3CDTF">2026-03-18T07:30:32Z</dcterms:created>
  <dcterms:modified xsi:type="dcterms:W3CDTF">2026-07-04T13:55:56Z</dcterms:modified>
</cp:coreProperties>
</file>