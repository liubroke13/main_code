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434" r:id="rId2"/>
  </p:sldIdLst>
  <p:sldSz cx="11699875" cy="6119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1932" y="10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2485" y="1001553"/>
            <a:ext cx="8774906" cy="2130602"/>
          </a:xfrm>
        </p:spPr>
        <p:txBody>
          <a:bodyPr anchor="b"/>
          <a:lstStyle>
            <a:lvl1pPr algn="ctr">
              <a:defRPr sz="535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62485" y="3214319"/>
            <a:ext cx="8774906" cy="1477538"/>
          </a:xfrm>
        </p:spPr>
        <p:txBody>
          <a:bodyPr/>
          <a:lstStyle>
            <a:lvl1pPr marL="0" indent="0" algn="ctr">
              <a:buNone/>
              <a:defRPr sz="2142"/>
            </a:lvl1pPr>
            <a:lvl2pPr marL="408005" indent="0" algn="ctr">
              <a:buNone/>
              <a:defRPr sz="1785"/>
            </a:lvl2pPr>
            <a:lvl3pPr marL="816011" indent="0" algn="ctr">
              <a:buNone/>
              <a:defRPr sz="1606"/>
            </a:lvl3pPr>
            <a:lvl4pPr marL="1224016" indent="0" algn="ctr">
              <a:buNone/>
              <a:defRPr sz="1428"/>
            </a:lvl4pPr>
            <a:lvl5pPr marL="1632021" indent="0" algn="ctr">
              <a:buNone/>
              <a:defRPr sz="1428"/>
            </a:lvl5pPr>
            <a:lvl6pPr marL="2040026" indent="0" algn="ctr">
              <a:buNone/>
              <a:defRPr sz="1428"/>
            </a:lvl6pPr>
            <a:lvl7pPr marL="2448032" indent="0" algn="ctr">
              <a:buNone/>
              <a:defRPr sz="1428"/>
            </a:lvl7pPr>
            <a:lvl8pPr marL="2856037" indent="0" algn="ctr">
              <a:buNone/>
              <a:defRPr sz="1428"/>
            </a:lvl8pPr>
            <a:lvl9pPr marL="3264042" indent="0" algn="ctr">
              <a:buNone/>
              <a:defRPr sz="1428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9311-7BFB-4AAD-BA6F-FA13B8C9F118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9B3A-C36C-4421-9D03-6C11C077A5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6846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9311-7BFB-4AAD-BA6F-FA13B8C9F118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9B3A-C36C-4421-9D03-6C11C077A5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0079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273" y="1525704"/>
            <a:ext cx="10091142" cy="2545672"/>
          </a:xfrm>
        </p:spPr>
        <p:txBody>
          <a:bodyPr anchor="b"/>
          <a:lstStyle>
            <a:lvl1pPr>
              <a:defRPr sz="535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8273" y="4095459"/>
            <a:ext cx="10091142" cy="1338709"/>
          </a:xfrm>
        </p:spPr>
        <p:txBody>
          <a:bodyPr/>
          <a:lstStyle>
            <a:lvl1pPr marL="0" indent="0">
              <a:buNone/>
              <a:defRPr sz="2142">
                <a:solidFill>
                  <a:schemeClr val="tx1">
                    <a:tint val="75000"/>
                  </a:schemeClr>
                </a:solidFill>
              </a:defRPr>
            </a:lvl1pPr>
            <a:lvl2pPr marL="408005" indent="0">
              <a:buNone/>
              <a:defRPr sz="1785">
                <a:solidFill>
                  <a:schemeClr val="tx1">
                    <a:tint val="75000"/>
                  </a:schemeClr>
                </a:solidFill>
              </a:defRPr>
            </a:lvl2pPr>
            <a:lvl3pPr marL="816011" indent="0">
              <a:buNone/>
              <a:defRPr sz="1606">
                <a:solidFill>
                  <a:schemeClr val="tx1">
                    <a:tint val="75000"/>
                  </a:schemeClr>
                </a:solidFill>
              </a:defRPr>
            </a:lvl3pPr>
            <a:lvl4pPr marL="1224016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4pPr>
            <a:lvl5pPr marL="1632021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5pPr>
            <a:lvl6pPr marL="2040026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6pPr>
            <a:lvl7pPr marL="2448032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7pPr>
            <a:lvl8pPr marL="2856037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8pPr>
            <a:lvl9pPr marL="3264042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9311-7BFB-4AAD-BA6F-FA13B8C9F118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9B3A-C36C-4421-9D03-6C11C077A5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4148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4366" y="1629117"/>
            <a:ext cx="4972447" cy="388296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23062" y="1629117"/>
            <a:ext cx="4972447" cy="388296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9311-7BFB-4AAD-BA6F-FA13B8C9F118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9B3A-C36C-4421-9D03-6C11C077A5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1322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5890" y="325824"/>
            <a:ext cx="10091142" cy="118288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5891" y="1500205"/>
            <a:ext cx="4949595" cy="735227"/>
          </a:xfrm>
        </p:spPr>
        <p:txBody>
          <a:bodyPr anchor="b"/>
          <a:lstStyle>
            <a:lvl1pPr marL="0" indent="0">
              <a:buNone/>
              <a:defRPr sz="2142" b="1"/>
            </a:lvl1pPr>
            <a:lvl2pPr marL="408005" indent="0">
              <a:buNone/>
              <a:defRPr sz="1785" b="1"/>
            </a:lvl2pPr>
            <a:lvl3pPr marL="816011" indent="0">
              <a:buNone/>
              <a:defRPr sz="1606" b="1"/>
            </a:lvl3pPr>
            <a:lvl4pPr marL="1224016" indent="0">
              <a:buNone/>
              <a:defRPr sz="1428" b="1"/>
            </a:lvl4pPr>
            <a:lvl5pPr marL="1632021" indent="0">
              <a:buNone/>
              <a:defRPr sz="1428" b="1"/>
            </a:lvl5pPr>
            <a:lvl6pPr marL="2040026" indent="0">
              <a:buNone/>
              <a:defRPr sz="1428" b="1"/>
            </a:lvl6pPr>
            <a:lvl7pPr marL="2448032" indent="0">
              <a:buNone/>
              <a:defRPr sz="1428" b="1"/>
            </a:lvl7pPr>
            <a:lvl8pPr marL="2856037" indent="0">
              <a:buNone/>
              <a:defRPr sz="1428" b="1"/>
            </a:lvl8pPr>
            <a:lvl9pPr marL="3264042" indent="0">
              <a:buNone/>
              <a:defRPr sz="1428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5891" y="2235432"/>
            <a:ext cx="4949595" cy="328798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23062" y="1500205"/>
            <a:ext cx="4973971" cy="735227"/>
          </a:xfrm>
        </p:spPr>
        <p:txBody>
          <a:bodyPr anchor="b"/>
          <a:lstStyle>
            <a:lvl1pPr marL="0" indent="0">
              <a:buNone/>
              <a:defRPr sz="2142" b="1"/>
            </a:lvl1pPr>
            <a:lvl2pPr marL="408005" indent="0">
              <a:buNone/>
              <a:defRPr sz="1785" b="1"/>
            </a:lvl2pPr>
            <a:lvl3pPr marL="816011" indent="0">
              <a:buNone/>
              <a:defRPr sz="1606" b="1"/>
            </a:lvl3pPr>
            <a:lvl4pPr marL="1224016" indent="0">
              <a:buNone/>
              <a:defRPr sz="1428" b="1"/>
            </a:lvl4pPr>
            <a:lvl5pPr marL="1632021" indent="0">
              <a:buNone/>
              <a:defRPr sz="1428" b="1"/>
            </a:lvl5pPr>
            <a:lvl6pPr marL="2040026" indent="0">
              <a:buNone/>
              <a:defRPr sz="1428" b="1"/>
            </a:lvl6pPr>
            <a:lvl7pPr marL="2448032" indent="0">
              <a:buNone/>
              <a:defRPr sz="1428" b="1"/>
            </a:lvl7pPr>
            <a:lvl8pPr marL="2856037" indent="0">
              <a:buNone/>
              <a:defRPr sz="1428" b="1"/>
            </a:lvl8pPr>
            <a:lvl9pPr marL="3264042" indent="0">
              <a:buNone/>
              <a:defRPr sz="1428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23062" y="2235432"/>
            <a:ext cx="4973971" cy="328798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9311-7BFB-4AAD-BA6F-FA13B8C9F118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9B3A-C36C-4421-9D03-6C11C077A5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2497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9311-7BFB-4AAD-BA6F-FA13B8C9F118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9B3A-C36C-4421-9D03-6C11C077A5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6254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9311-7BFB-4AAD-BA6F-FA13B8C9F118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9B3A-C36C-4421-9D03-6C11C077A5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350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5891" y="407988"/>
            <a:ext cx="3773514" cy="1427956"/>
          </a:xfrm>
        </p:spPr>
        <p:txBody>
          <a:bodyPr anchor="b"/>
          <a:lstStyle>
            <a:lvl1pPr>
              <a:defRPr sz="2856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3971" y="881140"/>
            <a:ext cx="5923062" cy="4349034"/>
          </a:xfrm>
        </p:spPr>
        <p:txBody>
          <a:bodyPr/>
          <a:lstStyle>
            <a:lvl1pPr>
              <a:defRPr sz="2856"/>
            </a:lvl1pPr>
            <a:lvl2pPr>
              <a:defRPr sz="2499"/>
            </a:lvl2pPr>
            <a:lvl3pPr>
              <a:defRPr sz="2142"/>
            </a:lvl3pPr>
            <a:lvl4pPr>
              <a:defRPr sz="1785"/>
            </a:lvl4pPr>
            <a:lvl5pPr>
              <a:defRPr sz="1785"/>
            </a:lvl5pPr>
            <a:lvl6pPr>
              <a:defRPr sz="1785"/>
            </a:lvl6pPr>
            <a:lvl7pPr>
              <a:defRPr sz="1785"/>
            </a:lvl7pPr>
            <a:lvl8pPr>
              <a:defRPr sz="1785"/>
            </a:lvl8pPr>
            <a:lvl9pPr>
              <a:defRPr sz="1785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5891" y="1835944"/>
            <a:ext cx="3773514" cy="3401313"/>
          </a:xfrm>
        </p:spPr>
        <p:txBody>
          <a:bodyPr/>
          <a:lstStyle>
            <a:lvl1pPr marL="0" indent="0">
              <a:buNone/>
              <a:defRPr sz="1428"/>
            </a:lvl1pPr>
            <a:lvl2pPr marL="408005" indent="0">
              <a:buNone/>
              <a:defRPr sz="1249"/>
            </a:lvl2pPr>
            <a:lvl3pPr marL="816011" indent="0">
              <a:buNone/>
              <a:defRPr sz="1071"/>
            </a:lvl3pPr>
            <a:lvl4pPr marL="1224016" indent="0">
              <a:buNone/>
              <a:defRPr sz="892"/>
            </a:lvl4pPr>
            <a:lvl5pPr marL="1632021" indent="0">
              <a:buNone/>
              <a:defRPr sz="892"/>
            </a:lvl5pPr>
            <a:lvl6pPr marL="2040026" indent="0">
              <a:buNone/>
              <a:defRPr sz="892"/>
            </a:lvl6pPr>
            <a:lvl7pPr marL="2448032" indent="0">
              <a:buNone/>
              <a:defRPr sz="892"/>
            </a:lvl7pPr>
            <a:lvl8pPr marL="2856037" indent="0">
              <a:buNone/>
              <a:defRPr sz="892"/>
            </a:lvl8pPr>
            <a:lvl9pPr marL="3264042" indent="0">
              <a:buNone/>
              <a:defRPr sz="892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9311-7BFB-4AAD-BA6F-FA13B8C9F118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9B3A-C36C-4421-9D03-6C11C077A5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3783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5891" y="407988"/>
            <a:ext cx="3773514" cy="1427956"/>
          </a:xfrm>
        </p:spPr>
        <p:txBody>
          <a:bodyPr anchor="b"/>
          <a:lstStyle>
            <a:lvl1pPr>
              <a:defRPr sz="2856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3971" y="881140"/>
            <a:ext cx="5923062" cy="4349034"/>
          </a:xfrm>
        </p:spPr>
        <p:txBody>
          <a:bodyPr anchor="t"/>
          <a:lstStyle>
            <a:lvl1pPr marL="0" indent="0">
              <a:buNone/>
              <a:defRPr sz="2856"/>
            </a:lvl1pPr>
            <a:lvl2pPr marL="408005" indent="0">
              <a:buNone/>
              <a:defRPr sz="2499"/>
            </a:lvl2pPr>
            <a:lvl3pPr marL="816011" indent="0">
              <a:buNone/>
              <a:defRPr sz="2142"/>
            </a:lvl3pPr>
            <a:lvl4pPr marL="1224016" indent="0">
              <a:buNone/>
              <a:defRPr sz="1785"/>
            </a:lvl4pPr>
            <a:lvl5pPr marL="1632021" indent="0">
              <a:buNone/>
              <a:defRPr sz="1785"/>
            </a:lvl5pPr>
            <a:lvl6pPr marL="2040026" indent="0">
              <a:buNone/>
              <a:defRPr sz="1785"/>
            </a:lvl6pPr>
            <a:lvl7pPr marL="2448032" indent="0">
              <a:buNone/>
              <a:defRPr sz="1785"/>
            </a:lvl7pPr>
            <a:lvl8pPr marL="2856037" indent="0">
              <a:buNone/>
              <a:defRPr sz="1785"/>
            </a:lvl8pPr>
            <a:lvl9pPr marL="3264042" indent="0">
              <a:buNone/>
              <a:defRPr sz="1785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5891" y="1835944"/>
            <a:ext cx="3773514" cy="3401313"/>
          </a:xfrm>
        </p:spPr>
        <p:txBody>
          <a:bodyPr/>
          <a:lstStyle>
            <a:lvl1pPr marL="0" indent="0">
              <a:buNone/>
              <a:defRPr sz="1428"/>
            </a:lvl1pPr>
            <a:lvl2pPr marL="408005" indent="0">
              <a:buNone/>
              <a:defRPr sz="1249"/>
            </a:lvl2pPr>
            <a:lvl3pPr marL="816011" indent="0">
              <a:buNone/>
              <a:defRPr sz="1071"/>
            </a:lvl3pPr>
            <a:lvl4pPr marL="1224016" indent="0">
              <a:buNone/>
              <a:defRPr sz="892"/>
            </a:lvl4pPr>
            <a:lvl5pPr marL="1632021" indent="0">
              <a:buNone/>
              <a:defRPr sz="892"/>
            </a:lvl5pPr>
            <a:lvl6pPr marL="2040026" indent="0">
              <a:buNone/>
              <a:defRPr sz="892"/>
            </a:lvl6pPr>
            <a:lvl7pPr marL="2448032" indent="0">
              <a:buNone/>
              <a:defRPr sz="892"/>
            </a:lvl7pPr>
            <a:lvl8pPr marL="2856037" indent="0">
              <a:buNone/>
              <a:defRPr sz="892"/>
            </a:lvl8pPr>
            <a:lvl9pPr marL="3264042" indent="0">
              <a:buNone/>
              <a:defRPr sz="892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9311-7BFB-4AAD-BA6F-FA13B8C9F118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9B3A-C36C-4421-9D03-6C11C077A5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4870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9311-7BFB-4AAD-BA6F-FA13B8C9F118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9B3A-C36C-4421-9D03-6C11C077A5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7680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72723" y="325823"/>
            <a:ext cx="2522786" cy="5186259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4367" y="325823"/>
            <a:ext cx="7422108" cy="5186259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9311-7BFB-4AAD-BA6F-FA13B8C9F118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9B3A-C36C-4421-9D03-6C11C077A5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8649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4367" y="325824"/>
            <a:ext cx="10091142" cy="1182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4367" y="1629117"/>
            <a:ext cx="10091142" cy="3882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366" y="5672161"/>
            <a:ext cx="2632472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BA9311-7BFB-4AAD-BA6F-FA13B8C9F118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75584" y="5672161"/>
            <a:ext cx="3948708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63037" y="5672161"/>
            <a:ext cx="2632472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B9B3A-C36C-4421-9D03-6C11C077A5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7467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816011" rtl="0" eaLnBrk="1" latinLnBrk="0" hangingPunct="1">
        <a:lnSpc>
          <a:spcPct val="90000"/>
        </a:lnSpc>
        <a:spcBef>
          <a:spcPct val="0"/>
        </a:spcBef>
        <a:buNone/>
        <a:defRPr sz="39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4003" indent="-204003" algn="l" defTabSz="816011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2499" kern="1200">
          <a:solidFill>
            <a:schemeClr val="tx1"/>
          </a:solidFill>
          <a:latin typeface="+mn-lt"/>
          <a:ea typeface="+mn-ea"/>
          <a:cs typeface="+mn-cs"/>
        </a:defRPr>
      </a:lvl1pPr>
      <a:lvl2pPr marL="612008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2142" kern="1200">
          <a:solidFill>
            <a:schemeClr val="tx1"/>
          </a:solidFill>
          <a:latin typeface="+mn-lt"/>
          <a:ea typeface="+mn-ea"/>
          <a:cs typeface="+mn-cs"/>
        </a:defRPr>
      </a:lvl2pPr>
      <a:lvl3pPr marL="1020013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785" kern="1200">
          <a:solidFill>
            <a:schemeClr val="tx1"/>
          </a:solidFill>
          <a:latin typeface="+mn-lt"/>
          <a:ea typeface="+mn-ea"/>
          <a:cs typeface="+mn-cs"/>
        </a:defRPr>
      </a:lvl3pPr>
      <a:lvl4pPr marL="1428018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4pPr>
      <a:lvl5pPr marL="1836024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5pPr>
      <a:lvl6pPr marL="2244029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6pPr>
      <a:lvl7pPr marL="2652034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7pPr>
      <a:lvl8pPr marL="3060040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8pPr>
      <a:lvl9pPr marL="3468045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1pPr>
      <a:lvl2pPr marL="408005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2pPr>
      <a:lvl3pPr marL="816011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3pPr>
      <a:lvl4pPr marL="1224016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4pPr>
      <a:lvl5pPr marL="1632021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5pPr>
      <a:lvl6pPr marL="2040026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6pPr>
      <a:lvl7pPr marL="2448032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7pPr>
      <a:lvl8pPr marL="2856037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8pPr>
      <a:lvl9pPr marL="3264042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790.png"/><Relationship Id="rId39" Type="http://schemas.openxmlformats.org/officeDocument/2006/relationships/image" Target="../media/image13.png"/><Relationship Id="rId34" Type="http://schemas.openxmlformats.org/officeDocument/2006/relationships/image" Target="../media/image8.png"/><Relationship Id="rId42" Type="http://schemas.openxmlformats.org/officeDocument/2006/relationships/image" Target="../media/image14.png"/><Relationship Id="rId47" Type="http://schemas.openxmlformats.org/officeDocument/2006/relationships/image" Target="../media/image19.png"/><Relationship Id="rId50" Type="http://schemas.openxmlformats.org/officeDocument/2006/relationships/image" Target="../media/image22.png"/><Relationship Id="rId55" Type="http://schemas.openxmlformats.org/officeDocument/2006/relationships/image" Target="../media/image27.png"/><Relationship Id="rId33" Type="http://schemas.openxmlformats.org/officeDocument/2006/relationships/image" Target="../media/image7.png"/><Relationship Id="rId38" Type="http://schemas.openxmlformats.org/officeDocument/2006/relationships/image" Target="../media/image12.png"/><Relationship Id="rId46" Type="http://schemas.openxmlformats.org/officeDocument/2006/relationships/image" Target="../media/image18.png"/><Relationship Id="rId59" Type="http://schemas.openxmlformats.org/officeDocument/2006/relationships/image" Target="../media/image31.png"/><Relationship Id="rId2" Type="http://schemas.openxmlformats.org/officeDocument/2006/relationships/image" Target="../media/image1.png"/><Relationship Id="rId29" Type="http://schemas.openxmlformats.org/officeDocument/2006/relationships/image" Target="../media/image3.png"/><Relationship Id="rId41" Type="http://schemas.openxmlformats.org/officeDocument/2006/relationships/image" Target="../media/image1800.png"/><Relationship Id="rId54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32" Type="http://schemas.openxmlformats.org/officeDocument/2006/relationships/image" Target="../media/image6.png"/><Relationship Id="rId37" Type="http://schemas.openxmlformats.org/officeDocument/2006/relationships/image" Target="../media/image11.png"/><Relationship Id="rId40" Type="http://schemas.openxmlformats.org/officeDocument/2006/relationships/image" Target="../media/image1790.png"/><Relationship Id="rId45" Type="http://schemas.openxmlformats.org/officeDocument/2006/relationships/image" Target="../media/image17.png"/><Relationship Id="rId53" Type="http://schemas.openxmlformats.org/officeDocument/2006/relationships/image" Target="../media/image25.png"/><Relationship Id="rId58" Type="http://schemas.openxmlformats.org/officeDocument/2006/relationships/image" Target="../media/image30.png"/><Relationship Id="rId28" Type="http://schemas.openxmlformats.org/officeDocument/2006/relationships/image" Target="../media/image2.png"/><Relationship Id="rId36" Type="http://schemas.openxmlformats.org/officeDocument/2006/relationships/image" Target="../media/image10.png"/><Relationship Id="rId49" Type="http://schemas.openxmlformats.org/officeDocument/2006/relationships/image" Target="../media/image21.png"/><Relationship Id="rId57" Type="http://schemas.openxmlformats.org/officeDocument/2006/relationships/image" Target="../media/image29.png"/><Relationship Id="rId31" Type="http://schemas.openxmlformats.org/officeDocument/2006/relationships/image" Target="../media/image5.png"/><Relationship Id="rId44" Type="http://schemas.openxmlformats.org/officeDocument/2006/relationships/image" Target="../media/image16.png"/><Relationship Id="rId52" Type="http://schemas.openxmlformats.org/officeDocument/2006/relationships/image" Target="../media/image24.png"/><Relationship Id="rId27" Type="http://schemas.openxmlformats.org/officeDocument/2006/relationships/image" Target="../media/image1800.png"/><Relationship Id="rId30" Type="http://schemas.openxmlformats.org/officeDocument/2006/relationships/image" Target="../media/image4.png"/><Relationship Id="rId35" Type="http://schemas.openxmlformats.org/officeDocument/2006/relationships/image" Target="../media/image9.png"/><Relationship Id="rId43" Type="http://schemas.openxmlformats.org/officeDocument/2006/relationships/image" Target="../media/image15.png"/><Relationship Id="rId48" Type="http://schemas.openxmlformats.org/officeDocument/2006/relationships/image" Target="../media/image20.png"/><Relationship Id="rId56" Type="http://schemas.openxmlformats.org/officeDocument/2006/relationships/image" Target="../media/image28.png"/><Relationship Id="rId51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>
            <a:extLst>
              <a:ext uri="{FF2B5EF4-FFF2-40B4-BE49-F238E27FC236}">
                <a16:creationId xmlns:a16="http://schemas.microsoft.com/office/drawing/2014/main" id="{5FB71B51-111A-4A5F-A879-91A00EBECD5D}"/>
              </a:ext>
            </a:extLst>
          </p:cNvPr>
          <p:cNvGrpSpPr/>
          <p:nvPr/>
        </p:nvGrpSpPr>
        <p:grpSpPr>
          <a:xfrm>
            <a:off x="71908" y="86704"/>
            <a:ext cx="11556065" cy="5946413"/>
            <a:chOff x="317968" y="455794"/>
            <a:chExt cx="11556065" cy="5946413"/>
          </a:xfrm>
        </p:grpSpPr>
        <p:pic>
          <p:nvPicPr>
            <p:cNvPr id="263" name="圖片 262">
              <a:extLst>
                <a:ext uri="{FF2B5EF4-FFF2-40B4-BE49-F238E27FC236}">
                  <a16:creationId xmlns:a16="http://schemas.microsoft.com/office/drawing/2014/main" id="{55EAF80A-23DA-4B26-BADF-94FA7C2544E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51781"/>
            <a:stretch/>
          </p:blipFill>
          <p:spPr>
            <a:xfrm rot="10800000">
              <a:off x="2315698" y="2857003"/>
              <a:ext cx="3285777" cy="759094"/>
            </a:xfrm>
            <a:prstGeom prst="rect">
              <a:avLst/>
            </a:prstGeom>
          </p:spPr>
        </p:pic>
        <p:pic>
          <p:nvPicPr>
            <p:cNvPr id="261" name="圖片 260">
              <a:extLst>
                <a:ext uri="{FF2B5EF4-FFF2-40B4-BE49-F238E27FC236}">
                  <a16:creationId xmlns:a16="http://schemas.microsoft.com/office/drawing/2014/main" id="{34C3F838-C231-4809-AF8B-74C150800F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51781"/>
            <a:stretch/>
          </p:blipFill>
          <p:spPr>
            <a:xfrm rot="10800000">
              <a:off x="2315698" y="4301533"/>
              <a:ext cx="3285777" cy="759094"/>
            </a:xfrm>
            <a:prstGeom prst="rect">
              <a:avLst/>
            </a:prstGeom>
          </p:spPr>
        </p:pic>
        <p:pic>
          <p:nvPicPr>
            <p:cNvPr id="262" name="圖片 261">
              <a:extLst>
                <a:ext uri="{FF2B5EF4-FFF2-40B4-BE49-F238E27FC236}">
                  <a16:creationId xmlns:a16="http://schemas.microsoft.com/office/drawing/2014/main" id="{A48FCD60-E7FE-4716-84FD-6BA87D6D8E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51781"/>
            <a:stretch/>
          </p:blipFill>
          <p:spPr>
            <a:xfrm rot="10800000">
              <a:off x="2315698" y="4609891"/>
              <a:ext cx="3285777" cy="759094"/>
            </a:xfrm>
            <a:prstGeom prst="rect">
              <a:avLst/>
            </a:prstGeom>
          </p:spPr>
        </p:pic>
        <p:grpSp>
          <p:nvGrpSpPr>
            <p:cNvPr id="124" name="群組 123">
              <a:extLst>
                <a:ext uri="{FF2B5EF4-FFF2-40B4-BE49-F238E27FC236}">
                  <a16:creationId xmlns:a16="http://schemas.microsoft.com/office/drawing/2014/main" id="{2DCD5D56-EE69-44C7-BC04-BAB2B3D547DC}"/>
                </a:ext>
              </a:extLst>
            </p:cNvPr>
            <p:cNvGrpSpPr/>
            <p:nvPr/>
          </p:nvGrpSpPr>
          <p:grpSpPr>
            <a:xfrm>
              <a:off x="6484133" y="5314943"/>
              <a:ext cx="862094" cy="583304"/>
              <a:chOff x="7047875" y="5232494"/>
              <a:chExt cx="862094" cy="583304"/>
            </a:xfrm>
          </p:grpSpPr>
          <p:grpSp>
            <p:nvGrpSpPr>
              <p:cNvPr id="146" name="群組 145">
                <a:extLst>
                  <a:ext uri="{FF2B5EF4-FFF2-40B4-BE49-F238E27FC236}">
                    <a16:creationId xmlns:a16="http://schemas.microsoft.com/office/drawing/2014/main" id="{52FFD442-0FF5-4474-97C6-9320E834989D}"/>
                  </a:ext>
                </a:extLst>
              </p:cNvPr>
              <p:cNvGrpSpPr/>
              <p:nvPr/>
            </p:nvGrpSpPr>
            <p:grpSpPr>
              <a:xfrm>
                <a:off x="7449729" y="5439534"/>
                <a:ext cx="188539" cy="180862"/>
                <a:chOff x="1373392" y="2391862"/>
                <a:chExt cx="479433" cy="476535"/>
              </a:xfrm>
            </p:grpSpPr>
            <p:sp>
              <p:nvSpPr>
                <p:cNvPr id="157" name="箭號: 向右 156">
                  <a:extLst>
                    <a:ext uri="{FF2B5EF4-FFF2-40B4-BE49-F238E27FC236}">
                      <a16:creationId xmlns:a16="http://schemas.microsoft.com/office/drawing/2014/main" id="{D2535149-930B-44B4-B00D-86C4A2F476EE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61" name="箭號: 向右 160">
                  <a:extLst>
                    <a:ext uri="{FF2B5EF4-FFF2-40B4-BE49-F238E27FC236}">
                      <a16:creationId xmlns:a16="http://schemas.microsoft.com/office/drawing/2014/main" id="{678E2C83-72A8-4A4A-9295-936B36A11212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00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9" name="文字方塊 148">
                    <a:extLst>
                      <a:ext uri="{FF2B5EF4-FFF2-40B4-BE49-F238E27FC236}">
                        <a16:creationId xmlns:a16="http://schemas.microsoft.com/office/drawing/2014/main" id="{4FE31B54-9888-48D9-82FA-079F24E2989B}"/>
                      </a:ext>
                    </a:extLst>
                  </p:cNvPr>
                  <p:cNvSpPr txBox="1"/>
                  <p:nvPr/>
                </p:nvSpPr>
                <p:spPr>
                  <a:xfrm>
                    <a:off x="7047875" y="5232494"/>
                    <a:ext cx="671803" cy="30816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3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3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13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3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7" name="文字方塊 596">
                    <a:extLst>
                      <a:ext uri="{FF2B5EF4-FFF2-40B4-BE49-F238E27FC236}">
                        <a16:creationId xmlns:a16="http://schemas.microsoft.com/office/drawing/2014/main" id="{1FA8FABD-47E5-46A2-A2D8-BEAE4E8E4A3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47875" y="5232494"/>
                    <a:ext cx="671803" cy="308161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b="-1961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6" name="文字方塊 155">
                    <a:extLst>
                      <a:ext uri="{FF2B5EF4-FFF2-40B4-BE49-F238E27FC236}">
                        <a16:creationId xmlns:a16="http://schemas.microsoft.com/office/drawing/2014/main" id="{6304FE80-A4AC-4929-8ECA-503AE1041226}"/>
                      </a:ext>
                    </a:extLst>
                  </p:cNvPr>
                  <p:cNvSpPr txBox="1"/>
                  <p:nvPr/>
                </p:nvSpPr>
                <p:spPr>
                  <a:xfrm>
                    <a:off x="7478195" y="5523410"/>
                    <a:ext cx="431774" cy="29238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3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3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13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3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8" name="文字方塊 597">
                    <a:extLst>
                      <a:ext uri="{FF2B5EF4-FFF2-40B4-BE49-F238E27FC236}">
                        <a16:creationId xmlns:a16="http://schemas.microsoft.com/office/drawing/2014/main" id="{21C0A50F-74B5-44CC-AD5C-06EE93B7331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78195" y="5523410"/>
                    <a:ext cx="431774" cy="292388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b="-625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4" name="矩形 163">
                  <a:extLst>
                    <a:ext uri="{FF2B5EF4-FFF2-40B4-BE49-F238E27FC236}">
                      <a16:creationId xmlns:a16="http://schemas.microsoft.com/office/drawing/2014/main" id="{94FC292D-2BA4-4E95-9D89-C7B077D39BC4}"/>
                    </a:ext>
                  </a:extLst>
                </p:cNvPr>
                <p:cNvSpPr/>
                <p:nvPr/>
              </p:nvSpPr>
              <p:spPr>
                <a:xfrm>
                  <a:off x="6509643" y="5943812"/>
                  <a:ext cx="1568186" cy="45839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400" b="1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TW" sz="140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sz="1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−1, −1, 2</m:t>
                            </m:r>
                          </m:sub>
                          <m:sup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400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400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  <m:r>
                              <a:rPr lang="en-US" altLang="zh-TW" sz="14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TW" sz="1400" b="1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f>
                              <m:fPr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>
            <p:sp>
              <p:nvSpPr>
                <p:cNvPr id="164" name="矩形 163">
                  <a:extLst>
                    <a:ext uri="{FF2B5EF4-FFF2-40B4-BE49-F238E27FC236}">
                      <a16:creationId xmlns:a16="http://schemas.microsoft.com/office/drawing/2014/main" id="{94FC292D-2BA4-4E95-9D89-C7B077D39BC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09643" y="5943812"/>
                  <a:ext cx="1568186" cy="458395"/>
                </a:xfrm>
                <a:prstGeom prst="rect">
                  <a:avLst/>
                </a:prstGeom>
                <a:blipFill>
                  <a:blip r:embed="rId28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65" name="圖片 164">
              <a:extLst>
                <a:ext uri="{FF2B5EF4-FFF2-40B4-BE49-F238E27FC236}">
                  <a16:creationId xmlns:a16="http://schemas.microsoft.com/office/drawing/2014/main" id="{29E35B2F-1447-4785-BAA4-55F4FBD03DE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9"/>
            <a:srcRect l="75918" t="581"/>
            <a:stretch/>
          </p:blipFill>
          <p:spPr>
            <a:xfrm>
              <a:off x="6628698" y="4802337"/>
              <a:ext cx="1140700" cy="1129028"/>
            </a:xfrm>
            <a:prstGeom prst="rect">
              <a:avLst/>
            </a:prstGeom>
          </p:spPr>
        </p:pic>
        <p:pic>
          <p:nvPicPr>
            <p:cNvPr id="174" name="圖片 173">
              <a:extLst>
                <a:ext uri="{FF2B5EF4-FFF2-40B4-BE49-F238E27FC236}">
                  <a16:creationId xmlns:a16="http://schemas.microsoft.com/office/drawing/2014/main" id="{D5281238-D11D-468C-B1B5-72DC2BD9B8C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952" t="70186" r="5937" b="8575"/>
            <a:stretch/>
          </p:blipFill>
          <p:spPr>
            <a:xfrm>
              <a:off x="1608593" y="5026509"/>
              <a:ext cx="210021" cy="777875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5" name="矩形 174">
                  <a:extLst>
                    <a:ext uri="{FF2B5EF4-FFF2-40B4-BE49-F238E27FC236}">
                      <a16:creationId xmlns:a16="http://schemas.microsoft.com/office/drawing/2014/main" id="{7F0DC7B3-4601-4E11-A246-4C594426E9D4}"/>
                    </a:ext>
                  </a:extLst>
                </p:cNvPr>
                <p:cNvSpPr/>
                <p:nvPr/>
              </p:nvSpPr>
              <p:spPr>
                <a:xfrm>
                  <a:off x="1530701" y="4793497"/>
                  <a:ext cx="365805" cy="33855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00" i="1" dirty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TW" altLang="en-US" sz="1600" dirty="0"/>
                </a:p>
              </p:txBody>
            </p:sp>
          </mc:Choice>
          <mc:Fallback>
            <p:sp>
              <p:nvSpPr>
                <p:cNvPr id="175" name="矩形 174">
                  <a:extLst>
                    <a:ext uri="{FF2B5EF4-FFF2-40B4-BE49-F238E27FC236}">
                      <a16:creationId xmlns:a16="http://schemas.microsoft.com/office/drawing/2014/main" id="{7F0DC7B3-4601-4E11-A246-4C594426E9D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0701" y="4793497"/>
                  <a:ext cx="365805" cy="338554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6" name="矩形 175">
                  <a:extLst>
                    <a:ext uri="{FF2B5EF4-FFF2-40B4-BE49-F238E27FC236}">
                      <a16:creationId xmlns:a16="http://schemas.microsoft.com/office/drawing/2014/main" id="{ADA926D5-E651-44A2-9F63-759910CB96F9}"/>
                    </a:ext>
                  </a:extLst>
                </p:cNvPr>
                <p:cNvSpPr/>
                <p:nvPr/>
              </p:nvSpPr>
              <p:spPr>
                <a:xfrm>
                  <a:off x="1444138" y="5661499"/>
                  <a:ext cx="538930" cy="33855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00" i="1" dirty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TW" altLang="en-US" sz="1600" dirty="0"/>
                </a:p>
              </p:txBody>
            </p:sp>
          </mc:Choice>
          <mc:Fallback>
            <p:sp>
              <p:nvSpPr>
                <p:cNvPr id="176" name="矩形 175">
                  <a:extLst>
                    <a:ext uri="{FF2B5EF4-FFF2-40B4-BE49-F238E27FC236}">
                      <a16:creationId xmlns:a16="http://schemas.microsoft.com/office/drawing/2014/main" id="{ADA926D5-E651-44A2-9F63-759910CB96F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4138" y="5661499"/>
                  <a:ext cx="538930" cy="338554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7" name="文字方塊 176">
                  <a:extLst>
                    <a:ext uri="{FF2B5EF4-FFF2-40B4-BE49-F238E27FC236}">
                      <a16:creationId xmlns:a16="http://schemas.microsoft.com/office/drawing/2014/main" id="{3541362D-5F18-4DFD-A091-E560FC613409}"/>
                    </a:ext>
                  </a:extLst>
                </p:cNvPr>
                <p:cNvSpPr txBox="1"/>
                <p:nvPr/>
              </p:nvSpPr>
              <p:spPr>
                <a:xfrm rot="5400000">
                  <a:off x="1520679" y="5089915"/>
                  <a:ext cx="385849" cy="3519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60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1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TW" sz="1600"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TW" sz="1600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TW" altLang="en-US" sz="1600" dirty="0"/>
                </a:p>
              </p:txBody>
            </p:sp>
          </mc:Choice>
          <mc:Fallback>
            <p:sp>
              <p:nvSpPr>
                <p:cNvPr id="177" name="文字方塊 176">
                  <a:extLst>
                    <a:ext uri="{FF2B5EF4-FFF2-40B4-BE49-F238E27FC236}">
                      <a16:creationId xmlns:a16="http://schemas.microsoft.com/office/drawing/2014/main" id="{3541362D-5F18-4DFD-A091-E560FC6134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1520679" y="5089915"/>
                  <a:ext cx="385849" cy="351901"/>
                </a:xfrm>
                <a:prstGeom prst="rect">
                  <a:avLst/>
                </a:prstGeom>
                <a:blipFill>
                  <a:blip r:embed="rId33"/>
                  <a:stretch>
                    <a:fillRect t="-1269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04" name="圖片 103">
              <a:extLst>
                <a:ext uri="{FF2B5EF4-FFF2-40B4-BE49-F238E27FC236}">
                  <a16:creationId xmlns:a16="http://schemas.microsoft.com/office/drawing/2014/main" id="{C84571F0-6169-4A45-A61C-AAE62A85554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51781"/>
            <a:stretch/>
          </p:blipFill>
          <p:spPr>
            <a:xfrm rot="10800000">
              <a:off x="8527139" y="4288848"/>
              <a:ext cx="3285777" cy="759094"/>
            </a:xfrm>
            <a:prstGeom prst="rect">
              <a:avLst/>
            </a:prstGeom>
          </p:spPr>
        </p:pic>
        <p:pic>
          <p:nvPicPr>
            <p:cNvPr id="105" name="圖片 104">
              <a:extLst>
                <a:ext uri="{FF2B5EF4-FFF2-40B4-BE49-F238E27FC236}">
                  <a16:creationId xmlns:a16="http://schemas.microsoft.com/office/drawing/2014/main" id="{1BB18089-DD6B-4301-8F1A-9CCC429417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51781"/>
            <a:stretch/>
          </p:blipFill>
          <p:spPr>
            <a:xfrm rot="10800000">
              <a:off x="8527139" y="4597206"/>
              <a:ext cx="3285777" cy="759094"/>
            </a:xfrm>
            <a:prstGeom prst="rect">
              <a:avLst/>
            </a:prstGeom>
          </p:spPr>
        </p:pic>
        <p:pic>
          <p:nvPicPr>
            <p:cNvPr id="106" name="圖片 105">
              <a:extLst>
                <a:ext uri="{FF2B5EF4-FFF2-40B4-BE49-F238E27FC236}">
                  <a16:creationId xmlns:a16="http://schemas.microsoft.com/office/drawing/2014/main" id="{84576DCD-A7EB-4C17-AD6D-6A6A9E4238B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51781"/>
            <a:stretch/>
          </p:blipFill>
          <p:spPr>
            <a:xfrm rot="10800000">
              <a:off x="8527139" y="2844318"/>
              <a:ext cx="3285777" cy="759094"/>
            </a:xfrm>
            <a:prstGeom prst="rect">
              <a:avLst/>
            </a:prstGeom>
          </p:spPr>
        </p:pic>
        <p:cxnSp>
          <p:nvCxnSpPr>
            <p:cNvPr id="108" name="直線接點 107">
              <a:extLst>
                <a:ext uri="{FF2B5EF4-FFF2-40B4-BE49-F238E27FC236}">
                  <a16:creationId xmlns:a16="http://schemas.microsoft.com/office/drawing/2014/main" id="{C2AFFA79-4910-45AC-8052-FF406039C98C}"/>
                </a:ext>
              </a:extLst>
            </p:cNvPr>
            <p:cNvCxnSpPr>
              <a:cxnSpLocks/>
            </p:cNvCxnSpPr>
            <p:nvPr/>
          </p:nvCxnSpPr>
          <p:spPr>
            <a:xfrm>
              <a:off x="8821912" y="1563496"/>
              <a:ext cx="1349859" cy="2024786"/>
            </a:xfrm>
            <a:prstGeom prst="line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直線接點 108">
              <a:extLst>
                <a:ext uri="{FF2B5EF4-FFF2-40B4-BE49-F238E27FC236}">
                  <a16:creationId xmlns:a16="http://schemas.microsoft.com/office/drawing/2014/main" id="{703C46C1-5A58-44A3-A8D6-16C7D80EB4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71769" y="1549428"/>
              <a:ext cx="1349857" cy="2024786"/>
            </a:xfrm>
            <a:prstGeom prst="line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1" name="直線單箭頭接點 110">
              <a:extLst>
                <a:ext uri="{FF2B5EF4-FFF2-40B4-BE49-F238E27FC236}">
                  <a16:creationId xmlns:a16="http://schemas.microsoft.com/office/drawing/2014/main" id="{ED3E566F-59C0-4925-B504-FCA178B8FCD1}"/>
                </a:ext>
              </a:extLst>
            </p:cNvPr>
            <p:cNvCxnSpPr>
              <a:cxnSpLocks/>
            </p:cNvCxnSpPr>
            <p:nvPr/>
          </p:nvCxnSpPr>
          <p:spPr>
            <a:xfrm>
              <a:off x="8563256" y="5895405"/>
              <a:ext cx="3310777" cy="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2" name="矩形 111">
                  <a:extLst>
                    <a:ext uri="{FF2B5EF4-FFF2-40B4-BE49-F238E27FC236}">
                      <a16:creationId xmlns:a16="http://schemas.microsoft.com/office/drawing/2014/main" id="{425A6FCC-C4C8-4018-89D0-2284F0B32CE4}"/>
                    </a:ext>
                  </a:extLst>
                </p:cNvPr>
                <p:cNvSpPr/>
                <p:nvPr/>
              </p:nvSpPr>
              <p:spPr>
                <a:xfrm>
                  <a:off x="4909605" y="1907536"/>
                  <a:ext cx="822883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begChr m:val=""/>
                            <m:endChr m:val="⟩"/>
                            <m:ctrlPr>
                              <a:rPr lang="zh-TW" alt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12" name="矩形 111">
                  <a:extLst>
                    <a:ext uri="{FF2B5EF4-FFF2-40B4-BE49-F238E27FC236}">
                      <a16:creationId xmlns:a16="http://schemas.microsoft.com/office/drawing/2014/main" id="{425A6FCC-C4C8-4018-89D0-2284F0B32CE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09605" y="1907536"/>
                  <a:ext cx="822883" cy="400110"/>
                </a:xfrm>
                <a:prstGeom prst="rect">
                  <a:avLst/>
                </a:prstGeom>
                <a:blipFill>
                  <a:blip r:embed="rId34"/>
                  <a:stretch>
                    <a:fillRect l="-2963" t="-121212" r="-58519" b="-18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3" name="矩形 112">
                  <a:extLst>
                    <a:ext uri="{FF2B5EF4-FFF2-40B4-BE49-F238E27FC236}">
                      <a16:creationId xmlns:a16="http://schemas.microsoft.com/office/drawing/2014/main" id="{09D85E20-1DBF-40FB-9067-73A9F50FCF30}"/>
                    </a:ext>
                  </a:extLst>
                </p:cNvPr>
                <p:cNvSpPr/>
                <p:nvPr/>
              </p:nvSpPr>
              <p:spPr>
                <a:xfrm>
                  <a:off x="4909605" y="3360398"/>
                  <a:ext cx="822883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begChr m:val=""/>
                            <m:endChr m:val="⟩"/>
                            <m:ctrlPr>
                              <a:rPr lang="zh-TW" alt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13" name="矩形 112">
                  <a:extLst>
                    <a:ext uri="{FF2B5EF4-FFF2-40B4-BE49-F238E27FC236}">
                      <a16:creationId xmlns:a16="http://schemas.microsoft.com/office/drawing/2014/main" id="{09D85E20-1DBF-40FB-9067-73A9F50FCF3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09605" y="3360398"/>
                  <a:ext cx="822883" cy="400110"/>
                </a:xfrm>
                <a:prstGeom prst="rect">
                  <a:avLst/>
                </a:prstGeom>
                <a:blipFill>
                  <a:blip r:embed="rId35"/>
                  <a:stretch>
                    <a:fillRect l="-2963" t="-123077" r="-58519" b="-18769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4" name="矩形 113">
                  <a:extLst>
                    <a:ext uri="{FF2B5EF4-FFF2-40B4-BE49-F238E27FC236}">
                      <a16:creationId xmlns:a16="http://schemas.microsoft.com/office/drawing/2014/main" id="{A2F25587-8A7E-41A3-A4A3-2A5F9B0BA380}"/>
                    </a:ext>
                  </a:extLst>
                </p:cNvPr>
                <p:cNvSpPr/>
                <p:nvPr/>
              </p:nvSpPr>
              <p:spPr>
                <a:xfrm>
                  <a:off x="4909605" y="4403731"/>
                  <a:ext cx="822883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begChr m:val=""/>
                            <m:endChr m:val="⟩"/>
                            <m:ctrlPr>
                              <a:rPr lang="zh-TW" alt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14" name="矩形 113">
                  <a:extLst>
                    <a:ext uri="{FF2B5EF4-FFF2-40B4-BE49-F238E27FC236}">
                      <a16:creationId xmlns:a16="http://schemas.microsoft.com/office/drawing/2014/main" id="{A2F25587-8A7E-41A3-A4A3-2A5F9B0BA3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09605" y="4403731"/>
                  <a:ext cx="822883" cy="400110"/>
                </a:xfrm>
                <a:prstGeom prst="rect">
                  <a:avLst/>
                </a:prstGeom>
                <a:blipFill>
                  <a:blip r:embed="rId36"/>
                  <a:stretch>
                    <a:fillRect l="-14815" t="-123077" r="-28148" b="-18769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5" name="矩形 114">
                  <a:extLst>
                    <a:ext uri="{FF2B5EF4-FFF2-40B4-BE49-F238E27FC236}">
                      <a16:creationId xmlns:a16="http://schemas.microsoft.com/office/drawing/2014/main" id="{CC72F50C-F909-4210-A760-A0F9588E41F1}"/>
                    </a:ext>
                  </a:extLst>
                </p:cNvPr>
                <p:cNvSpPr/>
                <p:nvPr/>
              </p:nvSpPr>
              <p:spPr>
                <a:xfrm>
                  <a:off x="4909605" y="5127115"/>
                  <a:ext cx="1164328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begChr m:val=""/>
                            <m:endChr m:val="⟩"/>
                            <m:ctrlPr>
                              <a:rPr lang="zh-TW" alt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15" name="矩形 114">
                  <a:extLst>
                    <a:ext uri="{FF2B5EF4-FFF2-40B4-BE49-F238E27FC236}">
                      <a16:creationId xmlns:a16="http://schemas.microsoft.com/office/drawing/2014/main" id="{CC72F50C-F909-4210-A760-A0F9588E41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09605" y="5127115"/>
                  <a:ext cx="1164328" cy="400110"/>
                </a:xfrm>
                <a:prstGeom prst="rect">
                  <a:avLst/>
                </a:prstGeom>
                <a:blipFill>
                  <a:blip r:embed="rId37"/>
                  <a:stretch>
                    <a:fillRect l="-9424" t="-123077" b="-18769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7" name="直線接點 126">
              <a:extLst>
                <a:ext uri="{FF2B5EF4-FFF2-40B4-BE49-F238E27FC236}">
                  <a16:creationId xmlns:a16="http://schemas.microsoft.com/office/drawing/2014/main" id="{3B697570-281B-4BB8-82D8-129F85690435}"/>
                </a:ext>
              </a:extLst>
            </p:cNvPr>
            <p:cNvCxnSpPr>
              <a:cxnSpLocks/>
            </p:cNvCxnSpPr>
            <p:nvPr/>
          </p:nvCxnSpPr>
          <p:spPr>
            <a:xfrm>
              <a:off x="10178745" y="3600531"/>
              <a:ext cx="0" cy="2295525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4" name="矩形 153">
                  <a:extLst>
                    <a:ext uri="{FF2B5EF4-FFF2-40B4-BE49-F238E27FC236}">
                      <a16:creationId xmlns:a16="http://schemas.microsoft.com/office/drawing/2014/main" id="{0A5BFEE9-0E4A-4628-9A7C-DD224EE2BCDF}"/>
                    </a:ext>
                  </a:extLst>
                </p:cNvPr>
                <p:cNvSpPr/>
                <p:nvPr/>
              </p:nvSpPr>
              <p:spPr>
                <a:xfrm>
                  <a:off x="9754669" y="5830769"/>
                  <a:ext cx="84510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𝑸</m:t>
                        </m:r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b="1"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zh-TW" altLang="en-US" b="1" dirty="0"/>
                </a:p>
              </p:txBody>
            </p:sp>
          </mc:Choice>
          <mc:Fallback>
            <p:sp>
              <p:nvSpPr>
                <p:cNvPr id="154" name="矩形 153">
                  <a:extLst>
                    <a:ext uri="{FF2B5EF4-FFF2-40B4-BE49-F238E27FC236}">
                      <a16:creationId xmlns:a16="http://schemas.microsoft.com/office/drawing/2014/main" id="{0A5BFEE9-0E4A-4628-9A7C-DD224EE2BCD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54669" y="5830769"/>
                  <a:ext cx="845103" cy="369332"/>
                </a:xfrm>
                <a:prstGeom prst="rect">
                  <a:avLst/>
                </a:prstGeom>
                <a:blipFill>
                  <a:blip r:embed="rId38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8" name="橢圓 187">
              <a:extLst>
                <a:ext uri="{FF2B5EF4-FFF2-40B4-BE49-F238E27FC236}">
                  <a16:creationId xmlns:a16="http://schemas.microsoft.com/office/drawing/2014/main" id="{14B02104-158A-4A1F-9C36-93EECEBB7E5F}"/>
                </a:ext>
              </a:extLst>
            </p:cNvPr>
            <p:cNvSpPr/>
            <p:nvPr/>
          </p:nvSpPr>
          <p:spPr>
            <a:xfrm>
              <a:off x="11109106" y="4636560"/>
              <a:ext cx="367606" cy="367606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9" name="橢圓 188">
              <a:extLst>
                <a:ext uri="{FF2B5EF4-FFF2-40B4-BE49-F238E27FC236}">
                  <a16:creationId xmlns:a16="http://schemas.microsoft.com/office/drawing/2014/main" id="{C7187734-CAB3-47D4-BC63-B4207CCE3D58}"/>
                </a:ext>
              </a:extLst>
            </p:cNvPr>
            <p:cNvSpPr/>
            <p:nvPr/>
          </p:nvSpPr>
          <p:spPr>
            <a:xfrm>
              <a:off x="11392193" y="4629555"/>
              <a:ext cx="271138" cy="271138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3" name="橢圓 192">
              <a:extLst>
                <a:ext uri="{FF2B5EF4-FFF2-40B4-BE49-F238E27FC236}">
                  <a16:creationId xmlns:a16="http://schemas.microsoft.com/office/drawing/2014/main" id="{4E4A5BF4-8577-4793-B22A-A895C9D44F3D}"/>
                </a:ext>
              </a:extLst>
            </p:cNvPr>
            <p:cNvSpPr/>
            <p:nvPr/>
          </p:nvSpPr>
          <p:spPr>
            <a:xfrm>
              <a:off x="10934436" y="4762732"/>
              <a:ext cx="271138" cy="271138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4" name="橢圓 193">
              <a:extLst>
                <a:ext uri="{FF2B5EF4-FFF2-40B4-BE49-F238E27FC236}">
                  <a16:creationId xmlns:a16="http://schemas.microsoft.com/office/drawing/2014/main" id="{44DF6B9F-F133-4C4F-BEFD-65F5EBF6F4BE}"/>
                </a:ext>
              </a:extLst>
            </p:cNvPr>
            <p:cNvSpPr/>
            <p:nvPr/>
          </p:nvSpPr>
          <p:spPr>
            <a:xfrm>
              <a:off x="10788082" y="4824738"/>
              <a:ext cx="224288" cy="224288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97" name="橢圓 196">
              <a:extLst>
                <a:ext uri="{FF2B5EF4-FFF2-40B4-BE49-F238E27FC236}">
                  <a16:creationId xmlns:a16="http://schemas.microsoft.com/office/drawing/2014/main" id="{6F0DF63F-AC34-4013-AC9C-67970F2D56BF}"/>
                </a:ext>
              </a:extLst>
            </p:cNvPr>
            <p:cNvSpPr/>
            <p:nvPr/>
          </p:nvSpPr>
          <p:spPr>
            <a:xfrm>
              <a:off x="11586575" y="4605909"/>
              <a:ext cx="224288" cy="224288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0" name="橢圓 199">
              <a:extLst>
                <a:ext uri="{FF2B5EF4-FFF2-40B4-BE49-F238E27FC236}">
                  <a16:creationId xmlns:a16="http://schemas.microsoft.com/office/drawing/2014/main" id="{8AF3B2F6-84A5-470A-94F6-5056E9D79751}"/>
                </a:ext>
              </a:extLst>
            </p:cNvPr>
            <p:cNvSpPr/>
            <p:nvPr/>
          </p:nvSpPr>
          <p:spPr>
            <a:xfrm>
              <a:off x="10671766" y="4867557"/>
              <a:ext cx="190584" cy="190584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1" name="橢圓 200">
              <a:extLst>
                <a:ext uri="{FF2B5EF4-FFF2-40B4-BE49-F238E27FC236}">
                  <a16:creationId xmlns:a16="http://schemas.microsoft.com/office/drawing/2014/main" id="{DA9A98D5-E050-4CEA-99D9-A4F45AFBAC07}"/>
                </a:ext>
              </a:extLst>
            </p:cNvPr>
            <p:cNvSpPr/>
            <p:nvPr/>
          </p:nvSpPr>
          <p:spPr>
            <a:xfrm>
              <a:off x="10573923" y="4904784"/>
              <a:ext cx="164602" cy="164602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2" name="橢圓 201">
              <a:extLst>
                <a:ext uri="{FF2B5EF4-FFF2-40B4-BE49-F238E27FC236}">
                  <a16:creationId xmlns:a16="http://schemas.microsoft.com/office/drawing/2014/main" id="{05405CD0-B16D-4946-8910-2E8DAC8423C1}"/>
                </a:ext>
              </a:extLst>
            </p:cNvPr>
            <p:cNvSpPr/>
            <p:nvPr/>
          </p:nvSpPr>
          <p:spPr>
            <a:xfrm>
              <a:off x="10502450" y="4937986"/>
              <a:ext cx="126262" cy="126262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3" name="橢圓 202">
              <a:extLst>
                <a:ext uri="{FF2B5EF4-FFF2-40B4-BE49-F238E27FC236}">
                  <a16:creationId xmlns:a16="http://schemas.microsoft.com/office/drawing/2014/main" id="{DC3490E8-95DD-4F18-A4CF-476D09A3CDA5}"/>
                </a:ext>
              </a:extLst>
            </p:cNvPr>
            <p:cNvSpPr/>
            <p:nvPr/>
          </p:nvSpPr>
          <p:spPr>
            <a:xfrm>
              <a:off x="9372986" y="4895167"/>
              <a:ext cx="110304" cy="110304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8" name="橢圓 207">
              <a:extLst>
                <a:ext uri="{FF2B5EF4-FFF2-40B4-BE49-F238E27FC236}">
                  <a16:creationId xmlns:a16="http://schemas.microsoft.com/office/drawing/2014/main" id="{4582F9DA-510F-43B7-AC99-7E2A46C10910}"/>
                </a:ext>
              </a:extLst>
            </p:cNvPr>
            <p:cNvSpPr/>
            <p:nvPr/>
          </p:nvSpPr>
          <p:spPr>
            <a:xfrm>
              <a:off x="9458711" y="4926121"/>
              <a:ext cx="81730" cy="81730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9" name="橢圓 208">
              <a:extLst>
                <a:ext uri="{FF2B5EF4-FFF2-40B4-BE49-F238E27FC236}">
                  <a16:creationId xmlns:a16="http://schemas.microsoft.com/office/drawing/2014/main" id="{C3208BC3-6CC1-42DF-83AF-9AC117A35C90}"/>
                </a:ext>
              </a:extLst>
            </p:cNvPr>
            <p:cNvSpPr/>
            <p:nvPr/>
          </p:nvSpPr>
          <p:spPr>
            <a:xfrm>
              <a:off x="9320599" y="4892783"/>
              <a:ext cx="81730" cy="81730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4" name="橢圓 243">
              <a:extLst>
                <a:ext uri="{FF2B5EF4-FFF2-40B4-BE49-F238E27FC236}">
                  <a16:creationId xmlns:a16="http://schemas.microsoft.com/office/drawing/2014/main" id="{164F0B6C-DE75-4132-8C7D-C04A103A7DF8}"/>
                </a:ext>
              </a:extLst>
            </p:cNvPr>
            <p:cNvSpPr/>
            <p:nvPr/>
          </p:nvSpPr>
          <p:spPr>
            <a:xfrm>
              <a:off x="9163765" y="3300819"/>
              <a:ext cx="367606" cy="367606"/>
            </a:xfrm>
            <a:prstGeom prst="ellipse">
              <a:avLst/>
            </a:prstGeom>
            <a:solidFill>
              <a:schemeClr val="accent5">
                <a:lumMod val="75000"/>
                <a:alpha val="40000"/>
              </a:scheme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5" name="橢圓 244">
              <a:extLst>
                <a:ext uri="{FF2B5EF4-FFF2-40B4-BE49-F238E27FC236}">
                  <a16:creationId xmlns:a16="http://schemas.microsoft.com/office/drawing/2014/main" id="{A4BED2F0-2987-4A59-987B-295EFC80E039}"/>
                </a:ext>
              </a:extLst>
            </p:cNvPr>
            <p:cNvSpPr/>
            <p:nvPr/>
          </p:nvSpPr>
          <p:spPr>
            <a:xfrm>
              <a:off x="10831201" y="2135407"/>
              <a:ext cx="367606" cy="367606"/>
            </a:xfrm>
            <a:prstGeom prst="ellipse">
              <a:avLst/>
            </a:prstGeom>
            <a:solidFill>
              <a:srgbClr val="FF0000">
                <a:alpha val="40000"/>
              </a:srgb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6" name="橢圓 245">
              <a:extLst>
                <a:ext uri="{FF2B5EF4-FFF2-40B4-BE49-F238E27FC236}">
                  <a16:creationId xmlns:a16="http://schemas.microsoft.com/office/drawing/2014/main" id="{111E40FF-12E0-4096-B274-50510579A00E}"/>
                </a:ext>
              </a:extLst>
            </p:cNvPr>
            <p:cNvSpPr/>
            <p:nvPr/>
          </p:nvSpPr>
          <p:spPr>
            <a:xfrm>
              <a:off x="10993126" y="1957607"/>
              <a:ext cx="317417" cy="317417"/>
            </a:xfrm>
            <a:prstGeom prst="ellipse">
              <a:avLst/>
            </a:prstGeom>
            <a:solidFill>
              <a:srgbClr val="FF0000">
                <a:alpha val="40000"/>
              </a:srgb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7" name="橢圓 246">
              <a:extLst>
                <a:ext uri="{FF2B5EF4-FFF2-40B4-BE49-F238E27FC236}">
                  <a16:creationId xmlns:a16="http://schemas.microsoft.com/office/drawing/2014/main" id="{9DD9F2B7-F8DA-45D9-A5F4-1A14140DF9B3}"/>
                </a:ext>
              </a:extLst>
            </p:cNvPr>
            <p:cNvSpPr/>
            <p:nvPr/>
          </p:nvSpPr>
          <p:spPr>
            <a:xfrm>
              <a:off x="9433326" y="3388217"/>
              <a:ext cx="317417" cy="317417"/>
            </a:xfrm>
            <a:prstGeom prst="ellipse">
              <a:avLst/>
            </a:prstGeom>
            <a:solidFill>
              <a:schemeClr val="accent5">
                <a:lumMod val="75000"/>
                <a:alpha val="40000"/>
              </a:scheme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8" name="橢圓 247">
              <a:extLst>
                <a:ext uri="{FF2B5EF4-FFF2-40B4-BE49-F238E27FC236}">
                  <a16:creationId xmlns:a16="http://schemas.microsoft.com/office/drawing/2014/main" id="{2EE1614E-86E5-4F00-9449-ABBFCC4D0F33}"/>
                </a:ext>
              </a:extLst>
            </p:cNvPr>
            <p:cNvSpPr/>
            <p:nvPr/>
          </p:nvSpPr>
          <p:spPr>
            <a:xfrm>
              <a:off x="8936086" y="3271190"/>
              <a:ext cx="317417" cy="317417"/>
            </a:xfrm>
            <a:prstGeom prst="ellipse">
              <a:avLst/>
            </a:prstGeom>
            <a:solidFill>
              <a:schemeClr val="accent5">
                <a:lumMod val="75000"/>
                <a:alpha val="40000"/>
              </a:scheme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9" name="橢圓 248">
              <a:extLst>
                <a:ext uri="{FF2B5EF4-FFF2-40B4-BE49-F238E27FC236}">
                  <a16:creationId xmlns:a16="http://schemas.microsoft.com/office/drawing/2014/main" id="{AA9508FC-BA05-41F6-848D-E968D4A8BA9D}"/>
                </a:ext>
              </a:extLst>
            </p:cNvPr>
            <p:cNvSpPr/>
            <p:nvPr/>
          </p:nvSpPr>
          <p:spPr>
            <a:xfrm>
              <a:off x="11170535" y="1878888"/>
              <a:ext cx="170966" cy="170966"/>
            </a:xfrm>
            <a:prstGeom prst="ellipse">
              <a:avLst/>
            </a:prstGeom>
            <a:solidFill>
              <a:srgbClr val="FF0000">
                <a:alpha val="40000"/>
              </a:srgb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0" name="橢圓 249">
              <a:extLst>
                <a:ext uri="{FF2B5EF4-FFF2-40B4-BE49-F238E27FC236}">
                  <a16:creationId xmlns:a16="http://schemas.microsoft.com/office/drawing/2014/main" id="{BF306B42-6773-4146-9047-D6F1A808C288}"/>
                </a:ext>
              </a:extLst>
            </p:cNvPr>
            <p:cNvSpPr/>
            <p:nvPr/>
          </p:nvSpPr>
          <p:spPr>
            <a:xfrm>
              <a:off x="9698129" y="3482262"/>
              <a:ext cx="190016" cy="190016"/>
            </a:xfrm>
            <a:prstGeom prst="ellipse">
              <a:avLst/>
            </a:prstGeom>
            <a:solidFill>
              <a:schemeClr val="accent5">
                <a:lumMod val="75000"/>
                <a:alpha val="40000"/>
              </a:scheme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1" name="橢圓 250">
              <a:extLst>
                <a:ext uri="{FF2B5EF4-FFF2-40B4-BE49-F238E27FC236}">
                  <a16:creationId xmlns:a16="http://schemas.microsoft.com/office/drawing/2014/main" id="{A3B77E38-AEB6-4C6D-AD01-695CA23ED07D}"/>
                </a:ext>
              </a:extLst>
            </p:cNvPr>
            <p:cNvSpPr/>
            <p:nvPr/>
          </p:nvSpPr>
          <p:spPr>
            <a:xfrm>
              <a:off x="8796429" y="3282237"/>
              <a:ext cx="190016" cy="190016"/>
            </a:xfrm>
            <a:prstGeom prst="ellipse">
              <a:avLst/>
            </a:prstGeom>
            <a:solidFill>
              <a:schemeClr val="accent5">
                <a:lumMod val="75000"/>
                <a:alpha val="40000"/>
              </a:scheme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2" name="橢圓 251">
              <a:extLst>
                <a:ext uri="{FF2B5EF4-FFF2-40B4-BE49-F238E27FC236}">
                  <a16:creationId xmlns:a16="http://schemas.microsoft.com/office/drawing/2014/main" id="{945CF03F-E2DA-4B8B-8B97-DD0CA3B1DCE2}"/>
                </a:ext>
              </a:extLst>
            </p:cNvPr>
            <p:cNvSpPr/>
            <p:nvPr/>
          </p:nvSpPr>
          <p:spPr>
            <a:xfrm>
              <a:off x="11263519" y="1787285"/>
              <a:ext cx="143580" cy="143580"/>
            </a:xfrm>
            <a:prstGeom prst="ellipse">
              <a:avLst/>
            </a:prstGeom>
            <a:solidFill>
              <a:srgbClr val="FF0000">
                <a:alpha val="40000"/>
              </a:srgb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3" name="橢圓 252">
              <a:extLst>
                <a:ext uri="{FF2B5EF4-FFF2-40B4-BE49-F238E27FC236}">
                  <a16:creationId xmlns:a16="http://schemas.microsoft.com/office/drawing/2014/main" id="{8454F19C-223F-4F19-957C-675C730AE441}"/>
                </a:ext>
              </a:extLst>
            </p:cNvPr>
            <p:cNvSpPr/>
            <p:nvPr/>
          </p:nvSpPr>
          <p:spPr>
            <a:xfrm>
              <a:off x="9840218" y="3526906"/>
              <a:ext cx="121250" cy="121250"/>
            </a:xfrm>
            <a:prstGeom prst="ellipse">
              <a:avLst/>
            </a:prstGeom>
            <a:solidFill>
              <a:schemeClr val="accent5">
                <a:lumMod val="75000"/>
                <a:alpha val="40000"/>
              </a:scheme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4" name="橢圓 253">
              <a:extLst>
                <a:ext uri="{FF2B5EF4-FFF2-40B4-BE49-F238E27FC236}">
                  <a16:creationId xmlns:a16="http://schemas.microsoft.com/office/drawing/2014/main" id="{D29AE2CF-A1E9-4AA8-8D37-D2E170B81266}"/>
                </a:ext>
              </a:extLst>
            </p:cNvPr>
            <p:cNvSpPr/>
            <p:nvPr/>
          </p:nvSpPr>
          <p:spPr>
            <a:xfrm>
              <a:off x="8705528" y="3284853"/>
              <a:ext cx="121250" cy="121250"/>
            </a:xfrm>
            <a:prstGeom prst="ellipse">
              <a:avLst/>
            </a:prstGeom>
            <a:solidFill>
              <a:schemeClr val="accent5">
                <a:lumMod val="75000"/>
                <a:alpha val="40000"/>
              </a:scheme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55" name="橢圓 254">
              <a:extLst>
                <a:ext uri="{FF2B5EF4-FFF2-40B4-BE49-F238E27FC236}">
                  <a16:creationId xmlns:a16="http://schemas.microsoft.com/office/drawing/2014/main" id="{3D03AE8A-0649-43F6-88BD-D3046186B8ED}"/>
                </a:ext>
              </a:extLst>
            </p:cNvPr>
            <p:cNvSpPr/>
            <p:nvPr/>
          </p:nvSpPr>
          <p:spPr>
            <a:xfrm>
              <a:off x="10723448" y="2329265"/>
              <a:ext cx="317417" cy="317417"/>
            </a:xfrm>
            <a:prstGeom prst="ellipse">
              <a:avLst/>
            </a:prstGeom>
            <a:solidFill>
              <a:srgbClr val="FF0000">
                <a:alpha val="40000"/>
              </a:srgb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56" name="橢圓 255">
              <a:extLst>
                <a:ext uri="{FF2B5EF4-FFF2-40B4-BE49-F238E27FC236}">
                  <a16:creationId xmlns:a16="http://schemas.microsoft.com/office/drawing/2014/main" id="{64BA48E0-5A2A-422C-BDC1-409FEB652D1A}"/>
                </a:ext>
              </a:extLst>
            </p:cNvPr>
            <p:cNvSpPr/>
            <p:nvPr/>
          </p:nvSpPr>
          <p:spPr>
            <a:xfrm>
              <a:off x="10653043" y="2496986"/>
              <a:ext cx="267728" cy="267728"/>
            </a:xfrm>
            <a:prstGeom prst="ellipse">
              <a:avLst/>
            </a:prstGeom>
            <a:solidFill>
              <a:srgbClr val="FF0000">
                <a:alpha val="40000"/>
              </a:srgb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7" name="橢圓 256">
              <a:extLst>
                <a:ext uri="{FF2B5EF4-FFF2-40B4-BE49-F238E27FC236}">
                  <a16:creationId xmlns:a16="http://schemas.microsoft.com/office/drawing/2014/main" id="{23142F84-F3BF-451D-B98A-1583810E26F0}"/>
                </a:ext>
              </a:extLst>
            </p:cNvPr>
            <p:cNvSpPr/>
            <p:nvPr/>
          </p:nvSpPr>
          <p:spPr>
            <a:xfrm>
              <a:off x="10609354" y="2675812"/>
              <a:ext cx="190016" cy="190016"/>
            </a:xfrm>
            <a:prstGeom prst="ellipse">
              <a:avLst/>
            </a:prstGeom>
            <a:solidFill>
              <a:srgbClr val="FF0000">
                <a:alpha val="40000"/>
              </a:srgb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8" name="橢圓 257">
              <a:extLst>
                <a:ext uri="{FF2B5EF4-FFF2-40B4-BE49-F238E27FC236}">
                  <a16:creationId xmlns:a16="http://schemas.microsoft.com/office/drawing/2014/main" id="{F2848324-B5A4-4540-AC49-49C1D3872E6B}"/>
                </a:ext>
              </a:extLst>
            </p:cNvPr>
            <p:cNvSpPr/>
            <p:nvPr/>
          </p:nvSpPr>
          <p:spPr>
            <a:xfrm>
              <a:off x="10568477" y="2799858"/>
              <a:ext cx="143580" cy="143580"/>
            </a:xfrm>
            <a:prstGeom prst="ellipse">
              <a:avLst/>
            </a:prstGeom>
            <a:solidFill>
              <a:srgbClr val="FF0000">
                <a:alpha val="40000"/>
              </a:srgb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6" name="橢圓 115">
              <a:extLst>
                <a:ext uri="{FF2B5EF4-FFF2-40B4-BE49-F238E27FC236}">
                  <a16:creationId xmlns:a16="http://schemas.microsoft.com/office/drawing/2014/main" id="{021B417B-31AA-4351-9DC9-81C4CF94818A}"/>
                </a:ext>
              </a:extLst>
            </p:cNvPr>
            <p:cNvSpPr/>
            <p:nvPr/>
          </p:nvSpPr>
          <p:spPr>
            <a:xfrm>
              <a:off x="11154224" y="3357384"/>
              <a:ext cx="111075" cy="111075"/>
            </a:xfrm>
            <a:prstGeom prst="ellipse">
              <a:avLst/>
            </a:prstGeom>
            <a:solidFill>
              <a:schemeClr val="accent5">
                <a:lumMod val="75000"/>
                <a:alpha val="40000"/>
              </a:scheme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7" name="橢圓 116">
              <a:extLst>
                <a:ext uri="{FF2B5EF4-FFF2-40B4-BE49-F238E27FC236}">
                  <a16:creationId xmlns:a16="http://schemas.microsoft.com/office/drawing/2014/main" id="{562AC694-0EBE-4E3C-AF58-775E37D30026}"/>
                </a:ext>
              </a:extLst>
            </p:cNvPr>
            <p:cNvSpPr/>
            <p:nvPr/>
          </p:nvSpPr>
          <p:spPr>
            <a:xfrm>
              <a:off x="11244712" y="3347859"/>
              <a:ext cx="85985" cy="85985"/>
            </a:xfrm>
            <a:prstGeom prst="ellipse">
              <a:avLst/>
            </a:prstGeom>
            <a:solidFill>
              <a:schemeClr val="accent5">
                <a:lumMod val="75000"/>
                <a:alpha val="40000"/>
              </a:scheme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8" name="橢圓 117">
              <a:extLst>
                <a:ext uri="{FF2B5EF4-FFF2-40B4-BE49-F238E27FC236}">
                  <a16:creationId xmlns:a16="http://schemas.microsoft.com/office/drawing/2014/main" id="{B5707F30-C7B5-4E15-9043-6B6BD8ECCC33}"/>
                </a:ext>
              </a:extLst>
            </p:cNvPr>
            <p:cNvSpPr/>
            <p:nvPr/>
          </p:nvSpPr>
          <p:spPr>
            <a:xfrm>
              <a:off x="11093329" y="3389508"/>
              <a:ext cx="85985" cy="85985"/>
            </a:xfrm>
            <a:prstGeom prst="ellipse">
              <a:avLst/>
            </a:prstGeom>
            <a:solidFill>
              <a:schemeClr val="accent5">
                <a:lumMod val="75000"/>
                <a:alpha val="40000"/>
              </a:scheme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9" name="橢圓 118">
              <a:extLst>
                <a:ext uri="{FF2B5EF4-FFF2-40B4-BE49-F238E27FC236}">
                  <a16:creationId xmlns:a16="http://schemas.microsoft.com/office/drawing/2014/main" id="{86BEE41E-0589-4048-9305-1476CF439D0B}"/>
                </a:ext>
              </a:extLst>
            </p:cNvPr>
            <p:cNvSpPr/>
            <p:nvPr/>
          </p:nvSpPr>
          <p:spPr>
            <a:xfrm>
              <a:off x="11047447" y="3412086"/>
              <a:ext cx="69384" cy="69384"/>
            </a:xfrm>
            <a:prstGeom prst="ellipse">
              <a:avLst/>
            </a:prstGeom>
            <a:solidFill>
              <a:schemeClr val="accent5">
                <a:lumMod val="75000"/>
                <a:alpha val="40000"/>
              </a:scheme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0" name="橢圓 119">
              <a:extLst>
                <a:ext uri="{FF2B5EF4-FFF2-40B4-BE49-F238E27FC236}">
                  <a16:creationId xmlns:a16="http://schemas.microsoft.com/office/drawing/2014/main" id="{893DA085-E805-4AD3-A7BD-EA4C8801C038}"/>
                </a:ext>
              </a:extLst>
            </p:cNvPr>
            <p:cNvSpPr/>
            <p:nvPr/>
          </p:nvSpPr>
          <p:spPr>
            <a:xfrm>
              <a:off x="11316529" y="3340649"/>
              <a:ext cx="69384" cy="69384"/>
            </a:xfrm>
            <a:prstGeom prst="ellipse">
              <a:avLst/>
            </a:prstGeom>
            <a:solidFill>
              <a:schemeClr val="accent5">
                <a:lumMod val="75000"/>
                <a:alpha val="40000"/>
              </a:scheme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1" name="橢圓 120">
              <a:extLst>
                <a:ext uri="{FF2B5EF4-FFF2-40B4-BE49-F238E27FC236}">
                  <a16:creationId xmlns:a16="http://schemas.microsoft.com/office/drawing/2014/main" id="{14489E74-6F0E-430D-96BA-AE499D58FFAB}"/>
                </a:ext>
              </a:extLst>
            </p:cNvPr>
            <p:cNvSpPr/>
            <p:nvPr/>
          </p:nvSpPr>
          <p:spPr>
            <a:xfrm>
              <a:off x="9325324" y="2340965"/>
              <a:ext cx="111075" cy="111075"/>
            </a:xfrm>
            <a:prstGeom prst="ellipse">
              <a:avLst/>
            </a:prstGeom>
            <a:solidFill>
              <a:srgbClr val="FF0000">
                <a:alpha val="40000"/>
              </a:srgb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3" name="橢圓 132">
              <a:extLst>
                <a:ext uri="{FF2B5EF4-FFF2-40B4-BE49-F238E27FC236}">
                  <a16:creationId xmlns:a16="http://schemas.microsoft.com/office/drawing/2014/main" id="{2A520198-78D1-45C0-8E6D-9A69976BED66}"/>
                </a:ext>
              </a:extLst>
            </p:cNvPr>
            <p:cNvSpPr/>
            <p:nvPr/>
          </p:nvSpPr>
          <p:spPr>
            <a:xfrm>
              <a:off x="9392000" y="2426690"/>
              <a:ext cx="85985" cy="85985"/>
            </a:xfrm>
            <a:prstGeom prst="ellipse">
              <a:avLst/>
            </a:prstGeom>
            <a:solidFill>
              <a:srgbClr val="FF0000">
                <a:alpha val="40000"/>
              </a:srgb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6" name="橢圓 135">
              <a:extLst>
                <a:ext uri="{FF2B5EF4-FFF2-40B4-BE49-F238E27FC236}">
                  <a16:creationId xmlns:a16="http://schemas.microsoft.com/office/drawing/2014/main" id="{9D873917-DB09-4712-A954-A0BA1BEC9FAA}"/>
                </a:ext>
              </a:extLst>
            </p:cNvPr>
            <p:cNvSpPr/>
            <p:nvPr/>
          </p:nvSpPr>
          <p:spPr>
            <a:xfrm>
              <a:off x="9281098" y="2282602"/>
              <a:ext cx="85985" cy="85985"/>
            </a:xfrm>
            <a:prstGeom prst="ellipse">
              <a:avLst/>
            </a:prstGeom>
            <a:solidFill>
              <a:srgbClr val="FF0000">
                <a:alpha val="40000"/>
              </a:srgb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8" name="橢圓 137">
              <a:extLst>
                <a:ext uri="{FF2B5EF4-FFF2-40B4-BE49-F238E27FC236}">
                  <a16:creationId xmlns:a16="http://schemas.microsoft.com/office/drawing/2014/main" id="{FD8DCE2F-B136-46AF-A8BC-6DEB4733DCC3}"/>
                </a:ext>
              </a:extLst>
            </p:cNvPr>
            <p:cNvSpPr/>
            <p:nvPr/>
          </p:nvSpPr>
          <p:spPr>
            <a:xfrm>
              <a:off x="9254266" y="2236123"/>
              <a:ext cx="69384" cy="69384"/>
            </a:xfrm>
            <a:prstGeom prst="ellipse">
              <a:avLst/>
            </a:prstGeom>
            <a:solidFill>
              <a:srgbClr val="FF0000">
                <a:alpha val="40000"/>
              </a:srgb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9" name="橢圓 138">
              <a:extLst>
                <a:ext uri="{FF2B5EF4-FFF2-40B4-BE49-F238E27FC236}">
                  <a16:creationId xmlns:a16="http://schemas.microsoft.com/office/drawing/2014/main" id="{D368FB58-8F92-4602-8D23-848498BD8014}"/>
                </a:ext>
              </a:extLst>
            </p:cNvPr>
            <p:cNvSpPr/>
            <p:nvPr/>
          </p:nvSpPr>
          <p:spPr>
            <a:xfrm>
              <a:off x="9435241" y="2498061"/>
              <a:ext cx="69384" cy="69384"/>
            </a:xfrm>
            <a:prstGeom prst="ellipse">
              <a:avLst/>
            </a:prstGeom>
            <a:solidFill>
              <a:srgbClr val="FF0000">
                <a:alpha val="40000"/>
              </a:srgb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0" name="橢圓 139">
              <a:extLst>
                <a:ext uri="{FF2B5EF4-FFF2-40B4-BE49-F238E27FC236}">
                  <a16:creationId xmlns:a16="http://schemas.microsoft.com/office/drawing/2014/main" id="{8678717C-ADC4-4F61-ABBC-584C883E306E}"/>
                </a:ext>
              </a:extLst>
            </p:cNvPr>
            <p:cNvSpPr/>
            <p:nvPr/>
          </p:nvSpPr>
          <p:spPr>
            <a:xfrm>
              <a:off x="9527767" y="4952314"/>
              <a:ext cx="62679" cy="62679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1" name="橢圓 140">
              <a:extLst>
                <a:ext uri="{FF2B5EF4-FFF2-40B4-BE49-F238E27FC236}">
                  <a16:creationId xmlns:a16="http://schemas.microsoft.com/office/drawing/2014/main" id="{4A612AD4-1891-4E00-8B7E-9BDDCDD701BC}"/>
                </a:ext>
              </a:extLst>
            </p:cNvPr>
            <p:cNvSpPr/>
            <p:nvPr/>
          </p:nvSpPr>
          <p:spPr>
            <a:xfrm>
              <a:off x="9270592" y="4885639"/>
              <a:ext cx="62679" cy="62679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0" name="矩形 149">
                  <a:extLst>
                    <a:ext uri="{FF2B5EF4-FFF2-40B4-BE49-F238E27FC236}">
                      <a16:creationId xmlns:a16="http://schemas.microsoft.com/office/drawing/2014/main" id="{1B2F12F6-C669-4D0C-887E-FE327DEC7BCA}"/>
                    </a:ext>
                  </a:extLst>
                </p:cNvPr>
                <p:cNvSpPr/>
                <p:nvPr/>
              </p:nvSpPr>
              <p:spPr>
                <a:xfrm>
                  <a:off x="8077910" y="5699045"/>
                  <a:ext cx="516423" cy="39478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oMath>
                    </m:oMathPara>
                  </a14:m>
                  <a:endParaRPr lang="zh-TW" altLang="en-US" b="1" dirty="0"/>
                </a:p>
              </p:txBody>
            </p:sp>
          </mc:Choice>
          <mc:Fallback>
            <p:sp>
              <p:nvSpPr>
                <p:cNvPr id="150" name="矩形 149">
                  <a:extLst>
                    <a:ext uri="{FF2B5EF4-FFF2-40B4-BE49-F238E27FC236}">
                      <a16:creationId xmlns:a16="http://schemas.microsoft.com/office/drawing/2014/main" id="{1B2F12F6-C669-4D0C-887E-FE327DEC7BC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77910" y="5699045"/>
                  <a:ext cx="516423" cy="394788"/>
                </a:xfrm>
                <a:prstGeom prst="rect">
                  <a:avLst/>
                </a:prstGeom>
                <a:blipFill>
                  <a:blip r:embed="rId39"/>
                  <a:stretch>
                    <a:fillRect b="-461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8" name="群組 177">
              <a:extLst>
                <a:ext uri="{FF2B5EF4-FFF2-40B4-BE49-F238E27FC236}">
                  <a16:creationId xmlns:a16="http://schemas.microsoft.com/office/drawing/2014/main" id="{0AA1BE55-038E-4316-8B30-F18E852C35E8}"/>
                </a:ext>
              </a:extLst>
            </p:cNvPr>
            <p:cNvGrpSpPr/>
            <p:nvPr/>
          </p:nvGrpSpPr>
          <p:grpSpPr>
            <a:xfrm>
              <a:off x="6527733" y="3090135"/>
              <a:ext cx="862094" cy="583304"/>
              <a:chOff x="7047875" y="5232494"/>
              <a:chExt cx="862094" cy="583304"/>
            </a:xfrm>
          </p:grpSpPr>
          <p:grpSp>
            <p:nvGrpSpPr>
              <p:cNvPr id="179" name="群組 178">
                <a:extLst>
                  <a:ext uri="{FF2B5EF4-FFF2-40B4-BE49-F238E27FC236}">
                    <a16:creationId xmlns:a16="http://schemas.microsoft.com/office/drawing/2014/main" id="{17ACD4BF-4B6F-43B0-ADF5-3271E03ECD78}"/>
                  </a:ext>
                </a:extLst>
              </p:cNvPr>
              <p:cNvGrpSpPr/>
              <p:nvPr/>
            </p:nvGrpSpPr>
            <p:grpSpPr>
              <a:xfrm>
                <a:off x="7449729" y="5439534"/>
                <a:ext cx="188539" cy="180862"/>
                <a:chOff x="1373392" y="2391862"/>
                <a:chExt cx="479433" cy="476535"/>
              </a:xfrm>
            </p:grpSpPr>
            <p:sp>
              <p:nvSpPr>
                <p:cNvPr id="182" name="箭號: 向右 181">
                  <a:extLst>
                    <a:ext uri="{FF2B5EF4-FFF2-40B4-BE49-F238E27FC236}">
                      <a16:creationId xmlns:a16="http://schemas.microsoft.com/office/drawing/2014/main" id="{21F0DA8C-ACC4-4D5C-9894-E936E832DECB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83" name="箭號: 向右 182">
                  <a:extLst>
                    <a:ext uri="{FF2B5EF4-FFF2-40B4-BE49-F238E27FC236}">
                      <a16:creationId xmlns:a16="http://schemas.microsoft.com/office/drawing/2014/main" id="{5163C0BC-59D7-4165-8924-865127723765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00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0" name="文字方塊 179">
                    <a:extLst>
                      <a:ext uri="{FF2B5EF4-FFF2-40B4-BE49-F238E27FC236}">
                        <a16:creationId xmlns:a16="http://schemas.microsoft.com/office/drawing/2014/main" id="{2CC64C02-F5E3-400C-9A71-0FC80E3785A8}"/>
                      </a:ext>
                    </a:extLst>
                  </p:cNvPr>
                  <p:cNvSpPr txBox="1"/>
                  <p:nvPr/>
                </p:nvSpPr>
                <p:spPr>
                  <a:xfrm>
                    <a:off x="7047875" y="5232494"/>
                    <a:ext cx="671803" cy="30816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3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3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13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3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7" name="文字方塊 596">
                    <a:extLst>
                      <a:ext uri="{FF2B5EF4-FFF2-40B4-BE49-F238E27FC236}">
                        <a16:creationId xmlns:a16="http://schemas.microsoft.com/office/drawing/2014/main" id="{1FA8FABD-47E5-46A2-A2D8-BEAE4E8E4A3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47875" y="5232494"/>
                    <a:ext cx="671803" cy="308161"/>
                  </a:xfrm>
                  <a:prstGeom prst="rect">
                    <a:avLst/>
                  </a:prstGeom>
                  <a:blipFill>
                    <a:blip r:embed="rId40"/>
                    <a:stretch>
                      <a:fillRect b="-1961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1" name="文字方塊 180">
                    <a:extLst>
                      <a:ext uri="{FF2B5EF4-FFF2-40B4-BE49-F238E27FC236}">
                        <a16:creationId xmlns:a16="http://schemas.microsoft.com/office/drawing/2014/main" id="{D5F1A500-901E-4984-B5C1-2BD493FD2CFC}"/>
                      </a:ext>
                    </a:extLst>
                  </p:cNvPr>
                  <p:cNvSpPr txBox="1"/>
                  <p:nvPr/>
                </p:nvSpPr>
                <p:spPr>
                  <a:xfrm>
                    <a:off x="7478195" y="5523410"/>
                    <a:ext cx="431774" cy="29238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3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3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13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3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8" name="文字方塊 597">
                    <a:extLst>
                      <a:ext uri="{FF2B5EF4-FFF2-40B4-BE49-F238E27FC236}">
                        <a16:creationId xmlns:a16="http://schemas.microsoft.com/office/drawing/2014/main" id="{21C0A50F-74B5-44CC-AD5C-06EE93B7331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78195" y="5523410"/>
                    <a:ext cx="431774" cy="292388"/>
                  </a:xfrm>
                  <a:prstGeom prst="rect">
                    <a:avLst/>
                  </a:prstGeom>
                  <a:blipFill>
                    <a:blip r:embed="rId41"/>
                    <a:stretch>
                      <a:fillRect b="-625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4" name="矩形 183">
                  <a:extLst>
                    <a:ext uri="{FF2B5EF4-FFF2-40B4-BE49-F238E27FC236}">
                      <a16:creationId xmlns:a16="http://schemas.microsoft.com/office/drawing/2014/main" id="{A1DDDA3C-07C1-43DC-A9C4-1686A24DF633}"/>
                    </a:ext>
                  </a:extLst>
                </p:cNvPr>
                <p:cNvSpPr/>
                <p:nvPr/>
              </p:nvSpPr>
              <p:spPr>
                <a:xfrm>
                  <a:off x="6463574" y="2388283"/>
                  <a:ext cx="1568186" cy="45839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400" b="1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TW" sz="140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sz="1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−1, −1, 2</m:t>
                            </m:r>
                          </m:sub>
                          <m:sup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+, </m:t>
                            </m:r>
                            <m:r>
                              <a:rPr lang="en-US" altLang="zh-TW" sz="1400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400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  <m:r>
                              <a:rPr lang="en-US" altLang="zh-TW" sz="14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TW" sz="1400" b="1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f>
                              <m:fPr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>
            <p:sp>
              <p:nvSpPr>
                <p:cNvPr id="184" name="矩形 183">
                  <a:extLst>
                    <a:ext uri="{FF2B5EF4-FFF2-40B4-BE49-F238E27FC236}">
                      <a16:creationId xmlns:a16="http://schemas.microsoft.com/office/drawing/2014/main" id="{A1DDDA3C-07C1-43DC-A9C4-1686A24DF63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3574" y="2388283"/>
                  <a:ext cx="1568186" cy="458395"/>
                </a:xfrm>
                <a:prstGeom prst="rect">
                  <a:avLst/>
                </a:prstGeom>
                <a:blipFill>
                  <a:blip r:embed="rId42"/>
                  <a:stretch>
                    <a:fillRect b="-2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85" name="圖片 184">
              <a:extLst>
                <a:ext uri="{FF2B5EF4-FFF2-40B4-BE49-F238E27FC236}">
                  <a16:creationId xmlns:a16="http://schemas.microsoft.com/office/drawing/2014/main" id="{F64B6258-6157-40D9-A629-41A5088CBF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76027" t="634" b="50859"/>
            <a:stretch/>
          </p:blipFill>
          <p:spPr>
            <a:xfrm>
              <a:off x="6663349" y="1299536"/>
              <a:ext cx="1099800" cy="1089926"/>
            </a:xfrm>
            <a:prstGeom prst="rect">
              <a:avLst/>
            </a:prstGeom>
          </p:spPr>
        </p:pic>
        <p:pic>
          <p:nvPicPr>
            <p:cNvPr id="186" name="圖片 185">
              <a:extLst>
                <a:ext uri="{FF2B5EF4-FFF2-40B4-BE49-F238E27FC236}">
                  <a16:creationId xmlns:a16="http://schemas.microsoft.com/office/drawing/2014/main" id="{8E4313AB-1B41-45AC-A05D-C815A57236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75276" t="50404"/>
            <a:stretch/>
          </p:blipFill>
          <p:spPr>
            <a:xfrm>
              <a:off x="6619412" y="3012454"/>
              <a:ext cx="1134274" cy="1114414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7" name="文字方塊 186">
                  <a:extLst>
                    <a:ext uri="{FF2B5EF4-FFF2-40B4-BE49-F238E27FC236}">
                      <a16:creationId xmlns:a16="http://schemas.microsoft.com/office/drawing/2014/main" id="{2EA67C42-6B87-4057-BF2F-619AB0F8F9A6}"/>
                    </a:ext>
                  </a:extLst>
                </p:cNvPr>
                <p:cNvSpPr txBox="1"/>
                <p:nvPr/>
              </p:nvSpPr>
              <p:spPr>
                <a:xfrm>
                  <a:off x="7209656" y="2067626"/>
                  <a:ext cx="71176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87" name="文字方塊 186">
                  <a:extLst>
                    <a:ext uri="{FF2B5EF4-FFF2-40B4-BE49-F238E27FC236}">
                      <a16:creationId xmlns:a16="http://schemas.microsoft.com/office/drawing/2014/main" id="{2EA67C42-6B87-4057-BF2F-619AB0F8F9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9656" y="2067626"/>
                  <a:ext cx="711762" cy="276999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9" name="矩形 198">
                  <a:extLst>
                    <a:ext uri="{FF2B5EF4-FFF2-40B4-BE49-F238E27FC236}">
                      <a16:creationId xmlns:a16="http://schemas.microsoft.com/office/drawing/2014/main" id="{64B33749-3902-4A20-917F-2D1C0EA9A35F}"/>
                    </a:ext>
                  </a:extLst>
                </p:cNvPr>
                <p:cNvSpPr/>
                <p:nvPr/>
              </p:nvSpPr>
              <p:spPr>
                <a:xfrm>
                  <a:off x="6432070" y="4133529"/>
                  <a:ext cx="1568186" cy="45839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400" b="1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TW" sz="140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sz="1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−1, −1, 2</m:t>
                            </m:r>
                          </m:sub>
                          <m:sup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−, </m:t>
                            </m:r>
                            <m:r>
                              <a:rPr lang="en-US" altLang="zh-TW" sz="1400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400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  <m:r>
                              <a:rPr lang="en-US" altLang="zh-TW" sz="14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TW" sz="1400" b="1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f>
                              <m:fPr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>
            <p:sp>
              <p:nvSpPr>
                <p:cNvPr id="199" name="矩形 198">
                  <a:extLst>
                    <a:ext uri="{FF2B5EF4-FFF2-40B4-BE49-F238E27FC236}">
                      <a16:creationId xmlns:a16="http://schemas.microsoft.com/office/drawing/2014/main" id="{64B33749-3902-4A20-917F-2D1C0EA9A35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2070" y="4133529"/>
                  <a:ext cx="1568186" cy="458395"/>
                </a:xfrm>
                <a:prstGeom prst="rect">
                  <a:avLst/>
                </a:prstGeom>
                <a:blipFill>
                  <a:blip r:embed="rId45"/>
                  <a:stretch>
                    <a:fillRect b="-1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04" name="圖片 203">
              <a:extLst>
                <a:ext uri="{FF2B5EF4-FFF2-40B4-BE49-F238E27FC236}">
                  <a16:creationId xmlns:a16="http://schemas.microsoft.com/office/drawing/2014/main" id="{95518FEE-493E-4A22-8061-936D5F93A2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49833" r="21238"/>
            <a:stretch/>
          </p:blipFill>
          <p:spPr>
            <a:xfrm>
              <a:off x="1546900" y="3246468"/>
              <a:ext cx="257207" cy="745232"/>
            </a:xfrm>
            <a:prstGeom prst="rect">
              <a:avLst/>
            </a:prstGeom>
          </p:spPr>
        </p:pic>
        <p:pic>
          <p:nvPicPr>
            <p:cNvPr id="205" name="圖片 204">
              <a:extLst>
                <a:ext uri="{FF2B5EF4-FFF2-40B4-BE49-F238E27FC236}">
                  <a16:creationId xmlns:a16="http://schemas.microsoft.com/office/drawing/2014/main" id="{C44ADC81-A81F-4711-A8B5-85663CFDCE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1" r="20752" b="50242"/>
            <a:stretch/>
          </p:blipFill>
          <p:spPr>
            <a:xfrm>
              <a:off x="1531818" y="1504704"/>
              <a:ext cx="258795" cy="739146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6" name="矩形 205">
                  <a:extLst>
                    <a:ext uri="{FF2B5EF4-FFF2-40B4-BE49-F238E27FC236}">
                      <a16:creationId xmlns:a16="http://schemas.microsoft.com/office/drawing/2014/main" id="{657402B3-61F5-4461-A70F-7748BCE41D4F}"/>
                    </a:ext>
                  </a:extLst>
                </p:cNvPr>
                <p:cNvSpPr/>
                <p:nvPr/>
              </p:nvSpPr>
              <p:spPr>
                <a:xfrm>
                  <a:off x="1530701" y="1273474"/>
                  <a:ext cx="365805" cy="33855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00" i="1" dirty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TW" altLang="en-US" sz="1600" dirty="0"/>
                </a:p>
              </p:txBody>
            </p:sp>
          </mc:Choice>
          <mc:Fallback>
            <p:sp>
              <p:nvSpPr>
                <p:cNvPr id="206" name="矩形 205">
                  <a:extLst>
                    <a:ext uri="{FF2B5EF4-FFF2-40B4-BE49-F238E27FC236}">
                      <a16:creationId xmlns:a16="http://schemas.microsoft.com/office/drawing/2014/main" id="{657402B3-61F5-4461-A70F-7748BCE41D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0701" y="1273474"/>
                  <a:ext cx="365805" cy="338554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7" name="矩形 206">
                  <a:extLst>
                    <a:ext uri="{FF2B5EF4-FFF2-40B4-BE49-F238E27FC236}">
                      <a16:creationId xmlns:a16="http://schemas.microsoft.com/office/drawing/2014/main" id="{C2777CB1-CA87-4BF1-95D6-7EBA9E197467}"/>
                    </a:ext>
                  </a:extLst>
                </p:cNvPr>
                <p:cNvSpPr/>
                <p:nvPr/>
              </p:nvSpPr>
              <p:spPr>
                <a:xfrm>
                  <a:off x="1530701" y="3006060"/>
                  <a:ext cx="365805" cy="33855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00" i="1" dirty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TW" altLang="en-US" sz="1600" dirty="0"/>
                </a:p>
              </p:txBody>
            </p:sp>
          </mc:Choice>
          <mc:Fallback>
            <p:sp>
              <p:nvSpPr>
                <p:cNvPr id="207" name="矩形 206">
                  <a:extLst>
                    <a:ext uri="{FF2B5EF4-FFF2-40B4-BE49-F238E27FC236}">
                      <a16:creationId xmlns:a16="http://schemas.microsoft.com/office/drawing/2014/main" id="{C2777CB1-CA87-4BF1-95D6-7EBA9E19746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0701" y="3006060"/>
                  <a:ext cx="365805" cy="338554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5" name="文字方塊 214">
                  <a:extLst>
                    <a:ext uri="{FF2B5EF4-FFF2-40B4-BE49-F238E27FC236}">
                      <a16:creationId xmlns:a16="http://schemas.microsoft.com/office/drawing/2014/main" id="{E64E817D-EDE9-4D1E-8590-ABBFD39D63F0}"/>
                    </a:ext>
                  </a:extLst>
                </p:cNvPr>
                <p:cNvSpPr txBox="1"/>
                <p:nvPr/>
              </p:nvSpPr>
              <p:spPr>
                <a:xfrm rot="5400000">
                  <a:off x="1520679" y="3306446"/>
                  <a:ext cx="385849" cy="3519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60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1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TW" sz="1600"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TW" sz="1600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TW" altLang="en-US" sz="1600" dirty="0"/>
                </a:p>
              </p:txBody>
            </p:sp>
          </mc:Choice>
          <mc:Fallback>
            <p:sp>
              <p:nvSpPr>
                <p:cNvPr id="215" name="文字方塊 214">
                  <a:extLst>
                    <a:ext uri="{FF2B5EF4-FFF2-40B4-BE49-F238E27FC236}">
                      <a16:creationId xmlns:a16="http://schemas.microsoft.com/office/drawing/2014/main" id="{E64E817D-EDE9-4D1E-8590-ABBFD39D63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1520679" y="3306446"/>
                  <a:ext cx="385849" cy="351901"/>
                </a:xfrm>
                <a:prstGeom prst="rect">
                  <a:avLst/>
                </a:prstGeom>
                <a:blipFill>
                  <a:blip r:embed="rId49"/>
                  <a:stretch>
                    <a:fillRect t="-1269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6" name="文字方塊 215">
                  <a:extLst>
                    <a:ext uri="{FF2B5EF4-FFF2-40B4-BE49-F238E27FC236}">
                      <a16:creationId xmlns:a16="http://schemas.microsoft.com/office/drawing/2014/main" id="{899C9694-B354-4BE6-8C04-FD9A3B60DDBC}"/>
                    </a:ext>
                  </a:extLst>
                </p:cNvPr>
                <p:cNvSpPr txBox="1"/>
                <p:nvPr/>
              </p:nvSpPr>
              <p:spPr>
                <a:xfrm rot="5400000">
                  <a:off x="1520679" y="1550640"/>
                  <a:ext cx="385849" cy="3519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60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1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TW" sz="1600"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TW" sz="1600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TW" altLang="en-US" sz="1600" dirty="0"/>
                </a:p>
              </p:txBody>
            </p:sp>
          </mc:Choice>
          <mc:Fallback>
            <p:sp>
              <p:nvSpPr>
                <p:cNvPr id="216" name="文字方塊 215">
                  <a:extLst>
                    <a:ext uri="{FF2B5EF4-FFF2-40B4-BE49-F238E27FC236}">
                      <a16:creationId xmlns:a16="http://schemas.microsoft.com/office/drawing/2014/main" id="{899C9694-B354-4BE6-8C04-FD9A3B60DD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1520679" y="1550640"/>
                  <a:ext cx="385849" cy="351901"/>
                </a:xfrm>
                <a:prstGeom prst="rect">
                  <a:avLst/>
                </a:prstGeom>
                <a:blipFill>
                  <a:blip r:embed="rId50"/>
                  <a:stretch>
                    <a:fillRect t="-1269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7" name="矩形 216">
                  <a:extLst>
                    <a:ext uri="{FF2B5EF4-FFF2-40B4-BE49-F238E27FC236}">
                      <a16:creationId xmlns:a16="http://schemas.microsoft.com/office/drawing/2014/main" id="{24C8DC96-2873-436D-B5AE-EED44EFCF898}"/>
                    </a:ext>
                  </a:extLst>
                </p:cNvPr>
                <p:cNvSpPr/>
                <p:nvPr/>
              </p:nvSpPr>
              <p:spPr>
                <a:xfrm>
                  <a:off x="1444138" y="2127187"/>
                  <a:ext cx="538930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217" name="矩形 216">
                  <a:extLst>
                    <a:ext uri="{FF2B5EF4-FFF2-40B4-BE49-F238E27FC236}">
                      <a16:creationId xmlns:a16="http://schemas.microsoft.com/office/drawing/2014/main" id="{24C8DC96-2873-436D-B5AE-EED44EFCF89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4138" y="2127187"/>
                  <a:ext cx="538930" cy="369332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8" name="矩形 217">
                  <a:extLst>
                    <a:ext uri="{FF2B5EF4-FFF2-40B4-BE49-F238E27FC236}">
                      <a16:creationId xmlns:a16="http://schemas.microsoft.com/office/drawing/2014/main" id="{549124A1-41A3-40BF-9A69-A4E99B140B53}"/>
                    </a:ext>
                  </a:extLst>
                </p:cNvPr>
                <p:cNvSpPr/>
                <p:nvPr/>
              </p:nvSpPr>
              <p:spPr>
                <a:xfrm>
                  <a:off x="1444138" y="3872473"/>
                  <a:ext cx="538930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218" name="矩形 217">
                  <a:extLst>
                    <a:ext uri="{FF2B5EF4-FFF2-40B4-BE49-F238E27FC236}">
                      <a16:creationId xmlns:a16="http://schemas.microsoft.com/office/drawing/2014/main" id="{549124A1-41A3-40BF-9A69-A4E99B140B5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4138" y="3872473"/>
                  <a:ext cx="538930" cy="369332"/>
                </a:xfrm>
                <a:prstGeom prst="rect">
                  <a:avLst/>
                </a:prstGeom>
                <a:blipFill>
                  <a:blip r:embed="rId5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" name="圖片 1">
              <a:extLst>
                <a:ext uri="{FF2B5EF4-FFF2-40B4-BE49-F238E27FC236}">
                  <a16:creationId xmlns:a16="http://schemas.microsoft.com/office/drawing/2014/main" id="{28DF195D-0929-4A76-AFDB-EE7194AA92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75304"/>
            <a:stretch/>
          </p:blipFill>
          <p:spPr>
            <a:xfrm>
              <a:off x="466859" y="1294528"/>
              <a:ext cx="1099366" cy="1120834"/>
            </a:xfrm>
            <a:prstGeom prst="rect">
              <a:avLst/>
            </a:prstGeom>
          </p:spPr>
        </p:pic>
        <p:pic>
          <p:nvPicPr>
            <p:cNvPr id="240" name="圖片 239">
              <a:extLst>
                <a:ext uri="{FF2B5EF4-FFF2-40B4-BE49-F238E27FC236}">
                  <a16:creationId xmlns:a16="http://schemas.microsoft.com/office/drawing/2014/main" id="{1B690C0A-FEE1-4FEA-8EB7-0BE8B0C392D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75274"/>
            <a:stretch/>
          </p:blipFill>
          <p:spPr>
            <a:xfrm>
              <a:off x="466859" y="4785891"/>
              <a:ext cx="1099366" cy="1122199"/>
            </a:xfrm>
            <a:prstGeom prst="rect">
              <a:avLst/>
            </a:prstGeom>
          </p:spPr>
        </p:pic>
        <p:pic>
          <p:nvPicPr>
            <p:cNvPr id="242" name="圖片 241">
              <a:extLst>
                <a:ext uri="{FF2B5EF4-FFF2-40B4-BE49-F238E27FC236}">
                  <a16:creationId xmlns:a16="http://schemas.microsoft.com/office/drawing/2014/main" id="{9DB9CA06-9657-476E-961D-0D4E98F9F05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24696" b="50120"/>
            <a:stretch/>
          </p:blipFill>
          <p:spPr>
            <a:xfrm>
              <a:off x="466859" y="3009268"/>
              <a:ext cx="1099366" cy="1143000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7" name="文字方塊 166">
                  <a:extLst>
                    <a:ext uri="{FF2B5EF4-FFF2-40B4-BE49-F238E27FC236}">
                      <a16:creationId xmlns:a16="http://schemas.microsoft.com/office/drawing/2014/main" id="{607BF9EE-EBE5-4A23-B1E2-E9CDEFEA0608}"/>
                    </a:ext>
                  </a:extLst>
                </p:cNvPr>
                <p:cNvSpPr txBox="1"/>
                <p:nvPr/>
              </p:nvSpPr>
              <p:spPr>
                <a:xfrm>
                  <a:off x="1012575" y="2067627"/>
                  <a:ext cx="71176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67" name="文字方塊 166">
                  <a:extLst>
                    <a:ext uri="{FF2B5EF4-FFF2-40B4-BE49-F238E27FC236}">
                      <a16:creationId xmlns:a16="http://schemas.microsoft.com/office/drawing/2014/main" id="{607BF9EE-EBE5-4A23-B1E2-E9CDEFEA06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2575" y="2067627"/>
                  <a:ext cx="711762" cy="276999"/>
                </a:xfrm>
                <a:prstGeom prst="rect">
                  <a:avLst/>
                </a:prstGeom>
                <a:blipFill>
                  <a:blip r:embed="rId5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9" name="直線接點 238">
              <a:extLst>
                <a:ext uri="{FF2B5EF4-FFF2-40B4-BE49-F238E27FC236}">
                  <a16:creationId xmlns:a16="http://schemas.microsoft.com/office/drawing/2014/main" id="{4EE3BE7E-3236-4E70-834A-F640881F153E}"/>
                </a:ext>
              </a:extLst>
            </p:cNvPr>
            <p:cNvCxnSpPr>
              <a:cxnSpLocks/>
            </p:cNvCxnSpPr>
            <p:nvPr/>
          </p:nvCxnSpPr>
          <p:spPr>
            <a:xfrm>
              <a:off x="1016542" y="1308293"/>
              <a:ext cx="0" cy="1067289"/>
            </a:xfrm>
            <a:prstGeom prst="line">
              <a:avLst/>
            </a:prstGeom>
            <a:ln w="19050" cap="flat" cmpd="sng" algn="ctr">
              <a:solidFill>
                <a:schemeClr val="bg1"/>
              </a:solidFill>
              <a:prstDash val="sysDash"/>
              <a:round/>
              <a:headEnd type="triangle" w="lg" len="lg"/>
              <a:tailEnd type="none" w="lg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3" name="矩形 242">
                  <a:extLst>
                    <a:ext uri="{FF2B5EF4-FFF2-40B4-BE49-F238E27FC236}">
                      <a16:creationId xmlns:a16="http://schemas.microsoft.com/office/drawing/2014/main" id="{8FCEB29B-4D98-48BB-8AD7-7AD5BE78F33D}"/>
                    </a:ext>
                  </a:extLst>
                </p:cNvPr>
                <p:cNvSpPr/>
                <p:nvPr/>
              </p:nvSpPr>
              <p:spPr>
                <a:xfrm>
                  <a:off x="395541" y="5900815"/>
                  <a:ext cx="1406347" cy="36856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400" b="1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TW" sz="140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sz="1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0, −1, 0</m:t>
                            </m:r>
                          </m:sub>
                          <m:sup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400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400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  <m:r>
                              <a:rPr lang="en-US" altLang="zh-TW" sz="14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TW" sz="1400" b="1" i="1">
                                <a:latin typeface="Cambria Math" panose="02040503050406030204" pitchFamily="18" charset="0"/>
                              </a:rPr>
                              <m:t>, 0</m:t>
                            </m:r>
                          </m:e>
                        </m:d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>
            <p:sp>
              <p:nvSpPr>
                <p:cNvPr id="243" name="矩形 242">
                  <a:extLst>
                    <a:ext uri="{FF2B5EF4-FFF2-40B4-BE49-F238E27FC236}">
                      <a16:creationId xmlns:a16="http://schemas.microsoft.com/office/drawing/2014/main" id="{8FCEB29B-4D98-48BB-8AD7-7AD5BE78F33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541" y="5900815"/>
                  <a:ext cx="1406347" cy="368562"/>
                </a:xfrm>
                <a:prstGeom prst="rect">
                  <a:avLst/>
                </a:prstGeom>
                <a:blipFill>
                  <a:blip r:embed="rId5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9" name="矩形 258">
                  <a:extLst>
                    <a:ext uri="{FF2B5EF4-FFF2-40B4-BE49-F238E27FC236}">
                      <a16:creationId xmlns:a16="http://schemas.microsoft.com/office/drawing/2014/main" id="{A48EC416-A8B8-45ED-A28E-43900EF93150}"/>
                    </a:ext>
                  </a:extLst>
                </p:cNvPr>
                <p:cNvSpPr/>
                <p:nvPr/>
              </p:nvSpPr>
              <p:spPr>
                <a:xfrm>
                  <a:off x="349472" y="2388415"/>
                  <a:ext cx="1406347" cy="36856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400" b="1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TW" sz="140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sz="1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0, −1, 0</m:t>
                            </m:r>
                          </m:sub>
                          <m:sup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+, </m:t>
                            </m:r>
                            <m:r>
                              <a:rPr lang="en-US" altLang="zh-TW" sz="1400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400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  <m:r>
                              <a:rPr lang="en-US" altLang="zh-TW" sz="14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TW" sz="1400" b="1" i="1">
                                <a:latin typeface="Cambria Math" panose="02040503050406030204" pitchFamily="18" charset="0"/>
                              </a:rPr>
                              <m:t>, 0</m:t>
                            </m:r>
                          </m:e>
                        </m:d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>
            <p:sp>
              <p:nvSpPr>
                <p:cNvPr id="259" name="矩形 258">
                  <a:extLst>
                    <a:ext uri="{FF2B5EF4-FFF2-40B4-BE49-F238E27FC236}">
                      <a16:creationId xmlns:a16="http://schemas.microsoft.com/office/drawing/2014/main" id="{A48EC416-A8B8-45ED-A28E-43900EF9315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472" y="2388415"/>
                  <a:ext cx="1406347" cy="368562"/>
                </a:xfrm>
                <a:prstGeom prst="rect">
                  <a:avLst/>
                </a:prstGeom>
                <a:blipFill>
                  <a:blip r:embed="rId5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0" name="矩形 259">
                  <a:extLst>
                    <a:ext uri="{FF2B5EF4-FFF2-40B4-BE49-F238E27FC236}">
                      <a16:creationId xmlns:a16="http://schemas.microsoft.com/office/drawing/2014/main" id="{DFE04EE0-2E33-46A7-925D-7CEE9700CDB7}"/>
                    </a:ext>
                  </a:extLst>
                </p:cNvPr>
                <p:cNvSpPr/>
                <p:nvPr/>
              </p:nvSpPr>
              <p:spPr>
                <a:xfrm>
                  <a:off x="317968" y="4116409"/>
                  <a:ext cx="1406347" cy="36856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400" b="1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TW" sz="140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sz="1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0, −1, 0</m:t>
                            </m:r>
                          </m:sub>
                          <m:sup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−, </m:t>
                            </m:r>
                            <m:r>
                              <a:rPr lang="en-US" altLang="zh-TW" sz="1400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400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  <m:r>
                              <a:rPr lang="en-US" altLang="zh-TW" sz="14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TW" sz="1400" b="1" i="1">
                                <a:latin typeface="Cambria Math" panose="02040503050406030204" pitchFamily="18" charset="0"/>
                              </a:rPr>
                              <m:t>, 0</m:t>
                            </m:r>
                          </m:e>
                        </m:d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>
            <p:sp>
              <p:nvSpPr>
                <p:cNvPr id="260" name="矩形 259">
                  <a:extLst>
                    <a:ext uri="{FF2B5EF4-FFF2-40B4-BE49-F238E27FC236}">
                      <a16:creationId xmlns:a16="http://schemas.microsoft.com/office/drawing/2014/main" id="{DFE04EE0-2E33-46A7-925D-7CEE9700CDB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7968" y="4116409"/>
                  <a:ext cx="1406347" cy="368562"/>
                </a:xfrm>
                <a:prstGeom prst="rect">
                  <a:avLst/>
                </a:prstGeom>
                <a:blipFill>
                  <a:blip r:embed="rId5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4" name="直線接點 263">
              <a:extLst>
                <a:ext uri="{FF2B5EF4-FFF2-40B4-BE49-F238E27FC236}">
                  <a16:creationId xmlns:a16="http://schemas.microsoft.com/office/drawing/2014/main" id="{7F87D840-314F-4C7A-B801-7FBF9E2291A1}"/>
                </a:ext>
              </a:extLst>
            </p:cNvPr>
            <p:cNvCxnSpPr>
              <a:cxnSpLocks/>
            </p:cNvCxnSpPr>
            <p:nvPr/>
          </p:nvCxnSpPr>
          <p:spPr>
            <a:xfrm>
              <a:off x="2610471" y="1576181"/>
              <a:ext cx="1349859" cy="2024786"/>
            </a:xfrm>
            <a:prstGeom prst="line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5" name="直線接點 264">
              <a:extLst>
                <a:ext uri="{FF2B5EF4-FFF2-40B4-BE49-F238E27FC236}">
                  <a16:creationId xmlns:a16="http://schemas.microsoft.com/office/drawing/2014/main" id="{9CBF1144-2203-41E8-AF5A-198E98167D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60328" y="1562113"/>
              <a:ext cx="1349857" cy="2024786"/>
            </a:xfrm>
            <a:prstGeom prst="line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6" name="直線單箭頭接點 265">
              <a:extLst>
                <a:ext uri="{FF2B5EF4-FFF2-40B4-BE49-F238E27FC236}">
                  <a16:creationId xmlns:a16="http://schemas.microsoft.com/office/drawing/2014/main" id="{0AC944E5-A074-4CAC-94D2-D5B91BE09E05}"/>
                </a:ext>
              </a:extLst>
            </p:cNvPr>
            <p:cNvCxnSpPr>
              <a:cxnSpLocks/>
            </p:cNvCxnSpPr>
            <p:nvPr/>
          </p:nvCxnSpPr>
          <p:spPr>
            <a:xfrm>
              <a:off x="2351815" y="5908090"/>
              <a:ext cx="3310777" cy="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7" name="矩形 276">
                  <a:extLst>
                    <a:ext uri="{FF2B5EF4-FFF2-40B4-BE49-F238E27FC236}">
                      <a16:creationId xmlns:a16="http://schemas.microsoft.com/office/drawing/2014/main" id="{E6EBABF1-BD17-4A75-A310-A837BC816EB9}"/>
                    </a:ext>
                  </a:extLst>
                </p:cNvPr>
                <p:cNvSpPr/>
                <p:nvPr/>
              </p:nvSpPr>
              <p:spPr>
                <a:xfrm>
                  <a:off x="3543228" y="5843454"/>
                  <a:ext cx="84510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𝑸</m:t>
                        </m:r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b="1"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zh-TW" altLang="en-US" b="1" dirty="0"/>
                </a:p>
              </p:txBody>
            </p:sp>
          </mc:Choice>
          <mc:Fallback>
            <p:sp>
              <p:nvSpPr>
                <p:cNvPr id="277" name="矩形 276">
                  <a:extLst>
                    <a:ext uri="{FF2B5EF4-FFF2-40B4-BE49-F238E27FC236}">
                      <a16:creationId xmlns:a16="http://schemas.microsoft.com/office/drawing/2014/main" id="{E6EBABF1-BD17-4A75-A310-A837BC816EB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3228" y="5843454"/>
                  <a:ext cx="845103" cy="369332"/>
                </a:xfrm>
                <a:prstGeom prst="rect">
                  <a:avLst/>
                </a:prstGeom>
                <a:blipFill>
                  <a:blip r:embed="rId58"/>
                  <a:stretch>
                    <a:fillRect b="-983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8" name="橢圓 277">
              <a:extLst>
                <a:ext uri="{FF2B5EF4-FFF2-40B4-BE49-F238E27FC236}">
                  <a16:creationId xmlns:a16="http://schemas.microsoft.com/office/drawing/2014/main" id="{1262B019-1179-4392-9E94-49DA7DC7AF97}"/>
                </a:ext>
              </a:extLst>
            </p:cNvPr>
            <p:cNvSpPr/>
            <p:nvPr/>
          </p:nvSpPr>
          <p:spPr>
            <a:xfrm>
              <a:off x="3145426" y="4821478"/>
              <a:ext cx="326102" cy="326102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9" name="橢圓 278">
              <a:extLst>
                <a:ext uri="{FF2B5EF4-FFF2-40B4-BE49-F238E27FC236}">
                  <a16:creationId xmlns:a16="http://schemas.microsoft.com/office/drawing/2014/main" id="{9FE7BB55-CBBD-4B6A-BE3E-61A851A36CD6}"/>
                </a:ext>
              </a:extLst>
            </p:cNvPr>
            <p:cNvSpPr/>
            <p:nvPr/>
          </p:nvSpPr>
          <p:spPr>
            <a:xfrm>
              <a:off x="2999751" y="4812073"/>
              <a:ext cx="219516" cy="219516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0" name="橢圓 279">
              <a:extLst>
                <a:ext uri="{FF2B5EF4-FFF2-40B4-BE49-F238E27FC236}">
                  <a16:creationId xmlns:a16="http://schemas.microsoft.com/office/drawing/2014/main" id="{8359EFD8-129C-43BD-8ADE-25C5A8463CE5}"/>
                </a:ext>
              </a:extLst>
            </p:cNvPr>
            <p:cNvSpPr/>
            <p:nvPr/>
          </p:nvSpPr>
          <p:spPr>
            <a:xfrm>
              <a:off x="3385765" y="4899802"/>
              <a:ext cx="219516" cy="219516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1" name="橢圓 280">
              <a:extLst>
                <a:ext uri="{FF2B5EF4-FFF2-40B4-BE49-F238E27FC236}">
                  <a16:creationId xmlns:a16="http://schemas.microsoft.com/office/drawing/2014/main" id="{631C4ED4-7E83-4F1E-BEFD-7513B6BC695E}"/>
                </a:ext>
              </a:extLst>
            </p:cNvPr>
            <p:cNvSpPr/>
            <p:nvPr/>
          </p:nvSpPr>
          <p:spPr>
            <a:xfrm>
              <a:off x="3567380" y="4956183"/>
              <a:ext cx="164316" cy="164316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89" name="橢圓 288">
              <a:extLst>
                <a:ext uri="{FF2B5EF4-FFF2-40B4-BE49-F238E27FC236}">
                  <a16:creationId xmlns:a16="http://schemas.microsoft.com/office/drawing/2014/main" id="{01880C72-2713-4C63-A50B-72E12CEEDCBE}"/>
                </a:ext>
              </a:extLst>
            </p:cNvPr>
            <p:cNvSpPr/>
            <p:nvPr/>
          </p:nvSpPr>
          <p:spPr>
            <a:xfrm>
              <a:off x="3771102" y="3416413"/>
              <a:ext cx="367606" cy="367606"/>
            </a:xfrm>
            <a:prstGeom prst="ellipse">
              <a:avLst/>
            </a:prstGeom>
            <a:solidFill>
              <a:schemeClr val="accent5">
                <a:lumMod val="75000"/>
                <a:alpha val="40000"/>
              </a:scheme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1" name="橢圓 290">
              <a:extLst>
                <a:ext uri="{FF2B5EF4-FFF2-40B4-BE49-F238E27FC236}">
                  <a16:creationId xmlns:a16="http://schemas.microsoft.com/office/drawing/2014/main" id="{2295E425-C316-4F1F-A1A7-3C5EC078DB7B}"/>
                </a:ext>
              </a:extLst>
            </p:cNvPr>
            <p:cNvSpPr/>
            <p:nvPr/>
          </p:nvSpPr>
          <p:spPr>
            <a:xfrm>
              <a:off x="3924157" y="3276670"/>
              <a:ext cx="317417" cy="317417"/>
            </a:xfrm>
            <a:prstGeom prst="ellipse">
              <a:avLst/>
            </a:prstGeom>
            <a:solidFill>
              <a:srgbClr val="FF0000">
                <a:alpha val="40000"/>
              </a:srgb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5" name="橢圓 294">
              <a:extLst>
                <a:ext uri="{FF2B5EF4-FFF2-40B4-BE49-F238E27FC236}">
                  <a16:creationId xmlns:a16="http://schemas.microsoft.com/office/drawing/2014/main" id="{FA54BD52-4268-4B0A-B394-93C86F0D2E09}"/>
                </a:ext>
              </a:extLst>
            </p:cNvPr>
            <p:cNvSpPr/>
            <p:nvPr/>
          </p:nvSpPr>
          <p:spPr>
            <a:xfrm>
              <a:off x="4293127" y="3476726"/>
              <a:ext cx="190016" cy="190016"/>
            </a:xfrm>
            <a:prstGeom prst="ellipse">
              <a:avLst/>
            </a:prstGeom>
            <a:solidFill>
              <a:schemeClr val="accent5">
                <a:lumMod val="75000"/>
                <a:alpha val="40000"/>
              </a:scheme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6" name="橢圓 295">
              <a:extLst>
                <a:ext uri="{FF2B5EF4-FFF2-40B4-BE49-F238E27FC236}">
                  <a16:creationId xmlns:a16="http://schemas.microsoft.com/office/drawing/2014/main" id="{2571B947-530A-49B2-A8B1-A4CF9B8E3CD1}"/>
                </a:ext>
              </a:extLst>
            </p:cNvPr>
            <p:cNvSpPr/>
            <p:nvPr/>
          </p:nvSpPr>
          <p:spPr>
            <a:xfrm>
              <a:off x="3430795" y="3476726"/>
              <a:ext cx="190016" cy="190016"/>
            </a:xfrm>
            <a:prstGeom prst="ellipse">
              <a:avLst/>
            </a:prstGeom>
            <a:solidFill>
              <a:schemeClr val="accent5">
                <a:lumMod val="75000"/>
                <a:alpha val="40000"/>
              </a:scheme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8" name="橢圓 297">
              <a:extLst>
                <a:ext uri="{FF2B5EF4-FFF2-40B4-BE49-F238E27FC236}">
                  <a16:creationId xmlns:a16="http://schemas.microsoft.com/office/drawing/2014/main" id="{6EF599BB-FE3C-455B-B013-5D2157781B8C}"/>
                </a:ext>
              </a:extLst>
            </p:cNvPr>
            <p:cNvSpPr/>
            <p:nvPr/>
          </p:nvSpPr>
          <p:spPr>
            <a:xfrm>
              <a:off x="4449230" y="3485387"/>
              <a:ext cx="121250" cy="121250"/>
            </a:xfrm>
            <a:prstGeom prst="ellipse">
              <a:avLst/>
            </a:prstGeom>
            <a:solidFill>
              <a:schemeClr val="accent5">
                <a:lumMod val="75000"/>
                <a:alpha val="40000"/>
              </a:scheme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9" name="橢圓 298">
              <a:extLst>
                <a:ext uri="{FF2B5EF4-FFF2-40B4-BE49-F238E27FC236}">
                  <a16:creationId xmlns:a16="http://schemas.microsoft.com/office/drawing/2014/main" id="{5F87D8DD-D1A7-4AA1-8C85-FD929DAD2F66}"/>
                </a:ext>
              </a:extLst>
            </p:cNvPr>
            <p:cNvSpPr/>
            <p:nvPr/>
          </p:nvSpPr>
          <p:spPr>
            <a:xfrm>
              <a:off x="3344873" y="3485387"/>
              <a:ext cx="121250" cy="121250"/>
            </a:xfrm>
            <a:prstGeom prst="ellipse">
              <a:avLst/>
            </a:prstGeom>
            <a:solidFill>
              <a:schemeClr val="accent5">
                <a:lumMod val="75000"/>
                <a:alpha val="40000"/>
              </a:scheme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00" name="橢圓 299">
              <a:extLst>
                <a:ext uri="{FF2B5EF4-FFF2-40B4-BE49-F238E27FC236}">
                  <a16:creationId xmlns:a16="http://schemas.microsoft.com/office/drawing/2014/main" id="{C1DFD989-C4D9-4A44-982F-A684F8DCE950}"/>
                </a:ext>
              </a:extLst>
            </p:cNvPr>
            <p:cNvSpPr/>
            <p:nvPr/>
          </p:nvSpPr>
          <p:spPr>
            <a:xfrm>
              <a:off x="3678480" y="3276670"/>
              <a:ext cx="317417" cy="317417"/>
            </a:xfrm>
            <a:prstGeom prst="ellipse">
              <a:avLst/>
            </a:prstGeom>
            <a:solidFill>
              <a:srgbClr val="FF0000">
                <a:alpha val="40000"/>
              </a:srgb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01" name="橢圓 300">
              <a:extLst>
                <a:ext uri="{FF2B5EF4-FFF2-40B4-BE49-F238E27FC236}">
                  <a16:creationId xmlns:a16="http://schemas.microsoft.com/office/drawing/2014/main" id="{23F4879E-4124-4CA9-A424-F0D583C6040A}"/>
                </a:ext>
              </a:extLst>
            </p:cNvPr>
            <p:cNvSpPr/>
            <p:nvPr/>
          </p:nvSpPr>
          <p:spPr>
            <a:xfrm>
              <a:off x="4053438" y="3130787"/>
              <a:ext cx="267728" cy="267728"/>
            </a:xfrm>
            <a:prstGeom prst="ellipse">
              <a:avLst/>
            </a:prstGeom>
            <a:solidFill>
              <a:srgbClr val="FF0000">
                <a:alpha val="40000"/>
              </a:srgb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2" name="橢圓 301">
              <a:extLst>
                <a:ext uri="{FF2B5EF4-FFF2-40B4-BE49-F238E27FC236}">
                  <a16:creationId xmlns:a16="http://schemas.microsoft.com/office/drawing/2014/main" id="{1DAFC724-EE37-452D-BB59-DB5233D5DA99}"/>
                </a:ext>
              </a:extLst>
            </p:cNvPr>
            <p:cNvSpPr/>
            <p:nvPr/>
          </p:nvSpPr>
          <p:spPr>
            <a:xfrm>
              <a:off x="4160739" y="3035322"/>
              <a:ext cx="190016" cy="190016"/>
            </a:xfrm>
            <a:prstGeom prst="ellipse">
              <a:avLst/>
            </a:prstGeom>
            <a:solidFill>
              <a:srgbClr val="FF0000">
                <a:alpha val="40000"/>
              </a:srgb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3" name="橢圓 302">
              <a:extLst>
                <a:ext uri="{FF2B5EF4-FFF2-40B4-BE49-F238E27FC236}">
                  <a16:creationId xmlns:a16="http://schemas.microsoft.com/office/drawing/2014/main" id="{B8FB4B3C-4EBA-45D9-A65F-FB9356207688}"/>
                </a:ext>
              </a:extLst>
            </p:cNvPr>
            <p:cNvSpPr/>
            <p:nvPr/>
          </p:nvSpPr>
          <p:spPr>
            <a:xfrm>
              <a:off x="4253044" y="2957801"/>
              <a:ext cx="143580" cy="143580"/>
            </a:xfrm>
            <a:prstGeom prst="ellipse">
              <a:avLst/>
            </a:prstGeom>
            <a:solidFill>
              <a:srgbClr val="FF0000">
                <a:alpha val="40000"/>
              </a:srgb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6" name="矩形 315">
                  <a:extLst>
                    <a:ext uri="{FF2B5EF4-FFF2-40B4-BE49-F238E27FC236}">
                      <a16:creationId xmlns:a16="http://schemas.microsoft.com/office/drawing/2014/main" id="{0B588E02-1D81-41A7-9ABC-81F4988C1679}"/>
                    </a:ext>
                  </a:extLst>
                </p:cNvPr>
                <p:cNvSpPr/>
                <p:nvPr/>
              </p:nvSpPr>
              <p:spPr>
                <a:xfrm>
                  <a:off x="1866469" y="5711730"/>
                  <a:ext cx="516423" cy="39478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oMath>
                    </m:oMathPara>
                  </a14:m>
                  <a:endParaRPr lang="zh-TW" altLang="en-US" b="1" dirty="0"/>
                </a:p>
              </p:txBody>
            </p:sp>
          </mc:Choice>
          <mc:Fallback>
            <p:sp>
              <p:nvSpPr>
                <p:cNvPr id="316" name="矩形 315">
                  <a:extLst>
                    <a:ext uri="{FF2B5EF4-FFF2-40B4-BE49-F238E27FC236}">
                      <a16:creationId xmlns:a16="http://schemas.microsoft.com/office/drawing/2014/main" id="{0B588E02-1D81-41A7-9ABC-81F4988C167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6469" y="5711730"/>
                  <a:ext cx="516423" cy="394788"/>
                </a:xfrm>
                <a:prstGeom prst="rect">
                  <a:avLst/>
                </a:prstGeom>
                <a:blipFill>
                  <a:blip r:embed="rId59"/>
                  <a:stretch>
                    <a:fillRect b="-461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7" name="直線接點 316">
              <a:extLst>
                <a:ext uri="{FF2B5EF4-FFF2-40B4-BE49-F238E27FC236}">
                  <a16:creationId xmlns:a16="http://schemas.microsoft.com/office/drawing/2014/main" id="{16F38E9F-A9B5-44AD-B8DE-9ED557314AED}"/>
                </a:ext>
              </a:extLst>
            </p:cNvPr>
            <p:cNvCxnSpPr>
              <a:cxnSpLocks/>
            </p:cNvCxnSpPr>
            <p:nvPr/>
          </p:nvCxnSpPr>
          <p:spPr>
            <a:xfrm>
              <a:off x="7213249" y="1294528"/>
              <a:ext cx="0" cy="1067289"/>
            </a:xfrm>
            <a:prstGeom prst="line">
              <a:avLst/>
            </a:prstGeom>
            <a:ln w="19050" cap="flat" cmpd="sng" algn="ctr">
              <a:solidFill>
                <a:schemeClr val="bg1"/>
              </a:solidFill>
              <a:prstDash val="sysDash"/>
              <a:round/>
              <a:headEnd type="triangle" w="lg" len="lg"/>
              <a:tailEnd type="none" w="lg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18" name="橢圓 317">
              <a:extLst>
                <a:ext uri="{FF2B5EF4-FFF2-40B4-BE49-F238E27FC236}">
                  <a16:creationId xmlns:a16="http://schemas.microsoft.com/office/drawing/2014/main" id="{11CDAAD2-80FB-4E89-8F50-8002DAAC8FB7}"/>
                </a:ext>
              </a:extLst>
            </p:cNvPr>
            <p:cNvSpPr/>
            <p:nvPr/>
          </p:nvSpPr>
          <p:spPr>
            <a:xfrm>
              <a:off x="3600002" y="3130787"/>
              <a:ext cx="267728" cy="267728"/>
            </a:xfrm>
            <a:prstGeom prst="ellipse">
              <a:avLst/>
            </a:prstGeom>
            <a:solidFill>
              <a:srgbClr val="FF0000">
                <a:alpha val="40000"/>
              </a:srgb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9" name="橢圓 318">
              <a:extLst>
                <a:ext uri="{FF2B5EF4-FFF2-40B4-BE49-F238E27FC236}">
                  <a16:creationId xmlns:a16="http://schemas.microsoft.com/office/drawing/2014/main" id="{EE713FC3-0A1A-40B7-9314-3D69E8BDB391}"/>
                </a:ext>
              </a:extLst>
            </p:cNvPr>
            <p:cNvSpPr/>
            <p:nvPr/>
          </p:nvSpPr>
          <p:spPr>
            <a:xfrm>
              <a:off x="3543228" y="3035322"/>
              <a:ext cx="190016" cy="190016"/>
            </a:xfrm>
            <a:prstGeom prst="ellipse">
              <a:avLst/>
            </a:prstGeom>
            <a:solidFill>
              <a:srgbClr val="FF0000">
                <a:alpha val="40000"/>
              </a:srgb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0" name="橢圓 319">
              <a:extLst>
                <a:ext uri="{FF2B5EF4-FFF2-40B4-BE49-F238E27FC236}">
                  <a16:creationId xmlns:a16="http://schemas.microsoft.com/office/drawing/2014/main" id="{CA81B87E-4A44-497E-A46D-56BE2C5CE28D}"/>
                </a:ext>
              </a:extLst>
            </p:cNvPr>
            <p:cNvSpPr/>
            <p:nvPr/>
          </p:nvSpPr>
          <p:spPr>
            <a:xfrm>
              <a:off x="3501309" y="2957801"/>
              <a:ext cx="143580" cy="143580"/>
            </a:xfrm>
            <a:prstGeom prst="ellipse">
              <a:avLst/>
            </a:prstGeom>
            <a:solidFill>
              <a:srgbClr val="FF0000">
                <a:alpha val="40000"/>
              </a:srgb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1" name="橢圓 320">
              <a:extLst>
                <a:ext uri="{FF2B5EF4-FFF2-40B4-BE49-F238E27FC236}">
                  <a16:creationId xmlns:a16="http://schemas.microsoft.com/office/drawing/2014/main" id="{F71AD7C9-EE06-4341-8958-137BFC13E1CA}"/>
                </a:ext>
              </a:extLst>
            </p:cNvPr>
            <p:cNvSpPr/>
            <p:nvPr/>
          </p:nvSpPr>
          <p:spPr>
            <a:xfrm>
              <a:off x="2890503" y="4801352"/>
              <a:ext cx="164316" cy="164316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22" name="橢圓 321">
              <a:extLst>
                <a:ext uri="{FF2B5EF4-FFF2-40B4-BE49-F238E27FC236}">
                  <a16:creationId xmlns:a16="http://schemas.microsoft.com/office/drawing/2014/main" id="{793A9A8C-BF86-4511-A79E-967718923B66}"/>
                </a:ext>
              </a:extLst>
            </p:cNvPr>
            <p:cNvSpPr/>
            <p:nvPr/>
          </p:nvSpPr>
          <p:spPr>
            <a:xfrm>
              <a:off x="4444573" y="4821478"/>
              <a:ext cx="326102" cy="326102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3" name="橢圓 322">
              <a:extLst>
                <a:ext uri="{FF2B5EF4-FFF2-40B4-BE49-F238E27FC236}">
                  <a16:creationId xmlns:a16="http://schemas.microsoft.com/office/drawing/2014/main" id="{E7A38F08-761E-42BA-9BC9-C77FC3BB6BBB}"/>
                </a:ext>
              </a:extLst>
            </p:cNvPr>
            <p:cNvSpPr/>
            <p:nvPr/>
          </p:nvSpPr>
          <p:spPr>
            <a:xfrm>
              <a:off x="4297750" y="4899802"/>
              <a:ext cx="219516" cy="219516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4" name="橢圓 323">
              <a:extLst>
                <a:ext uri="{FF2B5EF4-FFF2-40B4-BE49-F238E27FC236}">
                  <a16:creationId xmlns:a16="http://schemas.microsoft.com/office/drawing/2014/main" id="{F90ABFEA-5A33-455B-A622-5AB6DB3CC7A4}"/>
                </a:ext>
              </a:extLst>
            </p:cNvPr>
            <p:cNvSpPr/>
            <p:nvPr/>
          </p:nvSpPr>
          <p:spPr>
            <a:xfrm>
              <a:off x="4715687" y="4812073"/>
              <a:ext cx="219516" cy="219516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5" name="橢圓 324">
              <a:extLst>
                <a:ext uri="{FF2B5EF4-FFF2-40B4-BE49-F238E27FC236}">
                  <a16:creationId xmlns:a16="http://schemas.microsoft.com/office/drawing/2014/main" id="{F5B37AEB-FB39-4905-9ABD-A34707FCDBA8}"/>
                </a:ext>
              </a:extLst>
            </p:cNvPr>
            <p:cNvSpPr/>
            <p:nvPr/>
          </p:nvSpPr>
          <p:spPr>
            <a:xfrm>
              <a:off x="4180219" y="4956183"/>
              <a:ext cx="164316" cy="164316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26" name="橢圓 325">
              <a:extLst>
                <a:ext uri="{FF2B5EF4-FFF2-40B4-BE49-F238E27FC236}">
                  <a16:creationId xmlns:a16="http://schemas.microsoft.com/office/drawing/2014/main" id="{DA8CB49C-26CA-4DC4-8F30-FB48A4758DE1}"/>
                </a:ext>
              </a:extLst>
            </p:cNvPr>
            <p:cNvSpPr/>
            <p:nvPr/>
          </p:nvSpPr>
          <p:spPr>
            <a:xfrm>
              <a:off x="4890145" y="4801352"/>
              <a:ext cx="164316" cy="164316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56BA30C7-8862-421C-9F0D-733BD51A1706}"/>
                </a:ext>
              </a:extLst>
            </p:cNvPr>
            <p:cNvSpPr/>
            <p:nvPr/>
          </p:nvSpPr>
          <p:spPr>
            <a:xfrm>
              <a:off x="434614" y="455794"/>
              <a:ext cx="5210353" cy="675539"/>
            </a:xfrm>
            <a:prstGeom prst="rect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Gaussian beam</a:t>
              </a:r>
              <a:endPara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7" name="矩形 326">
              <a:extLst>
                <a:ext uri="{FF2B5EF4-FFF2-40B4-BE49-F238E27FC236}">
                  <a16:creationId xmlns:a16="http://schemas.microsoft.com/office/drawing/2014/main" id="{AE452E16-16EE-46ED-9847-8301E818E9D4}"/>
                </a:ext>
              </a:extLst>
            </p:cNvPr>
            <p:cNvSpPr/>
            <p:nvPr/>
          </p:nvSpPr>
          <p:spPr>
            <a:xfrm>
              <a:off x="6620170" y="455794"/>
              <a:ext cx="5210353" cy="675539"/>
            </a:xfrm>
            <a:prstGeom prst="rect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VVB</a:t>
              </a:r>
              <a:endPara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8" name="橢圓 327">
              <a:extLst>
                <a:ext uri="{FF2B5EF4-FFF2-40B4-BE49-F238E27FC236}">
                  <a16:creationId xmlns:a16="http://schemas.microsoft.com/office/drawing/2014/main" id="{17D25EED-CAD2-442A-9B45-8BD28D4778C3}"/>
                </a:ext>
              </a:extLst>
            </p:cNvPr>
            <p:cNvSpPr/>
            <p:nvPr/>
          </p:nvSpPr>
          <p:spPr>
            <a:xfrm>
              <a:off x="3768368" y="3414482"/>
              <a:ext cx="367606" cy="367606"/>
            </a:xfrm>
            <a:prstGeom prst="ellipse">
              <a:avLst/>
            </a:prstGeom>
            <a:solidFill>
              <a:srgbClr val="FF0000">
                <a:alpha val="40000"/>
              </a:srgb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9" name="橢圓 328">
              <a:extLst>
                <a:ext uri="{FF2B5EF4-FFF2-40B4-BE49-F238E27FC236}">
                  <a16:creationId xmlns:a16="http://schemas.microsoft.com/office/drawing/2014/main" id="{C9F4EEF1-F6D1-4498-B2AF-E07AC2071E3F}"/>
                </a:ext>
              </a:extLst>
            </p:cNvPr>
            <p:cNvSpPr/>
            <p:nvPr/>
          </p:nvSpPr>
          <p:spPr>
            <a:xfrm>
              <a:off x="4039537" y="3433884"/>
              <a:ext cx="317417" cy="317417"/>
            </a:xfrm>
            <a:prstGeom prst="ellipse">
              <a:avLst/>
            </a:prstGeom>
            <a:solidFill>
              <a:schemeClr val="accent5">
                <a:lumMod val="75000"/>
                <a:alpha val="40000"/>
              </a:scheme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0" name="橢圓 329">
              <a:extLst>
                <a:ext uri="{FF2B5EF4-FFF2-40B4-BE49-F238E27FC236}">
                  <a16:creationId xmlns:a16="http://schemas.microsoft.com/office/drawing/2014/main" id="{8646436E-6EAD-4F6E-A090-1D3591C7CB5C}"/>
                </a:ext>
              </a:extLst>
            </p:cNvPr>
            <p:cNvSpPr/>
            <p:nvPr/>
          </p:nvSpPr>
          <p:spPr>
            <a:xfrm>
              <a:off x="3536242" y="3433884"/>
              <a:ext cx="317417" cy="317417"/>
            </a:xfrm>
            <a:prstGeom prst="ellipse">
              <a:avLst/>
            </a:prstGeom>
            <a:solidFill>
              <a:schemeClr val="accent5">
                <a:lumMod val="75000"/>
                <a:alpha val="40000"/>
              </a:scheme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31" name="直線接點 330">
              <a:extLst>
                <a:ext uri="{FF2B5EF4-FFF2-40B4-BE49-F238E27FC236}">
                  <a16:creationId xmlns:a16="http://schemas.microsoft.com/office/drawing/2014/main" id="{9D9D07E5-3EDB-4559-94A9-46E746E2873E}"/>
                </a:ext>
              </a:extLst>
            </p:cNvPr>
            <p:cNvCxnSpPr>
              <a:cxnSpLocks/>
            </p:cNvCxnSpPr>
            <p:nvPr/>
          </p:nvCxnSpPr>
          <p:spPr>
            <a:xfrm>
              <a:off x="3958050" y="3613216"/>
              <a:ext cx="0" cy="2295525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5" name="箭號: 弧形上彎 4">
              <a:extLst>
                <a:ext uri="{FF2B5EF4-FFF2-40B4-BE49-F238E27FC236}">
                  <a16:creationId xmlns:a16="http://schemas.microsoft.com/office/drawing/2014/main" id="{EE8CCBE5-C530-4566-8209-DA6A670F73A7}"/>
                </a:ext>
              </a:extLst>
            </p:cNvPr>
            <p:cNvSpPr/>
            <p:nvPr/>
          </p:nvSpPr>
          <p:spPr>
            <a:xfrm rot="18572880">
              <a:off x="10333912" y="2983242"/>
              <a:ext cx="974223" cy="375371"/>
            </a:xfrm>
            <a:prstGeom prst="curvedUpArrow">
              <a:avLst/>
            </a:prstGeom>
            <a:solidFill>
              <a:srgbClr val="92D050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332" name="矩形 331">
              <a:extLst>
                <a:ext uri="{FF2B5EF4-FFF2-40B4-BE49-F238E27FC236}">
                  <a16:creationId xmlns:a16="http://schemas.microsoft.com/office/drawing/2014/main" id="{139FF851-59AD-4B23-ABFB-9BEF4BFCA077}"/>
                </a:ext>
              </a:extLst>
            </p:cNvPr>
            <p:cNvSpPr/>
            <p:nvPr/>
          </p:nvSpPr>
          <p:spPr>
            <a:xfrm>
              <a:off x="9538942" y="2984897"/>
              <a:ext cx="1274032" cy="301253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Blue shift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2519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</TotalTime>
  <Words>53</Words>
  <Application>Microsoft Office PowerPoint</Application>
  <PresentationFormat>自訂</PresentationFormat>
  <Paragraphs>32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8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4</cp:revision>
  <dcterms:created xsi:type="dcterms:W3CDTF">2026-08-04T08:16:02Z</dcterms:created>
  <dcterms:modified xsi:type="dcterms:W3CDTF">2026-08-04T08:45:51Z</dcterms:modified>
</cp:coreProperties>
</file>