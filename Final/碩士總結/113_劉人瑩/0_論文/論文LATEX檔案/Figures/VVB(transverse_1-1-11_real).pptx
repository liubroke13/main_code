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sldIdLst>
    <p:sldId id="259" r:id="rId2"/>
    <p:sldId id="260" r:id="rId3"/>
    <p:sldId id="264" r:id="rId4"/>
    <p:sldId id="265" r:id="rId5"/>
    <p:sldId id="266" r:id="rId6"/>
    <p:sldId id="267" r:id="rId7"/>
    <p:sldId id="268" r:id="rId8"/>
    <p:sldId id="269" r:id="rId9"/>
  </p:sldIdLst>
  <p:sldSz cx="9906000" cy="6119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5C485"/>
    <a:srgbClr val="238109"/>
    <a:srgbClr val="2E75B6"/>
    <a:srgbClr val="F47A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0" autoAdjust="0"/>
    <p:restoredTop sz="90000" autoAdjust="0"/>
  </p:normalViewPr>
  <p:slideViewPr>
    <p:cSldViewPr snapToGrid="0">
      <p:cViewPr varScale="1">
        <p:scale>
          <a:sx n="93" d="100"/>
          <a:sy n="93" d="100"/>
        </p:scale>
        <p:origin x="80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1001553"/>
            <a:ext cx="7429500" cy="2130602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214319"/>
            <a:ext cx="7429500" cy="1477538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0800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722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8" y="1525704"/>
            <a:ext cx="8543925" cy="2545672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8" y="4095459"/>
            <a:ext cx="8543925" cy="1338709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1326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629117"/>
            <a:ext cx="4210050" cy="388296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629117"/>
            <a:ext cx="4210050" cy="388296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8507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25824"/>
            <a:ext cx="8543925" cy="1182881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8" y="1500205"/>
            <a:ext cx="4190702" cy="735227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8" y="2235432"/>
            <a:ext cx="4190702" cy="328798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500205"/>
            <a:ext cx="4211340" cy="735227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235432"/>
            <a:ext cx="4211340" cy="328798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9133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4422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44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07988"/>
            <a:ext cx="3194943" cy="1427956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881140"/>
            <a:ext cx="5014913" cy="4349034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1835944"/>
            <a:ext cx="3194943" cy="3401313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4346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07988"/>
            <a:ext cx="3194943" cy="1427956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881140"/>
            <a:ext cx="5014913" cy="4349034"/>
          </a:xfrm>
        </p:spPr>
        <p:txBody>
          <a:bodyPr anchor="t"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1835944"/>
            <a:ext cx="3194943" cy="3401313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5568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6342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1" y="325823"/>
            <a:ext cx="2135981" cy="5186259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7" y="325823"/>
            <a:ext cx="6284119" cy="5186259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9210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25824"/>
            <a:ext cx="8543925" cy="1182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629117"/>
            <a:ext cx="8543925" cy="3882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5672161"/>
            <a:ext cx="2228850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94E92E-A8AC-429E-9EB5-C3F29BFFE487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5672161"/>
            <a:ext cx="3343275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5672161"/>
            <a:ext cx="2228850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5997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40" Type="http://schemas.openxmlformats.org/officeDocument/2006/relationships/image" Target="../media/image39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8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15.png"/><Relationship Id="rId18" Type="http://schemas.openxmlformats.org/officeDocument/2006/relationships/image" Target="../media/image54.png"/><Relationship Id="rId26" Type="http://schemas.openxmlformats.org/officeDocument/2006/relationships/image" Target="../media/image62.png"/><Relationship Id="rId3" Type="http://schemas.openxmlformats.org/officeDocument/2006/relationships/image" Target="../media/image40.png"/><Relationship Id="rId21" Type="http://schemas.openxmlformats.org/officeDocument/2006/relationships/image" Target="../media/image57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17" Type="http://schemas.openxmlformats.org/officeDocument/2006/relationships/image" Target="../media/image53.png"/><Relationship Id="rId25" Type="http://schemas.openxmlformats.org/officeDocument/2006/relationships/image" Target="../media/image61.png"/><Relationship Id="rId2" Type="http://schemas.openxmlformats.org/officeDocument/2006/relationships/image" Target="../media/image1.png"/><Relationship Id="rId16" Type="http://schemas.openxmlformats.org/officeDocument/2006/relationships/image" Target="../media/image52.png"/><Relationship Id="rId20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24" Type="http://schemas.openxmlformats.org/officeDocument/2006/relationships/image" Target="../media/image60.png"/><Relationship Id="rId5" Type="http://schemas.openxmlformats.org/officeDocument/2006/relationships/image" Target="../media/image42.png"/><Relationship Id="rId15" Type="http://schemas.openxmlformats.org/officeDocument/2006/relationships/image" Target="../media/image51.png"/><Relationship Id="rId23" Type="http://schemas.openxmlformats.org/officeDocument/2006/relationships/image" Target="../media/image59.png"/><Relationship Id="rId28" Type="http://schemas.openxmlformats.org/officeDocument/2006/relationships/image" Target="../media/image64.png"/><Relationship Id="rId10" Type="http://schemas.openxmlformats.org/officeDocument/2006/relationships/image" Target="../media/image47.png"/><Relationship Id="rId19" Type="http://schemas.openxmlformats.org/officeDocument/2006/relationships/image" Target="../media/image55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0.png"/><Relationship Id="rId22" Type="http://schemas.openxmlformats.org/officeDocument/2006/relationships/image" Target="../media/image58.png"/><Relationship Id="rId27" Type="http://schemas.openxmlformats.org/officeDocument/2006/relationships/image" Target="../media/image63.png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85.png"/><Relationship Id="rId21" Type="http://schemas.openxmlformats.org/officeDocument/2006/relationships/image" Target="../media/image80.png"/><Relationship Id="rId34" Type="http://schemas.openxmlformats.org/officeDocument/2006/relationships/image" Target="../media/image93.png"/><Relationship Id="rId42" Type="http://schemas.openxmlformats.org/officeDocument/2006/relationships/image" Target="../media/image101.png"/><Relationship Id="rId47" Type="http://schemas.openxmlformats.org/officeDocument/2006/relationships/image" Target="../media/image106.png"/><Relationship Id="rId50" Type="http://schemas.openxmlformats.org/officeDocument/2006/relationships/image" Target="../media/image109.png"/><Relationship Id="rId55" Type="http://schemas.openxmlformats.org/officeDocument/2006/relationships/image" Target="../media/image114.png"/><Relationship Id="rId63" Type="http://schemas.openxmlformats.org/officeDocument/2006/relationships/image" Target="../media/image122.png"/><Relationship Id="rId7" Type="http://schemas.openxmlformats.org/officeDocument/2006/relationships/image" Target="../media/image60.png"/><Relationship Id="rId2" Type="http://schemas.openxmlformats.org/officeDocument/2006/relationships/image" Target="../media/image65.png"/><Relationship Id="rId16" Type="http://schemas.openxmlformats.org/officeDocument/2006/relationships/image" Target="../media/image75.png"/><Relationship Id="rId29" Type="http://schemas.openxmlformats.org/officeDocument/2006/relationships/image" Target="../media/image88.png"/><Relationship Id="rId11" Type="http://schemas.openxmlformats.org/officeDocument/2006/relationships/image" Target="../media/image71.png"/><Relationship Id="rId24" Type="http://schemas.openxmlformats.org/officeDocument/2006/relationships/image" Target="../media/image83.png"/><Relationship Id="rId32" Type="http://schemas.openxmlformats.org/officeDocument/2006/relationships/image" Target="../media/image91.png"/><Relationship Id="rId37" Type="http://schemas.openxmlformats.org/officeDocument/2006/relationships/image" Target="../media/image96.png"/><Relationship Id="rId40" Type="http://schemas.openxmlformats.org/officeDocument/2006/relationships/image" Target="../media/image99.png"/><Relationship Id="rId45" Type="http://schemas.openxmlformats.org/officeDocument/2006/relationships/image" Target="../media/image104.png"/><Relationship Id="rId53" Type="http://schemas.openxmlformats.org/officeDocument/2006/relationships/image" Target="../media/image112.png"/><Relationship Id="rId58" Type="http://schemas.openxmlformats.org/officeDocument/2006/relationships/image" Target="../media/image117.png"/><Relationship Id="rId66" Type="http://schemas.openxmlformats.org/officeDocument/2006/relationships/image" Target="../media/image125.png"/><Relationship Id="rId5" Type="http://schemas.openxmlformats.org/officeDocument/2006/relationships/image" Target="../media/image1.png"/><Relationship Id="rId61" Type="http://schemas.openxmlformats.org/officeDocument/2006/relationships/image" Target="../media/image120.png"/><Relationship Id="rId19" Type="http://schemas.openxmlformats.org/officeDocument/2006/relationships/image" Target="../media/image78.png"/><Relationship Id="rId14" Type="http://schemas.openxmlformats.org/officeDocument/2006/relationships/image" Target="../media/image15.png"/><Relationship Id="rId22" Type="http://schemas.openxmlformats.org/officeDocument/2006/relationships/image" Target="../media/image81.png"/><Relationship Id="rId27" Type="http://schemas.openxmlformats.org/officeDocument/2006/relationships/image" Target="../media/image86.png"/><Relationship Id="rId30" Type="http://schemas.openxmlformats.org/officeDocument/2006/relationships/image" Target="../media/image89.png"/><Relationship Id="rId35" Type="http://schemas.openxmlformats.org/officeDocument/2006/relationships/image" Target="../media/image94.png"/><Relationship Id="rId43" Type="http://schemas.openxmlformats.org/officeDocument/2006/relationships/image" Target="../media/image102.png"/><Relationship Id="rId48" Type="http://schemas.openxmlformats.org/officeDocument/2006/relationships/image" Target="../media/image107.png"/><Relationship Id="rId56" Type="http://schemas.openxmlformats.org/officeDocument/2006/relationships/image" Target="../media/image115.png"/><Relationship Id="rId64" Type="http://schemas.openxmlformats.org/officeDocument/2006/relationships/image" Target="../media/image123.png"/><Relationship Id="rId8" Type="http://schemas.openxmlformats.org/officeDocument/2006/relationships/image" Target="../media/image68.png"/><Relationship Id="rId51" Type="http://schemas.openxmlformats.org/officeDocument/2006/relationships/image" Target="../media/image110.png"/><Relationship Id="rId3" Type="http://schemas.openxmlformats.org/officeDocument/2006/relationships/image" Target="../media/image66.png"/><Relationship Id="rId12" Type="http://schemas.openxmlformats.org/officeDocument/2006/relationships/image" Target="../media/image72.png"/><Relationship Id="rId17" Type="http://schemas.openxmlformats.org/officeDocument/2006/relationships/image" Target="../media/image76.png"/><Relationship Id="rId25" Type="http://schemas.openxmlformats.org/officeDocument/2006/relationships/image" Target="../media/image84.png"/><Relationship Id="rId33" Type="http://schemas.openxmlformats.org/officeDocument/2006/relationships/image" Target="../media/image92.png"/><Relationship Id="rId38" Type="http://schemas.openxmlformats.org/officeDocument/2006/relationships/image" Target="../media/image97.png"/><Relationship Id="rId46" Type="http://schemas.openxmlformats.org/officeDocument/2006/relationships/image" Target="../media/image105.png"/><Relationship Id="rId59" Type="http://schemas.openxmlformats.org/officeDocument/2006/relationships/image" Target="../media/image118.png"/><Relationship Id="rId67" Type="http://schemas.openxmlformats.org/officeDocument/2006/relationships/image" Target="../media/image126.png"/><Relationship Id="rId20" Type="http://schemas.openxmlformats.org/officeDocument/2006/relationships/image" Target="../media/image79.png"/><Relationship Id="rId41" Type="http://schemas.openxmlformats.org/officeDocument/2006/relationships/image" Target="../media/image100.png"/><Relationship Id="rId54" Type="http://schemas.openxmlformats.org/officeDocument/2006/relationships/image" Target="../media/image113.png"/><Relationship Id="rId62" Type="http://schemas.openxmlformats.org/officeDocument/2006/relationships/image" Target="../media/image1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15" Type="http://schemas.openxmlformats.org/officeDocument/2006/relationships/image" Target="../media/image74.png"/><Relationship Id="rId23" Type="http://schemas.openxmlformats.org/officeDocument/2006/relationships/image" Target="../media/image82.png"/><Relationship Id="rId28" Type="http://schemas.openxmlformats.org/officeDocument/2006/relationships/image" Target="../media/image87.png"/><Relationship Id="rId36" Type="http://schemas.openxmlformats.org/officeDocument/2006/relationships/image" Target="../media/image95.png"/><Relationship Id="rId49" Type="http://schemas.openxmlformats.org/officeDocument/2006/relationships/image" Target="../media/image108.png"/><Relationship Id="rId57" Type="http://schemas.openxmlformats.org/officeDocument/2006/relationships/image" Target="../media/image116.png"/><Relationship Id="rId10" Type="http://schemas.openxmlformats.org/officeDocument/2006/relationships/image" Target="../media/image70.png"/><Relationship Id="rId31" Type="http://schemas.openxmlformats.org/officeDocument/2006/relationships/image" Target="../media/image90.png"/><Relationship Id="rId44" Type="http://schemas.openxmlformats.org/officeDocument/2006/relationships/image" Target="../media/image103.png"/><Relationship Id="rId52" Type="http://schemas.openxmlformats.org/officeDocument/2006/relationships/image" Target="../media/image111.png"/><Relationship Id="rId60" Type="http://schemas.openxmlformats.org/officeDocument/2006/relationships/image" Target="../media/image119.png"/><Relationship Id="rId65" Type="http://schemas.openxmlformats.org/officeDocument/2006/relationships/image" Target="../media/image124.png"/><Relationship Id="rId4" Type="http://schemas.openxmlformats.org/officeDocument/2006/relationships/image" Target="../media/image67.png"/><Relationship Id="rId9" Type="http://schemas.openxmlformats.org/officeDocument/2006/relationships/image" Target="../media/image69.png"/><Relationship Id="rId13" Type="http://schemas.openxmlformats.org/officeDocument/2006/relationships/image" Target="../media/image73.png"/><Relationship Id="rId18" Type="http://schemas.openxmlformats.org/officeDocument/2006/relationships/image" Target="../media/image77.png"/><Relationship Id="rId39" Type="http://schemas.openxmlformats.org/officeDocument/2006/relationships/image" Target="../media/image9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13" Type="http://schemas.openxmlformats.org/officeDocument/2006/relationships/image" Target="../media/image132.png"/><Relationship Id="rId18" Type="http://schemas.openxmlformats.org/officeDocument/2006/relationships/image" Target="../media/image135.png"/><Relationship Id="rId3" Type="http://schemas.openxmlformats.org/officeDocument/2006/relationships/image" Target="../media/image58.png"/><Relationship Id="rId21" Type="http://schemas.openxmlformats.org/officeDocument/2006/relationships/image" Target="../media/image67.png"/><Relationship Id="rId7" Type="http://schemas.openxmlformats.org/officeDocument/2006/relationships/image" Target="../media/image127.png"/><Relationship Id="rId12" Type="http://schemas.openxmlformats.org/officeDocument/2006/relationships/image" Target="../media/image131.png"/><Relationship Id="rId17" Type="http://schemas.openxmlformats.org/officeDocument/2006/relationships/image" Target="../media/image81.png"/><Relationship Id="rId2" Type="http://schemas.openxmlformats.org/officeDocument/2006/relationships/image" Target="../media/image1.png"/><Relationship Id="rId16" Type="http://schemas.openxmlformats.org/officeDocument/2006/relationships/image" Target="../media/image134.png"/><Relationship Id="rId20" Type="http://schemas.openxmlformats.org/officeDocument/2006/relationships/image" Target="../media/image8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11" Type="http://schemas.openxmlformats.org/officeDocument/2006/relationships/image" Target="../media/image15.png"/><Relationship Id="rId5" Type="http://schemas.openxmlformats.org/officeDocument/2006/relationships/image" Target="../media/image113.png"/><Relationship Id="rId15" Type="http://schemas.openxmlformats.org/officeDocument/2006/relationships/image" Target="../media/image75.png"/><Relationship Id="rId10" Type="http://schemas.openxmlformats.org/officeDocument/2006/relationships/image" Target="../media/image130.png"/><Relationship Id="rId19" Type="http://schemas.openxmlformats.org/officeDocument/2006/relationships/image" Target="../media/image87.png"/><Relationship Id="rId4" Type="http://schemas.openxmlformats.org/officeDocument/2006/relationships/image" Target="../media/image60.png"/><Relationship Id="rId9" Type="http://schemas.openxmlformats.org/officeDocument/2006/relationships/image" Target="../media/image129.png"/><Relationship Id="rId14" Type="http://schemas.openxmlformats.org/officeDocument/2006/relationships/image" Target="../media/image13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png"/><Relationship Id="rId13" Type="http://schemas.openxmlformats.org/officeDocument/2006/relationships/image" Target="../media/image130.png"/><Relationship Id="rId18" Type="http://schemas.openxmlformats.org/officeDocument/2006/relationships/image" Target="../media/image75.png"/><Relationship Id="rId3" Type="http://schemas.openxmlformats.org/officeDocument/2006/relationships/image" Target="../media/image137.png"/><Relationship Id="rId21" Type="http://schemas.openxmlformats.org/officeDocument/2006/relationships/image" Target="../media/image135.png"/><Relationship Id="rId7" Type="http://schemas.openxmlformats.org/officeDocument/2006/relationships/image" Target="../media/image141.png"/><Relationship Id="rId12" Type="http://schemas.openxmlformats.org/officeDocument/2006/relationships/image" Target="../media/image129.png"/><Relationship Id="rId17" Type="http://schemas.openxmlformats.org/officeDocument/2006/relationships/image" Target="../media/image133.png"/><Relationship Id="rId2" Type="http://schemas.openxmlformats.org/officeDocument/2006/relationships/image" Target="../media/image136.png"/><Relationship Id="rId16" Type="http://schemas.openxmlformats.org/officeDocument/2006/relationships/image" Target="../media/image132.png"/><Relationship Id="rId20" Type="http://schemas.openxmlformats.org/officeDocument/2006/relationships/image" Target="../media/image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0.png"/><Relationship Id="rId11" Type="http://schemas.openxmlformats.org/officeDocument/2006/relationships/image" Target="../media/image128.png"/><Relationship Id="rId24" Type="http://schemas.openxmlformats.org/officeDocument/2006/relationships/image" Target="../media/image67.png"/><Relationship Id="rId5" Type="http://schemas.openxmlformats.org/officeDocument/2006/relationships/image" Target="../media/image139.png"/><Relationship Id="rId15" Type="http://schemas.openxmlformats.org/officeDocument/2006/relationships/image" Target="../media/image131.png"/><Relationship Id="rId23" Type="http://schemas.openxmlformats.org/officeDocument/2006/relationships/image" Target="../media/image144.png"/><Relationship Id="rId10" Type="http://schemas.openxmlformats.org/officeDocument/2006/relationships/image" Target="../media/image127.png"/><Relationship Id="rId19" Type="http://schemas.openxmlformats.org/officeDocument/2006/relationships/image" Target="../media/image134.png"/><Relationship Id="rId4" Type="http://schemas.openxmlformats.org/officeDocument/2006/relationships/image" Target="../media/image138.png"/><Relationship Id="rId9" Type="http://schemas.openxmlformats.org/officeDocument/2006/relationships/image" Target="../media/image69.png"/><Relationship Id="rId14" Type="http://schemas.openxmlformats.org/officeDocument/2006/relationships/image" Target="../media/image15.png"/><Relationship Id="rId22" Type="http://schemas.openxmlformats.org/officeDocument/2006/relationships/image" Target="../media/image143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0.png"/><Relationship Id="rId18" Type="http://schemas.openxmlformats.org/officeDocument/2006/relationships/image" Target="../media/image135.png"/><Relationship Id="rId26" Type="http://schemas.openxmlformats.org/officeDocument/2006/relationships/image" Target="../media/image140.png"/><Relationship Id="rId39" Type="http://schemas.openxmlformats.org/officeDocument/2006/relationships/image" Target="../media/image161.png"/><Relationship Id="rId21" Type="http://schemas.openxmlformats.org/officeDocument/2006/relationships/image" Target="../media/image67.png"/><Relationship Id="rId34" Type="http://schemas.openxmlformats.org/officeDocument/2006/relationships/image" Target="../media/image158.png"/><Relationship Id="rId42" Type="http://schemas.openxmlformats.org/officeDocument/2006/relationships/image" Target="../media/image142.png"/><Relationship Id="rId47" Type="http://schemas.openxmlformats.org/officeDocument/2006/relationships/image" Target="../media/image168.png"/><Relationship Id="rId50" Type="http://schemas.openxmlformats.org/officeDocument/2006/relationships/image" Target="../media/image171.png"/><Relationship Id="rId55" Type="http://schemas.openxmlformats.org/officeDocument/2006/relationships/image" Target="../media/image175.png"/><Relationship Id="rId7" Type="http://schemas.openxmlformats.org/officeDocument/2006/relationships/image" Target="../media/image145.png"/><Relationship Id="rId2" Type="http://schemas.openxmlformats.org/officeDocument/2006/relationships/image" Target="../media/image1.png"/><Relationship Id="rId16" Type="http://schemas.openxmlformats.org/officeDocument/2006/relationships/image" Target="../media/image134.png"/><Relationship Id="rId29" Type="http://schemas.openxmlformats.org/officeDocument/2006/relationships/image" Target="../media/image69.png"/><Relationship Id="rId11" Type="http://schemas.openxmlformats.org/officeDocument/2006/relationships/image" Target="../media/image15.png"/><Relationship Id="rId24" Type="http://schemas.openxmlformats.org/officeDocument/2006/relationships/image" Target="../media/image138.png"/><Relationship Id="rId32" Type="http://schemas.openxmlformats.org/officeDocument/2006/relationships/image" Target="../media/image156.png"/><Relationship Id="rId37" Type="http://schemas.openxmlformats.org/officeDocument/2006/relationships/image" Target="../media/image80.png"/><Relationship Id="rId40" Type="http://schemas.openxmlformats.org/officeDocument/2006/relationships/image" Target="../media/image162.png"/><Relationship Id="rId45" Type="http://schemas.openxmlformats.org/officeDocument/2006/relationships/image" Target="../media/image166.png"/><Relationship Id="rId53" Type="http://schemas.openxmlformats.org/officeDocument/2006/relationships/image" Target="../media/image81.png"/><Relationship Id="rId58" Type="http://schemas.openxmlformats.org/officeDocument/2006/relationships/image" Target="../media/image178.png"/><Relationship Id="rId5" Type="http://schemas.openxmlformats.org/officeDocument/2006/relationships/image" Target="../media/image113.png"/><Relationship Id="rId19" Type="http://schemas.openxmlformats.org/officeDocument/2006/relationships/image" Target="../media/image87.png"/><Relationship Id="rId4" Type="http://schemas.openxmlformats.org/officeDocument/2006/relationships/image" Target="../media/image60.png"/><Relationship Id="rId9" Type="http://schemas.openxmlformats.org/officeDocument/2006/relationships/image" Target="../media/image147.png"/><Relationship Id="rId14" Type="http://schemas.openxmlformats.org/officeDocument/2006/relationships/image" Target="../media/image151.png"/><Relationship Id="rId22" Type="http://schemas.openxmlformats.org/officeDocument/2006/relationships/image" Target="../media/image136.png"/><Relationship Id="rId27" Type="http://schemas.openxmlformats.org/officeDocument/2006/relationships/image" Target="../media/image141.png"/><Relationship Id="rId30" Type="http://schemas.openxmlformats.org/officeDocument/2006/relationships/image" Target="../media/image154.png"/><Relationship Id="rId35" Type="http://schemas.openxmlformats.org/officeDocument/2006/relationships/image" Target="../media/image159.png"/><Relationship Id="rId43" Type="http://schemas.openxmlformats.org/officeDocument/2006/relationships/image" Target="../media/image164.png"/><Relationship Id="rId48" Type="http://schemas.openxmlformats.org/officeDocument/2006/relationships/image" Target="../media/image169.png"/><Relationship Id="rId56" Type="http://schemas.openxmlformats.org/officeDocument/2006/relationships/image" Target="../media/image176.png"/><Relationship Id="rId8" Type="http://schemas.openxmlformats.org/officeDocument/2006/relationships/image" Target="../media/image146.png"/><Relationship Id="rId51" Type="http://schemas.openxmlformats.org/officeDocument/2006/relationships/image" Target="../media/image172.png"/><Relationship Id="rId3" Type="http://schemas.openxmlformats.org/officeDocument/2006/relationships/image" Target="../media/image58.png"/><Relationship Id="rId12" Type="http://schemas.openxmlformats.org/officeDocument/2006/relationships/image" Target="../media/image149.png"/><Relationship Id="rId17" Type="http://schemas.openxmlformats.org/officeDocument/2006/relationships/image" Target="../media/image152.png"/><Relationship Id="rId25" Type="http://schemas.openxmlformats.org/officeDocument/2006/relationships/image" Target="../media/image139.png"/><Relationship Id="rId33" Type="http://schemas.openxmlformats.org/officeDocument/2006/relationships/image" Target="../media/image157.png"/><Relationship Id="rId38" Type="http://schemas.openxmlformats.org/officeDocument/2006/relationships/image" Target="../media/image82.png"/><Relationship Id="rId46" Type="http://schemas.openxmlformats.org/officeDocument/2006/relationships/image" Target="../media/image167.png"/><Relationship Id="rId59" Type="http://schemas.openxmlformats.org/officeDocument/2006/relationships/image" Target="../media/image179.png"/><Relationship Id="rId20" Type="http://schemas.openxmlformats.org/officeDocument/2006/relationships/image" Target="../media/image88.png"/><Relationship Id="rId41" Type="http://schemas.openxmlformats.org/officeDocument/2006/relationships/image" Target="../media/image163.png"/><Relationship Id="rId54" Type="http://schemas.openxmlformats.org/officeDocument/2006/relationships/image" Target="../media/image17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6.png"/><Relationship Id="rId15" Type="http://schemas.openxmlformats.org/officeDocument/2006/relationships/image" Target="../media/image75.png"/><Relationship Id="rId23" Type="http://schemas.openxmlformats.org/officeDocument/2006/relationships/image" Target="../media/image137.png"/><Relationship Id="rId28" Type="http://schemas.openxmlformats.org/officeDocument/2006/relationships/image" Target="../media/image153.png"/><Relationship Id="rId36" Type="http://schemas.openxmlformats.org/officeDocument/2006/relationships/image" Target="../media/image160.png"/><Relationship Id="rId49" Type="http://schemas.openxmlformats.org/officeDocument/2006/relationships/image" Target="../media/image170.png"/><Relationship Id="rId57" Type="http://schemas.openxmlformats.org/officeDocument/2006/relationships/image" Target="../media/image177.png"/><Relationship Id="rId10" Type="http://schemas.openxmlformats.org/officeDocument/2006/relationships/image" Target="../media/image148.png"/><Relationship Id="rId31" Type="http://schemas.openxmlformats.org/officeDocument/2006/relationships/image" Target="../media/image155.png"/><Relationship Id="rId44" Type="http://schemas.openxmlformats.org/officeDocument/2006/relationships/image" Target="../media/image165.png"/><Relationship Id="rId52" Type="http://schemas.openxmlformats.org/officeDocument/2006/relationships/image" Target="../media/image173.png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5.png"/><Relationship Id="rId21" Type="http://schemas.openxmlformats.org/officeDocument/2006/relationships/image" Target="../media/image1890.png"/><Relationship Id="rId42" Type="http://schemas.openxmlformats.org/officeDocument/2006/relationships/image" Target="../media/image211.png"/><Relationship Id="rId47" Type="http://schemas.openxmlformats.org/officeDocument/2006/relationships/image" Target="../media/image2060.png"/><Relationship Id="rId63" Type="http://schemas.openxmlformats.org/officeDocument/2006/relationships/image" Target="../media/image225.png"/><Relationship Id="rId68" Type="http://schemas.openxmlformats.org/officeDocument/2006/relationships/image" Target="../media/image227.png"/><Relationship Id="rId7" Type="http://schemas.openxmlformats.org/officeDocument/2006/relationships/image" Target="../media/image185.png"/><Relationship Id="rId2" Type="http://schemas.openxmlformats.org/officeDocument/2006/relationships/image" Target="../media/image180.png"/><Relationship Id="rId16" Type="http://schemas.openxmlformats.org/officeDocument/2006/relationships/image" Target="../media/image194.png"/><Relationship Id="rId29" Type="http://schemas.openxmlformats.org/officeDocument/2006/relationships/image" Target="../media/image204.png"/><Relationship Id="rId11" Type="http://schemas.openxmlformats.org/officeDocument/2006/relationships/image" Target="../media/image189.png"/><Relationship Id="rId24" Type="http://schemas.openxmlformats.org/officeDocument/2006/relationships/image" Target="../media/image200.png"/><Relationship Id="rId32" Type="http://schemas.openxmlformats.org/officeDocument/2006/relationships/image" Target="../media/image420.png"/><Relationship Id="rId37" Type="http://schemas.openxmlformats.org/officeDocument/2006/relationships/image" Target="../media/image1390.png"/><Relationship Id="rId40" Type="http://schemas.openxmlformats.org/officeDocument/2006/relationships/image" Target="../media/image209.png"/><Relationship Id="rId45" Type="http://schemas.openxmlformats.org/officeDocument/2006/relationships/image" Target="../media/image214.png"/><Relationship Id="rId53" Type="http://schemas.openxmlformats.org/officeDocument/2006/relationships/image" Target="../media/image218.png"/><Relationship Id="rId58" Type="http://schemas.openxmlformats.org/officeDocument/2006/relationships/image" Target="../media/image168.png"/><Relationship Id="rId66" Type="http://schemas.openxmlformats.org/officeDocument/2006/relationships/image" Target="../media/image178.png"/><Relationship Id="rId5" Type="http://schemas.openxmlformats.org/officeDocument/2006/relationships/image" Target="../media/image183.png"/><Relationship Id="rId61" Type="http://schemas.openxmlformats.org/officeDocument/2006/relationships/image" Target="../media/image2180.png"/><Relationship Id="rId19" Type="http://schemas.openxmlformats.org/officeDocument/2006/relationships/image" Target="../media/image197.png"/><Relationship Id="rId14" Type="http://schemas.openxmlformats.org/officeDocument/2006/relationships/image" Target="../media/image192.png"/><Relationship Id="rId22" Type="http://schemas.openxmlformats.org/officeDocument/2006/relationships/image" Target="../media/image198.png"/><Relationship Id="rId27" Type="http://schemas.openxmlformats.org/officeDocument/2006/relationships/image" Target="../media/image202.png"/><Relationship Id="rId30" Type="http://schemas.openxmlformats.org/officeDocument/2006/relationships/image" Target="../media/image75.png"/><Relationship Id="rId35" Type="http://schemas.openxmlformats.org/officeDocument/2006/relationships/image" Target="../media/image207.png"/><Relationship Id="rId43" Type="http://schemas.openxmlformats.org/officeDocument/2006/relationships/image" Target="../media/image212.png"/><Relationship Id="rId48" Type="http://schemas.openxmlformats.org/officeDocument/2006/relationships/image" Target="../media/image430.png"/><Relationship Id="rId56" Type="http://schemas.openxmlformats.org/officeDocument/2006/relationships/image" Target="../media/image221.png"/><Relationship Id="rId64" Type="http://schemas.openxmlformats.org/officeDocument/2006/relationships/image" Target="../media/image226.png"/><Relationship Id="rId69" Type="http://schemas.openxmlformats.org/officeDocument/2006/relationships/image" Target="../media/image228.png"/><Relationship Id="rId8" Type="http://schemas.openxmlformats.org/officeDocument/2006/relationships/image" Target="../media/image186.png"/><Relationship Id="rId51" Type="http://schemas.openxmlformats.org/officeDocument/2006/relationships/image" Target="../media/image2090.png"/><Relationship Id="rId3" Type="http://schemas.openxmlformats.org/officeDocument/2006/relationships/image" Target="../media/image181.png"/><Relationship Id="rId12" Type="http://schemas.openxmlformats.org/officeDocument/2006/relationships/image" Target="../media/image190.png"/><Relationship Id="rId17" Type="http://schemas.openxmlformats.org/officeDocument/2006/relationships/image" Target="../media/image195.png"/><Relationship Id="rId25" Type="http://schemas.openxmlformats.org/officeDocument/2006/relationships/image" Target="../media/image201.png"/><Relationship Id="rId33" Type="http://schemas.openxmlformats.org/officeDocument/2006/relationships/image" Target="../media/image430.png"/><Relationship Id="rId38" Type="http://schemas.openxmlformats.org/officeDocument/2006/relationships/image" Target="../media/image300.png"/><Relationship Id="rId46" Type="http://schemas.openxmlformats.org/officeDocument/2006/relationships/image" Target="../media/image215.png"/><Relationship Id="rId59" Type="http://schemas.openxmlformats.org/officeDocument/2006/relationships/image" Target="../media/image223.png"/><Relationship Id="rId67" Type="http://schemas.openxmlformats.org/officeDocument/2006/relationships/image" Target="../media/image179.png"/><Relationship Id="rId20" Type="http://schemas.openxmlformats.org/officeDocument/2006/relationships/image" Target="../media/image1880.png"/><Relationship Id="rId41" Type="http://schemas.openxmlformats.org/officeDocument/2006/relationships/image" Target="../media/image210.png"/><Relationship Id="rId54" Type="http://schemas.openxmlformats.org/officeDocument/2006/relationships/image" Target="../media/image219.png"/><Relationship Id="rId62" Type="http://schemas.openxmlformats.org/officeDocument/2006/relationships/image" Target="../media/image1270.png"/><Relationship Id="rId70" Type="http://schemas.openxmlformats.org/officeDocument/2006/relationships/image" Target="../media/image2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4.png"/><Relationship Id="rId15" Type="http://schemas.openxmlformats.org/officeDocument/2006/relationships/image" Target="../media/image193.png"/><Relationship Id="rId23" Type="http://schemas.openxmlformats.org/officeDocument/2006/relationships/image" Target="../media/image199.png"/><Relationship Id="rId28" Type="http://schemas.openxmlformats.org/officeDocument/2006/relationships/image" Target="../media/image203.png"/><Relationship Id="rId36" Type="http://schemas.openxmlformats.org/officeDocument/2006/relationships/image" Target="../media/image67.png"/><Relationship Id="rId49" Type="http://schemas.openxmlformats.org/officeDocument/2006/relationships/image" Target="../media/image216.png"/><Relationship Id="rId57" Type="http://schemas.openxmlformats.org/officeDocument/2006/relationships/image" Target="../media/image222.png"/><Relationship Id="rId10" Type="http://schemas.openxmlformats.org/officeDocument/2006/relationships/image" Target="../media/image188.png"/><Relationship Id="rId31" Type="http://schemas.openxmlformats.org/officeDocument/2006/relationships/image" Target="../media/image205.png"/><Relationship Id="rId44" Type="http://schemas.openxmlformats.org/officeDocument/2006/relationships/image" Target="../media/image213.png"/><Relationship Id="rId52" Type="http://schemas.openxmlformats.org/officeDocument/2006/relationships/image" Target="../media/image2100.png"/><Relationship Id="rId60" Type="http://schemas.openxmlformats.org/officeDocument/2006/relationships/image" Target="../media/image224.png"/><Relationship Id="rId65" Type="http://schemas.openxmlformats.org/officeDocument/2006/relationships/image" Target="../media/image177.png"/><Relationship Id="rId4" Type="http://schemas.openxmlformats.org/officeDocument/2006/relationships/image" Target="../media/image182.png"/><Relationship Id="rId9" Type="http://schemas.openxmlformats.org/officeDocument/2006/relationships/image" Target="../media/image187.png"/><Relationship Id="rId13" Type="http://schemas.openxmlformats.org/officeDocument/2006/relationships/image" Target="../media/image191.png"/><Relationship Id="rId18" Type="http://schemas.openxmlformats.org/officeDocument/2006/relationships/image" Target="../media/image196.png"/><Relationship Id="rId39" Type="http://schemas.openxmlformats.org/officeDocument/2006/relationships/image" Target="../media/image208.png"/><Relationship Id="rId34" Type="http://schemas.openxmlformats.org/officeDocument/2006/relationships/image" Target="../media/image206.png"/><Relationship Id="rId50" Type="http://schemas.openxmlformats.org/officeDocument/2006/relationships/image" Target="../media/image217.png"/><Relationship Id="rId55" Type="http://schemas.openxmlformats.org/officeDocument/2006/relationships/image" Target="../media/image220.png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5.png"/><Relationship Id="rId21" Type="http://schemas.openxmlformats.org/officeDocument/2006/relationships/image" Target="../media/image18900.png"/><Relationship Id="rId34" Type="http://schemas.openxmlformats.org/officeDocument/2006/relationships/image" Target="../media/image238.png"/><Relationship Id="rId42" Type="http://schemas.openxmlformats.org/officeDocument/2006/relationships/image" Target="../media/image243.png"/><Relationship Id="rId47" Type="http://schemas.openxmlformats.org/officeDocument/2006/relationships/image" Target="../media/image20600.png"/><Relationship Id="rId50" Type="http://schemas.openxmlformats.org/officeDocument/2006/relationships/image" Target="../media/image249.png"/><Relationship Id="rId55" Type="http://schemas.openxmlformats.org/officeDocument/2006/relationships/image" Target="../media/image252.png"/><Relationship Id="rId63" Type="http://schemas.openxmlformats.org/officeDocument/2006/relationships/image" Target="../media/image257.png"/><Relationship Id="rId68" Type="http://schemas.openxmlformats.org/officeDocument/2006/relationships/image" Target="../media/image262.png"/><Relationship Id="rId7" Type="http://schemas.openxmlformats.org/officeDocument/2006/relationships/image" Target="../media/image185.png"/><Relationship Id="rId2" Type="http://schemas.openxmlformats.org/officeDocument/2006/relationships/image" Target="../media/image180.png"/><Relationship Id="rId16" Type="http://schemas.openxmlformats.org/officeDocument/2006/relationships/image" Target="../media/image194.png"/><Relationship Id="rId29" Type="http://schemas.openxmlformats.org/officeDocument/2006/relationships/image" Target="../media/image236.png"/><Relationship Id="rId11" Type="http://schemas.openxmlformats.org/officeDocument/2006/relationships/image" Target="../media/image189.png"/><Relationship Id="rId24" Type="http://schemas.openxmlformats.org/officeDocument/2006/relationships/image" Target="../media/image232.png"/><Relationship Id="rId32" Type="http://schemas.openxmlformats.org/officeDocument/2006/relationships/image" Target="../media/image4200.png"/><Relationship Id="rId37" Type="http://schemas.openxmlformats.org/officeDocument/2006/relationships/image" Target="../media/image13900.png"/><Relationship Id="rId40" Type="http://schemas.openxmlformats.org/officeDocument/2006/relationships/image" Target="../media/image241.png"/><Relationship Id="rId45" Type="http://schemas.openxmlformats.org/officeDocument/2006/relationships/image" Target="../media/image246.png"/><Relationship Id="rId53" Type="http://schemas.openxmlformats.org/officeDocument/2006/relationships/image" Target="../media/image250.png"/><Relationship Id="rId58" Type="http://schemas.openxmlformats.org/officeDocument/2006/relationships/image" Target="../media/image255.png"/><Relationship Id="rId66" Type="http://schemas.openxmlformats.org/officeDocument/2006/relationships/image" Target="../media/image260.png"/><Relationship Id="rId5" Type="http://schemas.openxmlformats.org/officeDocument/2006/relationships/image" Target="../media/image183.png"/><Relationship Id="rId61" Type="http://schemas.openxmlformats.org/officeDocument/2006/relationships/image" Target="../media/image21800.png"/><Relationship Id="rId19" Type="http://schemas.openxmlformats.org/officeDocument/2006/relationships/image" Target="../media/image197.png"/><Relationship Id="rId14" Type="http://schemas.openxmlformats.org/officeDocument/2006/relationships/image" Target="../media/image192.png"/><Relationship Id="rId22" Type="http://schemas.openxmlformats.org/officeDocument/2006/relationships/image" Target="../media/image230.png"/><Relationship Id="rId27" Type="http://schemas.openxmlformats.org/officeDocument/2006/relationships/image" Target="../media/image234.png"/><Relationship Id="rId30" Type="http://schemas.openxmlformats.org/officeDocument/2006/relationships/image" Target="../media/image75.png"/><Relationship Id="rId35" Type="http://schemas.openxmlformats.org/officeDocument/2006/relationships/image" Target="../media/image239.png"/><Relationship Id="rId43" Type="http://schemas.openxmlformats.org/officeDocument/2006/relationships/image" Target="../media/image244.png"/><Relationship Id="rId48" Type="http://schemas.openxmlformats.org/officeDocument/2006/relationships/image" Target="../media/image4300.png"/><Relationship Id="rId56" Type="http://schemas.openxmlformats.org/officeDocument/2006/relationships/image" Target="../media/image253.png"/><Relationship Id="rId64" Type="http://schemas.openxmlformats.org/officeDocument/2006/relationships/image" Target="../media/image258.png"/><Relationship Id="rId69" Type="http://schemas.openxmlformats.org/officeDocument/2006/relationships/image" Target="../media/image263.png"/><Relationship Id="rId8" Type="http://schemas.openxmlformats.org/officeDocument/2006/relationships/image" Target="../media/image186.png"/><Relationship Id="rId51" Type="http://schemas.openxmlformats.org/officeDocument/2006/relationships/image" Target="../media/image20900.png"/><Relationship Id="rId3" Type="http://schemas.openxmlformats.org/officeDocument/2006/relationships/image" Target="../media/image181.png"/><Relationship Id="rId12" Type="http://schemas.openxmlformats.org/officeDocument/2006/relationships/image" Target="../media/image190.png"/><Relationship Id="rId17" Type="http://schemas.openxmlformats.org/officeDocument/2006/relationships/image" Target="../media/image195.png"/><Relationship Id="rId25" Type="http://schemas.openxmlformats.org/officeDocument/2006/relationships/image" Target="../media/image233.png"/><Relationship Id="rId33" Type="http://schemas.openxmlformats.org/officeDocument/2006/relationships/image" Target="../media/image4300.png"/><Relationship Id="rId38" Type="http://schemas.openxmlformats.org/officeDocument/2006/relationships/image" Target="../media/image3000.png"/><Relationship Id="rId46" Type="http://schemas.openxmlformats.org/officeDocument/2006/relationships/image" Target="../media/image247.png"/><Relationship Id="rId59" Type="http://schemas.openxmlformats.org/officeDocument/2006/relationships/image" Target="../media/image256.png"/><Relationship Id="rId67" Type="http://schemas.openxmlformats.org/officeDocument/2006/relationships/image" Target="../media/image261.png"/><Relationship Id="rId20" Type="http://schemas.openxmlformats.org/officeDocument/2006/relationships/image" Target="../media/image18800.png"/><Relationship Id="rId41" Type="http://schemas.openxmlformats.org/officeDocument/2006/relationships/image" Target="../media/image242.png"/><Relationship Id="rId54" Type="http://schemas.openxmlformats.org/officeDocument/2006/relationships/image" Target="../media/image251.png"/><Relationship Id="rId62" Type="http://schemas.openxmlformats.org/officeDocument/2006/relationships/image" Target="../media/image12700.png"/><Relationship Id="rId70" Type="http://schemas.openxmlformats.org/officeDocument/2006/relationships/image" Target="../media/image26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4.png"/><Relationship Id="rId15" Type="http://schemas.openxmlformats.org/officeDocument/2006/relationships/image" Target="../media/image193.png"/><Relationship Id="rId23" Type="http://schemas.openxmlformats.org/officeDocument/2006/relationships/image" Target="../media/image231.png"/><Relationship Id="rId28" Type="http://schemas.openxmlformats.org/officeDocument/2006/relationships/image" Target="../media/image235.png"/><Relationship Id="rId49" Type="http://schemas.openxmlformats.org/officeDocument/2006/relationships/image" Target="../media/image248.png"/><Relationship Id="rId57" Type="http://schemas.openxmlformats.org/officeDocument/2006/relationships/image" Target="../media/image254.png"/><Relationship Id="rId10" Type="http://schemas.openxmlformats.org/officeDocument/2006/relationships/image" Target="../media/image188.png"/><Relationship Id="rId31" Type="http://schemas.openxmlformats.org/officeDocument/2006/relationships/image" Target="../media/image237.png"/><Relationship Id="rId44" Type="http://schemas.openxmlformats.org/officeDocument/2006/relationships/image" Target="../media/image245.png"/><Relationship Id="rId52" Type="http://schemas.openxmlformats.org/officeDocument/2006/relationships/image" Target="../media/image21000.png"/><Relationship Id="rId65" Type="http://schemas.openxmlformats.org/officeDocument/2006/relationships/image" Target="../media/image259.png"/><Relationship Id="rId4" Type="http://schemas.openxmlformats.org/officeDocument/2006/relationships/image" Target="../media/image182.png"/><Relationship Id="rId9" Type="http://schemas.openxmlformats.org/officeDocument/2006/relationships/image" Target="../media/image187.png"/><Relationship Id="rId13" Type="http://schemas.openxmlformats.org/officeDocument/2006/relationships/image" Target="../media/image191.png"/><Relationship Id="rId18" Type="http://schemas.openxmlformats.org/officeDocument/2006/relationships/image" Target="../media/image196.png"/><Relationship Id="rId39" Type="http://schemas.openxmlformats.org/officeDocument/2006/relationships/image" Target="../media/image2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矩形: 圓角 174">
            <a:extLst>
              <a:ext uri="{FF2B5EF4-FFF2-40B4-BE49-F238E27FC236}">
                <a16:creationId xmlns:a16="http://schemas.microsoft.com/office/drawing/2014/main" id="{BF09B052-4C3F-4EC6-A337-45ED454E80E1}"/>
              </a:ext>
            </a:extLst>
          </p:cNvPr>
          <p:cNvSpPr/>
          <p:nvPr/>
        </p:nvSpPr>
        <p:spPr>
          <a:xfrm>
            <a:off x="5" y="-42705"/>
            <a:ext cx="4899729" cy="6179835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grpSp>
        <p:nvGrpSpPr>
          <p:cNvPr id="315" name="群組 314">
            <a:extLst>
              <a:ext uri="{FF2B5EF4-FFF2-40B4-BE49-F238E27FC236}">
                <a16:creationId xmlns:a16="http://schemas.microsoft.com/office/drawing/2014/main" id="{1C0050F0-AAD3-4777-86A3-4436F2AA4806}"/>
              </a:ext>
            </a:extLst>
          </p:cNvPr>
          <p:cNvGrpSpPr/>
          <p:nvPr/>
        </p:nvGrpSpPr>
        <p:grpSpPr>
          <a:xfrm>
            <a:off x="3571009" y="1280350"/>
            <a:ext cx="1196482" cy="1196482"/>
            <a:chOff x="7369987" y="1465126"/>
            <a:chExt cx="2090057" cy="2090057"/>
          </a:xfrm>
        </p:grpSpPr>
        <p:sp>
          <p:nvSpPr>
            <p:cNvPr id="316" name="矩形: 圓角 315">
              <a:extLst>
                <a:ext uri="{FF2B5EF4-FFF2-40B4-BE49-F238E27FC236}">
                  <a16:creationId xmlns:a16="http://schemas.microsoft.com/office/drawing/2014/main" id="{8DA291CD-F9F5-479F-B3E3-17ECA01C7287}"/>
                </a:ext>
              </a:extLst>
            </p:cNvPr>
            <p:cNvSpPr/>
            <p:nvPr/>
          </p:nvSpPr>
          <p:spPr>
            <a:xfrm>
              <a:off x="7369987" y="1465126"/>
              <a:ext cx="2090057" cy="20900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17" name="橢圓 316">
              <a:extLst>
                <a:ext uri="{FF2B5EF4-FFF2-40B4-BE49-F238E27FC236}">
                  <a16:creationId xmlns:a16="http://schemas.microsoft.com/office/drawing/2014/main" id="{58C61EC4-A7F1-466E-A9A9-5B1602762E7D}"/>
                </a:ext>
              </a:extLst>
            </p:cNvPr>
            <p:cNvSpPr/>
            <p:nvPr/>
          </p:nvSpPr>
          <p:spPr>
            <a:xfrm>
              <a:off x="8203820" y="1627302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18" name="橢圓 317">
              <a:extLst>
                <a:ext uri="{FF2B5EF4-FFF2-40B4-BE49-F238E27FC236}">
                  <a16:creationId xmlns:a16="http://schemas.microsoft.com/office/drawing/2014/main" id="{F518757A-EC3C-4B72-8632-C0505CF5D311}"/>
                </a:ext>
              </a:extLst>
            </p:cNvPr>
            <p:cNvSpPr/>
            <p:nvPr/>
          </p:nvSpPr>
          <p:spPr>
            <a:xfrm>
              <a:off x="8203820" y="2963736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19" name="橢圓 318">
              <a:extLst>
                <a:ext uri="{FF2B5EF4-FFF2-40B4-BE49-F238E27FC236}">
                  <a16:creationId xmlns:a16="http://schemas.microsoft.com/office/drawing/2014/main" id="{31358494-1765-4DB9-B1AE-2E81FF18D1F5}"/>
                </a:ext>
              </a:extLst>
            </p:cNvPr>
            <p:cNvSpPr/>
            <p:nvPr/>
          </p:nvSpPr>
          <p:spPr>
            <a:xfrm>
              <a:off x="8863904" y="2304657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20" name="橢圓 319">
              <a:extLst>
                <a:ext uri="{FF2B5EF4-FFF2-40B4-BE49-F238E27FC236}">
                  <a16:creationId xmlns:a16="http://schemas.microsoft.com/office/drawing/2014/main" id="{C414C673-A03A-409D-A5C5-1D0A9776340D}"/>
                </a:ext>
              </a:extLst>
            </p:cNvPr>
            <p:cNvSpPr/>
            <p:nvPr/>
          </p:nvSpPr>
          <p:spPr>
            <a:xfrm>
              <a:off x="7524489" y="2304657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21" name="橢圓 320">
              <a:extLst>
                <a:ext uri="{FF2B5EF4-FFF2-40B4-BE49-F238E27FC236}">
                  <a16:creationId xmlns:a16="http://schemas.microsoft.com/office/drawing/2014/main" id="{2DD94CC8-8A11-4102-B6FB-8357D0739944}"/>
                </a:ext>
              </a:extLst>
            </p:cNvPr>
            <p:cNvSpPr/>
            <p:nvPr/>
          </p:nvSpPr>
          <p:spPr>
            <a:xfrm>
              <a:off x="7725054" y="2790829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22" name="橢圓 321">
              <a:extLst>
                <a:ext uri="{FF2B5EF4-FFF2-40B4-BE49-F238E27FC236}">
                  <a16:creationId xmlns:a16="http://schemas.microsoft.com/office/drawing/2014/main" id="{8E8291DF-20E7-4870-A2D3-F9D701F0F455}"/>
                </a:ext>
              </a:extLst>
            </p:cNvPr>
            <p:cNvSpPr/>
            <p:nvPr/>
          </p:nvSpPr>
          <p:spPr>
            <a:xfrm>
              <a:off x="7725054" y="1829650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23" name="橢圓 322">
              <a:extLst>
                <a:ext uri="{FF2B5EF4-FFF2-40B4-BE49-F238E27FC236}">
                  <a16:creationId xmlns:a16="http://schemas.microsoft.com/office/drawing/2014/main" id="{D388D75F-6F5F-4CE3-AAF0-E9F3ED5E3C04}"/>
                </a:ext>
              </a:extLst>
            </p:cNvPr>
            <p:cNvSpPr/>
            <p:nvPr/>
          </p:nvSpPr>
          <p:spPr>
            <a:xfrm>
              <a:off x="8678740" y="2790829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24" name="橢圓 323">
              <a:extLst>
                <a:ext uri="{FF2B5EF4-FFF2-40B4-BE49-F238E27FC236}">
                  <a16:creationId xmlns:a16="http://schemas.microsoft.com/office/drawing/2014/main" id="{CDB941AC-87F9-4945-BD53-60A49D37163B}"/>
                </a:ext>
              </a:extLst>
            </p:cNvPr>
            <p:cNvSpPr/>
            <p:nvPr/>
          </p:nvSpPr>
          <p:spPr>
            <a:xfrm>
              <a:off x="8678740" y="1829650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25" name="等腰三角形 324">
              <a:extLst>
                <a:ext uri="{FF2B5EF4-FFF2-40B4-BE49-F238E27FC236}">
                  <a16:creationId xmlns:a16="http://schemas.microsoft.com/office/drawing/2014/main" id="{0A97D4A1-E317-4828-BF73-318F34D82317}"/>
                </a:ext>
              </a:extLst>
            </p:cNvPr>
            <p:cNvSpPr/>
            <p:nvPr/>
          </p:nvSpPr>
          <p:spPr>
            <a:xfrm rot="16200000">
              <a:off x="8335379" y="1569710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26" name="等腰三角形 325">
              <a:extLst>
                <a:ext uri="{FF2B5EF4-FFF2-40B4-BE49-F238E27FC236}">
                  <a16:creationId xmlns:a16="http://schemas.microsoft.com/office/drawing/2014/main" id="{DBF54B7B-0DD8-40BE-B6A7-4B3A2ECFCD71}"/>
                </a:ext>
              </a:extLst>
            </p:cNvPr>
            <p:cNvSpPr/>
            <p:nvPr/>
          </p:nvSpPr>
          <p:spPr>
            <a:xfrm rot="16200000">
              <a:off x="8335379" y="2903664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27" name="等腰三角形 326">
              <a:extLst>
                <a:ext uri="{FF2B5EF4-FFF2-40B4-BE49-F238E27FC236}">
                  <a16:creationId xmlns:a16="http://schemas.microsoft.com/office/drawing/2014/main" id="{4B228CBA-DA29-45F5-89CD-06FA861936C1}"/>
                </a:ext>
              </a:extLst>
            </p:cNvPr>
            <p:cNvSpPr/>
            <p:nvPr/>
          </p:nvSpPr>
          <p:spPr>
            <a:xfrm rot="16200000">
              <a:off x="7656048" y="2251734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28" name="等腰三角形 327">
              <a:extLst>
                <a:ext uri="{FF2B5EF4-FFF2-40B4-BE49-F238E27FC236}">
                  <a16:creationId xmlns:a16="http://schemas.microsoft.com/office/drawing/2014/main" id="{EB2169F6-9886-47F3-8B05-AAFA2BB0759D}"/>
                </a:ext>
              </a:extLst>
            </p:cNvPr>
            <p:cNvSpPr/>
            <p:nvPr/>
          </p:nvSpPr>
          <p:spPr>
            <a:xfrm rot="16200000">
              <a:off x="7856613" y="1769735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29" name="等腰三角形 328">
              <a:extLst>
                <a:ext uri="{FF2B5EF4-FFF2-40B4-BE49-F238E27FC236}">
                  <a16:creationId xmlns:a16="http://schemas.microsoft.com/office/drawing/2014/main" id="{542E7F20-D3A5-4B2E-BFA1-D2806B24CCF1}"/>
                </a:ext>
              </a:extLst>
            </p:cNvPr>
            <p:cNvSpPr/>
            <p:nvPr/>
          </p:nvSpPr>
          <p:spPr>
            <a:xfrm rot="16200000">
              <a:off x="7856613" y="2732216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30" name="等腰三角形 329">
              <a:extLst>
                <a:ext uri="{FF2B5EF4-FFF2-40B4-BE49-F238E27FC236}">
                  <a16:creationId xmlns:a16="http://schemas.microsoft.com/office/drawing/2014/main" id="{5B5985D0-79D4-4382-BE14-3EE98370DA31}"/>
                </a:ext>
              </a:extLst>
            </p:cNvPr>
            <p:cNvSpPr/>
            <p:nvPr/>
          </p:nvSpPr>
          <p:spPr>
            <a:xfrm rot="16200000">
              <a:off x="8810299" y="1769735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31" name="等腰三角形 330">
              <a:extLst>
                <a:ext uri="{FF2B5EF4-FFF2-40B4-BE49-F238E27FC236}">
                  <a16:creationId xmlns:a16="http://schemas.microsoft.com/office/drawing/2014/main" id="{D66227D4-DC96-4BB5-ADEB-223F758BC9D2}"/>
                </a:ext>
              </a:extLst>
            </p:cNvPr>
            <p:cNvSpPr/>
            <p:nvPr/>
          </p:nvSpPr>
          <p:spPr>
            <a:xfrm rot="16200000">
              <a:off x="8810299" y="2732216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32" name="等腰三角形 331">
              <a:extLst>
                <a:ext uri="{FF2B5EF4-FFF2-40B4-BE49-F238E27FC236}">
                  <a16:creationId xmlns:a16="http://schemas.microsoft.com/office/drawing/2014/main" id="{1243CE8D-9FDE-4103-8567-51AE6BDA1150}"/>
                </a:ext>
              </a:extLst>
            </p:cNvPr>
            <p:cNvSpPr/>
            <p:nvPr/>
          </p:nvSpPr>
          <p:spPr>
            <a:xfrm rot="16200000">
              <a:off x="8995464" y="2251734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grpSp>
        <p:nvGrpSpPr>
          <p:cNvPr id="333" name="群組 332">
            <a:extLst>
              <a:ext uri="{FF2B5EF4-FFF2-40B4-BE49-F238E27FC236}">
                <a16:creationId xmlns:a16="http://schemas.microsoft.com/office/drawing/2014/main" id="{F10D56AE-BC32-4B3E-8CC1-92CD6F97B489}"/>
              </a:ext>
            </a:extLst>
          </p:cNvPr>
          <p:cNvGrpSpPr/>
          <p:nvPr/>
        </p:nvGrpSpPr>
        <p:grpSpPr>
          <a:xfrm>
            <a:off x="660071" y="4834355"/>
            <a:ext cx="1196482" cy="1196482"/>
            <a:chOff x="3321304" y="8992368"/>
            <a:chExt cx="2090057" cy="2090057"/>
          </a:xfrm>
        </p:grpSpPr>
        <p:sp>
          <p:nvSpPr>
            <p:cNvPr id="334" name="矩形: 圓角 333">
              <a:extLst>
                <a:ext uri="{FF2B5EF4-FFF2-40B4-BE49-F238E27FC236}">
                  <a16:creationId xmlns:a16="http://schemas.microsoft.com/office/drawing/2014/main" id="{107AEB76-CF5F-42E0-8438-BE366BDF9094}"/>
                </a:ext>
              </a:extLst>
            </p:cNvPr>
            <p:cNvSpPr/>
            <p:nvPr/>
          </p:nvSpPr>
          <p:spPr>
            <a:xfrm>
              <a:off x="3321304" y="8992368"/>
              <a:ext cx="2090057" cy="20900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35" name="橢圓 334">
              <a:extLst>
                <a:ext uri="{FF2B5EF4-FFF2-40B4-BE49-F238E27FC236}">
                  <a16:creationId xmlns:a16="http://schemas.microsoft.com/office/drawing/2014/main" id="{F1E3B3CE-CAE4-43EC-A81F-BB799E5103BC}"/>
                </a:ext>
              </a:extLst>
            </p:cNvPr>
            <p:cNvSpPr/>
            <p:nvPr/>
          </p:nvSpPr>
          <p:spPr>
            <a:xfrm>
              <a:off x="4172118" y="9181030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36" name="橢圓 335">
              <a:extLst>
                <a:ext uri="{FF2B5EF4-FFF2-40B4-BE49-F238E27FC236}">
                  <a16:creationId xmlns:a16="http://schemas.microsoft.com/office/drawing/2014/main" id="{CE662264-7C2E-4ABA-9D27-BEA55CB6BA6F}"/>
                </a:ext>
              </a:extLst>
            </p:cNvPr>
            <p:cNvSpPr/>
            <p:nvPr/>
          </p:nvSpPr>
          <p:spPr>
            <a:xfrm>
              <a:off x="4172118" y="10517464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37" name="橢圓 336">
              <a:extLst>
                <a:ext uri="{FF2B5EF4-FFF2-40B4-BE49-F238E27FC236}">
                  <a16:creationId xmlns:a16="http://schemas.microsoft.com/office/drawing/2014/main" id="{AB53FEC4-F3B1-4175-9F8F-F4655C34622B}"/>
                </a:ext>
              </a:extLst>
            </p:cNvPr>
            <p:cNvSpPr/>
            <p:nvPr/>
          </p:nvSpPr>
          <p:spPr>
            <a:xfrm>
              <a:off x="4832202" y="9858385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38" name="橢圓 337">
              <a:extLst>
                <a:ext uri="{FF2B5EF4-FFF2-40B4-BE49-F238E27FC236}">
                  <a16:creationId xmlns:a16="http://schemas.microsoft.com/office/drawing/2014/main" id="{A45FA053-7604-4139-B44C-68F082CE7D8D}"/>
                </a:ext>
              </a:extLst>
            </p:cNvPr>
            <p:cNvSpPr/>
            <p:nvPr/>
          </p:nvSpPr>
          <p:spPr>
            <a:xfrm>
              <a:off x="3492787" y="9858385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39" name="橢圓 338">
              <a:extLst>
                <a:ext uri="{FF2B5EF4-FFF2-40B4-BE49-F238E27FC236}">
                  <a16:creationId xmlns:a16="http://schemas.microsoft.com/office/drawing/2014/main" id="{E3BC649D-B41A-4189-B71E-121DFA569612}"/>
                </a:ext>
              </a:extLst>
            </p:cNvPr>
            <p:cNvSpPr/>
            <p:nvPr/>
          </p:nvSpPr>
          <p:spPr>
            <a:xfrm>
              <a:off x="3693352" y="10344557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40" name="橢圓 339">
              <a:extLst>
                <a:ext uri="{FF2B5EF4-FFF2-40B4-BE49-F238E27FC236}">
                  <a16:creationId xmlns:a16="http://schemas.microsoft.com/office/drawing/2014/main" id="{6452AD14-8072-4DC0-8C39-5E8939A9AA7D}"/>
                </a:ext>
              </a:extLst>
            </p:cNvPr>
            <p:cNvSpPr/>
            <p:nvPr/>
          </p:nvSpPr>
          <p:spPr>
            <a:xfrm>
              <a:off x="3693352" y="9383378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41" name="橢圓 340">
              <a:extLst>
                <a:ext uri="{FF2B5EF4-FFF2-40B4-BE49-F238E27FC236}">
                  <a16:creationId xmlns:a16="http://schemas.microsoft.com/office/drawing/2014/main" id="{63424603-F592-4039-BF7E-D5010E12EBFA}"/>
                </a:ext>
              </a:extLst>
            </p:cNvPr>
            <p:cNvSpPr/>
            <p:nvPr/>
          </p:nvSpPr>
          <p:spPr>
            <a:xfrm>
              <a:off x="4647038" y="10344557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42" name="橢圓 341">
              <a:extLst>
                <a:ext uri="{FF2B5EF4-FFF2-40B4-BE49-F238E27FC236}">
                  <a16:creationId xmlns:a16="http://schemas.microsoft.com/office/drawing/2014/main" id="{00BB0486-5E10-4828-9BA9-FBA1482A7ADA}"/>
                </a:ext>
              </a:extLst>
            </p:cNvPr>
            <p:cNvSpPr/>
            <p:nvPr/>
          </p:nvSpPr>
          <p:spPr>
            <a:xfrm>
              <a:off x="4647038" y="9383378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43" name="等腰三角形 342">
              <a:extLst>
                <a:ext uri="{FF2B5EF4-FFF2-40B4-BE49-F238E27FC236}">
                  <a16:creationId xmlns:a16="http://schemas.microsoft.com/office/drawing/2014/main" id="{45D97480-D20C-44B0-9B6C-7F45BB4A5FB8}"/>
                </a:ext>
              </a:extLst>
            </p:cNvPr>
            <p:cNvSpPr/>
            <p:nvPr/>
          </p:nvSpPr>
          <p:spPr>
            <a:xfrm rot="5400000" flipH="1">
              <a:off x="4303677" y="9123438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44" name="等腰三角形 343">
              <a:extLst>
                <a:ext uri="{FF2B5EF4-FFF2-40B4-BE49-F238E27FC236}">
                  <a16:creationId xmlns:a16="http://schemas.microsoft.com/office/drawing/2014/main" id="{8EF70A1B-A69D-49AC-B2A1-234A2D98F2F1}"/>
                </a:ext>
              </a:extLst>
            </p:cNvPr>
            <p:cNvSpPr/>
            <p:nvPr/>
          </p:nvSpPr>
          <p:spPr>
            <a:xfrm rot="5400000" flipH="1">
              <a:off x="4303677" y="10457392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45" name="等腰三角形 344">
              <a:extLst>
                <a:ext uri="{FF2B5EF4-FFF2-40B4-BE49-F238E27FC236}">
                  <a16:creationId xmlns:a16="http://schemas.microsoft.com/office/drawing/2014/main" id="{CF9FCFFE-8AA8-4688-9C9D-A22D7844B2B5}"/>
                </a:ext>
              </a:extLst>
            </p:cNvPr>
            <p:cNvSpPr/>
            <p:nvPr/>
          </p:nvSpPr>
          <p:spPr>
            <a:xfrm rot="5400000" flipH="1">
              <a:off x="3624346" y="9805462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46" name="等腰三角形 345">
              <a:extLst>
                <a:ext uri="{FF2B5EF4-FFF2-40B4-BE49-F238E27FC236}">
                  <a16:creationId xmlns:a16="http://schemas.microsoft.com/office/drawing/2014/main" id="{18AAB132-8DE7-40C3-A391-4AE2735256FB}"/>
                </a:ext>
              </a:extLst>
            </p:cNvPr>
            <p:cNvSpPr/>
            <p:nvPr/>
          </p:nvSpPr>
          <p:spPr>
            <a:xfrm rot="5400000" flipH="1">
              <a:off x="3824911" y="9323463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47" name="等腰三角形 346">
              <a:extLst>
                <a:ext uri="{FF2B5EF4-FFF2-40B4-BE49-F238E27FC236}">
                  <a16:creationId xmlns:a16="http://schemas.microsoft.com/office/drawing/2014/main" id="{B1114456-56ED-4D58-927A-08139F0843B8}"/>
                </a:ext>
              </a:extLst>
            </p:cNvPr>
            <p:cNvSpPr/>
            <p:nvPr/>
          </p:nvSpPr>
          <p:spPr>
            <a:xfrm rot="5400000" flipH="1">
              <a:off x="3824911" y="10285944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48" name="等腰三角形 347">
              <a:extLst>
                <a:ext uri="{FF2B5EF4-FFF2-40B4-BE49-F238E27FC236}">
                  <a16:creationId xmlns:a16="http://schemas.microsoft.com/office/drawing/2014/main" id="{EBB27CA8-F4E4-4B69-9A73-57E28643DA2E}"/>
                </a:ext>
              </a:extLst>
            </p:cNvPr>
            <p:cNvSpPr/>
            <p:nvPr/>
          </p:nvSpPr>
          <p:spPr>
            <a:xfrm rot="5400000" flipH="1">
              <a:off x="4778597" y="9323463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49" name="等腰三角形 348">
              <a:extLst>
                <a:ext uri="{FF2B5EF4-FFF2-40B4-BE49-F238E27FC236}">
                  <a16:creationId xmlns:a16="http://schemas.microsoft.com/office/drawing/2014/main" id="{2A3B11E2-A6BB-40FF-ACBF-04FE7509E736}"/>
                </a:ext>
              </a:extLst>
            </p:cNvPr>
            <p:cNvSpPr/>
            <p:nvPr/>
          </p:nvSpPr>
          <p:spPr>
            <a:xfrm rot="5400000" flipH="1">
              <a:off x="4778597" y="10285944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50" name="等腰三角形 349">
              <a:extLst>
                <a:ext uri="{FF2B5EF4-FFF2-40B4-BE49-F238E27FC236}">
                  <a16:creationId xmlns:a16="http://schemas.microsoft.com/office/drawing/2014/main" id="{7839C4B8-B370-465B-B5FE-0E930B4AE14D}"/>
                </a:ext>
              </a:extLst>
            </p:cNvPr>
            <p:cNvSpPr/>
            <p:nvPr/>
          </p:nvSpPr>
          <p:spPr>
            <a:xfrm rot="5400000" flipH="1">
              <a:off x="4963762" y="9805462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grpSp>
        <p:nvGrpSpPr>
          <p:cNvPr id="351" name="群組 350">
            <a:extLst>
              <a:ext uri="{FF2B5EF4-FFF2-40B4-BE49-F238E27FC236}">
                <a16:creationId xmlns:a16="http://schemas.microsoft.com/office/drawing/2014/main" id="{B724DA2B-E9BC-4562-A3B3-9AF7535E6FB1}"/>
              </a:ext>
            </a:extLst>
          </p:cNvPr>
          <p:cNvGrpSpPr/>
          <p:nvPr/>
        </p:nvGrpSpPr>
        <p:grpSpPr>
          <a:xfrm>
            <a:off x="3450796" y="4373515"/>
            <a:ext cx="1196482" cy="1196482"/>
            <a:chOff x="8631015" y="5186974"/>
            <a:chExt cx="2090057" cy="2090057"/>
          </a:xfrm>
        </p:grpSpPr>
        <p:sp>
          <p:nvSpPr>
            <p:cNvPr id="352" name="矩形: 圓角 351">
              <a:extLst>
                <a:ext uri="{FF2B5EF4-FFF2-40B4-BE49-F238E27FC236}">
                  <a16:creationId xmlns:a16="http://schemas.microsoft.com/office/drawing/2014/main" id="{43898566-395E-4111-9B43-01060DF92027}"/>
                </a:ext>
              </a:extLst>
            </p:cNvPr>
            <p:cNvSpPr/>
            <p:nvPr/>
          </p:nvSpPr>
          <p:spPr>
            <a:xfrm>
              <a:off x="8631015" y="5186974"/>
              <a:ext cx="2090057" cy="20900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53" name="箭號: 左-右雙向 352">
              <a:extLst>
                <a:ext uri="{FF2B5EF4-FFF2-40B4-BE49-F238E27FC236}">
                  <a16:creationId xmlns:a16="http://schemas.microsoft.com/office/drawing/2014/main" id="{82A6ADB4-3F1E-4F80-9029-1E228BF300ED}"/>
                </a:ext>
              </a:extLst>
            </p:cNvPr>
            <p:cNvSpPr/>
            <p:nvPr/>
          </p:nvSpPr>
          <p:spPr>
            <a:xfrm rot="5400000">
              <a:off x="8825319" y="607722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54" name="箭號: 左-右雙向 353">
              <a:extLst>
                <a:ext uri="{FF2B5EF4-FFF2-40B4-BE49-F238E27FC236}">
                  <a16:creationId xmlns:a16="http://schemas.microsoft.com/office/drawing/2014/main" id="{D63EDDF5-BB13-4B5E-A535-347DDB0A07FB}"/>
                </a:ext>
              </a:extLst>
            </p:cNvPr>
            <p:cNvSpPr/>
            <p:nvPr/>
          </p:nvSpPr>
          <p:spPr>
            <a:xfrm rot="5400000">
              <a:off x="10130264" y="607722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55" name="箭號: 左-右雙向 354">
              <a:extLst>
                <a:ext uri="{FF2B5EF4-FFF2-40B4-BE49-F238E27FC236}">
                  <a16:creationId xmlns:a16="http://schemas.microsoft.com/office/drawing/2014/main" id="{A069FEC9-5127-459F-9C62-904F84A8FF81}"/>
                </a:ext>
              </a:extLst>
            </p:cNvPr>
            <p:cNvSpPr/>
            <p:nvPr/>
          </p:nvSpPr>
          <p:spPr>
            <a:xfrm rot="18900000">
              <a:off x="9018245" y="5615062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56" name="箭號: 左-右雙向 355">
              <a:extLst>
                <a:ext uri="{FF2B5EF4-FFF2-40B4-BE49-F238E27FC236}">
                  <a16:creationId xmlns:a16="http://schemas.microsoft.com/office/drawing/2014/main" id="{5122AC35-15BD-446B-B5D1-B5D54D4B1730}"/>
                </a:ext>
              </a:extLst>
            </p:cNvPr>
            <p:cNvSpPr/>
            <p:nvPr/>
          </p:nvSpPr>
          <p:spPr>
            <a:xfrm rot="18900000">
              <a:off x="9922348" y="6556570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57" name="箭號: 左-右雙向 356">
              <a:extLst>
                <a:ext uri="{FF2B5EF4-FFF2-40B4-BE49-F238E27FC236}">
                  <a16:creationId xmlns:a16="http://schemas.microsoft.com/office/drawing/2014/main" id="{70A27790-5715-4E46-A674-F10382B2BA3C}"/>
                </a:ext>
              </a:extLst>
            </p:cNvPr>
            <p:cNvSpPr/>
            <p:nvPr/>
          </p:nvSpPr>
          <p:spPr>
            <a:xfrm rot="2700000">
              <a:off x="9018246" y="655657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58" name="箭號: 左-右雙向 357">
              <a:extLst>
                <a:ext uri="{FF2B5EF4-FFF2-40B4-BE49-F238E27FC236}">
                  <a16:creationId xmlns:a16="http://schemas.microsoft.com/office/drawing/2014/main" id="{098D3561-7D6C-4FE5-9244-64E312ADE6CA}"/>
                </a:ext>
              </a:extLst>
            </p:cNvPr>
            <p:cNvSpPr/>
            <p:nvPr/>
          </p:nvSpPr>
          <p:spPr>
            <a:xfrm rot="2700000">
              <a:off x="9922347" y="561506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59" name="箭號: 左-右雙向 358">
              <a:extLst>
                <a:ext uri="{FF2B5EF4-FFF2-40B4-BE49-F238E27FC236}">
                  <a16:creationId xmlns:a16="http://schemas.microsoft.com/office/drawing/2014/main" id="{3C65C6E2-CDB7-4353-8846-4453C31F3AB5}"/>
                </a:ext>
              </a:extLst>
            </p:cNvPr>
            <p:cNvSpPr/>
            <p:nvPr/>
          </p:nvSpPr>
          <p:spPr>
            <a:xfrm>
              <a:off x="9460044" y="6744367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60" name="箭號: 左-右雙向 359">
              <a:extLst>
                <a:ext uri="{FF2B5EF4-FFF2-40B4-BE49-F238E27FC236}">
                  <a16:creationId xmlns:a16="http://schemas.microsoft.com/office/drawing/2014/main" id="{52E743E2-818E-4891-A897-9F529E8CAD6F}"/>
                </a:ext>
              </a:extLst>
            </p:cNvPr>
            <p:cNvSpPr/>
            <p:nvPr/>
          </p:nvSpPr>
          <p:spPr>
            <a:xfrm>
              <a:off x="9460044" y="541468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grpSp>
        <p:nvGrpSpPr>
          <p:cNvPr id="361" name="群組 360">
            <a:extLst>
              <a:ext uri="{FF2B5EF4-FFF2-40B4-BE49-F238E27FC236}">
                <a16:creationId xmlns:a16="http://schemas.microsoft.com/office/drawing/2014/main" id="{F1EC7C86-34C0-49AE-A684-EA29C29291F1}"/>
              </a:ext>
            </a:extLst>
          </p:cNvPr>
          <p:cNvGrpSpPr/>
          <p:nvPr/>
        </p:nvGrpSpPr>
        <p:grpSpPr>
          <a:xfrm>
            <a:off x="376498" y="1850403"/>
            <a:ext cx="1196482" cy="1196482"/>
            <a:chOff x="-756975" y="5254023"/>
            <a:chExt cx="2090057" cy="2090057"/>
          </a:xfrm>
        </p:grpSpPr>
        <p:sp>
          <p:nvSpPr>
            <p:cNvPr id="362" name="矩形: 圓角 361">
              <a:extLst>
                <a:ext uri="{FF2B5EF4-FFF2-40B4-BE49-F238E27FC236}">
                  <a16:creationId xmlns:a16="http://schemas.microsoft.com/office/drawing/2014/main" id="{BAB11C24-559C-47B4-83B2-20939F6BFFE3}"/>
                </a:ext>
              </a:extLst>
            </p:cNvPr>
            <p:cNvSpPr/>
            <p:nvPr/>
          </p:nvSpPr>
          <p:spPr>
            <a:xfrm>
              <a:off x="-756975" y="5254023"/>
              <a:ext cx="2090057" cy="20900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63" name="箭號: 左-右雙向 362">
              <a:extLst>
                <a:ext uri="{FF2B5EF4-FFF2-40B4-BE49-F238E27FC236}">
                  <a16:creationId xmlns:a16="http://schemas.microsoft.com/office/drawing/2014/main" id="{085D0F66-90C3-433A-8B61-8B0596E06F06}"/>
                </a:ext>
              </a:extLst>
            </p:cNvPr>
            <p:cNvSpPr/>
            <p:nvPr/>
          </p:nvSpPr>
          <p:spPr>
            <a:xfrm rot="10800000">
              <a:off x="-564882" y="619017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64" name="箭號: 左-右雙向 363">
              <a:extLst>
                <a:ext uri="{FF2B5EF4-FFF2-40B4-BE49-F238E27FC236}">
                  <a16:creationId xmlns:a16="http://schemas.microsoft.com/office/drawing/2014/main" id="{63543E97-5470-4A00-A28D-D88626DFCF6C}"/>
                </a:ext>
              </a:extLst>
            </p:cNvPr>
            <p:cNvSpPr/>
            <p:nvPr/>
          </p:nvSpPr>
          <p:spPr>
            <a:xfrm rot="10800000">
              <a:off x="740063" y="619017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65" name="箭號: 左-右雙向 364">
              <a:extLst>
                <a:ext uri="{FF2B5EF4-FFF2-40B4-BE49-F238E27FC236}">
                  <a16:creationId xmlns:a16="http://schemas.microsoft.com/office/drawing/2014/main" id="{AA0FD772-E17D-4061-A1CE-FF3EDC576C22}"/>
                </a:ext>
              </a:extLst>
            </p:cNvPr>
            <p:cNvSpPr/>
            <p:nvPr/>
          </p:nvSpPr>
          <p:spPr>
            <a:xfrm rot="2700000">
              <a:off x="-371956" y="5728012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66" name="箭號: 左-右雙向 365">
              <a:extLst>
                <a:ext uri="{FF2B5EF4-FFF2-40B4-BE49-F238E27FC236}">
                  <a16:creationId xmlns:a16="http://schemas.microsoft.com/office/drawing/2014/main" id="{C4DCFFC6-C3FC-4C6A-89EA-448524803490}"/>
                </a:ext>
              </a:extLst>
            </p:cNvPr>
            <p:cNvSpPr/>
            <p:nvPr/>
          </p:nvSpPr>
          <p:spPr>
            <a:xfrm rot="2700000">
              <a:off x="532147" y="6669520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67" name="箭號: 左-右雙向 366">
              <a:extLst>
                <a:ext uri="{FF2B5EF4-FFF2-40B4-BE49-F238E27FC236}">
                  <a16:creationId xmlns:a16="http://schemas.microsoft.com/office/drawing/2014/main" id="{63D621B5-785C-4E23-803A-558CD60AEA47}"/>
                </a:ext>
              </a:extLst>
            </p:cNvPr>
            <p:cNvSpPr/>
            <p:nvPr/>
          </p:nvSpPr>
          <p:spPr>
            <a:xfrm rot="18900000">
              <a:off x="-371955" y="666952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68" name="箭號: 左-右雙向 367">
              <a:extLst>
                <a:ext uri="{FF2B5EF4-FFF2-40B4-BE49-F238E27FC236}">
                  <a16:creationId xmlns:a16="http://schemas.microsoft.com/office/drawing/2014/main" id="{02A38FA9-9EC2-4445-85DC-8170CB57DF44}"/>
                </a:ext>
              </a:extLst>
            </p:cNvPr>
            <p:cNvSpPr/>
            <p:nvPr/>
          </p:nvSpPr>
          <p:spPr>
            <a:xfrm rot="18900000">
              <a:off x="532146" y="572801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69" name="箭號: 左-右雙向 368">
              <a:extLst>
                <a:ext uri="{FF2B5EF4-FFF2-40B4-BE49-F238E27FC236}">
                  <a16:creationId xmlns:a16="http://schemas.microsoft.com/office/drawing/2014/main" id="{98201BBA-1E57-41A2-ACBD-79E234C433D1}"/>
                </a:ext>
              </a:extLst>
            </p:cNvPr>
            <p:cNvSpPr/>
            <p:nvPr/>
          </p:nvSpPr>
          <p:spPr>
            <a:xfrm rot="5400000">
              <a:off x="69843" y="6857317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70" name="箭號: 左-右雙向 369">
              <a:extLst>
                <a:ext uri="{FF2B5EF4-FFF2-40B4-BE49-F238E27FC236}">
                  <a16:creationId xmlns:a16="http://schemas.microsoft.com/office/drawing/2014/main" id="{AA819231-176E-45E1-A188-540465AC731B}"/>
                </a:ext>
              </a:extLst>
            </p:cNvPr>
            <p:cNvSpPr/>
            <p:nvPr/>
          </p:nvSpPr>
          <p:spPr>
            <a:xfrm rot="5400000">
              <a:off x="69843" y="552763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sp>
        <p:nvSpPr>
          <p:cNvPr id="177" name="矩形: 圓角 176">
            <a:extLst>
              <a:ext uri="{FF2B5EF4-FFF2-40B4-BE49-F238E27FC236}">
                <a16:creationId xmlns:a16="http://schemas.microsoft.com/office/drawing/2014/main" id="{C0499F8D-22B8-4B76-B2A0-FC45B222262E}"/>
              </a:ext>
            </a:extLst>
          </p:cNvPr>
          <p:cNvSpPr/>
          <p:nvPr/>
        </p:nvSpPr>
        <p:spPr>
          <a:xfrm>
            <a:off x="4940962" y="-42705"/>
            <a:ext cx="4899729" cy="6179835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172" name="圖片 171">
            <a:extLst>
              <a:ext uri="{FF2B5EF4-FFF2-40B4-BE49-F238E27FC236}">
                <a16:creationId xmlns:a16="http://schemas.microsoft.com/office/drawing/2014/main" id="{C4F9FD23-F59D-4871-BF3A-B11C66BBB66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568" b="12447"/>
          <a:stretch/>
        </p:blipFill>
        <p:spPr>
          <a:xfrm>
            <a:off x="3409157" y="3078956"/>
            <a:ext cx="1268118" cy="1263696"/>
          </a:xfrm>
          <a:prstGeom prst="rect">
            <a:avLst/>
          </a:prstGeom>
        </p:spPr>
      </p:pic>
      <p:pic>
        <p:nvPicPr>
          <p:cNvPr id="173" name="圖片 172">
            <a:extLst>
              <a:ext uri="{FF2B5EF4-FFF2-40B4-BE49-F238E27FC236}">
                <a16:creationId xmlns:a16="http://schemas.microsoft.com/office/drawing/2014/main" id="{5CB2585F-5691-4308-B3E7-51BE98D1839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340" b="12447"/>
          <a:stretch/>
        </p:blipFill>
        <p:spPr>
          <a:xfrm>
            <a:off x="331584" y="3078956"/>
            <a:ext cx="1281831" cy="1263696"/>
          </a:xfrm>
          <a:prstGeom prst="rect">
            <a:avLst/>
          </a:prstGeom>
        </p:spPr>
      </p:pic>
      <p:pic>
        <p:nvPicPr>
          <p:cNvPr id="174" name="圖片 173">
            <a:extLst>
              <a:ext uri="{FF2B5EF4-FFF2-40B4-BE49-F238E27FC236}">
                <a16:creationId xmlns:a16="http://schemas.microsoft.com/office/drawing/2014/main" id="{2AA07A5C-5C85-4BE6-B680-E9532BC1CBC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568" b="12447"/>
          <a:stretch/>
        </p:blipFill>
        <p:spPr>
          <a:xfrm>
            <a:off x="1904220" y="1255701"/>
            <a:ext cx="1268118" cy="1263696"/>
          </a:xfrm>
          <a:prstGeom prst="rect">
            <a:avLst/>
          </a:prstGeom>
        </p:spPr>
      </p:pic>
      <p:pic>
        <p:nvPicPr>
          <p:cNvPr id="176" name="圖片 175">
            <a:extLst>
              <a:ext uri="{FF2B5EF4-FFF2-40B4-BE49-F238E27FC236}">
                <a16:creationId xmlns:a16="http://schemas.microsoft.com/office/drawing/2014/main" id="{C3CC341F-0714-41BC-B2FA-8CB504F9E99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568" b="12447"/>
          <a:stretch/>
        </p:blipFill>
        <p:spPr>
          <a:xfrm>
            <a:off x="1904220" y="4810337"/>
            <a:ext cx="1268118" cy="1263696"/>
          </a:xfrm>
          <a:prstGeom prst="rect">
            <a:avLst/>
          </a:prstGeom>
        </p:spPr>
      </p:pic>
      <p:pic>
        <p:nvPicPr>
          <p:cNvPr id="178" name="圖片 177">
            <a:extLst>
              <a:ext uri="{FF2B5EF4-FFF2-40B4-BE49-F238E27FC236}">
                <a16:creationId xmlns:a16="http://schemas.microsoft.com/office/drawing/2014/main" id="{956E80BA-DEC2-4EDF-A592-965E72A28C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28" t="13572" r="38969" b="4004"/>
          <a:stretch/>
        </p:blipFill>
        <p:spPr>
          <a:xfrm>
            <a:off x="6783414" y="1261561"/>
            <a:ext cx="1248021" cy="1250648"/>
          </a:xfrm>
          <a:prstGeom prst="rect">
            <a:avLst/>
          </a:prstGeom>
        </p:spPr>
      </p:pic>
      <p:pic>
        <p:nvPicPr>
          <p:cNvPr id="179" name="圖片 178">
            <a:extLst>
              <a:ext uri="{FF2B5EF4-FFF2-40B4-BE49-F238E27FC236}">
                <a16:creationId xmlns:a16="http://schemas.microsoft.com/office/drawing/2014/main" id="{4AB21A6B-65B1-42A1-AD2B-3C92C9F48C1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36" t="13557" r="38852" b="3847"/>
          <a:stretch/>
        </p:blipFill>
        <p:spPr>
          <a:xfrm>
            <a:off x="6771242" y="4819059"/>
            <a:ext cx="1253276" cy="1253276"/>
          </a:xfrm>
          <a:prstGeom prst="rect">
            <a:avLst/>
          </a:prstGeom>
        </p:spPr>
      </p:pic>
      <p:pic>
        <p:nvPicPr>
          <p:cNvPr id="181" name="圖片 180">
            <a:extLst>
              <a:ext uri="{FF2B5EF4-FFF2-40B4-BE49-F238E27FC236}">
                <a16:creationId xmlns:a16="http://schemas.microsoft.com/office/drawing/2014/main" id="{6A8246AB-E613-4DE1-9932-5F0B43B9B07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57" t="13652" r="38542" b="3900"/>
          <a:stretch/>
        </p:blipFill>
        <p:spPr>
          <a:xfrm>
            <a:off x="5204025" y="3078611"/>
            <a:ext cx="1272193" cy="1250997"/>
          </a:xfrm>
          <a:prstGeom prst="rect">
            <a:avLst/>
          </a:prstGeom>
        </p:spPr>
      </p:pic>
      <p:pic>
        <p:nvPicPr>
          <p:cNvPr id="182" name="圖片 181">
            <a:extLst>
              <a:ext uri="{FF2B5EF4-FFF2-40B4-BE49-F238E27FC236}">
                <a16:creationId xmlns:a16="http://schemas.microsoft.com/office/drawing/2014/main" id="{9A4FC02B-00A2-4332-9177-3ADCDD72FA1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96" t="13733" r="38996" b="4189"/>
          <a:stretch/>
        </p:blipFill>
        <p:spPr>
          <a:xfrm>
            <a:off x="8330531" y="3078447"/>
            <a:ext cx="1243423" cy="124539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文字方塊 112">
                <a:extLst>
                  <a:ext uri="{FF2B5EF4-FFF2-40B4-BE49-F238E27FC236}">
                    <a16:creationId xmlns:a16="http://schemas.microsoft.com/office/drawing/2014/main" id="{BD7D3F58-D2E2-42DB-8B1B-53D87DE0B9E9}"/>
                  </a:ext>
                </a:extLst>
              </p:cNvPr>
              <p:cNvSpPr txBox="1"/>
              <p:nvPr/>
            </p:nvSpPr>
            <p:spPr>
              <a:xfrm>
                <a:off x="2143803" y="4430419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13" name="文字方塊 112">
                <a:extLst>
                  <a:ext uri="{FF2B5EF4-FFF2-40B4-BE49-F238E27FC236}">
                    <a16:creationId xmlns:a16="http://schemas.microsoft.com/office/drawing/2014/main" id="{BD7D3F58-D2E2-42DB-8B1B-53D87DE0B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3803" y="4430419"/>
                <a:ext cx="812954" cy="338554"/>
              </a:xfrm>
              <a:prstGeom prst="rect">
                <a:avLst/>
              </a:prstGeom>
              <a:blipFill>
                <a:blip r:embed="rId7"/>
                <a:stretch>
                  <a:fillRect t="-110909" r="-46617" b="-1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文字方塊 113">
                <a:extLst>
                  <a:ext uri="{FF2B5EF4-FFF2-40B4-BE49-F238E27FC236}">
                    <a16:creationId xmlns:a16="http://schemas.microsoft.com/office/drawing/2014/main" id="{597F4F6E-837A-4FE6-9C6C-CE22102694D1}"/>
                  </a:ext>
                </a:extLst>
              </p:cNvPr>
              <p:cNvSpPr txBox="1"/>
              <p:nvPr/>
            </p:nvSpPr>
            <p:spPr>
              <a:xfrm>
                <a:off x="2160599" y="2484827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−1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14" name="文字方塊 113">
                <a:extLst>
                  <a:ext uri="{FF2B5EF4-FFF2-40B4-BE49-F238E27FC236}">
                    <a16:creationId xmlns:a16="http://schemas.microsoft.com/office/drawing/2014/main" id="{597F4F6E-837A-4FE6-9C6C-CE22102694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0599" y="2484827"/>
                <a:ext cx="812954" cy="338554"/>
              </a:xfrm>
              <a:prstGeom prst="rect">
                <a:avLst/>
              </a:prstGeom>
              <a:blipFill>
                <a:blip r:embed="rId8"/>
                <a:stretch>
                  <a:fillRect t="-110909" r="-46269" b="-1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1" name="群組 190">
            <a:extLst>
              <a:ext uri="{FF2B5EF4-FFF2-40B4-BE49-F238E27FC236}">
                <a16:creationId xmlns:a16="http://schemas.microsoft.com/office/drawing/2014/main" id="{12A3856D-C8EE-4E5C-9371-C38BC0FAAC9C}"/>
              </a:ext>
            </a:extLst>
          </p:cNvPr>
          <p:cNvGrpSpPr/>
          <p:nvPr/>
        </p:nvGrpSpPr>
        <p:grpSpPr>
          <a:xfrm>
            <a:off x="2523735" y="1795851"/>
            <a:ext cx="115586" cy="110880"/>
            <a:chOff x="1373392" y="2391862"/>
            <a:chExt cx="479433" cy="476535"/>
          </a:xfrm>
        </p:grpSpPr>
        <p:sp>
          <p:nvSpPr>
            <p:cNvPr id="194" name="箭號: 向右 193">
              <a:extLst>
                <a:ext uri="{FF2B5EF4-FFF2-40B4-BE49-F238E27FC236}">
                  <a16:creationId xmlns:a16="http://schemas.microsoft.com/office/drawing/2014/main" id="{5A9976EA-DC90-4C92-81FF-F86EA39FDC9B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95" name="箭號: 向右 194">
              <a:extLst>
                <a:ext uri="{FF2B5EF4-FFF2-40B4-BE49-F238E27FC236}">
                  <a16:creationId xmlns:a16="http://schemas.microsoft.com/office/drawing/2014/main" id="{916F6971-5A5A-43BC-B03E-319A01E32168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2" name="文字方塊 191">
                <a:extLst>
                  <a:ext uri="{FF2B5EF4-FFF2-40B4-BE49-F238E27FC236}">
                    <a16:creationId xmlns:a16="http://schemas.microsoft.com/office/drawing/2014/main" id="{882169EE-BA39-4323-A236-BF2A8F339107}"/>
                  </a:ext>
                </a:extLst>
              </p:cNvPr>
              <p:cNvSpPr txBox="1"/>
              <p:nvPr/>
            </p:nvSpPr>
            <p:spPr>
              <a:xfrm>
                <a:off x="2403858" y="1422881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192" name="文字方塊 191">
                <a:extLst>
                  <a:ext uri="{FF2B5EF4-FFF2-40B4-BE49-F238E27FC236}">
                    <a16:creationId xmlns:a16="http://schemas.microsoft.com/office/drawing/2014/main" id="{882169EE-BA39-4323-A236-BF2A8F3391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3858" y="1422881"/>
                <a:ext cx="438402" cy="424283"/>
              </a:xfrm>
              <a:prstGeom prst="rect">
                <a:avLst/>
              </a:prstGeom>
              <a:blipFill>
                <a:blip r:embed="rId9"/>
                <a:stretch>
                  <a:fillRect b="-57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3" name="文字方塊 192">
                <a:extLst>
                  <a:ext uri="{FF2B5EF4-FFF2-40B4-BE49-F238E27FC236}">
                    <a16:creationId xmlns:a16="http://schemas.microsoft.com/office/drawing/2014/main" id="{314BEA76-4D8E-4B0B-B6FB-45880D221837}"/>
                  </a:ext>
                </a:extLst>
              </p:cNvPr>
              <p:cNvSpPr txBox="1"/>
              <p:nvPr/>
            </p:nvSpPr>
            <p:spPr>
              <a:xfrm>
                <a:off x="2576848" y="1701027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193" name="文字方塊 192">
                <a:extLst>
                  <a:ext uri="{FF2B5EF4-FFF2-40B4-BE49-F238E27FC236}">
                    <a16:creationId xmlns:a16="http://schemas.microsoft.com/office/drawing/2014/main" id="{314BEA76-4D8E-4B0B-B6FB-45880D221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6848" y="1701027"/>
                <a:ext cx="388427" cy="400110"/>
              </a:xfrm>
              <a:prstGeom prst="rect">
                <a:avLst/>
              </a:prstGeom>
              <a:blipFill>
                <a:blip r:embed="rId10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4" name="文字方塊 213">
                <a:extLst>
                  <a:ext uri="{FF2B5EF4-FFF2-40B4-BE49-F238E27FC236}">
                    <a16:creationId xmlns:a16="http://schemas.microsoft.com/office/drawing/2014/main" id="{EFDA59F8-F89D-4806-A636-5828FA46C3A1}"/>
                  </a:ext>
                </a:extLst>
              </p:cNvPr>
              <p:cNvSpPr txBox="1"/>
              <p:nvPr/>
            </p:nvSpPr>
            <p:spPr>
              <a:xfrm>
                <a:off x="1869915" y="2132154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214" name="文字方塊 213">
                <a:extLst>
                  <a:ext uri="{FF2B5EF4-FFF2-40B4-BE49-F238E27FC236}">
                    <a16:creationId xmlns:a16="http://schemas.microsoft.com/office/drawing/2014/main" id="{EFDA59F8-F89D-4806-A636-5828FA46C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9915" y="2132154"/>
                <a:ext cx="652306" cy="338554"/>
              </a:xfrm>
              <a:prstGeom prst="rect">
                <a:avLst/>
              </a:prstGeom>
              <a:blipFill>
                <a:blip r:embed="rId11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6" name="文字方塊 215">
            <a:extLst>
              <a:ext uri="{FF2B5EF4-FFF2-40B4-BE49-F238E27FC236}">
                <a16:creationId xmlns:a16="http://schemas.microsoft.com/office/drawing/2014/main" id="{42C1D9B8-8446-4675-B219-B666A3F92AA7}"/>
              </a:ext>
            </a:extLst>
          </p:cNvPr>
          <p:cNvSpPr txBox="1"/>
          <p:nvPr/>
        </p:nvSpPr>
        <p:spPr>
          <a:xfrm>
            <a:off x="813141" y="71154"/>
            <a:ext cx="347427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9B50033E-DE33-4154-B5F1-8F9B5FFA7A61}"/>
                  </a:ext>
                </a:extLst>
              </p:cNvPr>
              <p:cNvSpPr txBox="1"/>
              <p:nvPr/>
            </p:nvSpPr>
            <p:spPr>
              <a:xfrm>
                <a:off x="1700783" y="1222314"/>
                <a:ext cx="167359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6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9B50033E-DE33-4154-B5F1-8F9B5FFA7A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0783" y="1222314"/>
                <a:ext cx="1673596" cy="338554"/>
              </a:xfrm>
              <a:prstGeom prst="rect">
                <a:avLst/>
              </a:prstGeom>
              <a:blipFill>
                <a:blip r:embed="rId12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文字方塊 220">
                <a:extLst>
                  <a:ext uri="{FF2B5EF4-FFF2-40B4-BE49-F238E27FC236}">
                    <a16:creationId xmlns:a16="http://schemas.microsoft.com/office/drawing/2014/main" id="{1F2AF2E0-5B21-4D02-9C04-810F49C1DE66}"/>
                  </a:ext>
                </a:extLst>
              </p:cNvPr>
              <p:cNvSpPr txBox="1"/>
              <p:nvPr/>
            </p:nvSpPr>
            <p:spPr>
              <a:xfrm>
                <a:off x="380945" y="3040648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21" name="文字方塊 220">
                <a:extLst>
                  <a:ext uri="{FF2B5EF4-FFF2-40B4-BE49-F238E27FC236}">
                    <a16:creationId xmlns:a16="http://schemas.microsoft.com/office/drawing/2014/main" id="{1F2AF2E0-5B21-4D02-9C04-810F49C1D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945" y="3040648"/>
                <a:ext cx="1150186" cy="338554"/>
              </a:xfrm>
              <a:prstGeom prst="rect">
                <a:avLst/>
              </a:prstGeom>
              <a:blipFill>
                <a:blip r:embed="rId13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2" name="文字方塊 221">
                <a:extLst>
                  <a:ext uri="{FF2B5EF4-FFF2-40B4-BE49-F238E27FC236}">
                    <a16:creationId xmlns:a16="http://schemas.microsoft.com/office/drawing/2014/main" id="{5E07A889-321A-4082-9225-757B6BF06F3F}"/>
                  </a:ext>
                </a:extLst>
              </p:cNvPr>
              <p:cNvSpPr txBox="1"/>
              <p:nvPr/>
            </p:nvSpPr>
            <p:spPr>
              <a:xfrm>
                <a:off x="3463670" y="3040648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22" name="文字方塊 221">
                <a:extLst>
                  <a:ext uri="{FF2B5EF4-FFF2-40B4-BE49-F238E27FC236}">
                    <a16:creationId xmlns:a16="http://schemas.microsoft.com/office/drawing/2014/main" id="{5E07A889-321A-4082-9225-757B6BF06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3670" y="3040648"/>
                <a:ext cx="1150186" cy="338554"/>
              </a:xfrm>
              <a:prstGeom prst="rect">
                <a:avLst/>
              </a:prstGeom>
              <a:blipFill>
                <a:blip r:embed="rId14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3" name="文字方塊 222">
                <a:extLst>
                  <a:ext uri="{FF2B5EF4-FFF2-40B4-BE49-F238E27FC236}">
                    <a16:creationId xmlns:a16="http://schemas.microsoft.com/office/drawing/2014/main" id="{8E51661C-F95C-44C0-A8F0-38165630EE4E}"/>
                  </a:ext>
                </a:extLst>
              </p:cNvPr>
              <p:cNvSpPr txBox="1"/>
              <p:nvPr/>
            </p:nvSpPr>
            <p:spPr>
              <a:xfrm>
                <a:off x="1975188" y="4797852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23" name="文字方塊 222">
                <a:extLst>
                  <a:ext uri="{FF2B5EF4-FFF2-40B4-BE49-F238E27FC236}">
                    <a16:creationId xmlns:a16="http://schemas.microsoft.com/office/drawing/2014/main" id="{8E51661C-F95C-44C0-A8F0-38165630E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5188" y="4797852"/>
                <a:ext cx="1150186" cy="33855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3" name="圖片 152">
            <a:extLst>
              <a:ext uri="{FF2B5EF4-FFF2-40B4-BE49-F238E27FC236}">
                <a16:creationId xmlns:a16="http://schemas.microsoft.com/office/drawing/2014/main" id="{E70F1D4D-A58E-4BD6-A8D5-405865F16C15}"/>
              </a:ext>
            </a:extLst>
          </p:cNvPr>
          <p:cNvPicPr>
            <a:picLocks noChangeAspect="1"/>
          </p:cNvPicPr>
          <p:nvPr/>
        </p:nvPicPr>
        <p:blipFill rotWithShape="1"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81" t="8908" r="4868" b="70278"/>
          <a:stretch/>
        </p:blipFill>
        <p:spPr>
          <a:xfrm>
            <a:off x="3202101" y="1204407"/>
            <a:ext cx="424866" cy="13549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文字方塊 154">
                <a:extLst>
                  <a:ext uri="{FF2B5EF4-FFF2-40B4-BE49-F238E27FC236}">
                    <a16:creationId xmlns:a16="http://schemas.microsoft.com/office/drawing/2014/main" id="{6E2C7196-1BBD-4D80-A7AC-4190F3C5767C}"/>
                  </a:ext>
                </a:extLst>
              </p:cNvPr>
              <p:cNvSpPr txBox="1"/>
              <p:nvPr/>
            </p:nvSpPr>
            <p:spPr>
              <a:xfrm>
                <a:off x="3128489" y="2293991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55" name="文字方塊 154">
                <a:extLst>
                  <a:ext uri="{FF2B5EF4-FFF2-40B4-BE49-F238E27FC236}">
                    <a16:creationId xmlns:a16="http://schemas.microsoft.com/office/drawing/2014/main" id="{6E2C7196-1BBD-4D80-A7AC-4190F3C576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8489" y="2293991"/>
                <a:ext cx="478319" cy="30777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14">
            <a:extLst>
              <a:ext uri="{FF2B5EF4-FFF2-40B4-BE49-F238E27FC236}">
                <a16:creationId xmlns:a16="http://schemas.microsoft.com/office/drawing/2014/main" id="{7F5221CE-37EE-40D8-BC56-84C6BB77B026}"/>
              </a:ext>
            </a:extLst>
          </p:cNvPr>
          <p:cNvSpPr/>
          <p:nvPr/>
        </p:nvSpPr>
        <p:spPr>
          <a:xfrm>
            <a:off x="2490566" y="2781114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6" name="Oval 4">
            <a:extLst>
              <a:ext uri="{FF2B5EF4-FFF2-40B4-BE49-F238E27FC236}">
                <a16:creationId xmlns:a16="http://schemas.microsoft.com/office/drawing/2014/main" id="{CDA31535-4AC8-4BAD-BE8E-AFCF3A5C1DFF}"/>
              </a:ext>
            </a:extLst>
          </p:cNvPr>
          <p:cNvSpPr/>
          <p:nvPr/>
        </p:nvSpPr>
        <p:spPr>
          <a:xfrm>
            <a:off x="1851991" y="2865252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7" name="Oval 15">
            <a:extLst>
              <a:ext uri="{FF2B5EF4-FFF2-40B4-BE49-F238E27FC236}">
                <a16:creationId xmlns:a16="http://schemas.microsoft.com/office/drawing/2014/main" id="{1B9C275D-D4F9-404B-9759-D3137F20859E}"/>
              </a:ext>
            </a:extLst>
          </p:cNvPr>
          <p:cNvSpPr/>
          <p:nvPr/>
        </p:nvSpPr>
        <p:spPr>
          <a:xfrm>
            <a:off x="2490566" y="4276071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8" name="SHO">
            <a:extLst>
              <a:ext uri="{FF2B5EF4-FFF2-40B4-BE49-F238E27FC236}">
                <a16:creationId xmlns:a16="http://schemas.microsoft.com/office/drawing/2014/main" id="{A12C8863-94E3-49F7-8C57-91B9A2E1BDE3}"/>
              </a:ext>
            </a:extLst>
          </p:cNvPr>
          <p:cNvSpPr/>
          <p:nvPr/>
        </p:nvSpPr>
        <p:spPr>
          <a:xfrm rot="16200000">
            <a:off x="2260453" y="2891651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9" name="SVO">
            <a:extLst>
              <a:ext uri="{FF2B5EF4-FFF2-40B4-BE49-F238E27FC236}">
                <a16:creationId xmlns:a16="http://schemas.microsoft.com/office/drawing/2014/main" id="{BC0941FF-C00B-42D1-B1F2-D6E6CE090459}"/>
              </a:ext>
            </a:extLst>
          </p:cNvPr>
          <p:cNvSpPr/>
          <p:nvPr/>
        </p:nvSpPr>
        <p:spPr>
          <a:xfrm>
            <a:off x="2209892" y="2865753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3B7219CA-A385-4095-B7EA-6C247B36BEF6}"/>
              </a:ext>
            </a:extLst>
          </p:cNvPr>
          <p:cNvSpPr/>
          <p:nvPr/>
        </p:nvSpPr>
        <p:spPr>
          <a:xfrm rot="16200000">
            <a:off x="2260453" y="2891651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1">
                <a:extLst>
                  <a:ext uri="{FF2B5EF4-FFF2-40B4-BE49-F238E27FC236}">
                    <a16:creationId xmlns:a16="http://schemas.microsoft.com/office/drawing/2014/main" id="{B7A5A3D7-6CE8-4726-9BEB-8C30B332BFDE}"/>
                  </a:ext>
                </a:extLst>
              </p:cNvPr>
              <p:cNvSpPr txBox="1"/>
              <p:nvPr/>
            </p:nvSpPr>
            <p:spPr>
              <a:xfrm>
                <a:off x="2022094" y="3435293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3" name="TextBox 11">
                <a:extLst>
                  <a:ext uri="{FF2B5EF4-FFF2-40B4-BE49-F238E27FC236}">
                    <a16:creationId xmlns:a16="http://schemas.microsoft.com/office/drawing/2014/main" id="{B7A5A3D7-6CE8-4726-9BEB-8C30B332BF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2094" y="3435293"/>
                <a:ext cx="176928" cy="338554"/>
              </a:xfrm>
              <a:prstGeom prst="rect">
                <a:avLst/>
              </a:prstGeom>
              <a:blipFill>
                <a:blip r:embed="rId18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val 22">
            <a:extLst>
              <a:ext uri="{FF2B5EF4-FFF2-40B4-BE49-F238E27FC236}">
                <a16:creationId xmlns:a16="http://schemas.microsoft.com/office/drawing/2014/main" id="{DC8DEB48-159A-432A-A563-D1E2F53D788D}"/>
              </a:ext>
            </a:extLst>
          </p:cNvPr>
          <p:cNvSpPr/>
          <p:nvPr/>
        </p:nvSpPr>
        <p:spPr>
          <a:xfrm>
            <a:off x="2489620" y="4276071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2">
                <a:extLst>
                  <a:ext uri="{FF2B5EF4-FFF2-40B4-BE49-F238E27FC236}">
                    <a16:creationId xmlns:a16="http://schemas.microsoft.com/office/drawing/2014/main" id="{C30F96C9-2DED-45AF-B673-D98C394280FB}"/>
                  </a:ext>
                </a:extLst>
              </p:cNvPr>
              <p:cNvSpPr txBox="1"/>
              <p:nvPr/>
            </p:nvSpPr>
            <p:spPr>
              <a:xfrm>
                <a:off x="2677018" y="3530689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5" name="TextBox 12">
                <a:extLst>
                  <a:ext uri="{FF2B5EF4-FFF2-40B4-BE49-F238E27FC236}">
                    <a16:creationId xmlns:a16="http://schemas.microsoft.com/office/drawing/2014/main" id="{C30F96C9-2DED-45AF-B673-D98C394280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7018" y="3530689"/>
                <a:ext cx="176928" cy="338554"/>
              </a:xfrm>
              <a:prstGeom prst="rect">
                <a:avLst/>
              </a:prstGeom>
              <a:blipFill>
                <a:blip r:embed="rId19"/>
                <a:stretch>
                  <a:fillRect r="-55172" b="-35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3">
                <a:extLst>
                  <a:ext uri="{FF2B5EF4-FFF2-40B4-BE49-F238E27FC236}">
                    <a16:creationId xmlns:a16="http://schemas.microsoft.com/office/drawing/2014/main" id="{34AEE752-FCEC-49A9-B464-EE05AB88A4CD}"/>
                  </a:ext>
                </a:extLst>
              </p:cNvPr>
              <p:cNvSpPr txBox="1"/>
              <p:nvPr/>
            </p:nvSpPr>
            <p:spPr>
              <a:xfrm>
                <a:off x="2432899" y="2900947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6" name="TextBox 13">
                <a:extLst>
                  <a:ext uri="{FF2B5EF4-FFF2-40B4-BE49-F238E27FC236}">
                    <a16:creationId xmlns:a16="http://schemas.microsoft.com/office/drawing/2014/main" id="{34AEE752-FCEC-49A9-B464-EE05AB88A4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2899" y="2900947"/>
                <a:ext cx="256967" cy="3385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DVO">
            <a:extLst>
              <a:ext uri="{FF2B5EF4-FFF2-40B4-BE49-F238E27FC236}">
                <a16:creationId xmlns:a16="http://schemas.microsoft.com/office/drawing/2014/main" id="{602C53B1-114A-48C0-9D73-85F68ECA2FBE}"/>
              </a:ext>
            </a:extLst>
          </p:cNvPr>
          <p:cNvSpPr/>
          <p:nvPr/>
        </p:nvSpPr>
        <p:spPr>
          <a:xfrm flipH="1">
            <a:off x="2209892" y="2865753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1" name="Oval 23">
            <a:extLst>
              <a:ext uri="{FF2B5EF4-FFF2-40B4-BE49-F238E27FC236}">
                <a16:creationId xmlns:a16="http://schemas.microsoft.com/office/drawing/2014/main" id="{2F8E52B4-3879-4A53-853D-37DC6B8692F9}"/>
              </a:ext>
            </a:extLst>
          </p:cNvPr>
          <p:cNvSpPr/>
          <p:nvPr/>
        </p:nvSpPr>
        <p:spPr>
          <a:xfrm>
            <a:off x="3212476" y="3529513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3" name="Straight Arrow Connector 7">
            <a:extLst>
              <a:ext uri="{FF2B5EF4-FFF2-40B4-BE49-F238E27FC236}">
                <a16:creationId xmlns:a16="http://schemas.microsoft.com/office/drawing/2014/main" id="{36EC1456-E151-43D6-83EA-97600C49E115}"/>
              </a:ext>
            </a:extLst>
          </p:cNvPr>
          <p:cNvCxnSpPr>
            <a:cxnSpLocks/>
          </p:cNvCxnSpPr>
          <p:nvPr/>
        </p:nvCxnSpPr>
        <p:spPr>
          <a:xfrm flipV="1">
            <a:off x="2567868" y="3165562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19">
            <a:extLst>
              <a:ext uri="{FF2B5EF4-FFF2-40B4-BE49-F238E27FC236}">
                <a16:creationId xmlns:a16="http://schemas.microsoft.com/office/drawing/2014/main" id="{2B4DD044-2A67-4570-938D-6F05AB6D2E0C}"/>
              </a:ext>
            </a:extLst>
          </p:cNvPr>
          <p:cNvCxnSpPr>
            <a:cxnSpLocks/>
          </p:cNvCxnSpPr>
          <p:nvPr/>
        </p:nvCxnSpPr>
        <p:spPr>
          <a:xfrm>
            <a:off x="2570845" y="3609275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18">
            <a:extLst>
              <a:ext uri="{FF2B5EF4-FFF2-40B4-BE49-F238E27FC236}">
                <a16:creationId xmlns:a16="http://schemas.microsoft.com/office/drawing/2014/main" id="{19BA3216-8E1C-4DF5-A108-33E08250036A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2399523" y="3437793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0">
            <a:extLst>
              <a:ext uri="{FF2B5EF4-FFF2-40B4-BE49-F238E27FC236}">
                <a16:creationId xmlns:a16="http://schemas.microsoft.com/office/drawing/2014/main" id="{C08F1200-1646-4E05-8061-9C6620047C71}"/>
              </a:ext>
            </a:extLst>
          </p:cNvPr>
          <p:cNvSpPr/>
          <p:nvPr/>
        </p:nvSpPr>
        <p:spPr>
          <a:xfrm>
            <a:off x="1768312" y="3529513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9" name="Oval 22">
            <a:extLst>
              <a:ext uri="{FF2B5EF4-FFF2-40B4-BE49-F238E27FC236}">
                <a16:creationId xmlns:a16="http://schemas.microsoft.com/office/drawing/2014/main" id="{FA290670-5ADB-4445-9B33-122BE606D9A1}"/>
              </a:ext>
            </a:extLst>
          </p:cNvPr>
          <p:cNvSpPr/>
          <p:nvPr/>
        </p:nvSpPr>
        <p:spPr>
          <a:xfrm>
            <a:off x="2490802" y="2773240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40" name="Partial Circle 9">
            <a:extLst>
              <a:ext uri="{FF2B5EF4-FFF2-40B4-BE49-F238E27FC236}">
                <a16:creationId xmlns:a16="http://schemas.microsoft.com/office/drawing/2014/main" id="{44538DF5-DE96-4104-B849-41515C1FF374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2505459" y="3515115"/>
            <a:ext cx="102408" cy="197724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1" name="TextBox 10">
                <a:extLst>
                  <a:ext uri="{FF2B5EF4-FFF2-40B4-BE49-F238E27FC236}">
                    <a16:creationId xmlns:a16="http://schemas.microsoft.com/office/drawing/2014/main" id="{84F7F63B-75CC-4115-B39D-DAAE72357C14}"/>
                  </a:ext>
                </a:extLst>
              </p:cNvPr>
              <p:cNvSpPr txBox="1"/>
              <p:nvPr/>
            </p:nvSpPr>
            <p:spPr>
              <a:xfrm>
                <a:off x="2141443" y="3550165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41" name="TextBox 10">
                <a:extLst>
                  <a:ext uri="{FF2B5EF4-FFF2-40B4-BE49-F238E27FC236}">
                    <a16:creationId xmlns:a16="http://schemas.microsoft.com/office/drawing/2014/main" id="{84F7F63B-75CC-4115-B39D-DAAE72357C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1443" y="3550165"/>
                <a:ext cx="315234" cy="3385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2" name="Straight Arrow Connector 17">
            <a:extLst>
              <a:ext uri="{FF2B5EF4-FFF2-40B4-BE49-F238E27FC236}">
                <a16:creationId xmlns:a16="http://schemas.microsoft.com/office/drawing/2014/main" id="{9118E4FA-F32D-4FFA-A291-5D7406EE0F0F}"/>
              </a:ext>
            </a:extLst>
          </p:cNvPr>
          <p:cNvCxnSpPr>
            <a:cxnSpLocks/>
          </p:cNvCxnSpPr>
          <p:nvPr/>
        </p:nvCxnSpPr>
        <p:spPr>
          <a:xfrm flipH="1">
            <a:off x="2348718" y="3615194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43" name="Partial Circle 9">
            <a:extLst>
              <a:ext uri="{FF2B5EF4-FFF2-40B4-BE49-F238E27FC236}">
                <a16:creationId xmlns:a16="http://schemas.microsoft.com/office/drawing/2014/main" id="{E3086480-D87C-44BE-A5FD-FCCCBCB51C1D}"/>
              </a:ext>
            </a:extLst>
          </p:cNvPr>
          <p:cNvSpPr>
            <a:spLocks noChangeAspect="1"/>
          </p:cNvSpPr>
          <p:nvPr/>
        </p:nvSpPr>
        <p:spPr>
          <a:xfrm>
            <a:off x="2492736" y="3477894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4" name="TextBox 10">
                <a:extLst>
                  <a:ext uri="{FF2B5EF4-FFF2-40B4-BE49-F238E27FC236}">
                    <a16:creationId xmlns:a16="http://schemas.microsoft.com/office/drawing/2014/main" id="{88C10C99-5EFB-4159-8781-24325DAB3E66}"/>
                  </a:ext>
                </a:extLst>
              </p:cNvPr>
              <p:cNvSpPr txBox="1"/>
              <p:nvPr/>
            </p:nvSpPr>
            <p:spPr>
              <a:xfrm>
                <a:off x="2532514" y="3229748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44" name="TextBox 10">
                <a:extLst>
                  <a:ext uri="{FF2B5EF4-FFF2-40B4-BE49-F238E27FC236}">
                    <a16:creationId xmlns:a16="http://schemas.microsoft.com/office/drawing/2014/main" id="{88C10C99-5EFB-4159-8781-24325DAB3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2514" y="3229748"/>
                <a:ext cx="297046" cy="338554"/>
              </a:xfrm>
              <a:prstGeom prst="rect">
                <a:avLst/>
              </a:prstGeom>
              <a:blipFill>
                <a:blip r:embed="rId22"/>
                <a:stretch>
                  <a:fillRect r="-4082" b="-10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5" name="Straight Arrow Connector 17">
            <a:extLst>
              <a:ext uri="{FF2B5EF4-FFF2-40B4-BE49-F238E27FC236}">
                <a16:creationId xmlns:a16="http://schemas.microsoft.com/office/drawing/2014/main" id="{4E3FCC2D-106E-4711-AEA1-A315AFE9C031}"/>
              </a:ext>
            </a:extLst>
          </p:cNvPr>
          <p:cNvCxnSpPr>
            <a:cxnSpLocks/>
          </p:cNvCxnSpPr>
          <p:nvPr/>
        </p:nvCxnSpPr>
        <p:spPr>
          <a:xfrm flipV="1">
            <a:off x="2562215" y="3169461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/>
              <p:nvPr/>
            </p:nvSpPr>
            <p:spPr>
              <a:xfrm>
                <a:off x="7004190" y="4446651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4190" y="4446651"/>
                <a:ext cx="812954" cy="338554"/>
              </a:xfrm>
              <a:prstGeom prst="rect">
                <a:avLst/>
              </a:prstGeom>
              <a:blipFill>
                <a:blip r:embed="rId23"/>
                <a:stretch>
                  <a:fillRect t="-108929" r="-46617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/>
              <p:nvPr/>
            </p:nvSpPr>
            <p:spPr>
              <a:xfrm>
                <a:off x="7004190" y="2501059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−1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4190" y="2501059"/>
                <a:ext cx="812954" cy="338554"/>
              </a:xfrm>
              <a:prstGeom prst="rect">
                <a:avLst/>
              </a:prstGeom>
              <a:blipFill>
                <a:blip r:embed="rId24"/>
                <a:stretch>
                  <a:fillRect t="-108929" r="-46617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2" name="群組 211">
            <a:extLst>
              <a:ext uri="{FF2B5EF4-FFF2-40B4-BE49-F238E27FC236}">
                <a16:creationId xmlns:a16="http://schemas.microsoft.com/office/drawing/2014/main" id="{56BB1570-BE07-4CCA-B844-DD9F00E8733F}"/>
              </a:ext>
            </a:extLst>
          </p:cNvPr>
          <p:cNvGrpSpPr/>
          <p:nvPr/>
        </p:nvGrpSpPr>
        <p:grpSpPr>
          <a:xfrm>
            <a:off x="7399448" y="1753917"/>
            <a:ext cx="115586" cy="110880"/>
            <a:chOff x="1373392" y="2391862"/>
            <a:chExt cx="479433" cy="476535"/>
          </a:xfrm>
        </p:grpSpPr>
        <p:sp>
          <p:nvSpPr>
            <p:cNvPr id="213" name="箭號: 向右 212">
              <a:extLst>
                <a:ext uri="{FF2B5EF4-FFF2-40B4-BE49-F238E27FC236}">
                  <a16:creationId xmlns:a16="http://schemas.microsoft.com/office/drawing/2014/main" id="{D44EB9EF-73CA-404D-99EE-1F0CCE892A52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20" name="箭號: 向右 219">
              <a:extLst>
                <a:ext uri="{FF2B5EF4-FFF2-40B4-BE49-F238E27FC236}">
                  <a16:creationId xmlns:a16="http://schemas.microsoft.com/office/drawing/2014/main" id="{9F517533-ADEE-4B5D-BB6F-1F4159A610F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/>
              <p:nvPr/>
            </p:nvSpPr>
            <p:spPr>
              <a:xfrm>
                <a:off x="7279571" y="1380947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9571" y="1380947"/>
                <a:ext cx="438402" cy="424283"/>
              </a:xfrm>
              <a:prstGeom prst="rect">
                <a:avLst/>
              </a:prstGeom>
              <a:blipFill>
                <a:blip r:embed="rId25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/>
              <p:nvPr/>
            </p:nvSpPr>
            <p:spPr>
              <a:xfrm>
                <a:off x="7452560" y="1659093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2560" y="1659093"/>
                <a:ext cx="388427" cy="400110"/>
              </a:xfrm>
              <a:prstGeom prst="rect">
                <a:avLst/>
              </a:prstGeom>
              <a:blipFill>
                <a:blip r:embed="rId26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/>
              <p:nvPr/>
            </p:nvSpPr>
            <p:spPr>
              <a:xfrm>
                <a:off x="6756111" y="2125165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6111" y="2125165"/>
                <a:ext cx="652306" cy="338554"/>
              </a:xfrm>
              <a:prstGeom prst="rect">
                <a:avLst/>
              </a:prstGeom>
              <a:blipFill>
                <a:blip r:embed="rId27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" name="文字方塊 228">
            <a:extLst>
              <a:ext uri="{FF2B5EF4-FFF2-40B4-BE49-F238E27FC236}">
                <a16:creationId xmlns:a16="http://schemas.microsoft.com/office/drawing/2014/main" id="{2693C9D3-A145-48F7-981C-9A9BF2A0A9A5}"/>
              </a:ext>
            </a:extLst>
          </p:cNvPr>
          <p:cNvSpPr txBox="1"/>
          <p:nvPr/>
        </p:nvSpPr>
        <p:spPr>
          <a:xfrm>
            <a:off x="5553351" y="71154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/>
              <p:nvPr/>
            </p:nvSpPr>
            <p:spPr>
              <a:xfrm>
                <a:off x="6573869" y="1230961"/>
                <a:ext cx="167359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6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3869" y="1230961"/>
                <a:ext cx="1673596" cy="338554"/>
              </a:xfrm>
              <a:prstGeom prst="rect">
                <a:avLst/>
              </a:prstGeom>
              <a:blipFill>
                <a:blip r:embed="rId28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/>
              <p:nvPr/>
            </p:nvSpPr>
            <p:spPr>
              <a:xfrm>
                <a:off x="5273399" y="3040648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399" y="3040648"/>
                <a:ext cx="1150186" cy="338554"/>
              </a:xfrm>
              <a:prstGeom prst="rect">
                <a:avLst/>
              </a:prstGeom>
              <a:blipFill>
                <a:blip r:embed="rId29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/>
              <p:nvPr/>
            </p:nvSpPr>
            <p:spPr>
              <a:xfrm>
                <a:off x="8356123" y="3040648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6123" y="3040648"/>
                <a:ext cx="1150186" cy="338554"/>
              </a:xfrm>
              <a:prstGeom prst="rect">
                <a:avLst/>
              </a:prstGeom>
              <a:blipFill>
                <a:blip r:embed="rId30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/>
              <p:nvPr/>
            </p:nvSpPr>
            <p:spPr>
              <a:xfrm>
                <a:off x="6835574" y="4785533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574" y="4785533"/>
                <a:ext cx="1150186" cy="338554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5" name="圖片 234">
            <a:extLst>
              <a:ext uri="{FF2B5EF4-FFF2-40B4-BE49-F238E27FC236}">
                <a16:creationId xmlns:a16="http://schemas.microsoft.com/office/drawing/2014/main" id="{DF781A4C-9BC8-40C7-BF1A-E906699C28D4}"/>
              </a:ext>
            </a:extLst>
          </p:cNvPr>
          <p:cNvPicPr>
            <a:picLocks noChangeAspect="1"/>
          </p:cNvPicPr>
          <p:nvPr/>
        </p:nvPicPr>
        <p:blipFill rotWithShape="1">
          <a:blip r:embed="rId3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4888" b="70339"/>
          <a:stretch/>
        </p:blipFill>
        <p:spPr>
          <a:xfrm>
            <a:off x="8086336" y="1203161"/>
            <a:ext cx="413382" cy="13434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/>
              <p:nvPr/>
            </p:nvSpPr>
            <p:spPr>
              <a:xfrm>
                <a:off x="8004877" y="2287641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4877" y="2287641"/>
                <a:ext cx="478319" cy="30777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Oval 14">
            <a:extLst>
              <a:ext uri="{FF2B5EF4-FFF2-40B4-BE49-F238E27FC236}">
                <a16:creationId xmlns:a16="http://schemas.microsoft.com/office/drawing/2014/main" id="{4D2E6476-8133-4C1A-80AA-96C2BBAD7538}"/>
              </a:ext>
            </a:extLst>
          </p:cNvPr>
          <p:cNvSpPr/>
          <p:nvPr/>
        </p:nvSpPr>
        <p:spPr>
          <a:xfrm>
            <a:off x="7327414" y="2797346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38" name="Oval 4">
            <a:extLst>
              <a:ext uri="{FF2B5EF4-FFF2-40B4-BE49-F238E27FC236}">
                <a16:creationId xmlns:a16="http://schemas.microsoft.com/office/drawing/2014/main" id="{D0067B35-40A6-4446-8A95-C300D2678B59}"/>
              </a:ext>
            </a:extLst>
          </p:cNvPr>
          <p:cNvSpPr/>
          <p:nvPr/>
        </p:nvSpPr>
        <p:spPr>
          <a:xfrm>
            <a:off x="6688840" y="2881484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39" name="Oval 15">
            <a:extLst>
              <a:ext uri="{FF2B5EF4-FFF2-40B4-BE49-F238E27FC236}">
                <a16:creationId xmlns:a16="http://schemas.microsoft.com/office/drawing/2014/main" id="{3ED95C10-549D-46A4-8427-E9004FB39400}"/>
              </a:ext>
            </a:extLst>
          </p:cNvPr>
          <p:cNvSpPr/>
          <p:nvPr/>
        </p:nvSpPr>
        <p:spPr>
          <a:xfrm>
            <a:off x="7327414" y="4292303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2" name="SHO">
            <a:extLst>
              <a:ext uri="{FF2B5EF4-FFF2-40B4-BE49-F238E27FC236}">
                <a16:creationId xmlns:a16="http://schemas.microsoft.com/office/drawing/2014/main" id="{0845B616-2D49-4C5D-A47F-908796A33A53}"/>
              </a:ext>
            </a:extLst>
          </p:cNvPr>
          <p:cNvSpPr/>
          <p:nvPr/>
        </p:nvSpPr>
        <p:spPr>
          <a:xfrm rot="16200000">
            <a:off x="7097301" y="2907883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3" name="SVO">
            <a:extLst>
              <a:ext uri="{FF2B5EF4-FFF2-40B4-BE49-F238E27FC236}">
                <a16:creationId xmlns:a16="http://schemas.microsoft.com/office/drawing/2014/main" id="{28FBC70E-6464-4911-A7DC-D688B4A191B2}"/>
              </a:ext>
            </a:extLst>
          </p:cNvPr>
          <p:cNvSpPr/>
          <p:nvPr/>
        </p:nvSpPr>
        <p:spPr>
          <a:xfrm>
            <a:off x="7046741" y="2881985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4" name="Oval 6">
            <a:extLst>
              <a:ext uri="{FF2B5EF4-FFF2-40B4-BE49-F238E27FC236}">
                <a16:creationId xmlns:a16="http://schemas.microsoft.com/office/drawing/2014/main" id="{F7426249-BB1C-465F-BA24-177826BCA4FE}"/>
              </a:ext>
            </a:extLst>
          </p:cNvPr>
          <p:cNvSpPr/>
          <p:nvPr/>
        </p:nvSpPr>
        <p:spPr>
          <a:xfrm rot="16200000">
            <a:off x="7097301" y="2907883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/>
              <p:nvPr/>
            </p:nvSpPr>
            <p:spPr>
              <a:xfrm>
                <a:off x="6858942" y="3451524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942" y="3451524"/>
                <a:ext cx="176928" cy="338554"/>
              </a:xfrm>
              <a:prstGeom prst="rect">
                <a:avLst/>
              </a:prstGeom>
              <a:blipFill>
                <a:blip r:embed="rId33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2">
            <a:extLst>
              <a:ext uri="{FF2B5EF4-FFF2-40B4-BE49-F238E27FC236}">
                <a16:creationId xmlns:a16="http://schemas.microsoft.com/office/drawing/2014/main" id="{F51F6D7A-CBDD-41AE-81A9-01A381888E10}"/>
              </a:ext>
            </a:extLst>
          </p:cNvPr>
          <p:cNvSpPr/>
          <p:nvPr/>
        </p:nvSpPr>
        <p:spPr>
          <a:xfrm>
            <a:off x="7326468" y="4292303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/>
              <p:nvPr/>
            </p:nvSpPr>
            <p:spPr>
              <a:xfrm>
                <a:off x="7513865" y="3546921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3865" y="3546921"/>
                <a:ext cx="176928" cy="338554"/>
              </a:xfrm>
              <a:prstGeom prst="rect">
                <a:avLst/>
              </a:prstGeom>
              <a:blipFill>
                <a:blip r:embed="rId34"/>
                <a:stretch>
                  <a:fillRect r="-51724" b="-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/>
              <p:nvPr/>
            </p:nvSpPr>
            <p:spPr>
              <a:xfrm>
                <a:off x="7269747" y="2917179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9747" y="2917179"/>
                <a:ext cx="256967" cy="338554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DVO">
            <a:extLst>
              <a:ext uri="{FF2B5EF4-FFF2-40B4-BE49-F238E27FC236}">
                <a16:creationId xmlns:a16="http://schemas.microsoft.com/office/drawing/2014/main" id="{BD66E933-A9D1-416F-99A4-A2F56F384D96}"/>
              </a:ext>
            </a:extLst>
          </p:cNvPr>
          <p:cNvSpPr/>
          <p:nvPr/>
        </p:nvSpPr>
        <p:spPr>
          <a:xfrm flipH="1">
            <a:off x="7046741" y="2881985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60" name="Oval 23">
            <a:extLst>
              <a:ext uri="{FF2B5EF4-FFF2-40B4-BE49-F238E27FC236}">
                <a16:creationId xmlns:a16="http://schemas.microsoft.com/office/drawing/2014/main" id="{B1975880-4F20-4527-8AC1-67B4B5024B5F}"/>
              </a:ext>
            </a:extLst>
          </p:cNvPr>
          <p:cNvSpPr/>
          <p:nvPr/>
        </p:nvSpPr>
        <p:spPr>
          <a:xfrm>
            <a:off x="8049324" y="3545745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61" name="Straight Arrow Connector 7">
            <a:extLst>
              <a:ext uri="{FF2B5EF4-FFF2-40B4-BE49-F238E27FC236}">
                <a16:creationId xmlns:a16="http://schemas.microsoft.com/office/drawing/2014/main" id="{33161F97-7212-47BE-BA7D-6FC7B9147369}"/>
              </a:ext>
            </a:extLst>
          </p:cNvPr>
          <p:cNvCxnSpPr>
            <a:cxnSpLocks/>
          </p:cNvCxnSpPr>
          <p:nvPr/>
        </p:nvCxnSpPr>
        <p:spPr>
          <a:xfrm flipV="1">
            <a:off x="7404716" y="3181795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19">
            <a:extLst>
              <a:ext uri="{FF2B5EF4-FFF2-40B4-BE49-F238E27FC236}">
                <a16:creationId xmlns:a16="http://schemas.microsoft.com/office/drawing/2014/main" id="{240911C2-AE74-4914-B8DB-470C2315C461}"/>
              </a:ext>
            </a:extLst>
          </p:cNvPr>
          <p:cNvCxnSpPr>
            <a:cxnSpLocks/>
          </p:cNvCxnSpPr>
          <p:nvPr/>
        </p:nvCxnSpPr>
        <p:spPr>
          <a:xfrm>
            <a:off x="7407693" y="3625507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18">
            <a:extLst>
              <a:ext uri="{FF2B5EF4-FFF2-40B4-BE49-F238E27FC236}">
                <a16:creationId xmlns:a16="http://schemas.microsoft.com/office/drawing/2014/main" id="{168B960E-43A1-4542-B03F-41153CC4179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36371" y="3454025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0">
            <a:extLst>
              <a:ext uri="{FF2B5EF4-FFF2-40B4-BE49-F238E27FC236}">
                <a16:creationId xmlns:a16="http://schemas.microsoft.com/office/drawing/2014/main" id="{24DEE888-55C9-4D4C-B18D-808F9AA85CCB}"/>
              </a:ext>
            </a:extLst>
          </p:cNvPr>
          <p:cNvSpPr/>
          <p:nvPr/>
        </p:nvSpPr>
        <p:spPr>
          <a:xfrm>
            <a:off x="6605160" y="3545745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5" name="Oval 22">
            <a:extLst>
              <a:ext uri="{FF2B5EF4-FFF2-40B4-BE49-F238E27FC236}">
                <a16:creationId xmlns:a16="http://schemas.microsoft.com/office/drawing/2014/main" id="{EF01816B-7066-4916-A520-954D092BE6FE}"/>
              </a:ext>
            </a:extLst>
          </p:cNvPr>
          <p:cNvSpPr/>
          <p:nvPr/>
        </p:nvSpPr>
        <p:spPr>
          <a:xfrm>
            <a:off x="7327650" y="2789472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6" name="Partial Circle 9">
            <a:extLst>
              <a:ext uri="{FF2B5EF4-FFF2-40B4-BE49-F238E27FC236}">
                <a16:creationId xmlns:a16="http://schemas.microsoft.com/office/drawing/2014/main" id="{95E3D0C0-F471-47D7-9B54-CC1B9F289F5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343818" y="3530619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/>
              <p:nvPr/>
            </p:nvSpPr>
            <p:spPr>
              <a:xfrm>
                <a:off x="6979793" y="3565658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9793" y="3565658"/>
                <a:ext cx="315234" cy="338554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8" name="Straight Arrow Connector 17">
            <a:extLst>
              <a:ext uri="{FF2B5EF4-FFF2-40B4-BE49-F238E27FC236}">
                <a16:creationId xmlns:a16="http://schemas.microsoft.com/office/drawing/2014/main" id="{230BB7BA-7677-4C8C-B5E4-B82B7D463931}"/>
              </a:ext>
            </a:extLst>
          </p:cNvPr>
          <p:cNvCxnSpPr>
            <a:cxnSpLocks/>
          </p:cNvCxnSpPr>
          <p:nvPr/>
        </p:nvCxnSpPr>
        <p:spPr>
          <a:xfrm flipH="1">
            <a:off x="7187069" y="3630687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9" name="Partial Circle 9">
            <a:extLst>
              <a:ext uri="{FF2B5EF4-FFF2-40B4-BE49-F238E27FC236}">
                <a16:creationId xmlns:a16="http://schemas.microsoft.com/office/drawing/2014/main" id="{E72D69FE-BCE2-4231-B5B8-E4BAB5150F43}"/>
              </a:ext>
            </a:extLst>
          </p:cNvPr>
          <p:cNvSpPr>
            <a:spLocks noChangeAspect="1"/>
          </p:cNvSpPr>
          <p:nvPr/>
        </p:nvSpPr>
        <p:spPr>
          <a:xfrm>
            <a:off x="7331086" y="3493387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/>
              <p:nvPr/>
            </p:nvSpPr>
            <p:spPr>
              <a:xfrm>
                <a:off x="7370865" y="3245240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865" y="3245240"/>
                <a:ext cx="297046" cy="338554"/>
              </a:xfrm>
              <a:prstGeom prst="rect">
                <a:avLst/>
              </a:prstGeom>
              <a:blipFill>
                <a:blip r:embed="rId37"/>
                <a:stretch>
                  <a:fillRect r="-4082"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1" name="Straight Arrow Connector 17">
            <a:extLst>
              <a:ext uri="{FF2B5EF4-FFF2-40B4-BE49-F238E27FC236}">
                <a16:creationId xmlns:a16="http://schemas.microsoft.com/office/drawing/2014/main" id="{050CD12B-2348-4EAE-8F7E-7F476F6AB6E3}"/>
              </a:ext>
            </a:extLst>
          </p:cNvPr>
          <p:cNvCxnSpPr>
            <a:cxnSpLocks/>
          </p:cNvCxnSpPr>
          <p:nvPr/>
        </p:nvCxnSpPr>
        <p:spPr>
          <a:xfrm flipV="1">
            <a:off x="7400566" y="3184955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309" name="群組 308">
            <a:extLst>
              <a:ext uri="{FF2B5EF4-FFF2-40B4-BE49-F238E27FC236}">
                <a16:creationId xmlns:a16="http://schemas.microsoft.com/office/drawing/2014/main" id="{923BE20A-F83E-4C32-9F62-F6AECA9B854D}"/>
              </a:ext>
            </a:extLst>
          </p:cNvPr>
          <p:cNvGrpSpPr/>
          <p:nvPr/>
        </p:nvGrpSpPr>
        <p:grpSpPr>
          <a:xfrm>
            <a:off x="4045903" y="1471864"/>
            <a:ext cx="528478" cy="516457"/>
            <a:chOff x="4045903" y="1840952"/>
            <a:chExt cx="528478" cy="516457"/>
          </a:xfrm>
        </p:grpSpPr>
        <p:grpSp>
          <p:nvGrpSpPr>
            <p:cNvPr id="310" name="群組 309">
              <a:extLst>
                <a:ext uri="{FF2B5EF4-FFF2-40B4-BE49-F238E27FC236}">
                  <a16:creationId xmlns:a16="http://schemas.microsoft.com/office/drawing/2014/main" id="{3563E56C-C75B-4B56-8CDF-CF1056A0307D}"/>
                </a:ext>
              </a:extLst>
            </p:cNvPr>
            <p:cNvGrpSpPr/>
            <p:nvPr/>
          </p:nvGrpSpPr>
          <p:grpSpPr>
            <a:xfrm>
              <a:off x="4171971" y="2141506"/>
              <a:ext cx="115586" cy="110880"/>
              <a:chOff x="1373392" y="2391862"/>
              <a:chExt cx="479433" cy="476535"/>
            </a:xfrm>
          </p:grpSpPr>
          <p:sp>
            <p:nvSpPr>
              <p:cNvPr id="313" name="箭號: 向右 312">
                <a:extLst>
                  <a:ext uri="{FF2B5EF4-FFF2-40B4-BE49-F238E27FC236}">
                    <a16:creationId xmlns:a16="http://schemas.microsoft.com/office/drawing/2014/main" id="{46418E2D-1845-4FA3-9CF6-D73E2295F055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00">
                  <a:solidFill>
                    <a:schemeClr val="bg1"/>
                  </a:solidFill>
                </a:endParaRPr>
              </a:p>
            </p:txBody>
          </p:sp>
          <p:sp>
            <p:nvSpPr>
              <p:cNvPr id="314" name="箭號: 向右 313">
                <a:extLst>
                  <a:ext uri="{FF2B5EF4-FFF2-40B4-BE49-F238E27FC236}">
                    <a16:creationId xmlns:a16="http://schemas.microsoft.com/office/drawing/2014/main" id="{37A4EB8D-9830-4CB9-AA92-31692CC6CCA0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1" name="文字方塊 310">
                  <a:extLst>
                    <a:ext uri="{FF2B5EF4-FFF2-40B4-BE49-F238E27FC236}">
                      <a16:creationId xmlns:a16="http://schemas.microsoft.com/office/drawing/2014/main" id="{F7D64F3C-F299-402A-B134-A6C3BA5467F7}"/>
                    </a:ext>
                  </a:extLst>
                </p:cNvPr>
                <p:cNvSpPr txBox="1"/>
                <p:nvPr/>
              </p:nvSpPr>
              <p:spPr>
                <a:xfrm>
                  <a:off x="4045903" y="1840952"/>
                  <a:ext cx="411859" cy="3579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11" name="文字方塊 310">
                  <a:extLst>
                    <a:ext uri="{FF2B5EF4-FFF2-40B4-BE49-F238E27FC236}">
                      <a16:creationId xmlns:a16="http://schemas.microsoft.com/office/drawing/2014/main" id="{F7D64F3C-F299-402A-B134-A6C3BA5467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45903" y="1840952"/>
                  <a:ext cx="411859" cy="357983"/>
                </a:xfrm>
                <a:prstGeom prst="rect">
                  <a:avLst/>
                </a:prstGeom>
                <a:blipFill>
                  <a:blip r:embed="rId38"/>
                  <a:stretch>
                    <a:fillRect b="-339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2" name="文字方塊 311">
                  <a:extLst>
                    <a:ext uri="{FF2B5EF4-FFF2-40B4-BE49-F238E27FC236}">
                      <a16:creationId xmlns:a16="http://schemas.microsoft.com/office/drawing/2014/main" id="{30083B1C-CF23-469A-A441-D3DB2F8F2D4B}"/>
                    </a:ext>
                  </a:extLst>
                </p:cNvPr>
                <p:cNvSpPr txBox="1"/>
                <p:nvPr/>
              </p:nvSpPr>
              <p:spPr>
                <a:xfrm>
                  <a:off x="4225540" y="2018855"/>
                  <a:ext cx="348841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12" name="文字方塊 311">
                  <a:extLst>
                    <a:ext uri="{FF2B5EF4-FFF2-40B4-BE49-F238E27FC236}">
                      <a16:creationId xmlns:a16="http://schemas.microsoft.com/office/drawing/2014/main" id="{30083B1C-CF23-469A-A441-D3DB2F8F2D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5540" y="2018855"/>
                  <a:ext cx="348841" cy="338554"/>
                </a:xfrm>
                <a:prstGeom prst="rect">
                  <a:avLst/>
                </a:prstGeom>
                <a:blipFill>
                  <a:blip r:embed="rId39"/>
                  <a:stretch>
                    <a:fillRect b="-363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371" name="圖片 370">
            <a:extLst>
              <a:ext uri="{FF2B5EF4-FFF2-40B4-BE49-F238E27FC236}">
                <a16:creationId xmlns:a16="http://schemas.microsoft.com/office/drawing/2014/main" id="{A18C1BEC-26D9-453F-97C9-98C303ABC8E7}"/>
              </a:ext>
            </a:extLst>
          </p:cNvPr>
          <p:cNvPicPr>
            <a:picLocks noChangeAspect="1"/>
          </p:cNvPicPr>
          <p:nvPr/>
        </p:nvPicPr>
        <p:blipFill rotWithShape="1">
          <a:blip r:embed="rId4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1876"/>
          <a:stretch/>
        </p:blipFill>
        <p:spPr>
          <a:xfrm>
            <a:off x="6257302" y="558328"/>
            <a:ext cx="2342330" cy="444119"/>
          </a:xfrm>
          <a:prstGeom prst="rect">
            <a:avLst/>
          </a:prstGeom>
        </p:spPr>
      </p:pic>
      <p:pic>
        <p:nvPicPr>
          <p:cNvPr id="372" name="圖片 371">
            <a:extLst>
              <a:ext uri="{FF2B5EF4-FFF2-40B4-BE49-F238E27FC236}">
                <a16:creationId xmlns:a16="http://schemas.microsoft.com/office/drawing/2014/main" id="{0D1E4E23-ACFA-4275-A339-4ED5EBCF4A2E}"/>
              </a:ext>
            </a:extLst>
          </p:cNvPr>
          <p:cNvPicPr>
            <a:picLocks noChangeAspect="1"/>
          </p:cNvPicPr>
          <p:nvPr/>
        </p:nvPicPr>
        <p:blipFill rotWithShape="1">
          <a:blip r:embed="rId4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49709"/>
          <a:stretch/>
        </p:blipFill>
        <p:spPr>
          <a:xfrm>
            <a:off x="-352653" y="1020556"/>
            <a:ext cx="2342330" cy="58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372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矩形: 圓角 174">
            <a:extLst>
              <a:ext uri="{FF2B5EF4-FFF2-40B4-BE49-F238E27FC236}">
                <a16:creationId xmlns:a16="http://schemas.microsoft.com/office/drawing/2014/main" id="{BF09B052-4C3F-4EC6-A337-45ED454E80E1}"/>
              </a:ext>
            </a:extLst>
          </p:cNvPr>
          <p:cNvSpPr/>
          <p:nvPr/>
        </p:nvSpPr>
        <p:spPr>
          <a:xfrm>
            <a:off x="1956516" y="603156"/>
            <a:ext cx="5342021" cy="5235175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112" name="圖片 111">
            <a:extLst>
              <a:ext uri="{FF2B5EF4-FFF2-40B4-BE49-F238E27FC236}">
                <a16:creationId xmlns:a16="http://schemas.microsoft.com/office/drawing/2014/main" id="{5C033BE9-6E1D-40DB-8200-797C6F2D229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568" b="12447"/>
          <a:stretch/>
        </p:blipFill>
        <p:spPr>
          <a:xfrm>
            <a:off x="5519555" y="2542243"/>
            <a:ext cx="867600" cy="864575"/>
          </a:xfrm>
          <a:prstGeom prst="rect">
            <a:avLst/>
          </a:prstGeom>
        </p:spPr>
      </p:pic>
      <p:pic>
        <p:nvPicPr>
          <p:cNvPr id="115" name="圖片 114">
            <a:extLst>
              <a:ext uri="{FF2B5EF4-FFF2-40B4-BE49-F238E27FC236}">
                <a16:creationId xmlns:a16="http://schemas.microsoft.com/office/drawing/2014/main" id="{18D34B52-23B0-4279-A1CC-670294886D1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340" b="12447"/>
          <a:stretch/>
        </p:blipFill>
        <p:spPr>
          <a:xfrm>
            <a:off x="2949488" y="3866095"/>
            <a:ext cx="867600" cy="855325"/>
          </a:xfrm>
          <a:prstGeom prst="rect">
            <a:avLst/>
          </a:prstGeom>
        </p:spPr>
      </p:pic>
      <p:pic>
        <p:nvPicPr>
          <p:cNvPr id="116" name="圖片 115">
            <a:extLst>
              <a:ext uri="{FF2B5EF4-FFF2-40B4-BE49-F238E27FC236}">
                <a16:creationId xmlns:a16="http://schemas.microsoft.com/office/drawing/2014/main" id="{BCF2FB91-FE26-4058-B6A7-50FE9987CC1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568" b="12447"/>
          <a:stretch/>
        </p:blipFill>
        <p:spPr>
          <a:xfrm>
            <a:off x="3683929" y="1451094"/>
            <a:ext cx="867600" cy="864575"/>
          </a:xfrm>
          <a:prstGeom prst="rect">
            <a:avLst/>
          </a:prstGeom>
        </p:spPr>
      </p:pic>
      <p:pic>
        <p:nvPicPr>
          <p:cNvPr id="117" name="圖片 116">
            <a:extLst>
              <a:ext uri="{FF2B5EF4-FFF2-40B4-BE49-F238E27FC236}">
                <a16:creationId xmlns:a16="http://schemas.microsoft.com/office/drawing/2014/main" id="{21B9F618-288E-44E7-A7D2-C7BC261E8F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568" b="12447"/>
          <a:stretch/>
        </p:blipFill>
        <p:spPr>
          <a:xfrm>
            <a:off x="3793344" y="4888499"/>
            <a:ext cx="867600" cy="864575"/>
          </a:xfrm>
          <a:prstGeom prst="rect">
            <a:avLst/>
          </a:prstGeom>
        </p:spPr>
      </p:pic>
      <p:grpSp>
        <p:nvGrpSpPr>
          <p:cNvPr id="24" name="群組 23">
            <a:extLst>
              <a:ext uri="{FF2B5EF4-FFF2-40B4-BE49-F238E27FC236}">
                <a16:creationId xmlns:a16="http://schemas.microsoft.com/office/drawing/2014/main" id="{F111E595-CBD6-4A37-A812-559483B3BC18}"/>
              </a:ext>
            </a:extLst>
          </p:cNvPr>
          <p:cNvGrpSpPr/>
          <p:nvPr/>
        </p:nvGrpSpPr>
        <p:grpSpPr>
          <a:xfrm>
            <a:off x="4682305" y="4910375"/>
            <a:ext cx="762458" cy="762458"/>
            <a:chOff x="801581" y="4966326"/>
            <a:chExt cx="1150186" cy="1150186"/>
          </a:xfrm>
        </p:grpSpPr>
        <p:sp>
          <p:nvSpPr>
            <p:cNvPr id="128" name="矩形: 圓角 127">
              <a:extLst>
                <a:ext uri="{FF2B5EF4-FFF2-40B4-BE49-F238E27FC236}">
                  <a16:creationId xmlns:a16="http://schemas.microsoft.com/office/drawing/2014/main" id="{2F5A42B8-06A5-4158-B8B4-858406CBC6BD}"/>
                </a:ext>
              </a:extLst>
            </p:cNvPr>
            <p:cNvSpPr/>
            <p:nvPr/>
          </p:nvSpPr>
          <p:spPr>
            <a:xfrm>
              <a:off x="801581" y="4966326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64" name="橢圓 63">
              <a:extLst>
                <a:ext uri="{FF2B5EF4-FFF2-40B4-BE49-F238E27FC236}">
                  <a16:creationId xmlns:a16="http://schemas.microsoft.com/office/drawing/2014/main" id="{EC5B6F29-1474-4CFA-B8E3-262BF4573A66}"/>
                </a:ext>
              </a:extLst>
            </p:cNvPr>
            <p:cNvSpPr/>
            <p:nvPr/>
          </p:nvSpPr>
          <p:spPr>
            <a:xfrm>
              <a:off x="1269795" y="5070149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5" name="橢圓 64">
              <a:extLst>
                <a:ext uri="{FF2B5EF4-FFF2-40B4-BE49-F238E27FC236}">
                  <a16:creationId xmlns:a16="http://schemas.microsoft.com/office/drawing/2014/main" id="{DE11110E-D0C1-484B-8789-647E2582B8F3}"/>
                </a:ext>
              </a:extLst>
            </p:cNvPr>
            <p:cNvSpPr/>
            <p:nvPr/>
          </p:nvSpPr>
          <p:spPr>
            <a:xfrm>
              <a:off x="1269795" y="580560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6" name="橢圓 65">
              <a:extLst>
                <a:ext uri="{FF2B5EF4-FFF2-40B4-BE49-F238E27FC236}">
                  <a16:creationId xmlns:a16="http://schemas.microsoft.com/office/drawing/2014/main" id="{4973AC85-68A3-4542-BA7F-9D4B68A203AE}"/>
                </a:ext>
              </a:extLst>
            </p:cNvPr>
            <p:cNvSpPr/>
            <p:nvPr/>
          </p:nvSpPr>
          <p:spPr>
            <a:xfrm>
              <a:off x="1633048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7" name="橢圓 66">
              <a:extLst>
                <a:ext uri="{FF2B5EF4-FFF2-40B4-BE49-F238E27FC236}">
                  <a16:creationId xmlns:a16="http://schemas.microsoft.com/office/drawing/2014/main" id="{77EA9BD2-7763-47C9-8A62-F043AF3E9BD2}"/>
                </a:ext>
              </a:extLst>
            </p:cNvPr>
            <p:cNvSpPr/>
            <p:nvPr/>
          </p:nvSpPr>
          <p:spPr>
            <a:xfrm>
              <a:off x="895950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8" name="橢圓 67">
              <a:extLst>
                <a:ext uri="{FF2B5EF4-FFF2-40B4-BE49-F238E27FC236}">
                  <a16:creationId xmlns:a16="http://schemas.microsoft.com/office/drawing/2014/main" id="{A93CB31D-6BCE-4617-BE71-E1F7B1239A1F}"/>
                </a:ext>
              </a:extLst>
            </p:cNvPr>
            <p:cNvSpPr/>
            <p:nvPr/>
          </p:nvSpPr>
          <p:spPr>
            <a:xfrm>
              <a:off x="1006324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9" name="橢圓 68">
              <a:extLst>
                <a:ext uri="{FF2B5EF4-FFF2-40B4-BE49-F238E27FC236}">
                  <a16:creationId xmlns:a16="http://schemas.microsoft.com/office/drawing/2014/main" id="{72EE7746-CB46-409C-9043-A05A8C5FAE57}"/>
                </a:ext>
              </a:extLst>
            </p:cNvPr>
            <p:cNvSpPr/>
            <p:nvPr/>
          </p:nvSpPr>
          <p:spPr>
            <a:xfrm>
              <a:off x="1006324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0" name="橢圓 69">
              <a:extLst>
                <a:ext uri="{FF2B5EF4-FFF2-40B4-BE49-F238E27FC236}">
                  <a16:creationId xmlns:a16="http://schemas.microsoft.com/office/drawing/2014/main" id="{23FABD83-7310-4179-8DDD-462F0769E415}"/>
                </a:ext>
              </a:extLst>
            </p:cNvPr>
            <p:cNvSpPr/>
            <p:nvPr/>
          </p:nvSpPr>
          <p:spPr>
            <a:xfrm>
              <a:off x="1531150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71" name="橢圓 70">
              <a:extLst>
                <a:ext uri="{FF2B5EF4-FFF2-40B4-BE49-F238E27FC236}">
                  <a16:creationId xmlns:a16="http://schemas.microsoft.com/office/drawing/2014/main" id="{89C81756-7ED8-4066-B463-89FC9AEBCA10}"/>
                </a:ext>
              </a:extLst>
            </p:cNvPr>
            <p:cNvSpPr/>
            <p:nvPr/>
          </p:nvSpPr>
          <p:spPr>
            <a:xfrm>
              <a:off x="1531150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2" name="等腰三角形 71">
              <a:extLst>
                <a:ext uri="{FF2B5EF4-FFF2-40B4-BE49-F238E27FC236}">
                  <a16:creationId xmlns:a16="http://schemas.microsoft.com/office/drawing/2014/main" id="{BB55E2A2-A461-4F17-BD94-5680C302370E}"/>
                </a:ext>
              </a:extLst>
            </p:cNvPr>
            <p:cNvSpPr/>
            <p:nvPr/>
          </p:nvSpPr>
          <p:spPr>
            <a:xfrm rot="5400000" flipH="1">
              <a:off x="1342194" y="5038456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3" name="等腰三角形 72">
              <a:extLst>
                <a:ext uri="{FF2B5EF4-FFF2-40B4-BE49-F238E27FC236}">
                  <a16:creationId xmlns:a16="http://schemas.microsoft.com/office/drawing/2014/main" id="{70B47730-1AFC-443E-AA3E-DBD84767B180}"/>
                </a:ext>
              </a:extLst>
            </p:cNvPr>
            <p:cNvSpPr/>
            <p:nvPr/>
          </p:nvSpPr>
          <p:spPr>
            <a:xfrm rot="5400000" flipH="1">
              <a:off x="1342194" y="577254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4" name="等腰三角形 73">
              <a:extLst>
                <a:ext uri="{FF2B5EF4-FFF2-40B4-BE49-F238E27FC236}">
                  <a16:creationId xmlns:a16="http://schemas.microsoft.com/office/drawing/2014/main" id="{FF7D7A52-1610-46C7-983C-8B0CF9A61B7E}"/>
                </a:ext>
              </a:extLst>
            </p:cNvPr>
            <p:cNvSpPr/>
            <p:nvPr/>
          </p:nvSpPr>
          <p:spPr>
            <a:xfrm rot="5400000" flipH="1">
              <a:off x="968349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5" name="等腰三角形 74">
              <a:extLst>
                <a:ext uri="{FF2B5EF4-FFF2-40B4-BE49-F238E27FC236}">
                  <a16:creationId xmlns:a16="http://schemas.microsoft.com/office/drawing/2014/main" id="{8DC42994-2580-4E83-A94A-0D6D58E6AFA1}"/>
                </a:ext>
              </a:extLst>
            </p:cNvPr>
            <p:cNvSpPr/>
            <p:nvPr/>
          </p:nvSpPr>
          <p:spPr>
            <a:xfrm rot="5400000" flipH="1">
              <a:off x="1078723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6" name="等腰三角形 75">
              <a:extLst>
                <a:ext uri="{FF2B5EF4-FFF2-40B4-BE49-F238E27FC236}">
                  <a16:creationId xmlns:a16="http://schemas.microsoft.com/office/drawing/2014/main" id="{61CC7E32-1CDA-4EE2-9F3C-915BC3EEBB6D}"/>
                </a:ext>
              </a:extLst>
            </p:cNvPr>
            <p:cNvSpPr/>
            <p:nvPr/>
          </p:nvSpPr>
          <p:spPr>
            <a:xfrm rot="5400000" flipH="1">
              <a:off x="1078723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7" name="等腰三角形 76">
              <a:extLst>
                <a:ext uri="{FF2B5EF4-FFF2-40B4-BE49-F238E27FC236}">
                  <a16:creationId xmlns:a16="http://schemas.microsoft.com/office/drawing/2014/main" id="{F032D4F5-4127-42D6-8644-C4E6AA934D86}"/>
                </a:ext>
              </a:extLst>
            </p:cNvPr>
            <p:cNvSpPr/>
            <p:nvPr/>
          </p:nvSpPr>
          <p:spPr>
            <a:xfrm rot="5400000" flipH="1">
              <a:off x="1603549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8" name="等腰三角形 77">
              <a:extLst>
                <a:ext uri="{FF2B5EF4-FFF2-40B4-BE49-F238E27FC236}">
                  <a16:creationId xmlns:a16="http://schemas.microsoft.com/office/drawing/2014/main" id="{4AB18EB2-6677-4448-A729-D38143E95FBF}"/>
                </a:ext>
              </a:extLst>
            </p:cNvPr>
            <p:cNvSpPr/>
            <p:nvPr/>
          </p:nvSpPr>
          <p:spPr>
            <a:xfrm rot="5400000" flipH="1">
              <a:off x="1603549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9" name="等腰三角形 78">
              <a:extLst>
                <a:ext uri="{FF2B5EF4-FFF2-40B4-BE49-F238E27FC236}">
                  <a16:creationId xmlns:a16="http://schemas.microsoft.com/office/drawing/2014/main" id="{8C63E15B-762B-4188-BC2D-DA796D1434E1}"/>
                </a:ext>
              </a:extLst>
            </p:cNvPr>
            <p:cNvSpPr/>
            <p:nvPr/>
          </p:nvSpPr>
          <p:spPr>
            <a:xfrm rot="5400000" flipH="1">
              <a:off x="1705447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文字方塊 112">
                <a:extLst>
                  <a:ext uri="{FF2B5EF4-FFF2-40B4-BE49-F238E27FC236}">
                    <a16:creationId xmlns:a16="http://schemas.microsoft.com/office/drawing/2014/main" id="{BD7D3F58-D2E2-42DB-8B1B-53D87DE0B9E9}"/>
                  </a:ext>
                </a:extLst>
              </p:cNvPr>
              <p:cNvSpPr txBox="1"/>
              <p:nvPr/>
            </p:nvSpPr>
            <p:spPr>
              <a:xfrm>
                <a:off x="4248828" y="4430418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13" name="文字方塊 112">
                <a:extLst>
                  <a:ext uri="{FF2B5EF4-FFF2-40B4-BE49-F238E27FC236}">
                    <a16:creationId xmlns:a16="http://schemas.microsoft.com/office/drawing/2014/main" id="{BD7D3F58-D2E2-42DB-8B1B-53D87DE0B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8828" y="4430418"/>
                <a:ext cx="812954" cy="338554"/>
              </a:xfrm>
              <a:prstGeom prst="rect">
                <a:avLst/>
              </a:prstGeom>
              <a:blipFill>
                <a:blip r:embed="rId3"/>
                <a:stretch>
                  <a:fillRect t="-110909" r="-46617" b="-1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1" name="群組 190">
            <a:extLst>
              <a:ext uri="{FF2B5EF4-FFF2-40B4-BE49-F238E27FC236}">
                <a16:creationId xmlns:a16="http://schemas.microsoft.com/office/drawing/2014/main" id="{12A3856D-C8EE-4E5C-9371-C38BC0FAAC9C}"/>
              </a:ext>
            </a:extLst>
          </p:cNvPr>
          <p:cNvGrpSpPr/>
          <p:nvPr/>
        </p:nvGrpSpPr>
        <p:grpSpPr>
          <a:xfrm>
            <a:off x="4109285" y="1816920"/>
            <a:ext cx="76622" cy="73502"/>
            <a:chOff x="1373392" y="2391862"/>
            <a:chExt cx="479433" cy="476535"/>
          </a:xfrm>
        </p:grpSpPr>
        <p:sp>
          <p:nvSpPr>
            <p:cNvPr id="194" name="箭號: 向右 193">
              <a:extLst>
                <a:ext uri="{FF2B5EF4-FFF2-40B4-BE49-F238E27FC236}">
                  <a16:creationId xmlns:a16="http://schemas.microsoft.com/office/drawing/2014/main" id="{5A9976EA-DC90-4C92-81FF-F86EA39FDC9B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95" name="箭號: 向右 194">
              <a:extLst>
                <a:ext uri="{FF2B5EF4-FFF2-40B4-BE49-F238E27FC236}">
                  <a16:creationId xmlns:a16="http://schemas.microsoft.com/office/drawing/2014/main" id="{916F6971-5A5A-43BC-B03E-319A01E32168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2" name="文字方塊 191">
                <a:extLst>
                  <a:ext uri="{FF2B5EF4-FFF2-40B4-BE49-F238E27FC236}">
                    <a16:creationId xmlns:a16="http://schemas.microsoft.com/office/drawing/2014/main" id="{882169EE-BA39-4323-A236-BF2A8F339107}"/>
                  </a:ext>
                </a:extLst>
              </p:cNvPr>
              <p:cNvSpPr txBox="1"/>
              <p:nvPr/>
            </p:nvSpPr>
            <p:spPr>
              <a:xfrm>
                <a:off x="3935870" y="1420573"/>
                <a:ext cx="290616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192" name="文字方塊 191">
                <a:extLst>
                  <a:ext uri="{FF2B5EF4-FFF2-40B4-BE49-F238E27FC236}">
                    <a16:creationId xmlns:a16="http://schemas.microsoft.com/office/drawing/2014/main" id="{882169EE-BA39-4323-A236-BF2A8F3391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5870" y="1420573"/>
                <a:ext cx="290616" cy="424283"/>
              </a:xfrm>
              <a:prstGeom prst="rect">
                <a:avLst/>
              </a:prstGeom>
              <a:blipFill>
                <a:blip r:embed="rId4"/>
                <a:stretch>
                  <a:fillRect r="-44681" b="-57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3" name="文字方塊 192">
                <a:extLst>
                  <a:ext uri="{FF2B5EF4-FFF2-40B4-BE49-F238E27FC236}">
                    <a16:creationId xmlns:a16="http://schemas.microsoft.com/office/drawing/2014/main" id="{314BEA76-4D8E-4B0B-B6FB-45880D221837}"/>
                  </a:ext>
                </a:extLst>
              </p:cNvPr>
              <p:cNvSpPr txBox="1"/>
              <p:nvPr/>
            </p:nvSpPr>
            <p:spPr>
              <a:xfrm>
                <a:off x="4116302" y="1653370"/>
                <a:ext cx="25749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193" name="文字方塊 192">
                <a:extLst>
                  <a:ext uri="{FF2B5EF4-FFF2-40B4-BE49-F238E27FC236}">
                    <a16:creationId xmlns:a16="http://schemas.microsoft.com/office/drawing/2014/main" id="{314BEA76-4D8E-4B0B-B6FB-45880D221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6302" y="1653370"/>
                <a:ext cx="257490" cy="400110"/>
              </a:xfrm>
              <a:prstGeom prst="rect">
                <a:avLst/>
              </a:prstGeom>
              <a:blipFill>
                <a:blip r:embed="rId5"/>
                <a:stretch>
                  <a:fillRect r="-50000"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群組 30">
            <a:extLst>
              <a:ext uri="{FF2B5EF4-FFF2-40B4-BE49-F238E27FC236}">
                <a16:creationId xmlns:a16="http://schemas.microsoft.com/office/drawing/2014/main" id="{F80A0570-8D7F-4088-A36E-EDFA2AEC7B7B}"/>
              </a:ext>
            </a:extLst>
          </p:cNvPr>
          <p:cNvGrpSpPr/>
          <p:nvPr/>
        </p:nvGrpSpPr>
        <p:grpSpPr>
          <a:xfrm>
            <a:off x="4872519" y="1461186"/>
            <a:ext cx="762458" cy="789843"/>
            <a:chOff x="3481679" y="1511997"/>
            <a:chExt cx="1150186" cy="1191497"/>
          </a:xfrm>
        </p:grpSpPr>
        <p:sp>
          <p:nvSpPr>
            <p:cNvPr id="2" name="矩形: 圓角 1">
              <a:extLst>
                <a:ext uri="{FF2B5EF4-FFF2-40B4-BE49-F238E27FC236}">
                  <a16:creationId xmlns:a16="http://schemas.microsoft.com/office/drawing/2014/main" id="{877AF323-90EC-4DA0-9D2C-44F10B312DE5}"/>
                </a:ext>
              </a:extLst>
            </p:cNvPr>
            <p:cNvSpPr/>
            <p:nvPr/>
          </p:nvSpPr>
          <p:spPr>
            <a:xfrm>
              <a:off x="3481679" y="1553308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45" name="橢圓 44">
              <a:extLst>
                <a:ext uri="{FF2B5EF4-FFF2-40B4-BE49-F238E27FC236}">
                  <a16:creationId xmlns:a16="http://schemas.microsoft.com/office/drawing/2014/main" id="{BFD12D8F-18EF-4CE2-B5CB-EF9D62E97FAF}"/>
                </a:ext>
              </a:extLst>
            </p:cNvPr>
            <p:cNvSpPr/>
            <p:nvPr/>
          </p:nvSpPr>
          <p:spPr>
            <a:xfrm>
              <a:off x="3940548" y="164255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46" name="橢圓 45">
              <a:extLst>
                <a:ext uri="{FF2B5EF4-FFF2-40B4-BE49-F238E27FC236}">
                  <a16:creationId xmlns:a16="http://schemas.microsoft.com/office/drawing/2014/main" id="{1C220D7D-D2E4-4B02-848B-A30F57AC6D7C}"/>
                </a:ext>
              </a:extLst>
            </p:cNvPr>
            <p:cNvSpPr/>
            <p:nvPr/>
          </p:nvSpPr>
          <p:spPr>
            <a:xfrm>
              <a:off x="3940548" y="23780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47" name="橢圓 46">
              <a:extLst>
                <a:ext uri="{FF2B5EF4-FFF2-40B4-BE49-F238E27FC236}">
                  <a16:creationId xmlns:a16="http://schemas.microsoft.com/office/drawing/2014/main" id="{C03BE9E6-CBE4-4CDE-B6BE-D37200A1F03D}"/>
                </a:ext>
              </a:extLst>
            </p:cNvPr>
            <p:cNvSpPr/>
            <p:nvPr/>
          </p:nvSpPr>
          <p:spPr>
            <a:xfrm>
              <a:off x="4303801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48" name="橢圓 47">
              <a:extLst>
                <a:ext uri="{FF2B5EF4-FFF2-40B4-BE49-F238E27FC236}">
                  <a16:creationId xmlns:a16="http://schemas.microsoft.com/office/drawing/2014/main" id="{954ADC9E-6B01-44E0-B4CA-5C696A915190}"/>
                </a:ext>
              </a:extLst>
            </p:cNvPr>
            <p:cNvSpPr/>
            <p:nvPr/>
          </p:nvSpPr>
          <p:spPr>
            <a:xfrm>
              <a:off x="3566703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9" name="橢圓 48">
              <a:extLst>
                <a:ext uri="{FF2B5EF4-FFF2-40B4-BE49-F238E27FC236}">
                  <a16:creationId xmlns:a16="http://schemas.microsoft.com/office/drawing/2014/main" id="{E67DCB90-0A7F-481B-BABD-D05B6C89D6F4}"/>
                </a:ext>
              </a:extLst>
            </p:cNvPr>
            <p:cNvSpPr/>
            <p:nvPr/>
          </p:nvSpPr>
          <p:spPr>
            <a:xfrm>
              <a:off x="3677077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0" name="橢圓 49">
              <a:extLst>
                <a:ext uri="{FF2B5EF4-FFF2-40B4-BE49-F238E27FC236}">
                  <a16:creationId xmlns:a16="http://schemas.microsoft.com/office/drawing/2014/main" id="{CD4D6430-3860-4CDC-834E-87A1CB379DB5}"/>
                </a:ext>
              </a:extLst>
            </p:cNvPr>
            <p:cNvSpPr/>
            <p:nvPr/>
          </p:nvSpPr>
          <p:spPr>
            <a:xfrm>
              <a:off x="3677077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1" name="橢圓 50">
              <a:extLst>
                <a:ext uri="{FF2B5EF4-FFF2-40B4-BE49-F238E27FC236}">
                  <a16:creationId xmlns:a16="http://schemas.microsoft.com/office/drawing/2014/main" id="{6E7FB9E9-E437-426C-8FE1-FFF8C37BEA31}"/>
                </a:ext>
              </a:extLst>
            </p:cNvPr>
            <p:cNvSpPr/>
            <p:nvPr/>
          </p:nvSpPr>
          <p:spPr>
            <a:xfrm>
              <a:off x="4201903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 dirty="0"/>
            </a:p>
          </p:txBody>
        </p:sp>
        <p:sp>
          <p:nvSpPr>
            <p:cNvPr id="52" name="橢圓 51">
              <a:extLst>
                <a:ext uri="{FF2B5EF4-FFF2-40B4-BE49-F238E27FC236}">
                  <a16:creationId xmlns:a16="http://schemas.microsoft.com/office/drawing/2014/main" id="{6211590B-91FC-4104-932A-C4B35F040F5B}"/>
                </a:ext>
              </a:extLst>
            </p:cNvPr>
            <p:cNvSpPr/>
            <p:nvPr/>
          </p:nvSpPr>
          <p:spPr>
            <a:xfrm>
              <a:off x="4201902" y="1753910"/>
              <a:ext cx="230063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53" name="等腰三角形 52">
              <a:extLst>
                <a:ext uri="{FF2B5EF4-FFF2-40B4-BE49-F238E27FC236}">
                  <a16:creationId xmlns:a16="http://schemas.microsoft.com/office/drawing/2014/main" id="{039E01BD-05C8-4311-BDAA-A5DEFBD09F4A}"/>
                </a:ext>
              </a:extLst>
            </p:cNvPr>
            <p:cNvSpPr/>
            <p:nvPr/>
          </p:nvSpPr>
          <p:spPr>
            <a:xfrm rot="16200000">
              <a:off x="4012947" y="161086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54" name="等腰三角形 53">
              <a:extLst>
                <a:ext uri="{FF2B5EF4-FFF2-40B4-BE49-F238E27FC236}">
                  <a16:creationId xmlns:a16="http://schemas.microsoft.com/office/drawing/2014/main" id="{AEF80FE7-E823-4210-9AA1-694E9506974B}"/>
                </a:ext>
              </a:extLst>
            </p:cNvPr>
            <p:cNvSpPr/>
            <p:nvPr/>
          </p:nvSpPr>
          <p:spPr>
            <a:xfrm rot="16200000">
              <a:off x="4012947" y="234495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55" name="等腰三角形 54">
              <a:extLst>
                <a:ext uri="{FF2B5EF4-FFF2-40B4-BE49-F238E27FC236}">
                  <a16:creationId xmlns:a16="http://schemas.microsoft.com/office/drawing/2014/main" id="{B94407FE-F407-43E6-987A-5EB6347AD5D1}"/>
                </a:ext>
              </a:extLst>
            </p:cNvPr>
            <p:cNvSpPr/>
            <p:nvPr/>
          </p:nvSpPr>
          <p:spPr>
            <a:xfrm rot="16200000">
              <a:off x="3639102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6" name="等腰三角形 55">
              <a:extLst>
                <a:ext uri="{FF2B5EF4-FFF2-40B4-BE49-F238E27FC236}">
                  <a16:creationId xmlns:a16="http://schemas.microsoft.com/office/drawing/2014/main" id="{2858E61A-4EEA-448B-AF67-5B5C3564BF86}"/>
                </a:ext>
              </a:extLst>
            </p:cNvPr>
            <p:cNvSpPr/>
            <p:nvPr/>
          </p:nvSpPr>
          <p:spPr>
            <a:xfrm rot="16200000">
              <a:off x="3749476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57" name="等腰三角形 56">
              <a:extLst>
                <a:ext uri="{FF2B5EF4-FFF2-40B4-BE49-F238E27FC236}">
                  <a16:creationId xmlns:a16="http://schemas.microsoft.com/office/drawing/2014/main" id="{2D902AEF-584D-4324-B24B-F33B7E7C59DD}"/>
                </a:ext>
              </a:extLst>
            </p:cNvPr>
            <p:cNvSpPr/>
            <p:nvPr/>
          </p:nvSpPr>
          <p:spPr>
            <a:xfrm rot="16200000">
              <a:off x="3749476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60" name="等腰三角形 59">
              <a:extLst>
                <a:ext uri="{FF2B5EF4-FFF2-40B4-BE49-F238E27FC236}">
                  <a16:creationId xmlns:a16="http://schemas.microsoft.com/office/drawing/2014/main" id="{535CC7B3-FEE4-4F08-8939-BA239AB4958F}"/>
                </a:ext>
              </a:extLst>
            </p:cNvPr>
            <p:cNvSpPr/>
            <p:nvPr/>
          </p:nvSpPr>
          <p:spPr>
            <a:xfrm rot="16200000">
              <a:off x="4274302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61" name="等腰三角形 60">
              <a:extLst>
                <a:ext uri="{FF2B5EF4-FFF2-40B4-BE49-F238E27FC236}">
                  <a16:creationId xmlns:a16="http://schemas.microsoft.com/office/drawing/2014/main" id="{0F46E098-9168-4FAD-B9EC-73C08F7C4774}"/>
                </a:ext>
              </a:extLst>
            </p:cNvPr>
            <p:cNvSpPr/>
            <p:nvPr/>
          </p:nvSpPr>
          <p:spPr>
            <a:xfrm rot="16200000">
              <a:off x="4274302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62" name="等腰三角形 61">
              <a:extLst>
                <a:ext uri="{FF2B5EF4-FFF2-40B4-BE49-F238E27FC236}">
                  <a16:creationId xmlns:a16="http://schemas.microsoft.com/office/drawing/2014/main" id="{0FDF0A34-5E11-4D28-A6CE-C4297F577CE8}"/>
                </a:ext>
              </a:extLst>
            </p:cNvPr>
            <p:cNvSpPr/>
            <p:nvPr/>
          </p:nvSpPr>
          <p:spPr>
            <a:xfrm rot="16200000">
              <a:off x="4376200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grpSp>
          <p:nvGrpSpPr>
            <p:cNvPr id="197" name="群組 196">
              <a:extLst>
                <a:ext uri="{FF2B5EF4-FFF2-40B4-BE49-F238E27FC236}">
                  <a16:creationId xmlns:a16="http://schemas.microsoft.com/office/drawing/2014/main" id="{64572B81-FCEE-489A-BCAF-0F86A81819B7}"/>
                </a:ext>
              </a:extLst>
            </p:cNvPr>
            <p:cNvGrpSpPr/>
            <p:nvPr/>
          </p:nvGrpSpPr>
          <p:grpSpPr>
            <a:xfrm>
              <a:off x="4046896" y="2016650"/>
              <a:ext cx="115585" cy="110881"/>
              <a:chOff x="1328701" y="2330105"/>
              <a:chExt cx="479430" cy="476538"/>
            </a:xfrm>
          </p:grpSpPr>
          <p:sp>
            <p:nvSpPr>
              <p:cNvPr id="200" name="箭號: 向右 199">
                <a:extLst>
                  <a:ext uri="{FF2B5EF4-FFF2-40B4-BE49-F238E27FC236}">
                    <a16:creationId xmlns:a16="http://schemas.microsoft.com/office/drawing/2014/main" id="{4BF31411-8F4A-4F23-8A60-5C1E37F03CE5}"/>
                  </a:ext>
                </a:extLst>
              </p:cNvPr>
              <p:cNvSpPr/>
              <p:nvPr/>
            </p:nvSpPr>
            <p:spPr>
              <a:xfrm>
                <a:off x="1366547" y="2674112"/>
                <a:ext cx="441584" cy="132531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00">
                  <a:solidFill>
                    <a:schemeClr val="bg1"/>
                  </a:solidFill>
                </a:endParaRPr>
              </a:p>
            </p:txBody>
          </p:sp>
          <p:sp>
            <p:nvSpPr>
              <p:cNvPr id="201" name="箭號: 向右 200">
                <a:extLst>
                  <a:ext uri="{FF2B5EF4-FFF2-40B4-BE49-F238E27FC236}">
                    <a16:creationId xmlns:a16="http://schemas.microsoft.com/office/drawing/2014/main" id="{AA185A28-BD2D-474C-A576-226BFFE361A3}"/>
                  </a:ext>
                </a:extLst>
              </p:cNvPr>
              <p:cNvSpPr/>
              <p:nvPr/>
            </p:nvSpPr>
            <p:spPr>
              <a:xfrm rot="16200000">
                <a:off x="1174173" y="2484633"/>
                <a:ext cx="441581" cy="132526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8" name="文字方塊 197">
                  <a:extLst>
                    <a:ext uri="{FF2B5EF4-FFF2-40B4-BE49-F238E27FC236}">
                      <a16:creationId xmlns:a16="http://schemas.microsoft.com/office/drawing/2014/main" id="{A158A9CD-C3A5-4146-A816-D6FA568EB476}"/>
                    </a:ext>
                  </a:extLst>
                </p:cNvPr>
                <p:cNvSpPr txBox="1"/>
                <p:nvPr/>
              </p:nvSpPr>
              <p:spPr>
                <a:xfrm>
                  <a:off x="3803785" y="1511997"/>
                  <a:ext cx="546777" cy="54002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98" name="文字方塊 197">
                  <a:extLst>
                    <a:ext uri="{FF2B5EF4-FFF2-40B4-BE49-F238E27FC236}">
                      <a16:creationId xmlns:a16="http://schemas.microsoft.com/office/drawing/2014/main" id="{A158A9CD-C3A5-4146-A816-D6FA568EB4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03785" y="1511997"/>
                  <a:ext cx="546777" cy="540026"/>
                </a:xfrm>
                <a:prstGeom prst="rect">
                  <a:avLst/>
                </a:prstGeom>
                <a:blipFill>
                  <a:blip r:embed="rId6"/>
                  <a:stretch>
                    <a:fillRect b="-344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9" name="文字方塊 198">
                  <a:extLst>
                    <a:ext uri="{FF2B5EF4-FFF2-40B4-BE49-F238E27FC236}">
                      <a16:creationId xmlns:a16="http://schemas.microsoft.com/office/drawing/2014/main" id="{9F8B6938-D760-409B-B56E-F2C58D701FE9}"/>
                    </a:ext>
                  </a:extLst>
                </p:cNvPr>
                <p:cNvSpPr txBox="1"/>
                <p:nvPr/>
              </p:nvSpPr>
              <p:spPr>
                <a:xfrm>
                  <a:off x="4070531" y="1899986"/>
                  <a:ext cx="480892" cy="5107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99" name="文字方塊 198">
                  <a:extLst>
                    <a:ext uri="{FF2B5EF4-FFF2-40B4-BE49-F238E27FC236}">
                      <a16:creationId xmlns:a16="http://schemas.microsoft.com/office/drawing/2014/main" id="{9F8B6938-D760-409B-B56E-F2C58D701F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70531" y="1899986"/>
                  <a:ext cx="480892" cy="510717"/>
                </a:xfrm>
                <a:prstGeom prst="rect">
                  <a:avLst/>
                </a:prstGeom>
                <a:blipFill>
                  <a:blip r:embed="rId7"/>
                  <a:stretch>
                    <a:fillRect b="-363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4" name="文字方塊 213">
                <a:extLst>
                  <a:ext uri="{FF2B5EF4-FFF2-40B4-BE49-F238E27FC236}">
                    <a16:creationId xmlns:a16="http://schemas.microsoft.com/office/drawing/2014/main" id="{EFDA59F8-F89D-4806-A636-5828FA46C3A1}"/>
                  </a:ext>
                </a:extLst>
              </p:cNvPr>
              <p:cNvSpPr txBox="1"/>
              <p:nvPr/>
            </p:nvSpPr>
            <p:spPr>
              <a:xfrm>
                <a:off x="3646073" y="1970141"/>
                <a:ext cx="43241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214" name="文字方塊 213">
                <a:extLst>
                  <a:ext uri="{FF2B5EF4-FFF2-40B4-BE49-F238E27FC236}">
                    <a16:creationId xmlns:a16="http://schemas.microsoft.com/office/drawing/2014/main" id="{EFDA59F8-F89D-4806-A636-5828FA46C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6073" y="1970141"/>
                <a:ext cx="432414" cy="338554"/>
              </a:xfrm>
              <a:prstGeom prst="rect">
                <a:avLst/>
              </a:prstGeom>
              <a:blipFill>
                <a:blip r:embed="rId8"/>
                <a:stretch>
                  <a:fillRect r="-39437" b="-53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6" name="文字方塊 215">
            <a:extLst>
              <a:ext uri="{FF2B5EF4-FFF2-40B4-BE49-F238E27FC236}">
                <a16:creationId xmlns:a16="http://schemas.microsoft.com/office/drawing/2014/main" id="{42C1D9B8-8446-4675-B219-B666A3F92AA7}"/>
              </a:ext>
            </a:extLst>
          </p:cNvPr>
          <p:cNvSpPr txBox="1"/>
          <p:nvPr/>
        </p:nvSpPr>
        <p:spPr>
          <a:xfrm>
            <a:off x="1771156" y="723955"/>
            <a:ext cx="33922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 component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9B50033E-DE33-4154-B5F1-8F9B5FFA7A61}"/>
                  </a:ext>
                </a:extLst>
              </p:cNvPr>
              <p:cNvSpPr txBox="1"/>
              <p:nvPr/>
            </p:nvSpPr>
            <p:spPr>
              <a:xfrm>
                <a:off x="3805808" y="1178505"/>
                <a:ext cx="167359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4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9B50033E-DE33-4154-B5F1-8F9B5FFA7A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5808" y="1178505"/>
                <a:ext cx="1673596" cy="307777"/>
              </a:xfrm>
              <a:prstGeom prst="rect">
                <a:avLst/>
              </a:prstGeom>
              <a:blipFill>
                <a:blip r:embed="rId9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文字方塊 220">
                <a:extLst>
                  <a:ext uri="{FF2B5EF4-FFF2-40B4-BE49-F238E27FC236}">
                    <a16:creationId xmlns:a16="http://schemas.microsoft.com/office/drawing/2014/main" id="{1F2AF2E0-5B21-4D02-9C04-810F49C1DE66}"/>
                  </a:ext>
                </a:extLst>
              </p:cNvPr>
              <p:cNvSpPr txBox="1"/>
              <p:nvPr/>
            </p:nvSpPr>
            <p:spPr>
              <a:xfrm>
                <a:off x="2808355" y="3838141"/>
                <a:ext cx="11501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21" name="文字方塊 220">
                <a:extLst>
                  <a:ext uri="{FF2B5EF4-FFF2-40B4-BE49-F238E27FC236}">
                    <a16:creationId xmlns:a16="http://schemas.microsoft.com/office/drawing/2014/main" id="{1F2AF2E0-5B21-4D02-9C04-810F49C1D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8355" y="3838141"/>
                <a:ext cx="1150186" cy="307777"/>
              </a:xfrm>
              <a:prstGeom prst="rect">
                <a:avLst/>
              </a:prstGeom>
              <a:blipFill>
                <a:blip r:embed="rId10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2" name="文字方塊 221">
                <a:extLst>
                  <a:ext uri="{FF2B5EF4-FFF2-40B4-BE49-F238E27FC236}">
                    <a16:creationId xmlns:a16="http://schemas.microsoft.com/office/drawing/2014/main" id="{5E07A889-321A-4082-9225-757B6BF06F3F}"/>
                  </a:ext>
                </a:extLst>
              </p:cNvPr>
              <p:cNvSpPr txBox="1"/>
              <p:nvPr/>
            </p:nvSpPr>
            <p:spPr>
              <a:xfrm>
                <a:off x="5389533" y="2490768"/>
                <a:ext cx="11501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22" name="文字方塊 221">
                <a:extLst>
                  <a:ext uri="{FF2B5EF4-FFF2-40B4-BE49-F238E27FC236}">
                    <a16:creationId xmlns:a16="http://schemas.microsoft.com/office/drawing/2014/main" id="{5E07A889-321A-4082-9225-757B6BF06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9533" y="2490768"/>
                <a:ext cx="1150186" cy="307777"/>
              </a:xfrm>
              <a:prstGeom prst="rect">
                <a:avLst/>
              </a:prstGeom>
              <a:blipFill>
                <a:blip r:embed="rId11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3" name="文字方塊 222">
                <a:extLst>
                  <a:ext uri="{FF2B5EF4-FFF2-40B4-BE49-F238E27FC236}">
                    <a16:creationId xmlns:a16="http://schemas.microsoft.com/office/drawing/2014/main" id="{8E51661C-F95C-44C0-A8F0-38165630EE4E}"/>
                  </a:ext>
                </a:extLst>
              </p:cNvPr>
              <p:cNvSpPr txBox="1"/>
              <p:nvPr/>
            </p:nvSpPr>
            <p:spPr>
              <a:xfrm>
                <a:off x="3626920" y="4832051"/>
                <a:ext cx="11501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23" name="文字方塊 222">
                <a:extLst>
                  <a:ext uri="{FF2B5EF4-FFF2-40B4-BE49-F238E27FC236}">
                    <a16:creationId xmlns:a16="http://schemas.microsoft.com/office/drawing/2014/main" id="{8E51661C-F95C-44C0-A8F0-38165630E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6920" y="4832051"/>
                <a:ext cx="1150186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3" name="圖片 152">
            <a:extLst>
              <a:ext uri="{FF2B5EF4-FFF2-40B4-BE49-F238E27FC236}">
                <a16:creationId xmlns:a16="http://schemas.microsoft.com/office/drawing/2014/main" id="{E70F1D4D-A58E-4BD6-A8D5-405865F16C15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81" t="8908" r="4868" b="70278"/>
          <a:stretch/>
        </p:blipFill>
        <p:spPr>
          <a:xfrm>
            <a:off x="4589749" y="1432786"/>
            <a:ext cx="281644" cy="8982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文字方塊 154">
                <a:extLst>
                  <a:ext uri="{FF2B5EF4-FFF2-40B4-BE49-F238E27FC236}">
                    <a16:creationId xmlns:a16="http://schemas.microsoft.com/office/drawing/2014/main" id="{6E2C7196-1BBD-4D80-A7AC-4190F3C5767C}"/>
                  </a:ext>
                </a:extLst>
              </p:cNvPr>
              <p:cNvSpPr txBox="1"/>
              <p:nvPr/>
            </p:nvSpPr>
            <p:spPr>
              <a:xfrm>
                <a:off x="4491802" y="2212515"/>
                <a:ext cx="31707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55" name="文字方塊 154">
                <a:extLst>
                  <a:ext uri="{FF2B5EF4-FFF2-40B4-BE49-F238E27FC236}">
                    <a16:creationId xmlns:a16="http://schemas.microsoft.com/office/drawing/2014/main" id="{6E2C7196-1BBD-4D80-A7AC-4190F3C576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1802" y="2212515"/>
                <a:ext cx="317078" cy="307777"/>
              </a:xfrm>
              <a:prstGeom prst="rect">
                <a:avLst/>
              </a:prstGeom>
              <a:blipFill>
                <a:blip r:embed="rId14"/>
                <a:stretch>
                  <a:fillRect r="-230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群組 10">
            <a:extLst>
              <a:ext uri="{FF2B5EF4-FFF2-40B4-BE49-F238E27FC236}">
                <a16:creationId xmlns:a16="http://schemas.microsoft.com/office/drawing/2014/main" id="{BE783C45-7EFF-4CAC-88CC-AE391F56F0C1}"/>
              </a:ext>
            </a:extLst>
          </p:cNvPr>
          <p:cNvGrpSpPr/>
          <p:nvPr/>
        </p:nvGrpSpPr>
        <p:grpSpPr>
          <a:xfrm>
            <a:off x="3873338" y="2502143"/>
            <a:ext cx="1606614" cy="1942203"/>
            <a:chOff x="1768312" y="2547380"/>
            <a:chExt cx="1606614" cy="19422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文字方塊 113">
                  <a:extLst>
                    <a:ext uri="{FF2B5EF4-FFF2-40B4-BE49-F238E27FC236}">
                      <a16:creationId xmlns:a16="http://schemas.microsoft.com/office/drawing/2014/main" id="{597F4F6E-837A-4FE6-9C6C-CE22102694D1}"/>
                    </a:ext>
                  </a:extLst>
                </p:cNvPr>
                <p:cNvSpPr txBox="1"/>
                <p:nvPr/>
              </p:nvSpPr>
              <p:spPr>
                <a:xfrm>
                  <a:off x="2160599" y="2547380"/>
                  <a:ext cx="81295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00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1, −1</m:t>
                            </m:r>
                          </m:e>
                        </m:d>
                      </m:oMath>
                    </m:oMathPara>
                  </a14:m>
                  <a:endParaRPr lang="zh-TW" altLang="en-US" sz="1600" dirty="0"/>
                </a:p>
              </p:txBody>
            </p:sp>
          </mc:Choice>
          <mc:Fallback xmlns="">
            <p:sp>
              <p:nvSpPr>
                <p:cNvPr id="114" name="文字方塊 113">
                  <a:extLst>
                    <a:ext uri="{FF2B5EF4-FFF2-40B4-BE49-F238E27FC236}">
                      <a16:creationId xmlns:a16="http://schemas.microsoft.com/office/drawing/2014/main" id="{597F4F6E-837A-4FE6-9C6C-CE22102694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0599" y="2547380"/>
                  <a:ext cx="812954" cy="338554"/>
                </a:xfrm>
                <a:prstGeom prst="rect">
                  <a:avLst/>
                </a:prstGeom>
                <a:blipFill>
                  <a:blip r:embed="rId15"/>
                  <a:stretch>
                    <a:fillRect t="-108929" r="-46617" b="-16785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Oval 14">
              <a:extLst>
                <a:ext uri="{FF2B5EF4-FFF2-40B4-BE49-F238E27FC236}">
                  <a16:creationId xmlns:a16="http://schemas.microsoft.com/office/drawing/2014/main" id="{7F5221CE-37EE-40D8-BC56-84C6BB77B026}"/>
                </a:ext>
              </a:extLst>
            </p:cNvPr>
            <p:cNvSpPr/>
            <p:nvPr/>
          </p:nvSpPr>
          <p:spPr>
            <a:xfrm>
              <a:off x="2490566" y="2826349"/>
              <a:ext cx="162450" cy="168277"/>
            </a:xfrm>
            <a:prstGeom prst="ellipse">
              <a:avLst/>
            </a:prstGeom>
            <a:gradFill flip="none" rotWithShape="1">
              <a:gsLst>
                <a:gs pos="0">
                  <a:srgbClr val="D1D1D1"/>
                </a:gs>
                <a:gs pos="23000">
                  <a:schemeClr val="bg1">
                    <a:lumMod val="85000"/>
                  </a:schemeClr>
                </a:gs>
                <a:gs pos="69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p:sp>
          <p:nvSpPr>
            <p:cNvPr id="6" name="Oval 4">
              <a:extLst>
                <a:ext uri="{FF2B5EF4-FFF2-40B4-BE49-F238E27FC236}">
                  <a16:creationId xmlns:a16="http://schemas.microsoft.com/office/drawing/2014/main" id="{CDA31535-4AC8-4BAD-BE8E-AFCF3A5C1DFF}"/>
                </a:ext>
              </a:extLst>
            </p:cNvPr>
            <p:cNvSpPr/>
            <p:nvPr/>
          </p:nvSpPr>
          <p:spPr>
            <a:xfrm>
              <a:off x="1851984" y="2910487"/>
              <a:ext cx="1443999" cy="1495797"/>
            </a:xfrm>
            <a:prstGeom prst="ellipse">
              <a:avLst/>
            </a:prstGeom>
            <a:gradFill flip="none" rotWithShape="1">
              <a:gsLst>
                <a:gs pos="100000">
                  <a:schemeClr val="accent3">
                    <a:lumMod val="60000"/>
                    <a:lumOff val="40000"/>
                    <a:alpha val="60000"/>
                  </a:schemeClr>
                </a:gs>
                <a:gs pos="55000">
                  <a:schemeClr val="accent3">
                    <a:lumMod val="40000"/>
                    <a:lumOff val="60000"/>
                    <a:alpha val="60000"/>
                  </a:schemeClr>
                </a:gs>
                <a:gs pos="0">
                  <a:schemeClr val="bg1">
                    <a:alpha val="6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 w="57150">
              <a:solidFill>
                <a:srgbClr val="D5D7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7" name="Oval 15">
              <a:extLst>
                <a:ext uri="{FF2B5EF4-FFF2-40B4-BE49-F238E27FC236}">
                  <a16:creationId xmlns:a16="http://schemas.microsoft.com/office/drawing/2014/main" id="{1B9C275D-D4F9-404B-9759-D3137F20859E}"/>
                </a:ext>
              </a:extLst>
            </p:cNvPr>
            <p:cNvSpPr/>
            <p:nvPr/>
          </p:nvSpPr>
          <p:spPr>
            <a:xfrm>
              <a:off x="2490566" y="4321306"/>
              <a:ext cx="162450" cy="168277"/>
            </a:xfrm>
            <a:prstGeom prst="ellipse">
              <a:avLst/>
            </a:prstGeom>
            <a:gradFill flip="none" rotWithShape="1">
              <a:gsLst>
                <a:gs pos="17000">
                  <a:srgbClr val="D1D1D1"/>
                </a:gs>
                <a:gs pos="0">
                  <a:schemeClr val="bg1">
                    <a:lumMod val="85000"/>
                  </a:schemeClr>
                </a:gs>
                <a:gs pos="60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8" name="SHO">
              <a:extLst>
                <a:ext uri="{FF2B5EF4-FFF2-40B4-BE49-F238E27FC236}">
                  <a16:creationId xmlns:a16="http://schemas.microsoft.com/office/drawing/2014/main" id="{A12C8863-94E3-49F7-8C57-91B9A2E1BDE3}"/>
                </a:ext>
              </a:extLst>
            </p:cNvPr>
            <p:cNvSpPr/>
            <p:nvPr/>
          </p:nvSpPr>
          <p:spPr>
            <a:xfrm rot="16200000">
              <a:off x="2260445" y="2936886"/>
              <a:ext cx="622693" cy="1443999"/>
            </a:xfrm>
            <a:prstGeom prst="arc">
              <a:avLst>
                <a:gd name="adj1" fmla="val 5396867"/>
                <a:gd name="adj2" fmla="val 5395779"/>
              </a:avLst>
            </a:prstGeom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47000">
                  <a:schemeClr val="bg1">
                    <a:lumMod val="50000"/>
                  </a:schemeClr>
                </a:gs>
                <a:gs pos="97000">
                  <a:srgbClr val="5E5E5E"/>
                </a:gs>
              </a:gsLst>
              <a:path path="circle">
                <a:fillToRect l="50000" t="50000" r="50000" b="50000"/>
              </a:path>
              <a:tileRect/>
            </a:gradFill>
            <a:ln w="3175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9" name="SVO">
              <a:extLst>
                <a:ext uri="{FF2B5EF4-FFF2-40B4-BE49-F238E27FC236}">
                  <a16:creationId xmlns:a16="http://schemas.microsoft.com/office/drawing/2014/main" id="{BC0941FF-C00B-42D1-B1F2-D6E6CE090459}"/>
                </a:ext>
              </a:extLst>
            </p:cNvPr>
            <p:cNvSpPr/>
            <p:nvPr/>
          </p:nvSpPr>
          <p:spPr>
            <a:xfrm>
              <a:off x="2209892" y="2910988"/>
              <a:ext cx="722000" cy="1495797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0" name="Oval 6">
              <a:extLst>
                <a:ext uri="{FF2B5EF4-FFF2-40B4-BE49-F238E27FC236}">
                  <a16:creationId xmlns:a16="http://schemas.microsoft.com/office/drawing/2014/main" id="{3B7219CA-A385-4095-B7EA-6C247B36BEF6}"/>
                </a:ext>
              </a:extLst>
            </p:cNvPr>
            <p:cNvSpPr/>
            <p:nvPr/>
          </p:nvSpPr>
          <p:spPr>
            <a:xfrm rot="16200000">
              <a:off x="2260445" y="2936886"/>
              <a:ext cx="622693" cy="1443999"/>
            </a:xfrm>
            <a:prstGeom prst="ellipse">
              <a:avLst/>
            </a:prstGeom>
            <a:noFill/>
            <a:ln w="38100">
              <a:solidFill>
                <a:schemeClr val="tx1">
                  <a:alpha val="6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1">
                  <a:extLst>
                    <a:ext uri="{FF2B5EF4-FFF2-40B4-BE49-F238E27FC236}">
                      <a16:creationId xmlns:a16="http://schemas.microsoft.com/office/drawing/2014/main" id="{B7A5A3D7-6CE8-4726-9BEB-8C30B332BFDE}"/>
                    </a:ext>
                  </a:extLst>
                </p:cNvPr>
                <p:cNvSpPr txBox="1"/>
                <p:nvPr/>
              </p:nvSpPr>
              <p:spPr>
                <a:xfrm>
                  <a:off x="2022094" y="3480535"/>
                  <a:ext cx="17692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3" name="TextBox 11">
                  <a:extLst>
                    <a:ext uri="{FF2B5EF4-FFF2-40B4-BE49-F238E27FC236}">
                      <a16:creationId xmlns:a16="http://schemas.microsoft.com/office/drawing/2014/main" id="{B7A5A3D7-6CE8-4726-9BEB-8C30B332BF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2094" y="3480535"/>
                  <a:ext cx="176928" cy="338554"/>
                </a:xfrm>
                <a:prstGeom prst="rect">
                  <a:avLst/>
                </a:prstGeom>
                <a:blipFill>
                  <a:blip r:embed="rId16"/>
                  <a:stretch>
                    <a:fillRect r="-4137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Oval 22">
              <a:extLst>
                <a:ext uri="{FF2B5EF4-FFF2-40B4-BE49-F238E27FC236}">
                  <a16:creationId xmlns:a16="http://schemas.microsoft.com/office/drawing/2014/main" id="{DC8DEB48-159A-432A-A563-D1E2F53D788D}"/>
                </a:ext>
              </a:extLst>
            </p:cNvPr>
            <p:cNvSpPr/>
            <p:nvPr/>
          </p:nvSpPr>
          <p:spPr>
            <a:xfrm>
              <a:off x="2489620" y="4321306"/>
              <a:ext cx="162450" cy="168277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2">
                  <a:extLst>
                    <a:ext uri="{FF2B5EF4-FFF2-40B4-BE49-F238E27FC236}">
                      <a16:creationId xmlns:a16="http://schemas.microsoft.com/office/drawing/2014/main" id="{C30F96C9-2DED-45AF-B673-D98C394280FB}"/>
                    </a:ext>
                  </a:extLst>
                </p:cNvPr>
                <p:cNvSpPr txBox="1"/>
                <p:nvPr/>
              </p:nvSpPr>
              <p:spPr>
                <a:xfrm>
                  <a:off x="2677017" y="3575932"/>
                  <a:ext cx="17692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5" name="TextBox 12">
                  <a:extLst>
                    <a:ext uri="{FF2B5EF4-FFF2-40B4-BE49-F238E27FC236}">
                      <a16:creationId xmlns:a16="http://schemas.microsoft.com/office/drawing/2014/main" id="{C30F96C9-2DED-45AF-B673-D98C394280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77017" y="3575932"/>
                  <a:ext cx="176928" cy="338554"/>
                </a:xfrm>
                <a:prstGeom prst="rect">
                  <a:avLst/>
                </a:prstGeom>
                <a:blipFill>
                  <a:blip r:embed="rId17"/>
                  <a:stretch>
                    <a:fillRect r="-55172" b="-357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3">
                  <a:extLst>
                    <a:ext uri="{FF2B5EF4-FFF2-40B4-BE49-F238E27FC236}">
                      <a16:creationId xmlns:a16="http://schemas.microsoft.com/office/drawing/2014/main" id="{34AEE752-FCEC-49A9-B464-EE05AB88A4CD}"/>
                    </a:ext>
                  </a:extLst>
                </p:cNvPr>
                <p:cNvSpPr txBox="1"/>
                <p:nvPr/>
              </p:nvSpPr>
              <p:spPr>
                <a:xfrm>
                  <a:off x="2432892" y="2946190"/>
                  <a:ext cx="25696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6" name="TextBox 13">
                  <a:extLst>
                    <a:ext uri="{FF2B5EF4-FFF2-40B4-BE49-F238E27FC236}">
                      <a16:creationId xmlns:a16="http://schemas.microsoft.com/office/drawing/2014/main" id="{34AEE752-FCEC-49A9-B464-EE05AB88A4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32892" y="2946190"/>
                  <a:ext cx="256967" cy="338554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DVO">
              <a:extLst>
                <a:ext uri="{FF2B5EF4-FFF2-40B4-BE49-F238E27FC236}">
                  <a16:creationId xmlns:a16="http://schemas.microsoft.com/office/drawing/2014/main" id="{602C53B1-114A-48C0-9D73-85F68ECA2FBE}"/>
                </a:ext>
              </a:extLst>
            </p:cNvPr>
            <p:cNvSpPr/>
            <p:nvPr/>
          </p:nvSpPr>
          <p:spPr>
            <a:xfrm flipH="1">
              <a:off x="2209892" y="2910988"/>
              <a:ext cx="722000" cy="1495797"/>
            </a:xfrm>
            <a:prstGeom prst="arc">
              <a:avLst>
                <a:gd name="adj1" fmla="val 5396867"/>
                <a:gd name="adj2" fmla="val 16170484"/>
              </a:avLst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21" name="Oval 23">
              <a:extLst>
                <a:ext uri="{FF2B5EF4-FFF2-40B4-BE49-F238E27FC236}">
                  <a16:creationId xmlns:a16="http://schemas.microsoft.com/office/drawing/2014/main" id="{2F8E52B4-3879-4A53-853D-37DC6B8692F9}"/>
                </a:ext>
              </a:extLst>
            </p:cNvPr>
            <p:cNvSpPr/>
            <p:nvPr/>
          </p:nvSpPr>
          <p:spPr>
            <a:xfrm>
              <a:off x="3212476" y="3574748"/>
              <a:ext cx="162450" cy="168277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cxnSp>
          <p:nvCxnSpPr>
            <p:cNvPr id="23" name="Straight Arrow Connector 7">
              <a:extLst>
                <a:ext uri="{FF2B5EF4-FFF2-40B4-BE49-F238E27FC236}">
                  <a16:creationId xmlns:a16="http://schemas.microsoft.com/office/drawing/2014/main" id="{36EC1456-E151-43D6-83EA-97600C49E1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67860" y="3210805"/>
              <a:ext cx="1697" cy="44589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19">
              <a:extLst>
                <a:ext uri="{FF2B5EF4-FFF2-40B4-BE49-F238E27FC236}">
                  <a16:creationId xmlns:a16="http://schemas.microsoft.com/office/drawing/2014/main" id="{2B4DD044-2A67-4570-938D-6F05AB6D2E0C}"/>
                </a:ext>
              </a:extLst>
            </p:cNvPr>
            <p:cNvCxnSpPr>
              <a:cxnSpLocks/>
            </p:cNvCxnSpPr>
            <p:nvPr/>
          </p:nvCxnSpPr>
          <p:spPr>
            <a:xfrm>
              <a:off x="2570845" y="3654510"/>
              <a:ext cx="195802" cy="15676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18">
              <a:extLst>
                <a:ext uri="{FF2B5EF4-FFF2-40B4-BE49-F238E27FC236}">
                  <a16:creationId xmlns:a16="http://schemas.microsoft.com/office/drawing/2014/main" id="{19BA3216-8E1C-4DF5-A108-33E08250036A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2399523" y="3483035"/>
              <a:ext cx="0" cy="3429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Oval 20">
              <a:extLst>
                <a:ext uri="{FF2B5EF4-FFF2-40B4-BE49-F238E27FC236}">
                  <a16:creationId xmlns:a16="http://schemas.microsoft.com/office/drawing/2014/main" id="{C08F1200-1646-4E05-8061-9C6620047C71}"/>
                </a:ext>
              </a:extLst>
            </p:cNvPr>
            <p:cNvSpPr/>
            <p:nvPr/>
          </p:nvSpPr>
          <p:spPr>
            <a:xfrm>
              <a:off x="1768312" y="3574748"/>
              <a:ext cx="162450" cy="168277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9" name="Oval 22">
              <a:extLst>
                <a:ext uri="{FF2B5EF4-FFF2-40B4-BE49-F238E27FC236}">
                  <a16:creationId xmlns:a16="http://schemas.microsoft.com/office/drawing/2014/main" id="{FA290670-5ADB-4445-9B33-122BE606D9A1}"/>
                </a:ext>
              </a:extLst>
            </p:cNvPr>
            <p:cNvSpPr/>
            <p:nvPr/>
          </p:nvSpPr>
          <p:spPr>
            <a:xfrm>
              <a:off x="2490802" y="2818475"/>
              <a:ext cx="162450" cy="168277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p:sp>
          <p:nvSpPr>
            <p:cNvPr id="240" name="Partial Circle 9">
              <a:extLst>
                <a:ext uri="{FF2B5EF4-FFF2-40B4-BE49-F238E27FC236}">
                  <a16:creationId xmlns:a16="http://schemas.microsoft.com/office/drawing/2014/main" id="{44538DF5-DE96-4104-B849-41515C1FF374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505459" y="3560358"/>
              <a:ext cx="102408" cy="197724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1" name="TextBox 10">
                  <a:extLst>
                    <a:ext uri="{FF2B5EF4-FFF2-40B4-BE49-F238E27FC236}">
                      <a16:creationId xmlns:a16="http://schemas.microsoft.com/office/drawing/2014/main" id="{84F7F63B-75CC-4115-B39D-DAAE72357C14}"/>
                    </a:ext>
                  </a:extLst>
                </p:cNvPr>
                <p:cNvSpPr txBox="1"/>
                <p:nvPr/>
              </p:nvSpPr>
              <p:spPr>
                <a:xfrm>
                  <a:off x="2141443" y="3595408"/>
                  <a:ext cx="3152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41" name="TextBox 10">
                  <a:extLst>
                    <a:ext uri="{FF2B5EF4-FFF2-40B4-BE49-F238E27FC236}">
                      <a16:creationId xmlns:a16="http://schemas.microsoft.com/office/drawing/2014/main" id="{84F7F63B-75CC-4115-B39D-DAAE72357C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41443" y="3595408"/>
                  <a:ext cx="315234" cy="338554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2" name="Straight Arrow Connector 17">
              <a:extLst>
                <a:ext uri="{FF2B5EF4-FFF2-40B4-BE49-F238E27FC236}">
                  <a16:creationId xmlns:a16="http://schemas.microsoft.com/office/drawing/2014/main" id="{9118E4FA-F32D-4FFA-A291-5D7406EE0F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48711" y="3660429"/>
              <a:ext cx="221585" cy="28653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243" name="Partial Circle 9">
              <a:extLst>
                <a:ext uri="{FF2B5EF4-FFF2-40B4-BE49-F238E27FC236}">
                  <a16:creationId xmlns:a16="http://schemas.microsoft.com/office/drawing/2014/main" id="{E3086480-D87C-44BE-A5FD-FCCCBCB51C1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492736" y="3523137"/>
              <a:ext cx="149214" cy="301366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4" name="TextBox 10">
                  <a:extLst>
                    <a:ext uri="{FF2B5EF4-FFF2-40B4-BE49-F238E27FC236}">
                      <a16:creationId xmlns:a16="http://schemas.microsoft.com/office/drawing/2014/main" id="{88C10C99-5EFB-4159-8781-24325DAB3E66}"/>
                    </a:ext>
                  </a:extLst>
                </p:cNvPr>
                <p:cNvSpPr txBox="1"/>
                <p:nvPr/>
              </p:nvSpPr>
              <p:spPr>
                <a:xfrm>
                  <a:off x="2532514" y="3274990"/>
                  <a:ext cx="297046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44" name="TextBox 10">
                  <a:extLst>
                    <a:ext uri="{FF2B5EF4-FFF2-40B4-BE49-F238E27FC236}">
                      <a16:creationId xmlns:a16="http://schemas.microsoft.com/office/drawing/2014/main" id="{88C10C99-5EFB-4159-8781-24325DAB3E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2514" y="3274990"/>
                  <a:ext cx="297046" cy="338554"/>
                </a:xfrm>
                <a:prstGeom prst="rect">
                  <a:avLst/>
                </a:prstGeom>
                <a:blipFill>
                  <a:blip r:embed="rId20"/>
                  <a:stretch>
                    <a:fillRect l="-2083" r="-4167" b="-1090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5" name="Straight Arrow Connector 17">
              <a:extLst>
                <a:ext uri="{FF2B5EF4-FFF2-40B4-BE49-F238E27FC236}">
                  <a16:creationId xmlns:a16="http://schemas.microsoft.com/office/drawing/2014/main" id="{4E3FCC2D-106E-4711-AEA1-A315AFE9C0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62208" y="3214704"/>
              <a:ext cx="571923" cy="44964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56" name="Oval 23">
              <a:extLst>
                <a:ext uri="{FF2B5EF4-FFF2-40B4-BE49-F238E27FC236}">
                  <a16:creationId xmlns:a16="http://schemas.microsoft.com/office/drawing/2014/main" id="{BD6C54FF-0932-46E0-AAF1-1EE5D8BEBA20}"/>
                </a:ext>
              </a:extLst>
            </p:cNvPr>
            <p:cNvSpPr/>
            <p:nvPr/>
          </p:nvSpPr>
          <p:spPr>
            <a:xfrm>
              <a:off x="2831476" y="3850973"/>
              <a:ext cx="162450" cy="168277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157" name="Oval 23">
              <a:extLst>
                <a:ext uri="{FF2B5EF4-FFF2-40B4-BE49-F238E27FC236}">
                  <a16:creationId xmlns:a16="http://schemas.microsoft.com/office/drawing/2014/main" id="{21C2D51D-46D6-42F1-ACC3-976D84AA89E7}"/>
                </a:ext>
              </a:extLst>
            </p:cNvPr>
            <p:cNvSpPr/>
            <p:nvPr/>
          </p:nvSpPr>
          <p:spPr>
            <a:xfrm>
              <a:off x="2145676" y="3317573"/>
              <a:ext cx="162450" cy="168277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矩形 160">
                <a:extLst>
                  <a:ext uri="{FF2B5EF4-FFF2-40B4-BE49-F238E27FC236}">
                    <a16:creationId xmlns:a16="http://schemas.microsoft.com/office/drawing/2014/main" id="{750A7010-FFDC-44B9-8B58-B0B38D8B6E31}"/>
                  </a:ext>
                </a:extLst>
              </p:cNvPr>
              <p:cNvSpPr/>
              <p:nvPr/>
            </p:nvSpPr>
            <p:spPr>
              <a:xfrm>
                <a:off x="-1804540" y="2555311"/>
                <a:ext cx="1356461" cy="369332"/>
              </a:xfrm>
              <a:prstGeom prst="rect">
                <a:avLst/>
              </a:prstGeom>
              <a:solidFill>
                <a:srgbClr val="EFEFEF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1, −1, −1, 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1" name="矩形 160">
                <a:extLst>
                  <a:ext uri="{FF2B5EF4-FFF2-40B4-BE49-F238E27FC236}">
                    <a16:creationId xmlns:a16="http://schemas.microsoft.com/office/drawing/2014/main" id="{750A7010-FFDC-44B9-8B58-B0B38D8B6E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04540" y="2555311"/>
                <a:ext cx="1356461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8" name="群組 117">
            <a:extLst>
              <a:ext uri="{FF2B5EF4-FFF2-40B4-BE49-F238E27FC236}">
                <a16:creationId xmlns:a16="http://schemas.microsoft.com/office/drawing/2014/main" id="{07B2F8C0-5305-4898-871A-E9981615C101}"/>
              </a:ext>
            </a:extLst>
          </p:cNvPr>
          <p:cNvGrpSpPr/>
          <p:nvPr/>
        </p:nvGrpSpPr>
        <p:grpSpPr>
          <a:xfrm>
            <a:off x="6419809" y="3952290"/>
            <a:ext cx="762458" cy="762458"/>
            <a:chOff x="389151" y="2161357"/>
            <a:chExt cx="1150186" cy="1150186"/>
          </a:xfrm>
        </p:grpSpPr>
        <p:sp>
          <p:nvSpPr>
            <p:cNvPr id="119" name="矩形: 圓角 118">
              <a:extLst>
                <a:ext uri="{FF2B5EF4-FFF2-40B4-BE49-F238E27FC236}">
                  <a16:creationId xmlns:a16="http://schemas.microsoft.com/office/drawing/2014/main" id="{DF3A80B7-F728-4945-A812-5BEB9B06BB5D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120" name="箭號: 左-右雙向 119">
              <a:extLst>
                <a:ext uri="{FF2B5EF4-FFF2-40B4-BE49-F238E27FC236}">
                  <a16:creationId xmlns:a16="http://schemas.microsoft.com/office/drawing/2014/main" id="{4B92AD8A-5F0F-4DD8-9195-0675AA9DB28D}"/>
                </a:ext>
              </a:extLst>
            </p:cNvPr>
            <p:cNvSpPr/>
            <p:nvPr/>
          </p:nvSpPr>
          <p:spPr>
            <a:xfrm rot="18900000">
              <a:off x="494862" y="267653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121" name="箭號: 左-右雙向 120">
              <a:extLst>
                <a:ext uri="{FF2B5EF4-FFF2-40B4-BE49-F238E27FC236}">
                  <a16:creationId xmlns:a16="http://schemas.microsoft.com/office/drawing/2014/main" id="{706738C3-BF31-46AF-AA46-79F93D2D061F}"/>
                </a:ext>
              </a:extLst>
            </p:cNvPr>
            <p:cNvSpPr/>
            <p:nvPr/>
          </p:nvSpPr>
          <p:spPr>
            <a:xfrm rot="18900000">
              <a:off x="1212991" y="267653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22" name="箭號: 左-右雙向 121">
              <a:extLst>
                <a:ext uri="{FF2B5EF4-FFF2-40B4-BE49-F238E27FC236}">
                  <a16:creationId xmlns:a16="http://schemas.microsoft.com/office/drawing/2014/main" id="{279FBFE2-7482-4A6A-B4EF-0668AAAB78D4}"/>
                </a:ext>
              </a:extLst>
            </p:cNvPr>
            <p:cNvSpPr/>
            <p:nvPr/>
          </p:nvSpPr>
          <p:spPr>
            <a:xfrm>
              <a:off x="601032" y="242219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23" name="箭號: 左-右雙向 122">
              <a:extLst>
                <a:ext uri="{FF2B5EF4-FFF2-40B4-BE49-F238E27FC236}">
                  <a16:creationId xmlns:a16="http://schemas.microsoft.com/office/drawing/2014/main" id="{E41E7590-BAB9-4506-84C8-9186DA81E131}"/>
                </a:ext>
              </a:extLst>
            </p:cNvPr>
            <p:cNvSpPr/>
            <p:nvPr/>
          </p:nvSpPr>
          <p:spPr>
            <a:xfrm>
              <a:off x="1098572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24" name="箭號: 左-右雙向 123">
              <a:extLst>
                <a:ext uri="{FF2B5EF4-FFF2-40B4-BE49-F238E27FC236}">
                  <a16:creationId xmlns:a16="http://schemas.microsoft.com/office/drawing/2014/main" id="{E3324B6E-D926-4FCC-8B42-DE3929461B0D}"/>
                </a:ext>
              </a:extLst>
            </p:cNvPr>
            <p:cNvSpPr/>
            <p:nvPr/>
          </p:nvSpPr>
          <p:spPr>
            <a:xfrm rot="5400000">
              <a:off x="601034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125" name="箭號: 左-右雙向 124">
              <a:extLst>
                <a:ext uri="{FF2B5EF4-FFF2-40B4-BE49-F238E27FC236}">
                  <a16:creationId xmlns:a16="http://schemas.microsoft.com/office/drawing/2014/main" id="{49F5CF9B-7EA5-4858-ABB6-0C7F6DEFE0D7}"/>
                </a:ext>
              </a:extLst>
            </p:cNvPr>
            <p:cNvSpPr/>
            <p:nvPr/>
          </p:nvSpPr>
          <p:spPr>
            <a:xfrm rot="5400000">
              <a:off x="1098570" y="242219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26" name="箭號: 左-右雙向 125">
              <a:extLst>
                <a:ext uri="{FF2B5EF4-FFF2-40B4-BE49-F238E27FC236}">
                  <a16:creationId xmlns:a16="http://schemas.microsoft.com/office/drawing/2014/main" id="{2AC2EEB0-F961-43A7-91F7-A24CA6322267}"/>
                </a:ext>
              </a:extLst>
            </p:cNvPr>
            <p:cNvSpPr/>
            <p:nvPr/>
          </p:nvSpPr>
          <p:spPr>
            <a:xfrm rot="2700000">
              <a:off x="844159" y="3043671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30" name="箭號: 左-右雙向 129">
              <a:extLst>
                <a:ext uri="{FF2B5EF4-FFF2-40B4-BE49-F238E27FC236}">
                  <a16:creationId xmlns:a16="http://schemas.microsoft.com/office/drawing/2014/main" id="{66961A47-07AF-4706-80CF-76ABBDA8693C}"/>
                </a:ext>
              </a:extLst>
            </p:cNvPr>
            <p:cNvSpPr/>
            <p:nvPr/>
          </p:nvSpPr>
          <p:spPr>
            <a:xfrm rot="2700000">
              <a:off x="844159" y="231192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pic>
        <p:nvPicPr>
          <p:cNvPr id="12" name="圖片 11">
            <a:extLst>
              <a:ext uri="{FF2B5EF4-FFF2-40B4-BE49-F238E27FC236}">
                <a16:creationId xmlns:a16="http://schemas.microsoft.com/office/drawing/2014/main" id="{8A77A7AA-C863-435E-93DA-A677E85256E5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521098" y="3878188"/>
            <a:ext cx="861387" cy="8638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字方塊 133">
                <a:extLst>
                  <a:ext uri="{FF2B5EF4-FFF2-40B4-BE49-F238E27FC236}">
                    <a16:creationId xmlns:a16="http://schemas.microsoft.com/office/drawing/2014/main" id="{B7CFAB37-E98B-4BFF-A8D8-CA5A27A2490F}"/>
                  </a:ext>
                </a:extLst>
              </p:cNvPr>
              <p:cNvSpPr txBox="1"/>
              <p:nvPr/>
            </p:nvSpPr>
            <p:spPr>
              <a:xfrm>
                <a:off x="5356195" y="3852843"/>
                <a:ext cx="11501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34" name="文字方塊 133">
                <a:extLst>
                  <a:ext uri="{FF2B5EF4-FFF2-40B4-BE49-F238E27FC236}">
                    <a16:creationId xmlns:a16="http://schemas.microsoft.com/office/drawing/2014/main" id="{B7CFAB37-E98B-4BFF-A8D8-CA5A27A24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6195" y="3852843"/>
                <a:ext cx="1150186" cy="307777"/>
              </a:xfrm>
              <a:prstGeom prst="rect">
                <a:avLst/>
              </a:prstGeom>
              <a:blipFill>
                <a:blip r:embed="rId23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5" name="群組 134">
            <a:extLst>
              <a:ext uri="{FF2B5EF4-FFF2-40B4-BE49-F238E27FC236}">
                <a16:creationId xmlns:a16="http://schemas.microsoft.com/office/drawing/2014/main" id="{9598AA79-722B-413F-93C1-4BE4A44EF944}"/>
              </a:ext>
            </a:extLst>
          </p:cNvPr>
          <p:cNvGrpSpPr/>
          <p:nvPr/>
        </p:nvGrpSpPr>
        <p:grpSpPr>
          <a:xfrm>
            <a:off x="2133415" y="2554883"/>
            <a:ext cx="762458" cy="762458"/>
            <a:chOff x="389151" y="2161357"/>
            <a:chExt cx="1150186" cy="1150186"/>
          </a:xfrm>
        </p:grpSpPr>
        <p:sp>
          <p:nvSpPr>
            <p:cNvPr id="136" name="矩形: 圓角 135">
              <a:extLst>
                <a:ext uri="{FF2B5EF4-FFF2-40B4-BE49-F238E27FC236}">
                  <a16:creationId xmlns:a16="http://schemas.microsoft.com/office/drawing/2014/main" id="{4FDD501F-8024-4335-B21B-7744633B4398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137" name="箭號: 左-右雙向 136">
              <a:extLst>
                <a:ext uri="{FF2B5EF4-FFF2-40B4-BE49-F238E27FC236}">
                  <a16:creationId xmlns:a16="http://schemas.microsoft.com/office/drawing/2014/main" id="{6E188C5A-5749-4D7C-8302-71A6E3DA6B68}"/>
                </a:ext>
              </a:extLst>
            </p:cNvPr>
            <p:cNvSpPr/>
            <p:nvPr/>
          </p:nvSpPr>
          <p:spPr>
            <a:xfrm rot="2700000">
              <a:off x="494862" y="267653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138" name="箭號: 左-右雙向 137">
              <a:extLst>
                <a:ext uri="{FF2B5EF4-FFF2-40B4-BE49-F238E27FC236}">
                  <a16:creationId xmlns:a16="http://schemas.microsoft.com/office/drawing/2014/main" id="{42116BAA-3D04-46B9-B272-F52023155ABE}"/>
                </a:ext>
              </a:extLst>
            </p:cNvPr>
            <p:cNvSpPr/>
            <p:nvPr/>
          </p:nvSpPr>
          <p:spPr>
            <a:xfrm rot="2700000">
              <a:off x="1212991" y="267653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39" name="箭號: 左-右雙向 138">
              <a:extLst>
                <a:ext uri="{FF2B5EF4-FFF2-40B4-BE49-F238E27FC236}">
                  <a16:creationId xmlns:a16="http://schemas.microsoft.com/office/drawing/2014/main" id="{0857E5BF-11F7-41F6-918F-78D3FF353FC8}"/>
                </a:ext>
              </a:extLst>
            </p:cNvPr>
            <p:cNvSpPr/>
            <p:nvPr/>
          </p:nvSpPr>
          <p:spPr>
            <a:xfrm rot="5400000">
              <a:off x="601032" y="242219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40" name="箭號: 左-右雙向 139">
              <a:extLst>
                <a:ext uri="{FF2B5EF4-FFF2-40B4-BE49-F238E27FC236}">
                  <a16:creationId xmlns:a16="http://schemas.microsoft.com/office/drawing/2014/main" id="{5054F892-90FF-4E96-A7B3-26DF4EB760F1}"/>
                </a:ext>
              </a:extLst>
            </p:cNvPr>
            <p:cNvSpPr/>
            <p:nvPr/>
          </p:nvSpPr>
          <p:spPr>
            <a:xfrm rot="5400000">
              <a:off x="1098572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41" name="箭號: 左-右雙向 140">
              <a:extLst>
                <a:ext uri="{FF2B5EF4-FFF2-40B4-BE49-F238E27FC236}">
                  <a16:creationId xmlns:a16="http://schemas.microsoft.com/office/drawing/2014/main" id="{48D6F68F-107F-4C1D-AAA9-3218CBE8D522}"/>
                </a:ext>
              </a:extLst>
            </p:cNvPr>
            <p:cNvSpPr/>
            <p:nvPr/>
          </p:nvSpPr>
          <p:spPr>
            <a:xfrm>
              <a:off x="601034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142" name="箭號: 左-右雙向 141">
              <a:extLst>
                <a:ext uri="{FF2B5EF4-FFF2-40B4-BE49-F238E27FC236}">
                  <a16:creationId xmlns:a16="http://schemas.microsoft.com/office/drawing/2014/main" id="{87AD9543-1723-4B03-BF8A-24E8DF865F6F}"/>
                </a:ext>
              </a:extLst>
            </p:cNvPr>
            <p:cNvSpPr/>
            <p:nvPr/>
          </p:nvSpPr>
          <p:spPr>
            <a:xfrm>
              <a:off x="1098570" y="242219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43" name="箭號: 左-右雙向 142">
              <a:extLst>
                <a:ext uri="{FF2B5EF4-FFF2-40B4-BE49-F238E27FC236}">
                  <a16:creationId xmlns:a16="http://schemas.microsoft.com/office/drawing/2014/main" id="{9A9C4CF8-1639-485A-BCC5-57BA82F88E8C}"/>
                </a:ext>
              </a:extLst>
            </p:cNvPr>
            <p:cNvSpPr/>
            <p:nvPr/>
          </p:nvSpPr>
          <p:spPr>
            <a:xfrm rot="18900000">
              <a:off x="844159" y="3043671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44" name="箭號: 左-右雙向 143">
              <a:extLst>
                <a:ext uri="{FF2B5EF4-FFF2-40B4-BE49-F238E27FC236}">
                  <a16:creationId xmlns:a16="http://schemas.microsoft.com/office/drawing/2014/main" id="{FC90CD13-E835-436D-B743-384E628CB654}"/>
                </a:ext>
              </a:extLst>
            </p:cNvPr>
            <p:cNvSpPr/>
            <p:nvPr/>
          </p:nvSpPr>
          <p:spPr>
            <a:xfrm rot="18900000">
              <a:off x="844159" y="231192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pic>
        <p:nvPicPr>
          <p:cNvPr id="19" name="圖片 18">
            <a:extLst>
              <a:ext uri="{FF2B5EF4-FFF2-40B4-BE49-F238E27FC236}">
                <a16:creationId xmlns:a16="http://schemas.microsoft.com/office/drawing/2014/main" id="{EA2F7A03-DFBC-4084-A820-E4F8EA562A2B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951524" y="2476710"/>
            <a:ext cx="867600" cy="8697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文字方塊 144">
                <a:extLst>
                  <a:ext uri="{FF2B5EF4-FFF2-40B4-BE49-F238E27FC236}">
                    <a16:creationId xmlns:a16="http://schemas.microsoft.com/office/drawing/2014/main" id="{5A878C86-D4DF-45C0-8C9D-1A1E9CBF2015}"/>
                  </a:ext>
                </a:extLst>
              </p:cNvPr>
              <p:cNvSpPr txBox="1"/>
              <p:nvPr/>
            </p:nvSpPr>
            <p:spPr>
              <a:xfrm>
                <a:off x="2808355" y="2479465"/>
                <a:ext cx="11501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45" name="文字方塊 144">
                <a:extLst>
                  <a:ext uri="{FF2B5EF4-FFF2-40B4-BE49-F238E27FC236}">
                    <a16:creationId xmlns:a16="http://schemas.microsoft.com/office/drawing/2014/main" id="{5A878C86-D4DF-45C0-8C9D-1A1E9CBF20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8355" y="2479465"/>
                <a:ext cx="1150186" cy="307777"/>
              </a:xfrm>
              <a:prstGeom prst="rect">
                <a:avLst/>
              </a:prstGeom>
              <a:blipFill>
                <a:blip r:embed="rId25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6" name="直線接點 145">
            <a:extLst>
              <a:ext uri="{FF2B5EF4-FFF2-40B4-BE49-F238E27FC236}">
                <a16:creationId xmlns:a16="http://schemas.microsoft.com/office/drawing/2014/main" id="{F57829FF-CD68-4562-AB59-154F24F908FA}"/>
              </a:ext>
            </a:extLst>
          </p:cNvPr>
          <p:cNvCxnSpPr>
            <a:cxnSpLocks/>
          </p:cNvCxnSpPr>
          <p:nvPr/>
        </p:nvCxnSpPr>
        <p:spPr>
          <a:xfrm flipV="1">
            <a:off x="3806826" y="3332768"/>
            <a:ext cx="453250" cy="188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7" name="直線接點 146">
            <a:extLst>
              <a:ext uri="{FF2B5EF4-FFF2-40B4-BE49-F238E27FC236}">
                <a16:creationId xmlns:a16="http://schemas.microsoft.com/office/drawing/2014/main" id="{8EA3D37D-BFAA-448D-8EDF-6DD3156581A5}"/>
              </a:ext>
            </a:extLst>
          </p:cNvPr>
          <p:cNvCxnSpPr>
            <a:cxnSpLocks/>
          </p:cNvCxnSpPr>
          <p:nvPr/>
        </p:nvCxnSpPr>
        <p:spPr>
          <a:xfrm>
            <a:off x="5110487" y="3893344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9" name="直線接點 148">
            <a:extLst>
              <a:ext uri="{FF2B5EF4-FFF2-40B4-BE49-F238E27FC236}">
                <a16:creationId xmlns:a16="http://schemas.microsoft.com/office/drawing/2014/main" id="{85901407-932B-4660-A0CE-FBFB95C7B064}"/>
              </a:ext>
            </a:extLst>
          </p:cNvPr>
          <p:cNvCxnSpPr>
            <a:cxnSpLocks/>
          </p:cNvCxnSpPr>
          <p:nvPr/>
        </p:nvCxnSpPr>
        <p:spPr>
          <a:xfrm flipV="1">
            <a:off x="5453063" y="3402814"/>
            <a:ext cx="80962" cy="128587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0" name="直線接點 149">
            <a:extLst>
              <a:ext uri="{FF2B5EF4-FFF2-40B4-BE49-F238E27FC236}">
                <a16:creationId xmlns:a16="http://schemas.microsoft.com/office/drawing/2014/main" id="{DBE34094-4181-4370-ADC4-4716A25B3D7C}"/>
              </a:ext>
            </a:extLst>
          </p:cNvPr>
          <p:cNvCxnSpPr>
            <a:cxnSpLocks/>
            <a:endCxn id="28" idx="3"/>
          </p:cNvCxnSpPr>
          <p:nvPr/>
        </p:nvCxnSpPr>
        <p:spPr>
          <a:xfrm flipV="1">
            <a:off x="3791864" y="3673137"/>
            <a:ext cx="105264" cy="1916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8" name="矩形 167">
            <a:extLst>
              <a:ext uri="{FF2B5EF4-FFF2-40B4-BE49-F238E27FC236}">
                <a16:creationId xmlns:a16="http://schemas.microsoft.com/office/drawing/2014/main" id="{8FFEB04E-8721-4A1E-B20C-8834C90333E1}"/>
              </a:ext>
            </a:extLst>
          </p:cNvPr>
          <p:cNvSpPr/>
          <p:nvPr/>
        </p:nvSpPr>
        <p:spPr>
          <a:xfrm>
            <a:off x="-1484778" y="3295468"/>
            <a:ext cx="264575" cy="369332"/>
          </a:xfrm>
          <a:prstGeom prst="rect">
            <a:avLst/>
          </a:prstGeom>
          <a:solidFill>
            <a:srgbClr val="EFEFEF"/>
          </a:solidFill>
        </p:spPr>
        <p:txBody>
          <a:bodyPr wrap="square">
            <a:spAutoFit/>
          </a:bodyPr>
          <a:lstStyle/>
          <a:p>
            <a:endParaRPr lang="zh-TW" altLang="en-US" dirty="0"/>
          </a:p>
        </p:txBody>
      </p:sp>
      <p:grpSp>
        <p:nvGrpSpPr>
          <p:cNvPr id="103" name="群組 102">
            <a:extLst>
              <a:ext uri="{FF2B5EF4-FFF2-40B4-BE49-F238E27FC236}">
                <a16:creationId xmlns:a16="http://schemas.microsoft.com/office/drawing/2014/main" id="{BEA6291E-CB06-47EF-8A44-C59D9E98795D}"/>
              </a:ext>
            </a:extLst>
          </p:cNvPr>
          <p:cNvGrpSpPr/>
          <p:nvPr/>
        </p:nvGrpSpPr>
        <p:grpSpPr>
          <a:xfrm>
            <a:off x="4728332" y="635669"/>
            <a:ext cx="2017596" cy="545190"/>
            <a:chOff x="3772322" y="601578"/>
            <a:chExt cx="2017596" cy="545190"/>
          </a:xfrm>
        </p:grpSpPr>
        <p:grpSp>
          <p:nvGrpSpPr>
            <p:cNvPr id="18" name="群組 17">
              <a:extLst>
                <a:ext uri="{FF2B5EF4-FFF2-40B4-BE49-F238E27FC236}">
                  <a16:creationId xmlns:a16="http://schemas.microsoft.com/office/drawing/2014/main" id="{CC386EDD-3662-4A57-BD41-5CC72CFF2145}"/>
                </a:ext>
              </a:extLst>
            </p:cNvPr>
            <p:cNvGrpSpPr/>
            <p:nvPr/>
          </p:nvGrpSpPr>
          <p:grpSpPr>
            <a:xfrm>
              <a:off x="3772322" y="647700"/>
              <a:ext cx="2017596" cy="499068"/>
              <a:chOff x="3435760" y="595772"/>
              <a:chExt cx="2381212" cy="589010"/>
            </a:xfrm>
          </p:grpSpPr>
          <p:pic>
            <p:nvPicPr>
              <p:cNvPr id="3" name="圖片 2">
                <a:extLst>
                  <a:ext uri="{FF2B5EF4-FFF2-40B4-BE49-F238E27FC236}">
                    <a16:creationId xmlns:a16="http://schemas.microsoft.com/office/drawing/2014/main" id="{1D29E37C-B71A-4C81-A9AE-9E3848B787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435760" y="595772"/>
                <a:ext cx="2381212" cy="589010"/>
              </a:xfrm>
              <a:prstGeom prst="rect">
                <a:avLst/>
              </a:prstGeom>
            </p:spPr>
          </p:pic>
          <p:pic>
            <p:nvPicPr>
              <p:cNvPr id="4" name="圖片 3">
                <a:extLst>
                  <a:ext uri="{FF2B5EF4-FFF2-40B4-BE49-F238E27FC236}">
                    <a16:creationId xmlns:a16="http://schemas.microsoft.com/office/drawing/2014/main" id="{686BDA7B-879F-450E-8151-2976E8551AA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7"/>
              <a:srcRect l="8628" t="17664" r="9063" b="16864"/>
              <a:stretch/>
            </p:blipFill>
            <p:spPr>
              <a:xfrm>
                <a:off x="3765549" y="702311"/>
                <a:ext cx="771657" cy="165894"/>
              </a:xfrm>
              <a:prstGeom prst="rect">
                <a:avLst/>
              </a:prstGeom>
            </p:spPr>
          </p:pic>
        </p:grpSp>
        <p:pic>
          <p:nvPicPr>
            <p:cNvPr id="102" name="圖片 101">
              <a:extLst>
                <a:ext uri="{FF2B5EF4-FFF2-40B4-BE49-F238E27FC236}">
                  <a16:creationId xmlns:a16="http://schemas.microsoft.com/office/drawing/2014/main" id="{A329FBD1-C370-4BD8-93DC-366A8A30A7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5222976" y="601578"/>
              <a:ext cx="262151" cy="149243"/>
            </a:xfrm>
            <a:prstGeom prst="rect">
              <a:avLst/>
            </a:prstGeom>
          </p:spPr>
        </p:pic>
      </p:grpSp>
      <p:grpSp>
        <p:nvGrpSpPr>
          <p:cNvPr id="104" name="群組 103">
            <a:extLst>
              <a:ext uri="{FF2B5EF4-FFF2-40B4-BE49-F238E27FC236}">
                <a16:creationId xmlns:a16="http://schemas.microsoft.com/office/drawing/2014/main" id="{9A7BC23D-92F9-4B2C-A50E-EAF25D91B59D}"/>
              </a:ext>
            </a:extLst>
          </p:cNvPr>
          <p:cNvGrpSpPr/>
          <p:nvPr/>
        </p:nvGrpSpPr>
        <p:grpSpPr>
          <a:xfrm>
            <a:off x="6435630" y="2573792"/>
            <a:ext cx="763200" cy="763200"/>
            <a:chOff x="6578505" y="2619036"/>
            <a:chExt cx="763200" cy="763200"/>
          </a:xfrm>
        </p:grpSpPr>
        <p:sp>
          <p:nvSpPr>
            <p:cNvPr id="172" name="矩形: 圓角 171">
              <a:extLst>
                <a:ext uri="{FF2B5EF4-FFF2-40B4-BE49-F238E27FC236}">
                  <a16:creationId xmlns:a16="http://schemas.microsoft.com/office/drawing/2014/main" id="{DA29815A-8E13-40FA-B91F-69A4E734B046}"/>
                </a:ext>
              </a:extLst>
            </p:cNvPr>
            <p:cNvSpPr/>
            <p:nvPr/>
          </p:nvSpPr>
          <p:spPr>
            <a:xfrm>
              <a:off x="6578505" y="2619036"/>
              <a:ext cx="763200" cy="7632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173" name="箭號: 左-右雙向 172">
              <a:extLst>
                <a:ext uri="{FF2B5EF4-FFF2-40B4-BE49-F238E27FC236}">
                  <a16:creationId xmlns:a16="http://schemas.microsoft.com/office/drawing/2014/main" id="{67E3C97C-B6C7-473D-9EC5-2CF91970C9BE}"/>
                </a:ext>
              </a:extLst>
            </p:cNvPr>
            <p:cNvSpPr/>
            <p:nvPr/>
          </p:nvSpPr>
          <p:spPr>
            <a:xfrm rot="5400000">
              <a:off x="6649457" y="2968181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174" name="箭號: 左-右雙向 173">
              <a:extLst>
                <a:ext uri="{FF2B5EF4-FFF2-40B4-BE49-F238E27FC236}">
                  <a16:creationId xmlns:a16="http://schemas.microsoft.com/office/drawing/2014/main" id="{815D0984-AC6A-4B8D-8026-A16EE55DCE11}"/>
                </a:ext>
              </a:extLst>
            </p:cNvPr>
            <p:cNvSpPr/>
            <p:nvPr/>
          </p:nvSpPr>
          <p:spPr>
            <a:xfrm rot="5400000">
              <a:off x="7125967" y="2968181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176" name="箭號: 左-右雙向 175">
              <a:extLst>
                <a:ext uri="{FF2B5EF4-FFF2-40B4-BE49-F238E27FC236}">
                  <a16:creationId xmlns:a16="http://schemas.microsoft.com/office/drawing/2014/main" id="{EE75FFED-F722-4662-AB28-7B94C2E450FB}"/>
                </a:ext>
              </a:extLst>
            </p:cNvPr>
            <p:cNvSpPr/>
            <p:nvPr/>
          </p:nvSpPr>
          <p:spPr>
            <a:xfrm rot="18900000">
              <a:off x="6719905" y="2799419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177" name="箭號: 左-右雙向 176">
              <a:extLst>
                <a:ext uri="{FF2B5EF4-FFF2-40B4-BE49-F238E27FC236}">
                  <a16:creationId xmlns:a16="http://schemas.microsoft.com/office/drawing/2014/main" id="{5F1318CC-5548-4980-8588-C550BB4E1DC4}"/>
                </a:ext>
              </a:extLst>
            </p:cNvPr>
            <p:cNvSpPr/>
            <p:nvPr/>
          </p:nvSpPr>
          <p:spPr>
            <a:xfrm rot="18900000">
              <a:off x="7050045" y="3143217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178" name="箭號: 左-右雙向 177">
              <a:extLst>
                <a:ext uri="{FF2B5EF4-FFF2-40B4-BE49-F238E27FC236}">
                  <a16:creationId xmlns:a16="http://schemas.microsoft.com/office/drawing/2014/main" id="{D76A56A4-D7AE-44F2-A9D4-147D19EACC48}"/>
                </a:ext>
              </a:extLst>
            </p:cNvPr>
            <p:cNvSpPr/>
            <p:nvPr/>
          </p:nvSpPr>
          <p:spPr>
            <a:xfrm rot="2700000">
              <a:off x="6719905" y="3143218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179" name="箭號: 左-右雙向 178">
              <a:extLst>
                <a:ext uri="{FF2B5EF4-FFF2-40B4-BE49-F238E27FC236}">
                  <a16:creationId xmlns:a16="http://schemas.microsoft.com/office/drawing/2014/main" id="{F5D904B8-9A4A-40EE-AB38-56C141185288}"/>
                </a:ext>
              </a:extLst>
            </p:cNvPr>
            <p:cNvSpPr/>
            <p:nvPr/>
          </p:nvSpPr>
          <p:spPr>
            <a:xfrm rot="2700000">
              <a:off x="7050045" y="2799418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180" name="箭號: 左-右雙向 179">
              <a:extLst>
                <a:ext uri="{FF2B5EF4-FFF2-40B4-BE49-F238E27FC236}">
                  <a16:creationId xmlns:a16="http://schemas.microsoft.com/office/drawing/2014/main" id="{B795398F-B941-4C36-807B-B662F9744086}"/>
                </a:ext>
              </a:extLst>
            </p:cNvPr>
            <p:cNvSpPr/>
            <p:nvPr/>
          </p:nvSpPr>
          <p:spPr>
            <a:xfrm>
              <a:off x="6881231" y="3211793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181" name="箭號: 左-右雙向 180">
              <a:extLst>
                <a:ext uri="{FF2B5EF4-FFF2-40B4-BE49-F238E27FC236}">
                  <a16:creationId xmlns:a16="http://schemas.microsoft.com/office/drawing/2014/main" id="{DBB82A27-C147-449D-A94A-94F88036669B}"/>
                </a:ext>
              </a:extLst>
            </p:cNvPr>
            <p:cNvSpPr/>
            <p:nvPr/>
          </p:nvSpPr>
          <p:spPr>
            <a:xfrm>
              <a:off x="6881231" y="2726249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grpSp>
        <p:nvGrpSpPr>
          <p:cNvPr id="182" name="群組 181">
            <a:extLst>
              <a:ext uri="{FF2B5EF4-FFF2-40B4-BE49-F238E27FC236}">
                <a16:creationId xmlns:a16="http://schemas.microsoft.com/office/drawing/2014/main" id="{D61BEF95-79ED-4344-B04C-5855391D7B27}"/>
              </a:ext>
            </a:extLst>
          </p:cNvPr>
          <p:cNvGrpSpPr/>
          <p:nvPr/>
        </p:nvGrpSpPr>
        <p:grpSpPr>
          <a:xfrm>
            <a:off x="2145641" y="3905798"/>
            <a:ext cx="763200" cy="763200"/>
            <a:chOff x="-756975" y="5254023"/>
            <a:chExt cx="2090057" cy="2090057"/>
          </a:xfrm>
        </p:grpSpPr>
        <p:sp>
          <p:nvSpPr>
            <p:cNvPr id="183" name="矩形: 圓角 182">
              <a:extLst>
                <a:ext uri="{FF2B5EF4-FFF2-40B4-BE49-F238E27FC236}">
                  <a16:creationId xmlns:a16="http://schemas.microsoft.com/office/drawing/2014/main" id="{8C37F6D9-DB6C-4DA5-BFBD-59312F1DC161}"/>
                </a:ext>
              </a:extLst>
            </p:cNvPr>
            <p:cNvSpPr/>
            <p:nvPr/>
          </p:nvSpPr>
          <p:spPr>
            <a:xfrm>
              <a:off x="-756975" y="5254023"/>
              <a:ext cx="2090057" cy="20900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184" name="箭號: 左-右雙向 183">
              <a:extLst>
                <a:ext uri="{FF2B5EF4-FFF2-40B4-BE49-F238E27FC236}">
                  <a16:creationId xmlns:a16="http://schemas.microsoft.com/office/drawing/2014/main" id="{DF0E39BB-A677-4F79-9E12-FE600B691012}"/>
                </a:ext>
              </a:extLst>
            </p:cNvPr>
            <p:cNvSpPr/>
            <p:nvPr/>
          </p:nvSpPr>
          <p:spPr>
            <a:xfrm rot="10800000">
              <a:off x="-564882" y="619017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185" name="箭號: 左-右雙向 184">
              <a:extLst>
                <a:ext uri="{FF2B5EF4-FFF2-40B4-BE49-F238E27FC236}">
                  <a16:creationId xmlns:a16="http://schemas.microsoft.com/office/drawing/2014/main" id="{482EC05B-C7E1-4B1C-A254-14ACF25ED2A8}"/>
                </a:ext>
              </a:extLst>
            </p:cNvPr>
            <p:cNvSpPr/>
            <p:nvPr/>
          </p:nvSpPr>
          <p:spPr>
            <a:xfrm rot="10800000">
              <a:off x="740063" y="619017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186" name="箭號: 左-右雙向 185">
              <a:extLst>
                <a:ext uri="{FF2B5EF4-FFF2-40B4-BE49-F238E27FC236}">
                  <a16:creationId xmlns:a16="http://schemas.microsoft.com/office/drawing/2014/main" id="{9B561877-E0D1-4C70-98CD-F09577DE65D5}"/>
                </a:ext>
              </a:extLst>
            </p:cNvPr>
            <p:cNvSpPr/>
            <p:nvPr/>
          </p:nvSpPr>
          <p:spPr>
            <a:xfrm rot="2700000">
              <a:off x="-371956" y="5728012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187" name="箭號: 左-右雙向 186">
              <a:extLst>
                <a:ext uri="{FF2B5EF4-FFF2-40B4-BE49-F238E27FC236}">
                  <a16:creationId xmlns:a16="http://schemas.microsoft.com/office/drawing/2014/main" id="{D349EF16-03AA-49E5-BDBC-2EB534AC6552}"/>
                </a:ext>
              </a:extLst>
            </p:cNvPr>
            <p:cNvSpPr/>
            <p:nvPr/>
          </p:nvSpPr>
          <p:spPr>
            <a:xfrm rot="2700000">
              <a:off x="532147" y="6669520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188" name="箭號: 左-右雙向 187">
              <a:extLst>
                <a:ext uri="{FF2B5EF4-FFF2-40B4-BE49-F238E27FC236}">
                  <a16:creationId xmlns:a16="http://schemas.microsoft.com/office/drawing/2014/main" id="{E1B0C316-3A71-4DDF-9C0D-D1FD346CC011}"/>
                </a:ext>
              </a:extLst>
            </p:cNvPr>
            <p:cNvSpPr/>
            <p:nvPr/>
          </p:nvSpPr>
          <p:spPr>
            <a:xfrm rot="18900000">
              <a:off x="-371955" y="666952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189" name="箭號: 左-右雙向 188">
              <a:extLst>
                <a:ext uri="{FF2B5EF4-FFF2-40B4-BE49-F238E27FC236}">
                  <a16:creationId xmlns:a16="http://schemas.microsoft.com/office/drawing/2014/main" id="{40DFC687-9C3F-4342-833A-20350FFC7590}"/>
                </a:ext>
              </a:extLst>
            </p:cNvPr>
            <p:cNvSpPr/>
            <p:nvPr/>
          </p:nvSpPr>
          <p:spPr>
            <a:xfrm rot="18900000">
              <a:off x="532146" y="572801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190" name="箭號: 左-右雙向 189">
              <a:extLst>
                <a:ext uri="{FF2B5EF4-FFF2-40B4-BE49-F238E27FC236}">
                  <a16:creationId xmlns:a16="http://schemas.microsoft.com/office/drawing/2014/main" id="{AD3FB678-3B93-4FC5-8CEF-90EAE7B44FDA}"/>
                </a:ext>
              </a:extLst>
            </p:cNvPr>
            <p:cNvSpPr/>
            <p:nvPr/>
          </p:nvSpPr>
          <p:spPr>
            <a:xfrm rot="5400000">
              <a:off x="69843" y="6857317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196" name="箭號: 左-右雙向 195">
              <a:extLst>
                <a:ext uri="{FF2B5EF4-FFF2-40B4-BE49-F238E27FC236}">
                  <a16:creationId xmlns:a16="http://schemas.microsoft.com/office/drawing/2014/main" id="{95969430-2665-48AC-AB32-B3322B06DF7E}"/>
                </a:ext>
              </a:extLst>
            </p:cNvPr>
            <p:cNvSpPr/>
            <p:nvPr/>
          </p:nvSpPr>
          <p:spPr>
            <a:xfrm rot="5400000">
              <a:off x="69843" y="552763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</p:spTree>
    <p:extLst>
      <p:ext uri="{BB962C8B-B14F-4D97-AF65-F5344CB8AC3E}">
        <p14:creationId xmlns:p14="http://schemas.microsoft.com/office/powerpoint/2010/main" val="2522448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矩形: 圓角 258">
            <a:extLst>
              <a:ext uri="{FF2B5EF4-FFF2-40B4-BE49-F238E27FC236}">
                <a16:creationId xmlns:a16="http://schemas.microsoft.com/office/drawing/2014/main" id="{959FACEB-C3CB-461B-BDF0-505AC0C07B2C}"/>
              </a:ext>
            </a:extLst>
          </p:cNvPr>
          <p:cNvSpPr/>
          <p:nvPr/>
        </p:nvSpPr>
        <p:spPr>
          <a:xfrm>
            <a:off x="3291388" y="6252"/>
            <a:ext cx="3294000" cy="6120707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645" name="圖片 644">
            <a:extLst>
              <a:ext uri="{FF2B5EF4-FFF2-40B4-BE49-F238E27FC236}">
                <a16:creationId xmlns:a16="http://schemas.microsoft.com/office/drawing/2014/main" id="{A2CF39FF-6F0C-4067-9A2B-1734F122B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4483" y="1852617"/>
            <a:ext cx="720000" cy="717576"/>
          </a:xfrm>
          <a:prstGeom prst="rect">
            <a:avLst/>
          </a:prstGeom>
        </p:spPr>
      </p:pic>
      <p:pic>
        <p:nvPicPr>
          <p:cNvPr id="644" name="圖片 643">
            <a:extLst>
              <a:ext uri="{FF2B5EF4-FFF2-40B4-BE49-F238E27FC236}">
                <a16:creationId xmlns:a16="http://schemas.microsoft.com/office/drawing/2014/main" id="{1D1C3595-A56F-4F9E-BA07-73422A40F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4483" y="1118718"/>
            <a:ext cx="720000" cy="720000"/>
          </a:xfrm>
          <a:prstGeom prst="rect">
            <a:avLst/>
          </a:prstGeom>
        </p:spPr>
      </p:pic>
      <p:sp>
        <p:nvSpPr>
          <p:cNvPr id="260" name="矩形: 圓角 259">
            <a:extLst>
              <a:ext uri="{FF2B5EF4-FFF2-40B4-BE49-F238E27FC236}">
                <a16:creationId xmlns:a16="http://schemas.microsoft.com/office/drawing/2014/main" id="{0E98C710-0167-4CF6-97D2-0852B1B511ED}"/>
              </a:ext>
            </a:extLst>
          </p:cNvPr>
          <p:cNvSpPr/>
          <p:nvPr/>
        </p:nvSpPr>
        <p:spPr>
          <a:xfrm>
            <a:off x="6612000" y="6252"/>
            <a:ext cx="3294000" cy="6120707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sp>
        <p:nvSpPr>
          <p:cNvPr id="175" name="矩形: 圓角 174">
            <a:extLst>
              <a:ext uri="{FF2B5EF4-FFF2-40B4-BE49-F238E27FC236}">
                <a16:creationId xmlns:a16="http://schemas.microsoft.com/office/drawing/2014/main" id="{BF09B052-4C3F-4EC6-A337-45ED454E80E1}"/>
              </a:ext>
            </a:extLst>
          </p:cNvPr>
          <p:cNvSpPr/>
          <p:nvPr/>
        </p:nvSpPr>
        <p:spPr>
          <a:xfrm>
            <a:off x="15659" y="6251"/>
            <a:ext cx="3294000" cy="6120707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sp>
        <p:nvSpPr>
          <p:cNvPr id="216" name="文字方塊 215">
            <a:extLst>
              <a:ext uri="{FF2B5EF4-FFF2-40B4-BE49-F238E27FC236}">
                <a16:creationId xmlns:a16="http://schemas.microsoft.com/office/drawing/2014/main" id="{42C1D9B8-8446-4675-B219-B666A3F92AA7}"/>
              </a:ext>
            </a:extLst>
          </p:cNvPr>
          <p:cNvSpPr txBox="1"/>
          <p:nvPr/>
        </p:nvSpPr>
        <p:spPr>
          <a:xfrm>
            <a:off x="368240" y="89386"/>
            <a:ext cx="24594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and imaginary part of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文字方塊 132">
            <a:extLst>
              <a:ext uri="{FF2B5EF4-FFF2-40B4-BE49-F238E27FC236}">
                <a16:creationId xmlns:a16="http://schemas.microsoft.com/office/drawing/2014/main" id="{3BE8E174-D028-4761-8BA5-E6222DDB17AE}"/>
              </a:ext>
            </a:extLst>
          </p:cNvPr>
          <p:cNvSpPr txBox="1"/>
          <p:nvPr/>
        </p:nvSpPr>
        <p:spPr>
          <a:xfrm>
            <a:off x="3662240" y="89386"/>
            <a:ext cx="24594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and imaginary part of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2" name="圖片 241">
            <a:extLst>
              <a:ext uri="{FF2B5EF4-FFF2-40B4-BE49-F238E27FC236}">
                <a16:creationId xmlns:a16="http://schemas.microsoft.com/office/drawing/2014/main" id="{D8C33952-44ED-4ACF-A633-953BB330D09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8271" r="2882"/>
          <a:stretch/>
        </p:blipFill>
        <p:spPr>
          <a:xfrm>
            <a:off x="3812967" y="274457"/>
            <a:ext cx="2102890" cy="584550"/>
          </a:xfrm>
          <a:prstGeom prst="rect">
            <a:avLst/>
          </a:prstGeom>
        </p:spPr>
      </p:pic>
      <p:pic>
        <p:nvPicPr>
          <p:cNvPr id="243" name="圖片 242">
            <a:extLst>
              <a:ext uri="{FF2B5EF4-FFF2-40B4-BE49-F238E27FC236}">
                <a16:creationId xmlns:a16="http://schemas.microsoft.com/office/drawing/2014/main" id="{19EDCC06-70B4-44CF-A28E-4470C858F38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4840" r="36057"/>
          <a:stretch/>
        </p:blipFill>
        <p:spPr>
          <a:xfrm>
            <a:off x="544772" y="279026"/>
            <a:ext cx="2121582" cy="584550"/>
          </a:xfrm>
          <a:prstGeom prst="rect">
            <a:avLst/>
          </a:prstGeom>
        </p:spPr>
      </p:pic>
      <p:pic>
        <p:nvPicPr>
          <p:cNvPr id="448" name="圖片 447">
            <a:extLst>
              <a:ext uri="{FF2B5EF4-FFF2-40B4-BE49-F238E27FC236}">
                <a16:creationId xmlns:a16="http://schemas.microsoft.com/office/drawing/2014/main" id="{B25E9F7F-831A-4023-97B3-F766FFC1D8A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568" b="12447"/>
          <a:stretch/>
        </p:blipFill>
        <p:spPr>
          <a:xfrm>
            <a:off x="8977130" y="1915501"/>
            <a:ext cx="720000" cy="717490"/>
          </a:xfrm>
          <a:prstGeom prst="rect">
            <a:avLst/>
          </a:prstGeom>
        </p:spPr>
      </p:pic>
      <p:pic>
        <p:nvPicPr>
          <p:cNvPr id="449" name="圖片 448">
            <a:extLst>
              <a:ext uri="{FF2B5EF4-FFF2-40B4-BE49-F238E27FC236}">
                <a16:creationId xmlns:a16="http://schemas.microsoft.com/office/drawing/2014/main" id="{C9D4781D-ABD1-466E-A985-889A076C391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340" b="12447"/>
          <a:stretch/>
        </p:blipFill>
        <p:spPr>
          <a:xfrm>
            <a:off x="6778538" y="3807691"/>
            <a:ext cx="720000" cy="709813"/>
          </a:xfrm>
          <a:prstGeom prst="rect">
            <a:avLst/>
          </a:prstGeom>
        </p:spPr>
      </p:pic>
      <p:pic>
        <p:nvPicPr>
          <p:cNvPr id="450" name="圖片 449">
            <a:extLst>
              <a:ext uri="{FF2B5EF4-FFF2-40B4-BE49-F238E27FC236}">
                <a16:creationId xmlns:a16="http://schemas.microsoft.com/office/drawing/2014/main" id="{D0156FBB-D1E4-4CFD-8EBC-67001E88ECB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568" b="12447"/>
          <a:stretch/>
        </p:blipFill>
        <p:spPr>
          <a:xfrm>
            <a:off x="7789204" y="1091677"/>
            <a:ext cx="720000" cy="717490"/>
          </a:xfrm>
          <a:prstGeom prst="rect">
            <a:avLst/>
          </a:prstGeom>
        </p:spPr>
      </p:pic>
      <p:pic>
        <p:nvPicPr>
          <p:cNvPr id="451" name="圖片 450">
            <a:extLst>
              <a:ext uri="{FF2B5EF4-FFF2-40B4-BE49-F238E27FC236}">
                <a16:creationId xmlns:a16="http://schemas.microsoft.com/office/drawing/2014/main" id="{4971573F-41EA-474F-8B6E-F2F280DB0EC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568" b="12447"/>
          <a:stretch/>
        </p:blipFill>
        <p:spPr>
          <a:xfrm>
            <a:off x="7898619" y="4503906"/>
            <a:ext cx="720000" cy="717490"/>
          </a:xfrm>
          <a:prstGeom prst="rect">
            <a:avLst/>
          </a:prstGeom>
        </p:spPr>
      </p:pic>
      <p:pic>
        <p:nvPicPr>
          <p:cNvPr id="452" name="圖片 451">
            <a:extLst>
              <a:ext uri="{FF2B5EF4-FFF2-40B4-BE49-F238E27FC236}">
                <a16:creationId xmlns:a16="http://schemas.microsoft.com/office/drawing/2014/main" id="{47A43A2D-1598-46F7-8346-1D819C4340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8666" y="3795460"/>
            <a:ext cx="720000" cy="722045"/>
          </a:xfrm>
          <a:prstGeom prst="rect">
            <a:avLst/>
          </a:prstGeom>
        </p:spPr>
      </p:pic>
      <p:pic>
        <p:nvPicPr>
          <p:cNvPr id="453" name="圖片 452">
            <a:extLst>
              <a:ext uri="{FF2B5EF4-FFF2-40B4-BE49-F238E27FC236}">
                <a16:creationId xmlns:a16="http://schemas.microsoft.com/office/drawing/2014/main" id="{5EFE2B9A-4862-4D31-9584-6030A9E9CA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0574" y="1915501"/>
            <a:ext cx="720000" cy="721752"/>
          </a:xfrm>
          <a:prstGeom prst="rect">
            <a:avLst/>
          </a:prstGeom>
        </p:spPr>
      </p:pic>
      <p:grpSp>
        <p:nvGrpSpPr>
          <p:cNvPr id="454" name="群組 453">
            <a:extLst>
              <a:ext uri="{FF2B5EF4-FFF2-40B4-BE49-F238E27FC236}">
                <a16:creationId xmlns:a16="http://schemas.microsoft.com/office/drawing/2014/main" id="{9E70915C-955D-4A0C-B36C-760C9A46A6DE}"/>
              </a:ext>
            </a:extLst>
          </p:cNvPr>
          <p:cNvGrpSpPr/>
          <p:nvPr/>
        </p:nvGrpSpPr>
        <p:grpSpPr>
          <a:xfrm>
            <a:off x="7988763" y="1095925"/>
            <a:ext cx="414111" cy="435433"/>
            <a:chOff x="7969706" y="-605877"/>
            <a:chExt cx="414111" cy="435433"/>
          </a:xfrm>
        </p:grpSpPr>
        <p:grpSp>
          <p:nvGrpSpPr>
            <p:cNvPr id="455" name="群組 454">
              <a:extLst>
                <a:ext uri="{FF2B5EF4-FFF2-40B4-BE49-F238E27FC236}">
                  <a16:creationId xmlns:a16="http://schemas.microsoft.com/office/drawing/2014/main" id="{B797C8B8-DF35-4DB1-B450-0E7C9584D6A5}"/>
                </a:ext>
              </a:extLst>
            </p:cNvPr>
            <p:cNvGrpSpPr/>
            <p:nvPr/>
          </p:nvGrpSpPr>
          <p:grpSpPr>
            <a:xfrm>
              <a:off x="8100260" y="-309536"/>
              <a:ext cx="76622" cy="73502"/>
              <a:chOff x="1373392" y="2391862"/>
              <a:chExt cx="479433" cy="476535"/>
            </a:xfrm>
          </p:grpSpPr>
          <p:sp>
            <p:nvSpPr>
              <p:cNvPr id="458" name="箭號: 向右 457">
                <a:extLst>
                  <a:ext uri="{FF2B5EF4-FFF2-40B4-BE49-F238E27FC236}">
                    <a16:creationId xmlns:a16="http://schemas.microsoft.com/office/drawing/2014/main" id="{4E172C78-A27A-4754-8420-BD60695AECEF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459" name="箭號: 向右 458">
                <a:extLst>
                  <a:ext uri="{FF2B5EF4-FFF2-40B4-BE49-F238E27FC236}">
                    <a16:creationId xmlns:a16="http://schemas.microsoft.com/office/drawing/2014/main" id="{A86B7B00-0450-416B-89E9-27C94340C5D9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6" name="文字方塊 455">
                  <a:extLst>
                    <a:ext uri="{FF2B5EF4-FFF2-40B4-BE49-F238E27FC236}">
                      <a16:creationId xmlns:a16="http://schemas.microsoft.com/office/drawing/2014/main" id="{319A5377-32D5-464B-B1AA-2D677062A54A}"/>
                    </a:ext>
                  </a:extLst>
                </p:cNvPr>
                <p:cNvSpPr txBox="1"/>
                <p:nvPr/>
              </p:nvSpPr>
              <p:spPr>
                <a:xfrm>
                  <a:off x="7969706" y="-605877"/>
                  <a:ext cx="290616" cy="2832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456" name="文字方塊 455">
                  <a:extLst>
                    <a:ext uri="{FF2B5EF4-FFF2-40B4-BE49-F238E27FC236}">
                      <a16:creationId xmlns:a16="http://schemas.microsoft.com/office/drawing/2014/main" id="{319A5377-32D5-464B-B1AA-2D677062A5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9706" y="-605877"/>
                  <a:ext cx="290616" cy="28321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7" name="文字方塊 456">
                  <a:extLst>
                    <a:ext uri="{FF2B5EF4-FFF2-40B4-BE49-F238E27FC236}">
                      <a16:creationId xmlns:a16="http://schemas.microsoft.com/office/drawing/2014/main" id="{6EB068FD-BDD9-4797-95C9-1A688D153E27}"/>
                    </a:ext>
                  </a:extLst>
                </p:cNvPr>
                <p:cNvSpPr txBox="1"/>
                <p:nvPr/>
              </p:nvSpPr>
              <p:spPr>
                <a:xfrm>
                  <a:off x="8126327" y="-439748"/>
                  <a:ext cx="257490" cy="2693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457" name="文字方塊 456">
                  <a:extLst>
                    <a:ext uri="{FF2B5EF4-FFF2-40B4-BE49-F238E27FC236}">
                      <a16:creationId xmlns:a16="http://schemas.microsoft.com/office/drawing/2014/main" id="{6EB068FD-BDD9-4797-95C9-1A688D153E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6327" y="-439748"/>
                  <a:ext cx="257490" cy="269304"/>
                </a:xfrm>
                <a:prstGeom prst="rect">
                  <a:avLst/>
                </a:prstGeom>
                <a:blipFill>
                  <a:blip r:embed="rId9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0" name="文字方塊 459">
                <a:extLst>
                  <a:ext uri="{FF2B5EF4-FFF2-40B4-BE49-F238E27FC236}">
                    <a16:creationId xmlns:a16="http://schemas.microsoft.com/office/drawing/2014/main" id="{F33CD02F-32C5-4FDE-8D81-7F0AD7557FA3}"/>
                  </a:ext>
                </a:extLst>
              </p:cNvPr>
              <p:cNvSpPr txBox="1"/>
              <p:nvPr/>
            </p:nvSpPr>
            <p:spPr>
              <a:xfrm>
                <a:off x="7266560" y="891766"/>
                <a:ext cx="167359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460" name="文字方塊 459">
                <a:extLst>
                  <a:ext uri="{FF2B5EF4-FFF2-40B4-BE49-F238E27FC236}">
                    <a16:creationId xmlns:a16="http://schemas.microsoft.com/office/drawing/2014/main" id="{F33CD02F-32C5-4FDE-8D81-7F0AD7557F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6560" y="891766"/>
                <a:ext cx="1673596" cy="276999"/>
              </a:xfrm>
              <a:prstGeom prst="rect">
                <a:avLst/>
              </a:prstGeom>
              <a:blipFill>
                <a:blip r:embed="rId10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1" name="文字方塊 460">
                <a:extLst>
                  <a:ext uri="{FF2B5EF4-FFF2-40B4-BE49-F238E27FC236}">
                    <a16:creationId xmlns:a16="http://schemas.microsoft.com/office/drawing/2014/main" id="{5C457A85-F5E6-4E5B-8123-8D27999A159B}"/>
                  </a:ext>
                </a:extLst>
              </p:cNvPr>
              <p:cNvSpPr txBox="1"/>
              <p:nvPr/>
            </p:nvSpPr>
            <p:spPr>
              <a:xfrm>
                <a:off x="6485005" y="3587681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461" name="文字方塊 460">
                <a:extLst>
                  <a:ext uri="{FF2B5EF4-FFF2-40B4-BE49-F238E27FC236}">
                    <a16:creationId xmlns:a16="http://schemas.microsoft.com/office/drawing/2014/main" id="{5C457A85-F5E6-4E5B-8123-8D27999A1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5005" y="3587681"/>
                <a:ext cx="1150186" cy="276999"/>
              </a:xfrm>
              <a:prstGeom prst="rect">
                <a:avLst/>
              </a:prstGeom>
              <a:blipFill>
                <a:blip r:embed="rId11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2" name="文字方塊 461">
                <a:extLst>
                  <a:ext uri="{FF2B5EF4-FFF2-40B4-BE49-F238E27FC236}">
                    <a16:creationId xmlns:a16="http://schemas.microsoft.com/office/drawing/2014/main" id="{631CC03F-A753-44B4-8E03-F63F8FEB0564}"/>
                  </a:ext>
                </a:extLst>
              </p:cNvPr>
              <p:cNvSpPr txBox="1"/>
              <p:nvPr/>
            </p:nvSpPr>
            <p:spPr>
              <a:xfrm>
                <a:off x="8659782" y="1663858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462" name="文字方塊 461">
                <a:extLst>
                  <a:ext uri="{FF2B5EF4-FFF2-40B4-BE49-F238E27FC236}">
                    <a16:creationId xmlns:a16="http://schemas.microsoft.com/office/drawing/2014/main" id="{631CC03F-A753-44B4-8E03-F63F8FEB05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9782" y="1663858"/>
                <a:ext cx="1150186" cy="276999"/>
              </a:xfrm>
              <a:prstGeom prst="rect">
                <a:avLst/>
              </a:prstGeom>
              <a:blipFill>
                <a:blip r:embed="rId12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3" name="文字方塊 462">
                <a:extLst>
                  <a:ext uri="{FF2B5EF4-FFF2-40B4-BE49-F238E27FC236}">
                    <a16:creationId xmlns:a16="http://schemas.microsoft.com/office/drawing/2014/main" id="{46C1307E-2980-4DAB-A6B7-CEE913808A18}"/>
                  </a:ext>
                </a:extLst>
              </p:cNvPr>
              <p:cNvSpPr txBox="1"/>
              <p:nvPr/>
            </p:nvSpPr>
            <p:spPr>
              <a:xfrm>
                <a:off x="7621457" y="4271299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463" name="文字方塊 462">
                <a:extLst>
                  <a:ext uri="{FF2B5EF4-FFF2-40B4-BE49-F238E27FC236}">
                    <a16:creationId xmlns:a16="http://schemas.microsoft.com/office/drawing/2014/main" id="{46C1307E-2980-4DAB-A6B7-CEE913808A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1457" y="4271299"/>
                <a:ext cx="1150186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64" name="圖片 463">
            <a:extLst>
              <a:ext uri="{FF2B5EF4-FFF2-40B4-BE49-F238E27FC236}">
                <a16:creationId xmlns:a16="http://schemas.microsoft.com/office/drawing/2014/main" id="{4FDAEC51-17B6-4C58-B6B8-37F90B1A0F57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81" t="8908" r="4868" b="70278"/>
          <a:stretch/>
        </p:blipFill>
        <p:spPr>
          <a:xfrm>
            <a:off x="8514304" y="1088258"/>
            <a:ext cx="236737" cy="7549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65" name="文字方塊 464">
                <a:extLst>
                  <a:ext uri="{FF2B5EF4-FFF2-40B4-BE49-F238E27FC236}">
                    <a16:creationId xmlns:a16="http://schemas.microsoft.com/office/drawing/2014/main" id="{0A313CC4-F978-4904-8573-CDCAFAC4B2DC}"/>
                  </a:ext>
                </a:extLst>
              </p:cNvPr>
              <p:cNvSpPr txBox="1"/>
              <p:nvPr/>
            </p:nvSpPr>
            <p:spPr>
              <a:xfrm rot="5400000">
                <a:off x="8406559" y="1460433"/>
                <a:ext cx="3995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465" name="文字方塊 464">
                <a:extLst>
                  <a:ext uri="{FF2B5EF4-FFF2-40B4-BE49-F238E27FC236}">
                    <a16:creationId xmlns:a16="http://schemas.microsoft.com/office/drawing/2014/main" id="{0A313CC4-F978-4904-8573-CDCAFAC4B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8406559" y="1460433"/>
                <a:ext cx="399520" cy="307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6" name="直線接點 465">
            <a:extLst>
              <a:ext uri="{FF2B5EF4-FFF2-40B4-BE49-F238E27FC236}">
                <a16:creationId xmlns:a16="http://schemas.microsoft.com/office/drawing/2014/main" id="{4BF40CAD-6046-44C2-B4F5-5A27918B2066}"/>
              </a:ext>
            </a:extLst>
          </p:cNvPr>
          <p:cNvCxnSpPr>
            <a:cxnSpLocks/>
          </p:cNvCxnSpPr>
          <p:nvPr/>
        </p:nvCxnSpPr>
        <p:spPr>
          <a:xfrm>
            <a:off x="7395434" y="3400313"/>
            <a:ext cx="650875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7" name="直線接點 466">
            <a:extLst>
              <a:ext uri="{FF2B5EF4-FFF2-40B4-BE49-F238E27FC236}">
                <a16:creationId xmlns:a16="http://schemas.microsoft.com/office/drawing/2014/main" id="{CE2CA8F3-023E-4C8B-AA94-F5FE6DB6BB2C}"/>
              </a:ext>
            </a:extLst>
          </p:cNvPr>
          <p:cNvCxnSpPr>
            <a:cxnSpLocks/>
          </p:cNvCxnSpPr>
          <p:nvPr/>
        </p:nvCxnSpPr>
        <p:spPr>
          <a:xfrm>
            <a:off x="8492713" y="3728926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8" name="直線接點 467">
            <a:extLst>
              <a:ext uri="{FF2B5EF4-FFF2-40B4-BE49-F238E27FC236}">
                <a16:creationId xmlns:a16="http://schemas.microsoft.com/office/drawing/2014/main" id="{105D9268-2EF8-40DC-9268-F32DFD3254B7}"/>
              </a:ext>
            </a:extLst>
          </p:cNvPr>
          <p:cNvCxnSpPr>
            <a:cxnSpLocks/>
          </p:cNvCxnSpPr>
          <p:nvPr/>
        </p:nvCxnSpPr>
        <p:spPr>
          <a:xfrm flipV="1">
            <a:off x="7501122" y="3613969"/>
            <a:ext cx="332143" cy="3213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469" name="圖片 468">
            <a:extLst>
              <a:ext uri="{FF2B5EF4-FFF2-40B4-BE49-F238E27FC236}">
                <a16:creationId xmlns:a16="http://schemas.microsoft.com/office/drawing/2014/main" id="{D1A8EFB1-6966-41D0-8615-E0F13A2028D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18848" y="3110815"/>
            <a:ext cx="868304" cy="9017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70" name="文字方塊 469">
                <a:extLst>
                  <a:ext uri="{FF2B5EF4-FFF2-40B4-BE49-F238E27FC236}">
                    <a16:creationId xmlns:a16="http://schemas.microsoft.com/office/drawing/2014/main" id="{86300664-78EC-4AA0-8ECE-98D31B6DCCB8}"/>
                  </a:ext>
                </a:extLst>
              </p:cNvPr>
              <p:cNvSpPr txBox="1"/>
              <p:nvPr/>
            </p:nvSpPr>
            <p:spPr>
              <a:xfrm>
                <a:off x="6559965" y="1652556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470" name="文字方塊 469">
                <a:extLst>
                  <a:ext uri="{FF2B5EF4-FFF2-40B4-BE49-F238E27FC236}">
                    <a16:creationId xmlns:a16="http://schemas.microsoft.com/office/drawing/2014/main" id="{86300664-78EC-4AA0-8ECE-98D31B6DCC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9965" y="1652556"/>
                <a:ext cx="1150186" cy="276999"/>
              </a:xfrm>
              <a:prstGeom prst="rect">
                <a:avLst/>
              </a:prstGeom>
              <a:blipFill>
                <a:blip r:embed="rId17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1" name="文字方塊 470">
                <a:extLst>
                  <a:ext uri="{FF2B5EF4-FFF2-40B4-BE49-F238E27FC236}">
                    <a16:creationId xmlns:a16="http://schemas.microsoft.com/office/drawing/2014/main" id="{53E50642-CCEF-4655-AB7C-2F656D5F2640}"/>
                  </a:ext>
                </a:extLst>
              </p:cNvPr>
              <p:cNvSpPr txBox="1"/>
              <p:nvPr/>
            </p:nvSpPr>
            <p:spPr>
              <a:xfrm>
                <a:off x="8821738" y="3587682"/>
                <a:ext cx="988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471" name="文字方塊 470">
                <a:extLst>
                  <a:ext uri="{FF2B5EF4-FFF2-40B4-BE49-F238E27FC236}">
                    <a16:creationId xmlns:a16="http://schemas.microsoft.com/office/drawing/2014/main" id="{53E50642-CCEF-4655-AB7C-2F656D5F2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1738" y="3587682"/>
                <a:ext cx="988200" cy="276999"/>
              </a:xfrm>
              <a:prstGeom prst="rect">
                <a:avLst/>
              </a:prstGeom>
              <a:blipFill>
                <a:blip r:embed="rId18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72" name="圖片 471">
            <a:extLst>
              <a:ext uri="{FF2B5EF4-FFF2-40B4-BE49-F238E27FC236}">
                <a16:creationId xmlns:a16="http://schemas.microsoft.com/office/drawing/2014/main" id="{4A4F01AB-11C3-4D72-96D8-C245A981D343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42057" y="1088251"/>
            <a:ext cx="322777" cy="741500"/>
          </a:xfrm>
          <a:prstGeom prst="rect">
            <a:avLst/>
          </a:prstGeom>
        </p:spPr>
      </p:pic>
      <p:pic>
        <p:nvPicPr>
          <p:cNvPr id="473" name="圖片 472">
            <a:extLst>
              <a:ext uri="{FF2B5EF4-FFF2-40B4-BE49-F238E27FC236}">
                <a16:creationId xmlns:a16="http://schemas.microsoft.com/office/drawing/2014/main" id="{194E81C7-971F-420B-B641-2709B9F7315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28507" y="3110815"/>
            <a:ext cx="868304" cy="901700"/>
          </a:xfrm>
          <a:prstGeom prst="rect">
            <a:avLst/>
          </a:prstGeom>
        </p:spPr>
      </p:pic>
      <p:pic>
        <p:nvPicPr>
          <p:cNvPr id="474" name="圖片 473">
            <a:extLst>
              <a:ext uri="{FF2B5EF4-FFF2-40B4-BE49-F238E27FC236}">
                <a16:creationId xmlns:a16="http://schemas.microsoft.com/office/drawing/2014/main" id="{A7227FDE-2FB4-4696-AB9E-E58300828DF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24848" y="3110815"/>
            <a:ext cx="868304" cy="901700"/>
          </a:xfrm>
          <a:prstGeom prst="rect">
            <a:avLst/>
          </a:prstGeom>
        </p:spPr>
      </p:pic>
      <p:pic>
        <p:nvPicPr>
          <p:cNvPr id="475" name="圖片 474">
            <a:extLst>
              <a:ext uri="{FF2B5EF4-FFF2-40B4-BE49-F238E27FC236}">
                <a16:creationId xmlns:a16="http://schemas.microsoft.com/office/drawing/2014/main" id="{FB51F509-BF83-4B3F-93B7-B11F1A79F964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21152" y="1088251"/>
            <a:ext cx="322777" cy="741500"/>
          </a:xfrm>
          <a:prstGeom prst="rect">
            <a:avLst/>
          </a:prstGeom>
        </p:spPr>
      </p:pic>
      <p:grpSp>
        <p:nvGrpSpPr>
          <p:cNvPr id="476" name="群組 475">
            <a:extLst>
              <a:ext uri="{FF2B5EF4-FFF2-40B4-BE49-F238E27FC236}">
                <a16:creationId xmlns:a16="http://schemas.microsoft.com/office/drawing/2014/main" id="{F5D448A1-0EB6-4689-8FB1-8C87B6288B5E}"/>
              </a:ext>
            </a:extLst>
          </p:cNvPr>
          <p:cNvGrpSpPr/>
          <p:nvPr/>
        </p:nvGrpSpPr>
        <p:grpSpPr>
          <a:xfrm>
            <a:off x="7888736" y="5297016"/>
            <a:ext cx="720000" cy="720000"/>
            <a:chOff x="801581" y="4966326"/>
            <a:chExt cx="1150186" cy="1150186"/>
          </a:xfrm>
        </p:grpSpPr>
        <p:sp>
          <p:nvSpPr>
            <p:cNvPr id="477" name="矩形: 圓角 476">
              <a:extLst>
                <a:ext uri="{FF2B5EF4-FFF2-40B4-BE49-F238E27FC236}">
                  <a16:creationId xmlns:a16="http://schemas.microsoft.com/office/drawing/2014/main" id="{4347DAF8-10E4-4799-BC88-BF851D35BADA}"/>
                </a:ext>
              </a:extLst>
            </p:cNvPr>
            <p:cNvSpPr/>
            <p:nvPr/>
          </p:nvSpPr>
          <p:spPr>
            <a:xfrm>
              <a:off x="801581" y="4966326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478" name="橢圓 477">
              <a:extLst>
                <a:ext uri="{FF2B5EF4-FFF2-40B4-BE49-F238E27FC236}">
                  <a16:creationId xmlns:a16="http://schemas.microsoft.com/office/drawing/2014/main" id="{84C425DC-F46C-4C7E-808E-E7370435ABEF}"/>
                </a:ext>
              </a:extLst>
            </p:cNvPr>
            <p:cNvSpPr/>
            <p:nvPr/>
          </p:nvSpPr>
          <p:spPr>
            <a:xfrm>
              <a:off x="1269795" y="5070149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79" name="橢圓 478">
              <a:extLst>
                <a:ext uri="{FF2B5EF4-FFF2-40B4-BE49-F238E27FC236}">
                  <a16:creationId xmlns:a16="http://schemas.microsoft.com/office/drawing/2014/main" id="{4011C7FC-9200-44FB-A15D-79E4D642088A}"/>
                </a:ext>
              </a:extLst>
            </p:cNvPr>
            <p:cNvSpPr/>
            <p:nvPr/>
          </p:nvSpPr>
          <p:spPr>
            <a:xfrm>
              <a:off x="1269795" y="580560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0" name="橢圓 479">
              <a:extLst>
                <a:ext uri="{FF2B5EF4-FFF2-40B4-BE49-F238E27FC236}">
                  <a16:creationId xmlns:a16="http://schemas.microsoft.com/office/drawing/2014/main" id="{32F8CE78-00AD-4B4F-88FA-181AE78F6C2C}"/>
                </a:ext>
              </a:extLst>
            </p:cNvPr>
            <p:cNvSpPr/>
            <p:nvPr/>
          </p:nvSpPr>
          <p:spPr>
            <a:xfrm>
              <a:off x="1633048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1" name="橢圓 480">
              <a:extLst>
                <a:ext uri="{FF2B5EF4-FFF2-40B4-BE49-F238E27FC236}">
                  <a16:creationId xmlns:a16="http://schemas.microsoft.com/office/drawing/2014/main" id="{7382C115-71BC-4DE7-8CAB-A09F81D6F13F}"/>
                </a:ext>
              </a:extLst>
            </p:cNvPr>
            <p:cNvSpPr/>
            <p:nvPr/>
          </p:nvSpPr>
          <p:spPr>
            <a:xfrm>
              <a:off x="895950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2" name="橢圓 481">
              <a:extLst>
                <a:ext uri="{FF2B5EF4-FFF2-40B4-BE49-F238E27FC236}">
                  <a16:creationId xmlns:a16="http://schemas.microsoft.com/office/drawing/2014/main" id="{92A99A6E-DC93-4527-B6B9-3CE7499B18CA}"/>
                </a:ext>
              </a:extLst>
            </p:cNvPr>
            <p:cNvSpPr/>
            <p:nvPr/>
          </p:nvSpPr>
          <p:spPr>
            <a:xfrm>
              <a:off x="1006324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3" name="橢圓 482">
              <a:extLst>
                <a:ext uri="{FF2B5EF4-FFF2-40B4-BE49-F238E27FC236}">
                  <a16:creationId xmlns:a16="http://schemas.microsoft.com/office/drawing/2014/main" id="{CCC4D938-B3D7-4B22-BF74-89C7806B6DAB}"/>
                </a:ext>
              </a:extLst>
            </p:cNvPr>
            <p:cNvSpPr/>
            <p:nvPr/>
          </p:nvSpPr>
          <p:spPr>
            <a:xfrm>
              <a:off x="1006324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4" name="橢圓 483">
              <a:extLst>
                <a:ext uri="{FF2B5EF4-FFF2-40B4-BE49-F238E27FC236}">
                  <a16:creationId xmlns:a16="http://schemas.microsoft.com/office/drawing/2014/main" id="{F144CFB2-6258-488F-A123-D82A14BB148A}"/>
                </a:ext>
              </a:extLst>
            </p:cNvPr>
            <p:cNvSpPr/>
            <p:nvPr/>
          </p:nvSpPr>
          <p:spPr>
            <a:xfrm>
              <a:off x="1531150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485" name="橢圓 484">
              <a:extLst>
                <a:ext uri="{FF2B5EF4-FFF2-40B4-BE49-F238E27FC236}">
                  <a16:creationId xmlns:a16="http://schemas.microsoft.com/office/drawing/2014/main" id="{2EC38CF1-9648-43C2-87B1-98702B53F0C6}"/>
                </a:ext>
              </a:extLst>
            </p:cNvPr>
            <p:cNvSpPr/>
            <p:nvPr/>
          </p:nvSpPr>
          <p:spPr>
            <a:xfrm>
              <a:off x="1531150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6" name="等腰三角形 485">
              <a:extLst>
                <a:ext uri="{FF2B5EF4-FFF2-40B4-BE49-F238E27FC236}">
                  <a16:creationId xmlns:a16="http://schemas.microsoft.com/office/drawing/2014/main" id="{887FEAA2-70C1-41E2-A72B-5EBCF730AEA3}"/>
                </a:ext>
              </a:extLst>
            </p:cNvPr>
            <p:cNvSpPr/>
            <p:nvPr/>
          </p:nvSpPr>
          <p:spPr>
            <a:xfrm rot="5400000" flipH="1">
              <a:off x="1342194" y="5038456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7" name="等腰三角形 486">
              <a:extLst>
                <a:ext uri="{FF2B5EF4-FFF2-40B4-BE49-F238E27FC236}">
                  <a16:creationId xmlns:a16="http://schemas.microsoft.com/office/drawing/2014/main" id="{ABCFFC81-C04C-4CBB-B057-00DFA3C95394}"/>
                </a:ext>
              </a:extLst>
            </p:cNvPr>
            <p:cNvSpPr/>
            <p:nvPr/>
          </p:nvSpPr>
          <p:spPr>
            <a:xfrm rot="5400000" flipH="1">
              <a:off x="1342194" y="577254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8" name="等腰三角形 487">
              <a:extLst>
                <a:ext uri="{FF2B5EF4-FFF2-40B4-BE49-F238E27FC236}">
                  <a16:creationId xmlns:a16="http://schemas.microsoft.com/office/drawing/2014/main" id="{672298CF-BFAD-4524-A1B3-375BC8808FF9}"/>
                </a:ext>
              </a:extLst>
            </p:cNvPr>
            <p:cNvSpPr/>
            <p:nvPr/>
          </p:nvSpPr>
          <p:spPr>
            <a:xfrm rot="5400000" flipH="1">
              <a:off x="968349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9" name="等腰三角形 488">
              <a:extLst>
                <a:ext uri="{FF2B5EF4-FFF2-40B4-BE49-F238E27FC236}">
                  <a16:creationId xmlns:a16="http://schemas.microsoft.com/office/drawing/2014/main" id="{8866D73F-83AC-4FA3-A3BD-73876E777EA9}"/>
                </a:ext>
              </a:extLst>
            </p:cNvPr>
            <p:cNvSpPr/>
            <p:nvPr/>
          </p:nvSpPr>
          <p:spPr>
            <a:xfrm rot="5400000" flipH="1">
              <a:off x="1078723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90" name="等腰三角形 489">
              <a:extLst>
                <a:ext uri="{FF2B5EF4-FFF2-40B4-BE49-F238E27FC236}">
                  <a16:creationId xmlns:a16="http://schemas.microsoft.com/office/drawing/2014/main" id="{11B8E0C9-00E1-4425-BD53-A178C82DBF97}"/>
                </a:ext>
              </a:extLst>
            </p:cNvPr>
            <p:cNvSpPr/>
            <p:nvPr/>
          </p:nvSpPr>
          <p:spPr>
            <a:xfrm rot="5400000" flipH="1">
              <a:off x="1078723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91" name="等腰三角形 490">
              <a:extLst>
                <a:ext uri="{FF2B5EF4-FFF2-40B4-BE49-F238E27FC236}">
                  <a16:creationId xmlns:a16="http://schemas.microsoft.com/office/drawing/2014/main" id="{4BEBB870-C998-42FB-AB64-6768792D3C65}"/>
                </a:ext>
              </a:extLst>
            </p:cNvPr>
            <p:cNvSpPr/>
            <p:nvPr/>
          </p:nvSpPr>
          <p:spPr>
            <a:xfrm rot="5400000" flipH="1">
              <a:off x="1603549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92" name="等腰三角形 491">
              <a:extLst>
                <a:ext uri="{FF2B5EF4-FFF2-40B4-BE49-F238E27FC236}">
                  <a16:creationId xmlns:a16="http://schemas.microsoft.com/office/drawing/2014/main" id="{6E47A69F-5D7C-4839-8808-1E5D8B688E05}"/>
                </a:ext>
              </a:extLst>
            </p:cNvPr>
            <p:cNvSpPr/>
            <p:nvPr/>
          </p:nvSpPr>
          <p:spPr>
            <a:xfrm rot="5400000" flipH="1">
              <a:off x="1603549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93" name="等腰三角形 492">
              <a:extLst>
                <a:ext uri="{FF2B5EF4-FFF2-40B4-BE49-F238E27FC236}">
                  <a16:creationId xmlns:a16="http://schemas.microsoft.com/office/drawing/2014/main" id="{27FCD585-1A51-431B-8E1A-05AE8CE2C9FD}"/>
                </a:ext>
              </a:extLst>
            </p:cNvPr>
            <p:cNvSpPr/>
            <p:nvPr/>
          </p:nvSpPr>
          <p:spPr>
            <a:xfrm rot="5400000" flipH="1">
              <a:off x="1705447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pic>
        <p:nvPicPr>
          <p:cNvPr id="494" name="圖片 493">
            <a:extLst>
              <a:ext uri="{FF2B5EF4-FFF2-40B4-BE49-F238E27FC236}">
                <a16:creationId xmlns:a16="http://schemas.microsoft.com/office/drawing/2014/main" id="{7F2CBD11-C17F-4ECC-9647-5B79E8AD6A57}"/>
              </a:ext>
            </a:extLst>
          </p:cNvPr>
          <p:cNvPicPr>
            <a:picLocks noChangeAspect="1"/>
          </p:cNvPicPr>
          <p:nvPr/>
        </p:nvPicPr>
        <p:blipFill>
          <a:blip r:embed="rId2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25914" y="1841387"/>
            <a:ext cx="283685" cy="736062"/>
          </a:xfrm>
          <a:prstGeom prst="rect">
            <a:avLst/>
          </a:prstGeom>
        </p:spPr>
      </p:pic>
      <p:pic>
        <p:nvPicPr>
          <p:cNvPr id="495" name="圖片 494">
            <a:extLst>
              <a:ext uri="{FF2B5EF4-FFF2-40B4-BE49-F238E27FC236}">
                <a16:creationId xmlns:a16="http://schemas.microsoft.com/office/drawing/2014/main" id="{B4565B34-D20A-4F03-B7AD-18A3C8A5D9E4}"/>
              </a:ext>
            </a:extLst>
          </p:cNvPr>
          <p:cNvPicPr>
            <a:picLocks noChangeAspect="1"/>
          </p:cNvPicPr>
          <p:nvPr/>
        </p:nvPicPr>
        <p:blipFill>
          <a:blip r:embed="rId2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46819" y="1841387"/>
            <a:ext cx="283685" cy="7360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00" name="文字方塊 499">
                <a:extLst>
                  <a:ext uri="{FF2B5EF4-FFF2-40B4-BE49-F238E27FC236}">
                    <a16:creationId xmlns:a16="http://schemas.microsoft.com/office/drawing/2014/main" id="{3CD0F010-AACF-4ED0-B89E-C4CD8E41ED38}"/>
                  </a:ext>
                </a:extLst>
              </p:cNvPr>
              <p:cNvSpPr txBox="1"/>
              <p:nvPr/>
            </p:nvSpPr>
            <p:spPr>
              <a:xfrm>
                <a:off x="7843079" y="1593674"/>
                <a:ext cx="61212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00" dirty="0"/>
              </a:p>
            </p:txBody>
          </p:sp>
        </mc:Choice>
        <mc:Fallback xmlns="">
          <p:sp>
            <p:nvSpPr>
              <p:cNvPr id="500" name="文字方塊 499">
                <a:extLst>
                  <a:ext uri="{FF2B5EF4-FFF2-40B4-BE49-F238E27FC236}">
                    <a16:creationId xmlns:a16="http://schemas.microsoft.com/office/drawing/2014/main" id="{3CD0F010-AACF-4ED0-B89E-C4CD8E41ED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3079" y="1593674"/>
                <a:ext cx="612129" cy="261610"/>
              </a:xfrm>
              <a:prstGeom prst="rect">
                <a:avLst/>
              </a:prstGeom>
              <a:blipFill>
                <a:blip r:embed="rId21"/>
                <a:stretch>
                  <a:fillRect b="-23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1" name="群組 500">
            <a:extLst>
              <a:ext uri="{FF2B5EF4-FFF2-40B4-BE49-F238E27FC236}">
                <a16:creationId xmlns:a16="http://schemas.microsoft.com/office/drawing/2014/main" id="{91D2220D-5DD6-416F-B3EC-8BE0E30C8611}"/>
              </a:ext>
            </a:extLst>
          </p:cNvPr>
          <p:cNvGrpSpPr/>
          <p:nvPr/>
        </p:nvGrpSpPr>
        <p:grpSpPr>
          <a:xfrm>
            <a:off x="7777224" y="1847455"/>
            <a:ext cx="720000" cy="720000"/>
            <a:chOff x="3481679" y="1553308"/>
            <a:chExt cx="1150186" cy="1150186"/>
          </a:xfrm>
        </p:grpSpPr>
        <p:sp>
          <p:nvSpPr>
            <p:cNvPr id="502" name="矩形: 圓角 501">
              <a:extLst>
                <a:ext uri="{FF2B5EF4-FFF2-40B4-BE49-F238E27FC236}">
                  <a16:creationId xmlns:a16="http://schemas.microsoft.com/office/drawing/2014/main" id="{10F9AC01-CF3E-4C66-8647-735EC83F84D1}"/>
                </a:ext>
              </a:extLst>
            </p:cNvPr>
            <p:cNvSpPr/>
            <p:nvPr/>
          </p:nvSpPr>
          <p:spPr>
            <a:xfrm>
              <a:off x="3481679" y="1553308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 dirty="0"/>
            </a:p>
          </p:txBody>
        </p:sp>
        <p:sp>
          <p:nvSpPr>
            <p:cNvPr id="503" name="橢圓 502">
              <a:extLst>
                <a:ext uri="{FF2B5EF4-FFF2-40B4-BE49-F238E27FC236}">
                  <a16:creationId xmlns:a16="http://schemas.microsoft.com/office/drawing/2014/main" id="{755155C2-4684-40A6-B6A4-9DA545B51BE9}"/>
                </a:ext>
              </a:extLst>
            </p:cNvPr>
            <p:cNvSpPr/>
            <p:nvPr/>
          </p:nvSpPr>
          <p:spPr>
            <a:xfrm>
              <a:off x="3940548" y="164255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04" name="橢圓 503">
              <a:extLst>
                <a:ext uri="{FF2B5EF4-FFF2-40B4-BE49-F238E27FC236}">
                  <a16:creationId xmlns:a16="http://schemas.microsoft.com/office/drawing/2014/main" id="{E4ADCF8A-1F84-4717-90AD-43A8DDAD5405}"/>
                </a:ext>
              </a:extLst>
            </p:cNvPr>
            <p:cNvSpPr/>
            <p:nvPr/>
          </p:nvSpPr>
          <p:spPr>
            <a:xfrm>
              <a:off x="3940548" y="23780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05" name="橢圓 504">
              <a:extLst>
                <a:ext uri="{FF2B5EF4-FFF2-40B4-BE49-F238E27FC236}">
                  <a16:creationId xmlns:a16="http://schemas.microsoft.com/office/drawing/2014/main" id="{7F06A51D-B5FD-449C-ABBC-0975E207F7AB}"/>
                </a:ext>
              </a:extLst>
            </p:cNvPr>
            <p:cNvSpPr/>
            <p:nvPr/>
          </p:nvSpPr>
          <p:spPr>
            <a:xfrm>
              <a:off x="4303801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06" name="橢圓 505">
              <a:extLst>
                <a:ext uri="{FF2B5EF4-FFF2-40B4-BE49-F238E27FC236}">
                  <a16:creationId xmlns:a16="http://schemas.microsoft.com/office/drawing/2014/main" id="{F9F38A02-460D-4AE5-B0F3-1B77DEC82158}"/>
                </a:ext>
              </a:extLst>
            </p:cNvPr>
            <p:cNvSpPr/>
            <p:nvPr/>
          </p:nvSpPr>
          <p:spPr>
            <a:xfrm>
              <a:off x="3566703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07" name="橢圓 506">
              <a:extLst>
                <a:ext uri="{FF2B5EF4-FFF2-40B4-BE49-F238E27FC236}">
                  <a16:creationId xmlns:a16="http://schemas.microsoft.com/office/drawing/2014/main" id="{6D3D80CC-EEB2-4DE0-B8C5-CFB3C52C2144}"/>
                </a:ext>
              </a:extLst>
            </p:cNvPr>
            <p:cNvSpPr/>
            <p:nvPr/>
          </p:nvSpPr>
          <p:spPr>
            <a:xfrm>
              <a:off x="3677077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08" name="橢圓 507">
              <a:extLst>
                <a:ext uri="{FF2B5EF4-FFF2-40B4-BE49-F238E27FC236}">
                  <a16:creationId xmlns:a16="http://schemas.microsoft.com/office/drawing/2014/main" id="{4292BCE2-0BC4-4A6B-B024-22A417FD49C8}"/>
                </a:ext>
              </a:extLst>
            </p:cNvPr>
            <p:cNvSpPr/>
            <p:nvPr/>
          </p:nvSpPr>
          <p:spPr>
            <a:xfrm>
              <a:off x="3677077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09" name="橢圓 508">
              <a:extLst>
                <a:ext uri="{FF2B5EF4-FFF2-40B4-BE49-F238E27FC236}">
                  <a16:creationId xmlns:a16="http://schemas.microsoft.com/office/drawing/2014/main" id="{E4B6DD7F-A303-4D8B-A255-8D272C10D332}"/>
                </a:ext>
              </a:extLst>
            </p:cNvPr>
            <p:cNvSpPr/>
            <p:nvPr/>
          </p:nvSpPr>
          <p:spPr>
            <a:xfrm>
              <a:off x="4201903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 dirty="0"/>
            </a:p>
          </p:txBody>
        </p:sp>
        <p:sp>
          <p:nvSpPr>
            <p:cNvPr id="510" name="橢圓 509">
              <a:extLst>
                <a:ext uri="{FF2B5EF4-FFF2-40B4-BE49-F238E27FC236}">
                  <a16:creationId xmlns:a16="http://schemas.microsoft.com/office/drawing/2014/main" id="{B965FA2E-E02C-4479-9817-DC7A8F02574E}"/>
                </a:ext>
              </a:extLst>
            </p:cNvPr>
            <p:cNvSpPr/>
            <p:nvPr/>
          </p:nvSpPr>
          <p:spPr>
            <a:xfrm>
              <a:off x="4201903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1" name="等腰三角形 510">
              <a:extLst>
                <a:ext uri="{FF2B5EF4-FFF2-40B4-BE49-F238E27FC236}">
                  <a16:creationId xmlns:a16="http://schemas.microsoft.com/office/drawing/2014/main" id="{F27C1768-F1A1-41E6-B210-7551D2DC1306}"/>
                </a:ext>
              </a:extLst>
            </p:cNvPr>
            <p:cNvSpPr/>
            <p:nvPr/>
          </p:nvSpPr>
          <p:spPr>
            <a:xfrm rot="16200000">
              <a:off x="4012947" y="161086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2" name="等腰三角形 511">
              <a:extLst>
                <a:ext uri="{FF2B5EF4-FFF2-40B4-BE49-F238E27FC236}">
                  <a16:creationId xmlns:a16="http://schemas.microsoft.com/office/drawing/2014/main" id="{69600DB1-8023-48F6-BD9E-ECC1CD944A30}"/>
                </a:ext>
              </a:extLst>
            </p:cNvPr>
            <p:cNvSpPr/>
            <p:nvPr/>
          </p:nvSpPr>
          <p:spPr>
            <a:xfrm rot="16200000">
              <a:off x="4012947" y="234495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3" name="等腰三角形 512">
              <a:extLst>
                <a:ext uri="{FF2B5EF4-FFF2-40B4-BE49-F238E27FC236}">
                  <a16:creationId xmlns:a16="http://schemas.microsoft.com/office/drawing/2014/main" id="{F55D5FD9-4C3C-4BA1-9054-048372F2EEB9}"/>
                </a:ext>
              </a:extLst>
            </p:cNvPr>
            <p:cNvSpPr/>
            <p:nvPr/>
          </p:nvSpPr>
          <p:spPr>
            <a:xfrm rot="16200000">
              <a:off x="3639102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4" name="等腰三角形 513">
              <a:extLst>
                <a:ext uri="{FF2B5EF4-FFF2-40B4-BE49-F238E27FC236}">
                  <a16:creationId xmlns:a16="http://schemas.microsoft.com/office/drawing/2014/main" id="{7B8DE4B8-A627-450D-AB95-BC8302F961D7}"/>
                </a:ext>
              </a:extLst>
            </p:cNvPr>
            <p:cNvSpPr/>
            <p:nvPr/>
          </p:nvSpPr>
          <p:spPr>
            <a:xfrm rot="16200000">
              <a:off x="3749476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5" name="等腰三角形 514">
              <a:extLst>
                <a:ext uri="{FF2B5EF4-FFF2-40B4-BE49-F238E27FC236}">
                  <a16:creationId xmlns:a16="http://schemas.microsoft.com/office/drawing/2014/main" id="{9DE7237C-99BA-40D8-840A-5EE64F6E1E06}"/>
                </a:ext>
              </a:extLst>
            </p:cNvPr>
            <p:cNvSpPr/>
            <p:nvPr/>
          </p:nvSpPr>
          <p:spPr>
            <a:xfrm rot="16200000">
              <a:off x="3749476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6" name="等腰三角形 515">
              <a:extLst>
                <a:ext uri="{FF2B5EF4-FFF2-40B4-BE49-F238E27FC236}">
                  <a16:creationId xmlns:a16="http://schemas.microsoft.com/office/drawing/2014/main" id="{6983A991-DB4D-4628-A034-1540268C5D72}"/>
                </a:ext>
              </a:extLst>
            </p:cNvPr>
            <p:cNvSpPr/>
            <p:nvPr/>
          </p:nvSpPr>
          <p:spPr>
            <a:xfrm rot="16200000">
              <a:off x="4274302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7" name="等腰三角形 516">
              <a:extLst>
                <a:ext uri="{FF2B5EF4-FFF2-40B4-BE49-F238E27FC236}">
                  <a16:creationId xmlns:a16="http://schemas.microsoft.com/office/drawing/2014/main" id="{31BAA051-DEAB-423B-8877-338B69C6277A}"/>
                </a:ext>
              </a:extLst>
            </p:cNvPr>
            <p:cNvSpPr/>
            <p:nvPr/>
          </p:nvSpPr>
          <p:spPr>
            <a:xfrm rot="16200000">
              <a:off x="4274302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8" name="等腰三角形 517">
              <a:extLst>
                <a:ext uri="{FF2B5EF4-FFF2-40B4-BE49-F238E27FC236}">
                  <a16:creationId xmlns:a16="http://schemas.microsoft.com/office/drawing/2014/main" id="{F0BE1C6E-F8A2-4D29-B95A-7168C4624F48}"/>
                </a:ext>
              </a:extLst>
            </p:cNvPr>
            <p:cNvSpPr/>
            <p:nvPr/>
          </p:nvSpPr>
          <p:spPr>
            <a:xfrm rot="16200000">
              <a:off x="4376200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grpSp>
          <p:nvGrpSpPr>
            <p:cNvPr id="519" name="群組 518">
              <a:extLst>
                <a:ext uri="{FF2B5EF4-FFF2-40B4-BE49-F238E27FC236}">
                  <a16:creationId xmlns:a16="http://schemas.microsoft.com/office/drawing/2014/main" id="{CF8984C6-A7FE-4FFE-B930-95B64555C3CB}"/>
                </a:ext>
              </a:extLst>
            </p:cNvPr>
            <p:cNvGrpSpPr/>
            <p:nvPr/>
          </p:nvGrpSpPr>
          <p:grpSpPr>
            <a:xfrm>
              <a:off x="4057671" y="2031019"/>
              <a:ext cx="115586" cy="110880"/>
              <a:chOff x="1373392" y="2391862"/>
              <a:chExt cx="479433" cy="476535"/>
            </a:xfrm>
          </p:grpSpPr>
          <p:sp>
            <p:nvSpPr>
              <p:cNvPr id="522" name="箭號: 向右 521">
                <a:extLst>
                  <a:ext uri="{FF2B5EF4-FFF2-40B4-BE49-F238E27FC236}">
                    <a16:creationId xmlns:a16="http://schemas.microsoft.com/office/drawing/2014/main" id="{393CAD47-E8BB-4451-9D35-098D1DC8B45D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bg1"/>
                  </a:solidFill>
                </a:endParaRPr>
              </a:p>
            </p:txBody>
          </p:sp>
          <p:sp>
            <p:nvSpPr>
              <p:cNvPr id="523" name="箭號: 向右 522">
                <a:extLst>
                  <a:ext uri="{FF2B5EF4-FFF2-40B4-BE49-F238E27FC236}">
                    <a16:creationId xmlns:a16="http://schemas.microsoft.com/office/drawing/2014/main" id="{D033524E-044F-4F1C-955B-A9C1774AEA88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0" name="文字方塊 519">
                  <a:extLst>
                    <a:ext uri="{FF2B5EF4-FFF2-40B4-BE49-F238E27FC236}">
                      <a16:creationId xmlns:a16="http://schemas.microsoft.com/office/drawing/2014/main" id="{CC9B5CC6-C2A6-4889-A719-60DFBA75F028}"/>
                    </a:ext>
                  </a:extLst>
                </p:cNvPr>
                <p:cNvSpPr txBox="1"/>
                <p:nvPr/>
              </p:nvSpPr>
              <p:spPr>
                <a:xfrm>
                  <a:off x="3836505" y="1616346"/>
                  <a:ext cx="411859" cy="45243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20" name="文字方塊 519">
                  <a:extLst>
                    <a:ext uri="{FF2B5EF4-FFF2-40B4-BE49-F238E27FC236}">
                      <a16:creationId xmlns:a16="http://schemas.microsoft.com/office/drawing/2014/main" id="{CC9B5CC6-C2A6-4889-A719-60DFBA75F0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6505" y="1616346"/>
                  <a:ext cx="411859" cy="452437"/>
                </a:xfrm>
                <a:prstGeom prst="rect">
                  <a:avLst/>
                </a:prstGeom>
                <a:blipFill>
                  <a:blip r:embed="rId22"/>
                  <a:stretch>
                    <a:fillRect r="-697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1" name="文字方塊 520">
                  <a:extLst>
                    <a:ext uri="{FF2B5EF4-FFF2-40B4-BE49-F238E27FC236}">
                      <a16:creationId xmlns:a16="http://schemas.microsoft.com/office/drawing/2014/main" id="{C1B85C49-8CE2-4FAE-93E2-BD2214232CDA}"/>
                    </a:ext>
                  </a:extLst>
                </p:cNvPr>
                <p:cNvSpPr txBox="1"/>
                <p:nvPr/>
              </p:nvSpPr>
              <p:spPr>
                <a:xfrm>
                  <a:off x="4088416" y="1839893"/>
                  <a:ext cx="521831" cy="4302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21" name="文字方塊 520">
                  <a:extLst>
                    <a:ext uri="{FF2B5EF4-FFF2-40B4-BE49-F238E27FC236}">
                      <a16:creationId xmlns:a16="http://schemas.microsoft.com/office/drawing/2014/main" id="{C1B85C49-8CE2-4FAE-93E2-BD2214232C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8416" y="1839893"/>
                  <a:ext cx="521831" cy="430208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28" name="文字方塊 527">
                <a:extLst>
                  <a:ext uri="{FF2B5EF4-FFF2-40B4-BE49-F238E27FC236}">
                    <a16:creationId xmlns:a16="http://schemas.microsoft.com/office/drawing/2014/main" id="{7FADB91C-5F7D-49D7-9287-F4B92B04B2B1}"/>
                  </a:ext>
                </a:extLst>
              </p:cNvPr>
              <p:cNvSpPr txBox="1"/>
              <p:nvPr/>
            </p:nvSpPr>
            <p:spPr>
              <a:xfrm rot="5400000">
                <a:off x="5166409" y="1082485"/>
                <a:ext cx="33746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528" name="文字方塊 527">
                <a:extLst>
                  <a:ext uri="{FF2B5EF4-FFF2-40B4-BE49-F238E27FC236}">
                    <a16:creationId xmlns:a16="http://schemas.microsoft.com/office/drawing/2014/main" id="{7FADB91C-5F7D-49D7-9287-F4B92B04B2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5166409" y="1082485"/>
                <a:ext cx="337468" cy="307777"/>
              </a:xfrm>
              <a:prstGeom prst="rect">
                <a:avLst/>
              </a:prstGeom>
              <a:blipFill>
                <a:blip r:embed="rId24"/>
                <a:stretch>
                  <a:fillRect b="-163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9" name="文字方塊 528">
                <a:extLst>
                  <a:ext uri="{FF2B5EF4-FFF2-40B4-BE49-F238E27FC236}">
                    <a16:creationId xmlns:a16="http://schemas.microsoft.com/office/drawing/2014/main" id="{D6C91AF2-D439-413E-BA7F-B543ED57112D}"/>
                  </a:ext>
                </a:extLst>
              </p:cNvPr>
              <p:cNvSpPr txBox="1"/>
              <p:nvPr/>
            </p:nvSpPr>
            <p:spPr>
              <a:xfrm rot="5400000">
                <a:off x="1779369" y="1082485"/>
                <a:ext cx="33746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529" name="文字方塊 528">
                <a:extLst>
                  <a:ext uri="{FF2B5EF4-FFF2-40B4-BE49-F238E27FC236}">
                    <a16:creationId xmlns:a16="http://schemas.microsoft.com/office/drawing/2014/main" id="{D6C91AF2-D439-413E-BA7F-B543ED5711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1779369" y="1082485"/>
                <a:ext cx="337469" cy="307777"/>
              </a:xfrm>
              <a:prstGeom prst="rect">
                <a:avLst/>
              </a:prstGeom>
              <a:blipFill>
                <a:blip r:embed="rId25"/>
                <a:stretch>
                  <a:fillRect b="-163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0" name="直線接點 529">
            <a:extLst>
              <a:ext uri="{FF2B5EF4-FFF2-40B4-BE49-F238E27FC236}">
                <a16:creationId xmlns:a16="http://schemas.microsoft.com/office/drawing/2014/main" id="{7EF36842-A2EC-4987-AB40-6054536CB4B9}"/>
              </a:ext>
            </a:extLst>
          </p:cNvPr>
          <p:cNvCxnSpPr>
            <a:cxnSpLocks/>
          </p:cNvCxnSpPr>
          <p:nvPr/>
        </p:nvCxnSpPr>
        <p:spPr>
          <a:xfrm flipV="1">
            <a:off x="8688334" y="3278796"/>
            <a:ext cx="252473" cy="244255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1" name="直線接點 530">
            <a:extLst>
              <a:ext uri="{FF2B5EF4-FFF2-40B4-BE49-F238E27FC236}">
                <a16:creationId xmlns:a16="http://schemas.microsoft.com/office/drawing/2014/main" id="{EC3F53B7-6709-4E3C-ADE0-36214BBFCF3D}"/>
              </a:ext>
            </a:extLst>
          </p:cNvPr>
          <p:cNvCxnSpPr>
            <a:cxnSpLocks/>
          </p:cNvCxnSpPr>
          <p:nvPr/>
        </p:nvCxnSpPr>
        <p:spPr>
          <a:xfrm>
            <a:off x="4088654" y="3385731"/>
            <a:ext cx="650875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2" name="直線接點 531">
            <a:extLst>
              <a:ext uri="{FF2B5EF4-FFF2-40B4-BE49-F238E27FC236}">
                <a16:creationId xmlns:a16="http://schemas.microsoft.com/office/drawing/2014/main" id="{AA97B1EC-9680-4B50-B9F5-C86138C5ECD8}"/>
              </a:ext>
            </a:extLst>
          </p:cNvPr>
          <p:cNvCxnSpPr>
            <a:cxnSpLocks/>
          </p:cNvCxnSpPr>
          <p:nvPr/>
        </p:nvCxnSpPr>
        <p:spPr>
          <a:xfrm>
            <a:off x="5185935" y="3714344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3" name="直線接點 532">
            <a:extLst>
              <a:ext uri="{FF2B5EF4-FFF2-40B4-BE49-F238E27FC236}">
                <a16:creationId xmlns:a16="http://schemas.microsoft.com/office/drawing/2014/main" id="{515D2B91-220C-41F7-812C-11D5D509B88C}"/>
              </a:ext>
            </a:extLst>
          </p:cNvPr>
          <p:cNvCxnSpPr>
            <a:cxnSpLocks/>
          </p:cNvCxnSpPr>
          <p:nvPr/>
        </p:nvCxnSpPr>
        <p:spPr>
          <a:xfrm flipV="1">
            <a:off x="4194342" y="3599387"/>
            <a:ext cx="332143" cy="3213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4" name="直線接點 533">
            <a:extLst>
              <a:ext uri="{FF2B5EF4-FFF2-40B4-BE49-F238E27FC236}">
                <a16:creationId xmlns:a16="http://schemas.microsoft.com/office/drawing/2014/main" id="{9953CBD2-2B0F-446F-A697-9898B7CD7B15}"/>
              </a:ext>
            </a:extLst>
          </p:cNvPr>
          <p:cNvCxnSpPr>
            <a:cxnSpLocks/>
          </p:cNvCxnSpPr>
          <p:nvPr/>
        </p:nvCxnSpPr>
        <p:spPr>
          <a:xfrm flipV="1">
            <a:off x="5381555" y="3264214"/>
            <a:ext cx="252473" cy="244255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5" name="直線接點 534">
            <a:extLst>
              <a:ext uri="{FF2B5EF4-FFF2-40B4-BE49-F238E27FC236}">
                <a16:creationId xmlns:a16="http://schemas.microsoft.com/office/drawing/2014/main" id="{79D4959A-2DA1-4C75-8EDD-47A1075C6975}"/>
              </a:ext>
            </a:extLst>
          </p:cNvPr>
          <p:cNvCxnSpPr>
            <a:cxnSpLocks/>
          </p:cNvCxnSpPr>
          <p:nvPr/>
        </p:nvCxnSpPr>
        <p:spPr>
          <a:xfrm>
            <a:off x="804404" y="3380583"/>
            <a:ext cx="650875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6" name="直線接點 535">
            <a:extLst>
              <a:ext uri="{FF2B5EF4-FFF2-40B4-BE49-F238E27FC236}">
                <a16:creationId xmlns:a16="http://schemas.microsoft.com/office/drawing/2014/main" id="{F2C6170A-1670-44EB-A7BB-B3BAB00A749D}"/>
              </a:ext>
            </a:extLst>
          </p:cNvPr>
          <p:cNvCxnSpPr>
            <a:cxnSpLocks/>
          </p:cNvCxnSpPr>
          <p:nvPr/>
        </p:nvCxnSpPr>
        <p:spPr>
          <a:xfrm>
            <a:off x="1901684" y="3709196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7" name="直線接點 536">
            <a:extLst>
              <a:ext uri="{FF2B5EF4-FFF2-40B4-BE49-F238E27FC236}">
                <a16:creationId xmlns:a16="http://schemas.microsoft.com/office/drawing/2014/main" id="{E322625F-D130-4D20-A192-DB5E10FCA82B}"/>
              </a:ext>
            </a:extLst>
          </p:cNvPr>
          <p:cNvCxnSpPr>
            <a:cxnSpLocks/>
          </p:cNvCxnSpPr>
          <p:nvPr/>
        </p:nvCxnSpPr>
        <p:spPr>
          <a:xfrm flipV="1">
            <a:off x="910092" y="3594239"/>
            <a:ext cx="332143" cy="3213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8" name="直線接點 537">
            <a:extLst>
              <a:ext uri="{FF2B5EF4-FFF2-40B4-BE49-F238E27FC236}">
                <a16:creationId xmlns:a16="http://schemas.microsoft.com/office/drawing/2014/main" id="{ED102DB8-FDDD-4815-AD97-770B5618B613}"/>
              </a:ext>
            </a:extLst>
          </p:cNvPr>
          <p:cNvCxnSpPr>
            <a:cxnSpLocks/>
          </p:cNvCxnSpPr>
          <p:nvPr/>
        </p:nvCxnSpPr>
        <p:spPr>
          <a:xfrm flipV="1">
            <a:off x="2097304" y="3259066"/>
            <a:ext cx="252473" cy="244255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3" name="文字方塊 542">
                <a:extLst>
                  <a:ext uri="{FF2B5EF4-FFF2-40B4-BE49-F238E27FC236}">
                    <a16:creationId xmlns:a16="http://schemas.microsoft.com/office/drawing/2014/main" id="{D2598A55-DD4D-47A8-AE32-9FB7804FD31B}"/>
                  </a:ext>
                </a:extLst>
              </p:cNvPr>
              <p:cNvSpPr txBox="1"/>
              <p:nvPr/>
            </p:nvSpPr>
            <p:spPr>
              <a:xfrm rot="5400000">
                <a:off x="5158471" y="1831786"/>
                <a:ext cx="33746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543" name="文字方塊 542">
                <a:extLst>
                  <a:ext uri="{FF2B5EF4-FFF2-40B4-BE49-F238E27FC236}">
                    <a16:creationId xmlns:a16="http://schemas.microsoft.com/office/drawing/2014/main" id="{D2598A55-DD4D-47A8-AE32-9FB7804FD3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5158471" y="1831786"/>
                <a:ext cx="337468" cy="307777"/>
              </a:xfrm>
              <a:prstGeom prst="rect">
                <a:avLst/>
              </a:prstGeom>
              <a:blipFill>
                <a:blip r:embed="rId24"/>
                <a:stretch>
                  <a:fillRect b="-163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4" name="文字方塊 543">
                <a:extLst>
                  <a:ext uri="{FF2B5EF4-FFF2-40B4-BE49-F238E27FC236}">
                    <a16:creationId xmlns:a16="http://schemas.microsoft.com/office/drawing/2014/main" id="{CD68F481-F759-407A-B957-899B52BF51AB}"/>
                  </a:ext>
                </a:extLst>
              </p:cNvPr>
              <p:cNvSpPr txBox="1"/>
              <p:nvPr/>
            </p:nvSpPr>
            <p:spPr>
              <a:xfrm rot="5400000">
                <a:off x="1771432" y="1831786"/>
                <a:ext cx="33746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544" name="文字方塊 543">
                <a:extLst>
                  <a:ext uri="{FF2B5EF4-FFF2-40B4-BE49-F238E27FC236}">
                    <a16:creationId xmlns:a16="http://schemas.microsoft.com/office/drawing/2014/main" id="{CD68F481-F759-407A-B957-899B52BF51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1771432" y="1831786"/>
                <a:ext cx="337469" cy="307777"/>
              </a:xfrm>
              <a:prstGeom prst="rect">
                <a:avLst/>
              </a:prstGeom>
              <a:blipFill>
                <a:blip r:embed="rId25"/>
                <a:stretch>
                  <a:fillRect b="-163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5" name="文字方塊 544">
                <a:extLst>
                  <a:ext uri="{FF2B5EF4-FFF2-40B4-BE49-F238E27FC236}">
                    <a16:creationId xmlns:a16="http://schemas.microsoft.com/office/drawing/2014/main" id="{89123396-9B5E-462C-BF01-CD8A29824C00}"/>
                  </a:ext>
                </a:extLst>
              </p:cNvPr>
              <p:cNvSpPr txBox="1"/>
              <p:nvPr/>
            </p:nvSpPr>
            <p:spPr>
              <a:xfrm>
                <a:off x="7897980" y="2829607"/>
                <a:ext cx="715550" cy="2693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5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50" i="1">
                              <a:latin typeface="Cambria Math" panose="02040503050406030204" pitchFamily="18" charset="0"/>
                            </a:rPr>
                            <m:t>1, −1</m:t>
                          </m:r>
                        </m:e>
                      </m:d>
                    </m:oMath>
                  </m:oMathPara>
                </a14:m>
                <a:endParaRPr lang="zh-TW" altLang="en-US" sz="1150" dirty="0"/>
              </a:p>
            </p:txBody>
          </p:sp>
        </mc:Choice>
        <mc:Fallback xmlns="">
          <p:sp>
            <p:nvSpPr>
              <p:cNvPr id="545" name="文字方塊 544">
                <a:extLst>
                  <a:ext uri="{FF2B5EF4-FFF2-40B4-BE49-F238E27FC236}">
                    <a16:creationId xmlns:a16="http://schemas.microsoft.com/office/drawing/2014/main" id="{89123396-9B5E-462C-BF01-CD8A29824C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7980" y="2829607"/>
                <a:ext cx="715550" cy="269304"/>
              </a:xfrm>
              <a:prstGeom prst="rect">
                <a:avLst/>
              </a:prstGeom>
              <a:blipFill>
                <a:blip r:embed="rId26"/>
                <a:stretch>
                  <a:fillRect t="-97727" r="-34188" b="-15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6" name="文字方塊 545">
                <a:extLst>
                  <a:ext uri="{FF2B5EF4-FFF2-40B4-BE49-F238E27FC236}">
                    <a16:creationId xmlns:a16="http://schemas.microsoft.com/office/drawing/2014/main" id="{51F46984-0199-4FD3-A2EE-6E64F5367350}"/>
                  </a:ext>
                </a:extLst>
              </p:cNvPr>
              <p:cNvSpPr txBox="1"/>
              <p:nvPr/>
            </p:nvSpPr>
            <p:spPr>
              <a:xfrm>
                <a:off x="7849278" y="3966238"/>
                <a:ext cx="812954" cy="2693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5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50" i="1">
                              <a:latin typeface="Cambria Math" panose="02040503050406030204" pitchFamily="18" charset="0"/>
                            </a:rPr>
                            <m:t>−1, 1</m:t>
                          </m:r>
                        </m:e>
                      </m:d>
                    </m:oMath>
                  </m:oMathPara>
                </a14:m>
                <a:endParaRPr lang="zh-TW" altLang="en-US" sz="1150" dirty="0"/>
              </a:p>
            </p:txBody>
          </p:sp>
        </mc:Choice>
        <mc:Fallback xmlns="">
          <p:sp>
            <p:nvSpPr>
              <p:cNvPr id="546" name="文字方塊 545">
                <a:extLst>
                  <a:ext uri="{FF2B5EF4-FFF2-40B4-BE49-F238E27FC236}">
                    <a16:creationId xmlns:a16="http://schemas.microsoft.com/office/drawing/2014/main" id="{51F46984-0199-4FD3-A2EE-6E64F5367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9278" y="3966238"/>
                <a:ext cx="812954" cy="269304"/>
              </a:xfrm>
              <a:prstGeom prst="rect">
                <a:avLst/>
              </a:prstGeom>
              <a:blipFill>
                <a:blip r:embed="rId27"/>
                <a:stretch>
                  <a:fillRect t="-97727" r="-23308" b="-15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7" name="文字方塊 546">
                <a:extLst>
                  <a:ext uri="{FF2B5EF4-FFF2-40B4-BE49-F238E27FC236}">
                    <a16:creationId xmlns:a16="http://schemas.microsoft.com/office/drawing/2014/main" id="{5252AFDE-D120-4AC7-A65B-916DF18F6DA6}"/>
                  </a:ext>
                </a:extLst>
              </p:cNvPr>
              <p:cNvSpPr txBox="1"/>
              <p:nvPr/>
            </p:nvSpPr>
            <p:spPr>
              <a:xfrm>
                <a:off x="4602331" y="2829607"/>
                <a:ext cx="715550" cy="2693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5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50" i="1">
                              <a:latin typeface="Cambria Math" panose="02040503050406030204" pitchFamily="18" charset="0"/>
                            </a:rPr>
                            <m:t>1, −1</m:t>
                          </m:r>
                        </m:e>
                      </m:d>
                    </m:oMath>
                  </m:oMathPara>
                </a14:m>
                <a:endParaRPr lang="zh-TW" altLang="en-US" sz="1150" dirty="0"/>
              </a:p>
            </p:txBody>
          </p:sp>
        </mc:Choice>
        <mc:Fallback xmlns="">
          <p:sp>
            <p:nvSpPr>
              <p:cNvPr id="547" name="文字方塊 546">
                <a:extLst>
                  <a:ext uri="{FF2B5EF4-FFF2-40B4-BE49-F238E27FC236}">
                    <a16:creationId xmlns:a16="http://schemas.microsoft.com/office/drawing/2014/main" id="{5252AFDE-D120-4AC7-A65B-916DF18F6D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2331" y="2829607"/>
                <a:ext cx="715550" cy="269304"/>
              </a:xfrm>
              <a:prstGeom prst="rect">
                <a:avLst/>
              </a:prstGeom>
              <a:blipFill>
                <a:blip r:embed="rId26"/>
                <a:stretch>
                  <a:fillRect t="-97727" r="-34188" b="-15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8" name="文字方塊 547">
                <a:extLst>
                  <a:ext uri="{FF2B5EF4-FFF2-40B4-BE49-F238E27FC236}">
                    <a16:creationId xmlns:a16="http://schemas.microsoft.com/office/drawing/2014/main" id="{F3FDC21F-1A37-4740-8C1D-57C21DF700BC}"/>
                  </a:ext>
                </a:extLst>
              </p:cNvPr>
              <p:cNvSpPr txBox="1"/>
              <p:nvPr/>
            </p:nvSpPr>
            <p:spPr>
              <a:xfrm>
                <a:off x="4553628" y="3966238"/>
                <a:ext cx="812954" cy="2693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5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50" i="1">
                              <a:latin typeface="Cambria Math" panose="02040503050406030204" pitchFamily="18" charset="0"/>
                            </a:rPr>
                            <m:t>−1, 1</m:t>
                          </m:r>
                        </m:e>
                      </m:d>
                    </m:oMath>
                  </m:oMathPara>
                </a14:m>
                <a:endParaRPr lang="zh-TW" altLang="en-US" sz="1150" dirty="0"/>
              </a:p>
            </p:txBody>
          </p:sp>
        </mc:Choice>
        <mc:Fallback xmlns="">
          <p:sp>
            <p:nvSpPr>
              <p:cNvPr id="548" name="文字方塊 547">
                <a:extLst>
                  <a:ext uri="{FF2B5EF4-FFF2-40B4-BE49-F238E27FC236}">
                    <a16:creationId xmlns:a16="http://schemas.microsoft.com/office/drawing/2014/main" id="{F3FDC21F-1A37-4740-8C1D-57C21DF700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3628" y="3966238"/>
                <a:ext cx="812954" cy="269304"/>
              </a:xfrm>
              <a:prstGeom prst="rect">
                <a:avLst/>
              </a:prstGeom>
              <a:blipFill>
                <a:blip r:embed="rId27"/>
                <a:stretch>
                  <a:fillRect t="-97727" r="-23308" b="-15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9" name="文字方塊 548">
                <a:extLst>
                  <a:ext uri="{FF2B5EF4-FFF2-40B4-BE49-F238E27FC236}">
                    <a16:creationId xmlns:a16="http://schemas.microsoft.com/office/drawing/2014/main" id="{537562DA-5ADE-45D8-B2E7-CCAA5FB09985}"/>
                  </a:ext>
                </a:extLst>
              </p:cNvPr>
              <p:cNvSpPr txBox="1"/>
              <p:nvPr/>
            </p:nvSpPr>
            <p:spPr>
              <a:xfrm>
                <a:off x="1287631" y="2810557"/>
                <a:ext cx="715550" cy="2693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5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50" i="1">
                              <a:latin typeface="Cambria Math" panose="02040503050406030204" pitchFamily="18" charset="0"/>
                            </a:rPr>
                            <m:t>1, −1</m:t>
                          </m:r>
                        </m:e>
                      </m:d>
                    </m:oMath>
                  </m:oMathPara>
                </a14:m>
                <a:endParaRPr lang="zh-TW" altLang="en-US" sz="1150" dirty="0"/>
              </a:p>
            </p:txBody>
          </p:sp>
        </mc:Choice>
        <mc:Fallback xmlns="">
          <p:sp>
            <p:nvSpPr>
              <p:cNvPr id="549" name="文字方塊 548">
                <a:extLst>
                  <a:ext uri="{FF2B5EF4-FFF2-40B4-BE49-F238E27FC236}">
                    <a16:creationId xmlns:a16="http://schemas.microsoft.com/office/drawing/2014/main" id="{537562DA-5ADE-45D8-B2E7-CCAA5FB099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7631" y="2810557"/>
                <a:ext cx="715550" cy="269304"/>
              </a:xfrm>
              <a:prstGeom prst="rect">
                <a:avLst/>
              </a:prstGeom>
              <a:blipFill>
                <a:blip r:embed="rId28"/>
                <a:stretch>
                  <a:fillRect t="-97727" r="-33898" b="-15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0" name="文字方塊 549">
                <a:extLst>
                  <a:ext uri="{FF2B5EF4-FFF2-40B4-BE49-F238E27FC236}">
                    <a16:creationId xmlns:a16="http://schemas.microsoft.com/office/drawing/2014/main" id="{84F31ECA-3544-4802-A588-65918E743666}"/>
                  </a:ext>
                </a:extLst>
              </p:cNvPr>
              <p:cNvSpPr txBox="1"/>
              <p:nvPr/>
            </p:nvSpPr>
            <p:spPr>
              <a:xfrm>
                <a:off x="1238928" y="3947187"/>
                <a:ext cx="812954" cy="2693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5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50" i="1">
                              <a:latin typeface="Cambria Math" panose="02040503050406030204" pitchFamily="18" charset="0"/>
                            </a:rPr>
                            <m:t>−1, 1</m:t>
                          </m:r>
                        </m:e>
                      </m:d>
                    </m:oMath>
                  </m:oMathPara>
                </a14:m>
                <a:endParaRPr lang="zh-TW" altLang="en-US" sz="1150" dirty="0"/>
              </a:p>
            </p:txBody>
          </p:sp>
        </mc:Choice>
        <mc:Fallback xmlns="">
          <p:sp>
            <p:nvSpPr>
              <p:cNvPr id="550" name="文字方塊 549">
                <a:extLst>
                  <a:ext uri="{FF2B5EF4-FFF2-40B4-BE49-F238E27FC236}">
                    <a16:creationId xmlns:a16="http://schemas.microsoft.com/office/drawing/2014/main" id="{84F31ECA-3544-4802-A588-65918E7436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8928" y="3947187"/>
                <a:ext cx="812954" cy="269304"/>
              </a:xfrm>
              <a:prstGeom prst="rect">
                <a:avLst/>
              </a:prstGeom>
              <a:blipFill>
                <a:blip r:embed="rId29"/>
                <a:stretch>
                  <a:fillRect t="-97727" r="-23134" b="-15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1" name="群組 550">
            <a:extLst>
              <a:ext uri="{FF2B5EF4-FFF2-40B4-BE49-F238E27FC236}">
                <a16:creationId xmlns:a16="http://schemas.microsoft.com/office/drawing/2014/main" id="{A15ADA87-C73B-4B1F-AC1D-7F2020D1BD65}"/>
              </a:ext>
            </a:extLst>
          </p:cNvPr>
          <p:cNvGrpSpPr/>
          <p:nvPr/>
        </p:nvGrpSpPr>
        <p:grpSpPr>
          <a:xfrm>
            <a:off x="8943934" y="4544469"/>
            <a:ext cx="720000" cy="720000"/>
            <a:chOff x="389151" y="2161357"/>
            <a:chExt cx="1150186" cy="1150186"/>
          </a:xfrm>
        </p:grpSpPr>
        <p:sp>
          <p:nvSpPr>
            <p:cNvPr id="552" name="矩形: 圓角 551">
              <a:extLst>
                <a:ext uri="{FF2B5EF4-FFF2-40B4-BE49-F238E27FC236}">
                  <a16:creationId xmlns:a16="http://schemas.microsoft.com/office/drawing/2014/main" id="{80AC2D97-7734-4A8F-A486-B6A4F337B78F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553" name="箭號: 左-右雙向 552">
              <a:extLst>
                <a:ext uri="{FF2B5EF4-FFF2-40B4-BE49-F238E27FC236}">
                  <a16:creationId xmlns:a16="http://schemas.microsoft.com/office/drawing/2014/main" id="{1FB5A0D1-DB87-409D-A2E3-B8BCD46C97D7}"/>
                </a:ext>
              </a:extLst>
            </p:cNvPr>
            <p:cNvSpPr/>
            <p:nvPr/>
          </p:nvSpPr>
          <p:spPr>
            <a:xfrm rot="18900000">
              <a:off x="494862" y="267653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554" name="箭號: 左-右雙向 553">
              <a:extLst>
                <a:ext uri="{FF2B5EF4-FFF2-40B4-BE49-F238E27FC236}">
                  <a16:creationId xmlns:a16="http://schemas.microsoft.com/office/drawing/2014/main" id="{65C8451E-DD6C-47E1-988A-E394E288DB18}"/>
                </a:ext>
              </a:extLst>
            </p:cNvPr>
            <p:cNvSpPr/>
            <p:nvPr/>
          </p:nvSpPr>
          <p:spPr>
            <a:xfrm rot="18900000">
              <a:off x="1212991" y="267653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55" name="箭號: 左-右雙向 554">
              <a:extLst>
                <a:ext uri="{FF2B5EF4-FFF2-40B4-BE49-F238E27FC236}">
                  <a16:creationId xmlns:a16="http://schemas.microsoft.com/office/drawing/2014/main" id="{532FA3D6-E017-429A-B2D6-DE463A3539D9}"/>
                </a:ext>
              </a:extLst>
            </p:cNvPr>
            <p:cNvSpPr/>
            <p:nvPr/>
          </p:nvSpPr>
          <p:spPr>
            <a:xfrm>
              <a:off x="601032" y="242219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56" name="箭號: 左-右雙向 555">
              <a:extLst>
                <a:ext uri="{FF2B5EF4-FFF2-40B4-BE49-F238E27FC236}">
                  <a16:creationId xmlns:a16="http://schemas.microsoft.com/office/drawing/2014/main" id="{7EC753D4-7D4B-4472-AADA-FFB0A5409552}"/>
                </a:ext>
              </a:extLst>
            </p:cNvPr>
            <p:cNvSpPr/>
            <p:nvPr/>
          </p:nvSpPr>
          <p:spPr>
            <a:xfrm>
              <a:off x="1098572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57" name="箭號: 左-右雙向 556">
              <a:extLst>
                <a:ext uri="{FF2B5EF4-FFF2-40B4-BE49-F238E27FC236}">
                  <a16:creationId xmlns:a16="http://schemas.microsoft.com/office/drawing/2014/main" id="{34253283-9EFC-4835-B804-C4989A5A1068}"/>
                </a:ext>
              </a:extLst>
            </p:cNvPr>
            <p:cNvSpPr/>
            <p:nvPr/>
          </p:nvSpPr>
          <p:spPr>
            <a:xfrm rot="5400000">
              <a:off x="601034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558" name="箭號: 左-右雙向 557">
              <a:extLst>
                <a:ext uri="{FF2B5EF4-FFF2-40B4-BE49-F238E27FC236}">
                  <a16:creationId xmlns:a16="http://schemas.microsoft.com/office/drawing/2014/main" id="{1B65508C-5000-4EF0-9D18-E58F709502D2}"/>
                </a:ext>
              </a:extLst>
            </p:cNvPr>
            <p:cNvSpPr/>
            <p:nvPr/>
          </p:nvSpPr>
          <p:spPr>
            <a:xfrm rot="5400000">
              <a:off x="1098570" y="242219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59" name="箭號: 左-右雙向 558">
              <a:extLst>
                <a:ext uri="{FF2B5EF4-FFF2-40B4-BE49-F238E27FC236}">
                  <a16:creationId xmlns:a16="http://schemas.microsoft.com/office/drawing/2014/main" id="{1AD20B09-0E6B-47FC-9B43-931144FD12BE}"/>
                </a:ext>
              </a:extLst>
            </p:cNvPr>
            <p:cNvSpPr/>
            <p:nvPr/>
          </p:nvSpPr>
          <p:spPr>
            <a:xfrm rot="2700000">
              <a:off x="844159" y="3043671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60" name="箭號: 左-右雙向 559">
              <a:extLst>
                <a:ext uri="{FF2B5EF4-FFF2-40B4-BE49-F238E27FC236}">
                  <a16:creationId xmlns:a16="http://schemas.microsoft.com/office/drawing/2014/main" id="{E9917A39-3479-4C7D-8CF0-6275B09C5D14}"/>
                </a:ext>
              </a:extLst>
            </p:cNvPr>
            <p:cNvSpPr/>
            <p:nvPr/>
          </p:nvSpPr>
          <p:spPr>
            <a:xfrm rot="2700000">
              <a:off x="844159" y="231192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561" name="群組 560">
            <a:extLst>
              <a:ext uri="{FF2B5EF4-FFF2-40B4-BE49-F238E27FC236}">
                <a16:creationId xmlns:a16="http://schemas.microsoft.com/office/drawing/2014/main" id="{B15F298F-25E4-4B27-B5B9-B30553501EAD}"/>
              </a:ext>
            </a:extLst>
          </p:cNvPr>
          <p:cNvGrpSpPr/>
          <p:nvPr/>
        </p:nvGrpSpPr>
        <p:grpSpPr>
          <a:xfrm>
            <a:off x="6748799" y="4544469"/>
            <a:ext cx="720000" cy="720000"/>
            <a:chOff x="-756975" y="5254023"/>
            <a:chExt cx="2090057" cy="2090057"/>
          </a:xfrm>
        </p:grpSpPr>
        <p:sp>
          <p:nvSpPr>
            <p:cNvPr id="562" name="矩形: 圓角 561">
              <a:extLst>
                <a:ext uri="{FF2B5EF4-FFF2-40B4-BE49-F238E27FC236}">
                  <a16:creationId xmlns:a16="http://schemas.microsoft.com/office/drawing/2014/main" id="{82E6228D-DAFD-4D85-B51F-D75BD79F2776}"/>
                </a:ext>
              </a:extLst>
            </p:cNvPr>
            <p:cNvSpPr/>
            <p:nvPr/>
          </p:nvSpPr>
          <p:spPr>
            <a:xfrm>
              <a:off x="-756975" y="5254023"/>
              <a:ext cx="2090057" cy="20900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63" name="箭號: 左-右雙向 562">
              <a:extLst>
                <a:ext uri="{FF2B5EF4-FFF2-40B4-BE49-F238E27FC236}">
                  <a16:creationId xmlns:a16="http://schemas.microsoft.com/office/drawing/2014/main" id="{05EB36B0-D2E4-460E-9501-2F1521FE66BE}"/>
                </a:ext>
              </a:extLst>
            </p:cNvPr>
            <p:cNvSpPr/>
            <p:nvPr/>
          </p:nvSpPr>
          <p:spPr>
            <a:xfrm rot="10800000">
              <a:off x="-564882" y="619017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64" name="箭號: 左-右雙向 563">
              <a:extLst>
                <a:ext uri="{FF2B5EF4-FFF2-40B4-BE49-F238E27FC236}">
                  <a16:creationId xmlns:a16="http://schemas.microsoft.com/office/drawing/2014/main" id="{321B5155-F0B5-4489-B9E7-C4BCBADA352C}"/>
                </a:ext>
              </a:extLst>
            </p:cNvPr>
            <p:cNvSpPr/>
            <p:nvPr/>
          </p:nvSpPr>
          <p:spPr>
            <a:xfrm rot="10800000">
              <a:off x="740063" y="619017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65" name="箭號: 左-右雙向 564">
              <a:extLst>
                <a:ext uri="{FF2B5EF4-FFF2-40B4-BE49-F238E27FC236}">
                  <a16:creationId xmlns:a16="http://schemas.microsoft.com/office/drawing/2014/main" id="{7CE250D8-3E5C-402D-AD2D-244CE5E4523A}"/>
                </a:ext>
              </a:extLst>
            </p:cNvPr>
            <p:cNvSpPr/>
            <p:nvPr/>
          </p:nvSpPr>
          <p:spPr>
            <a:xfrm rot="2700000">
              <a:off x="-371956" y="5728012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66" name="箭號: 左-右雙向 565">
              <a:extLst>
                <a:ext uri="{FF2B5EF4-FFF2-40B4-BE49-F238E27FC236}">
                  <a16:creationId xmlns:a16="http://schemas.microsoft.com/office/drawing/2014/main" id="{2FC73402-F7A7-4B09-A8E7-CD2E91D61B5C}"/>
                </a:ext>
              </a:extLst>
            </p:cNvPr>
            <p:cNvSpPr/>
            <p:nvPr/>
          </p:nvSpPr>
          <p:spPr>
            <a:xfrm rot="2700000">
              <a:off x="532147" y="6669520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67" name="箭號: 左-右雙向 566">
              <a:extLst>
                <a:ext uri="{FF2B5EF4-FFF2-40B4-BE49-F238E27FC236}">
                  <a16:creationId xmlns:a16="http://schemas.microsoft.com/office/drawing/2014/main" id="{DF4528C3-02C1-45A9-BA4B-93F5A0FC0DE9}"/>
                </a:ext>
              </a:extLst>
            </p:cNvPr>
            <p:cNvSpPr/>
            <p:nvPr/>
          </p:nvSpPr>
          <p:spPr>
            <a:xfrm rot="18900000">
              <a:off x="-371955" y="666952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68" name="箭號: 左-右雙向 567">
              <a:extLst>
                <a:ext uri="{FF2B5EF4-FFF2-40B4-BE49-F238E27FC236}">
                  <a16:creationId xmlns:a16="http://schemas.microsoft.com/office/drawing/2014/main" id="{8F8C536B-DB0B-477C-8279-EC58CEADA6D5}"/>
                </a:ext>
              </a:extLst>
            </p:cNvPr>
            <p:cNvSpPr/>
            <p:nvPr/>
          </p:nvSpPr>
          <p:spPr>
            <a:xfrm rot="18900000">
              <a:off x="532146" y="572801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69" name="箭號: 左-右雙向 568">
              <a:extLst>
                <a:ext uri="{FF2B5EF4-FFF2-40B4-BE49-F238E27FC236}">
                  <a16:creationId xmlns:a16="http://schemas.microsoft.com/office/drawing/2014/main" id="{16D4F16D-DD21-4D41-A74F-A1B50B607B2A}"/>
                </a:ext>
              </a:extLst>
            </p:cNvPr>
            <p:cNvSpPr/>
            <p:nvPr/>
          </p:nvSpPr>
          <p:spPr>
            <a:xfrm rot="5400000">
              <a:off x="69843" y="6857317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70" name="箭號: 左-右雙向 569">
              <a:extLst>
                <a:ext uri="{FF2B5EF4-FFF2-40B4-BE49-F238E27FC236}">
                  <a16:creationId xmlns:a16="http://schemas.microsoft.com/office/drawing/2014/main" id="{8D9F912F-6631-44DA-852B-D001789EAD62}"/>
                </a:ext>
              </a:extLst>
            </p:cNvPr>
            <p:cNvSpPr/>
            <p:nvPr/>
          </p:nvSpPr>
          <p:spPr>
            <a:xfrm rot="5400000">
              <a:off x="69843" y="552763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grpSp>
        <p:nvGrpSpPr>
          <p:cNvPr id="571" name="群組 570">
            <a:extLst>
              <a:ext uri="{FF2B5EF4-FFF2-40B4-BE49-F238E27FC236}">
                <a16:creationId xmlns:a16="http://schemas.microsoft.com/office/drawing/2014/main" id="{7DBA1F4C-238D-46F8-9DDD-180A8186D134}"/>
              </a:ext>
            </a:extLst>
          </p:cNvPr>
          <p:cNvGrpSpPr/>
          <p:nvPr/>
        </p:nvGrpSpPr>
        <p:grpSpPr>
          <a:xfrm>
            <a:off x="6748799" y="2672429"/>
            <a:ext cx="720000" cy="720000"/>
            <a:chOff x="389151" y="2161357"/>
            <a:chExt cx="1150186" cy="1150186"/>
          </a:xfrm>
        </p:grpSpPr>
        <p:sp>
          <p:nvSpPr>
            <p:cNvPr id="572" name="矩形: 圓角 571">
              <a:extLst>
                <a:ext uri="{FF2B5EF4-FFF2-40B4-BE49-F238E27FC236}">
                  <a16:creationId xmlns:a16="http://schemas.microsoft.com/office/drawing/2014/main" id="{B0232BBF-65CB-4EFA-9634-6F4BC78F2E20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573" name="箭號: 左-右雙向 572">
              <a:extLst>
                <a:ext uri="{FF2B5EF4-FFF2-40B4-BE49-F238E27FC236}">
                  <a16:creationId xmlns:a16="http://schemas.microsoft.com/office/drawing/2014/main" id="{2E1D00A9-31D4-41A5-80BA-C40549396F6F}"/>
                </a:ext>
              </a:extLst>
            </p:cNvPr>
            <p:cNvSpPr/>
            <p:nvPr/>
          </p:nvSpPr>
          <p:spPr>
            <a:xfrm rot="2700000">
              <a:off x="494862" y="267653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574" name="箭號: 左-右雙向 573">
              <a:extLst>
                <a:ext uri="{FF2B5EF4-FFF2-40B4-BE49-F238E27FC236}">
                  <a16:creationId xmlns:a16="http://schemas.microsoft.com/office/drawing/2014/main" id="{A94FE219-70BE-4122-8A18-2069988CA80C}"/>
                </a:ext>
              </a:extLst>
            </p:cNvPr>
            <p:cNvSpPr/>
            <p:nvPr/>
          </p:nvSpPr>
          <p:spPr>
            <a:xfrm rot="2700000">
              <a:off x="1212991" y="267653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75" name="箭號: 左-右雙向 574">
              <a:extLst>
                <a:ext uri="{FF2B5EF4-FFF2-40B4-BE49-F238E27FC236}">
                  <a16:creationId xmlns:a16="http://schemas.microsoft.com/office/drawing/2014/main" id="{E1F2AC32-380E-479D-A911-478C6608070F}"/>
                </a:ext>
              </a:extLst>
            </p:cNvPr>
            <p:cNvSpPr/>
            <p:nvPr/>
          </p:nvSpPr>
          <p:spPr>
            <a:xfrm rot="5400000">
              <a:off x="601032" y="242219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76" name="箭號: 左-右雙向 575">
              <a:extLst>
                <a:ext uri="{FF2B5EF4-FFF2-40B4-BE49-F238E27FC236}">
                  <a16:creationId xmlns:a16="http://schemas.microsoft.com/office/drawing/2014/main" id="{3C668255-293E-4527-8769-AC10BAEE1DF8}"/>
                </a:ext>
              </a:extLst>
            </p:cNvPr>
            <p:cNvSpPr/>
            <p:nvPr/>
          </p:nvSpPr>
          <p:spPr>
            <a:xfrm rot="5400000">
              <a:off x="1098572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77" name="箭號: 左-右雙向 576">
              <a:extLst>
                <a:ext uri="{FF2B5EF4-FFF2-40B4-BE49-F238E27FC236}">
                  <a16:creationId xmlns:a16="http://schemas.microsoft.com/office/drawing/2014/main" id="{EF314C3A-0B9E-4465-84E0-D76B57E69ADC}"/>
                </a:ext>
              </a:extLst>
            </p:cNvPr>
            <p:cNvSpPr/>
            <p:nvPr/>
          </p:nvSpPr>
          <p:spPr>
            <a:xfrm>
              <a:off x="601034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578" name="箭號: 左-右雙向 577">
              <a:extLst>
                <a:ext uri="{FF2B5EF4-FFF2-40B4-BE49-F238E27FC236}">
                  <a16:creationId xmlns:a16="http://schemas.microsoft.com/office/drawing/2014/main" id="{4F8966FA-E1F2-4233-960B-B84D99F16AFC}"/>
                </a:ext>
              </a:extLst>
            </p:cNvPr>
            <p:cNvSpPr/>
            <p:nvPr/>
          </p:nvSpPr>
          <p:spPr>
            <a:xfrm>
              <a:off x="1098570" y="242219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79" name="箭號: 左-右雙向 578">
              <a:extLst>
                <a:ext uri="{FF2B5EF4-FFF2-40B4-BE49-F238E27FC236}">
                  <a16:creationId xmlns:a16="http://schemas.microsoft.com/office/drawing/2014/main" id="{F0C322CE-FB8C-4F79-972B-5BD14B73A662}"/>
                </a:ext>
              </a:extLst>
            </p:cNvPr>
            <p:cNvSpPr/>
            <p:nvPr/>
          </p:nvSpPr>
          <p:spPr>
            <a:xfrm rot="18900000">
              <a:off x="844159" y="3043671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80" name="箭號: 左-右雙向 579">
              <a:extLst>
                <a:ext uri="{FF2B5EF4-FFF2-40B4-BE49-F238E27FC236}">
                  <a16:creationId xmlns:a16="http://schemas.microsoft.com/office/drawing/2014/main" id="{F6172773-04E8-4AC7-A77B-A799B6E951A5}"/>
                </a:ext>
              </a:extLst>
            </p:cNvPr>
            <p:cNvSpPr/>
            <p:nvPr/>
          </p:nvSpPr>
          <p:spPr>
            <a:xfrm rot="18900000">
              <a:off x="844159" y="231192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581" name="群組 580">
            <a:extLst>
              <a:ext uri="{FF2B5EF4-FFF2-40B4-BE49-F238E27FC236}">
                <a16:creationId xmlns:a16="http://schemas.microsoft.com/office/drawing/2014/main" id="{B6B08C38-FD60-46BD-8421-9EFF6339A26F}"/>
              </a:ext>
            </a:extLst>
          </p:cNvPr>
          <p:cNvGrpSpPr/>
          <p:nvPr/>
        </p:nvGrpSpPr>
        <p:grpSpPr>
          <a:xfrm>
            <a:off x="8959755" y="2672429"/>
            <a:ext cx="720000" cy="720000"/>
            <a:chOff x="6578505" y="2619036"/>
            <a:chExt cx="763200" cy="763200"/>
          </a:xfrm>
        </p:grpSpPr>
        <p:sp>
          <p:nvSpPr>
            <p:cNvPr id="582" name="矩形: 圓角 581">
              <a:extLst>
                <a:ext uri="{FF2B5EF4-FFF2-40B4-BE49-F238E27FC236}">
                  <a16:creationId xmlns:a16="http://schemas.microsoft.com/office/drawing/2014/main" id="{D370F26E-5D5E-47AF-9856-629EE52E9D61}"/>
                </a:ext>
              </a:extLst>
            </p:cNvPr>
            <p:cNvSpPr/>
            <p:nvPr/>
          </p:nvSpPr>
          <p:spPr>
            <a:xfrm>
              <a:off x="6578505" y="2619036"/>
              <a:ext cx="763200" cy="7632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83" name="箭號: 左-右雙向 582">
              <a:extLst>
                <a:ext uri="{FF2B5EF4-FFF2-40B4-BE49-F238E27FC236}">
                  <a16:creationId xmlns:a16="http://schemas.microsoft.com/office/drawing/2014/main" id="{AB15B4CD-FAE2-42F6-95AF-80C05F11CD20}"/>
                </a:ext>
              </a:extLst>
            </p:cNvPr>
            <p:cNvSpPr/>
            <p:nvPr/>
          </p:nvSpPr>
          <p:spPr>
            <a:xfrm rot="5400000">
              <a:off x="6649457" y="2968181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84" name="箭號: 左-右雙向 583">
              <a:extLst>
                <a:ext uri="{FF2B5EF4-FFF2-40B4-BE49-F238E27FC236}">
                  <a16:creationId xmlns:a16="http://schemas.microsoft.com/office/drawing/2014/main" id="{BFB1F4AF-8039-42E8-9F24-6B1271A7C88A}"/>
                </a:ext>
              </a:extLst>
            </p:cNvPr>
            <p:cNvSpPr/>
            <p:nvPr/>
          </p:nvSpPr>
          <p:spPr>
            <a:xfrm rot="5400000">
              <a:off x="7125967" y="2968181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85" name="箭號: 左-右雙向 584">
              <a:extLst>
                <a:ext uri="{FF2B5EF4-FFF2-40B4-BE49-F238E27FC236}">
                  <a16:creationId xmlns:a16="http://schemas.microsoft.com/office/drawing/2014/main" id="{34799793-44A7-42CD-8C46-3A2D7CD65D93}"/>
                </a:ext>
              </a:extLst>
            </p:cNvPr>
            <p:cNvSpPr/>
            <p:nvPr/>
          </p:nvSpPr>
          <p:spPr>
            <a:xfrm rot="18900000">
              <a:off x="6719905" y="2799419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86" name="箭號: 左-右雙向 585">
              <a:extLst>
                <a:ext uri="{FF2B5EF4-FFF2-40B4-BE49-F238E27FC236}">
                  <a16:creationId xmlns:a16="http://schemas.microsoft.com/office/drawing/2014/main" id="{53A20709-521A-4474-A5E8-69B6D9C47B31}"/>
                </a:ext>
              </a:extLst>
            </p:cNvPr>
            <p:cNvSpPr/>
            <p:nvPr/>
          </p:nvSpPr>
          <p:spPr>
            <a:xfrm rot="18900000">
              <a:off x="7050045" y="3143217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87" name="箭號: 左-右雙向 586">
              <a:extLst>
                <a:ext uri="{FF2B5EF4-FFF2-40B4-BE49-F238E27FC236}">
                  <a16:creationId xmlns:a16="http://schemas.microsoft.com/office/drawing/2014/main" id="{EAB00B72-8E04-4923-893B-DA25E1136FD3}"/>
                </a:ext>
              </a:extLst>
            </p:cNvPr>
            <p:cNvSpPr/>
            <p:nvPr/>
          </p:nvSpPr>
          <p:spPr>
            <a:xfrm rot="2700000">
              <a:off x="6719905" y="3143218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88" name="箭號: 左-右雙向 587">
              <a:extLst>
                <a:ext uri="{FF2B5EF4-FFF2-40B4-BE49-F238E27FC236}">
                  <a16:creationId xmlns:a16="http://schemas.microsoft.com/office/drawing/2014/main" id="{2500308D-2C8F-4EF5-A871-88E3FC7C6504}"/>
                </a:ext>
              </a:extLst>
            </p:cNvPr>
            <p:cNvSpPr/>
            <p:nvPr/>
          </p:nvSpPr>
          <p:spPr>
            <a:xfrm rot="2700000">
              <a:off x="7050045" y="2799418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89" name="箭號: 左-右雙向 588">
              <a:extLst>
                <a:ext uri="{FF2B5EF4-FFF2-40B4-BE49-F238E27FC236}">
                  <a16:creationId xmlns:a16="http://schemas.microsoft.com/office/drawing/2014/main" id="{4F11B0D4-4E81-48CD-8387-7FF98C191641}"/>
                </a:ext>
              </a:extLst>
            </p:cNvPr>
            <p:cNvSpPr/>
            <p:nvPr/>
          </p:nvSpPr>
          <p:spPr>
            <a:xfrm>
              <a:off x="6881231" y="3211793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90" name="箭號: 左-右雙向 589">
              <a:extLst>
                <a:ext uri="{FF2B5EF4-FFF2-40B4-BE49-F238E27FC236}">
                  <a16:creationId xmlns:a16="http://schemas.microsoft.com/office/drawing/2014/main" id="{E68516C1-185C-40A3-97F5-8BFF47B7A09A}"/>
                </a:ext>
              </a:extLst>
            </p:cNvPr>
            <p:cNvSpPr/>
            <p:nvPr/>
          </p:nvSpPr>
          <p:spPr>
            <a:xfrm>
              <a:off x="6881231" y="2726249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pic>
        <p:nvPicPr>
          <p:cNvPr id="591" name="圖片 590">
            <a:extLst>
              <a:ext uri="{FF2B5EF4-FFF2-40B4-BE49-F238E27FC236}">
                <a16:creationId xmlns:a16="http://schemas.microsoft.com/office/drawing/2014/main" id="{7CBB3FFF-B9E4-4274-B2C8-E778DBE7DA08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103735" y="1108648"/>
            <a:ext cx="720000" cy="727322"/>
          </a:xfrm>
          <a:prstGeom prst="rect">
            <a:avLst/>
          </a:prstGeom>
        </p:spPr>
      </p:pic>
      <p:pic>
        <p:nvPicPr>
          <p:cNvPr id="592" name="圖片 591">
            <a:extLst>
              <a:ext uri="{FF2B5EF4-FFF2-40B4-BE49-F238E27FC236}">
                <a16:creationId xmlns:a16="http://schemas.microsoft.com/office/drawing/2014/main" id="{98012B00-ABAB-454D-BDE6-C0779E79D7A6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103735" y="1855391"/>
            <a:ext cx="720000" cy="717567"/>
          </a:xfrm>
          <a:prstGeom prst="rect">
            <a:avLst/>
          </a:prstGeom>
        </p:spPr>
      </p:pic>
      <p:pic>
        <p:nvPicPr>
          <p:cNvPr id="593" name="圖片 592">
            <a:extLst>
              <a:ext uri="{FF2B5EF4-FFF2-40B4-BE49-F238E27FC236}">
                <a16:creationId xmlns:a16="http://schemas.microsoft.com/office/drawing/2014/main" id="{00F04D9F-1686-4C57-A794-44E3A9743288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42127" y="1916143"/>
            <a:ext cx="720000" cy="724881"/>
          </a:xfrm>
          <a:prstGeom prst="rect">
            <a:avLst/>
          </a:prstGeom>
        </p:spPr>
      </p:pic>
      <p:pic>
        <p:nvPicPr>
          <p:cNvPr id="594" name="圖片 593">
            <a:extLst>
              <a:ext uri="{FF2B5EF4-FFF2-40B4-BE49-F238E27FC236}">
                <a16:creationId xmlns:a16="http://schemas.microsoft.com/office/drawing/2014/main" id="{34235D11-046F-42AA-BA7E-3FBAEA0DE8BF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42127" y="2677963"/>
            <a:ext cx="720000" cy="720000"/>
          </a:xfrm>
          <a:prstGeom prst="rect">
            <a:avLst/>
          </a:prstGeom>
        </p:spPr>
      </p:pic>
      <p:pic>
        <p:nvPicPr>
          <p:cNvPr id="595" name="圖片 594">
            <a:extLst>
              <a:ext uri="{FF2B5EF4-FFF2-40B4-BE49-F238E27FC236}">
                <a16:creationId xmlns:a16="http://schemas.microsoft.com/office/drawing/2014/main" id="{F90455B6-5324-4539-ADF0-79BF8BF0A5AB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242127" y="3790176"/>
            <a:ext cx="720000" cy="727322"/>
          </a:xfrm>
          <a:prstGeom prst="rect">
            <a:avLst/>
          </a:prstGeom>
        </p:spPr>
      </p:pic>
      <p:pic>
        <p:nvPicPr>
          <p:cNvPr id="596" name="圖片 595">
            <a:extLst>
              <a:ext uri="{FF2B5EF4-FFF2-40B4-BE49-F238E27FC236}">
                <a16:creationId xmlns:a16="http://schemas.microsoft.com/office/drawing/2014/main" id="{2EA6BC99-518C-4FB7-8932-9B9B09D0F716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242127" y="4543095"/>
            <a:ext cx="720000" cy="720000"/>
          </a:xfrm>
          <a:prstGeom prst="rect">
            <a:avLst/>
          </a:prstGeom>
        </p:spPr>
      </p:pic>
      <p:pic>
        <p:nvPicPr>
          <p:cNvPr id="597" name="圖片 596">
            <a:extLst>
              <a:ext uri="{FF2B5EF4-FFF2-40B4-BE49-F238E27FC236}">
                <a16:creationId xmlns:a16="http://schemas.microsoft.com/office/drawing/2014/main" id="{F58AC834-92E3-4CB6-94AD-05ADF3129D62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215247" y="4500129"/>
            <a:ext cx="720000" cy="722424"/>
          </a:xfrm>
          <a:prstGeom prst="rect">
            <a:avLst/>
          </a:prstGeom>
        </p:spPr>
      </p:pic>
      <p:pic>
        <p:nvPicPr>
          <p:cNvPr id="598" name="圖片 597">
            <a:extLst>
              <a:ext uri="{FF2B5EF4-FFF2-40B4-BE49-F238E27FC236}">
                <a16:creationId xmlns:a16="http://schemas.microsoft.com/office/drawing/2014/main" id="{93DF48BD-21C8-4CB8-B049-1D3F2D8CC316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215247" y="5292180"/>
            <a:ext cx="720000" cy="727347"/>
          </a:xfrm>
          <a:prstGeom prst="rect">
            <a:avLst/>
          </a:prstGeom>
        </p:spPr>
      </p:pic>
      <p:pic>
        <p:nvPicPr>
          <p:cNvPr id="599" name="圖片 598">
            <a:extLst>
              <a:ext uri="{FF2B5EF4-FFF2-40B4-BE49-F238E27FC236}">
                <a16:creationId xmlns:a16="http://schemas.microsoft.com/office/drawing/2014/main" id="{2CE8A95C-7F09-481D-B34C-09BCFAB2AEAC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2281064" y="4543401"/>
            <a:ext cx="720000" cy="722449"/>
          </a:xfrm>
          <a:prstGeom prst="rect">
            <a:avLst/>
          </a:prstGeom>
        </p:spPr>
      </p:pic>
      <p:pic>
        <p:nvPicPr>
          <p:cNvPr id="600" name="圖片 599">
            <a:extLst>
              <a:ext uri="{FF2B5EF4-FFF2-40B4-BE49-F238E27FC236}">
                <a16:creationId xmlns:a16="http://schemas.microsoft.com/office/drawing/2014/main" id="{F7B5D9A1-010E-4918-8679-FF75F7FF84B4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2281064" y="3795056"/>
            <a:ext cx="720000" cy="722449"/>
          </a:xfrm>
          <a:prstGeom prst="rect">
            <a:avLst/>
          </a:prstGeom>
        </p:spPr>
      </p:pic>
      <p:pic>
        <p:nvPicPr>
          <p:cNvPr id="601" name="圖片 600">
            <a:extLst>
              <a:ext uri="{FF2B5EF4-FFF2-40B4-BE49-F238E27FC236}">
                <a16:creationId xmlns:a16="http://schemas.microsoft.com/office/drawing/2014/main" id="{711C72BE-808D-41E6-A208-100F779D3302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2281064" y="2679352"/>
            <a:ext cx="720000" cy="720000"/>
          </a:xfrm>
          <a:prstGeom prst="rect">
            <a:avLst/>
          </a:prstGeom>
        </p:spPr>
      </p:pic>
      <p:pic>
        <p:nvPicPr>
          <p:cNvPr id="602" name="圖片 601">
            <a:extLst>
              <a:ext uri="{FF2B5EF4-FFF2-40B4-BE49-F238E27FC236}">
                <a16:creationId xmlns:a16="http://schemas.microsoft.com/office/drawing/2014/main" id="{091EDEFF-9180-4A2C-A51F-DC89F257FE37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2281064" y="1923809"/>
            <a:ext cx="720000" cy="72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03" name="文字方塊 602">
                <a:extLst>
                  <a:ext uri="{FF2B5EF4-FFF2-40B4-BE49-F238E27FC236}">
                    <a16:creationId xmlns:a16="http://schemas.microsoft.com/office/drawing/2014/main" id="{DD0B92F2-4004-41B6-9148-FD2D2268A83F}"/>
                  </a:ext>
                </a:extLst>
              </p:cNvPr>
              <p:cNvSpPr txBox="1"/>
              <p:nvPr/>
            </p:nvSpPr>
            <p:spPr>
              <a:xfrm>
                <a:off x="4047356" y="869045"/>
                <a:ext cx="167359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603" name="文字方塊 602">
                <a:extLst>
                  <a:ext uri="{FF2B5EF4-FFF2-40B4-BE49-F238E27FC236}">
                    <a16:creationId xmlns:a16="http://schemas.microsoft.com/office/drawing/2014/main" id="{DD0B92F2-4004-41B6-9148-FD2D2268A8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7356" y="869045"/>
                <a:ext cx="1673596" cy="276999"/>
              </a:xfrm>
              <a:prstGeom prst="rect">
                <a:avLst/>
              </a:prstGeom>
              <a:blipFill>
                <a:blip r:embed="rId42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4" name="文字方塊 603">
                <a:extLst>
                  <a:ext uri="{FF2B5EF4-FFF2-40B4-BE49-F238E27FC236}">
                    <a16:creationId xmlns:a16="http://schemas.microsoft.com/office/drawing/2014/main" id="{B0B0EC70-DD90-44D6-BE8C-4C2B9B0A73ED}"/>
                  </a:ext>
                </a:extLst>
              </p:cNvPr>
              <p:cNvSpPr txBox="1"/>
              <p:nvPr/>
            </p:nvSpPr>
            <p:spPr>
              <a:xfrm>
                <a:off x="3265801" y="3564960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604" name="文字方塊 603">
                <a:extLst>
                  <a:ext uri="{FF2B5EF4-FFF2-40B4-BE49-F238E27FC236}">
                    <a16:creationId xmlns:a16="http://schemas.microsoft.com/office/drawing/2014/main" id="{B0B0EC70-DD90-44D6-BE8C-4C2B9B0A73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5801" y="3564960"/>
                <a:ext cx="1150186" cy="276999"/>
              </a:xfrm>
              <a:prstGeom prst="rect">
                <a:avLst/>
              </a:prstGeom>
              <a:blipFill>
                <a:blip r:embed="rId43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5" name="文字方塊 604">
                <a:extLst>
                  <a:ext uri="{FF2B5EF4-FFF2-40B4-BE49-F238E27FC236}">
                    <a16:creationId xmlns:a16="http://schemas.microsoft.com/office/drawing/2014/main" id="{5DFCD8E2-8E1E-4AF9-B40E-F76D8E12868B}"/>
                  </a:ext>
                </a:extLst>
              </p:cNvPr>
              <p:cNvSpPr txBox="1"/>
              <p:nvPr/>
            </p:nvSpPr>
            <p:spPr>
              <a:xfrm>
                <a:off x="5380708" y="1641137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605" name="文字方塊 604">
                <a:extLst>
                  <a:ext uri="{FF2B5EF4-FFF2-40B4-BE49-F238E27FC236}">
                    <a16:creationId xmlns:a16="http://schemas.microsoft.com/office/drawing/2014/main" id="{5DFCD8E2-8E1E-4AF9-B40E-F76D8E1286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0708" y="1641137"/>
                <a:ext cx="1150186" cy="276999"/>
              </a:xfrm>
              <a:prstGeom prst="rect">
                <a:avLst/>
              </a:prstGeom>
              <a:blipFill>
                <a:blip r:embed="rId44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6" name="文字方塊 605">
                <a:extLst>
                  <a:ext uri="{FF2B5EF4-FFF2-40B4-BE49-F238E27FC236}">
                    <a16:creationId xmlns:a16="http://schemas.microsoft.com/office/drawing/2014/main" id="{B8B06E5C-DEE5-437F-BF40-B687C9FEB772}"/>
                  </a:ext>
                </a:extLst>
              </p:cNvPr>
              <p:cNvSpPr txBox="1"/>
              <p:nvPr/>
            </p:nvSpPr>
            <p:spPr>
              <a:xfrm>
                <a:off x="4354628" y="4248578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606" name="文字方塊 605">
                <a:extLst>
                  <a:ext uri="{FF2B5EF4-FFF2-40B4-BE49-F238E27FC236}">
                    <a16:creationId xmlns:a16="http://schemas.microsoft.com/office/drawing/2014/main" id="{B8B06E5C-DEE5-437F-BF40-B687C9FEB7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4628" y="4248578"/>
                <a:ext cx="1150186" cy="276999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7" name="文字方塊 606">
                <a:extLst>
                  <a:ext uri="{FF2B5EF4-FFF2-40B4-BE49-F238E27FC236}">
                    <a16:creationId xmlns:a16="http://schemas.microsoft.com/office/drawing/2014/main" id="{DFDC2F24-AC0D-41E2-A57C-EC7899411BBE}"/>
                  </a:ext>
                </a:extLst>
              </p:cNvPr>
              <p:cNvSpPr txBox="1"/>
              <p:nvPr/>
            </p:nvSpPr>
            <p:spPr>
              <a:xfrm>
                <a:off x="3340761" y="1629835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607" name="文字方塊 606">
                <a:extLst>
                  <a:ext uri="{FF2B5EF4-FFF2-40B4-BE49-F238E27FC236}">
                    <a16:creationId xmlns:a16="http://schemas.microsoft.com/office/drawing/2014/main" id="{DFDC2F24-AC0D-41E2-A57C-EC7899411B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0761" y="1629835"/>
                <a:ext cx="1150186" cy="276999"/>
              </a:xfrm>
              <a:prstGeom prst="rect">
                <a:avLst/>
              </a:prstGeom>
              <a:blipFill>
                <a:blip r:embed="rId46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8" name="文字方塊 607">
                <a:extLst>
                  <a:ext uri="{FF2B5EF4-FFF2-40B4-BE49-F238E27FC236}">
                    <a16:creationId xmlns:a16="http://schemas.microsoft.com/office/drawing/2014/main" id="{517C9BB2-42A4-4DF6-92F7-F15CFABC66CF}"/>
                  </a:ext>
                </a:extLst>
              </p:cNvPr>
              <p:cNvSpPr txBox="1"/>
              <p:nvPr/>
            </p:nvSpPr>
            <p:spPr>
              <a:xfrm>
                <a:off x="5542665" y="3564961"/>
                <a:ext cx="988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608" name="文字方塊 607">
                <a:extLst>
                  <a:ext uri="{FF2B5EF4-FFF2-40B4-BE49-F238E27FC236}">
                    <a16:creationId xmlns:a16="http://schemas.microsoft.com/office/drawing/2014/main" id="{517C9BB2-42A4-4DF6-92F7-F15CFABC66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2665" y="3564961"/>
                <a:ext cx="988200" cy="276999"/>
              </a:xfrm>
              <a:prstGeom prst="rect">
                <a:avLst/>
              </a:prstGeom>
              <a:blipFill>
                <a:blip r:embed="rId47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9" name="文字方塊 608">
                <a:extLst>
                  <a:ext uri="{FF2B5EF4-FFF2-40B4-BE49-F238E27FC236}">
                    <a16:creationId xmlns:a16="http://schemas.microsoft.com/office/drawing/2014/main" id="{77551E7B-3AF1-4D3D-B388-68C56C64A8BD}"/>
                  </a:ext>
                </a:extLst>
              </p:cNvPr>
              <p:cNvSpPr txBox="1"/>
              <p:nvPr/>
            </p:nvSpPr>
            <p:spPr>
              <a:xfrm>
                <a:off x="712722" y="889226"/>
                <a:ext cx="167359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609" name="文字方塊 608">
                <a:extLst>
                  <a:ext uri="{FF2B5EF4-FFF2-40B4-BE49-F238E27FC236}">
                    <a16:creationId xmlns:a16="http://schemas.microsoft.com/office/drawing/2014/main" id="{77551E7B-3AF1-4D3D-B388-68C56C64A8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722" y="889226"/>
                <a:ext cx="1673596" cy="276999"/>
              </a:xfrm>
              <a:prstGeom prst="rect">
                <a:avLst/>
              </a:prstGeom>
              <a:blipFill>
                <a:blip r:embed="rId48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0" name="文字方塊 609">
                <a:extLst>
                  <a:ext uri="{FF2B5EF4-FFF2-40B4-BE49-F238E27FC236}">
                    <a16:creationId xmlns:a16="http://schemas.microsoft.com/office/drawing/2014/main" id="{3A9E0B15-3A7F-4D11-A410-43A4238A10FC}"/>
                  </a:ext>
                </a:extLst>
              </p:cNvPr>
              <p:cNvSpPr txBox="1"/>
              <p:nvPr/>
            </p:nvSpPr>
            <p:spPr>
              <a:xfrm>
                <a:off x="-68834" y="3585139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610" name="文字方塊 609">
                <a:extLst>
                  <a:ext uri="{FF2B5EF4-FFF2-40B4-BE49-F238E27FC236}">
                    <a16:creationId xmlns:a16="http://schemas.microsoft.com/office/drawing/2014/main" id="{3A9E0B15-3A7F-4D11-A410-43A4238A1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8834" y="3585139"/>
                <a:ext cx="1150186" cy="276999"/>
              </a:xfrm>
              <a:prstGeom prst="rect">
                <a:avLst/>
              </a:prstGeom>
              <a:blipFill>
                <a:blip r:embed="rId49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1" name="文字方塊 610">
                <a:extLst>
                  <a:ext uri="{FF2B5EF4-FFF2-40B4-BE49-F238E27FC236}">
                    <a16:creationId xmlns:a16="http://schemas.microsoft.com/office/drawing/2014/main" id="{35895A4E-A3EC-4E6A-99D4-A879A37C3D10}"/>
                  </a:ext>
                </a:extLst>
              </p:cNvPr>
              <p:cNvSpPr txBox="1"/>
              <p:nvPr/>
            </p:nvSpPr>
            <p:spPr>
              <a:xfrm>
                <a:off x="1991645" y="1661318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611" name="文字方塊 610">
                <a:extLst>
                  <a:ext uri="{FF2B5EF4-FFF2-40B4-BE49-F238E27FC236}">
                    <a16:creationId xmlns:a16="http://schemas.microsoft.com/office/drawing/2014/main" id="{35895A4E-A3EC-4E6A-99D4-A879A37C3D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645" y="1661318"/>
                <a:ext cx="1150186" cy="276999"/>
              </a:xfrm>
              <a:prstGeom prst="rect">
                <a:avLst/>
              </a:prstGeom>
              <a:blipFill>
                <a:blip r:embed="rId50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2" name="文字方塊 611">
                <a:extLst>
                  <a:ext uri="{FF2B5EF4-FFF2-40B4-BE49-F238E27FC236}">
                    <a16:creationId xmlns:a16="http://schemas.microsoft.com/office/drawing/2014/main" id="{9B44FD31-EF55-44B4-A51D-7C97BA29E57F}"/>
                  </a:ext>
                </a:extLst>
              </p:cNvPr>
              <p:cNvSpPr txBox="1"/>
              <p:nvPr/>
            </p:nvSpPr>
            <p:spPr>
              <a:xfrm>
                <a:off x="1019994" y="4268758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612" name="文字方塊 611">
                <a:extLst>
                  <a:ext uri="{FF2B5EF4-FFF2-40B4-BE49-F238E27FC236}">
                    <a16:creationId xmlns:a16="http://schemas.microsoft.com/office/drawing/2014/main" id="{9B44FD31-EF55-44B4-A51D-7C97BA29E5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994" y="4268758"/>
                <a:ext cx="1150186" cy="276999"/>
              </a:xfrm>
              <a:prstGeom prst="rect">
                <a:avLst/>
              </a:prstGeom>
              <a:blipFill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3" name="文字方塊 612">
                <a:extLst>
                  <a:ext uri="{FF2B5EF4-FFF2-40B4-BE49-F238E27FC236}">
                    <a16:creationId xmlns:a16="http://schemas.microsoft.com/office/drawing/2014/main" id="{CCD2334A-BA7A-49AF-95D3-137F36DE3ACF}"/>
                  </a:ext>
                </a:extLst>
              </p:cNvPr>
              <p:cNvSpPr txBox="1"/>
              <p:nvPr/>
            </p:nvSpPr>
            <p:spPr>
              <a:xfrm>
                <a:off x="6127" y="1650015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613" name="文字方塊 612">
                <a:extLst>
                  <a:ext uri="{FF2B5EF4-FFF2-40B4-BE49-F238E27FC236}">
                    <a16:creationId xmlns:a16="http://schemas.microsoft.com/office/drawing/2014/main" id="{CCD2334A-BA7A-49AF-95D3-137F36DE3A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7" y="1650015"/>
                <a:ext cx="1150186" cy="276999"/>
              </a:xfrm>
              <a:prstGeom prst="rect">
                <a:avLst/>
              </a:prstGeom>
              <a:blipFill>
                <a:blip r:embed="rId52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4" name="文字方塊 613">
                <a:extLst>
                  <a:ext uri="{FF2B5EF4-FFF2-40B4-BE49-F238E27FC236}">
                    <a16:creationId xmlns:a16="http://schemas.microsoft.com/office/drawing/2014/main" id="{846F353D-2F7E-4FFC-8826-1D7E1C5CF758}"/>
                  </a:ext>
                </a:extLst>
              </p:cNvPr>
              <p:cNvSpPr txBox="1"/>
              <p:nvPr/>
            </p:nvSpPr>
            <p:spPr>
              <a:xfrm>
                <a:off x="2153600" y="3585143"/>
                <a:ext cx="988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614" name="文字方塊 613">
                <a:extLst>
                  <a:ext uri="{FF2B5EF4-FFF2-40B4-BE49-F238E27FC236}">
                    <a16:creationId xmlns:a16="http://schemas.microsoft.com/office/drawing/2014/main" id="{846F353D-2F7E-4FFC-8826-1D7E1C5C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3600" y="3585143"/>
                <a:ext cx="988200" cy="276999"/>
              </a:xfrm>
              <a:prstGeom prst="rect">
                <a:avLst/>
              </a:prstGeom>
              <a:blipFill>
                <a:blip r:embed="rId53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5" name="群組 614">
            <a:extLst>
              <a:ext uri="{FF2B5EF4-FFF2-40B4-BE49-F238E27FC236}">
                <a16:creationId xmlns:a16="http://schemas.microsoft.com/office/drawing/2014/main" id="{E976749D-DCC1-4332-A0D3-3F638C009B71}"/>
              </a:ext>
            </a:extLst>
          </p:cNvPr>
          <p:cNvGrpSpPr/>
          <p:nvPr/>
        </p:nvGrpSpPr>
        <p:grpSpPr>
          <a:xfrm>
            <a:off x="1316501" y="1114816"/>
            <a:ext cx="414111" cy="435433"/>
            <a:chOff x="7969706" y="-605877"/>
            <a:chExt cx="414111" cy="435433"/>
          </a:xfrm>
        </p:grpSpPr>
        <p:grpSp>
          <p:nvGrpSpPr>
            <p:cNvPr id="616" name="群組 615">
              <a:extLst>
                <a:ext uri="{FF2B5EF4-FFF2-40B4-BE49-F238E27FC236}">
                  <a16:creationId xmlns:a16="http://schemas.microsoft.com/office/drawing/2014/main" id="{66073E16-0E94-49DF-B757-F13BE0287601}"/>
                </a:ext>
              </a:extLst>
            </p:cNvPr>
            <p:cNvGrpSpPr/>
            <p:nvPr/>
          </p:nvGrpSpPr>
          <p:grpSpPr>
            <a:xfrm>
              <a:off x="8100260" y="-309536"/>
              <a:ext cx="76622" cy="73502"/>
              <a:chOff x="1373392" y="2391862"/>
              <a:chExt cx="479433" cy="476535"/>
            </a:xfrm>
          </p:grpSpPr>
          <p:sp>
            <p:nvSpPr>
              <p:cNvPr id="619" name="箭號: 向右 618">
                <a:extLst>
                  <a:ext uri="{FF2B5EF4-FFF2-40B4-BE49-F238E27FC236}">
                    <a16:creationId xmlns:a16="http://schemas.microsoft.com/office/drawing/2014/main" id="{D7A5F71B-3628-408D-ADAF-A348D27ADF22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620" name="箭號: 向右 619">
                <a:extLst>
                  <a:ext uri="{FF2B5EF4-FFF2-40B4-BE49-F238E27FC236}">
                    <a16:creationId xmlns:a16="http://schemas.microsoft.com/office/drawing/2014/main" id="{B2F95E01-5634-4D74-A16D-6A0121532375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7" name="文字方塊 616">
                  <a:extLst>
                    <a:ext uri="{FF2B5EF4-FFF2-40B4-BE49-F238E27FC236}">
                      <a16:creationId xmlns:a16="http://schemas.microsoft.com/office/drawing/2014/main" id="{E32F664F-72E3-414B-AFCD-2C87FF3DFD1B}"/>
                    </a:ext>
                  </a:extLst>
                </p:cNvPr>
                <p:cNvSpPr txBox="1"/>
                <p:nvPr/>
              </p:nvSpPr>
              <p:spPr>
                <a:xfrm>
                  <a:off x="7969706" y="-605877"/>
                  <a:ext cx="290616" cy="2832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617" name="文字方塊 616">
                  <a:extLst>
                    <a:ext uri="{FF2B5EF4-FFF2-40B4-BE49-F238E27FC236}">
                      <a16:creationId xmlns:a16="http://schemas.microsoft.com/office/drawing/2014/main" id="{E32F664F-72E3-414B-AFCD-2C87FF3DFD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9706" y="-605877"/>
                  <a:ext cx="290616" cy="283219"/>
                </a:xfrm>
                <a:prstGeom prst="rect">
                  <a:avLst/>
                </a:prstGeom>
                <a:blipFill>
                  <a:blip r:embed="rId5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8" name="文字方塊 617">
                  <a:extLst>
                    <a:ext uri="{FF2B5EF4-FFF2-40B4-BE49-F238E27FC236}">
                      <a16:creationId xmlns:a16="http://schemas.microsoft.com/office/drawing/2014/main" id="{88755255-1315-4481-BAF5-6A2080933F50}"/>
                    </a:ext>
                  </a:extLst>
                </p:cNvPr>
                <p:cNvSpPr txBox="1"/>
                <p:nvPr/>
              </p:nvSpPr>
              <p:spPr>
                <a:xfrm>
                  <a:off x="8126327" y="-439748"/>
                  <a:ext cx="257490" cy="2693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618" name="文字方塊 617">
                  <a:extLst>
                    <a:ext uri="{FF2B5EF4-FFF2-40B4-BE49-F238E27FC236}">
                      <a16:creationId xmlns:a16="http://schemas.microsoft.com/office/drawing/2014/main" id="{88755255-1315-4481-BAF5-6A2080933F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6327" y="-439748"/>
                  <a:ext cx="257490" cy="269304"/>
                </a:xfrm>
                <a:prstGeom prst="rect">
                  <a:avLst/>
                </a:prstGeom>
                <a:blipFill>
                  <a:blip r:embed="rId9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21" name="文字方塊 620">
                <a:extLst>
                  <a:ext uri="{FF2B5EF4-FFF2-40B4-BE49-F238E27FC236}">
                    <a16:creationId xmlns:a16="http://schemas.microsoft.com/office/drawing/2014/main" id="{95BD3803-C5C7-409B-BC79-2750A4DF5477}"/>
                  </a:ext>
                </a:extLst>
              </p:cNvPr>
              <p:cNvSpPr txBox="1"/>
              <p:nvPr/>
            </p:nvSpPr>
            <p:spPr>
              <a:xfrm>
                <a:off x="1170817" y="1612567"/>
                <a:ext cx="61212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00" dirty="0"/>
              </a:p>
            </p:txBody>
          </p:sp>
        </mc:Choice>
        <mc:Fallback xmlns="">
          <p:sp>
            <p:nvSpPr>
              <p:cNvPr id="621" name="文字方塊 620">
                <a:extLst>
                  <a:ext uri="{FF2B5EF4-FFF2-40B4-BE49-F238E27FC236}">
                    <a16:creationId xmlns:a16="http://schemas.microsoft.com/office/drawing/2014/main" id="{95BD3803-C5C7-409B-BC79-2750A4DF54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0817" y="1612567"/>
                <a:ext cx="612129" cy="261610"/>
              </a:xfrm>
              <a:prstGeom prst="rect">
                <a:avLst/>
              </a:prstGeom>
              <a:blipFill>
                <a:blip r:embed="rId55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22" name="群組 621">
            <a:extLst>
              <a:ext uri="{FF2B5EF4-FFF2-40B4-BE49-F238E27FC236}">
                <a16:creationId xmlns:a16="http://schemas.microsoft.com/office/drawing/2014/main" id="{7E4CF494-1DBF-4D6A-8916-42A2F48A63AE}"/>
              </a:ext>
            </a:extLst>
          </p:cNvPr>
          <p:cNvGrpSpPr/>
          <p:nvPr/>
        </p:nvGrpSpPr>
        <p:grpSpPr>
          <a:xfrm>
            <a:off x="1315823" y="1828093"/>
            <a:ext cx="414111" cy="435433"/>
            <a:chOff x="7969706" y="-605877"/>
            <a:chExt cx="414111" cy="435433"/>
          </a:xfrm>
        </p:grpSpPr>
        <p:grpSp>
          <p:nvGrpSpPr>
            <p:cNvPr id="623" name="群組 622">
              <a:extLst>
                <a:ext uri="{FF2B5EF4-FFF2-40B4-BE49-F238E27FC236}">
                  <a16:creationId xmlns:a16="http://schemas.microsoft.com/office/drawing/2014/main" id="{C07704FA-CFD3-4C40-8701-9CFD3C659E55}"/>
                </a:ext>
              </a:extLst>
            </p:cNvPr>
            <p:cNvGrpSpPr/>
            <p:nvPr/>
          </p:nvGrpSpPr>
          <p:grpSpPr>
            <a:xfrm>
              <a:off x="8100260" y="-309536"/>
              <a:ext cx="76622" cy="73502"/>
              <a:chOff x="1373392" y="2391862"/>
              <a:chExt cx="479433" cy="476535"/>
            </a:xfrm>
          </p:grpSpPr>
          <p:sp>
            <p:nvSpPr>
              <p:cNvPr id="626" name="箭號: 向右 625">
                <a:extLst>
                  <a:ext uri="{FF2B5EF4-FFF2-40B4-BE49-F238E27FC236}">
                    <a16:creationId xmlns:a16="http://schemas.microsoft.com/office/drawing/2014/main" id="{4CDA4CAC-4AC8-4A5D-AE22-E723D233B37A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627" name="箭號: 向右 626">
                <a:extLst>
                  <a:ext uri="{FF2B5EF4-FFF2-40B4-BE49-F238E27FC236}">
                    <a16:creationId xmlns:a16="http://schemas.microsoft.com/office/drawing/2014/main" id="{4AFBD55F-0505-49D1-B27E-58077503801B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4" name="文字方塊 623">
                  <a:extLst>
                    <a:ext uri="{FF2B5EF4-FFF2-40B4-BE49-F238E27FC236}">
                      <a16:creationId xmlns:a16="http://schemas.microsoft.com/office/drawing/2014/main" id="{09551853-34C6-4CB9-A659-F23DC6AFCFFD}"/>
                    </a:ext>
                  </a:extLst>
                </p:cNvPr>
                <p:cNvSpPr txBox="1"/>
                <p:nvPr/>
              </p:nvSpPr>
              <p:spPr>
                <a:xfrm>
                  <a:off x="7969706" y="-605877"/>
                  <a:ext cx="290616" cy="2832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624" name="文字方塊 623">
                  <a:extLst>
                    <a:ext uri="{FF2B5EF4-FFF2-40B4-BE49-F238E27FC236}">
                      <a16:creationId xmlns:a16="http://schemas.microsoft.com/office/drawing/2014/main" id="{09551853-34C6-4CB9-A659-F23DC6AFCF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9706" y="-605877"/>
                  <a:ext cx="290616" cy="283219"/>
                </a:xfrm>
                <a:prstGeom prst="rect">
                  <a:avLst/>
                </a:prstGeom>
                <a:blipFill>
                  <a:blip r:embed="rId5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5" name="文字方塊 624">
                  <a:extLst>
                    <a:ext uri="{FF2B5EF4-FFF2-40B4-BE49-F238E27FC236}">
                      <a16:creationId xmlns:a16="http://schemas.microsoft.com/office/drawing/2014/main" id="{44EA2428-EEF5-4921-83DA-6EB05BE26AC3}"/>
                    </a:ext>
                  </a:extLst>
                </p:cNvPr>
                <p:cNvSpPr txBox="1"/>
                <p:nvPr/>
              </p:nvSpPr>
              <p:spPr>
                <a:xfrm>
                  <a:off x="8126327" y="-439748"/>
                  <a:ext cx="257490" cy="2693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625" name="文字方塊 624">
                  <a:extLst>
                    <a:ext uri="{FF2B5EF4-FFF2-40B4-BE49-F238E27FC236}">
                      <a16:creationId xmlns:a16="http://schemas.microsoft.com/office/drawing/2014/main" id="{44EA2428-EEF5-4921-83DA-6EB05BE26A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6327" y="-439748"/>
                  <a:ext cx="257490" cy="269304"/>
                </a:xfrm>
                <a:prstGeom prst="rect">
                  <a:avLst/>
                </a:prstGeom>
                <a:blipFill>
                  <a:blip r:embed="rId9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28" name="文字方塊 627">
                <a:extLst>
                  <a:ext uri="{FF2B5EF4-FFF2-40B4-BE49-F238E27FC236}">
                    <a16:creationId xmlns:a16="http://schemas.microsoft.com/office/drawing/2014/main" id="{58A876E2-2BF1-49EE-8326-2E32D2387933}"/>
                  </a:ext>
                </a:extLst>
              </p:cNvPr>
              <p:cNvSpPr txBox="1"/>
              <p:nvPr/>
            </p:nvSpPr>
            <p:spPr>
              <a:xfrm>
                <a:off x="1170139" y="2325843"/>
                <a:ext cx="61212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00" dirty="0"/>
              </a:p>
            </p:txBody>
          </p:sp>
        </mc:Choice>
        <mc:Fallback xmlns="">
          <p:sp>
            <p:nvSpPr>
              <p:cNvPr id="628" name="文字方塊 627">
                <a:extLst>
                  <a:ext uri="{FF2B5EF4-FFF2-40B4-BE49-F238E27FC236}">
                    <a16:creationId xmlns:a16="http://schemas.microsoft.com/office/drawing/2014/main" id="{58A876E2-2BF1-49EE-8326-2E32D23879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0139" y="2325843"/>
                <a:ext cx="612129" cy="261610"/>
              </a:xfrm>
              <a:prstGeom prst="rect">
                <a:avLst/>
              </a:prstGeom>
              <a:blipFill>
                <a:blip r:embed="rId55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29" name="群組 628">
            <a:extLst>
              <a:ext uri="{FF2B5EF4-FFF2-40B4-BE49-F238E27FC236}">
                <a16:creationId xmlns:a16="http://schemas.microsoft.com/office/drawing/2014/main" id="{2314F8AE-135E-4042-B428-E70352E138D8}"/>
              </a:ext>
            </a:extLst>
          </p:cNvPr>
          <p:cNvGrpSpPr/>
          <p:nvPr/>
        </p:nvGrpSpPr>
        <p:grpSpPr>
          <a:xfrm>
            <a:off x="4697631" y="1125609"/>
            <a:ext cx="414111" cy="435433"/>
            <a:chOff x="7969706" y="-605877"/>
            <a:chExt cx="414111" cy="435433"/>
          </a:xfrm>
        </p:grpSpPr>
        <p:grpSp>
          <p:nvGrpSpPr>
            <p:cNvPr id="630" name="群組 629">
              <a:extLst>
                <a:ext uri="{FF2B5EF4-FFF2-40B4-BE49-F238E27FC236}">
                  <a16:creationId xmlns:a16="http://schemas.microsoft.com/office/drawing/2014/main" id="{A847663D-CFDA-497D-A6AA-2FD88ABA5A99}"/>
                </a:ext>
              </a:extLst>
            </p:cNvPr>
            <p:cNvGrpSpPr/>
            <p:nvPr/>
          </p:nvGrpSpPr>
          <p:grpSpPr>
            <a:xfrm>
              <a:off x="8100260" y="-309536"/>
              <a:ext cx="76622" cy="73502"/>
              <a:chOff x="1373392" y="2391862"/>
              <a:chExt cx="479433" cy="476535"/>
            </a:xfrm>
          </p:grpSpPr>
          <p:sp>
            <p:nvSpPr>
              <p:cNvPr id="633" name="箭號: 向右 632">
                <a:extLst>
                  <a:ext uri="{FF2B5EF4-FFF2-40B4-BE49-F238E27FC236}">
                    <a16:creationId xmlns:a16="http://schemas.microsoft.com/office/drawing/2014/main" id="{DEAD3F3A-77A5-45CE-BF21-364D82111BE0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634" name="箭號: 向右 633">
                <a:extLst>
                  <a:ext uri="{FF2B5EF4-FFF2-40B4-BE49-F238E27FC236}">
                    <a16:creationId xmlns:a16="http://schemas.microsoft.com/office/drawing/2014/main" id="{FD8660D8-7BAE-425A-BE73-3D4DF520DB08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1" name="文字方塊 630">
                  <a:extLst>
                    <a:ext uri="{FF2B5EF4-FFF2-40B4-BE49-F238E27FC236}">
                      <a16:creationId xmlns:a16="http://schemas.microsoft.com/office/drawing/2014/main" id="{21C84E73-55EB-4A87-A22A-83BD71D967FD}"/>
                    </a:ext>
                  </a:extLst>
                </p:cNvPr>
                <p:cNvSpPr txBox="1"/>
                <p:nvPr/>
              </p:nvSpPr>
              <p:spPr>
                <a:xfrm>
                  <a:off x="7969706" y="-605877"/>
                  <a:ext cx="290616" cy="2832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631" name="文字方塊 630">
                  <a:extLst>
                    <a:ext uri="{FF2B5EF4-FFF2-40B4-BE49-F238E27FC236}">
                      <a16:creationId xmlns:a16="http://schemas.microsoft.com/office/drawing/2014/main" id="{21C84E73-55EB-4A87-A22A-83BD71D967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9706" y="-605877"/>
                  <a:ext cx="290616" cy="283219"/>
                </a:xfrm>
                <a:prstGeom prst="rect">
                  <a:avLst/>
                </a:prstGeom>
                <a:blipFill>
                  <a:blip r:embed="rId5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2" name="文字方塊 631">
                  <a:extLst>
                    <a:ext uri="{FF2B5EF4-FFF2-40B4-BE49-F238E27FC236}">
                      <a16:creationId xmlns:a16="http://schemas.microsoft.com/office/drawing/2014/main" id="{C0CF6DD9-A189-414B-99E6-299ED41471BA}"/>
                    </a:ext>
                  </a:extLst>
                </p:cNvPr>
                <p:cNvSpPr txBox="1"/>
                <p:nvPr/>
              </p:nvSpPr>
              <p:spPr>
                <a:xfrm>
                  <a:off x="8126327" y="-439748"/>
                  <a:ext cx="257490" cy="2693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632" name="文字方塊 631">
                  <a:extLst>
                    <a:ext uri="{FF2B5EF4-FFF2-40B4-BE49-F238E27FC236}">
                      <a16:creationId xmlns:a16="http://schemas.microsoft.com/office/drawing/2014/main" id="{C0CF6DD9-A189-414B-99E6-299ED41471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6327" y="-439748"/>
                  <a:ext cx="257490" cy="269304"/>
                </a:xfrm>
                <a:prstGeom prst="rect">
                  <a:avLst/>
                </a:prstGeom>
                <a:blipFill>
                  <a:blip r:embed="rId57"/>
                  <a:stretch>
                    <a:fillRect r="-232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35" name="文字方塊 634">
                <a:extLst>
                  <a:ext uri="{FF2B5EF4-FFF2-40B4-BE49-F238E27FC236}">
                    <a16:creationId xmlns:a16="http://schemas.microsoft.com/office/drawing/2014/main" id="{E47717BC-61CD-4F15-A1AB-5BF927851A9F}"/>
                  </a:ext>
                </a:extLst>
              </p:cNvPr>
              <p:cNvSpPr txBox="1"/>
              <p:nvPr/>
            </p:nvSpPr>
            <p:spPr>
              <a:xfrm>
                <a:off x="4551948" y="1623360"/>
                <a:ext cx="61212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00" dirty="0"/>
              </a:p>
            </p:txBody>
          </p:sp>
        </mc:Choice>
        <mc:Fallback xmlns="">
          <p:sp>
            <p:nvSpPr>
              <p:cNvPr id="635" name="文字方塊 634">
                <a:extLst>
                  <a:ext uri="{FF2B5EF4-FFF2-40B4-BE49-F238E27FC236}">
                    <a16:creationId xmlns:a16="http://schemas.microsoft.com/office/drawing/2014/main" id="{E47717BC-61CD-4F15-A1AB-5BF927851A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1948" y="1623360"/>
                <a:ext cx="612129" cy="261610"/>
              </a:xfrm>
              <a:prstGeom prst="rect">
                <a:avLst/>
              </a:prstGeom>
              <a:blipFill>
                <a:blip r:embed="rId21"/>
                <a:stretch>
                  <a:fillRect b="-23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36" name="群組 635">
            <a:extLst>
              <a:ext uri="{FF2B5EF4-FFF2-40B4-BE49-F238E27FC236}">
                <a16:creationId xmlns:a16="http://schemas.microsoft.com/office/drawing/2014/main" id="{CC3CC50A-2C01-494A-9AD5-CDADB815FAD8}"/>
              </a:ext>
            </a:extLst>
          </p:cNvPr>
          <p:cNvGrpSpPr/>
          <p:nvPr/>
        </p:nvGrpSpPr>
        <p:grpSpPr>
          <a:xfrm>
            <a:off x="4696952" y="1838886"/>
            <a:ext cx="414111" cy="435433"/>
            <a:chOff x="7969706" y="-605877"/>
            <a:chExt cx="414111" cy="435433"/>
          </a:xfrm>
        </p:grpSpPr>
        <p:grpSp>
          <p:nvGrpSpPr>
            <p:cNvPr id="637" name="群組 636">
              <a:extLst>
                <a:ext uri="{FF2B5EF4-FFF2-40B4-BE49-F238E27FC236}">
                  <a16:creationId xmlns:a16="http://schemas.microsoft.com/office/drawing/2014/main" id="{DC86A2A6-40CF-425E-B5CB-ED01A7AA468B}"/>
                </a:ext>
              </a:extLst>
            </p:cNvPr>
            <p:cNvGrpSpPr/>
            <p:nvPr/>
          </p:nvGrpSpPr>
          <p:grpSpPr>
            <a:xfrm>
              <a:off x="8100260" y="-309536"/>
              <a:ext cx="76622" cy="73502"/>
              <a:chOff x="1373392" y="2391862"/>
              <a:chExt cx="479433" cy="476535"/>
            </a:xfrm>
          </p:grpSpPr>
          <p:sp>
            <p:nvSpPr>
              <p:cNvPr id="640" name="箭號: 向右 639">
                <a:extLst>
                  <a:ext uri="{FF2B5EF4-FFF2-40B4-BE49-F238E27FC236}">
                    <a16:creationId xmlns:a16="http://schemas.microsoft.com/office/drawing/2014/main" id="{4B6AB43C-8F3D-4FEE-B227-4BB33C6718B5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641" name="箭號: 向右 640">
                <a:extLst>
                  <a:ext uri="{FF2B5EF4-FFF2-40B4-BE49-F238E27FC236}">
                    <a16:creationId xmlns:a16="http://schemas.microsoft.com/office/drawing/2014/main" id="{15FB2D4F-7D75-4B86-BC26-E4D1949DCCCC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8" name="文字方塊 637">
                  <a:extLst>
                    <a:ext uri="{FF2B5EF4-FFF2-40B4-BE49-F238E27FC236}">
                      <a16:creationId xmlns:a16="http://schemas.microsoft.com/office/drawing/2014/main" id="{ACC45C74-03A6-4F25-9220-27D404CB08B0}"/>
                    </a:ext>
                  </a:extLst>
                </p:cNvPr>
                <p:cNvSpPr txBox="1"/>
                <p:nvPr/>
              </p:nvSpPr>
              <p:spPr>
                <a:xfrm>
                  <a:off x="7969706" y="-605877"/>
                  <a:ext cx="290616" cy="2832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638" name="文字方塊 637">
                  <a:extLst>
                    <a:ext uri="{FF2B5EF4-FFF2-40B4-BE49-F238E27FC236}">
                      <a16:creationId xmlns:a16="http://schemas.microsoft.com/office/drawing/2014/main" id="{ACC45C74-03A6-4F25-9220-27D404CB08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9706" y="-605877"/>
                  <a:ext cx="290616" cy="28321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9" name="文字方塊 638">
                  <a:extLst>
                    <a:ext uri="{FF2B5EF4-FFF2-40B4-BE49-F238E27FC236}">
                      <a16:creationId xmlns:a16="http://schemas.microsoft.com/office/drawing/2014/main" id="{25C8579A-2D85-4547-8DB1-39CE8D38E20D}"/>
                    </a:ext>
                  </a:extLst>
                </p:cNvPr>
                <p:cNvSpPr txBox="1"/>
                <p:nvPr/>
              </p:nvSpPr>
              <p:spPr>
                <a:xfrm>
                  <a:off x="8126327" y="-439748"/>
                  <a:ext cx="257490" cy="2693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639" name="文字方塊 638">
                  <a:extLst>
                    <a:ext uri="{FF2B5EF4-FFF2-40B4-BE49-F238E27FC236}">
                      <a16:creationId xmlns:a16="http://schemas.microsoft.com/office/drawing/2014/main" id="{25C8579A-2D85-4547-8DB1-39CE8D38E2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6327" y="-439748"/>
                  <a:ext cx="257490" cy="269304"/>
                </a:xfrm>
                <a:prstGeom prst="rect">
                  <a:avLst/>
                </a:prstGeom>
                <a:blipFill>
                  <a:blip r:embed="rId57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2" name="文字方塊 641">
                <a:extLst>
                  <a:ext uri="{FF2B5EF4-FFF2-40B4-BE49-F238E27FC236}">
                    <a16:creationId xmlns:a16="http://schemas.microsoft.com/office/drawing/2014/main" id="{C98E6D0A-4A09-46D7-953E-F1D1E94A5B48}"/>
                  </a:ext>
                </a:extLst>
              </p:cNvPr>
              <p:cNvSpPr txBox="1"/>
              <p:nvPr/>
            </p:nvSpPr>
            <p:spPr>
              <a:xfrm>
                <a:off x="4551270" y="2336636"/>
                <a:ext cx="61212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00" dirty="0"/>
              </a:p>
            </p:txBody>
          </p:sp>
        </mc:Choice>
        <mc:Fallback xmlns="">
          <p:sp>
            <p:nvSpPr>
              <p:cNvPr id="642" name="文字方塊 641">
                <a:extLst>
                  <a:ext uri="{FF2B5EF4-FFF2-40B4-BE49-F238E27FC236}">
                    <a16:creationId xmlns:a16="http://schemas.microsoft.com/office/drawing/2014/main" id="{C98E6D0A-4A09-46D7-953E-F1D1E94A5B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1270" y="2336636"/>
                <a:ext cx="612129" cy="261610"/>
              </a:xfrm>
              <a:prstGeom prst="rect">
                <a:avLst/>
              </a:prstGeom>
              <a:blipFill>
                <a:blip r:embed="rId21"/>
                <a:stretch>
                  <a:fillRect b="-23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43" name="圖片 642">
            <a:extLst>
              <a:ext uri="{FF2B5EF4-FFF2-40B4-BE49-F238E27FC236}">
                <a16:creationId xmlns:a16="http://schemas.microsoft.com/office/drawing/2014/main" id="{A23747C5-0412-496B-9780-365DCF1BB77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66698"/>
          <a:stretch/>
        </p:blipFill>
        <p:spPr>
          <a:xfrm>
            <a:off x="7251131" y="116684"/>
            <a:ext cx="2089442" cy="503095"/>
          </a:xfrm>
          <a:prstGeom prst="rect">
            <a:avLst/>
          </a:prstGeom>
        </p:spPr>
      </p:pic>
      <p:pic>
        <p:nvPicPr>
          <p:cNvPr id="646" name="圖片 645">
            <a:extLst>
              <a:ext uri="{FF2B5EF4-FFF2-40B4-BE49-F238E27FC236}">
                <a16:creationId xmlns:a16="http://schemas.microsoft.com/office/drawing/2014/main" id="{71D3521D-07F0-45D8-9A9F-2EAEC33AF593}"/>
              </a:ext>
            </a:extLst>
      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3525159" y="1915829"/>
            <a:ext cx="720000" cy="722432"/>
          </a:xfrm>
          <a:prstGeom prst="rect">
            <a:avLst/>
          </a:prstGeom>
        </p:spPr>
      </p:pic>
      <p:pic>
        <p:nvPicPr>
          <p:cNvPr id="647" name="圖片 646">
            <a:extLst>
              <a:ext uri="{FF2B5EF4-FFF2-40B4-BE49-F238E27FC236}">
                <a16:creationId xmlns:a16="http://schemas.microsoft.com/office/drawing/2014/main" id="{514FAFD4-A95C-4156-8D8C-0781FFB6E55B}"/>
              </a:ext>
            </a:extLst>
      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3525159" y="2683161"/>
            <a:ext cx="720000" cy="717576"/>
          </a:xfrm>
          <a:prstGeom prst="rect">
            <a:avLst/>
          </a:prstGeom>
        </p:spPr>
      </p:pic>
      <p:pic>
        <p:nvPicPr>
          <p:cNvPr id="648" name="圖片 647">
            <a:extLst>
              <a:ext uri="{FF2B5EF4-FFF2-40B4-BE49-F238E27FC236}">
                <a16:creationId xmlns:a16="http://schemas.microsoft.com/office/drawing/2014/main" id="{847B95EB-D346-4BE5-A290-E27EE1A6C4BA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3525159" y="3797498"/>
            <a:ext cx="720000" cy="720000"/>
          </a:xfrm>
          <a:prstGeom prst="rect">
            <a:avLst/>
          </a:prstGeom>
        </p:spPr>
      </p:pic>
      <p:pic>
        <p:nvPicPr>
          <p:cNvPr id="650" name="圖片 649">
            <a:extLst>
              <a:ext uri="{FF2B5EF4-FFF2-40B4-BE49-F238E27FC236}">
                <a16:creationId xmlns:a16="http://schemas.microsoft.com/office/drawing/2014/main" id="{6B11002F-C247-4A57-9167-6C4A74070885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3525159" y="4545849"/>
            <a:ext cx="720000" cy="720000"/>
          </a:xfrm>
          <a:prstGeom prst="rect">
            <a:avLst/>
          </a:prstGeom>
        </p:spPr>
      </p:pic>
      <p:pic>
        <p:nvPicPr>
          <p:cNvPr id="651" name="圖片 650">
            <a:extLst>
              <a:ext uri="{FF2B5EF4-FFF2-40B4-BE49-F238E27FC236}">
                <a16:creationId xmlns:a16="http://schemas.microsoft.com/office/drawing/2014/main" id="{347629E7-5D7C-4D0A-8AC7-0B01FB99A5E6}"/>
              </a:ext>
            </a:extLst>
      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4585995" y="4501780"/>
            <a:ext cx="720000" cy="724881"/>
          </a:xfrm>
          <a:prstGeom prst="rect">
            <a:avLst/>
          </a:prstGeom>
        </p:spPr>
      </p:pic>
      <p:pic>
        <p:nvPicPr>
          <p:cNvPr id="652" name="圖片 651">
            <a:extLst>
              <a:ext uri="{FF2B5EF4-FFF2-40B4-BE49-F238E27FC236}">
                <a16:creationId xmlns:a16="http://schemas.microsoft.com/office/drawing/2014/main" id="{2F847164-0E08-4EF0-ACF0-4F7878041AB0}"/>
              </a:ext>
            </a:extLst>
      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4585995" y="5248548"/>
            <a:ext cx="720000" cy="717567"/>
          </a:xfrm>
          <a:prstGeom prst="rect">
            <a:avLst/>
          </a:prstGeom>
        </p:spPr>
      </p:pic>
      <p:pic>
        <p:nvPicPr>
          <p:cNvPr id="653" name="圖片 652">
            <a:extLst>
              <a:ext uri="{FF2B5EF4-FFF2-40B4-BE49-F238E27FC236}">
                <a16:creationId xmlns:a16="http://schemas.microsoft.com/office/drawing/2014/main" id="{7A10674F-E0CE-4800-AEF8-15D6A6816701}"/>
              </a:ext>
            </a:extLst>
      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5643069" y="4547228"/>
            <a:ext cx="720000" cy="720000"/>
          </a:xfrm>
          <a:prstGeom prst="rect">
            <a:avLst/>
          </a:prstGeom>
        </p:spPr>
      </p:pic>
      <p:pic>
        <p:nvPicPr>
          <p:cNvPr id="654" name="圖片 653">
            <a:extLst>
              <a:ext uri="{FF2B5EF4-FFF2-40B4-BE49-F238E27FC236}">
                <a16:creationId xmlns:a16="http://schemas.microsoft.com/office/drawing/2014/main" id="{1DBA4954-8DD2-457F-B15B-7B004473F018}"/>
              </a:ext>
            </a:extLst>
      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5643069" y="3792624"/>
            <a:ext cx="720000" cy="724881"/>
          </a:xfrm>
          <a:prstGeom prst="rect">
            <a:avLst/>
          </a:prstGeom>
        </p:spPr>
      </p:pic>
      <p:pic>
        <p:nvPicPr>
          <p:cNvPr id="655" name="圖片 654">
            <a:extLst>
              <a:ext uri="{FF2B5EF4-FFF2-40B4-BE49-F238E27FC236}">
                <a16:creationId xmlns:a16="http://schemas.microsoft.com/office/drawing/2014/main" id="{A63CF7C2-CCE7-43D6-AA87-236408158851}"/>
              </a:ext>
            </a:extLst>
      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5643069" y="2665366"/>
            <a:ext cx="720000" cy="729829"/>
          </a:xfrm>
          <a:prstGeom prst="rect">
            <a:avLst/>
          </a:prstGeom>
        </p:spPr>
      </p:pic>
      <p:pic>
        <p:nvPicPr>
          <p:cNvPr id="656" name="圖片 655">
            <a:extLst>
              <a:ext uri="{FF2B5EF4-FFF2-40B4-BE49-F238E27FC236}">
                <a16:creationId xmlns:a16="http://schemas.microsoft.com/office/drawing/2014/main" id="{EF467B0E-5EBC-44EB-89D7-ED1584013BDE}"/>
              </a:ext>
            </a:extLst>
      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5643069" y="1913059"/>
            <a:ext cx="720000" cy="722449"/>
          </a:xfrm>
          <a:prstGeom prst="rect">
            <a:avLst/>
          </a:prstGeom>
        </p:spPr>
      </p:pic>
      <p:sp>
        <p:nvSpPr>
          <p:cNvPr id="211" name="文字方塊 210">
            <a:extLst>
              <a:ext uri="{FF2B5EF4-FFF2-40B4-BE49-F238E27FC236}">
                <a16:creationId xmlns:a16="http://schemas.microsoft.com/office/drawing/2014/main" id="{2B4C7CE6-33B3-49A4-9402-F6BBA8F3B2C8}"/>
              </a:ext>
            </a:extLst>
          </p:cNvPr>
          <p:cNvSpPr txBox="1"/>
          <p:nvPr/>
        </p:nvSpPr>
        <p:spPr>
          <a:xfrm>
            <a:off x="1926102" y="1067258"/>
            <a:ext cx="4522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3" name="文字方塊 212">
            <a:extLst>
              <a:ext uri="{FF2B5EF4-FFF2-40B4-BE49-F238E27FC236}">
                <a16:creationId xmlns:a16="http://schemas.microsoft.com/office/drawing/2014/main" id="{A1BA78B9-EA70-4923-8807-86D81C1AC069}"/>
              </a:ext>
            </a:extLst>
          </p:cNvPr>
          <p:cNvSpPr txBox="1"/>
          <p:nvPr/>
        </p:nvSpPr>
        <p:spPr>
          <a:xfrm>
            <a:off x="1926102" y="1820598"/>
            <a:ext cx="4522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4" name="文字方塊 213">
            <a:extLst>
              <a:ext uri="{FF2B5EF4-FFF2-40B4-BE49-F238E27FC236}">
                <a16:creationId xmlns:a16="http://schemas.microsoft.com/office/drawing/2014/main" id="{A7AD2F6E-B27D-42B5-8C34-CD233E3DD2D9}"/>
              </a:ext>
            </a:extLst>
          </p:cNvPr>
          <p:cNvSpPr txBox="1"/>
          <p:nvPr/>
        </p:nvSpPr>
        <p:spPr>
          <a:xfrm>
            <a:off x="5291323" y="1061464"/>
            <a:ext cx="4522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文字方塊 214">
            <a:extLst>
              <a:ext uri="{FF2B5EF4-FFF2-40B4-BE49-F238E27FC236}">
                <a16:creationId xmlns:a16="http://schemas.microsoft.com/office/drawing/2014/main" id="{B88F23EF-0945-4C8E-A73D-96A988BD589A}"/>
              </a:ext>
            </a:extLst>
          </p:cNvPr>
          <p:cNvSpPr txBox="1"/>
          <p:nvPr/>
        </p:nvSpPr>
        <p:spPr>
          <a:xfrm>
            <a:off x="5291323" y="1814804"/>
            <a:ext cx="4522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534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矩形: 圓角 259">
            <a:extLst>
              <a:ext uri="{FF2B5EF4-FFF2-40B4-BE49-F238E27FC236}">
                <a16:creationId xmlns:a16="http://schemas.microsoft.com/office/drawing/2014/main" id="{0E98C710-0167-4CF6-97D2-0852B1B511ED}"/>
              </a:ext>
            </a:extLst>
          </p:cNvPr>
          <p:cNvSpPr/>
          <p:nvPr/>
        </p:nvSpPr>
        <p:spPr>
          <a:xfrm>
            <a:off x="3268725" y="6252"/>
            <a:ext cx="3294000" cy="6120707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448" name="圖片 447">
            <a:extLst>
              <a:ext uri="{FF2B5EF4-FFF2-40B4-BE49-F238E27FC236}">
                <a16:creationId xmlns:a16="http://schemas.microsoft.com/office/drawing/2014/main" id="{B25E9F7F-831A-4023-97B3-F766FFC1D8A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568" b="12447"/>
          <a:stretch/>
        </p:blipFill>
        <p:spPr>
          <a:xfrm>
            <a:off x="5633855" y="1915501"/>
            <a:ext cx="720000" cy="717490"/>
          </a:xfrm>
          <a:prstGeom prst="rect">
            <a:avLst/>
          </a:prstGeom>
        </p:spPr>
      </p:pic>
      <p:pic>
        <p:nvPicPr>
          <p:cNvPr id="449" name="圖片 448">
            <a:extLst>
              <a:ext uri="{FF2B5EF4-FFF2-40B4-BE49-F238E27FC236}">
                <a16:creationId xmlns:a16="http://schemas.microsoft.com/office/drawing/2014/main" id="{C9D4781D-ABD1-466E-A985-889A076C39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340" b="12447"/>
          <a:stretch/>
        </p:blipFill>
        <p:spPr>
          <a:xfrm>
            <a:off x="3435263" y="3807691"/>
            <a:ext cx="720000" cy="709813"/>
          </a:xfrm>
          <a:prstGeom prst="rect">
            <a:avLst/>
          </a:prstGeom>
        </p:spPr>
      </p:pic>
      <p:pic>
        <p:nvPicPr>
          <p:cNvPr id="450" name="圖片 449">
            <a:extLst>
              <a:ext uri="{FF2B5EF4-FFF2-40B4-BE49-F238E27FC236}">
                <a16:creationId xmlns:a16="http://schemas.microsoft.com/office/drawing/2014/main" id="{D0156FBB-D1E4-4CFD-8EBC-67001E88ECB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568" b="12447"/>
          <a:stretch/>
        </p:blipFill>
        <p:spPr>
          <a:xfrm>
            <a:off x="4445929" y="1091677"/>
            <a:ext cx="720000" cy="717490"/>
          </a:xfrm>
          <a:prstGeom prst="rect">
            <a:avLst/>
          </a:prstGeom>
        </p:spPr>
      </p:pic>
      <p:pic>
        <p:nvPicPr>
          <p:cNvPr id="451" name="圖片 450">
            <a:extLst>
              <a:ext uri="{FF2B5EF4-FFF2-40B4-BE49-F238E27FC236}">
                <a16:creationId xmlns:a16="http://schemas.microsoft.com/office/drawing/2014/main" id="{4971573F-41EA-474F-8B6E-F2F280DB0EC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568" b="12447"/>
          <a:stretch/>
        </p:blipFill>
        <p:spPr>
          <a:xfrm>
            <a:off x="4555344" y="4503906"/>
            <a:ext cx="720000" cy="717490"/>
          </a:xfrm>
          <a:prstGeom prst="rect">
            <a:avLst/>
          </a:prstGeom>
        </p:spPr>
      </p:pic>
      <p:pic>
        <p:nvPicPr>
          <p:cNvPr id="452" name="圖片 451">
            <a:extLst>
              <a:ext uri="{FF2B5EF4-FFF2-40B4-BE49-F238E27FC236}">
                <a16:creationId xmlns:a16="http://schemas.microsoft.com/office/drawing/2014/main" id="{47A43A2D-1598-46F7-8346-1D819C434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5391" y="3795460"/>
            <a:ext cx="720000" cy="722045"/>
          </a:xfrm>
          <a:prstGeom prst="rect">
            <a:avLst/>
          </a:prstGeom>
        </p:spPr>
      </p:pic>
      <p:pic>
        <p:nvPicPr>
          <p:cNvPr id="453" name="圖片 452">
            <a:extLst>
              <a:ext uri="{FF2B5EF4-FFF2-40B4-BE49-F238E27FC236}">
                <a16:creationId xmlns:a16="http://schemas.microsoft.com/office/drawing/2014/main" id="{5EFE2B9A-4862-4D31-9584-6030A9E9CA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299" y="1915501"/>
            <a:ext cx="720000" cy="721752"/>
          </a:xfrm>
          <a:prstGeom prst="rect">
            <a:avLst/>
          </a:prstGeom>
        </p:spPr>
      </p:pic>
      <p:grpSp>
        <p:nvGrpSpPr>
          <p:cNvPr id="454" name="群組 453">
            <a:extLst>
              <a:ext uri="{FF2B5EF4-FFF2-40B4-BE49-F238E27FC236}">
                <a16:creationId xmlns:a16="http://schemas.microsoft.com/office/drawing/2014/main" id="{9E70915C-955D-4A0C-B36C-760C9A46A6DE}"/>
              </a:ext>
            </a:extLst>
          </p:cNvPr>
          <p:cNvGrpSpPr/>
          <p:nvPr/>
        </p:nvGrpSpPr>
        <p:grpSpPr>
          <a:xfrm>
            <a:off x="4645487" y="1095925"/>
            <a:ext cx="414111" cy="435433"/>
            <a:chOff x="7969706" y="-605877"/>
            <a:chExt cx="414111" cy="435433"/>
          </a:xfrm>
        </p:grpSpPr>
        <p:grpSp>
          <p:nvGrpSpPr>
            <p:cNvPr id="455" name="群組 454">
              <a:extLst>
                <a:ext uri="{FF2B5EF4-FFF2-40B4-BE49-F238E27FC236}">
                  <a16:creationId xmlns:a16="http://schemas.microsoft.com/office/drawing/2014/main" id="{B797C8B8-DF35-4DB1-B450-0E7C9584D6A5}"/>
                </a:ext>
              </a:extLst>
            </p:cNvPr>
            <p:cNvGrpSpPr/>
            <p:nvPr/>
          </p:nvGrpSpPr>
          <p:grpSpPr>
            <a:xfrm>
              <a:off x="8100260" y="-309536"/>
              <a:ext cx="76622" cy="73502"/>
              <a:chOff x="1373392" y="2391862"/>
              <a:chExt cx="479433" cy="476535"/>
            </a:xfrm>
          </p:grpSpPr>
          <p:sp>
            <p:nvSpPr>
              <p:cNvPr id="458" name="箭號: 向右 457">
                <a:extLst>
                  <a:ext uri="{FF2B5EF4-FFF2-40B4-BE49-F238E27FC236}">
                    <a16:creationId xmlns:a16="http://schemas.microsoft.com/office/drawing/2014/main" id="{4E172C78-A27A-4754-8420-BD60695AECEF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459" name="箭號: 向右 458">
                <a:extLst>
                  <a:ext uri="{FF2B5EF4-FFF2-40B4-BE49-F238E27FC236}">
                    <a16:creationId xmlns:a16="http://schemas.microsoft.com/office/drawing/2014/main" id="{A86B7B00-0450-416B-89E9-27C94340C5D9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6" name="文字方塊 455">
                  <a:extLst>
                    <a:ext uri="{FF2B5EF4-FFF2-40B4-BE49-F238E27FC236}">
                      <a16:creationId xmlns:a16="http://schemas.microsoft.com/office/drawing/2014/main" id="{319A5377-32D5-464B-B1AA-2D677062A54A}"/>
                    </a:ext>
                  </a:extLst>
                </p:cNvPr>
                <p:cNvSpPr txBox="1"/>
                <p:nvPr/>
              </p:nvSpPr>
              <p:spPr>
                <a:xfrm>
                  <a:off x="7969706" y="-605877"/>
                  <a:ext cx="290616" cy="2832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456" name="文字方塊 455">
                  <a:extLst>
                    <a:ext uri="{FF2B5EF4-FFF2-40B4-BE49-F238E27FC236}">
                      <a16:creationId xmlns:a16="http://schemas.microsoft.com/office/drawing/2014/main" id="{319A5377-32D5-464B-B1AA-2D677062A5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9706" y="-605877"/>
                  <a:ext cx="290616" cy="28321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7" name="文字方塊 456">
                  <a:extLst>
                    <a:ext uri="{FF2B5EF4-FFF2-40B4-BE49-F238E27FC236}">
                      <a16:creationId xmlns:a16="http://schemas.microsoft.com/office/drawing/2014/main" id="{6EB068FD-BDD9-4797-95C9-1A688D153E27}"/>
                    </a:ext>
                  </a:extLst>
                </p:cNvPr>
                <p:cNvSpPr txBox="1"/>
                <p:nvPr/>
              </p:nvSpPr>
              <p:spPr>
                <a:xfrm>
                  <a:off x="8126327" y="-439748"/>
                  <a:ext cx="257490" cy="2693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457" name="文字方塊 456">
                  <a:extLst>
                    <a:ext uri="{FF2B5EF4-FFF2-40B4-BE49-F238E27FC236}">
                      <a16:creationId xmlns:a16="http://schemas.microsoft.com/office/drawing/2014/main" id="{6EB068FD-BDD9-4797-95C9-1A688D153E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6327" y="-439748"/>
                  <a:ext cx="257490" cy="269304"/>
                </a:xfrm>
                <a:prstGeom prst="rect">
                  <a:avLst/>
                </a:prstGeom>
                <a:blipFill>
                  <a:blip r:embed="rId6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0" name="文字方塊 459">
                <a:extLst>
                  <a:ext uri="{FF2B5EF4-FFF2-40B4-BE49-F238E27FC236}">
                    <a16:creationId xmlns:a16="http://schemas.microsoft.com/office/drawing/2014/main" id="{F33CD02F-32C5-4FDE-8D81-7F0AD7557FA3}"/>
                  </a:ext>
                </a:extLst>
              </p:cNvPr>
              <p:cNvSpPr txBox="1"/>
              <p:nvPr/>
            </p:nvSpPr>
            <p:spPr>
              <a:xfrm>
                <a:off x="3923286" y="891766"/>
                <a:ext cx="167359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460" name="文字方塊 459">
                <a:extLst>
                  <a:ext uri="{FF2B5EF4-FFF2-40B4-BE49-F238E27FC236}">
                    <a16:creationId xmlns:a16="http://schemas.microsoft.com/office/drawing/2014/main" id="{F33CD02F-32C5-4FDE-8D81-7F0AD7557F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286" y="891766"/>
                <a:ext cx="1673596" cy="276999"/>
              </a:xfrm>
              <a:prstGeom prst="rect">
                <a:avLst/>
              </a:prstGeom>
              <a:blipFill>
                <a:blip r:embed="rId7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1" name="文字方塊 460">
                <a:extLst>
                  <a:ext uri="{FF2B5EF4-FFF2-40B4-BE49-F238E27FC236}">
                    <a16:creationId xmlns:a16="http://schemas.microsoft.com/office/drawing/2014/main" id="{5C457A85-F5E6-4E5B-8123-8D27999A159B}"/>
                  </a:ext>
                </a:extLst>
              </p:cNvPr>
              <p:cNvSpPr txBox="1"/>
              <p:nvPr/>
            </p:nvSpPr>
            <p:spPr>
              <a:xfrm>
                <a:off x="3141729" y="3587681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461" name="文字方塊 460">
                <a:extLst>
                  <a:ext uri="{FF2B5EF4-FFF2-40B4-BE49-F238E27FC236}">
                    <a16:creationId xmlns:a16="http://schemas.microsoft.com/office/drawing/2014/main" id="{5C457A85-F5E6-4E5B-8123-8D27999A1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1729" y="3587681"/>
                <a:ext cx="1150186" cy="276999"/>
              </a:xfrm>
              <a:prstGeom prst="rect">
                <a:avLst/>
              </a:prstGeom>
              <a:blipFill>
                <a:blip r:embed="rId8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2" name="文字方塊 461">
                <a:extLst>
                  <a:ext uri="{FF2B5EF4-FFF2-40B4-BE49-F238E27FC236}">
                    <a16:creationId xmlns:a16="http://schemas.microsoft.com/office/drawing/2014/main" id="{631CC03F-A753-44B4-8E03-F63F8FEB0564}"/>
                  </a:ext>
                </a:extLst>
              </p:cNvPr>
              <p:cNvSpPr txBox="1"/>
              <p:nvPr/>
            </p:nvSpPr>
            <p:spPr>
              <a:xfrm>
                <a:off x="5316508" y="1663858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462" name="文字方塊 461">
                <a:extLst>
                  <a:ext uri="{FF2B5EF4-FFF2-40B4-BE49-F238E27FC236}">
                    <a16:creationId xmlns:a16="http://schemas.microsoft.com/office/drawing/2014/main" id="{631CC03F-A753-44B4-8E03-F63F8FEB05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6508" y="1663858"/>
                <a:ext cx="1150186" cy="276999"/>
              </a:xfrm>
              <a:prstGeom prst="rect">
                <a:avLst/>
              </a:prstGeom>
              <a:blipFill>
                <a:blip r:embed="rId9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3" name="文字方塊 462">
                <a:extLst>
                  <a:ext uri="{FF2B5EF4-FFF2-40B4-BE49-F238E27FC236}">
                    <a16:creationId xmlns:a16="http://schemas.microsoft.com/office/drawing/2014/main" id="{46C1307E-2980-4DAB-A6B7-CEE913808A18}"/>
                  </a:ext>
                </a:extLst>
              </p:cNvPr>
              <p:cNvSpPr txBox="1"/>
              <p:nvPr/>
            </p:nvSpPr>
            <p:spPr>
              <a:xfrm>
                <a:off x="4278183" y="4271299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463" name="文字方塊 462">
                <a:extLst>
                  <a:ext uri="{FF2B5EF4-FFF2-40B4-BE49-F238E27FC236}">
                    <a16:creationId xmlns:a16="http://schemas.microsoft.com/office/drawing/2014/main" id="{46C1307E-2980-4DAB-A6B7-CEE913808A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8183" y="4271299"/>
                <a:ext cx="1150186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64" name="圖片 463">
            <a:extLst>
              <a:ext uri="{FF2B5EF4-FFF2-40B4-BE49-F238E27FC236}">
                <a16:creationId xmlns:a16="http://schemas.microsoft.com/office/drawing/2014/main" id="{4FDAEC51-17B6-4C58-B6B8-37F90B1A0F57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81" t="8908" r="4868" b="70278"/>
          <a:stretch/>
        </p:blipFill>
        <p:spPr>
          <a:xfrm>
            <a:off x="5171029" y="1088258"/>
            <a:ext cx="236737" cy="7549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65" name="文字方塊 464">
                <a:extLst>
                  <a:ext uri="{FF2B5EF4-FFF2-40B4-BE49-F238E27FC236}">
                    <a16:creationId xmlns:a16="http://schemas.microsoft.com/office/drawing/2014/main" id="{0A313CC4-F978-4904-8573-CDCAFAC4B2DC}"/>
                  </a:ext>
                </a:extLst>
              </p:cNvPr>
              <p:cNvSpPr txBox="1"/>
              <p:nvPr/>
            </p:nvSpPr>
            <p:spPr>
              <a:xfrm rot="5400000">
                <a:off x="5063284" y="1460433"/>
                <a:ext cx="3995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465" name="文字方塊 464">
                <a:extLst>
                  <a:ext uri="{FF2B5EF4-FFF2-40B4-BE49-F238E27FC236}">
                    <a16:creationId xmlns:a16="http://schemas.microsoft.com/office/drawing/2014/main" id="{0A313CC4-F978-4904-8573-CDCAFAC4B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5063284" y="1460433"/>
                <a:ext cx="399520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6" name="直線接點 465">
            <a:extLst>
              <a:ext uri="{FF2B5EF4-FFF2-40B4-BE49-F238E27FC236}">
                <a16:creationId xmlns:a16="http://schemas.microsoft.com/office/drawing/2014/main" id="{4BF40CAD-6046-44C2-B4F5-5A27918B2066}"/>
              </a:ext>
            </a:extLst>
          </p:cNvPr>
          <p:cNvCxnSpPr>
            <a:cxnSpLocks/>
          </p:cNvCxnSpPr>
          <p:nvPr/>
        </p:nvCxnSpPr>
        <p:spPr>
          <a:xfrm>
            <a:off x="4052158" y="3400313"/>
            <a:ext cx="650875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7" name="直線接點 466">
            <a:extLst>
              <a:ext uri="{FF2B5EF4-FFF2-40B4-BE49-F238E27FC236}">
                <a16:creationId xmlns:a16="http://schemas.microsoft.com/office/drawing/2014/main" id="{CE2CA8F3-023E-4C8B-AA94-F5FE6DB6BB2C}"/>
              </a:ext>
            </a:extLst>
          </p:cNvPr>
          <p:cNvCxnSpPr>
            <a:cxnSpLocks/>
          </p:cNvCxnSpPr>
          <p:nvPr/>
        </p:nvCxnSpPr>
        <p:spPr>
          <a:xfrm>
            <a:off x="5149439" y="3728926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8" name="直線接點 467">
            <a:extLst>
              <a:ext uri="{FF2B5EF4-FFF2-40B4-BE49-F238E27FC236}">
                <a16:creationId xmlns:a16="http://schemas.microsoft.com/office/drawing/2014/main" id="{105D9268-2EF8-40DC-9268-F32DFD3254B7}"/>
              </a:ext>
            </a:extLst>
          </p:cNvPr>
          <p:cNvCxnSpPr>
            <a:cxnSpLocks/>
          </p:cNvCxnSpPr>
          <p:nvPr/>
        </p:nvCxnSpPr>
        <p:spPr>
          <a:xfrm flipV="1">
            <a:off x="4157846" y="3613969"/>
            <a:ext cx="332143" cy="3213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0" name="文字方塊 469">
                <a:extLst>
                  <a:ext uri="{FF2B5EF4-FFF2-40B4-BE49-F238E27FC236}">
                    <a16:creationId xmlns:a16="http://schemas.microsoft.com/office/drawing/2014/main" id="{86300664-78EC-4AA0-8ECE-98D31B6DCCB8}"/>
                  </a:ext>
                </a:extLst>
              </p:cNvPr>
              <p:cNvSpPr txBox="1"/>
              <p:nvPr/>
            </p:nvSpPr>
            <p:spPr>
              <a:xfrm>
                <a:off x="3216691" y="1652556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470" name="文字方塊 469">
                <a:extLst>
                  <a:ext uri="{FF2B5EF4-FFF2-40B4-BE49-F238E27FC236}">
                    <a16:creationId xmlns:a16="http://schemas.microsoft.com/office/drawing/2014/main" id="{86300664-78EC-4AA0-8ECE-98D31B6DCC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6691" y="1652556"/>
                <a:ext cx="1150186" cy="276999"/>
              </a:xfrm>
              <a:prstGeom prst="rect">
                <a:avLst/>
              </a:prstGeom>
              <a:blipFill>
                <a:blip r:embed="rId13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1" name="文字方塊 470">
                <a:extLst>
                  <a:ext uri="{FF2B5EF4-FFF2-40B4-BE49-F238E27FC236}">
                    <a16:creationId xmlns:a16="http://schemas.microsoft.com/office/drawing/2014/main" id="{53E50642-CCEF-4655-AB7C-2F656D5F2640}"/>
                  </a:ext>
                </a:extLst>
              </p:cNvPr>
              <p:cNvSpPr txBox="1"/>
              <p:nvPr/>
            </p:nvSpPr>
            <p:spPr>
              <a:xfrm>
                <a:off x="5478463" y="3587682"/>
                <a:ext cx="988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471" name="文字方塊 470">
                <a:extLst>
                  <a:ext uri="{FF2B5EF4-FFF2-40B4-BE49-F238E27FC236}">
                    <a16:creationId xmlns:a16="http://schemas.microsoft.com/office/drawing/2014/main" id="{53E50642-CCEF-4655-AB7C-2F656D5F2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8463" y="3587682"/>
                <a:ext cx="988200" cy="276999"/>
              </a:xfrm>
              <a:prstGeom prst="rect">
                <a:avLst/>
              </a:prstGeom>
              <a:blipFill>
                <a:blip r:embed="rId14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74" name="圖片 473">
            <a:extLst>
              <a:ext uri="{FF2B5EF4-FFF2-40B4-BE49-F238E27FC236}">
                <a16:creationId xmlns:a16="http://schemas.microsoft.com/office/drawing/2014/main" id="{A7227FDE-2FB4-4696-AB9E-E58300828DF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81573" y="3110815"/>
            <a:ext cx="868304" cy="901700"/>
          </a:xfrm>
          <a:prstGeom prst="rect">
            <a:avLst/>
          </a:prstGeom>
        </p:spPr>
      </p:pic>
      <p:grpSp>
        <p:nvGrpSpPr>
          <p:cNvPr id="476" name="群組 475">
            <a:extLst>
              <a:ext uri="{FF2B5EF4-FFF2-40B4-BE49-F238E27FC236}">
                <a16:creationId xmlns:a16="http://schemas.microsoft.com/office/drawing/2014/main" id="{F5D448A1-0EB6-4689-8FB1-8C87B6288B5E}"/>
              </a:ext>
            </a:extLst>
          </p:cNvPr>
          <p:cNvGrpSpPr/>
          <p:nvPr/>
        </p:nvGrpSpPr>
        <p:grpSpPr>
          <a:xfrm>
            <a:off x="4545461" y="5297016"/>
            <a:ext cx="720000" cy="720000"/>
            <a:chOff x="801581" y="4966326"/>
            <a:chExt cx="1150186" cy="1150186"/>
          </a:xfrm>
        </p:grpSpPr>
        <p:sp>
          <p:nvSpPr>
            <p:cNvPr id="477" name="矩形: 圓角 476">
              <a:extLst>
                <a:ext uri="{FF2B5EF4-FFF2-40B4-BE49-F238E27FC236}">
                  <a16:creationId xmlns:a16="http://schemas.microsoft.com/office/drawing/2014/main" id="{4347DAF8-10E4-4799-BC88-BF851D35BADA}"/>
                </a:ext>
              </a:extLst>
            </p:cNvPr>
            <p:cNvSpPr/>
            <p:nvPr/>
          </p:nvSpPr>
          <p:spPr>
            <a:xfrm>
              <a:off x="801581" y="4966326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478" name="橢圓 477">
              <a:extLst>
                <a:ext uri="{FF2B5EF4-FFF2-40B4-BE49-F238E27FC236}">
                  <a16:creationId xmlns:a16="http://schemas.microsoft.com/office/drawing/2014/main" id="{84C425DC-F46C-4C7E-808E-E7370435ABEF}"/>
                </a:ext>
              </a:extLst>
            </p:cNvPr>
            <p:cNvSpPr/>
            <p:nvPr/>
          </p:nvSpPr>
          <p:spPr>
            <a:xfrm>
              <a:off x="1269795" y="5070149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79" name="橢圓 478">
              <a:extLst>
                <a:ext uri="{FF2B5EF4-FFF2-40B4-BE49-F238E27FC236}">
                  <a16:creationId xmlns:a16="http://schemas.microsoft.com/office/drawing/2014/main" id="{4011C7FC-9200-44FB-A15D-79E4D642088A}"/>
                </a:ext>
              </a:extLst>
            </p:cNvPr>
            <p:cNvSpPr/>
            <p:nvPr/>
          </p:nvSpPr>
          <p:spPr>
            <a:xfrm>
              <a:off x="1269795" y="580560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0" name="橢圓 479">
              <a:extLst>
                <a:ext uri="{FF2B5EF4-FFF2-40B4-BE49-F238E27FC236}">
                  <a16:creationId xmlns:a16="http://schemas.microsoft.com/office/drawing/2014/main" id="{32F8CE78-00AD-4B4F-88FA-181AE78F6C2C}"/>
                </a:ext>
              </a:extLst>
            </p:cNvPr>
            <p:cNvSpPr/>
            <p:nvPr/>
          </p:nvSpPr>
          <p:spPr>
            <a:xfrm>
              <a:off x="1633048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1" name="橢圓 480">
              <a:extLst>
                <a:ext uri="{FF2B5EF4-FFF2-40B4-BE49-F238E27FC236}">
                  <a16:creationId xmlns:a16="http://schemas.microsoft.com/office/drawing/2014/main" id="{7382C115-71BC-4DE7-8CAB-A09F81D6F13F}"/>
                </a:ext>
              </a:extLst>
            </p:cNvPr>
            <p:cNvSpPr/>
            <p:nvPr/>
          </p:nvSpPr>
          <p:spPr>
            <a:xfrm>
              <a:off x="895950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2" name="橢圓 481">
              <a:extLst>
                <a:ext uri="{FF2B5EF4-FFF2-40B4-BE49-F238E27FC236}">
                  <a16:creationId xmlns:a16="http://schemas.microsoft.com/office/drawing/2014/main" id="{92A99A6E-DC93-4527-B6B9-3CE7499B18CA}"/>
                </a:ext>
              </a:extLst>
            </p:cNvPr>
            <p:cNvSpPr/>
            <p:nvPr/>
          </p:nvSpPr>
          <p:spPr>
            <a:xfrm>
              <a:off x="1006324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3" name="橢圓 482">
              <a:extLst>
                <a:ext uri="{FF2B5EF4-FFF2-40B4-BE49-F238E27FC236}">
                  <a16:creationId xmlns:a16="http://schemas.microsoft.com/office/drawing/2014/main" id="{CCC4D938-B3D7-4B22-BF74-89C7806B6DAB}"/>
                </a:ext>
              </a:extLst>
            </p:cNvPr>
            <p:cNvSpPr/>
            <p:nvPr/>
          </p:nvSpPr>
          <p:spPr>
            <a:xfrm>
              <a:off x="1006324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4" name="橢圓 483">
              <a:extLst>
                <a:ext uri="{FF2B5EF4-FFF2-40B4-BE49-F238E27FC236}">
                  <a16:creationId xmlns:a16="http://schemas.microsoft.com/office/drawing/2014/main" id="{F144CFB2-6258-488F-A123-D82A14BB148A}"/>
                </a:ext>
              </a:extLst>
            </p:cNvPr>
            <p:cNvSpPr/>
            <p:nvPr/>
          </p:nvSpPr>
          <p:spPr>
            <a:xfrm>
              <a:off x="1531150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485" name="橢圓 484">
              <a:extLst>
                <a:ext uri="{FF2B5EF4-FFF2-40B4-BE49-F238E27FC236}">
                  <a16:creationId xmlns:a16="http://schemas.microsoft.com/office/drawing/2014/main" id="{2EC38CF1-9648-43C2-87B1-98702B53F0C6}"/>
                </a:ext>
              </a:extLst>
            </p:cNvPr>
            <p:cNvSpPr/>
            <p:nvPr/>
          </p:nvSpPr>
          <p:spPr>
            <a:xfrm>
              <a:off x="1531150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6" name="等腰三角形 485">
              <a:extLst>
                <a:ext uri="{FF2B5EF4-FFF2-40B4-BE49-F238E27FC236}">
                  <a16:creationId xmlns:a16="http://schemas.microsoft.com/office/drawing/2014/main" id="{887FEAA2-70C1-41E2-A72B-5EBCF730AEA3}"/>
                </a:ext>
              </a:extLst>
            </p:cNvPr>
            <p:cNvSpPr/>
            <p:nvPr/>
          </p:nvSpPr>
          <p:spPr>
            <a:xfrm rot="5400000" flipH="1">
              <a:off x="1342194" y="5038456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7" name="等腰三角形 486">
              <a:extLst>
                <a:ext uri="{FF2B5EF4-FFF2-40B4-BE49-F238E27FC236}">
                  <a16:creationId xmlns:a16="http://schemas.microsoft.com/office/drawing/2014/main" id="{ABCFFC81-C04C-4CBB-B057-00DFA3C95394}"/>
                </a:ext>
              </a:extLst>
            </p:cNvPr>
            <p:cNvSpPr/>
            <p:nvPr/>
          </p:nvSpPr>
          <p:spPr>
            <a:xfrm rot="5400000" flipH="1">
              <a:off x="1342194" y="577254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8" name="等腰三角形 487">
              <a:extLst>
                <a:ext uri="{FF2B5EF4-FFF2-40B4-BE49-F238E27FC236}">
                  <a16:creationId xmlns:a16="http://schemas.microsoft.com/office/drawing/2014/main" id="{672298CF-BFAD-4524-A1B3-375BC8808FF9}"/>
                </a:ext>
              </a:extLst>
            </p:cNvPr>
            <p:cNvSpPr/>
            <p:nvPr/>
          </p:nvSpPr>
          <p:spPr>
            <a:xfrm rot="5400000" flipH="1">
              <a:off x="968349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9" name="等腰三角形 488">
              <a:extLst>
                <a:ext uri="{FF2B5EF4-FFF2-40B4-BE49-F238E27FC236}">
                  <a16:creationId xmlns:a16="http://schemas.microsoft.com/office/drawing/2014/main" id="{8866D73F-83AC-4FA3-A3BD-73876E777EA9}"/>
                </a:ext>
              </a:extLst>
            </p:cNvPr>
            <p:cNvSpPr/>
            <p:nvPr/>
          </p:nvSpPr>
          <p:spPr>
            <a:xfrm rot="5400000" flipH="1">
              <a:off x="1078723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90" name="等腰三角形 489">
              <a:extLst>
                <a:ext uri="{FF2B5EF4-FFF2-40B4-BE49-F238E27FC236}">
                  <a16:creationId xmlns:a16="http://schemas.microsoft.com/office/drawing/2014/main" id="{11B8E0C9-00E1-4425-BD53-A178C82DBF97}"/>
                </a:ext>
              </a:extLst>
            </p:cNvPr>
            <p:cNvSpPr/>
            <p:nvPr/>
          </p:nvSpPr>
          <p:spPr>
            <a:xfrm rot="5400000" flipH="1">
              <a:off x="1078723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91" name="等腰三角形 490">
              <a:extLst>
                <a:ext uri="{FF2B5EF4-FFF2-40B4-BE49-F238E27FC236}">
                  <a16:creationId xmlns:a16="http://schemas.microsoft.com/office/drawing/2014/main" id="{4BEBB870-C998-42FB-AB64-6768792D3C65}"/>
                </a:ext>
              </a:extLst>
            </p:cNvPr>
            <p:cNvSpPr/>
            <p:nvPr/>
          </p:nvSpPr>
          <p:spPr>
            <a:xfrm rot="5400000" flipH="1">
              <a:off x="1603549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92" name="等腰三角形 491">
              <a:extLst>
                <a:ext uri="{FF2B5EF4-FFF2-40B4-BE49-F238E27FC236}">
                  <a16:creationId xmlns:a16="http://schemas.microsoft.com/office/drawing/2014/main" id="{6E47A69F-5D7C-4839-8808-1E5D8B688E05}"/>
                </a:ext>
              </a:extLst>
            </p:cNvPr>
            <p:cNvSpPr/>
            <p:nvPr/>
          </p:nvSpPr>
          <p:spPr>
            <a:xfrm rot="5400000" flipH="1">
              <a:off x="1603549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93" name="等腰三角形 492">
              <a:extLst>
                <a:ext uri="{FF2B5EF4-FFF2-40B4-BE49-F238E27FC236}">
                  <a16:creationId xmlns:a16="http://schemas.microsoft.com/office/drawing/2014/main" id="{27FCD585-1A51-431B-8E1A-05AE8CE2C9FD}"/>
                </a:ext>
              </a:extLst>
            </p:cNvPr>
            <p:cNvSpPr/>
            <p:nvPr/>
          </p:nvSpPr>
          <p:spPr>
            <a:xfrm rot="5400000" flipH="1">
              <a:off x="1705447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00" name="文字方塊 499">
                <a:extLst>
                  <a:ext uri="{FF2B5EF4-FFF2-40B4-BE49-F238E27FC236}">
                    <a16:creationId xmlns:a16="http://schemas.microsoft.com/office/drawing/2014/main" id="{3CD0F010-AACF-4ED0-B89E-C4CD8E41ED38}"/>
                  </a:ext>
                </a:extLst>
              </p:cNvPr>
              <p:cNvSpPr txBox="1"/>
              <p:nvPr/>
            </p:nvSpPr>
            <p:spPr>
              <a:xfrm>
                <a:off x="4499805" y="1593674"/>
                <a:ext cx="61212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00" dirty="0"/>
              </a:p>
            </p:txBody>
          </p:sp>
        </mc:Choice>
        <mc:Fallback xmlns="">
          <p:sp>
            <p:nvSpPr>
              <p:cNvPr id="500" name="文字方塊 499">
                <a:extLst>
                  <a:ext uri="{FF2B5EF4-FFF2-40B4-BE49-F238E27FC236}">
                    <a16:creationId xmlns:a16="http://schemas.microsoft.com/office/drawing/2014/main" id="{3CD0F010-AACF-4ED0-B89E-C4CD8E41ED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9805" y="1593674"/>
                <a:ext cx="612129" cy="261610"/>
              </a:xfrm>
              <a:prstGeom prst="rect">
                <a:avLst/>
              </a:prstGeom>
              <a:blipFill>
                <a:blip r:embed="rId16"/>
                <a:stretch>
                  <a:fillRect b="-23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1" name="群組 500">
            <a:extLst>
              <a:ext uri="{FF2B5EF4-FFF2-40B4-BE49-F238E27FC236}">
                <a16:creationId xmlns:a16="http://schemas.microsoft.com/office/drawing/2014/main" id="{91D2220D-5DD6-416F-B3EC-8BE0E30C8611}"/>
              </a:ext>
            </a:extLst>
          </p:cNvPr>
          <p:cNvGrpSpPr/>
          <p:nvPr/>
        </p:nvGrpSpPr>
        <p:grpSpPr>
          <a:xfrm>
            <a:off x="4433949" y="1847455"/>
            <a:ext cx="720000" cy="720000"/>
            <a:chOff x="3481679" y="1553308"/>
            <a:chExt cx="1150186" cy="1150186"/>
          </a:xfrm>
        </p:grpSpPr>
        <p:sp>
          <p:nvSpPr>
            <p:cNvPr id="502" name="矩形: 圓角 501">
              <a:extLst>
                <a:ext uri="{FF2B5EF4-FFF2-40B4-BE49-F238E27FC236}">
                  <a16:creationId xmlns:a16="http://schemas.microsoft.com/office/drawing/2014/main" id="{10F9AC01-CF3E-4C66-8647-735EC83F84D1}"/>
                </a:ext>
              </a:extLst>
            </p:cNvPr>
            <p:cNvSpPr/>
            <p:nvPr/>
          </p:nvSpPr>
          <p:spPr>
            <a:xfrm>
              <a:off x="3481679" y="1553308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 dirty="0"/>
            </a:p>
          </p:txBody>
        </p:sp>
        <p:sp>
          <p:nvSpPr>
            <p:cNvPr id="503" name="橢圓 502">
              <a:extLst>
                <a:ext uri="{FF2B5EF4-FFF2-40B4-BE49-F238E27FC236}">
                  <a16:creationId xmlns:a16="http://schemas.microsoft.com/office/drawing/2014/main" id="{755155C2-4684-40A6-B6A4-9DA545B51BE9}"/>
                </a:ext>
              </a:extLst>
            </p:cNvPr>
            <p:cNvSpPr/>
            <p:nvPr/>
          </p:nvSpPr>
          <p:spPr>
            <a:xfrm>
              <a:off x="3940548" y="164255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04" name="橢圓 503">
              <a:extLst>
                <a:ext uri="{FF2B5EF4-FFF2-40B4-BE49-F238E27FC236}">
                  <a16:creationId xmlns:a16="http://schemas.microsoft.com/office/drawing/2014/main" id="{E4ADCF8A-1F84-4717-90AD-43A8DDAD5405}"/>
                </a:ext>
              </a:extLst>
            </p:cNvPr>
            <p:cNvSpPr/>
            <p:nvPr/>
          </p:nvSpPr>
          <p:spPr>
            <a:xfrm>
              <a:off x="3940548" y="23780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05" name="橢圓 504">
              <a:extLst>
                <a:ext uri="{FF2B5EF4-FFF2-40B4-BE49-F238E27FC236}">
                  <a16:creationId xmlns:a16="http://schemas.microsoft.com/office/drawing/2014/main" id="{7F06A51D-B5FD-449C-ABBC-0975E207F7AB}"/>
                </a:ext>
              </a:extLst>
            </p:cNvPr>
            <p:cNvSpPr/>
            <p:nvPr/>
          </p:nvSpPr>
          <p:spPr>
            <a:xfrm>
              <a:off x="4303801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06" name="橢圓 505">
              <a:extLst>
                <a:ext uri="{FF2B5EF4-FFF2-40B4-BE49-F238E27FC236}">
                  <a16:creationId xmlns:a16="http://schemas.microsoft.com/office/drawing/2014/main" id="{F9F38A02-460D-4AE5-B0F3-1B77DEC82158}"/>
                </a:ext>
              </a:extLst>
            </p:cNvPr>
            <p:cNvSpPr/>
            <p:nvPr/>
          </p:nvSpPr>
          <p:spPr>
            <a:xfrm>
              <a:off x="3566703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07" name="橢圓 506">
              <a:extLst>
                <a:ext uri="{FF2B5EF4-FFF2-40B4-BE49-F238E27FC236}">
                  <a16:creationId xmlns:a16="http://schemas.microsoft.com/office/drawing/2014/main" id="{6D3D80CC-EEB2-4DE0-B8C5-CFB3C52C2144}"/>
                </a:ext>
              </a:extLst>
            </p:cNvPr>
            <p:cNvSpPr/>
            <p:nvPr/>
          </p:nvSpPr>
          <p:spPr>
            <a:xfrm>
              <a:off x="3677077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08" name="橢圓 507">
              <a:extLst>
                <a:ext uri="{FF2B5EF4-FFF2-40B4-BE49-F238E27FC236}">
                  <a16:creationId xmlns:a16="http://schemas.microsoft.com/office/drawing/2014/main" id="{4292BCE2-0BC4-4A6B-B024-22A417FD49C8}"/>
                </a:ext>
              </a:extLst>
            </p:cNvPr>
            <p:cNvSpPr/>
            <p:nvPr/>
          </p:nvSpPr>
          <p:spPr>
            <a:xfrm>
              <a:off x="3677077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09" name="橢圓 508">
              <a:extLst>
                <a:ext uri="{FF2B5EF4-FFF2-40B4-BE49-F238E27FC236}">
                  <a16:creationId xmlns:a16="http://schemas.microsoft.com/office/drawing/2014/main" id="{E4B6DD7F-A303-4D8B-A255-8D272C10D332}"/>
                </a:ext>
              </a:extLst>
            </p:cNvPr>
            <p:cNvSpPr/>
            <p:nvPr/>
          </p:nvSpPr>
          <p:spPr>
            <a:xfrm>
              <a:off x="4201903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 dirty="0"/>
            </a:p>
          </p:txBody>
        </p:sp>
        <p:sp>
          <p:nvSpPr>
            <p:cNvPr id="510" name="橢圓 509">
              <a:extLst>
                <a:ext uri="{FF2B5EF4-FFF2-40B4-BE49-F238E27FC236}">
                  <a16:creationId xmlns:a16="http://schemas.microsoft.com/office/drawing/2014/main" id="{B965FA2E-E02C-4479-9817-DC7A8F02574E}"/>
                </a:ext>
              </a:extLst>
            </p:cNvPr>
            <p:cNvSpPr/>
            <p:nvPr/>
          </p:nvSpPr>
          <p:spPr>
            <a:xfrm>
              <a:off x="4201903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1" name="等腰三角形 510">
              <a:extLst>
                <a:ext uri="{FF2B5EF4-FFF2-40B4-BE49-F238E27FC236}">
                  <a16:creationId xmlns:a16="http://schemas.microsoft.com/office/drawing/2014/main" id="{F27C1768-F1A1-41E6-B210-7551D2DC1306}"/>
                </a:ext>
              </a:extLst>
            </p:cNvPr>
            <p:cNvSpPr/>
            <p:nvPr/>
          </p:nvSpPr>
          <p:spPr>
            <a:xfrm rot="16200000">
              <a:off x="4012947" y="161086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2" name="等腰三角形 511">
              <a:extLst>
                <a:ext uri="{FF2B5EF4-FFF2-40B4-BE49-F238E27FC236}">
                  <a16:creationId xmlns:a16="http://schemas.microsoft.com/office/drawing/2014/main" id="{69600DB1-8023-48F6-BD9E-ECC1CD944A30}"/>
                </a:ext>
              </a:extLst>
            </p:cNvPr>
            <p:cNvSpPr/>
            <p:nvPr/>
          </p:nvSpPr>
          <p:spPr>
            <a:xfrm rot="16200000">
              <a:off x="4012947" y="234495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3" name="等腰三角形 512">
              <a:extLst>
                <a:ext uri="{FF2B5EF4-FFF2-40B4-BE49-F238E27FC236}">
                  <a16:creationId xmlns:a16="http://schemas.microsoft.com/office/drawing/2014/main" id="{F55D5FD9-4C3C-4BA1-9054-048372F2EEB9}"/>
                </a:ext>
              </a:extLst>
            </p:cNvPr>
            <p:cNvSpPr/>
            <p:nvPr/>
          </p:nvSpPr>
          <p:spPr>
            <a:xfrm rot="16200000">
              <a:off x="3639102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4" name="等腰三角形 513">
              <a:extLst>
                <a:ext uri="{FF2B5EF4-FFF2-40B4-BE49-F238E27FC236}">
                  <a16:creationId xmlns:a16="http://schemas.microsoft.com/office/drawing/2014/main" id="{7B8DE4B8-A627-450D-AB95-BC8302F961D7}"/>
                </a:ext>
              </a:extLst>
            </p:cNvPr>
            <p:cNvSpPr/>
            <p:nvPr/>
          </p:nvSpPr>
          <p:spPr>
            <a:xfrm rot="16200000">
              <a:off x="3749476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5" name="等腰三角形 514">
              <a:extLst>
                <a:ext uri="{FF2B5EF4-FFF2-40B4-BE49-F238E27FC236}">
                  <a16:creationId xmlns:a16="http://schemas.microsoft.com/office/drawing/2014/main" id="{9DE7237C-99BA-40D8-840A-5EE64F6E1E06}"/>
                </a:ext>
              </a:extLst>
            </p:cNvPr>
            <p:cNvSpPr/>
            <p:nvPr/>
          </p:nvSpPr>
          <p:spPr>
            <a:xfrm rot="16200000">
              <a:off x="3749476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6" name="等腰三角形 515">
              <a:extLst>
                <a:ext uri="{FF2B5EF4-FFF2-40B4-BE49-F238E27FC236}">
                  <a16:creationId xmlns:a16="http://schemas.microsoft.com/office/drawing/2014/main" id="{6983A991-DB4D-4628-A034-1540268C5D72}"/>
                </a:ext>
              </a:extLst>
            </p:cNvPr>
            <p:cNvSpPr/>
            <p:nvPr/>
          </p:nvSpPr>
          <p:spPr>
            <a:xfrm rot="16200000">
              <a:off x="4274302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7" name="等腰三角形 516">
              <a:extLst>
                <a:ext uri="{FF2B5EF4-FFF2-40B4-BE49-F238E27FC236}">
                  <a16:creationId xmlns:a16="http://schemas.microsoft.com/office/drawing/2014/main" id="{31BAA051-DEAB-423B-8877-338B69C6277A}"/>
                </a:ext>
              </a:extLst>
            </p:cNvPr>
            <p:cNvSpPr/>
            <p:nvPr/>
          </p:nvSpPr>
          <p:spPr>
            <a:xfrm rot="16200000">
              <a:off x="4274302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8" name="等腰三角形 517">
              <a:extLst>
                <a:ext uri="{FF2B5EF4-FFF2-40B4-BE49-F238E27FC236}">
                  <a16:creationId xmlns:a16="http://schemas.microsoft.com/office/drawing/2014/main" id="{F0BE1C6E-F8A2-4D29-B95A-7168C4624F48}"/>
                </a:ext>
              </a:extLst>
            </p:cNvPr>
            <p:cNvSpPr/>
            <p:nvPr/>
          </p:nvSpPr>
          <p:spPr>
            <a:xfrm rot="16200000">
              <a:off x="4376200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grpSp>
          <p:nvGrpSpPr>
            <p:cNvPr id="519" name="群組 518">
              <a:extLst>
                <a:ext uri="{FF2B5EF4-FFF2-40B4-BE49-F238E27FC236}">
                  <a16:creationId xmlns:a16="http://schemas.microsoft.com/office/drawing/2014/main" id="{CF8984C6-A7FE-4FFE-B930-95B64555C3CB}"/>
                </a:ext>
              </a:extLst>
            </p:cNvPr>
            <p:cNvGrpSpPr/>
            <p:nvPr/>
          </p:nvGrpSpPr>
          <p:grpSpPr>
            <a:xfrm>
              <a:off x="4057671" y="2031019"/>
              <a:ext cx="115586" cy="110880"/>
              <a:chOff x="1373392" y="2391862"/>
              <a:chExt cx="479433" cy="476535"/>
            </a:xfrm>
          </p:grpSpPr>
          <p:sp>
            <p:nvSpPr>
              <p:cNvPr id="522" name="箭號: 向右 521">
                <a:extLst>
                  <a:ext uri="{FF2B5EF4-FFF2-40B4-BE49-F238E27FC236}">
                    <a16:creationId xmlns:a16="http://schemas.microsoft.com/office/drawing/2014/main" id="{393CAD47-E8BB-4451-9D35-098D1DC8B45D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bg1"/>
                  </a:solidFill>
                </a:endParaRPr>
              </a:p>
            </p:txBody>
          </p:sp>
          <p:sp>
            <p:nvSpPr>
              <p:cNvPr id="523" name="箭號: 向右 522">
                <a:extLst>
                  <a:ext uri="{FF2B5EF4-FFF2-40B4-BE49-F238E27FC236}">
                    <a16:creationId xmlns:a16="http://schemas.microsoft.com/office/drawing/2014/main" id="{D033524E-044F-4F1C-955B-A9C1774AEA88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0" name="文字方塊 519">
                  <a:extLst>
                    <a:ext uri="{FF2B5EF4-FFF2-40B4-BE49-F238E27FC236}">
                      <a16:creationId xmlns:a16="http://schemas.microsoft.com/office/drawing/2014/main" id="{CC9B5CC6-C2A6-4889-A719-60DFBA75F028}"/>
                    </a:ext>
                  </a:extLst>
                </p:cNvPr>
                <p:cNvSpPr txBox="1"/>
                <p:nvPr/>
              </p:nvSpPr>
              <p:spPr>
                <a:xfrm>
                  <a:off x="3836505" y="1616346"/>
                  <a:ext cx="411859" cy="45243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20" name="文字方塊 519">
                  <a:extLst>
                    <a:ext uri="{FF2B5EF4-FFF2-40B4-BE49-F238E27FC236}">
                      <a16:creationId xmlns:a16="http://schemas.microsoft.com/office/drawing/2014/main" id="{CC9B5CC6-C2A6-4889-A719-60DFBA75F0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6505" y="1616346"/>
                  <a:ext cx="411859" cy="452437"/>
                </a:xfrm>
                <a:prstGeom prst="rect">
                  <a:avLst/>
                </a:prstGeom>
                <a:blipFill>
                  <a:blip r:embed="rId17"/>
                  <a:stretch>
                    <a:fillRect r="-952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1" name="文字方塊 520">
                  <a:extLst>
                    <a:ext uri="{FF2B5EF4-FFF2-40B4-BE49-F238E27FC236}">
                      <a16:creationId xmlns:a16="http://schemas.microsoft.com/office/drawing/2014/main" id="{C1B85C49-8CE2-4FAE-93E2-BD2214232CDA}"/>
                    </a:ext>
                  </a:extLst>
                </p:cNvPr>
                <p:cNvSpPr txBox="1"/>
                <p:nvPr/>
              </p:nvSpPr>
              <p:spPr>
                <a:xfrm>
                  <a:off x="4088416" y="1839893"/>
                  <a:ext cx="521831" cy="4302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21" name="文字方塊 520">
                  <a:extLst>
                    <a:ext uri="{FF2B5EF4-FFF2-40B4-BE49-F238E27FC236}">
                      <a16:creationId xmlns:a16="http://schemas.microsoft.com/office/drawing/2014/main" id="{C1B85C49-8CE2-4FAE-93E2-BD2214232C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8416" y="1839893"/>
                  <a:ext cx="521831" cy="430208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30" name="直線接點 529">
            <a:extLst>
              <a:ext uri="{FF2B5EF4-FFF2-40B4-BE49-F238E27FC236}">
                <a16:creationId xmlns:a16="http://schemas.microsoft.com/office/drawing/2014/main" id="{7EF36842-A2EC-4987-AB40-6054536CB4B9}"/>
              </a:ext>
            </a:extLst>
          </p:cNvPr>
          <p:cNvCxnSpPr>
            <a:cxnSpLocks/>
          </p:cNvCxnSpPr>
          <p:nvPr/>
        </p:nvCxnSpPr>
        <p:spPr>
          <a:xfrm flipV="1">
            <a:off x="5345059" y="3278796"/>
            <a:ext cx="252473" cy="244255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5" name="文字方塊 544">
                <a:extLst>
                  <a:ext uri="{FF2B5EF4-FFF2-40B4-BE49-F238E27FC236}">
                    <a16:creationId xmlns:a16="http://schemas.microsoft.com/office/drawing/2014/main" id="{89123396-9B5E-462C-BF01-CD8A29824C00}"/>
                  </a:ext>
                </a:extLst>
              </p:cNvPr>
              <p:cNvSpPr txBox="1"/>
              <p:nvPr/>
            </p:nvSpPr>
            <p:spPr>
              <a:xfrm>
                <a:off x="4554706" y="2829607"/>
                <a:ext cx="715550" cy="2693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5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50" i="1">
                              <a:latin typeface="Cambria Math" panose="02040503050406030204" pitchFamily="18" charset="0"/>
                            </a:rPr>
                            <m:t>1, −1</m:t>
                          </m:r>
                        </m:e>
                      </m:d>
                    </m:oMath>
                  </m:oMathPara>
                </a14:m>
                <a:endParaRPr lang="zh-TW" altLang="en-US" sz="1150" dirty="0"/>
              </a:p>
            </p:txBody>
          </p:sp>
        </mc:Choice>
        <mc:Fallback xmlns="">
          <p:sp>
            <p:nvSpPr>
              <p:cNvPr id="545" name="文字方塊 544">
                <a:extLst>
                  <a:ext uri="{FF2B5EF4-FFF2-40B4-BE49-F238E27FC236}">
                    <a16:creationId xmlns:a16="http://schemas.microsoft.com/office/drawing/2014/main" id="{89123396-9B5E-462C-BF01-CD8A29824C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4706" y="2829607"/>
                <a:ext cx="715550" cy="269304"/>
              </a:xfrm>
              <a:prstGeom prst="rect">
                <a:avLst/>
              </a:prstGeom>
              <a:blipFill>
                <a:blip r:embed="rId19"/>
                <a:stretch>
                  <a:fillRect t="-97727" r="-33898" b="-15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6" name="文字方塊 545">
                <a:extLst>
                  <a:ext uri="{FF2B5EF4-FFF2-40B4-BE49-F238E27FC236}">
                    <a16:creationId xmlns:a16="http://schemas.microsoft.com/office/drawing/2014/main" id="{51F46984-0199-4FD3-A2EE-6E64F5367350}"/>
                  </a:ext>
                </a:extLst>
              </p:cNvPr>
              <p:cNvSpPr txBox="1"/>
              <p:nvPr/>
            </p:nvSpPr>
            <p:spPr>
              <a:xfrm>
                <a:off x="4506003" y="3966238"/>
                <a:ext cx="812954" cy="2693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5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50" i="1">
                              <a:latin typeface="Cambria Math" panose="02040503050406030204" pitchFamily="18" charset="0"/>
                            </a:rPr>
                            <m:t>−1, 1</m:t>
                          </m:r>
                        </m:e>
                      </m:d>
                    </m:oMath>
                  </m:oMathPara>
                </a14:m>
                <a:endParaRPr lang="zh-TW" altLang="en-US" sz="1150" dirty="0"/>
              </a:p>
            </p:txBody>
          </p:sp>
        </mc:Choice>
        <mc:Fallback xmlns="">
          <p:sp>
            <p:nvSpPr>
              <p:cNvPr id="546" name="文字方塊 545">
                <a:extLst>
                  <a:ext uri="{FF2B5EF4-FFF2-40B4-BE49-F238E27FC236}">
                    <a16:creationId xmlns:a16="http://schemas.microsoft.com/office/drawing/2014/main" id="{51F46984-0199-4FD3-A2EE-6E64F5367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6003" y="3966238"/>
                <a:ext cx="812954" cy="269304"/>
              </a:xfrm>
              <a:prstGeom prst="rect">
                <a:avLst/>
              </a:prstGeom>
              <a:blipFill>
                <a:blip r:embed="rId20"/>
                <a:stretch>
                  <a:fillRect t="-97727" r="-23134" b="-15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1" name="群組 550">
            <a:extLst>
              <a:ext uri="{FF2B5EF4-FFF2-40B4-BE49-F238E27FC236}">
                <a16:creationId xmlns:a16="http://schemas.microsoft.com/office/drawing/2014/main" id="{A15ADA87-C73B-4B1F-AC1D-7F2020D1BD65}"/>
              </a:ext>
            </a:extLst>
          </p:cNvPr>
          <p:cNvGrpSpPr/>
          <p:nvPr/>
        </p:nvGrpSpPr>
        <p:grpSpPr>
          <a:xfrm>
            <a:off x="5600659" y="4544469"/>
            <a:ext cx="720000" cy="720000"/>
            <a:chOff x="389151" y="2161357"/>
            <a:chExt cx="1150186" cy="1150186"/>
          </a:xfrm>
        </p:grpSpPr>
        <p:sp>
          <p:nvSpPr>
            <p:cNvPr id="552" name="矩形: 圓角 551">
              <a:extLst>
                <a:ext uri="{FF2B5EF4-FFF2-40B4-BE49-F238E27FC236}">
                  <a16:creationId xmlns:a16="http://schemas.microsoft.com/office/drawing/2014/main" id="{80AC2D97-7734-4A8F-A486-B6A4F337B78F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553" name="箭號: 左-右雙向 552">
              <a:extLst>
                <a:ext uri="{FF2B5EF4-FFF2-40B4-BE49-F238E27FC236}">
                  <a16:creationId xmlns:a16="http://schemas.microsoft.com/office/drawing/2014/main" id="{1FB5A0D1-DB87-409D-A2E3-B8BCD46C97D7}"/>
                </a:ext>
              </a:extLst>
            </p:cNvPr>
            <p:cNvSpPr/>
            <p:nvPr/>
          </p:nvSpPr>
          <p:spPr>
            <a:xfrm rot="18900000">
              <a:off x="494862" y="267653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554" name="箭號: 左-右雙向 553">
              <a:extLst>
                <a:ext uri="{FF2B5EF4-FFF2-40B4-BE49-F238E27FC236}">
                  <a16:creationId xmlns:a16="http://schemas.microsoft.com/office/drawing/2014/main" id="{65C8451E-DD6C-47E1-988A-E394E288DB18}"/>
                </a:ext>
              </a:extLst>
            </p:cNvPr>
            <p:cNvSpPr/>
            <p:nvPr/>
          </p:nvSpPr>
          <p:spPr>
            <a:xfrm rot="18900000">
              <a:off x="1212991" y="267653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55" name="箭號: 左-右雙向 554">
              <a:extLst>
                <a:ext uri="{FF2B5EF4-FFF2-40B4-BE49-F238E27FC236}">
                  <a16:creationId xmlns:a16="http://schemas.microsoft.com/office/drawing/2014/main" id="{532FA3D6-E017-429A-B2D6-DE463A3539D9}"/>
                </a:ext>
              </a:extLst>
            </p:cNvPr>
            <p:cNvSpPr/>
            <p:nvPr/>
          </p:nvSpPr>
          <p:spPr>
            <a:xfrm>
              <a:off x="601032" y="242219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56" name="箭號: 左-右雙向 555">
              <a:extLst>
                <a:ext uri="{FF2B5EF4-FFF2-40B4-BE49-F238E27FC236}">
                  <a16:creationId xmlns:a16="http://schemas.microsoft.com/office/drawing/2014/main" id="{7EC753D4-7D4B-4472-AADA-FFB0A5409552}"/>
                </a:ext>
              </a:extLst>
            </p:cNvPr>
            <p:cNvSpPr/>
            <p:nvPr/>
          </p:nvSpPr>
          <p:spPr>
            <a:xfrm>
              <a:off x="1098572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57" name="箭號: 左-右雙向 556">
              <a:extLst>
                <a:ext uri="{FF2B5EF4-FFF2-40B4-BE49-F238E27FC236}">
                  <a16:creationId xmlns:a16="http://schemas.microsoft.com/office/drawing/2014/main" id="{34253283-9EFC-4835-B804-C4989A5A1068}"/>
                </a:ext>
              </a:extLst>
            </p:cNvPr>
            <p:cNvSpPr/>
            <p:nvPr/>
          </p:nvSpPr>
          <p:spPr>
            <a:xfrm rot="5400000">
              <a:off x="601034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558" name="箭號: 左-右雙向 557">
              <a:extLst>
                <a:ext uri="{FF2B5EF4-FFF2-40B4-BE49-F238E27FC236}">
                  <a16:creationId xmlns:a16="http://schemas.microsoft.com/office/drawing/2014/main" id="{1B65508C-5000-4EF0-9D18-E58F709502D2}"/>
                </a:ext>
              </a:extLst>
            </p:cNvPr>
            <p:cNvSpPr/>
            <p:nvPr/>
          </p:nvSpPr>
          <p:spPr>
            <a:xfrm rot="5400000">
              <a:off x="1098570" y="242219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59" name="箭號: 左-右雙向 558">
              <a:extLst>
                <a:ext uri="{FF2B5EF4-FFF2-40B4-BE49-F238E27FC236}">
                  <a16:creationId xmlns:a16="http://schemas.microsoft.com/office/drawing/2014/main" id="{1AD20B09-0E6B-47FC-9B43-931144FD12BE}"/>
                </a:ext>
              </a:extLst>
            </p:cNvPr>
            <p:cNvSpPr/>
            <p:nvPr/>
          </p:nvSpPr>
          <p:spPr>
            <a:xfrm rot="2700000">
              <a:off x="844159" y="3043671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60" name="箭號: 左-右雙向 559">
              <a:extLst>
                <a:ext uri="{FF2B5EF4-FFF2-40B4-BE49-F238E27FC236}">
                  <a16:creationId xmlns:a16="http://schemas.microsoft.com/office/drawing/2014/main" id="{E9917A39-3479-4C7D-8CF0-6275B09C5D14}"/>
                </a:ext>
              </a:extLst>
            </p:cNvPr>
            <p:cNvSpPr/>
            <p:nvPr/>
          </p:nvSpPr>
          <p:spPr>
            <a:xfrm rot="2700000">
              <a:off x="844159" y="231192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561" name="群組 560">
            <a:extLst>
              <a:ext uri="{FF2B5EF4-FFF2-40B4-BE49-F238E27FC236}">
                <a16:creationId xmlns:a16="http://schemas.microsoft.com/office/drawing/2014/main" id="{B15F298F-25E4-4B27-B5B9-B30553501EAD}"/>
              </a:ext>
            </a:extLst>
          </p:cNvPr>
          <p:cNvGrpSpPr/>
          <p:nvPr/>
        </p:nvGrpSpPr>
        <p:grpSpPr>
          <a:xfrm>
            <a:off x="3405524" y="4544469"/>
            <a:ext cx="720000" cy="720000"/>
            <a:chOff x="-756975" y="5254023"/>
            <a:chExt cx="2090057" cy="2090057"/>
          </a:xfrm>
        </p:grpSpPr>
        <p:sp>
          <p:nvSpPr>
            <p:cNvPr id="562" name="矩形: 圓角 561">
              <a:extLst>
                <a:ext uri="{FF2B5EF4-FFF2-40B4-BE49-F238E27FC236}">
                  <a16:creationId xmlns:a16="http://schemas.microsoft.com/office/drawing/2014/main" id="{82E6228D-DAFD-4D85-B51F-D75BD79F2776}"/>
                </a:ext>
              </a:extLst>
            </p:cNvPr>
            <p:cNvSpPr/>
            <p:nvPr/>
          </p:nvSpPr>
          <p:spPr>
            <a:xfrm>
              <a:off x="-756975" y="5254023"/>
              <a:ext cx="2090057" cy="20900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63" name="箭號: 左-右雙向 562">
              <a:extLst>
                <a:ext uri="{FF2B5EF4-FFF2-40B4-BE49-F238E27FC236}">
                  <a16:creationId xmlns:a16="http://schemas.microsoft.com/office/drawing/2014/main" id="{05EB36B0-D2E4-460E-9501-2F1521FE66BE}"/>
                </a:ext>
              </a:extLst>
            </p:cNvPr>
            <p:cNvSpPr/>
            <p:nvPr/>
          </p:nvSpPr>
          <p:spPr>
            <a:xfrm rot="10800000">
              <a:off x="-564882" y="619017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64" name="箭號: 左-右雙向 563">
              <a:extLst>
                <a:ext uri="{FF2B5EF4-FFF2-40B4-BE49-F238E27FC236}">
                  <a16:creationId xmlns:a16="http://schemas.microsoft.com/office/drawing/2014/main" id="{321B5155-F0B5-4489-B9E7-C4BCBADA352C}"/>
                </a:ext>
              </a:extLst>
            </p:cNvPr>
            <p:cNvSpPr/>
            <p:nvPr/>
          </p:nvSpPr>
          <p:spPr>
            <a:xfrm rot="10800000">
              <a:off x="740063" y="619017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65" name="箭號: 左-右雙向 564">
              <a:extLst>
                <a:ext uri="{FF2B5EF4-FFF2-40B4-BE49-F238E27FC236}">
                  <a16:creationId xmlns:a16="http://schemas.microsoft.com/office/drawing/2014/main" id="{7CE250D8-3E5C-402D-AD2D-244CE5E4523A}"/>
                </a:ext>
              </a:extLst>
            </p:cNvPr>
            <p:cNvSpPr/>
            <p:nvPr/>
          </p:nvSpPr>
          <p:spPr>
            <a:xfrm rot="2700000">
              <a:off x="-371956" y="5728012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66" name="箭號: 左-右雙向 565">
              <a:extLst>
                <a:ext uri="{FF2B5EF4-FFF2-40B4-BE49-F238E27FC236}">
                  <a16:creationId xmlns:a16="http://schemas.microsoft.com/office/drawing/2014/main" id="{2FC73402-F7A7-4B09-A8E7-CD2E91D61B5C}"/>
                </a:ext>
              </a:extLst>
            </p:cNvPr>
            <p:cNvSpPr/>
            <p:nvPr/>
          </p:nvSpPr>
          <p:spPr>
            <a:xfrm rot="2700000">
              <a:off x="532147" y="6669520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67" name="箭號: 左-右雙向 566">
              <a:extLst>
                <a:ext uri="{FF2B5EF4-FFF2-40B4-BE49-F238E27FC236}">
                  <a16:creationId xmlns:a16="http://schemas.microsoft.com/office/drawing/2014/main" id="{DF4528C3-02C1-45A9-BA4B-93F5A0FC0DE9}"/>
                </a:ext>
              </a:extLst>
            </p:cNvPr>
            <p:cNvSpPr/>
            <p:nvPr/>
          </p:nvSpPr>
          <p:spPr>
            <a:xfrm rot="18900000">
              <a:off x="-371955" y="666952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68" name="箭號: 左-右雙向 567">
              <a:extLst>
                <a:ext uri="{FF2B5EF4-FFF2-40B4-BE49-F238E27FC236}">
                  <a16:creationId xmlns:a16="http://schemas.microsoft.com/office/drawing/2014/main" id="{8F8C536B-DB0B-477C-8279-EC58CEADA6D5}"/>
                </a:ext>
              </a:extLst>
            </p:cNvPr>
            <p:cNvSpPr/>
            <p:nvPr/>
          </p:nvSpPr>
          <p:spPr>
            <a:xfrm rot="18900000">
              <a:off x="532146" y="572801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69" name="箭號: 左-右雙向 568">
              <a:extLst>
                <a:ext uri="{FF2B5EF4-FFF2-40B4-BE49-F238E27FC236}">
                  <a16:creationId xmlns:a16="http://schemas.microsoft.com/office/drawing/2014/main" id="{16D4F16D-DD21-4D41-A74F-A1B50B607B2A}"/>
                </a:ext>
              </a:extLst>
            </p:cNvPr>
            <p:cNvSpPr/>
            <p:nvPr/>
          </p:nvSpPr>
          <p:spPr>
            <a:xfrm rot="5400000">
              <a:off x="69843" y="6857317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70" name="箭號: 左-右雙向 569">
              <a:extLst>
                <a:ext uri="{FF2B5EF4-FFF2-40B4-BE49-F238E27FC236}">
                  <a16:creationId xmlns:a16="http://schemas.microsoft.com/office/drawing/2014/main" id="{8D9F912F-6631-44DA-852B-D001789EAD62}"/>
                </a:ext>
              </a:extLst>
            </p:cNvPr>
            <p:cNvSpPr/>
            <p:nvPr/>
          </p:nvSpPr>
          <p:spPr>
            <a:xfrm rot="5400000">
              <a:off x="69843" y="552763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grpSp>
        <p:nvGrpSpPr>
          <p:cNvPr id="571" name="群組 570">
            <a:extLst>
              <a:ext uri="{FF2B5EF4-FFF2-40B4-BE49-F238E27FC236}">
                <a16:creationId xmlns:a16="http://schemas.microsoft.com/office/drawing/2014/main" id="{7DBA1F4C-238D-46F8-9DDD-180A8186D134}"/>
              </a:ext>
            </a:extLst>
          </p:cNvPr>
          <p:cNvGrpSpPr/>
          <p:nvPr/>
        </p:nvGrpSpPr>
        <p:grpSpPr>
          <a:xfrm>
            <a:off x="3405524" y="2672429"/>
            <a:ext cx="720000" cy="720000"/>
            <a:chOff x="389151" y="2161357"/>
            <a:chExt cx="1150186" cy="1150186"/>
          </a:xfrm>
        </p:grpSpPr>
        <p:sp>
          <p:nvSpPr>
            <p:cNvPr id="572" name="矩形: 圓角 571">
              <a:extLst>
                <a:ext uri="{FF2B5EF4-FFF2-40B4-BE49-F238E27FC236}">
                  <a16:creationId xmlns:a16="http://schemas.microsoft.com/office/drawing/2014/main" id="{B0232BBF-65CB-4EFA-9634-6F4BC78F2E20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573" name="箭號: 左-右雙向 572">
              <a:extLst>
                <a:ext uri="{FF2B5EF4-FFF2-40B4-BE49-F238E27FC236}">
                  <a16:creationId xmlns:a16="http://schemas.microsoft.com/office/drawing/2014/main" id="{2E1D00A9-31D4-41A5-80BA-C40549396F6F}"/>
                </a:ext>
              </a:extLst>
            </p:cNvPr>
            <p:cNvSpPr/>
            <p:nvPr/>
          </p:nvSpPr>
          <p:spPr>
            <a:xfrm rot="2700000">
              <a:off x="494862" y="267653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574" name="箭號: 左-右雙向 573">
              <a:extLst>
                <a:ext uri="{FF2B5EF4-FFF2-40B4-BE49-F238E27FC236}">
                  <a16:creationId xmlns:a16="http://schemas.microsoft.com/office/drawing/2014/main" id="{A94FE219-70BE-4122-8A18-2069988CA80C}"/>
                </a:ext>
              </a:extLst>
            </p:cNvPr>
            <p:cNvSpPr/>
            <p:nvPr/>
          </p:nvSpPr>
          <p:spPr>
            <a:xfrm rot="2700000">
              <a:off x="1212991" y="267653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75" name="箭號: 左-右雙向 574">
              <a:extLst>
                <a:ext uri="{FF2B5EF4-FFF2-40B4-BE49-F238E27FC236}">
                  <a16:creationId xmlns:a16="http://schemas.microsoft.com/office/drawing/2014/main" id="{E1F2AC32-380E-479D-A911-478C6608070F}"/>
                </a:ext>
              </a:extLst>
            </p:cNvPr>
            <p:cNvSpPr/>
            <p:nvPr/>
          </p:nvSpPr>
          <p:spPr>
            <a:xfrm rot="5400000">
              <a:off x="601032" y="242219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76" name="箭號: 左-右雙向 575">
              <a:extLst>
                <a:ext uri="{FF2B5EF4-FFF2-40B4-BE49-F238E27FC236}">
                  <a16:creationId xmlns:a16="http://schemas.microsoft.com/office/drawing/2014/main" id="{3C668255-293E-4527-8769-AC10BAEE1DF8}"/>
                </a:ext>
              </a:extLst>
            </p:cNvPr>
            <p:cNvSpPr/>
            <p:nvPr/>
          </p:nvSpPr>
          <p:spPr>
            <a:xfrm rot="5400000">
              <a:off x="1098572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77" name="箭號: 左-右雙向 576">
              <a:extLst>
                <a:ext uri="{FF2B5EF4-FFF2-40B4-BE49-F238E27FC236}">
                  <a16:creationId xmlns:a16="http://schemas.microsoft.com/office/drawing/2014/main" id="{EF314C3A-0B9E-4465-84E0-D76B57E69ADC}"/>
                </a:ext>
              </a:extLst>
            </p:cNvPr>
            <p:cNvSpPr/>
            <p:nvPr/>
          </p:nvSpPr>
          <p:spPr>
            <a:xfrm>
              <a:off x="601034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578" name="箭號: 左-右雙向 577">
              <a:extLst>
                <a:ext uri="{FF2B5EF4-FFF2-40B4-BE49-F238E27FC236}">
                  <a16:creationId xmlns:a16="http://schemas.microsoft.com/office/drawing/2014/main" id="{4F8966FA-E1F2-4233-960B-B84D99F16AFC}"/>
                </a:ext>
              </a:extLst>
            </p:cNvPr>
            <p:cNvSpPr/>
            <p:nvPr/>
          </p:nvSpPr>
          <p:spPr>
            <a:xfrm>
              <a:off x="1098570" y="242219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79" name="箭號: 左-右雙向 578">
              <a:extLst>
                <a:ext uri="{FF2B5EF4-FFF2-40B4-BE49-F238E27FC236}">
                  <a16:creationId xmlns:a16="http://schemas.microsoft.com/office/drawing/2014/main" id="{F0C322CE-FB8C-4F79-972B-5BD14B73A662}"/>
                </a:ext>
              </a:extLst>
            </p:cNvPr>
            <p:cNvSpPr/>
            <p:nvPr/>
          </p:nvSpPr>
          <p:spPr>
            <a:xfrm rot="18900000">
              <a:off x="844159" y="3043671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80" name="箭號: 左-右雙向 579">
              <a:extLst>
                <a:ext uri="{FF2B5EF4-FFF2-40B4-BE49-F238E27FC236}">
                  <a16:creationId xmlns:a16="http://schemas.microsoft.com/office/drawing/2014/main" id="{F6172773-04E8-4AC7-A77B-A799B6E951A5}"/>
                </a:ext>
              </a:extLst>
            </p:cNvPr>
            <p:cNvSpPr/>
            <p:nvPr/>
          </p:nvSpPr>
          <p:spPr>
            <a:xfrm rot="18900000">
              <a:off x="844159" y="231192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581" name="群組 580">
            <a:extLst>
              <a:ext uri="{FF2B5EF4-FFF2-40B4-BE49-F238E27FC236}">
                <a16:creationId xmlns:a16="http://schemas.microsoft.com/office/drawing/2014/main" id="{B6B08C38-FD60-46BD-8421-9EFF6339A26F}"/>
              </a:ext>
            </a:extLst>
          </p:cNvPr>
          <p:cNvGrpSpPr/>
          <p:nvPr/>
        </p:nvGrpSpPr>
        <p:grpSpPr>
          <a:xfrm>
            <a:off x="5616480" y="2672429"/>
            <a:ext cx="720000" cy="720000"/>
            <a:chOff x="6578505" y="2619036"/>
            <a:chExt cx="763200" cy="763200"/>
          </a:xfrm>
        </p:grpSpPr>
        <p:sp>
          <p:nvSpPr>
            <p:cNvPr id="582" name="矩形: 圓角 581">
              <a:extLst>
                <a:ext uri="{FF2B5EF4-FFF2-40B4-BE49-F238E27FC236}">
                  <a16:creationId xmlns:a16="http://schemas.microsoft.com/office/drawing/2014/main" id="{D370F26E-5D5E-47AF-9856-629EE52E9D61}"/>
                </a:ext>
              </a:extLst>
            </p:cNvPr>
            <p:cNvSpPr/>
            <p:nvPr/>
          </p:nvSpPr>
          <p:spPr>
            <a:xfrm>
              <a:off x="6578505" y="2619036"/>
              <a:ext cx="763200" cy="7632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83" name="箭號: 左-右雙向 582">
              <a:extLst>
                <a:ext uri="{FF2B5EF4-FFF2-40B4-BE49-F238E27FC236}">
                  <a16:creationId xmlns:a16="http://schemas.microsoft.com/office/drawing/2014/main" id="{AB15B4CD-FAE2-42F6-95AF-80C05F11CD20}"/>
                </a:ext>
              </a:extLst>
            </p:cNvPr>
            <p:cNvSpPr/>
            <p:nvPr/>
          </p:nvSpPr>
          <p:spPr>
            <a:xfrm rot="5400000">
              <a:off x="6649457" y="2968181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84" name="箭號: 左-右雙向 583">
              <a:extLst>
                <a:ext uri="{FF2B5EF4-FFF2-40B4-BE49-F238E27FC236}">
                  <a16:creationId xmlns:a16="http://schemas.microsoft.com/office/drawing/2014/main" id="{BFB1F4AF-8039-42E8-9F24-6B1271A7C88A}"/>
                </a:ext>
              </a:extLst>
            </p:cNvPr>
            <p:cNvSpPr/>
            <p:nvPr/>
          </p:nvSpPr>
          <p:spPr>
            <a:xfrm rot="5400000">
              <a:off x="7125967" y="2968181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85" name="箭號: 左-右雙向 584">
              <a:extLst>
                <a:ext uri="{FF2B5EF4-FFF2-40B4-BE49-F238E27FC236}">
                  <a16:creationId xmlns:a16="http://schemas.microsoft.com/office/drawing/2014/main" id="{34799793-44A7-42CD-8C46-3A2D7CD65D93}"/>
                </a:ext>
              </a:extLst>
            </p:cNvPr>
            <p:cNvSpPr/>
            <p:nvPr/>
          </p:nvSpPr>
          <p:spPr>
            <a:xfrm rot="18900000">
              <a:off x="6719905" y="2799419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86" name="箭號: 左-右雙向 585">
              <a:extLst>
                <a:ext uri="{FF2B5EF4-FFF2-40B4-BE49-F238E27FC236}">
                  <a16:creationId xmlns:a16="http://schemas.microsoft.com/office/drawing/2014/main" id="{53A20709-521A-4474-A5E8-69B6D9C47B31}"/>
                </a:ext>
              </a:extLst>
            </p:cNvPr>
            <p:cNvSpPr/>
            <p:nvPr/>
          </p:nvSpPr>
          <p:spPr>
            <a:xfrm rot="18900000">
              <a:off x="7050045" y="3143217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87" name="箭號: 左-右雙向 586">
              <a:extLst>
                <a:ext uri="{FF2B5EF4-FFF2-40B4-BE49-F238E27FC236}">
                  <a16:creationId xmlns:a16="http://schemas.microsoft.com/office/drawing/2014/main" id="{EAB00B72-8E04-4923-893B-DA25E1136FD3}"/>
                </a:ext>
              </a:extLst>
            </p:cNvPr>
            <p:cNvSpPr/>
            <p:nvPr/>
          </p:nvSpPr>
          <p:spPr>
            <a:xfrm rot="2700000">
              <a:off x="6719905" y="3143218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88" name="箭號: 左-右雙向 587">
              <a:extLst>
                <a:ext uri="{FF2B5EF4-FFF2-40B4-BE49-F238E27FC236}">
                  <a16:creationId xmlns:a16="http://schemas.microsoft.com/office/drawing/2014/main" id="{2500308D-2C8F-4EF5-A871-88E3FC7C6504}"/>
                </a:ext>
              </a:extLst>
            </p:cNvPr>
            <p:cNvSpPr/>
            <p:nvPr/>
          </p:nvSpPr>
          <p:spPr>
            <a:xfrm rot="2700000">
              <a:off x="7050045" y="2799418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89" name="箭號: 左-右雙向 588">
              <a:extLst>
                <a:ext uri="{FF2B5EF4-FFF2-40B4-BE49-F238E27FC236}">
                  <a16:creationId xmlns:a16="http://schemas.microsoft.com/office/drawing/2014/main" id="{4F11B0D4-4E81-48CD-8387-7FF98C191641}"/>
                </a:ext>
              </a:extLst>
            </p:cNvPr>
            <p:cNvSpPr/>
            <p:nvPr/>
          </p:nvSpPr>
          <p:spPr>
            <a:xfrm>
              <a:off x="6881231" y="3211793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90" name="箭號: 左-右雙向 589">
              <a:extLst>
                <a:ext uri="{FF2B5EF4-FFF2-40B4-BE49-F238E27FC236}">
                  <a16:creationId xmlns:a16="http://schemas.microsoft.com/office/drawing/2014/main" id="{E68516C1-185C-40A3-97F5-8BFF47B7A09A}"/>
                </a:ext>
              </a:extLst>
            </p:cNvPr>
            <p:cNvSpPr/>
            <p:nvPr/>
          </p:nvSpPr>
          <p:spPr>
            <a:xfrm>
              <a:off x="6881231" y="2726249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pic>
        <p:nvPicPr>
          <p:cNvPr id="643" name="圖片 642">
            <a:extLst>
              <a:ext uri="{FF2B5EF4-FFF2-40B4-BE49-F238E27FC236}">
                <a16:creationId xmlns:a16="http://schemas.microsoft.com/office/drawing/2014/main" id="{A23747C5-0412-496B-9780-365DCF1BB775}"/>
              </a:ext>
            </a:extLst>
          </p:cNvPr>
          <p:cNvPicPr>
            <a:picLocks noChangeAspect="1"/>
          </p:cNvPicPr>
          <p:nvPr/>
        </p:nvPicPr>
        <p:blipFill rotWithShape="1">
          <a:blip r:embed="rId2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66698"/>
          <a:stretch/>
        </p:blipFill>
        <p:spPr>
          <a:xfrm>
            <a:off x="3907856" y="116684"/>
            <a:ext cx="2089442" cy="503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998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矩形: 圓角 259">
            <a:extLst>
              <a:ext uri="{FF2B5EF4-FFF2-40B4-BE49-F238E27FC236}">
                <a16:creationId xmlns:a16="http://schemas.microsoft.com/office/drawing/2014/main" id="{0E98C710-0167-4CF6-97D2-0852B1B511ED}"/>
              </a:ext>
            </a:extLst>
          </p:cNvPr>
          <p:cNvSpPr/>
          <p:nvPr/>
        </p:nvSpPr>
        <p:spPr>
          <a:xfrm>
            <a:off x="3268725" y="6252"/>
            <a:ext cx="3294000" cy="6120707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119" name="圖片 118">
            <a:extLst>
              <a:ext uri="{FF2B5EF4-FFF2-40B4-BE49-F238E27FC236}">
                <a16:creationId xmlns:a16="http://schemas.microsoft.com/office/drawing/2014/main" id="{DA60BB6B-73B2-4389-A599-A030DA727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587" y="3810984"/>
            <a:ext cx="720000" cy="720000"/>
          </a:xfrm>
          <a:prstGeom prst="rect">
            <a:avLst/>
          </a:prstGeom>
        </p:spPr>
      </p:pic>
      <p:pic>
        <p:nvPicPr>
          <p:cNvPr id="120" name="圖片 119">
            <a:extLst>
              <a:ext uri="{FF2B5EF4-FFF2-40B4-BE49-F238E27FC236}">
                <a16:creationId xmlns:a16="http://schemas.microsoft.com/office/drawing/2014/main" id="{D3B2BA8B-D95F-4878-B514-60E3E03FB3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5578" y="1908065"/>
            <a:ext cx="720000" cy="718411"/>
          </a:xfrm>
          <a:prstGeom prst="rect">
            <a:avLst/>
          </a:prstGeom>
        </p:spPr>
      </p:pic>
      <p:pic>
        <p:nvPicPr>
          <p:cNvPr id="121" name="圖片 120">
            <a:extLst>
              <a:ext uri="{FF2B5EF4-FFF2-40B4-BE49-F238E27FC236}">
                <a16:creationId xmlns:a16="http://schemas.microsoft.com/office/drawing/2014/main" id="{C942AA71-2872-499C-A99B-68BD437D4C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7452" y="3794985"/>
            <a:ext cx="720000" cy="720000"/>
          </a:xfrm>
          <a:prstGeom prst="rect">
            <a:avLst/>
          </a:prstGeom>
        </p:spPr>
      </p:pic>
      <p:pic>
        <p:nvPicPr>
          <p:cNvPr id="122" name="圖片 121">
            <a:extLst>
              <a:ext uri="{FF2B5EF4-FFF2-40B4-BE49-F238E27FC236}">
                <a16:creationId xmlns:a16="http://schemas.microsoft.com/office/drawing/2014/main" id="{3936CF54-2E7B-406A-98AE-3DEBAA56E6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7299" y="1917253"/>
            <a:ext cx="720000" cy="720000"/>
          </a:xfrm>
          <a:prstGeom prst="rect">
            <a:avLst/>
          </a:prstGeom>
        </p:spPr>
      </p:pic>
      <p:pic>
        <p:nvPicPr>
          <p:cNvPr id="123" name="圖片 122">
            <a:extLst>
              <a:ext uri="{FF2B5EF4-FFF2-40B4-BE49-F238E27FC236}">
                <a16:creationId xmlns:a16="http://schemas.microsoft.com/office/drawing/2014/main" id="{F5265048-D92D-412C-97DF-D8E9DC9F06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2209" y="1096437"/>
            <a:ext cx="720000" cy="721589"/>
          </a:xfrm>
          <a:prstGeom prst="rect">
            <a:avLst/>
          </a:prstGeom>
        </p:spPr>
      </p:pic>
      <p:pic>
        <p:nvPicPr>
          <p:cNvPr id="124" name="圖片 123">
            <a:extLst>
              <a:ext uri="{FF2B5EF4-FFF2-40B4-BE49-F238E27FC236}">
                <a16:creationId xmlns:a16="http://schemas.microsoft.com/office/drawing/2014/main" id="{A65C0533-7FF4-44AE-A69E-55149D27E6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1020" y="4501153"/>
            <a:ext cx="720000" cy="720000"/>
          </a:xfrm>
          <a:prstGeom prst="rect">
            <a:avLst/>
          </a:prstGeom>
        </p:spPr>
      </p:pic>
      <p:grpSp>
        <p:nvGrpSpPr>
          <p:cNvPr id="454" name="群組 453">
            <a:extLst>
              <a:ext uri="{FF2B5EF4-FFF2-40B4-BE49-F238E27FC236}">
                <a16:creationId xmlns:a16="http://schemas.microsoft.com/office/drawing/2014/main" id="{9E70915C-955D-4A0C-B36C-760C9A46A6DE}"/>
              </a:ext>
            </a:extLst>
          </p:cNvPr>
          <p:cNvGrpSpPr/>
          <p:nvPr/>
        </p:nvGrpSpPr>
        <p:grpSpPr>
          <a:xfrm>
            <a:off x="4664538" y="1122118"/>
            <a:ext cx="406967" cy="392571"/>
            <a:chOff x="7976850" y="-563015"/>
            <a:chExt cx="406967" cy="392571"/>
          </a:xfrm>
        </p:grpSpPr>
        <p:grpSp>
          <p:nvGrpSpPr>
            <p:cNvPr id="455" name="群組 454">
              <a:extLst>
                <a:ext uri="{FF2B5EF4-FFF2-40B4-BE49-F238E27FC236}">
                  <a16:creationId xmlns:a16="http://schemas.microsoft.com/office/drawing/2014/main" id="{B797C8B8-DF35-4DB1-B450-0E7C9584D6A5}"/>
                </a:ext>
              </a:extLst>
            </p:cNvPr>
            <p:cNvGrpSpPr/>
            <p:nvPr/>
          </p:nvGrpSpPr>
          <p:grpSpPr>
            <a:xfrm>
              <a:off x="8100260" y="-309536"/>
              <a:ext cx="76622" cy="73502"/>
              <a:chOff x="1373392" y="2391862"/>
              <a:chExt cx="479433" cy="476535"/>
            </a:xfrm>
          </p:grpSpPr>
          <p:sp>
            <p:nvSpPr>
              <p:cNvPr id="458" name="箭號: 向右 457">
                <a:extLst>
                  <a:ext uri="{FF2B5EF4-FFF2-40B4-BE49-F238E27FC236}">
                    <a16:creationId xmlns:a16="http://schemas.microsoft.com/office/drawing/2014/main" id="{4E172C78-A27A-4754-8420-BD60695AECEF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459" name="箭號: 向右 458">
                <a:extLst>
                  <a:ext uri="{FF2B5EF4-FFF2-40B4-BE49-F238E27FC236}">
                    <a16:creationId xmlns:a16="http://schemas.microsoft.com/office/drawing/2014/main" id="{A86B7B00-0450-416B-89E9-27C94340C5D9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6" name="文字方塊 455">
                  <a:extLst>
                    <a:ext uri="{FF2B5EF4-FFF2-40B4-BE49-F238E27FC236}">
                      <a16:creationId xmlns:a16="http://schemas.microsoft.com/office/drawing/2014/main" id="{319A5377-32D5-464B-B1AA-2D677062A54A}"/>
                    </a:ext>
                  </a:extLst>
                </p:cNvPr>
                <p:cNvSpPr txBox="1"/>
                <p:nvPr/>
              </p:nvSpPr>
              <p:spPr>
                <a:xfrm>
                  <a:off x="7976850" y="-563015"/>
                  <a:ext cx="290616" cy="2832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456" name="文字方塊 455">
                  <a:extLst>
                    <a:ext uri="{FF2B5EF4-FFF2-40B4-BE49-F238E27FC236}">
                      <a16:creationId xmlns:a16="http://schemas.microsoft.com/office/drawing/2014/main" id="{319A5377-32D5-464B-B1AA-2D677062A5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76850" y="-563015"/>
                  <a:ext cx="290616" cy="28321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7" name="文字方塊 456">
                  <a:extLst>
                    <a:ext uri="{FF2B5EF4-FFF2-40B4-BE49-F238E27FC236}">
                      <a16:creationId xmlns:a16="http://schemas.microsoft.com/office/drawing/2014/main" id="{6EB068FD-BDD9-4797-95C9-1A688D153E27}"/>
                    </a:ext>
                  </a:extLst>
                </p:cNvPr>
                <p:cNvSpPr txBox="1"/>
                <p:nvPr/>
              </p:nvSpPr>
              <p:spPr>
                <a:xfrm>
                  <a:off x="8126327" y="-439748"/>
                  <a:ext cx="257490" cy="2693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457" name="文字方塊 456">
                  <a:extLst>
                    <a:ext uri="{FF2B5EF4-FFF2-40B4-BE49-F238E27FC236}">
                      <a16:creationId xmlns:a16="http://schemas.microsoft.com/office/drawing/2014/main" id="{6EB068FD-BDD9-4797-95C9-1A688D153E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6327" y="-439748"/>
                  <a:ext cx="257490" cy="269304"/>
                </a:xfrm>
                <a:prstGeom prst="rect">
                  <a:avLst/>
                </a:prstGeom>
                <a:blipFill>
                  <a:blip r:embed="rId9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0" name="文字方塊 459">
                <a:extLst>
                  <a:ext uri="{FF2B5EF4-FFF2-40B4-BE49-F238E27FC236}">
                    <a16:creationId xmlns:a16="http://schemas.microsoft.com/office/drawing/2014/main" id="{F33CD02F-32C5-4FDE-8D81-7F0AD7557FA3}"/>
                  </a:ext>
                </a:extLst>
              </p:cNvPr>
              <p:cNvSpPr txBox="1"/>
              <p:nvPr/>
            </p:nvSpPr>
            <p:spPr>
              <a:xfrm>
                <a:off x="3923286" y="891766"/>
                <a:ext cx="167359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460" name="文字方塊 459">
                <a:extLst>
                  <a:ext uri="{FF2B5EF4-FFF2-40B4-BE49-F238E27FC236}">
                    <a16:creationId xmlns:a16="http://schemas.microsoft.com/office/drawing/2014/main" id="{F33CD02F-32C5-4FDE-8D81-7F0AD7557F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286" y="891766"/>
                <a:ext cx="1673596" cy="276999"/>
              </a:xfrm>
              <a:prstGeom prst="rect">
                <a:avLst/>
              </a:prstGeom>
              <a:blipFill>
                <a:blip r:embed="rId10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1" name="文字方塊 460">
                <a:extLst>
                  <a:ext uri="{FF2B5EF4-FFF2-40B4-BE49-F238E27FC236}">
                    <a16:creationId xmlns:a16="http://schemas.microsoft.com/office/drawing/2014/main" id="{5C457A85-F5E6-4E5B-8123-8D27999A159B}"/>
                  </a:ext>
                </a:extLst>
              </p:cNvPr>
              <p:cNvSpPr txBox="1"/>
              <p:nvPr/>
            </p:nvSpPr>
            <p:spPr>
              <a:xfrm>
                <a:off x="3141729" y="3587681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461" name="文字方塊 460">
                <a:extLst>
                  <a:ext uri="{FF2B5EF4-FFF2-40B4-BE49-F238E27FC236}">
                    <a16:creationId xmlns:a16="http://schemas.microsoft.com/office/drawing/2014/main" id="{5C457A85-F5E6-4E5B-8123-8D27999A1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1729" y="3587681"/>
                <a:ext cx="1150186" cy="276999"/>
              </a:xfrm>
              <a:prstGeom prst="rect">
                <a:avLst/>
              </a:prstGeom>
              <a:blipFill>
                <a:blip r:embed="rId11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2" name="文字方塊 461">
                <a:extLst>
                  <a:ext uri="{FF2B5EF4-FFF2-40B4-BE49-F238E27FC236}">
                    <a16:creationId xmlns:a16="http://schemas.microsoft.com/office/drawing/2014/main" id="{631CC03F-A753-44B4-8E03-F63F8FEB0564}"/>
                  </a:ext>
                </a:extLst>
              </p:cNvPr>
              <p:cNvSpPr txBox="1"/>
              <p:nvPr/>
            </p:nvSpPr>
            <p:spPr>
              <a:xfrm>
                <a:off x="5316508" y="1663858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462" name="文字方塊 461">
                <a:extLst>
                  <a:ext uri="{FF2B5EF4-FFF2-40B4-BE49-F238E27FC236}">
                    <a16:creationId xmlns:a16="http://schemas.microsoft.com/office/drawing/2014/main" id="{631CC03F-A753-44B4-8E03-F63F8FEB05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6508" y="1663858"/>
                <a:ext cx="1150186" cy="276999"/>
              </a:xfrm>
              <a:prstGeom prst="rect">
                <a:avLst/>
              </a:prstGeom>
              <a:blipFill>
                <a:blip r:embed="rId12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3" name="文字方塊 462">
                <a:extLst>
                  <a:ext uri="{FF2B5EF4-FFF2-40B4-BE49-F238E27FC236}">
                    <a16:creationId xmlns:a16="http://schemas.microsoft.com/office/drawing/2014/main" id="{46C1307E-2980-4DAB-A6B7-CEE913808A18}"/>
                  </a:ext>
                </a:extLst>
              </p:cNvPr>
              <p:cNvSpPr txBox="1"/>
              <p:nvPr/>
            </p:nvSpPr>
            <p:spPr>
              <a:xfrm>
                <a:off x="4278183" y="4271299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463" name="文字方塊 462">
                <a:extLst>
                  <a:ext uri="{FF2B5EF4-FFF2-40B4-BE49-F238E27FC236}">
                    <a16:creationId xmlns:a16="http://schemas.microsoft.com/office/drawing/2014/main" id="{46C1307E-2980-4DAB-A6B7-CEE913808A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8183" y="4271299"/>
                <a:ext cx="1150186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64" name="圖片 463">
            <a:extLst>
              <a:ext uri="{FF2B5EF4-FFF2-40B4-BE49-F238E27FC236}">
                <a16:creationId xmlns:a16="http://schemas.microsoft.com/office/drawing/2014/main" id="{4FDAEC51-17B6-4C58-B6B8-37F90B1A0F57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81" t="8908" r="4868" b="70278"/>
          <a:stretch/>
        </p:blipFill>
        <p:spPr>
          <a:xfrm>
            <a:off x="5171029" y="1088258"/>
            <a:ext cx="236737" cy="7549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65" name="文字方塊 464">
                <a:extLst>
                  <a:ext uri="{FF2B5EF4-FFF2-40B4-BE49-F238E27FC236}">
                    <a16:creationId xmlns:a16="http://schemas.microsoft.com/office/drawing/2014/main" id="{0A313CC4-F978-4904-8573-CDCAFAC4B2DC}"/>
                  </a:ext>
                </a:extLst>
              </p:cNvPr>
              <p:cNvSpPr txBox="1"/>
              <p:nvPr/>
            </p:nvSpPr>
            <p:spPr>
              <a:xfrm rot="5400000">
                <a:off x="5063284" y="1460433"/>
                <a:ext cx="3995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465" name="文字方塊 464">
                <a:extLst>
                  <a:ext uri="{FF2B5EF4-FFF2-40B4-BE49-F238E27FC236}">
                    <a16:creationId xmlns:a16="http://schemas.microsoft.com/office/drawing/2014/main" id="{0A313CC4-F978-4904-8573-CDCAFAC4B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5063284" y="1460433"/>
                <a:ext cx="399520" cy="307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6" name="直線接點 465">
            <a:extLst>
              <a:ext uri="{FF2B5EF4-FFF2-40B4-BE49-F238E27FC236}">
                <a16:creationId xmlns:a16="http://schemas.microsoft.com/office/drawing/2014/main" id="{4BF40CAD-6046-44C2-B4F5-5A27918B2066}"/>
              </a:ext>
            </a:extLst>
          </p:cNvPr>
          <p:cNvCxnSpPr>
            <a:cxnSpLocks/>
          </p:cNvCxnSpPr>
          <p:nvPr/>
        </p:nvCxnSpPr>
        <p:spPr>
          <a:xfrm>
            <a:off x="4052158" y="3400313"/>
            <a:ext cx="650875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7" name="直線接點 466">
            <a:extLst>
              <a:ext uri="{FF2B5EF4-FFF2-40B4-BE49-F238E27FC236}">
                <a16:creationId xmlns:a16="http://schemas.microsoft.com/office/drawing/2014/main" id="{CE2CA8F3-023E-4C8B-AA94-F5FE6DB6BB2C}"/>
              </a:ext>
            </a:extLst>
          </p:cNvPr>
          <p:cNvCxnSpPr>
            <a:cxnSpLocks/>
          </p:cNvCxnSpPr>
          <p:nvPr/>
        </p:nvCxnSpPr>
        <p:spPr>
          <a:xfrm>
            <a:off x="5149439" y="3728926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8" name="直線接點 467">
            <a:extLst>
              <a:ext uri="{FF2B5EF4-FFF2-40B4-BE49-F238E27FC236}">
                <a16:creationId xmlns:a16="http://schemas.microsoft.com/office/drawing/2014/main" id="{105D9268-2EF8-40DC-9268-F32DFD3254B7}"/>
              </a:ext>
            </a:extLst>
          </p:cNvPr>
          <p:cNvCxnSpPr>
            <a:cxnSpLocks/>
          </p:cNvCxnSpPr>
          <p:nvPr/>
        </p:nvCxnSpPr>
        <p:spPr>
          <a:xfrm flipV="1">
            <a:off x="4157846" y="3613969"/>
            <a:ext cx="332143" cy="3213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0" name="文字方塊 469">
                <a:extLst>
                  <a:ext uri="{FF2B5EF4-FFF2-40B4-BE49-F238E27FC236}">
                    <a16:creationId xmlns:a16="http://schemas.microsoft.com/office/drawing/2014/main" id="{86300664-78EC-4AA0-8ECE-98D31B6DCCB8}"/>
                  </a:ext>
                </a:extLst>
              </p:cNvPr>
              <p:cNvSpPr txBox="1"/>
              <p:nvPr/>
            </p:nvSpPr>
            <p:spPr>
              <a:xfrm>
                <a:off x="3216691" y="1652556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470" name="文字方塊 469">
                <a:extLst>
                  <a:ext uri="{FF2B5EF4-FFF2-40B4-BE49-F238E27FC236}">
                    <a16:creationId xmlns:a16="http://schemas.microsoft.com/office/drawing/2014/main" id="{86300664-78EC-4AA0-8ECE-98D31B6DCC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6691" y="1652556"/>
                <a:ext cx="1150186" cy="276999"/>
              </a:xfrm>
              <a:prstGeom prst="rect">
                <a:avLst/>
              </a:prstGeom>
              <a:blipFill>
                <a:blip r:embed="rId16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1" name="文字方塊 470">
                <a:extLst>
                  <a:ext uri="{FF2B5EF4-FFF2-40B4-BE49-F238E27FC236}">
                    <a16:creationId xmlns:a16="http://schemas.microsoft.com/office/drawing/2014/main" id="{53E50642-CCEF-4655-AB7C-2F656D5F2640}"/>
                  </a:ext>
                </a:extLst>
              </p:cNvPr>
              <p:cNvSpPr txBox="1"/>
              <p:nvPr/>
            </p:nvSpPr>
            <p:spPr>
              <a:xfrm>
                <a:off x="5478463" y="3587682"/>
                <a:ext cx="988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471" name="文字方塊 470">
                <a:extLst>
                  <a:ext uri="{FF2B5EF4-FFF2-40B4-BE49-F238E27FC236}">
                    <a16:creationId xmlns:a16="http://schemas.microsoft.com/office/drawing/2014/main" id="{53E50642-CCEF-4655-AB7C-2F656D5F2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8463" y="3587682"/>
                <a:ext cx="988200" cy="276999"/>
              </a:xfrm>
              <a:prstGeom prst="rect">
                <a:avLst/>
              </a:prstGeom>
              <a:blipFill>
                <a:blip r:embed="rId17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74" name="圖片 473">
            <a:extLst>
              <a:ext uri="{FF2B5EF4-FFF2-40B4-BE49-F238E27FC236}">
                <a16:creationId xmlns:a16="http://schemas.microsoft.com/office/drawing/2014/main" id="{A7227FDE-2FB4-4696-AB9E-E58300828DF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481573" y="3110815"/>
            <a:ext cx="868304" cy="901700"/>
          </a:xfrm>
          <a:prstGeom prst="rect">
            <a:avLst/>
          </a:prstGeom>
        </p:spPr>
      </p:pic>
      <p:grpSp>
        <p:nvGrpSpPr>
          <p:cNvPr id="476" name="群組 475">
            <a:extLst>
              <a:ext uri="{FF2B5EF4-FFF2-40B4-BE49-F238E27FC236}">
                <a16:creationId xmlns:a16="http://schemas.microsoft.com/office/drawing/2014/main" id="{F5D448A1-0EB6-4689-8FB1-8C87B6288B5E}"/>
              </a:ext>
            </a:extLst>
          </p:cNvPr>
          <p:cNvGrpSpPr/>
          <p:nvPr/>
        </p:nvGrpSpPr>
        <p:grpSpPr>
          <a:xfrm>
            <a:off x="4545461" y="5297016"/>
            <a:ext cx="720000" cy="720000"/>
            <a:chOff x="801581" y="4966326"/>
            <a:chExt cx="1150186" cy="1150186"/>
          </a:xfrm>
        </p:grpSpPr>
        <p:sp>
          <p:nvSpPr>
            <p:cNvPr id="477" name="矩形: 圓角 476">
              <a:extLst>
                <a:ext uri="{FF2B5EF4-FFF2-40B4-BE49-F238E27FC236}">
                  <a16:creationId xmlns:a16="http://schemas.microsoft.com/office/drawing/2014/main" id="{4347DAF8-10E4-4799-BC88-BF851D35BADA}"/>
                </a:ext>
              </a:extLst>
            </p:cNvPr>
            <p:cNvSpPr/>
            <p:nvPr/>
          </p:nvSpPr>
          <p:spPr>
            <a:xfrm>
              <a:off x="801581" y="4966326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478" name="橢圓 477">
              <a:extLst>
                <a:ext uri="{FF2B5EF4-FFF2-40B4-BE49-F238E27FC236}">
                  <a16:creationId xmlns:a16="http://schemas.microsoft.com/office/drawing/2014/main" id="{84C425DC-F46C-4C7E-808E-E7370435ABEF}"/>
                </a:ext>
              </a:extLst>
            </p:cNvPr>
            <p:cNvSpPr/>
            <p:nvPr/>
          </p:nvSpPr>
          <p:spPr>
            <a:xfrm>
              <a:off x="1269795" y="5070149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79" name="橢圓 478">
              <a:extLst>
                <a:ext uri="{FF2B5EF4-FFF2-40B4-BE49-F238E27FC236}">
                  <a16:creationId xmlns:a16="http://schemas.microsoft.com/office/drawing/2014/main" id="{4011C7FC-9200-44FB-A15D-79E4D642088A}"/>
                </a:ext>
              </a:extLst>
            </p:cNvPr>
            <p:cNvSpPr/>
            <p:nvPr/>
          </p:nvSpPr>
          <p:spPr>
            <a:xfrm>
              <a:off x="1269795" y="580560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0" name="橢圓 479">
              <a:extLst>
                <a:ext uri="{FF2B5EF4-FFF2-40B4-BE49-F238E27FC236}">
                  <a16:creationId xmlns:a16="http://schemas.microsoft.com/office/drawing/2014/main" id="{32F8CE78-00AD-4B4F-88FA-181AE78F6C2C}"/>
                </a:ext>
              </a:extLst>
            </p:cNvPr>
            <p:cNvSpPr/>
            <p:nvPr/>
          </p:nvSpPr>
          <p:spPr>
            <a:xfrm>
              <a:off x="1633048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1" name="橢圓 480">
              <a:extLst>
                <a:ext uri="{FF2B5EF4-FFF2-40B4-BE49-F238E27FC236}">
                  <a16:creationId xmlns:a16="http://schemas.microsoft.com/office/drawing/2014/main" id="{7382C115-71BC-4DE7-8CAB-A09F81D6F13F}"/>
                </a:ext>
              </a:extLst>
            </p:cNvPr>
            <p:cNvSpPr/>
            <p:nvPr/>
          </p:nvSpPr>
          <p:spPr>
            <a:xfrm>
              <a:off x="895950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2" name="橢圓 481">
              <a:extLst>
                <a:ext uri="{FF2B5EF4-FFF2-40B4-BE49-F238E27FC236}">
                  <a16:creationId xmlns:a16="http://schemas.microsoft.com/office/drawing/2014/main" id="{92A99A6E-DC93-4527-B6B9-3CE7499B18CA}"/>
                </a:ext>
              </a:extLst>
            </p:cNvPr>
            <p:cNvSpPr/>
            <p:nvPr/>
          </p:nvSpPr>
          <p:spPr>
            <a:xfrm>
              <a:off x="1006324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3" name="橢圓 482">
              <a:extLst>
                <a:ext uri="{FF2B5EF4-FFF2-40B4-BE49-F238E27FC236}">
                  <a16:creationId xmlns:a16="http://schemas.microsoft.com/office/drawing/2014/main" id="{CCC4D938-B3D7-4B22-BF74-89C7806B6DAB}"/>
                </a:ext>
              </a:extLst>
            </p:cNvPr>
            <p:cNvSpPr/>
            <p:nvPr/>
          </p:nvSpPr>
          <p:spPr>
            <a:xfrm>
              <a:off x="1006324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4" name="橢圓 483">
              <a:extLst>
                <a:ext uri="{FF2B5EF4-FFF2-40B4-BE49-F238E27FC236}">
                  <a16:creationId xmlns:a16="http://schemas.microsoft.com/office/drawing/2014/main" id="{F144CFB2-6258-488F-A123-D82A14BB148A}"/>
                </a:ext>
              </a:extLst>
            </p:cNvPr>
            <p:cNvSpPr/>
            <p:nvPr/>
          </p:nvSpPr>
          <p:spPr>
            <a:xfrm>
              <a:off x="1531150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485" name="橢圓 484">
              <a:extLst>
                <a:ext uri="{FF2B5EF4-FFF2-40B4-BE49-F238E27FC236}">
                  <a16:creationId xmlns:a16="http://schemas.microsoft.com/office/drawing/2014/main" id="{2EC38CF1-9648-43C2-87B1-98702B53F0C6}"/>
                </a:ext>
              </a:extLst>
            </p:cNvPr>
            <p:cNvSpPr/>
            <p:nvPr/>
          </p:nvSpPr>
          <p:spPr>
            <a:xfrm>
              <a:off x="1531150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6" name="等腰三角形 485">
              <a:extLst>
                <a:ext uri="{FF2B5EF4-FFF2-40B4-BE49-F238E27FC236}">
                  <a16:creationId xmlns:a16="http://schemas.microsoft.com/office/drawing/2014/main" id="{887FEAA2-70C1-41E2-A72B-5EBCF730AEA3}"/>
                </a:ext>
              </a:extLst>
            </p:cNvPr>
            <p:cNvSpPr/>
            <p:nvPr/>
          </p:nvSpPr>
          <p:spPr>
            <a:xfrm rot="5400000" flipH="1">
              <a:off x="1342194" y="5038456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7" name="等腰三角形 486">
              <a:extLst>
                <a:ext uri="{FF2B5EF4-FFF2-40B4-BE49-F238E27FC236}">
                  <a16:creationId xmlns:a16="http://schemas.microsoft.com/office/drawing/2014/main" id="{ABCFFC81-C04C-4CBB-B057-00DFA3C95394}"/>
                </a:ext>
              </a:extLst>
            </p:cNvPr>
            <p:cNvSpPr/>
            <p:nvPr/>
          </p:nvSpPr>
          <p:spPr>
            <a:xfrm rot="5400000" flipH="1">
              <a:off x="1342194" y="577254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8" name="等腰三角形 487">
              <a:extLst>
                <a:ext uri="{FF2B5EF4-FFF2-40B4-BE49-F238E27FC236}">
                  <a16:creationId xmlns:a16="http://schemas.microsoft.com/office/drawing/2014/main" id="{672298CF-BFAD-4524-A1B3-375BC8808FF9}"/>
                </a:ext>
              </a:extLst>
            </p:cNvPr>
            <p:cNvSpPr/>
            <p:nvPr/>
          </p:nvSpPr>
          <p:spPr>
            <a:xfrm rot="5400000" flipH="1">
              <a:off x="968349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89" name="等腰三角形 488">
              <a:extLst>
                <a:ext uri="{FF2B5EF4-FFF2-40B4-BE49-F238E27FC236}">
                  <a16:creationId xmlns:a16="http://schemas.microsoft.com/office/drawing/2014/main" id="{8866D73F-83AC-4FA3-A3BD-73876E777EA9}"/>
                </a:ext>
              </a:extLst>
            </p:cNvPr>
            <p:cNvSpPr/>
            <p:nvPr/>
          </p:nvSpPr>
          <p:spPr>
            <a:xfrm rot="5400000" flipH="1">
              <a:off x="1078723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90" name="等腰三角形 489">
              <a:extLst>
                <a:ext uri="{FF2B5EF4-FFF2-40B4-BE49-F238E27FC236}">
                  <a16:creationId xmlns:a16="http://schemas.microsoft.com/office/drawing/2014/main" id="{11B8E0C9-00E1-4425-BD53-A178C82DBF97}"/>
                </a:ext>
              </a:extLst>
            </p:cNvPr>
            <p:cNvSpPr/>
            <p:nvPr/>
          </p:nvSpPr>
          <p:spPr>
            <a:xfrm rot="5400000" flipH="1">
              <a:off x="1078723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91" name="等腰三角形 490">
              <a:extLst>
                <a:ext uri="{FF2B5EF4-FFF2-40B4-BE49-F238E27FC236}">
                  <a16:creationId xmlns:a16="http://schemas.microsoft.com/office/drawing/2014/main" id="{4BEBB870-C998-42FB-AB64-6768792D3C65}"/>
                </a:ext>
              </a:extLst>
            </p:cNvPr>
            <p:cNvSpPr/>
            <p:nvPr/>
          </p:nvSpPr>
          <p:spPr>
            <a:xfrm rot="5400000" flipH="1">
              <a:off x="1603549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92" name="等腰三角形 491">
              <a:extLst>
                <a:ext uri="{FF2B5EF4-FFF2-40B4-BE49-F238E27FC236}">
                  <a16:creationId xmlns:a16="http://schemas.microsoft.com/office/drawing/2014/main" id="{6E47A69F-5D7C-4839-8808-1E5D8B688E05}"/>
                </a:ext>
              </a:extLst>
            </p:cNvPr>
            <p:cNvSpPr/>
            <p:nvPr/>
          </p:nvSpPr>
          <p:spPr>
            <a:xfrm rot="5400000" flipH="1">
              <a:off x="1603549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93" name="等腰三角形 492">
              <a:extLst>
                <a:ext uri="{FF2B5EF4-FFF2-40B4-BE49-F238E27FC236}">
                  <a16:creationId xmlns:a16="http://schemas.microsoft.com/office/drawing/2014/main" id="{27FCD585-1A51-431B-8E1A-05AE8CE2C9FD}"/>
                </a:ext>
              </a:extLst>
            </p:cNvPr>
            <p:cNvSpPr/>
            <p:nvPr/>
          </p:nvSpPr>
          <p:spPr>
            <a:xfrm rot="5400000" flipH="1">
              <a:off x="1705447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00" name="文字方塊 499">
                <a:extLst>
                  <a:ext uri="{FF2B5EF4-FFF2-40B4-BE49-F238E27FC236}">
                    <a16:creationId xmlns:a16="http://schemas.microsoft.com/office/drawing/2014/main" id="{3CD0F010-AACF-4ED0-B89E-C4CD8E41ED38}"/>
                  </a:ext>
                </a:extLst>
              </p:cNvPr>
              <p:cNvSpPr txBox="1"/>
              <p:nvPr/>
            </p:nvSpPr>
            <p:spPr>
              <a:xfrm>
                <a:off x="4499805" y="1593674"/>
                <a:ext cx="61212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00" dirty="0"/>
              </a:p>
            </p:txBody>
          </p:sp>
        </mc:Choice>
        <mc:Fallback xmlns="">
          <p:sp>
            <p:nvSpPr>
              <p:cNvPr id="500" name="文字方塊 499">
                <a:extLst>
                  <a:ext uri="{FF2B5EF4-FFF2-40B4-BE49-F238E27FC236}">
                    <a16:creationId xmlns:a16="http://schemas.microsoft.com/office/drawing/2014/main" id="{3CD0F010-AACF-4ED0-B89E-C4CD8E41ED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9805" y="1593674"/>
                <a:ext cx="612129" cy="261610"/>
              </a:xfrm>
              <a:prstGeom prst="rect">
                <a:avLst/>
              </a:prstGeom>
              <a:blipFill>
                <a:blip r:embed="rId19"/>
                <a:stretch>
                  <a:fillRect b="-23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1" name="群組 500">
            <a:extLst>
              <a:ext uri="{FF2B5EF4-FFF2-40B4-BE49-F238E27FC236}">
                <a16:creationId xmlns:a16="http://schemas.microsoft.com/office/drawing/2014/main" id="{91D2220D-5DD6-416F-B3EC-8BE0E30C8611}"/>
              </a:ext>
            </a:extLst>
          </p:cNvPr>
          <p:cNvGrpSpPr/>
          <p:nvPr/>
        </p:nvGrpSpPr>
        <p:grpSpPr>
          <a:xfrm>
            <a:off x="4433949" y="1847455"/>
            <a:ext cx="720000" cy="720000"/>
            <a:chOff x="3481679" y="1553308"/>
            <a:chExt cx="1150186" cy="1150186"/>
          </a:xfrm>
        </p:grpSpPr>
        <p:sp>
          <p:nvSpPr>
            <p:cNvPr id="502" name="矩形: 圓角 501">
              <a:extLst>
                <a:ext uri="{FF2B5EF4-FFF2-40B4-BE49-F238E27FC236}">
                  <a16:creationId xmlns:a16="http://schemas.microsoft.com/office/drawing/2014/main" id="{10F9AC01-CF3E-4C66-8647-735EC83F84D1}"/>
                </a:ext>
              </a:extLst>
            </p:cNvPr>
            <p:cNvSpPr/>
            <p:nvPr/>
          </p:nvSpPr>
          <p:spPr>
            <a:xfrm>
              <a:off x="3481679" y="1553308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 dirty="0"/>
            </a:p>
          </p:txBody>
        </p:sp>
        <p:sp>
          <p:nvSpPr>
            <p:cNvPr id="503" name="橢圓 502">
              <a:extLst>
                <a:ext uri="{FF2B5EF4-FFF2-40B4-BE49-F238E27FC236}">
                  <a16:creationId xmlns:a16="http://schemas.microsoft.com/office/drawing/2014/main" id="{755155C2-4684-40A6-B6A4-9DA545B51BE9}"/>
                </a:ext>
              </a:extLst>
            </p:cNvPr>
            <p:cNvSpPr/>
            <p:nvPr/>
          </p:nvSpPr>
          <p:spPr>
            <a:xfrm>
              <a:off x="3940548" y="164255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04" name="橢圓 503">
              <a:extLst>
                <a:ext uri="{FF2B5EF4-FFF2-40B4-BE49-F238E27FC236}">
                  <a16:creationId xmlns:a16="http://schemas.microsoft.com/office/drawing/2014/main" id="{E4ADCF8A-1F84-4717-90AD-43A8DDAD5405}"/>
                </a:ext>
              </a:extLst>
            </p:cNvPr>
            <p:cNvSpPr/>
            <p:nvPr/>
          </p:nvSpPr>
          <p:spPr>
            <a:xfrm>
              <a:off x="3940548" y="23780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05" name="橢圓 504">
              <a:extLst>
                <a:ext uri="{FF2B5EF4-FFF2-40B4-BE49-F238E27FC236}">
                  <a16:creationId xmlns:a16="http://schemas.microsoft.com/office/drawing/2014/main" id="{7F06A51D-B5FD-449C-ABBC-0975E207F7AB}"/>
                </a:ext>
              </a:extLst>
            </p:cNvPr>
            <p:cNvSpPr/>
            <p:nvPr/>
          </p:nvSpPr>
          <p:spPr>
            <a:xfrm>
              <a:off x="4303801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06" name="橢圓 505">
              <a:extLst>
                <a:ext uri="{FF2B5EF4-FFF2-40B4-BE49-F238E27FC236}">
                  <a16:creationId xmlns:a16="http://schemas.microsoft.com/office/drawing/2014/main" id="{F9F38A02-460D-4AE5-B0F3-1B77DEC82158}"/>
                </a:ext>
              </a:extLst>
            </p:cNvPr>
            <p:cNvSpPr/>
            <p:nvPr/>
          </p:nvSpPr>
          <p:spPr>
            <a:xfrm>
              <a:off x="3566703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07" name="橢圓 506">
              <a:extLst>
                <a:ext uri="{FF2B5EF4-FFF2-40B4-BE49-F238E27FC236}">
                  <a16:creationId xmlns:a16="http://schemas.microsoft.com/office/drawing/2014/main" id="{6D3D80CC-EEB2-4DE0-B8C5-CFB3C52C2144}"/>
                </a:ext>
              </a:extLst>
            </p:cNvPr>
            <p:cNvSpPr/>
            <p:nvPr/>
          </p:nvSpPr>
          <p:spPr>
            <a:xfrm>
              <a:off x="3677077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08" name="橢圓 507">
              <a:extLst>
                <a:ext uri="{FF2B5EF4-FFF2-40B4-BE49-F238E27FC236}">
                  <a16:creationId xmlns:a16="http://schemas.microsoft.com/office/drawing/2014/main" id="{4292BCE2-0BC4-4A6B-B024-22A417FD49C8}"/>
                </a:ext>
              </a:extLst>
            </p:cNvPr>
            <p:cNvSpPr/>
            <p:nvPr/>
          </p:nvSpPr>
          <p:spPr>
            <a:xfrm>
              <a:off x="3677077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09" name="橢圓 508">
              <a:extLst>
                <a:ext uri="{FF2B5EF4-FFF2-40B4-BE49-F238E27FC236}">
                  <a16:creationId xmlns:a16="http://schemas.microsoft.com/office/drawing/2014/main" id="{E4B6DD7F-A303-4D8B-A255-8D272C10D332}"/>
                </a:ext>
              </a:extLst>
            </p:cNvPr>
            <p:cNvSpPr/>
            <p:nvPr/>
          </p:nvSpPr>
          <p:spPr>
            <a:xfrm>
              <a:off x="4201903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 dirty="0"/>
            </a:p>
          </p:txBody>
        </p:sp>
        <p:sp>
          <p:nvSpPr>
            <p:cNvPr id="510" name="橢圓 509">
              <a:extLst>
                <a:ext uri="{FF2B5EF4-FFF2-40B4-BE49-F238E27FC236}">
                  <a16:creationId xmlns:a16="http://schemas.microsoft.com/office/drawing/2014/main" id="{B965FA2E-E02C-4479-9817-DC7A8F02574E}"/>
                </a:ext>
              </a:extLst>
            </p:cNvPr>
            <p:cNvSpPr/>
            <p:nvPr/>
          </p:nvSpPr>
          <p:spPr>
            <a:xfrm>
              <a:off x="4201903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1" name="等腰三角形 510">
              <a:extLst>
                <a:ext uri="{FF2B5EF4-FFF2-40B4-BE49-F238E27FC236}">
                  <a16:creationId xmlns:a16="http://schemas.microsoft.com/office/drawing/2014/main" id="{F27C1768-F1A1-41E6-B210-7551D2DC1306}"/>
                </a:ext>
              </a:extLst>
            </p:cNvPr>
            <p:cNvSpPr/>
            <p:nvPr/>
          </p:nvSpPr>
          <p:spPr>
            <a:xfrm rot="16200000">
              <a:off x="4012947" y="161086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2" name="等腰三角形 511">
              <a:extLst>
                <a:ext uri="{FF2B5EF4-FFF2-40B4-BE49-F238E27FC236}">
                  <a16:creationId xmlns:a16="http://schemas.microsoft.com/office/drawing/2014/main" id="{69600DB1-8023-48F6-BD9E-ECC1CD944A30}"/>
                </a:ext>
              </a:extLst>
            </p:cNvPr>
            <p:cNvSpPr/>
            <p:nvPr/>
          </p:nvSpPr>
          <p:spPr>
            <a:xfrm rot="16200000">
              <a:off x="4012947" y="234495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3" name="等腰三角形 512">
              <a:extLst>
                <a:ext uri="{FF2B5EF4-FFF2-40B4-BE49-F238E27FC236}">
                  <a16:creationId xmlns:a16="http://schemas.microsoft.com/office/drawing/2014/main" id="{F55D5FD9-4C3C-4BA1-9054-048372F2EEB9}"/>
                </a:ext>
              </a:extLst>
            </p:cNvPr>
            <p:cNvSpPr/>
            <p:nvPr/>
          </p:nvSpPr>
          <p:spPr>
            <a:xfrm rot="16200000">
              <a:off x="3639102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4" name="等腰三角形 513">
              <a:extLst>
                <a:ext uri="{FF2B5EF4-FFF2-40B4-BE49-F238E27FC236}">
                  <a16:creationId xmlns:a16="http://schemas.microsoft.com/office/drawing/2014/main" id="{7B8DE4B8-A627-450D-AB95-BC8302F961D7}"/>
                </a:ext>
              </a:extLst>
            </p:cNvPr>
            <p:cNvSpPr/>
            <p:nvPr/>
          </p:nvSpPr>
          <p:spPr>
            <a:xfrm rot="16200000">
              <a:off x="3749476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5" name="等腰三角形 514">
              <a:extLst>
                <a:ext uri="{FF2B5EF4-FFF2-40B4-BE49-F238E27FC236}">
                  <a16:creationId xmlns:a16="http://schemas.microsoft.com/office/drawing/2014/main" id="{9DE7237C-99BA-40D8-840A-5EE64F6E1E06}"/>
                </a:ext>
              </a:extLst>
            </p:cNvPr>
            <p:cNvSpPr/>
            <p:nvPr/>
          </p:nvSpPr>
          <p:spPr>
            <a:xfrm rot="16200000">
              <a:off x="3749476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6" name="等腰三角形 515">
              <a:extLst>
                <a:ext uri="{FF2B5EF4-FFF2-40B4-BE49-F238E27FC236}">
                  <a16:creationId xmlns:a16="http://schemas.microsoft.com/office/drawing/2014/main" id="{6983A991-DB4D-4628-A034-1540268C5D72}"/>
                </a:ext>
              </a:extLst>
            </p:cNvPr>
            <p:cNvSpPr/>
            <p:nvPr/>
          </p:nvSpPr>
          <p:spPr>
            <a:xfrm rot="16200000">
              <a:off x="4274302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7" name="等腰三角形 516">
              <a:extLst>
                <a:ext uri="{FF2B5EF4-FFF2-40B4-BE49-F238E27FC236}">
                  <a16:creationId xmlns:a16="http://schemas.microsoft.com/office/drawing/2014/main" id="{31BAA051-DEAB-423B-8877-338B69C6277A}"/>
                </a:ext>
              </a:extLst>
            </p:cNvPr>
            <p:cNvSpPr/>
            <p:nvPr/>
          </p:nvSpPr>
          <p:spPr>
            <a:xfrm rot="16200000">
              <a:off x="4274302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518" name="等腰三角形 517">
              <a:extLst>
                <a:ext uri="{FF2B5EF4-FFF2-40B4-BE49-F238E27FC236}">
                  <a16:creationId xmlns:a16="http://schemas.microsoft.com/office/drawing/2014/main" id="{F0BE1C6E-F8A2-4D29-B95A-7168C4624F48}"/>
                </a:ext>
              </a:extLst>
            </p:cNvPr>
            <p:cNvSpPr/>
            <p:nvPr/>
          </p:nvSpPr>
          <p:spPr>
            <a:xfrm rot="16200000">
              <a:off x="4376200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grpSp>
          <p:nvGrpSpPr>
            <p:cNvPr id="519" name="群組 518">
              <a:extLst>
                <a:ext uri="{FF2B5EF4-FFF2-40B4-BE49-F238E27FC236}">
                  <a16:creationId xmlns:a16="http://schemas.microsoft.com/office/drawing/2014/main" id="{CF8984C6-A7FE-4FFE-B930-95B64555C3CB}"/>
                </a:ext>
              </a:extLst>
            </p:cNvPr>
            <p:cNvGrpSpPr/>
            <p:nvPr/>
          </p:nvGrpSpPr>
          <p:grpSpPr>
            <a:xfrm>
              <a:off x="4057671" y="2031019"/>
              <a:ext cx="115586" cy="110880"/>
              <a:chOff x="1373392" y="2391862"/>
              <a:chExt cx="479433" cy="476535"/>
            </a:xfrm>
          </p:grpSpPr>
          <p:sp>
            <p:nvSpPr>
              <p:cNvPr id="522" name="箭號: 向右 521">
                <a:extLst>
                  <a:ext uri="{FF2B5EF4-FFF2-40B4-BE49-F238E27FC236}">
                    <a16:creationId xmlns:a16="http://schemas.microsoft.com/office/drawing/2014/main" id="{393CAD47-E8BB-4451-9D35-098D1DC8B45D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bg1"/>
                  </a:solidFill>
                </a:endParaRPr>
              </a:p>
            </p:txBody>
          </p:sp>
          <p:sp>
            <p:nvSpPr>
              <p:cNvPr id="523" name="箭號: 向右 522">
                <a:extLst>
                  <a:ext uri="{FF2B5EF4-FFF2-40B4-BE49-F238E27FC236}">
                    <a16:creationId xmlns:a16="http://schemas.microsoft.com/office/drawing/2014/main" id="{D033524E-044F-4F1C-955B-A9C1774AEA88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0" name="文字方塊 519">
                  <a:extLst>
                    <a:ext uri="{FF2B5EF4-FFF2-40B4-BE49-F238E27FC236}">
                      <a16:creationId xmlns:a16="http://schemas.microsoft.com/office/drawing/2014/main" id="{CC9B5CC6-C2A6-4889-A719-60DFBA75F028}"/>
                    </a:ext>
                  </a:extLst>
                </p:cNvPr>
                <p:cNvSpPr txBox="1"/>
                <p:nvPr/>
              </p:nvSpPr>
              <p:spPr>
                <a:xfrm>
                  <a:off x="3836505" y="1616346"/>
                  <a:ext cx="411859" cy="45243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20" name="文字方塊 519">
                  <a:extLst>
                    <a:ext uri="{FF2B5EF4-FFF2-40B4-BE49-F238E27FC236}">
                      <a16:creationId xmlns:a16="http://schemas.microsoft.com/office/drawing/2014/main" id="{CC9B5CC6-C2A6-4889-A719-60DFBA75F0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6505" y="1616346"/>
                  <a:ext cx="411859" cy="452437"/>
                </a:xfrm>
                <a:prstGeom prst="rect">
                  <a:avLst/>
                </a:prstGeom>
                <a:blipFill>
                  <a:blip r:embed="rId20"/>
                  <a:stretch>
                    <a:fillRect r="-952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1" name="文字方塊 520">
                  <a:extLst>
                    <a:ext uri="{FF2B5EF4-FFF2-40B4-BE49-F238E27FC236}">
                      <a16:creationId xmlns:a16="http://schemas.microsoft.com/office/drawing/2014/main" id="{C1B85C49-8CE2-4FAE-93E2-BD2214232CDA}"/>
                    </a:ext>
                  </a:extLst>
                </p:cNvPr>
                <p:cNvSpPr txBox="1"/>
                <p:nvPr/>
              </p:nvSpPr>
              <p:spPr>
                <a:xfrm>
                  <a:off x="4088416" y="1839893"/>
                  <a:ext cx="521831" cy="4302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21" name="文字方塊 520">
                  <a:extLst>
                    <a:ext uri="{FF2B5EF4-FFF2-40B4-BE49-F238E27FC236}">
                      <a16:creationId xmlns:a16="http://schemas.microsoft.com/office/drawing/2014/main" id="{C1B85C49-8CE2-4FAE-93E2-BD2214232C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8416" y="1839893"/>
                  <a:ext cx="521831" cy="430208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30" name="直線接點 529">
            <a:extLst>
              <a:ext uri="{FF2B5EF4-FFF2-40B4-BE49-F238E27FC236}">
                <a16:creationId xmlns:a16="http://schemas.microsoft.com/office/drawing/2014/main" id="{7EF36842-A2EC-4987-AB40-6054536CB4B9}"/>
              </a:ext>
            </a:extLst>
          </p:cNvPr>
          <p:cNvCxnSpPr>
            <a:cxnSpLocks/>
          </p:cNvCxnSpPr>
          <p:nvPr/>
        </p:nvCxnSpPr>
        <p:spPr>
          <a:xfrm flipV="1">
            <a:off x="5345059" y="3278796"/>
            <a:ext cx="252473" cy="244255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5" name="文字方塊 544">
                <a:extLst>
                  <a:ext uri="{FF2B5EF4-FFF2-40B4-BE49-F238E27FC236}">
                    <a16:creationId xmlns:a16="http://schemas.microsoft.com/office/drawing/2014/main" id="{89123396-9B5E-462C-BF01-CD8A29824C00}"/>
                  </a:ext>
                </a:extLst>
              </p:cNvPr>
              <p:cNvSpPr txBox="1"/>
              <p:nvPr/>
            </p:nvSpPr>
            <p:spPr>
              <a:xfrm>
                <a:off x="4554706" y="2829607"/>
                <a:ext cx="715550" cy="2693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5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50" i="1">
                              <a:latin typeface="Cambria Math" panose="02040503050406030204" pitchFamily="18" charset="0"/>
                            </a:rPr>
                            <m:t>1, 2</m:t>
                          </m:r>
                        </m:e>
                      </m:d>
                    </m:oMath>
                  </m:oMathPara>
                </a14:m>
                <a:endParaRPr lang="zh-TW" altLang="en-US" sz="1150" dirty="0"/>
              </a:p>
            </p:txBody>
          </p:sp>
        </mc:Choice>
        <mc:Fallback xmlns="">
          <p:sp>
            <p:nvSpPr>
              <p:cNvPr id="545" name="文字方塊 544">
                <a:extLst>
                  <a:ext uri="{FF2B5EF4-FFF2-40B4-BE49-F238E27FC236}">
                    <a16:creationId xmlns:a16="http://schemas.microsoft.com/office/drawing/2014/main" id="{89123396-9B5E-462C-BF01-CD8A29824C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4706" y="2829607"/>
                <a:ext cx="715550" cy="269304"/>
              </a:xfrm>
              <a:prstGeom prst="rect">
                <a:avLst/>
              </a:prstGeom>
              <a:blipFill>
                <a:blip r:embed="rId22"/>
                <a:stretch>
                  <a:fillRect t="-97727" r="-26271" b="-15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6" name="文字方塊 545">
                <a:extLst>
                  <a:ext uri="{FF2B5EF4-FFF2-40B4-BE49-F238E27FC236}">
                    <a16:creationId xmlns:a16="http://schemas.microsoft.com/office/drawing/2014/main" id="{51F46984-0199-4FD3-A2EE-6E64F5367350}"/>
                  </a:ext>
                </a:extLst>
              </p:cNvPr>
              <p:cNvSpPr txBox="1"/>
              <p:nvPr/>
            </p:nvSpPr>
            <p:spPr>
              <a:xfrm>
                <a:off x="4506003" y="3966238"/>
                <a:ext cx="812954" cy="2693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5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50" i="1">
                              <a:latin typeface="Cambria Math" panose="02040503050406030204" pitchFamily="18" charset="0"/>
                            </a:rPr>
                            <m:t>−1, −2</m:t>
                          </m:r>
                        </m:e>
                      </m:d>
                    </m:oMath>
                  </m:oMathPara>
                </a14:m>
                <a:endParaRPr lang="zh-TW" altLang="en-US" sz="1150" dirty="0"/>
              </a:p>
            </p:txBody>
          </p:sp>
        </mc:Choice>
        <mc:Fallback xmlns="">
          <p:sp>
            <p:nvSpPr>
              <p:cNvPr id="546" name="文字方塊 545">
                <a:extLst>
                  <a:ext uri="{FF2B5EF4-FFF2-40B4-BE49-F238E27FC236}">
                    <a16:creationId xmlns:a16="http://schemas.microsoft.com/office/drawing/2014/main" id="{51F46984-0199-4FD3-A2EE-6E64F5367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6003" y="3966238"/>
                <a:ext cx="812954" cy="269304"/>
              </a:xfrm>
              <a:prstGeom prst="rect">
                <a:avLst/>
              </a:prstGeom>
              <a:blipFill>
                <a:blip r:embed="rId23"/>
                <a:stretch>
                  <a:fillRect t="-97727" r="-30597" b="-15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1" name="群組 550">
            <a:extLst>
              <a:ext uri="{FF2B5EF4-FFF2-40B4-BE49-F238E27FC236}">
                <a16:creationId xmlns:a16="http://schemas.microsoft.com/office/drawing/2014/main" id="{A15ADA87-C73B-4B1F-AC1D-7F2020D1BD65}"/>
              </a:ext>
            </a:extLst>
          </p:cNvPr>
          <p:cNvGrpSpPr/>
          <p:nvPr/>
        </p:nvGrpSpPr>
        <p:grpSpPr>
          <a:xfrm>
            <a:off x="5600659" y="4544469"/>
            <a:ext cx="720000" cy="720000"/>
            <a:chOff x="389151" y="2161357"/>
            <a:chExt cx="1150186" cy="1150186"/>
          </a:xfrm>
        </p:grpSpPr>
        <p:sp>
          <p:nvSpPr>
            <p:cNvPr id="552" name="矩形: 圓角 551">
              <a:extLst>
                <a:ext uri="{FF2B5EF4-FFF2-40B4-BE49-F238E27FC236}">
                  <a16:creationId xmlns:a16="http://schemas.microsoft.com/office/drawing/2014/main" id="{80AC2D97-7734-4A8F-A486-B6A4F337B78F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553" name="箭號: 左-右雙向 552">
              <a:extLst>
                <a:ext uri="{FF2B5EF4-FFF2-40B4-BE49-F238E27FC236}">
                  <a16:creationId xmlns:a16="http://schemas.microsoft.com/office/drawing/2014/main" id="{1FB5A0D1-DB87-409D-A2E3-B8BCD46C97D7}"/>
                </a:ext>
              </a:extLst>
            </p:cNvPr>
            <p:cNvSpPr/>
            <p:nvPr/>
          </p:nvSpPr>
          <p:spPr>
            <a:xfrm rot="18900000">
              <a:off x="494863" y="2676533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554" name="箭號: 左-右雙向 553">
              <a:extLst>
                <a:ext uri="{FF2B5EF4-FFF2-40B4-BE49-F238E27FC236}">
                  <a16:creationId xmlns:a16="http://schemas.microsoft.com/office/drawing/2014/main" id="{65C8451E-DD6C-47E1-988A-E394E288DB18}"/>
                </a:ext>
              </a:extLst>
            </p:cNvPr>
            <p:cNvSpPr/>
            <p:nvPr/>
          </p:nvSpPr>
          <p:spPr>
            <a:xfrm rot="18900000">
              <a:off x="1212991" y="2676533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55" name="箭號: 左-右雙向 554">
              <a:extLst>
                <a:ext uri="{FF2B5EF4-FFF2-40B4-BE49-F238E27FC236}">
                  <a16:creationId xmlns:a16="http://schemas.microsoft.com/office/drawing/2014/main" id="{532FA3D6-E017-429A-B2D6-DE463A3539D9}"/>
                </a:ext>
              </a:extLst>
            </p:cNvPr>
            <p:cNvSpPr/>
            <p:nvPr/>
          </p:nvSpPr>
          <p:spPr>
            <a:xfrm rot="2700000">
              <a:off x="601031" y="2422198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56" name="箭號: 左-右雙向 555">
              <a:extLst>
                <a:ext uri="{FF2B5EF4-FFF2-40B4-BE49-F238E27FC236}">
                  <a16:creationId xmlns:a16="http://schemas.microsoft.com/office/drawing/2014/main" id="{7EC753D4-7D4B-4472-AADA-FFB0A5409552}"/>
                </a:ext>
              </a:extLst>
            </p:cNvPr>
            <p:cNvSpPr/>
            <p:nvPr/>
          </p:nvSpPr>
          <p:spPr>
            <a:xfrm rot="2700000">
              <a:off x="1098571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57" name="箭號: 左-右雙向 556">
              <a:extLst>
                <a:ext uri="{FF2B5EF4-FFF2-40B4-BE49-F238E27FC236}">
                  <a16:creationId xmlns:a16="http://schemas.microsoft.com/office/drawing/2014/main" id="{34253283-9EFC-4835-B804-C4989A5A1068}"/>
                </a:ext>
              </a:extLst>
            </p:cNvPr>
            <p:cNvSpPr/>
            <p:nvPr/>
          </p:nvSpPr>
          <p:spPr>
            <a:xfrm rot="2700000">
              <a:off x="601034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558" name="箭號: 左-右雙向 557">
              <a:extLst>
                <a:ext uri="{FF2B5EF4-FFF2-40B4-BE49-F238E27FC236}">
                  <a16:creationId xmlns:a16="http://schemas.microsoft.com/office/drawing/2014/main" id="{1B65508C-5000-4EF0-9D18-E58F709502D2}"/>
                </a:ext>
              </a:extLst>
            </p:cNvPr>
            <p:cNvSpPr/>
            <p:nvPr/>
          </p:nvSpPr>
          <p:spPr>
            <a:xfrm rot="2700000">
              <a:off x="1098570" y="2422198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59" name="箭號: 左-右雙向 558">
              <a:extLst>
                <a:ext uri="{FF2B5EF4-FFF2-40B4-BE49-F238E27FC236}">
                  <a16:creationId xmlns:a16="http://schemas.microsoft.com/office/drawing/2014/main" id="{1AD20B09-0E6B-47FC-9B43-931144FD12BE}"/>
                </a:ext>
              </a:extLst>
            </p:cNvPr>
            <p:cNvSpPr/>
            <p:nvPr/>
          </p:nvSpPr>
          <p:spPr>
            <a:xfrm rot="18900000">
              <a:off x="844160" y="3043671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60" name="箭號: 左-右雙向 559">
              <a:extLst>
                <a:ext uri="{FF2B5EF4-FFF2-40B4-BE49-F238E27FC236}">
                  <a16:creationId xmlns:a16="http://schemas.microsoft.com/office/drawing/2014/main" id="{E9917A39-3479-4C7D-8CF0-6275B09C5D14}"/>
                </a:ext>
              </a:extLst>
            </p:cNvPr>
            <p:cNvSpPr/>
            <p:nvPr/>
          </p:nvSpPr>
          <p:spPr>
            <a:xfrm rot="18900000">
              <a:off x="844160" y="231192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561" name="群組 560">
            <a:extLst>
              <a:ext uri="{FF2B5EF4-FFF2-40B4-BE49-F238E27FC236}">
                <a16:creationId xmlns:a16="http://schemas.microsoft.com/office/drawing/2014/main" id="{B15F298F-25E4-4B27-B5B9-B30553501EAD}"/>
              </a:ext>
            </a:extLst>
          </p:cNvPr>
          <p:cNvGrpSpPr/>
          <p:nvPr/>
        </p:nvGrpSpPr>
        <p:grpSpPr>
          <a:xfrm>
            <a:off x="3405524" y="4544469"/>
            <a:ext cx="720000" cy="720000"/>
            <a:chOff x="-756975" y="5254023"/>
            <a:chExt cx="2090057" cy="2090057"/>
          </a:xfrm>
        </p:grpSpPr>
        <p:sp>
          <p:nvSpPr>
            <p:cNvPr id="562" name="矩形: 圓角 561">
              <a:extLst>
                <a:ext uri="{FF2B5EF4-FFF2-40B4-BE49-F238E27FC236}">
                  <a16:creationId xmlns:a16="http://schemas.microsoft.com/office/drawing/2014/main" id="{82E6228D-DAFD-4D85-B51F-D75BD79F2776}"/>
                </a:ext>
              </a:extLst>
            </p:cNvPr>
            <p:cNvSpPr/>
            <p:nvPr/>
          </p:nvSpPr>
          <p:spPr>
            <a:xfrm>
              <a:off x="-756975" y="5254023"/>
              <a:ext cx="2090057" cy="20900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63" name="箭號: 左-右雙向 562">
              <a:extLst>
                <a:ext uri="{FF2B5EF4-FFF2-40B4-BE49-F238E27FC236}">
                  <a16:creationId xmlns:a16="http://schemas.microsoft.com/office/drawing/2014/main" id="{05EB36B0-D2E4-460E-9501-2F1521FE66BE}"/>
                </a:ext>
              </a:extLst>
            </p:cNvPr>
            <p:cNvSpPr/>
            <p:nvPr/>
          </p:nvSpPr>
          <p:spPr>
            <a:xfrm rot="10800000">
              <a:off x="-564881" y="6190174"/>
              <a:ext cx="432000" cy="21775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64" name="箭號: 左-右雙向 563">
              <a:extLst>
                <a:ext uri="{FF2B5EF4-FFF2-40B4-BE49-F238E27FC236}">
                  <a16:creationId xmlns:a16="http://schemas.microsoft.com/office/drawing/2014/main" id="{321B5155-F0B5-4489-B9E7-C4BCBADA352C}"/>
                </a:ext>
              </a:extLst>
            </p:cNvPr>
            <p:cNvSpPr/>
            <p:nvPr/>
          </p:nvSpPr>
          <p:spPr>
            <a:xfrm rot="10800000">
              <a:off x="740063" y="6190174"/>
              <a:ext cx="432000" cy="21775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65" name="箭號: 左-右雙向 564">
              <a:extLst>
                <a:ext uri="{FF2B5EF4-FFF2-40B4-BE49-F238E27FC236}">
                  <a16:creationId xmlns:a16="http://schemas.microsoft.com/office/drawing/2014/main" id="{7CE250D8-3E5C-402D-AD2D-244CE5E4523A}"/>
                </a:ext>
              </a:extLst>
            </p:cNvPr>
            <p:cNvSpPr/>
            <p:nvPr/>
          </p:nvSpPr>
          <p:spPr>
            <a:xfrm rot="5400000">
              <a:off x="-371955" y="5728013"/>
              <a:ext cx="432000" cy="21775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66" name="箭號: 左-右雙向 565">
              <a:extLst>
                <a:ext uri="{FF2B5EF4-FFF2-40B4-BE49-F238E27FC236}">
                  <a16:creationId xmlns:a16="http://schemas.microsoft.com/office/drawing/2014/main" id="{2FC73402-F7A7-4B09-A8E7-CD2E91D61B5C}"/>
                </a:ext>
              </a:extLst>
            </p:cNvPr>
            <p:cNvSpPr/>
            <p:nvPr/>
          </p:nvSpPr>
          <p:spPr>
            <a:xfrm rot="5400000">
              <a:off x="532146" y="6669520"/>
              <a:ext cx="432000" cy="21775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67" name="箭號: 左-右雙向 566">
              <a:extLst>
                <a:ext uri="{FF2B5EF4-FFF2-40B4-BE49-F238E27FC236}">
                  <a16:creationId xmlns:a16="http://schemas.microsoft.com/office/drawing/2014/main" id="{DF4528C3-02C1-45A9-BA4B-93F5A0FC0DE9}"/>
                </a:ext>
              </a:extLst>
            </p:cNvPr>
            <p:cNvSpPr/>
            <p:nvPr/>
          </p:nvSpPr>
          <p:spPr>
            <a:xfrm rot="5400000">
              <a:off x="-371955" y="6669520"/>
              <a:ext cx="432000" cy="21775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68" name="箭號: 左-右雙向 567">
              <a:extLst>
                <a:ext uri="{FF2B5EF4-FFF2-40B4-BE49-F238E27FC236}">
                  <a16:creationId xmlns:a16="http://schemas.microsoft.com/office/drawing/2014/main" id="{8F8C536B-DB0B-477C-8279-EC58CEADA6D5}"/>
                </a:ext>
              </a:extLst>
            </p:cNvPr>
            <p:cNvSpPr/>
            <p:nvPr/>
          </p:nvSpPr>
          <p:spPr>
            <a:xfrm rot="5400000">
              <a:off x="532146" y="5728010"/>
              <a:ext cx="432000" cy="21775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69" name="箭號: 左-右雙向 568">
              <a:extLst>
                <a:ext uri="{FF2B5EF4-FFF2-40B4-BE49-F238E27FC236}">
                  <a16:creationId xmlns:a16="http://schemas.microsoft.com/office/drawing/2014/main" id="{16D4F16D-DD21-4D41-A74F-A1B50B607B2A}"/>
                </a:ext>
              </a:extLst>
            </p:cNvPr>
            <p:cNvSpPr/>
            <p:nvPr/>
          </p:nvSpPr>
          <p:spPr>
            <a:xfrm>
              <a:off x="69843" y="6857317"/>
              <a:ext cx="432000" cy="21775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70" name="箭號: 左-右雙向 569">
              <a:extLst>
                <a:ext uri="{FF2B5EF4-FFF2-40B4-BE49-F238E27FC236}">
                  <a16:creationId xmlns:a16="http://schemas.microsoft.com/office/drawing/2014/main" id="{8D9F912F-6631-44DA-852B-D001789EAD62}"/>
                </a:ext>
              </a:extLst>
            </p:cNvPr>
            <p:cNvSpPr/>
            <p:nvPr/>
          </p:nvSpPr>
          <p:spPr>
            <a:xfrm>
              <a:off x="69843" y="5527635"/>
              <a:ext cx="432000" cy="21775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grpSp>
        <p:nvGrpSpPr>
          <p:cNvPr id="571" name="群組 570">
            <a:extLst>
              <a:ext uri="{FF2B5EF4-FFF2-40B4-BE49-F238E27FC236}">
                <a16:creationId xmlns:a16="http://schemas.microsoft.com/office/drawing/2014/main" id="{7DBA1F4C-238D-46F8-9DDD-180A8186D134}"/>
              </a:ext>
            </a:extLst>
          </p:cNvPr>
          <p:cNvGrpSpPr/>
          <p:nvPr/>
        </p:nvGrpSpPr>
        <p:grpSpPr>
          <a:xfrm>
            <a:off x="3405524" y="2672429"/>
            <a:ext cx="720000" cy="720000"/>
            <a:chOff x="389151" y="2161357"/>
            <a:chExt cx="1150186" cy="1150186"/>
          </a:xfrm>
        </p:grpSpPr>
        <p:sp>
          <p:nvSpPr>
            <p:cNvPr id="572" name="矩形: 圓角 571">
              <a:extLst>
                <a:ext uri="{FF2B5EF4-FFF2-40B4-BE49-F238E27FC236}">
                  <a16:creationId xmlns:a16="http://schemas.microsoft.com/office/drawing/2014/main" id="{B0232BBF-65CB-4EFA-9634-6F4BC78F2E20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573" name="箭號: 左-右雙向 572">
              <a:extLst>
                <a:ext uri="{FF2B5EF4-FFF2-40B4-BE49-F238E27FC236}">
                  <a16:creationId xmlns:a16="http://schemas.microsoft.com/office/drawing/2014/main" id="{2E1D00A9-31D4-41A5-80BA-C40549396F6F}"/>
                </a:ext>
              </a:extLst>
            </p:cNvPr>
            <p:cNvSpPr/>
            <p:nvPr/>
          </p:nvSpPr>
          <p:spPr>
            <a:xfrm rot="2700000">
              <a:off x="494863" y="2676533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574" name="箭號: 左-右雙向 573">
              <a:extLst>
                <a:ext uri="{FF2B5EF4-FFF2-40B4-BE49-F238E27FC236}">
                  <a16:creationId xmlns:a16="http://schemas.microsoft.com/office/drawing/2014/main" id="{A94FE219-70BE-4122-8A18-2069988CA80C}"/>
                </a:ext>
              </a:extLst>
            </p:cNvPr>
            <p:cNvSpPr/>
            <p:nvPr/>
          </p:nvSpPr>
          <p:spPr>
            <a:xfrm rot="2700000">
              <a:off x="1212991" y="2676533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75" name="箭號: 左-右雙向 574">
              <a:extLst>
                <a:ext uri="{FF2B5EF4-FFF2-40B4-BE49-F238E27FC236}">
                  <a16:creationId xmlns:a16="http://schemas.microsoft.com/office/drawing/2014/main" id="{E1F2AC32-380E-479D-A911-478C6608070F}"/>
                </a:ext>
              </a:extLst>
            </p:cNvPr>
            <p:cNvSpPr/>
            <p:nvPr/>
          </p:nvSpPr>
          <p:spPr>
            <a:xfrm rot="18900000">
              <a:off x="601031" y="2422198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76" name="箭號: 左-右雙向 575">
              <a:extLst>
                <a:ext uri="{FF2B5EF4-FFF2-40B4-BE49-F238E27FC236}">
                  <a16:creationId xmlns:a16="http://schemas.microsoft.com/office/drawing/2014/main" id="{3C668255-293E-4527-8769-AC10BAEE1DF8}"/>
                </a:ext>
              </a:extLst>
            </p:cNvPr>
            <p:cNvSpPr/>
            <p:nvPr/>
          </p:nvSpPr>
          <p:spPr>
            <a:xfrm rot="18900000">
              <a:off x="1098571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77" name="箭號: 左-右雙向 576">
              <a:extLst>
                <a:ext uri="{FF2B5EF4-FFF2-40B4-BE49-F238E27FC236}">
                  <a16:creationId xmlns:a16="http://schemas.microsoft.com/office/drawing/2014/main" id="{EF314C3A-0B9E-4465-84E0-D76B57E69ADC}"/>
                </a:ext>
              </a:extLst>
            </p:cNvPr>
            <p:cNvSpPr/>
            <p:nvPr/>
          </p:nvSpPr>
          <p:spPr>
            <a:xfrm rot="18900000">
              <a:off x="601034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578" name="箭號: 左-右雙向 577">
              <a:extLst>
                <a:ext uri="{FF2B5EF4-FFF2-40B4-BE49-F238E27FC236}">
                  <a16:creationId xmlns:a16="http://schemas.microsoft.com/office/drawing/2014/main" id="{4F8966FA-E1F2-4233-960B-B84D99F16AFC}"/>
                </a:ext>
              </a:extLst>
            </p:cNvPr>
            <p:cNvSpPr/>
            <p:nvPr/>
          </p:nvSpPr>
          <p:spPr>
            <a:xfrm rot="18900000">
              <a:off x="1098570" y="2422198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79" name="箭號: 左-右雙向 578">
              <a:extLst>
                <a:ext uri="{FF2B5EF4-FFF2-40B4-BE49-F238E27FC236}">
                  <a16:creationId xmlns:a16="http://schemas.microsoft.com/office/drawing/2014/main" id="{F0C322CE-FB8C-4F79-972B-5BD14B73A662}"/>
                </a:ext>
              </a:extLst>
            </p:cNvPr>
            <p:cNvSpPr/>
            <p:nvPr/>
          </p:nvSpPr>
          <p:spPr>
            <a:xfrm rot="2700000">
              <a:off x="844160" y="3043671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80" name="箭號: 左-右雙向 579">
              <a:extLst>
                <a:ext uri="{FF2B5EF4-FFF2-40B4-BE49-F238E27FC236}">
                  <a16:creationId xmlns:a16="http://schemas.microsoft.com/office/drawing/2014/main" id="{F6172773-04E8-4AC7-A77B-A799B6E951A5}"/>
                </a:ext>
              </a:extLst>
            </p:cNvPr>
            <p:cNvSpPr/>
            <p:nvPr/>
          </p:nvSpPr>
          <p:spPr>
            <a:xfrm rot="2700000">
              <a:off x="844160" y="231192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581" name="群組 580">
            <a:extLst>
              <a:ext uri="{FF2B5EF4-FFF2-40B4-BE49-F238E27FC236}">
                <a16:creationId xmlns:a16="http://schemas.microsoft.com/office/drawing/2014/main" id="{B6B08C38-FD60-46BD-8421-9EFF6339A26F}"/>
              </a:ext>
            </a:extLst>
          </p:cNvPr>
          <p:cNvGrpSpPr/>
          <p:nvPr/>
        </p:nvGrpSpPr>
        <p:grpSpPr>
          <a:xfrm>
            <a:off x="5616480" y="2672429"/>
            <a:ext cx="720000" cy="720000"/>
            <a:chOff x="6578505" y="2619036"/>
            <a:chExt cx="763200" cy="763200"/>
          </a:xfrm>
        </p:grpSpPr>
        <p:sp>
          <p:nvSpPr>
            <p:cNvPr id="582" name="矩形: 圓角 581">
              <a:extLst>
                <a:ext uri="{FF2B5EF4-FFF2-40B4-BE49-F238E27FC236}">
                  <a16:creationId xmlns:a16="http://schemas.microsoft.com/office/drawing/2014/main" id="{D370F26E-5D5E-47AF-9856-629EE52E9D61}"/>
                </a:ext>
              </a:extLst>
            </p:cNvPr>
            <p:cNvSpPr/>
            <p:nvPr/>
          </p:nvSpPr>
          <p:spPr>
            <a:xfrm>
              <a:off x="6578505" y="2619036"/>
              <a:ext cx="763200" cy="7632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83" name="箭號: 左-右雙向 582">
              <a:extLst>
                <a:ext uri="{FF2B5EF4-FFF2-40B4-BE49-F238E27FC236}">
                  <a16:creationId xmlns:a16="http://schemas.microsoft.com/office/drawing/2014/main" id="{AB15B4CD-FAE2-42F6-95AF-80C05F11CD20}"/>
                </a:ext>
              </a:extLst>
            </p:cNvPr>
            <p:cNvSpPr/>
            <p:nvPr/>
          </p:nvSpPr>
          <p:spPr>
            <a:xfrm rot="5400000">
              <a:off x="6649457" y="2968181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84" name="箭號: 左-右雙向 583">
              <a:extLst>
                <a:ext uri="{FF2B5EF4-FFF2-40B4-BE49-F238E27FC236}">
                  <a16:creationId xmlns:a16="http://schemas.microsoft.com/office/drawing/2014/main" id="{BFB1F4AF-8039-42E8-9F24-6B1271A7C88A}"/>
                </a:ext>
              </a:extLst>
            </p:cNvPr>
            <p:cNvSpPr/>
            <p:nvPr/>
          </p:nvSpPr>
          <p:spPr>
            <a:xfrm rot="5400000">
              <a:off x="7125967" y="2968181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85" name="箭號: 左-右雙向 584">
              <a:extLst>
                <a:ext uri="{FF2B5EF4-FFF2-40B4-BE49-F238E27FC236}">
                  <a16:creationId xmlns:a16="http://schemas.microsoft.com/office/drawing/2014/main" id="{34799793-44A7-42CD-8C46-3A2D7CD65D93}"/>
                </a:ext>
              </a:extLst>
            </p:cNvPr>
            <p:cNvSpPr/>
            <p:nvPr/>
          </p:nvSpPr>
          <p:spPr>
            <a:xfrm>
              <a:off x="6719905" y="2799419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86" name="箭號: 左-右雙向 585">
              <a:extLst>
                <a:ext uri="{FF2B5EF4-FFF2-40B4-BE49-F238E27FC236}">
                  <a16:creationId xmlns:a16="http://schemas.microsoft.com/office/drawing/2014/main" id="{53A20709-521A-4474-A5E8-69B6D9C47B31}"/>
                </a:ext>
              </a:extLst>
            </p:cNvPr>
            <p:cNvSpPr/>
            <p:nvPr/>
          </p:nvSpPr>
          <p:spPr>
            <a:xfrm>
              <a:off x="7050045" y="3143217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87" name="箭號: 左-右雙向 586">
              <a:extLst>
                <a:ext uri="{FF2B5EF4-FFF2-40B4-BE49-F238E27FC236}">
                  <a16:creationId xmlns:a16="http://schemas.microsoft.com/office/drawing/2014/main" id="{EAB00B72-8E04-4923-893B-DA25E1136FD3}"/>
                </a:ext>
              </a:extLst>
            </p:cNvPr>
            <p:cNvSpPr/>
            <p:nvPr/>
          </p:nvSpPr>
          <p:spPr>
            <a:xfrm>
              <a:off x="6719905" y="3143218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88" name="箭號: 左-右雙向 587">
              <a:extLst>
                <a:ext uri="{FF2B5EF4-FFF2-40B4-BE49-F238E27FC236}">
                  <a16:creationId xmlns:a16="http://schemas.microsoft.com/office/drawing/2014/main" id="{2500308D-2C8F-4EF5-A871-88E3FC7C6504}"/>
                </a:ext>
              </a:extLst>
            </p:cNvPr>
            <p:cNvSpPr/>
            <p:nvPr/>
          </p:nvSpPr>
          <p:spPr>
            <a:xfrm>
              <a:off x="7050045" y="2799418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89" name="箭號: 左-右雙向 588">
              <a:extLst>
                <a:ext uri="{FF2B5EF4-FFF2-40B4-BE49-F238E27FC236}">
                  <a16:creationId xmlns:a16="http://schemas.microsoft.com/office/drawing/2014/main" id="{4F11B0D4-4E81-48CD-8387-7FF98C191641}"/>
                </a:ext>
              </a:extLst>
            </p:cNvPr>
            <p:cNvSpPr/>
            <p:nvPr/>
          </p:nvSpPr>
          <p:spPr>
            <a:xfrm rot="5400000">
              <a:off x="6881231" y="3211793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90" name="箭號: 左-右雙向 589">
              <a:extLst>
                <a:ext uri="{FF2B5EF4-FFF2-40B4-BE49-F238E27FC236}">
                  <a16:creationId xmlns:a16="http://schemas.microsoft.com/office/drawing/2014/main" id="{E68516C1-185C-40A3-97F5-8BFF47B7A09A}"/>
                </a:ext>
              </a:extLst>
            </p:cNvPr>
            <p:cNvSpPr/>
            <p:nvPr/>
          </p:nvSpPr>
          <p:spPr>
            <a:xfrm rot="5400000">
              <a:off x="6881231" y="2726249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</p:grpSp>
      <p:pic>
        <p:nvPicPr>
          <p:cNvPr id="643" name="圖片 642">
            <a:extLst>
              <a:ext uri="{FF2B5EF4-FFF2-40B4-BE49-F238E27FC236}">
                <a16:creationId xmlns:a16="http://schemas.microsoft.com/office/drawing/2014/main" id="{A23747C5-0412-496B-9780-365DCF1BB775}"/>
              </a:ext>
            </a:extLst>
          </p:cNvPr>
          <p:cNvPicPr>
            <a:picLocks noChangeAspect="1"/>
          </p:cNvPicPr>
          <p:nvPr/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66698"/>
          <a:stretch/>
        </p:blipFill>
        <p:spPr>
          <a:xfrm>
            <a:off x="3907856" y="116684"/>
            <a:ext cx="2089442" cy="503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763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D03FD956-D046-482E-9763-A4EC8DC46F0A}"/>
              </a:ext>
            </a:extLst>
          </p:cNvPr>
          <p:cNvGrpSpPr/>
          <p:nvPr/>
        </p:nvGrpSpPr>
        <p:grpSpPr>
          <a:xfrm>
            <a:off x="-107122" y="-446"/>
            <a:ext cx="10004132" cy="6120707"/>
            <a:chOff x="-112646" y="51493"/>
            <a:chExt cx="10004132" cy="6120707"/>
          </a:xfrm>
        </p:grpSpPr>
        <p:sp>
          <p:nvSpPr>
            <p:cNvPr id="260" name="矩形: 圓角 259">
              <a:extLst>
                <a:ext uri="{FF2B5EF4-FFF2-40B4-BE49-F238E27FC236}">
                  <a16:creationId xmlns:a16="http://schemas.microsoft.com/office/drawing/2014/main" id="{0E98C710-0167-4CF6-97D2-0852B1B511ED}"/>
                </a:ext>
              </a:extLst>
            </p:cNvPr>
            <p:cNvSpPr/>
            <p:nvPr/>
          </p:nvSpPr>
          <p:spPr>
            <a:xfrm>
              <a:off x="6597486" y="51493"/>
              <a:ext cx="3294000" cy="6120707"/>
            </a:xfrm>
            <a:prstGeom prst="roundRect">
              <a:avLst>
                <a:gd name="adj" fmla="val 7772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pic>
          <p:nvPicPr>
            <p:cNvPr id="448" name="圖片 447">
              <a:extLst>
                <a:ext uri="{FF2B5EF4-FFF2-40B4-BE49-F238E27FC236}">
                  <a16:creationId xmlns:a16="http://schemas.microsoft.com/office/drawing/2014/main" id="{B25E9F7F-831A-4023-97B3-F766FFC1D8A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372" t="20398" r="28568" b="12447"/>
            <a:stretch/>
          </p:blipFill>
          <p:spPr>
            <a:xfrm>
              <a:off x="8962616" y="1960745"/>
              <a:ext cx="720000" cy="717490"/>
            </a:xfrm>
            <a:prstGeom prst="rect">
              <a:avLst/>
            </a:prstGeom>
          </p:spPr>
        </p:pic>
        <p:pic>
          <p:nvPicPr>
            <p:cNvPr id="449" name="圖片 448">
              <a:extLst>
                <a:ext uri="{FF2B5EF4-FFF2-40B4-BE49-F238E27FC236}">
                  <a16:creationId xmlns:a16="http://schemas.microsoft.com/office/drawing/2014/main" id="{C9D4781D-ABD1-466E-A985-889A076C391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372" t="20398" r="28340" b="12447"/>
            <a:stretch/>
          </p:blipFill>
          <p:spPr>
            <a:xfrm>
              <a:off x="6764024" y="3852929"/>
              <a:ext cx="720000" cy="709813"/>
            </a:xfrm>
            <a:prstGeom prst="rect">
              <a:avLst/>
            </a:prstGeom>
          </p:spPr>
        </p:pic>
        <p:pic>
          <p:nvPicPr>
            <p:cNvPr id="450" name="圖片 449">
              <a:extLst>
                <a:ext uri="{FF2B5EF4-FFF2-40B4-BE49-F238E27FC236}">
                  <a16:creationId xmlns:a16="http://schemas.microsoft.com/office/drawing/2014/main" id="{D0156FBB-D1E4-4CFD-8EBC-67001E88ECB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372" t="20398" r="28568" b="12447"/>
            <a:stretch/>
          </p:blipFill>
          <p:spPr>
            <a:xfrm>
              <a:off x="7774690" y="1136921"/>
              <a:ext cx="720000" cy="717490"/>
            </a:xfrm>
            <a:prstGeom prst="rect">
              <a:avLst/>
            </a:prstGeom>
          </p:spPr>
        </p:pic>
        <p:pic>
          <p:nvPicPr>
            <p:cNvPr id="451" name="圖片 450">
              <a:extLst>
                <a:ext uri="{FF2B5EF4-FFF2-40B4-BE49-F238E27FC236}">
                  <a16:creationId xmlns:a16="http://schemas.microsoft.com/office/drawing/2014/main" id="{4971573F-41EA-474F-8B6E-F2F280DB0EC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372" t="20398" r="28568" b="12447"/>
            <a:stretch/>
          </p:blipFill>
          <p:spPr>
            <a:xfrm>
              <a:off x="7884105" y="4549150"/>
              <a:ext cx="720000" cy="717490"/>
            </a:xfrm>
            <a:prstGeom prst="rect">
              <a:avLst/>
            </a:prstGeom>
          </p:spPr>
        </p:pic>
        <p:pic>
          <p:nvPicPr>
            <p:cNvPr id="452" name="圖片 451">
              <a:extLst>
                <a:ext uri="{FF2B5EF4-FFF2-40B4-BE49-F238E27FC236}">
                  <a16:creationId xmlns:a16="http://schemas.microsoft.com/office/drawing/2014/main" id="{47A43A2D-1598-46F7-8346-1D819C4340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964152" y="3840697"/>
              <a:ext cx="720000" cy="722045"/>
            </a:xfrm>
            <a:prstGeom prst="rect">
              <a:avLst/>
            </a:prstGeom>
          </p:spPr>
        </p:pic>
        <p:pic>
          <p:nvPicPr>
            <p:cNvPr id="453" name="圖片 452">
              <a:extLst>
                <a:ext uri="{FF2B5EF4-FFF2-40B4-BE49-F238E27FC236}">
                  <a16:creationId xmlns:a16="http://schemas.microsoft.com/office/drawing/2014/main" id="{5EFE2B9A-4862-4D31-9584-6030A9E9CA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66060" y="1960745"/>
              <a:ext cx="720000" cy="721752"/>
            </a:xfrm>
            <a:prstGeom prst="rect">
              <a:avLst/>
            </a:prstGeom>
          </p:spPr>
        </p:pic>
        <p:grpSp>
          <p:nvGrpSpPr>
            <p:cNvPr id="454" name="群組 453">
              <a:extLst>
                <a:ext uri="{FF2B5EF4-FFF2-40B4-BE49-F238E27FC236}">
                  <a16:creationId xmlns:a16="http://schemas.microsoft.com/office/drawing/2014/main" id="{9E70915C-955D-4A0C-B36C-760C9A46A6DE}"/>
                </a:ext>
              </a:extLst>
            </p:cNvPr>
            <p:cNvGrpSpPr/>
            <p:nvPr/>
          </p:nvGrpSpPr>
          <p:grpSpPr>
            <a:xfrm>
              <a:off x="7974242" y="1141166"/>
              <a:ext cx="414111" cy="435433"/>
              <a:chOff x="7969706" y="-605877"/>
              <a:chExt cx="414111" cy="435433"/>
            </a:xfrm>
          </p:grpSpPr>
          <p:grpSp>
            <p:nvGrpSpPr>
              <p:cNvPr id="455" name="群組 454">
                <a:extLst>
                  <a:ext uri="{FF2B5EF4-FFF2-40B4-BE49-F238E27FC236}">
                    <a16:creationId xmlns:a16="http://schemas.microsoft.com/office/drawing/2014/main" id="{B797C8B8-DF35-4DB1-B450-0E7C9584D6A5}"/>
                  </a:ext>
                </a:extLst>
              </p:cNvPr>
              <p:cNvGrpSpPr/>
              <p:nvPr/>
            </p:nvGrpSpPr>
            <p:grpSpPr>
              <a:xfrm>
                <a:off x="8100260" y="-309536"/>
                <a:ext cx="76622" cy="73502"/>
                <a:chOff x="1373392" y="2391862"/>
                <a:chExt cx="479433" cy="476535"/>
              </a:xfrm>
            </p:grpSpPr>
            <p:sp>
              <p:nvSpPr>
                <p:cNvPr id="458" name="箭號: 向右 457">
                  <a:extLst>
                    <a:ext uri="{FF2B5EF4-FFF2-40B4-BE49-F238E27FC236}">
                      <a16:creationId xmlns:a16="http://schemas.microsoft.com/office/drawing/2014/main" id="{4E172C78-A27A-4754-8420-BD60695AECEF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59" name="箭號: 向右 458">
                  <a:extLst>
                    <a:ext uri="{FF2B5EF4-FFF2-40B4-BE49-F238E27FC236}">
                      <a16:creationId xmlns:a16="http://schemas.microsoft.com/office/drawing/2014/main" id="{A86B7B00-0450-416B-89E9-27C94340C5D9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50" dirty="0">
                    <a:solidFill>
                      <a:schemeClr val="tx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6" name="文字方塊 455">
                    <a:extLst>
                      <a:ext uri="{FF2B5EF4-FFF2-40B4-BE49-F238E27FC236}">
                        <a16:creationId xmlns:a16="http://schemas.microsoft.com/office/drawing/2014/main" id="{319A5377-32D5-464B-B1AA-2D677062A54A}"/>
                      </a:ext>
                    </a:extLst>
                  </p:cNvPr>
                  <p:cNvSpPr txBox="1"/>
                  <p:nvPr/>
                </p:nvSpPr>
                <p:spPr>
                  <a:xfrm>
                    <a:off x="7969706" y="-605877"/>
                    <a:ext cx="290616" cy="28321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1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15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15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150" dirty="0"/>
                  </a:p>
                </p:txBody>
              </p:sp>
            </mc:Choice>
            <mc:Fallback xmlns="">
              <p:sp>
                <p:nvSpPr>
                  <p:cNvPr id="456" name="文字方塊 455">
                    <a:extLst>
                      <a:ext uri="{FF2B5EF4-FFF2-40B4-BE49-F238E27FC236}">
                        <a16:creationId xmlns:a16="http://schemas.microsoft.com/office/drawing/2014/main" id="{319A5377-32D5-464B-B1AA-2D677062A54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69706" y="-605877"/>
                    <a:ext cx="290616" cy="28321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7" name="文字方塊 456">
                    <a:extLst>
                      <a:ext uri="{FF2B5EF4-FFF2-40B4-BE49-F238E27FC236}">
                        <a16:creationId xmlns:a16="http://schemas.microsoft.com/office/drawing/2014/main" id="{6EB068FD-BDD9-4797-95C9-1A688D153E27}"/>
                      </a:ext>
                    </a:extLst>
                  </p:cNvPr>
                  <p:cNvSpPr txBox="1"/>
                  <p:nvPr/>
                </p:nvSpPr>
                <p:spPr>
                  <a:xfrm>
                    <a:off x="8126327" y="-439748"/>
                    <a:ext cx="257490" cy="26930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1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15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15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150" dirty="0"/>
                  </a:p>
                </p:txBody>
              </p:sp>
            </mc:Choice>
            <mc:Fallback xmlns="">
              <p:sp>
                <p:nvSpPr>
                  <p:cNvPr id="457" name="文字方塊 456">
                    <a:extLst>
                      <a:ext uri="{FF2B5EF4-FFF2-40B4-BE49-F238E27FC236}">
                        <a16:creationId xmlns:a16="http://schemas.microsoft.com/office/drawing/2014/main" id="{6EB068FD-BDD9-4797-95C9-1A688D153E2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26327" y="-439748"/>
                    <a:ext cx="257490" cy="26930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4762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0" name="文字方塊 459">
                  <a:extLst>
                    <a:ext uri="{FF2B5EF4-FFF2-40B4-BE49-F238E27FC236}">
                      <a16:creationId xmlns:a16="http://schemas.microsoft.com/office/drawing/2014/main" id="{F33CD02F-32C5-4FDE-8D81-7F0AD7557FA3}"/>
                    </a:ext>
                  </a:extLst>
                </p:cNvPr>
                <p:cNvSpPr txBox="1"/>
                <p:nvPr/>
              </p:nvSpPr>
              <p:spPr>
                <a:xfrm>
                  <a:off x="7252046" y="937004"/>
                  <a:ext cx="167359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m:rPr>
                                <m:nor/>
                              </m:rPr>
                              <a:rPr lang="en-US" altLang="zh-TW" sz="120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460" name="文字方塊 459">
                  <a:extLst>
                    <a:ext uri="{FF2B5EF4-FFF2-40B4-BE49-F238E27FC236}">
                      <a16:creationId xmlns:a16="http://schemas.microsoft.com/office/drawing/2014/main" id="{F33CD02F-32C5-4FDE-8D81-7F0AD7557F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52046" y="937004"/>
                  <a:ext cx="1673596" cy="276999"/>
                </a:xfrm>
                <a:prstGeom prst="rect">
                  <a:avLst/>
                </a:prstGeom>
                <a:blipFill>
                  <a:blip r:embed="rId7"/>
                  <a:stretch>
                    <a:fillRect b="-434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1" name="文字方塊 460">
                  <a:extLst>
                    <a:ext uri="{FF2B5EF4-FFF2-40B4-BE49-F238E27FC236}">
                      <a16:creationId xmlns:a16="http://schemas.microsoft.com/office/drawing/2014/main" id="{5C457A85-F5E6-4E5B-8123-8D27999A159B}"/>
                    </a:ext>
                  </a:extLst>
                </p:cNvPr>
                <p:cNvSpPr txBox="1"/>
                <p:nvPr/>
              </p:nvSpPr>
              <p:spPr>
                <a:xfrm>
                  <a:off x="6470490" y="3632919"/>
                  <a:ext cx="115018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461" name="文字方塊 460">
                  <a:extLst>
                    <a:ext uri="{FF2B5EF4-FFF2-40B4-BE49-F238E27FC236}">
                      <a16:creationId xmlns:a16="http://schemas.microsoft.com/office/drawing/2014/main" id="{5C457A85-F5E6-4E5B-8123-8D27999A15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70490" y="3632919"/>
                  <a:ext cx="1150186" cy="276999"/>
                </a:xfrm>
                <a:prstGeom prst="rect">
                  <a:avLst/>
                </a:prstGeom>
                <a:blipFill>
                  <a:blip r:embed="rId8"/>
                  <a:stretch>
                    <a:fillRect b="-434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2" name="文字方塊 461">
                  <a:extLst>
                    <a:ext uri="{FF2B5EF4-FFF2-40B4-BE49-F238E27FC236}">
                      <a16:creationId xmlns:a16="http://schemas.microsoft.com/office/drawing/2014/main" id="{631CC03F-A753-44B4-8E03-F63F8FEB0564}"/>
                    </a:ext>
                  </a:extLst>
                </p:cNvPr>
                <p:cNvSpPr txBox="1"/>
                <p:nvPr/>
              </p:nvSpPr>
              <p:spPr>
                <a:xfrm>
                  <a:off x="8645268" y="1709096"/>
                  <a:ext cx="115018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462" name="文字方塊 461">
                  <a:extLst>
                    <a:ext uri="{FF2B5EF4-FFF2-40B4-BE49-F238E27FC236}">
                      <a16:creationId xmlns:a16="http://schemas.microsoft.com/office/drawing/2014/main" id="{631CC03F-A753-44B4-8E03-F63F8FEB05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5268" y="1709096"/>
                  <a:ext cx="1150186" cy="276999"/>
                </a:xfrm>
                <a:prstGeom prst="rect">
                  <a:avLst/>
                </a:prstGeom>
                <a:blipFill>
                  <a:blip r:embed="rId9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3" name="文字方塊 462">
                  <a:extLst>
                    <a:ext uri="{FF2B5EF4-FFF2-40B4-BE49-F238E27FC236}">
                      <a16:creationId xmlns:a16="http://schemas.microsoft.com/office/drawing/2014/main" id="{46C1307E-2980-4DAB-A6B7-CEE913808A18}"/>
                    </a:ext>
                  </a:extLst>
                </p:cNvPr>
                <p:cNvSpPr txBox="1"/>
                <p:nvPr/>
              </p:nvSpPr>
              <p:spPr>
                <a:xfrm>
                  <a:off x="7606943" y="4316536"/>
                  <a:ext cx="115018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463" name="文字方塊 462">
                  <a:extLst>
                    <a:ext uri="{FF2B5EF4-FFF2-40B4-BE49-F238E27FC236}">
                      <a16:creationId xmlns:a16="http://schemas.microsoft.com/office/drawing/2014/main" id="{46C1307E-2980-4DAB-A6B7-CEE913808A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06943" y="4316536"/>
                  <a:ext cx="1150186" cy="27699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64" name="圖片 463">
              <a:extLst>
                <a:ext uri="{FF2B5EF4-FFF2-40B4-BE49-F238E27FC236}">
                  <a16:creationId xmlns:a16="http://schemas.microsoft.com/office/drawing/2014/main" id="{4FDAEC51-17B6-4C58-B6B8-37F90B1A0F5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781" t="8908" r="4868" b="70278"/>
            <a:stretch/>
          </p:blipFill>
          <p:spPr>
            <a:xfrm>
              <a:off x="8499783" y="1133495"/>
              <a:ext cx="236737" cy="75499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5" name="文字方塊 464">
                  <a:extLst>
                    <a:ext uri="{FF2B5EF4-FFF2-40B4-BE49-F238E27FC236}">
                      <a16:creationId xmlns:a16="http://schemas.microsoft.com/office/drawing/2014/main" id="{0A313CC4-F978-4904-8573-CDCAFAC4B2DC}"/>
                    </a:ext>
                  </a:extLst>
                </p:cNvPr>
                <p:cNvSpPr txBox="1"/>
                <p:nvPr/>
              </p:nvSpPr>
              <p:spPr>
                <a:xfrm rot="5400000">
                  <a:off x="8392045" y="1505670"/>
                  <a:ext cx="39952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140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 sz="14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zh-TW" sz="1400"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altLang="zh-TW" sz="1400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 xmlns="">
            <p:sp>
              <p:nvSpPr>
                <p:cNvPr id="465" name="文字方塊 464">
                  <a:extLst>
                    <a:ext uri="{FF2B5EF4-FFF2-40B4-BE49-F238E27FC236}">
                      <a16:creationId xmlns:a16="http://schemas.microsoft.com/office/drawing/2014/main" id="{0A313CC4-F978-4904-8573-CDCAFAC4B2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8392045" y="1505670"/>
                  <a:ext cx="399520" cy="30777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66" name="直線接點 465">
              <a:extLst>
                <a:ext uri="{FF2B5EF4-FFF2-40B4-BE49-F238E27FC236}">
                  <a16:creationId xmlns:a16="http://schemas.microsoft.com/office/drawing/2014/main" id="{4BF40CAD-6046-44C2-B4F5-5A27918B2066}"/>
                </a:ext>
              </a:extLst>
            </p:cNvPr>
            <p:cNvCxnSpPr>
              <a:cxnSpLocks/>
            </p:cNvCxnSpPr>
            <p:nvPr/>
          </p:nvCxnSpPr>
          <p:spPr>
            <a:xfrm>
              <a:off x="7380913" y="3445557"/>
              <a:ext cx="650875" cy="0"/>
            </a:xfrm>
            <a:prstGeom prst="line">
              <a:avLst/>
            </a:prstGeom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67" name="直線接點 466">
              <a:extLst>
                <a:ext uri="{FF2B5EF4-FFF2-40B4-BE49-F238E27FC236}">
                  <a16:creationId xmlns:a16="http://schemas.microsoft.com/office/drawing/2014/main" id="{CE2CA8F3-023E-4C8B-AA94-F5FE6DB6BB2C}"/>
                </a:ext>
              </a:extLst>
            </p:cNvPr>
            <p:cNvCxnSpPr>
              <a:cxnSpLocks/>
            </p:cNvCxnSpPr>
            <p:nvPr/>
          </p:nvCxnSpPr>
          <p:spPr>
            <a:xfrm>
              <a:off x="8478193" y="3774170"/>
              <a:ext cx="418783" cy="0"/>
            </a:xfrm>
            <a:prstGeom prst="line">
              <a:avLst/>
            </a:prstGeom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68" name="直線接點 467">
              <a:extLst>
                <a:ext uri="{FF2B5EF4-FFF2-40B4-BE49-F238E27FC236}">
                  <a16:creationId xmlns:a16="http://schemas.microsoft.com/office/drawing/2014/main" id="{105D9268-2EF8-40DC-9268-F32DFD3254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86601" y="3659213"/>
              <a:ext cx="332143" cy="321332"/>
            </a:xfrm>
            <a:prstGeom prst="line">
              <a:avLst/>
            </a:prstGeom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0" name="文字方塊 469">
                  <a:extLst>
                    <a:ext uri="{FF2B5EF4-FFF2-40B4-BE49-F238E27FC236}">
                      <a16:creationId xmlns:a16="http://schemas.microsoft.com/office/drawing/2014/main" id="{86300664-78EC-4AA0-8ECE-98D31B6DCCB8}"/>
                    </a:ext>
                  </a:extLst>
                </p:cNvPr>
                <p:cNvSpPr txBox="1"/>
                <p:nvPr/>
              </p:nvSpPr>
              <p:spPr>
                <a:xfrm>
                  <a:off x="6545451" y="1697793"/>
                  <a:ext cx="115018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/2,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470" name="文字方塊 469">
                  <a:extLst>
                    <a:ext uri="{FF2B5EF4-FFF2-40B4-BE49-F238E27FC236}">
                      <a16:creationId xmlns:a16="http://schemas.microsoft.com/office/drawing/2014/main" id="{86300664-78EC-4AA0-8ECE-98D31B6DCC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5451" y="1697793"/>
                  <a:ext cx="1150186" cy="276999"/>
                </a:xfrm>
                <a:prstGeom prst="rect">
                  <a:avLst/>
                </a:prstGeom>
                <a:blipFill>
                  <a:blip r:embed="rId13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1" name="文字方塊 470">
                  <a:extLst>
                    <a:ext uri="{FF2B5EF4-FFF2-40B4-BE49-F238E27FC236}">
                      <a16:creationId xmlns:a16="http://schemas.microsoft.com/office/drawing/2014/main" id="{53E50642-CCEF-4655-AB7C-2F656D5F2640}"/>
                    </a:ext>
                  </a:extLst>
                </p:cNvPr>
                <p:cNvSpPr txBox="1"/>
                <p:nvPr/>
              </p:nvSpPr>
              <p:spPr>
                <a:xfrm>
                  <a:off x="8807224" y="3632919"/>
                  <a:ext cx="98820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/2,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471" name="文字方塊 470">
                  <a:extLst>
                    <a:ext uri="{FF2B5EF4-FFF2-40B4-BE49-F238E27FC236}">
                      <a16:creationId xmlns:a16="http://schemas.microsoft.com/office/drawing/2014/main" id="{53E50642-CCEF-4655-AB7C-2F656D5F26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07224" y="3632919"/>
                  <a:ext cx="988200" cy="276999"/>
                </a:xfrm>
                <a:prstGeom prst="rect">
                  <a:avLst/>
                </a:prstGeom>
                <a:blipFill>
                  <a:blip r:embed="rId14"/>
                  <a:stretch>
                    <a:fillRect b="-434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74" name="圖片 473">
              <a:extLst>
                <a:ext uri="{FF2B5EF4-FFF2-40B4-BE49-F238E27FC236}">
                  <a16:creationId xmlns:a16="http://schemas.microsoft.com/office/drawing/2014/main" id="{A7227FDE-2FB4-4696-AB9E-E58300828D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7810334" y="3156059"/>
              <a:ext cx="868304" cy="901700"/>
            </a:xfrm>
            <a:prstGeom prst="rect">
              <a:avLst/>
            </a:prstGeom>
          </p:spPr>
        </p:pic>
        <p:grpSp>
          <p:nvGrpSpPr>
            <p:cNvPr id="476" name="群組 475">
              <a:extLst>
                <a:ext uri="{FF2B5EF4-FFF2-40B4-BE49-F238E27FC236}">
                  <a16:creationId xmlns:a16="http://schemas.microsoft.com/office/drawing/2014/main" id="{F5D448A1-0EB6-4689-8FB1-8C87B6288B5E}"/>
                </a:ext>
              </a:extLst>
            </p:cNvPr>
            <p:cNvGrpSpPr/>
            <p:nvPr/>
          </p:nvGrpSpPr>
          <p:grpSpPr>
            <a:xfrm>
              <a:off x="7874222" y="5342260"/>
              <a:ext cx="720000" cy="720000"/>
              <a:chOff x="801581" y="4966326"/>
              <a:chExt cx="1150186" cy="1150186"/>
            </a:xfrm>
          </p:grpSpPr>
          <p:sp>
            <p:nvSpPr>
              <p:cNvPr id="477" name="矩形: 圓角 476">
                <a:extLst>
                  <a:ext uri="{FF2B5EF4-FFF2-40B4-BE49-F238E27FC236}">
                    <a16:creationId xmlns:a16="http://schemas.microsoft.com/office/drawing/2014/main" id="{4347DAF8-10E4-4799-BC88-BF851D35BADA}"/>
                  </a:ext>
                </a:extLst>
              </p:cNvPr>
              <p:cNvSpPr/>
              <p:nvPr/>
            </p:nvSpPr>
            <p:spPr>
              <a:xfrm>
                <a:off x="801581" y="4966326"/>
                <a:ext cx="1150186" cy="1150186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478" name="橢圓 477">
                <a:extLst>
                  <a:ext uri="{FF2B5EF4-FFF2-40B4-BE49-F238E27FC236}">
                    <a16:creationId xmlns:a16="http://schemas.microsoft.com/office/drawing/2014/main" id="{84C425DC-F46C-4C7E-808E-E7370435ABEF}"/>
                  </a:ext>
                </a:extLst>
              </p:cNvPr>
              <p:cNvSpPr/>
              <p:nvPr/>
            </p:nvSpPr>
            <p:spPr>
              <a:xfrm>
                <a:off x="1269795" y="5070149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479" name="橢圓 478">
                <a:extLst>
                  <a:ext uri="{FF2B5EF4-FFF2-40B4-BE49-F238E27FC236}">
                    <a16:creationId xmlns:a16="http://schemas.microsoft.com/office/drawing/2014/main" id="{4011C7FC-9200-44FB-A15D-79E4D642088A}"/>
                  </a:ext>
                </a:extLst>
              </p:cNvPr>
              <p:cNvSpPr/>
              <p:nvPr/>
            </p:nvSpPr>
            <p:spPr>
              <a:xfrm>
                <a:off x="1269795" y="5805606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480" name="橢圓 479">
                <a:extLst>
                  <a:ext uri="{FF2B5EF4-FFF2-40B4-BE49-F238E27FC236}">
                    <a16:creationId xmlns:a16="http://schemas.microsoft.com/office/drawing/2014/main" id="{32F8CE78-00AD-4B4F-88FA-181AE78F6C2C}"/>
                  </a:ext>
                </a:extLst>
              </p:cNvPr>
              <p:cNvSpPr/>
              <p:nvPr/>
            </p:nvSpPr>
            <p:spPr>
              <a:xfrm>
                <a:off x="1633048" y="5442907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481" name="橢圓 480">
                <a:extLst>
                  <a:ext uri="{FF2B5EF4-FFF2-40B4-BE49-F238E27FC236}">
                    <a16:creationId xmlns:a16="http://schemas.microsoft.com/office/drawing/2014/main" id="{7382C115-71BC-4DE7-8CAB-A09F81D6F13F}"/>
                  </a:ext>
                </a:extLst>
              </p:cNvPr>
              <p:cNvSpPr/>
              <p:nvPr/>
            </p:nvSpPr>
            <p:spPr>
              <a:xfrm>
                <a:off x="895950" y="5442907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482" name="橢圓 481">
                <a:extLst>
                  <a:ext uri="{FF2B5EF4-FFF2-40B4-BE49-F238E27FC236}">
                    <a16:creationId xmlns:a16="http://schemas.microsoft.com/office/drawing/2014/main" id="{92A99A6E-DC93-4527-B6B9-3CE7499B18CA}"/>
                  </a:ext>
                </a:extLst>
              </p:cNvPr>
              <p:cNvSpPr/>
              <p:nvPr/>
            </p:nvSpPr>
            <p:spPr>
              <a:xfrm>
                <a:off x="1006324" y="5710453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483" name="橢圓 482">
                <a:extLst>
                  <a:ext uri="{FF2B5EF4-FFF2-40B4-BE49-F238E27FC236}">
                    <a16:creationId xmlns:a16="http://schemas.microsoft.com/office/drawing/2014/main" id="{CCC4D938-B3D7-4B22-BF74-89C7806B6DAB}"/>
                  </a:ext>
                </a:extLst>
              </p:cNvPr>
              <p:cNvSpPr/>
              <p:nvPr/>
            </p:nvSpPr>
            <p:spPr>
              <a:xfrm>
                <a:off x="1006324" y="5181504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484" name="橢圓 483">
                <a:extLst>
                  <a:ext uri="{FF2B5EF4-FFF2-40B4-BE49-F238E27FC236}">
                    <a16:creationId xmlns:a16="http://schemas.microsoft.com/office/drawing/2014/main" id="{F144CFB2-6258-488F-A123-D82A14BB148A}"/>
                  </a:ext>
                </a:extLst>
              </p:cNvPr>
              <p:cNvSpPr/>
              <p:nvPr/>
            </p:nvSpPr>
            <p:spPr>
              <a:xfrm>
                <a:off x="1531150" y="5710453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485" name="橢圓 484">
                <a:extLst>
                  <a:ext uri="{FF2B5EF4-FFF2-40B4-BE49-F238E27FC236}">
                    <a16:creationId xmlns:a16="http://schemas.microsoft.com/office/drawing/2014/main" id="{2EC38CF1-9648-43C2-87B1-98702B53F0C6}"/>
                  </a:ext>
                </a:extLst>
              </p:cNvPr>
              <p:cNvSpPr/>
              <p:nvPr/>
            </p:nvSpPr>
            <p:spPr>
              <a:xfrm>
                <a:off x="1531150" y="5181504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486" name="等腰三角形 485">
                <a:extLst>
                  <a:ext uri="{FF2B5EF4-FFF2-40B4-BE49-F238E27FC236}">
                    <a16:creationId xmlns:a16="http://schemas.microsoft.com/office/drawing/2014/main" id="{887FEAA2-70C1-41E2-A72B-5EBCF730AEA3}"/>
                  </a:ext>
                </a:extLst>
              </p:cNvPr>
              <p:cNvSpPr/>
              <p:nvPr/>
            </p:nvSpPr>
            <p:spPr>
              <a:xfrm rot="5400000" flipH="1">
                <a:off x="1342194" y="5038456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487" name="等腰三角形 486">
                <a:extLst>
                  <a:ext uri="{FF2B5EF4-FFF2-40B4-BE49-F238E27FC236}">
                    <a16:creationId xmlns:a16="http://schemas.microsoft.com/office/drawing/2014/main" id="{ABCFFC81-C04C-4CBB-B057-00DFA3C95394}"/>
                  </a:ext>
                </a:extLst>
              </p:cNvPr>
              <p:cNvSpPr/>
              <p:nvPr/>
            </p:nvSpPr>
            <p:spPr>
              <a:xfrm rot="5400000" flipH="1">
                <a:off x="1342194" y="5772548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488" name="等腰三角形 487">
                <a:extLst>
                  <a:ext uri="{FF2B5EF4-FFF2-40B4-BE49-F238E27FC236}">
                    <a16:creationId xmlns:a16="http://schemas.microsoft.com/office/drawing/2014/main" id="{672298CF-BFAD-4524-A1B3-375BC8808FF9}"/>
                  </a:ext>
                </a:extLst>
              </p:cNvPr>
              <p:cNvSpPr/>
              <p:nvPr/>
            </p:nvSpPr>
            <p:spPr>
              <a:xfrm rot="5400000" flipH="1">
                <a:off x="968349" y="5413782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489" name="等腰三角形 488">
                <a:extLst>
                  <a:ext uri="{FF2B5EF4-FFF2-40B4-BE49-F238E27FC236}">
                    <a16:creationId xmlns:a16="http://schemas.microsoft.com/office/drawing/2014/main" id="{8866D73F-83AC-4FA3-A3BD-73876E777EA9}"/>
                  </a:ext>
                </a:extLst>
              </p:cNvPr>
              <p:cNvSpPr/>
              <p:nvPr/>
            </p:nvSpPr>
            <p:spPr>
              <a:xfrm rot="5400000" flipH="1">
                <a:off x="1078723" y="5148532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490" name="等腰三角形 489">
                <a:extLst>
                  <a:ext uri="{FF2B5EF4-FFF2-40B4-BE49-F238E27FC236}">
                    <a16:creationId xmlns:a16="http://schemas.microsoft.com/office/drawing/2014/main" id="{11B8E0C9-00E1-4425-BD53-A178C82DBF97}"/>
                  </a:ext>
                </a:extLst>
              </p:cNvPr>
              <p:cNvSpPr/>
              <p:nvPr/>
            </p:nvSpPr>
            <p:spPr>
              <a:xfrm rot="5400000" flipH="1">
                <a:off x="1078723" y="5678198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491" name="等腰三角形 490">
                <a:extLst>
                  <a:ext uri="{FF2B5EF4-FFF2-40B4-BE49-F238E27FC236}">
                    <a16:creationId xmlns:a16="http://schemas.microsoft.com/office/drawing/2014/main" id="{4BEBB870-C998-42FB-AB64-6768792D3C65}"/>
                  </a:ext>
                </a:extLst>
              </p:cNvPr>
              <p:cNvSpPr/>
              <p:nvPr/>
            </p:nvSpPr>
            <p:spPr>
              <a:xfrm rot="5400000" flipH="1">
                <a:off x="1603549" y="5148532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492" name="等腰三角形 491">
                <a:extLst>
                  <a:ext uri="{FF2B5EF4-FFF2-40B4-BE49-F238E27FC236}">
                    <a16:creationId xmlns:a16="http://schemas.microsoft.com/office/drawing/2014/main" id="{6E47A69F-5D7C-4839-8808-1E5D8B688E05}"/>
                  </a:ext>
                </a:extLst>
              </p:cNvPr>
              <p:cNvSpPr/>
              <p:nvPr/>
            </p:nvSpPr>
            <p:spPr>
              <a:xfrm rot="5400000" flipH="1">
                <a:off x="1603549" y="5678198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493" name="等腰三角形 492">
                <a:extLst>
                  <a:ext uri="{FF2B5EF4-FFF2-40B4-BE49-F238E27FC236}">
                    <a16:creationId xmlns:a16="http://schemas.microsoft.com/office/drawing/2014/main" id="{27FCD585-1A51-431B-8E1A-05AE8CE2C9FD}"/>
                  </a:ext>
                </a:extLst>
              </p:cNvPr>
              <p:cNvSpPr/>
              <p:nvPr/>
            </p:nvSpPr>
            <p:spPr>
              <a:xfrm rot="5400000" flipH="1">
                <a:off x="1705447" y="5413782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0" name="文字方塊 499">
                  <a:extLst>
                    <a:ext uri="{FF2B5EF4-FFF2-40B4-BE49-F238E27FC236}">
                      <a16:creationId xmlns:a16="http://schemas.microsoft.com/office/drawing/2014/main" id="{3CD0F010-AACF-4ED0-B89E-C4CD8E41ED38}"/>
                    </a:ext>
                  </a:extLst>
                </p:cNvPr>
                <p:cNvSpPr txBox="1"/>
                <p:nvPr/>
              </p:nvSpPr>
              <p:spPr>
                <a:xfrm>
                  <a:off x="7828559" y="1638919"/>
                  <a:ext cx="612129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1100" dirty="0"/>
                </a:p>
              </p:txBody>
            </p:sp>
          </mc:Choice>
          <mc:Fallback xmlns="">
            <p:sp>
              <p:nvSpPr>
                <p:cNvPr id="500" name="文字方塊 499">
                  <a:extLst>
                    <a:ext uri="{FF2B5EF4-FFF2-40B4-BE49-F238E27FC236}">
                      <a16:creationId xmlns:a16="http://schemas.microsoft.com/office/drawing/2014/main" id="{3CD0F010-AACF-4ED0-B89E-C4CD8E41ED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28559" y="1638919"/>
                  <a:ext cx="612129" cy="261610"/>
                </a:xfrm>
                <a:prstGeom prst="rect">
                  <a:avLst/>
                </a:prstGeom>
                <a:blipFill>
                  <a:blip r:embed="rId16"/>
                  <a:stretch>
                    <a:fillRect b="-232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01" name="群組 500">
              <a:extLst>
                <a:ext uri="{FF2B5EF4-FFF2-40B4-BE49-F238E27FC236}">
                  <a16:creationId xmlns:a16="http://schemas.microsoft.com/office/drawing/2014/main" id="{91D2220D-5DD6-416F-B3EC-8BE0E30C8611}"/>
                </a:ext>
              </a:extLst>
            </p:cNvPr>
            <p:cNvGrpSpPr/>
            <p:nvPr/>
          </p:nvGrpSpPr>
          <p:grpSpPr>
            <a:xfrm>
              <a:off x="7762710" y="1892699"/>
              <a:ext cx="720000" cy="720000"/>
              <a:chOff x="3481679" y="1553308"/>
              <a:chExt cx="1150186" cy="1150186"/>
            </a:xfrm>
          </p:grpSpPr>
          <p:sp>
            <p:nvSpPr>
              <p:cNvPr id="502" name="矩形: 圓角 501">
                <a:extLst>
                  <a:ext uri="{FF2B5EF4-FFF2-40B4-BE49-F238E27FC236}">
                    <a16:creationId xmlns:a16="http://schemas.microsoft.com/office/drawing/2014/main" id="{10F9AC01-CF3E-4C66-8647-735EC83F84D1}"/>
                  </a:ext>
                </a:extLst>
              </p:cNvPr>
              <p:cNvSpPr/>
              <p:nvPr/>
            </p:nvSpPr>
            <p:spPr>
              <a:xfrm>
                <a:off x="3481679" y="1553308"/>
                <a:ext cx="1150186" cy="1150186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 dirty="0"/>
              </a:p>
            </p:txBody>
          </p:sp>
          <p:sp>
            <p:nvSpPr>
              <p:cNvPr id="503" name="橢圓 502">
                <a:extLst>
                  <a:ext uri="{FF2B5EF4-FFF2-40B4-BE49-F238E27FC236}">
                    <a16:creationId xmlns:a16="http://schemas.microsoft.com/office/drawing/2014/main" id="{755155C2-4684-40A6-B6A4-9DA545B51BE9}"/>
                  </a:ext>
                </a:extLst>
              </p:cNvPr>
              <p:cNvSpPr/>
              <p:nvPr/>
            </p:nvSpPr>
            <p:spPr>
              <a:xfrm>
                <a:off x="3940548" y="1642556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504" name="橢圓 503">
                <a:extLst>
                  <a:ext uri="{FF2B5EF4-FFF2-40B4-BE49-F238E27FC236}">
                    <a16:creationId xmlns:a16="http://schemas.microsoft.com/office/drawing/2014/main" id="{E4ADCF8A-1F84-4717-90AD-43A8DDAD5405}"/>
                  </a:ext>
                </a:extLst>
              </p:cNvPr>
              <p:cNvSpPr/>
              <p:nvPr/>
            </p:nvSpPr>
            <p:spPr>
              <a:xfrm>
                <a:off x="3940548" y="2378013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505" name="橢圓 504">
                <a:extLst>
                  <a:ext uri="{FF2B5EF4-FFF2-40B4-BE49-F238E27FC236}">
                    <a16:creationId xmlns:a16="http://schemas.microsoft.com/office/drawing/2014/main" id="{7F06A51D-B5FD-449C-ABBC-0975E207F7AB}"/>
                  </a:ext>
                </a:extLst>
              </p:cNvPr>
              <p:cNvSpPr/>
              <p:nvPr/>
            </p:nvSpPr>
            <p:spPr>
              <a:xfrm>
                <a:off x="4303801" y="2015313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506" name="橢圓 505">
                <a:extLst>
                  <a:ext uri="{FF2B5EF4-FFF2-40B4-BE49-F238E27FC236}">
                    <a16:creationId xmlns:a16="http://schemas.microsoft.com/office/drawing/2014/main" id="{F9F38A02-460D-4AE5-B0F3-1B77DEC82158}"/>
                  </a:ext>
                </a:extLst>
              </p:cNvPr>
              <p:cNvSpPr/>
              <p:nvPr/>
            </p:nvSpPr>
            <p:spPr>
              <a:xfrm>
                <a:off x="3566703" y="2015313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507" name="橢圓 506">
                <a:extLst>
                  <a:ext uri="{FF2B5EF4-FFF2-40B4-BE49-F238E27FC236}">
                    <a16:creationId xmlns:a16="http://schemas.microsoft.com/office/drawing/2014/main" id="{6D3D80CC-EEB2-4DE0-B8C5-CFB3C52C2144}"/>
                  </a:ext>
                </a:extLst>
              </p:cNvPr>
              <p:cNvSpPr/>
              <p:nvPr/>
            </p:nvSpPr>
            <p:spPr>
              <a:xfrm>
                <a:off x="3677077" y="2282860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508" name="橢圓 507">
                <a:extLst>
                  <a:ext uri="{FF2B5EF4-FFF2-40B4-BE49-F238E27FC236}">
                    <a16:creationId xmlns:a16="http://schemas.microsoft.com/office/drawing/2014/main" id="{4292BCE2-0BC4-4A6B-B024-22A417FD49C8}"/>
                  </a:ext>
                </a:extLst>
              </p:cNvPr>
              <p:cNvSpPr/>
              <p:nvPr/>
            </p:nvSpPr>
            <p:spPr>
              <a:xfrm>
                <a:off x="3677077" y="1753910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509" name="橢圓 508">
                <a:extLst>
                  <a:ext uri="{FF2B5EF4-FFF2-40B4-BE49-F238E27FC236}">
                    <a16:creationId xmlns:a16="http://schemas.microsoft.com/office/drawing/2014/main" id="{E4B6DD7F-A303-4D8B-A255-8D272C10D332}"/>
                  </a:ext>
                </a:extLst>
              </p:cNvPr>
              <p:cNvSpPr/>
              <p:nvPr/>
            </p:nvSpPr>
            <p:spPr>
              <a:xfrm>
                <a:off x="4201903" y="2282860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 dirty="0"/>
              </a:p>
            </p:txBody>
          </p:sp>
          <p:sp>
            <p:nvSpPr>
              <p:cNvPr id="510" name="橢圓 509">
                <a:extLst>
                  <a:ext uri="{FF2B5EF4-FFF2-40B4-BE49-F238E27FC236}">
                    <a16:creationId xmlns:a16="http://schemas.microsoft.com/office/drawing/2014/main" id="{B965FA2E-E02C-4479-9817-DC7A8F02574E}"/>
                  </a:ext>
                </a:extLst>
              </p:cNvPr>
              <p:cNvSpPr/>
              <p:nvPr/>
            </p:nvSpPr>
            <p:spPr>
              <a:xfrm>
                <a:off x="4201903" y="1753910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511" name="等腰三角形 510">
                <a:extLst>
                  <a:ext uri="{FF2B5EF4-FFF2-40B4-BE49-F238E27FC236}">
                    <a16:creationId xmlns:a16="http://schemas.microsoft.com/office/drawing/2014/main" id="{F27C1768-F1A1-41E6-B210-7551D2DC1306}"/>
                  </a:ext>
                </a:extLst>
              </p:cNvPr>
              <p:cNvSpPr/>
              <p:nvPr/>
            </p:nvSpPr>
            <p:spPr>
              <a:xfrm rot="16200000">
                <a:off x="4012947" y="1610862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512" name="等腰三角形 511">
                <a:extLst>
                  <a:ext uri="{FF2B5EF4-FFF2-40B4-BE49-F238E27FC236}">
                    <a16:creationId xmlns:a16="http://schemas.microsoft.com/office/drawing/2014/main" id="{69600DB1-8023-48F6-BD9E-ECC1CD944A30}"/>
                  </a:ext>
                </a:extLst>
              </p:cNvPr>
              <p:cNvSpPr/>
              <p:nvPr/>
            </p:nvSpPr>
            <p:spPr>
              <a:xfrm rot="16200000">
                <a:off x="4012947" y="2344954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513" name="等腰三角形 512">
                <a:extLst>
                  <a:ext uri="{FF2B5EF4-FFF2-40B4-BE49-F238E27FC236}">
                    <a16:creationId xmlns:a16="http://schemas.microsoft.com/office/drawing/2014/main" id="{F55D5FD9-4C3C-4BA1-9054-048372F2EEB9}"/>
                  </a:ext>
                </a:extLst>
              </p:cNvPr>
              <p:cNvSpPr/>
              <p:nvPr/>
            </p:nvSpPr>
            <p:spPr>
              <a:xfrm rot="16200000">
                <a:off x="3639102" y="1986189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514" name="等腰三角形 513">
                <a:extLst>
                  <a:ext uri="{FF2B5EF4-FFF2-40B4-BE49-F238E27FC236}">
                    <a16:creationId xmlns:a16="http://schemas.microsoft.com/office/drawing/2014/main" id="{7B8DE4B8-A627-450D-AB95-BC8302F961D7}"/>
                  </a:ext>
                </a:extLst>
              </p:cNvPr>
              <p:cNvSpPr/>
              <p:nvPr/>
            </p:nvSpPr>
            <p:spPr>
              <a:xfrm rot="16200000">
                <a:off x="3749476" y="1720938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515" name="等腰三角形 514">
                <a:extLst>
                  <a:ext uri="{FF2B5EF4-FFF2-40B4-BE49-F238E27FC236}">
                    <a16:creationId xmlns:a16="http://schemas.microsoft.com/office/drawing/2014/main" id="{9DE7237C-99BA-40D8-840A-5EE64F6E1E06}"/>
                  </a:ext>
                </a:extLst>
              </p:cNvPr>
              <p:cNvSpPr/>
              <p:nvPr/>
            </p:nvSpPr>
            <p:spPr>
              <a:xfrm rot="16200000">
                <a:off x="3749476" y="2250604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516" name="等腰三角形 515">
                <a:extLst>
                  <a:ext uri="{FF2B5EF4-FFF2-40B4-BE49-F238E27FC236}">
                    <a16:creationId xmlns:a16="http://schemas.microsoft.com/office/drawing/2014/main" id="{6983A991-DB4D-4628-A034-1540268C5D72}"/>
                  </a:ext>
                </a:extLst>
              </p:cNvPr>
              <p:cNvSpPr/>
              <p:nvPr/>
            </p:nvSpPr>
            <p:spPr>
              <a:xfrm rot="16200000">
                <a:off x="4274302" y="1720938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517" name="等腰三角形 516">
                <a:extLst>
                  <a:ext uri="{FF2B5EF4-FFF2-40B4-BE49-F238E27FC236}">
                    <a16:creationId xmlns:a16="http://schemas.microsoft.com/office/drawing/2014/main" id="{31BAA051-DEAB-423B-8877-338B69C6277A}"/>
                  </a:ext>
                </a:extLst>
              </p:cNvPr>
              <p:cNvSpPr/>
              <p:nvPr/>
            </p:nvSpPr>
            <p:spPr>
              <a:xfrm rot="16200000">
                <a:off x="4274302" y="2250604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518" name="等腰三角形 517">
                <a:extLst>
                  <a:ext uri="{FF2B5EF4-FFF2-40B4-BE49-F238E27FC236}">
                    <a16:creationId xmlns:a16="http://schemas.microsoft.com/office/drawing/2014/main" id="{F0BE1C6E-F8A2-4D29-B95A-7168C4624F48}"/>
                  </a:ext>
                </a:extLst>
              </p:cNvPr>
              <p:cNvSpPr/>
              <p:nvPr/>
            </p:nvSpPr>
            <p:spPr>
              <a:xfrm rot="16200000">
                <a:off x="4376200" y="1986189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grpSp>
            <p:nvGrpSpPr>
              <p:cNvPr id="519" name="群組 518">
                <a:extLst>
                  <a:ext uri="{FF2B5EF4-FFF2-40B4-BE49-F238E27FC236}">
                    <a16:creationId xmlns:a16="http://schemas.microsoft.com/office/drawing/2014/main" id="{CF8984C6-A7FE-4FFE-B930-95B64555C3CB}"/>
                  </a:ext>
                </a:extLst>
              </p:cNvPr>
              <p:cNvGrpSpPr/>
              <p:nvPr/>
            </p:nvGrpSpPr>
            <p:grpSpPr>
              <a:xfrm>
                <a:off x="4057671" y="2031019"/>
                <a:ext cx="115586" cy="110880"/>
                <a:chOff x="1373392" y="2391862"/>
                <a:chExt cx="479433" cy="476535"/>
              </a:xfrm>
            </p:grpSpPr>
            <p:sp>
              <p:nvSpPr>
                <p:cNvPr id="522" name="箭號: 向右 521">
                  <a:extLst>
                    <a:ext uri="{FF2B5EF4-FFF2-40B4-BE49-F238E27FC236}">
                      <a16:creationId xmlns:a16="http://schemas.microsoft.com/office/drawing/2014/main" id="{393CAD47-E8BB-4451-9D35-098D1DC8B45D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5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523" name="箭號: 向右 522">
                  <a:extLst>
                    <a:ext uri="{FF2B5EF4-FFF2-40B4-BE49-F238E27FC236}">
                      <a16:creationId xmlns:a16="http://schemas.microsoft.com/office/drawing/2014/main" id="{D033524E-044F-4F1C-955B-A9C1774AEA88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50" dirty="0">
                    <a:solidFill>
                      <a:schemeClr val="bg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0" name="文字方塊 519">
                    <a:extLst>
                      <a:ext uri="{FF2B5EF4-FFF2-40B4-BE49-F238E27FC236}">
                        <a16:creationId xmlns:a16="http://schemas.microsoft.com/office/drawing/2014/main" id="{CC9B5CC6-C2A6-4889-A719-60DFBA75F028}"/>
                      </a:ext>
                    </a:extLst>
                  </p:cNvPr>
                  <p:cNvSpPr txBox="1"/>
                  <p:nvPr/>
                </p:nvSpPr>
                <p:spPr>
                  <a:xfrm>
                    <a:off x="3836505" y="1616346"/>
                    <a:ext cx="411859" cy="45243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15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15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15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15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20" name="文字方塊 519">
                    <a:extLst>
                      <a:ext uri="{FF2B5EF4-FFF2-40B4-BE49-F238E27FC236}">
                        <a16:creationId xmlns:a16="http://schemas.microsoft.com/office/drawing/2014/main" id="{CC9B5CC6-C2A6-4889-A719-60DFBA75F02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36505" y="1616346"/>
                    <a:ext cx="411859" cy="452437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r="-9524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1" name="文字方塊 520">
                    <a:extLst>
                      <a:ext uri="{FF2B5EF4-FFF2-40B4-BE49-F238E27FC236}">
                        <a16:creationId xmlns:a16="http://schemas.microsoft.com/office/drawing/2014/main" id="{C1B85C49-8CE2-4FAE-93E2-BD2214232CDA}"/>
                      </a:ext>
                    </a:extLst>
                  </p:cNvPr>
                  <p:cNvSpPr txBox="1"/>
                  <p:nvPr/>
                </p:nvSpPr>
                <p:spPr>
                  <a:xfrm>
                    <a:off x="4088416" y="1839893"/>
                    <a:ext cx="521831" cy="43020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15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15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15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15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21" name="文字方塊 520">
                    <a:extLst>
                      <a:ext uri="{FF2B5EF4-FFF2-40B4-BE49-F238E27FC236}">
                        <a16:creationId xmlns:a16="http://schemas.microsoft.com/office/drawing/2014/main" id="{C1B85C49-8CE2-4FAE-93E2-BD2214232CD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88416" y="1839893"/>
                    <a:ext cx="521831" cy="430208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530" name="直線接點 529">
              <a:extLst>
                <a:ext uri="{FF2B5EF4-FFF2-40B4-BE49-F238E27FC236}">
                  <a16:creationId xmlns:a16="http://schemas.microsoft.com/office/drawing/2014/main" id="{7EF36842-A2EC-4987-AB40-6054536CB4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73813" y="3324033"/>
              <a:ext cx="252473" cy="244255"/>
            </a:xfrm>
            <a:prstGeom prst="line">
              <a:avLst/>
            </a:prstGeom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5" name="文字方塊 544">
                  <a:extLst>
                    <a:ext uri="{FF2B5EF4-FFF2-40B4-BE49-F238E27FC236}">
                      <a16:creationId xmlns:a16="http://schemas.microsoft.com/office/drawing/2014/main" id="{89123396-9B5E-462C-BF01-CD8A29824C00}"/>
                    </a:ext>
                  </a:extLst>
                </p:cNvPr>
                <p:cNvSpPr txBox="1"/>
                <p:nvPr/>
              </p:nvSpPr>
              <p:spPr>
                <a:xfrm>
                  <a:off x="7883466" y="2874847"/>
                  <a:ext cx="715550" cy="2693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150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1, −1</m:t>
                            </m:r>
                          </m:e>
                        </m:d>
                      </m:oMath>
                    </m:oMathPara>
                  </a14:m>
                  <a:endParaRPr lang="zh-TW" altLang="en-US" sz="1150" dirty="0"/>
                </a:p>
              </p:txBody>
            </p:sp>
          </mc:Choice>
          <mc:Fallback xmlns="">
            <p:sp>
              <p:nvSpPr>
                <p:cNvPr id="545" name="文字方塊 544">
                  <a:extLst>
                    <a:ext uri="{FF2B5EF4-FFF2-40B4-BE49-F238E27FC236}">
                      <a16:creationId xmlns:a16="http://schemas.microsoft.com/office/drawing/2014/main" id="{89123396-9B5E-462C-BF01-CD8A29824C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83466" y="2874847"/>
                  <a:ext cx="715550" cy="269304"/>
                </a:xfrm>
                <a:prstGeom prst="rect">
                  <a:avLst/>
                </a:prstGeom>
                <a:blipFill>
                  <a:blip r:embed="rId19"/>
                  <a:stretch>
                    <a:fillRect t="-97727" r="-33898" b="-15454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6" name="文字方塊 545">
                  <a:extLst>
                    <a:ext uri="{FF2B5EF4-FFF2-40B4-BE49-F238E27FC236}">
                      <a16:creationId xmlns:a16="http://schemas.microsoft.com/office/drawing/2014/main" id="{51F46984-0199-4FD3-A2EE-6E64F5367350}"/>
                    </a:ext>
                  </a:extLst>
                </p:cNvPr>
                <p:cNvSpPr txBox="1"/>
                <p:nvPr/>
              </p:nvSpPr>
              <p:spPr>
                <a:xfrm>
                  <a:off x="7834764" y="4011477"/>
                  <a:ext cx="812954" cy="2693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150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−1, 1</m:t>
                            </m:r>
                          </m:e>
                        </m:d>
                      </m:oMath>
                    </m:oMathPara>
                  </a14:m>
                  <a:endParaRPr lang="zh-TW" altLang="en-US" sz="1150" dirty="0"/>
                </a:p>
              </p:txBody>
            </p:sp>
          </mc:Choice>
          <mc:Fallback xmlns="">
            <p:sp>
              <p:nvSpPr>
                <p:cNvPr id="546" name="文字方塊 545">
                  <a:extLst>
                    <a:ext uri="{FF2B5EF4-FFF2-40B4-BE49-F238E27FC236}">
                      <a16:creationId xmlns:a16="http://schemas.microsoft.com/office/drawing/2014/main" id="{51F46984-0199-4FD3-A2EE-6E64F53673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34764" y="4011477"/>
                  <a:ext cx="812954" cy="269304"/>
                </a:xfrm>
                <a:prstGeom prst="rect">
                  <a:avLst/>
                </a:prstGeom>
                <a:blipFill>
                  <a:blip r:embed="rId20"/>
                  <a:stretch>
                    <a:fillRect t="-97727" r="-24060" b="-15454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51" name="群組 550">
              <a:extLst>
                <a:ext uri="{FF2B5EF4-FFF2-40B4-BE49-F238E27FC236}">
                  <a16:creationId xmlns:a16="http://schemas.microsoft.com/office/drawing/2014/main" id="{A15ADA87-C73B-4B1F-AC1D-7F2020D1BD65}"/>
                </a:ext>
              </a:extLst>
            </p:cNvPr>
            <p:cNvGrpSpPr/>
            <p:nvPr/>
          </p:nvGrpSpPr>
          <p:grpSpPr>
            <a:xfrm>
              <a:off x="8929420" y="4589713"/>
              <a:ext cx="720000" cy="720000"/>
              <a:chOff x="389151" y="2161357"/>
              <a:chExt cx="1150186" cy="1150186"/>
            </a:xfrm>
          </p:grpSpPr>
          <p:sp>
            <p:nvSpPr>
              <p:cNvPr id="552" name="矩形: 圓角 551">
                <a:extLst>
                  <a:ext uri="{FF2B5EF4-FFF2-40B4-BE49-F238E27FC236}">
                    <a16:creationId xmlns:a16="http://schemas.microsoft.com/office/drawing/2014/main" id="{80AC2D97-7734-4A8F-A486-B6A4F337B78F}"/>
                  </a:ext>
                </a:extLst>
              </p:cNvPr>
              <p:cNvSpPr/>
              <p:nvPr/>
            </p:nvSpPr>
            <p:spPr>
              <a:xfrm>
                <a:off x="389151" y="2161357"/>
                <a:ext cx="1150186" cy="1150186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553" name="箭號: 左-右雙向 552">
                <a:extLst>
                  <a:ext uri="{FF2B5EF4-FFF2-40B4-BE49-F238E27FC236}">
                    <a16:creationId xmlns:a16="http://schemas.microsoft.com/office/drawing/2014/main" id="{1FB5A0D1-DB87-409D-A2E3-B8BCD46C97D7}"/>
                  </a:ext>
                </a:extLst>
              </p:cNvPr>
              <p:cNvSpPr/>
              <p:nvPr/>
            </p:nvSpPr>
            <p:spPr>
              <a:xfrm rot="18900000">
                <a:off x="494862" y="2676534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554" name="箭號: 左-右雙向 553">
                <a:extLst>
                  <a:ext uri="{FF2B5EF4-FFF2-40B4-BE49-F238E27FC236}">
                    <a16:creationId xmlns:a16="http://schemas.microsoft.com/office/drawing/2014/main" id="{65C8451E-DD6C-47E1-988A-E394E288DB18}"/>
                  </a:ext>
                </a:extLst>
              </p:cNvPr>
              <p:cNvSpPr/>
              <p:nvPr/>
            </p:nvSpPr>
            <p:spPr>
              <a:xfrm rot="18900000">
                <a:off x="1212991" y="2676534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555" name="箭號: 左-右雙向 554">
                <a:extLst>
                  <a:ext uri="{FF2B5EF4-FFF2-40B4-BE49-F238E27FC236}">
                    <a16:creationId xmlns:a16="http://schemas.microsoft.com/office/drawing/2014/main" id="{532FA3D6-E017-429A-B2D6-DE463A3539D9}"/>
                  </a:ext>
                </a:extLst>
              </p:cNvPr>
              <p:cNvSpPr/>
              <p:nvPr/>
            </p:nvSpPr>
            <p:spPr>
              <a:xfrm>
                <a:off x="601032" y="2422199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556" name="箭號: 左-右雙向 555">
                <a:extLst>
                  <a:ext uri="{FF2B5EF4-FFF2-40B4-BE49-F238E27FC236}">
                    <a16:creationId xmlns:a16="http://schemas.microsoft.com/office/drawing/2014/main" id="{7EC753D4-7D4B-4472-AADA-FFB0A5409552}"/>
                  </a:ext>
                </a:extLst>
              </p:cNvPr>
              <p:cNvSpPr/>
              <p:nvPr/>
            </p:nvSpPr>
            <p:spPr>
              <a:xfrm>
                <a:off x="1098572" y="2940324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557" name="箭號: 左-右雙向 556">
                <a:extLst>
                  <a:ext uri="{FF2B5EF4-FFF2-40B4-BE49-F238E27FC236}">
                    <a16:creationId xmlns:a16="http://schemas.microsoft.com/office/drawing/2014/main" id="{34253283-9EFC-4835-B804-C4989A5A1068}"/>
                  </a:ext>
                </a:extLst>
              </p:cNvPr>
              <p:cNvSpPr/>
              <p:nvPr/>
            </p:nvSpPr>
            <p:spPr>
              <a:xfrm rot="5400000">
                <a:off x="601034" y="2940324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558" name="箭號: 左-右雙向 557">
                <a:extLst>
                  <a:ext uri="{FF2B5EF4-FFF2-40B4-BE49-F238E27FC236}">
                    <a16:creationId xmlns:a16="http://schemas.microsoft.com/office/drawing/2014/main" id="{1B65508C-5000-4EF0-9D18-E58F709502D2}"/>
                  </a:ext>
                </a:extLst>
              </p:cNvPr>
              <p:cNvSpPr/>
              <p:nvPr/>
            </p:nvSpPr>
            <p:spPr>
              <a:xfrm rot="5400000">
                <a:off x="1098570" y="2422199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559" name="箭號: 左-右雙向 558">
                <a:extLst>
                  <a:ext uri="{FF2B5EF4-FFF2-40B4-BE49-F238E27FC236}">
                    <a16:creationId xmlns:a16="http://schemas.microsoft.com/office/drawing/2014/main" id="{1AD20B09-0E6B-47FC-9B43-931144FD12BE}"/>
                  </a:ext>
                </a:extLst>
              </p:cNvPr>
              <p:cNvSpPr/>
              <p:nvPr/>
            </p:nvSpPr>
            <p:spPr>
              <a:xfrm rot="2700000">
                <a:off x="844159" y="3043671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560" name="箭號: 左-右雙向 559">
                <a:extLst>
                  <a:ext uri="{FF2B5EF4-FFF2-40B4-BE49-F238E27FC236}">
                    <a16:creationId xmlns:a16="http://schemas.microsoft.com/office/drawing/2014/main" id="{E9917A39-3479-4C7D-8CF0-6275B09C5D14}"/>
                  </a:ext>
                </a:extLst>
              </p:cNvPr>
              <p:cNvSpPr/>
              <p:nvPr/>
            </p:nvSpPr>
            <p:spPr>
              <a:xfrm rot="2700000">
                <a:off x="844159" y="2311929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</p:grpSp>
        <p:grpSp>
          <p:nvGrpSpPr>
            <p:cNvPr id="561" name="群組 560">
              <a:extLst>
                <a:ext uri="{FF2B5EF4-FFF2-40B4-BE49-F238E27FC236}">
                  <a16:creationId xmlns:a16="http://schemas.microsoft.com/office/drawing/2014/main" id="{B15F298F-25E4-4B27-B5B9-B30553501EAD}"/>
                </a:ext>
              </a:extLst>
            </p:cNvPr>
            <p:cNvGrpSpPr/>
            <p:nvPr/>
          </p:nvGrpSpPr>
          <p:grpSpPr>
            <a:xfrm>
              <a:off x="6734285" y="4589713"/>
              <a:ext cx="720000" cy="720000"/>
              <a:chOff x="-756975" y="5254023"/>
              <a:chExt cx="2090057" cy="2090057"/>
            </a:xfrm>
          </p:grpSpPr>
          <p:sp>
            <p:nvSpPr>
              <p:cNvPr id="562" name="矩形: 圓角 561">
                <a:extLst>
                  <a:ext uri="{FF2B5EF4-FFF2-40B4-BE49-F238E27FC236}">
                    <a16:creationId xmlns:a16="http://schemas.microsoft.com/office/drawing/2014/main" id="{82E6228D-DAFD-4D85-B51F-D75BD79F2776}"/>
                  </a:ext>
                </a:extLst>
              </p:cNvPr>
              <p:cNvSpPr/>
              <p:nvPr/>
            </p:nvSpPr>
            <p:spPr>
              <a:xfrm>
                <a:off x="-756975" y="5254023"/>
                <a:ext cx="2090057" cy="2090057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 dirty="0"/>
              </a:p>
            </p:txBody>
          </p:sp>
          <p:sp>
            <p:nvSpPr>
              <p:cNvPr id="563" name="箭號: 左-右雙向 562">
                <a:extLst>
                  <a:ext uri="{FF2B5EF4-FFF2-40B4-BE49-F238E27FC236}">
                    <a16:creationId xmlns:a16="http://schemas.microsoft.com/office/drawing/2014/main" id="{05EB36B0-D2E4-460E-9501-2F1521FE66BE}"/>
                  </a:ext>
                </a:extLst>
              </p:cNvPr>
              <p:cNvSpPr/>
              <p:nvPr/>
            </p:nvSpPr>
            <p:spPr>
              <a:xfrm rot="10800000">
                <a:off x="-564882" y="6190175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 dirty="0"/>
              </a:p>
            </p:txBody>
          </p:sp>
          <p:sp>
            <p:nvSpPr>
              <p:cNvPr id="564" name="箭號: 左-右雙向 563">
                <a:extLst>
                  <a:ext uri="{FF2B5EF4-FFF2-40B4-BE49-F238E27FC236}">
                    <a16:creationId xmlns:a16="http://schemas.microsoft.com/office/drawing/2014/main" id="{321B5155-F0B5-4489-B9E7-C4BCBADA352C}"/>
                  </a:ext>
                </a:extLst>
              </p:cNvPr>
              <p:cNvSpPr/>
              <p:nvPr/>
            </p:nvSpPr>
            <p:spPr>
              <a:xfrm rot="10800000">
                <a:off x="740063" y="6190175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565" name="箭號: 左-右雙向 564">
                <a:extLst>
                  <a:ext uri="{FF2B5EF4-FFF2-40B4-BE49-F238E27FC236}">
                    <a16:creationId xmlns:a16="http://schemas.microsoft.com/office/drawing/2014/main" id="{7CE250D8-3E5C-402D-AD2D-244CE5E4523A}"/>
                  </a:ext>
                </a:extLst>
              </p:cNvPr>
              <p:cNvSpPr/>
              <p:nvPr/>
            </p:nvSpPr>
            <p:spPr>
              <a:xfrm rot="2700000">
                <a:off x="-371956" y="5728012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566" name="箭號: 左-右雙向 565">
                <a:extLst>
                  <a:ext uri="{FF2B5EF4-FFF2-40B4-BE49-F238E27FC236}">
                    <a16:creationId xmlns:a16="http://schemas.microsoft.com/office/drawing/2014/main" id="{2FC73402-F7A7-4B09-A8E7-CD2E91D61B5C}"/>
                  </a:ext>
                </a:extLst>
              </p:cNvPr>
              <p:cNvSpPr/>
              <p:nvPr/>
            </p:nvSpPr>
            <p:spPr>
              <a:xfrm rot="2700000">
                <a:off x="532147" y="6669520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567" name="箭號: 左-右雙向 566">
                <a:extLst>
                  <a:ext uri="{FF2B5EF4-FFF2-40B4-BE49-F238E27FC236}">
                    <a16:creationId xmlns:a16="http://schemas.microsoft.com/office/drawing/2014/main" id="{DF4528C3-02C1-45A9-BA4B-93F5A0FC0DE9}"/>
                  </a:ext>
                </a:extLst>
              </p:cNvPr>
              <p:cNvSpPr/>
              <p:nvPr/>
            </p:nvSpPr>
            <p:spPr>
              <a:xfrm rot="18900000">
                <a:off x="-371955" y="6669521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 dirty="0"/>
              </a:p>
            </p:txBody>
          </p:sp>
          <p:sp>
            <p:nvSpPr>
              <p:cNvPr id="568" name="箭號: 左-右雙向 567">
                <a:extLst>
                  <a:ext uri="{FF2B5EF4-FFF2-40B4-BE49-F238E27FC236}">
                    <a16:creationId xmlns:a16="http://schemas.microsoft.com/office/drawing/2014/main" id="{8F8C536B-DB0B-477C-8279-EC58CEADA6D5}"/>
                  </a:ext>
                </a:extLst>
              </p:cNvPr>
              <p:cNvSpPr/>
              <p:nvPr/>
            </p:nvSpPr>
            <p:spPr>
              <a:xfrm rot="18900000">
                <a:off x="532146" y="5728011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569" name="箭號: 左-右雙向 568">
                <a:extLst>
                  <a:ext uri="{FF2B5EF4-FFF2-40B4-BE49-F238E27FC236}">
                    <a16:creationId xmlns:a16="http://schemas.microsoft.com/office/drawing/2014/main" id="{16D4F16D-DD21-4D41-A74F-A1B50B607B2A}"/>
                  </a:ext>
                </a:extLst>
              </p:cNvPr>
              <p:cNvSpPr/>
              <p:nvPr/>
            </p:nvSpPr>
            <p:spPr>
              <a:xfrm rot="5400000">
                <a:off x="69843" y="6857317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570" name="箭號: 左-右雙向 569">
                <a:extLst>
                  <a:ext uri="{FF2B5EF4-FFF2-40B4-BE49-F238E27FC236}">
                    <a16:creationId xmlns:a16="http://schemas.microsoft.com/office/drawing/2014/main" id="{8D9F912F-6631-44DA-852B-D001789EAD62}"/>
                  </a:ext>
                </a:extLst>
              </p:cNvPr>
              <p:cNvSpPr/>
              <p:nvPr/>
            </p:nvSpPr>
            <p:spPr>
              <a:xfrm rot="5400000">
                <a:off x="69843" y="5527635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</p:grpSp>
        <p:grpSp>
          <p:nvGrpSpPr>
            <p:cNvPr id="571" name="群組 570">
              <a:extLst>
                <a:ext uri="{FF2B5EF4-FFF2-40B4-BE49-F238E27FC236}">
                  <a16:creationId xmlns:a16="http://schemas.microsoft.com/office/drawing/2014/main" id="{7DBA1F4C-238D-46F8-9DDD-180A8186D134}"/>
                </a:ext>
              </a:extLst>
            </p:cNvPr>
            <p:cNvGrpSpPr/>
            <p:nvPr/>
          </p:nvGrpSpPr>
          <p:grpSpPr>
            <a:xfrm>
              <a:off x="6734285" y="2717673"/>
              <a:ext cx="720000" cy="720000"/>
              <a:chOff x="389151" y="2161357"/>
              <a:chExt cx="1150186" cy="1150186"/>
            </a:xfrm>
          </p:grpSpPr>
          <p:sp>
            <p:nvSpPr>
              <p:cNvPr id="572" name="矩形: 圓角 571">
                <a:extLst>
                  <a:ext uri="{FF2B5EF4-FFF2-40B4-BE49-F238E27FC236}">
                    <a16:creationId xmlns:a16="http://schemas.microsoft.com/office/drawing/2014/main" id="{B0232BBF-65CB-4EFA-9634-6F4BC78F2E20}"/>
                  </a:ext>
                </a:extLst>
              </p:cNvPr>
              <p:cNvSpPr/>
              <p:nvPr/>
            </p:nvSpPr>
            <p:spPr>
              <a:xfrm>
                <a:off x="389151" y="2161357"/>
                <a:ext cx="1150186" cy="1150186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573" name="箭號: 左-右雙向 572">
                <a:extLst>
                  <a:ext uri="{FF2B5EF4-FFF2-40B4-BE49-F238E27FC236}">
                    <a16:creationId xmlns:a16="http://schemas.microsoft.com/office/drawing/2014/main" id="{2E1D00A9-31D4-41A5-80BA-C40549396F6F}"/>
                  </a:ext>
                </a:extLst>
              </p:cNvPr>
              <p:cNvSpPr/>
              <p:nvPr/>
            </p:nvSpPr>
            <p:spPr>
              <a:xfrm rot="2700000">
                <a:off x="494862" y="2676534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574" name="箭號: 左-右雙向 573">
                <a:extLst>
                  <a:ext uri="{FF2B5EF4-FFF2-40B4-BE49-F238E27FC236}">
                    <a16:creationId xmlns:a16="http://schemas.microsoft.com/office/drawing/2014/main" id="{A94FE219-70BE-4122-8A18-2069988CA80C}"/>
                  </a:ext>
                </a:extLst>
              </p:cNvPr>
              <p:cNvSpPr/>
              <p:nvPr/>
            </p:nvSpPr>
            <p:spPr>
              <a:xfrm rot="2700000">
                <a:off x="1212991" y="2676534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575" name="箭號: 左-右雙向 574">
                <a:extLst>
                  <a:ext uri="{FF2B5EF4-FFF2-40B4-BE49-F238E27FC236}">
                    <a16:creationId xmlns:a16="http://schemas.microsoft.com/office/drawing/2014/main" id="{E1F2AC32-380E-479D-A911-478C6608070F}"/>
                  </a:ext>
                </a:extLst>
              </p:cNvPr>
              <p:cNvSpPr/>
              <p:nvPr/>
            </p:nvSpPr>
            <p:spPr>
              <a:xfrm rot="5400000">
                <a:off x="601032" y="2422199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576" name="箭號: 左-右雙向 575">
                <a:extLst>
                  <a:ext uri="{FF2B5EF4-FFF2-40B4-BE49-F238E27FC236}">
                    <a16:creationId xmlns:a16="http://schemas.microsoft.com/office/drawing/2014/main" id="{3C668255-293E-4527-8769-AC10BAEE1DF8}"/>
                  </a:ext>
                </a:extLst>
              </p:cNvPr>
              <p:cNvSpPr/>
              <p:nvPr/>
            </p:nvSpPr>
            <p:spPr>
              <a:xfrm rot="5400000">
                <a:off x="1098572" y="2940324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577" name="箭號: 左-右雙向 576">
                <a:extLst>
                  <a:ext uri="{FF2B5EF4-FFF2-40B4-BE49-F238E27FC236}">
                    <a16:creationId xmlns:a16="http://schemas.microsoft.com/office/drawing/2014/main" id="{EF314C3A-0B9E-4465-84E0-D76B57E69ADC}"/>
                  </a:ext>
                </a:extLst>
              </p:cNvPr>
              <p:cNvSpPr/>
              <p:nvPr/>
            </p:nvSpPr>
            <p:spPr>
              <a:xfrm>
                <a:off x="601034" y="2940324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578" name="箭號: 左-右雙向 577">
                <a:extLst>
                  <a:ext uri="{FF2B5EF4-FFF2-40B4-BE49-F238E27FC236}">
                    <a16:creationId xmlns:a16="http://schemas.microsoft.com/office/drawing/2014/main" id="{4F8966FA-E1F2-4233-960B-B84D99F16AFC}"/>
                  </a:ext>
                </a:extLst>
              </p:cNvPr>
              <p:cNvSpPr/>
              <p:nvPr/>
            </p:nvSpPr>
            <p:spPr>
              <a:xfrm>
                <a:off x="1098570" y="2422199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579" name="箭號: 左-右雙向 578">
                <a:extLst>
                  <a:ext uri="{FF2B5EF4-FFF2-40B4-BE49-F238E27FC236}">
                    <a16:creationId xmlns:a16="http://schemas.microsoft.com/office/drawing/2014/main" id="{F0C322CE-FB8C-4F79-972B-5BD14B73A662}"/>
                  </a:ext>
                </a:extLst>
              </p:cNvPr>
              <p:cNvSpPr/>
              <p:nvPr/>
            </p:nvSpPr>
            <p:spPr>
              <a:xfrm rot="18900000">
                <a:off x="844159" y="3043671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580" name="箭號: 左-右雙向 579">
                <a:extLst>
                  <a:ext uri="{FF2B5EF4-FFF2-40B4-BE49-F238E27FC236}">
                    <a16:creationId xmlns:a16="http://schemas.microsoft.com/office/drawing/2014/main" id="{F6172773-04E8-4AC7-A77B-A799B6E951A5}"/>
                  </a:ext>
                </a:extLst>
              </p:cNvPr>
              <p:cNvSpPr/>
              <p:nvPr/>
            </p:nvSpPr>
            <p:spPr>
              <a:xfrm rot="18900000">
                <a:off x="844159" y="2311929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</p:grpSp>
        <p:grpSp>
          <p:nvGrpSpPr>
            <p:cNvPr id="581" name="群組 580">
              <a:extLst>
                <a:ext uri="{FF2B5EF4-FFF2-40B4-BE49-F238E27FC236}">
                  <a16:creationId xmlns:a16="http://schemas.microsoft.com/office/drawing/2014/main" id="{B6B08C38-FD60-46BD-8421-9EFF6339A26F}"/>
                </a:ext>
              </a:extLst>
            </p:cNvPr>
            <p:cNvGrpSpPr/>
            <p:nvPr/>
          </p:nvGrpSpPr>
          <p:grpSpPr>
            <a:xfrm>
              <a:off x="8945241" y="2717673"/>
              <a:ext cx="720000" cy="720000"/>
              <a:chOff x="6578505" y="2619036"/>
              <a:chExt cx="763200" cy="763200"/>
            </a:xfrm>
          </p:grpSpPr>
          <p:sp>
            <p:nvSpPr>
              <p:cNvPr id="582" name="矩形: 圓角 581">
                <a:extLst>
                  <a:ext uri="{FF2B5EF4-FFF2-40B4-BE49-F238E27FC236}">
                    <a16:creationId xmlns:a16="http://schemas.microsoft.com/office/drawing/2014/main" id="{D370F26E-5D5E-47AF-9856-629EE52E9D61}"/>
                  </a:ext>
                </a:extLst>
              </p:cNvPr>
              <p:cNvSpPr/>
              <p:nvPr/>
            </p:nvSpPr>
            <p:spPr>
              <a:xfrm>
                <a:off x="6578505" y="2619036"/>
                <a:ext cx="763200" cy="763200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 dirty="0"/>
              </a:p>
            </p:txBody>
          </p:sp>
          <p:sp>
            <p:nvSpPr>
              <p:cNvPr id="583" name="箭號: 左-右雙向 582">
                <a:extLst>
                  <a:ext uri="{FF2B5EF4-FFF2-40B4-BE49-F238E27FC236}">
                    <a16:creationId xmlns:a16="http://schemas.microsoft.com/office/drawing/2014/main" id="{AB15B4CD-FAE2-42F6-95AF-80C05F11CD20}"/>
                  </a:ext>
                </a:extLst>
              </p:cNvPr>
              <p:cNvSpPr/>
              <p:nvPr/>
            </p:nvSpPr>
            <p:spPr>
              <a:xfrm rot="5400000">
                <a:off x="6649457" y="2968181"/>
                <a:ext cx="157748" cy="79515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 dirty="0"/>
              </a:p>
            </p:txBody>
          </p:sp>
          <p:sp>
            <p:nvSpPr>
              <p:cNvPr id="584" name="箭號: 左-右雙向 583">
                <a:extLst>
                  <a:ext uri="{FF2B5EF4-FFF2-40B4-BE49-F238E27FC236}">
                    <a16:creationId xmlns:a16="http://schemas.microsoft.com/office/drawing/2014/main" id="{BFB1F4AF-8039-42E8-9F24-6B1271A7C88A}"/>
                  </a:ext>
                </a:extLst>
              </p:cNvPr>
              <p:cNvSpPr/>
              <p:nvPr/>
            </p:nvSpPr>
            <p:spPr>
              <a:xfrm rot="5400000">
                <a:off x="7125967" y="2968181"/>
                <a:ext cx="157748" cy="79515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585" name="箭號: 左-右雙向 584">
                <a:extLst>
                  <a:ext uri="{FF2B5EF4-FFF2-40B4-BE49-F238E27FC236}">
                    <a16:creationId xmlns:a16="http://schemas.microsoft.com/office/drawing/2014/main" id="{34799793-44A7-42CD-8C46-3A2D7CD65D93}"/>
                  </a:ext>
                </a:extLst>
              </p:cNvPr>
              <p:cNvSpPr/>
              <p:nvPr/>
            </p:nvSpPr>
            <p:spPr>
              <a:xfrm rot="18900000">
                <a:off x="6719905" y="2799419"/>
                <a:ext cx="157748" cy="79515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 dirty="0"/>
              </a:p>
            </p:txBody>
          </p:sp>
          <p:sp>
            <p:nvSpPr>
              <p:cNvPr id="586" name="箭號: 左-右雙向 585">
                <a:extLst>
                  <a:ext uri="{FF2B5EF4-FFF2-40B4-BE49-F238E27FC236}">
                    <a16:creationId xmlns:a16="http://schemas.microsoft.com/office/drawing/2014/main" id="{53A20709-521A-4474-A5E8-69B6D9C47B31}"/>
                  </a:ext>
                </a:extLst>
              </p:cNvPr>
              <p:cNvSpPr/>
              <p:nvPr/>
            </p:nvSpPr>
            <p:spPr>
              <a:xfrm rot="18900000">
                <a:off x="7050045" y="3143217"/>
                <a:ext cx="157748" cy="79515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587" name="箭號: 左-右雙向 586">
                <a:extLst>
                  <a:ext uri="{FF2B5EF4-FFF2-40B4-BE49-F238E27FC236}">
                    <a16:creationId xmlns:a16="http://schemas.microsoft.com/office/drawing/2014/main" id="{EAB00B72-8E04-4923-893B-DA25E1136FD3}"/>
                  </a:ext>
                </a:extLst>
              </p:cNvPr>
              <p:cNvSpPr/>
              <p:nvPr/>
            </p:nvSpPr>
            <p:spPr>
              <a:xfrm rot="2700000">
                <a:off x="6719905" y="3143218"/>
                <a:ext cx="157748" cy="79515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 dirty="0"/>
              </a:p>
            </p:txBody>
          </p:sp>
          <p:sp>
            <p:nvSpPr>
              <p:cNvPr id="588" name="箭號: 左-右雙向 587">
                <a:extLst>
                  <a:ext uri="{FF2B5EF4-FFF2-40B4-BE49-F238E27FC236}">
                    <a16:creationId xmlns:a16="http://schemas.microsoft.com/office/drawing/2014/main" id="{2500308D-2C8F-4EF5-A871-88E3FC7C6504}"/>
                  </a:ext>
                </a:extLst>
              </p:cNvPr>
              <p:cNvSpPr/>
              <p:nvPr/>
            </p:nvSpPr>
            <p:spPr>
              <a:xfrm rot="2700000">
                <a:off x="7050045" y="2799418"/>
                <a:ext cx="157748" cy="79515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589" name="箭號: 左-右雙向 588">
                <a:extLst>
                  <a:ext uri="{FF2B5EF4-FFF2-40B4-BE49-F238E27FC236}">
                    <a16:creationId xmlns:a16="http://schemas.microsoft.com/office/drawing/2014/main" id="{4F11B0D4-4E81-48CD-8387-7FF98C191641}"/>
                  </a:ext>
                </a:extLst>
              </p:cNvPr>
              <p:cNvSpPr/>
              <p:nvPr/>
            </p:nvSpPr>
            <p:spPr>
              <a:xfrm>
                <a:off x="6881231" y="3211793"/>
                <a:ext cx="157748" cy="79515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590" name="箭號: 左-右雙向 589">
                <a:extLst>
                  <a:ext uri="{FF2B5EF4-FFF2-40B4-BE49-F238E27FC236}">
                    <a16:creationId xmlns:a16="http://schemas.microsoft.com/office/drawing/2014/main" id="{E68516C1-185C-40A3-97F5-8BFF47B7A09A}"/>
                  </a:ext>
                </a:extLst>
              </p:cNvPr>
              <p:cNvSpPr/>
              <p:nvPr/>
            </p:nvSpPr>
            <p:spPr>
              <a:xfrm>
                <a:off x="6881231" y="2726249"/>
                <a:ext cx="157748" cy="79515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</p:grpSp>
        <p:pic>
          <p:nvPicPr>
            <p:cNvPr id="643" name="圖片 642">
              <a:extLst>
                <a:ext uri="{FF2B5EF4-FFF2-40B4-BE49-F238E27FC236}">
                  <a16:creationId xmlns:a16="http://schemas.microsoft.com/office/drawing/2014/main" id="{A23747C5-0412-496B-9780-365DCF1BB77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r="66698"/>
            <a:stretch/>
          </p:blipFill>
          <p:spPr>
            <a:xfrm>
              <a:off x="7236617" y="161925"/>
              <a:ext cx="2089442" cy="503095"/>
            </a:xfrm>
            <a:prstGeom prst="rect">
              <a:avLst/>
            </a:prstGeom>
          </p:spPr>
        </p:pic>
        <p:sp>
          <p:nvSpPr>
            <p:cNvPr id="209" name="矩形: 圓角 208">
              <a:extLst>
                <a:ext uri="{FF2B5EF4-FFF2-40B4-BE49-F238E27FC236}">
                  <a16:creationId xmlns:a16="http://schemas.microsoft.com/office/drawing/2014/main" id="{F1342456-AAF7-4B72-A56B-D1E74C200C00}"/>
                </a:ext>
              </a:extLst>
            </p:cNvPr>
            <p:cNvSpPr/>
            <p:nvPr/>
          </p:nvSpPr>
          <p:spPr>
            <a:xfrm>
              <a:off x="3297753" y="51493"/>
              <a:ext cx="3294000" cy="6120707"/>
            </a:xfrm>
            <a:prstGeom prst="roundRect">
              <a:avLst>
                <a:gd name="adj" fmla="val 7772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pic>
          <p:nvPicPr>
            <p:cNvPr id="210" name="圖片 209">
              <a:extLst>
                <a:ext uri="{FF2B5EF4-FFF2-40B4-BE49-F238E27FC236}">
                  <a16:creationId xmlns:a16="http://schemas.microsoft.com/office/drawing/2014/main" id="{C0B81AB6-FE04-4E9F-B99B-9EBDEB5F31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3458615" y="3856228"/>
              <a:ext cx="720000" cy="720000"/>
            </a:xfrm>
            <a:prstGeom prst="rect">
              <a:avLst/>
            </a:prstGeom>
          </p:spPr>
        </p:pic>
        <p:pic>
          <p:nvPicPr>
            <p:cNvPr id="212" name="圖片 211">
              <a:extLst>
                <a:ext uri="{FF2B5EF4-FFF2-40B4-BE49-F238E27FC236}">
                  <a16:creationId xmlns:a16="http://schemas.microsoft.com/office/drawing/2014/main" id="{1907AB5D-2DD4-4A70-9CC1-E6667C108D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5664606" y="1953302"/>
              <a:ext cx="720000" cy="718411"/>
            </a:xfrm>
            <a:prstGeom prst="rect">
              <a:avLst/>
            </a:prstGeom>
          </p:spPr>
        </p:pic>
        <p:pic>
          <p:nvPicPr>
            <p:cNvPr id="217" name="圖片 216">
              <a:extLst>
                <a:ext uri="{FF2B5EF4-FFF2-40B4-BE49-F238E27FC236}">
                  <a16:creationId xmlns:a16="http://schemas.microsoft.com/office/drawing/2014/main" id="{9E25CB82-F1CB-4114-BB75-2DE9F76EAA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5666480" y="3840229"/>
              <a:ext cx="720000" cy="720000"/>
            </a:xfrm>
            <a:prstGeom prst="rect">
              <a:avLst/>
            </a:prstGeom>
          </p:spPr>
        </p:pic>
        <p:pic>
          <p:nvPicPr>
            <p:cNvPr id="218" name="圖片 217">
              <a:extLst>
                <a:ext uri="{FF2B5EF4-FFF2-40B4-BE49-F238E27FC236}">
                  <a16:creationId xmlns:a16="http://schemas.microsoft.com/office/drawing/2014/main" id="{1D4C8024-2ABA-4C0B-979A-714DFC1A3A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3466327" y="1962497"/>
              <a:ext cx="720000" cy="720000"/>
            </a:xfrm>
            <a:prstGeom prst="rect">
              <a:avLst/>
            </a:prstGeom>
          </p:spPr>
        </p:pic>
        <p:pic>
          <p:nvPicPr>
            <p:cNvPr id="219" name="圖片 218">
              <a:extLst>
                <a:ext uri="{FF2B5EF4-FFF2-40B4-BE49-F238E27FC236}">
                  <a16:creationId xmlns:a16="http://schemas.microsoft.com/office/drawing/2014/main" id="{154742C3-5850-4A11-B6F8-089DF4806D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4471237" y="1141675"/>
              <a:ext cx="720000" cy="721589"/>
            </a:xfrm>
            <a:prstGeom prst="rect">
              <a:avLst/>
            </a:prstGeom>
          </p:spPr>
        </p:pic>
        <p:pic>
          <p:nvPicPr>
            <p:cNvPr id="220" name="圖片 219">
              <a:extLst>
                <a:ext uri="{FF2B5EF4-FFF2-40B4-BE49-F238E27FC236}">
                  <a16:creationId xmlns:a16="http://schemas.microsoft.com/office/drawing/2014/main" id="{123A8273-7F83-40D4-9609-96B35A05C9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4590048" y="4546397"/>
              <a:ext cx="720000" cy="720000"/>
            </a:xfrm>
            <a:prstGeom prst="rect">
              <a:avLst/>
            </a:prstGeom>
          </p:spPr>
        </p:pic>
        <p:grpSp>
          <p:nvGrpSpPr>
            <p:cNvPr id="221" name="群組 220">
              <a:extLst>
                <a:ext uri="{FF2B5EF4-FFF2-40B4-BE49-F238E27FC236}">
                  <a16:creationId xmlns:a16="http://schemas.microsoft.com/office/drawing/2014/main" id="{DD94F909-32A6-41B6-8FF5-8CFB189A909A}"/>
                </a:ext>
              </a:extLst>
            </p:cNvPr>
            <p:cNvGrpSpPr/>
            <p:nvPr/>
          </p:nvGrpSpPr>
          <p:grpSpPr>
            <a:xfrm>
              <a:off x="4693559" y="1167360"/>
              <a:ext cx="406967" cy="392571"/>
              <a:chOff x="7976850" y="-563015"/>
              <a:chExt cx="406967" cy="392571"/>
            </a:xfrm>
          </p:grpSpPr>
          <p:grpSp>
            <p:nvGrpSpPr>
              <p:cNvPr id="222" name="群組 221">
                <a:extLst>
                  <a:ext uri="{FF2B5EF4-FFF2-40B4-BE49-F238E27FC236}">
                    <a16:creationId xmlns:a16="http://schemas.microsoft.com/office/drawing/2014/main" id="{04B7B633-86DA-4AC9-8EA7-2BAB3DD3E8ED}"/>
                  </a:ext>
                </a:extLst>
              </p:cNvPr>
              <p:cNvGrpSpPr/>
              <p:nvPr/>
            </p:nvGrpSpPr>
            <p:grpSpPr>
              <a:xfrm>
                <a:off x="8100260" y="-309536"/>
                <a:ext cx="76622" cy="73502"/>
                <a:chOff x="1373392" y="2391862"/>
                <a:chExt cx="479433" cy="476535"/>
              </a:xfrm>
            </p:grpSpPr>
            <p:sp>
              <p:nvSpPr>
                <p:cNvPr id="225" name="箭號: 向右 224">
                  <a:extLst>
                    <a:ext uri="{FF2B5EF4-FFF2-40B4-BE49-F238E27FC236}">
                      <a16:creationId xmlns:a16="http://schemas.microsoft.com/office/drawing/2014/main" id="{C1386321-8C5C-475F-AA66-4328CC63DB5E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6" name="箭號: 向右 225">
                  <a:extLst>
                    <a:ext uri="{FF2B5EF4-FFF2-40B4-BE49-F238E27FC236}">
                      <a16:creationId xmlns:a16="http://schemas.microsoft.com/office/drawing/2014/main" id="{5FCD0B64-49A8-426B-84A3-7808EEF55CDF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50" dirty="0">
                    <a:solidFill>
                      <a:schemeClr val="tx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3" name="文字方塊 222">
                    <a:extLst>
                      <a:ext uri="{FF2B5EF4-FFF2-40B4-BE49-F238E27FC236}">
                        <a16:creationId xmlns:a16="http://schemas.microsoft.com/office/drawing/2014/main" id="{98CCC53E-8A9F-46F3-89D5-DD69D63CCA5D}"/>
                      </a:ext>
                    </a:extLst>
                  </p:cNvPr>
                  <p:cNvSpPr txBox="1"/>
                  <p:nvPr/>
                </p:nvSpPr>
                <p:spPr>
                  <a:xfrm>
                    <a:off x="7976850" y="-563015"/>
                    <a:ext cx="290616" cy="28321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1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15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15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150" dirty="0"/>
                  </a:p>
                </p:txBody>
              </p:sp>
            </mc:Choice>
            <mc:Fallback xmlns="">
              <p:sp>
                <p:nvSpPr>
                  <p:cNvPr id="223" name="文字方塊 222">
                    <a:extLst>
                      <a:ext uri="{FF2B5EF4-FFF2-40B4-BE49-F238E27FC236}">
                        <a16:creationId xmlns:a16="http://schemas.microsoft.com/office/drawing/2014/main" id="{98CCC53E-8A9F-46F3-89D5-DD69D63CCA5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76850" y="-563015"/>
                    <a:ext cx="290616" cy="283219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4" name="文字方塊 223">
                    <a:extLst>
                      <a:ext uri="{FF2B5EF4-FFF2-40B4-BE49-F238E27FC236}">
                        <a16:creationId xmlns:a16="http://schemas.microsoft.com/office/drawing/2014/main" id="{2826C25E-FA2F-4AB2-9F36-34A5A2F02EFB}"/>
                      </a:ext>
                    </a:extLst>
                  </p:cNvPr>
                  <p:cNvSpPr txBox="1"/>
                  <p:nvPr/>
                </p:nvSpPr>
                <p:spPr>
                  <a:xfrm>
                    <a:off x="8126327" y="-439748"/>
                    <a:ext cx="257490" cy="26930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1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15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15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150" dirty="0"/>
                  </a:p>
                </p:txBody>
              </p:sp>
            </mc:Choice>
            <mc:Fallback xmlns="">
              <p:sp>
                <p:nvSpPr>
                  <p:cNvPr id="224" name="文字方塊 223">
                    <a:extLst>
                      <a:ext uri="{FF2B5EF4-FFF2-40B4-BE49-F238E27FC236}">
                        <a16:creationId xmlns:a16="http://schemas.microsoft.com/office/drawing/2014/main" id="{2826C25E-FA2F-4AB2-9F36-34A5A2F02EF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26327" y="-439748"/>
                    <a:ext cx="257490" cy="269304"/>
                  </a:xfrm>
                  <a:prstGeom prst="rect">
                    <a:avLst/>
                  </a:prstGeom>
                  <a:blipFill>
                    <a:blip r:embed="rId29"/>
                    <a:stretch>
                      <a:fillRect r="-2326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7" name="文字方塊 226">
                  <a:extLst>
                    <a:ext uri="{FF2B5EF4-FFF2-40B4-BE49-F238E27FC236}">
                      <a16:creationId xmlns:a16="http://schemas.microsoft.com/office/drawing/2014/main" id="{C88B3958-0D3B-4359-8EA6-27DF8696995A}"/>
                    </a:ext>
                  </a:extLst>
                </p:cNvPr>
                <p:cNvSpPr txBox="1"/>
                <p:nvPr/>
              </p:nvSpPr>
              <p:spPr>
                <a:xfrm>
                  <a:off x="3952313" y="937004"/>
                  <a:ext cx="167359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m:rPr>
                                <m:nor/>
                              </m:rPr>
                              <a:rPr lang="en-US" altLang="zh-TW" sz="120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227" name="文字方塊 226">
                  <a:extLst>
                    <a:ext uri="{FF2B5EF4-FFF2-40B4-BE49-F238E27FC236}">
                      <a16:creationId xmlns:a16="http://schemas.microsoft.com/office/drawing/2014/main" id="{C88B3958-0D3B-4359-8EA6-27DF869699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52313" y="937004"/>
                  <a:ext cx="1673596" cy="276999"/>
                </a:xfrm>
                <a:prstGeom prst="rect">
                  <a:avLst/>
                </a:prstGeom>
                <a:blipFill>
                  <a:blip r:embed="rId30"/>
                  <a:stretch>
                    <a:fillRect b="-434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8" name="文字方塊 227">
                  <a:extLst>
                    <a:ext uri="{FF2B5EF4-FFF2-40B4-BE49-F238E27FC236}">
                      <a16:creationId xmlns:a16="http://schemas.microsoft.com/office/drawing/2014/main" id="{B47EBAAC-67F6-4566-A02A-8FA0DAE0FE3F}"/>
                    </a:ext>
                  </a:extLst>
                </p:cNvPr>
                <p:cNvSpPr txBox="1"/>
                <p:nvPr/>
              </p:nvSpPr>
              <p:spPr>
                <a:xfrm>
                  <a:off x="3141729" y="3632919"/>
                  <a:ext cx="115018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228" name="文字方塊 227">
                  <a:extLst>
                    <a:ext uri="{FF2B5EF4-FFF2-40B4-BE49-F238E27FC236}">
                      <a16:creationId xmlns:a16="http://schemas.microsoft.com/office/drawing/2014/main" id="{B47EBAAC-67F6-4566-A02A-8FA0DAE0FE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41729" y="3632919"/>
                  <a:ext cx="1150186" cy="276999"/>
                </a:xfrm>
                <a:prstGeom prst="rect">
                  <a:avLst/>
                </a:prstGeom>
                <a:blipFill>
                  <a:blip r:embed="rId31"/>
                  <a:stretch>
                    <a:fillRect b="-434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9" name="文字方塊 228">
                  <a:extLst>
                    <a:ext uri="{FF2B5EF4-FFF2-40B4-BE49-F238E27FC236}">
                      <a16:creationId xmlns:a16="http://schemas.microsoft.com/office/drawing/2014/main" id="{7D8F69E0-AF15-454B-8D11-A7DF7E2183C5}"/>
                    </a:ext>
                  </a:extLst>
                </p:cNvPr>
                <p:cNvSpPr txBox="1"/>
                <p:nvPr/>
              </p:nvSpPr>
              <p:spPr>
                <a:xfrm>
                  <a:off x="5345535" y="1709096"/>
                  <a:ext cx="115018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229" name="文字方塊 228">
                  <a:extLst>
                    <a:ext uri="{FF2B5EF4-FFF2-40B4-BE49-F238E27FC236}">
                      <a16:creationId xmlns:a16="http://schemas.microsoft.com/office/drawing/2014/main" id="{7D8F69E0-AF15-454B-8D11-A7DF7E2183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45535" y="1709096"/>
                  <a:ext cx="1150186" cy="276999"/>
                </a:xfrm>
                <a:prstGeom prst="rect">
                  <a:avLst/>
                </a:prstGeom>
                <a:blipFill>
                  <a:blip r:embed="rId32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0" name="文字方塊 229">
                  <a:extLst>
                    <a:ext uri="{FF2B5EF4-FFF2-40B4-BE49-F238E27FC236}">
                      <a16:creationId xmlns:a16="http://schemas.microsoft.com/office/drawing/2014/main" id="{214A405D-013C-425C-AAD8-7CB9738EC06E}"/>
                    </a:ext>
                  </a:extLst>
                </p:cNvPr>
                <p:cNvSpPr txBox="1"/>
                <p:nvPr/>
              </p:nvSpPr>
              <p:spPr>
                <a:xfrm>
                  <a:off x="4307210" y="4316536"/>
                  <a:ext cx="115018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230" name="文字方塊 229">
                  <a:extLst>
                    <a:ext uri="{FF2B5EF4-FFF2-40B4-BE49-F238E27FC236}">
                      <a16:creationId xmlns:a16="http://schemas.microsoft.com/office/drawing/2014/main" id="{214A405D-013C-425C-AAD8-7CB9738EC0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07210" y="4316536"/>
                  <a:ext cx="1150186" cy="276999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31" name="圖片 230">
              <a:extLst>
                <a:ext uri="{FF2B5EF4-FFF2-40B4-BE49-F238E27FC236}">
                  <a16:creationId xmlns:a16="http://schemas.microsoft.com/office/drawing/2014/main" id="{68261A84-3894-4BEF-9B8F-8B3B1DF7AD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781" t="8908" r="4868" b="70278"/>
            <a:stretch/>
          </p:blipFill>
          <p:spPr>
            <a:xfrm>
              <a:off x="5200050" y="1133495"/>
              <a:ext cx="236737" cy="75499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2" name="文字方塊 231">
                  <a:extLst>
                    <a:ext uri="{FF2B5EF4-FFF2-40B4-BE49-F238E27FC236}">
                      <a16:creationId xmlns:a16="http://schemas.microsoft.com/office/drawing/2014/main" id="{3387207E-13DA-4D9F-9155-75F8EF2F918A}"/>
                    </a:ext>
                  </a:extLst>
                </p:cNvPr>
                <p:cNvSpPr txBox="1"/>
                <p:nvPr/>
              </p:nvSpPr>
              <p:spPr>
                <a:xfrm rot="5400000">
                  <a:off x="5092312" y="1505670"/>
                  <a:ext cx="39952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140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 sz="14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zh-TW" sz="1400"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altLang="zh-TW" sz="1400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 xmlns="">
            <p:sp>
              <p:nvSpPr>
                <p:cNvPr id="232" name="文字方塊 231">
                  <a:extLst>
                    <a:ext uri="{FF2B5EF4-FFF2-40B4-BE49-F238E27FC236}">
                      <a16:creationId xmlns:a16="http://schemas.microsoft.com/office/drawing/2014/main" id="{3387207E-13DA-4D9F-9155-75F8EF2F91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092312" y="1505670"/>
                  <a:ext cx="399520" cy="307777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3" name="直線接點 232">
              <a:extLst>
                <a:ext uri="{FF2B5EF4-FFF2-40B4-BE49-F238E27FC236}">
                  <a16:creationId xmlns:a16="http://schemas.microsoft.com/office/drawing/2014/main" id="{DAEF7442-F8BC-4864-9E2B-FF17F70420F1}"/>
                </a:ext>
              </a:extLst>
            </p:cNvPr>
            <p:cNvCxnSpPr>
              <a:cxnSpLocks/>
            </p:cNvCxnSpPr>
            <p:nvPr/>
          </p:nvCxnSpPr>
          <p:spPr>
            <a:xfrm>
              <a:off x="4081180" y="3445557"/>
              <a:ext cx="650875" cy="0"/>
            </a:xfrm>
            <a:prstGeom prst="line">
              <a:avLst/>
            </a:prstGeom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34" name="直線接點 233">
              <a:extLst>
                <a:ext uri="{FF2B5EF4-FFF2-40B4-BE49-F238E27FC236}">
                  <a16:creationId xmlns:a16="http://schemas.microsoft.com/office/drawing/2014/main" id="{03D10034-C411-40B0-AFCD-0D33CA001857}"/>
                </a:ext>
              </a:extLst>
            </p:cNvPr>
            <p:cNvCxnSpPr>
              <a:cxnSpLocks/>
            </p:cNvCxnSpPr>
            <p:nvPr/>
          </p:nvCxnSpPr>
          <p:spPr>
            <a:xfrm>
              <a:off x="5178460" y="3774170"/>
              <a:ext cx="418783" cy="0"/>
            </a:xfrm>
            <a:prstGeom prst="line">
              <a:avLst/>
            </a:prstGeom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35" name="直線接點 234">
              <a:extLst>
                <a:ext uri="{FF2B5EF4-FFF2-40B4-BE49-F238E27FC236}">
                  <a16:creationId xmlns:a16="http://schemas.microsoft.com/office/drawing/2014/main" id="{ECA51AA9-BAF8-436F-B016-1E8BC210FF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86868" y="3659213"/>
              <a:ext cx="332143" cy="321332"/>
            </a:xfrm>
            <a:prstGeom prst="line">
              <a:avLst/>
            </a:prstGeom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6" name="文字方塊 235">
                  <a:extLst>
                    <a:ext uri="{FF2B5EF4-FFF2-40B4-BE49-F238E27FC236}">
                      <a16:creationId xmlns:a16="http://schemas.microsoft.com/office/drawing/2014/main" id="{299D922C-A6B5-4DDE-B049-ECF205981D5F}"/>
                    </a:ext>
                  </a:extLst>
                </p:cNvPr>
                <p:cNvSpPr txBox="1"/>
                <p:nvPr/>
              </p:nvSpPr>
              <p:spPr>
                <a:xfrm>
                  <a:off x="3245718" y="1697793"/>
                  <a:ext cx="115018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/2,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236" name="文字方塊 235">
                  <a:extLst>
                    <a:ext uri="{FF2B5EF4-FFF2-40B4-BE49-F238E27FC236}">
                      <a16:creationId xmlns:a16="http://schemas.microsoft.com/office/drawing/2014/main" id="{299D922C-A6B5-4DDE-B049-ECF205981D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5718" y="1697793"/>
                  <a:ext cx="1150186" cy="276999"/>
                </a:xfrm>
                <a:prstGeom prst="rect">
                  <a:avLst/>
                </a:prstGeom>
                <a:blipFill>
                  <a:blip r:embed="rId35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7" name="文字方塊 236">
                  <a:extLst>
                    <a:ext uri="{FF2B5EF4-FFF2-40B4-BE49-F238E27FC236}">
                      <a16:creationId xmlns:a16="http://schemas.microsoft.com/office/drawing/2014/main" id="{C859BE87-273F-4939-937E-4574665C82F8}"/>
                    </a:ext>
                  </a:extLst>
                </p:cNvPr>
                <p:cNvSpPr txBox="1"/>
                <p:nvPr/>
              </p:nvSpPr>
              <p:spPr>
                <a:xfrm>
                  <a:off x="5507491" y="3632919"/>
                  <a:ext cx="98820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/2,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237" name="文字方塊 236">
                  <a:extLst>
                    <a:ext uri="{FF2B5EF4-FFF2-40B4-BE49-F238E27FC236}">
                      <a16:creationId xmlns:a16="http://schemas.microsoft.com/office/drawing/2014/main" id="{C859BE87-273F-4939-937E-4574665C82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07491" y="3632919"/>
                  <a:ext cx="988200" cy="276999"/>
                </a:xfrm>
                <a:prstGeom prst="rect">
                  <a:avLst/>
                </a:prstGeom>
                <a:blipFill>
                  <a:blip r:embed="rId36"/>
                  <a:stretch>
                    <a:fillRect b="-434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38" name="圖片 237">
              <a:extLst>
                <a:ext uri="{FF2B5EF4-FFF2-40B4-BE49-F238E27FC236}">
                  <a16:creationId xmlns:a16="http://schemas.microsoft.com/office/drawing/2014/main" id="{927C40BA-D80E-4489-A81F-DC7B82A6AD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510601" y="3156059"/>
              <a:ext cx="868304" cy="901700"/>
            </a:xfrm>
            <a:prstGeom prst="rect">
              <a:avLst/>
            </a:prstGeom>
          </p:spPr>
        </p:pic>
        <p:grpSp>
          <p:nvGrpSpPr>
            <p:cNvPr id="239" name="群組 238">
              <a:extLst>
                <a:ext uri="{FF2B5EF4-FFF2-40B4-BE49-F238E27FC236}">
                  <a16:creationId xmlns:a16="http://schemas.microsoft.com/office/drawing/2014/main" id="{7D07AEB9-124D-410A-8E3C-110661C000A9}"/>
                </a:ext>
              </a:extLst>
            </p:cNvPr>
            <p:cNvGrpSpPr/>
            <p:nvPr/>
          </p:nvGrpSpPr>
          <p:grpSpPr>
            <a:xfrm>
              <a:off x="4574489" y="5342260"/>
              <a:ext cx="720000" cy="720000"/>
              <a:chOff x="801581" y="4966326"/>
              <a:chExt cx="1150186" cy="1150186"/>
            </a:xfrm>
          </p:grpSpPr>
          <p:sp>
            <p:nvSpPr>
              <p:cNvPr id="240" name="矩形: 圓角 239">
                <a:extLst>
                  <a:ext uri="{FF2B5EF4-FFF2-40B4-BE49-F238E27FC236}">
                    <a16:creationId xmlns:a16="http://schemas.microsoft.com/office/drawing/2014/main" id="{C4ED1528-5616-4B6D-ACEC-23A775A0B0ED}"/>
                  </a:ext>
                </a:extLst>
              </p:cNvPr>
              <p:cNvSpPr/>
              <p:nvPr/>
            </p:nvSpPr>
            <p:spPr>
              <a:xfrm>
                <a:off x="801581" y="4966326"/>
                <a:ext cx="1150186" cy="1150186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241" name="橢圓 240">
                <a:extLst>
                  <a:ext uri="{FF2B5EF4-FFF2-40B4-BE49-F238E27FC236}">
                    <a16:creationId xmlns:a16="http://schemas.microsoft.com/office/drawing/2014/main" id="{FEBE63FF-73D2-4DCF-865C-A259C24A5F68}"/>
                  </a:ext>
                </a:extLst>
              </p:cNvPr>
              <p:cNvSpPr/>
              <p:nvPr/>
            </p:nvSpPr>
            <p:spPr>
              <a:xfrm>
                <a:off x="1269795" y="5070149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244" name="橢圓 243">
                <a:extLst>
                  <a:ext uri="{FF2B5EF4-FFF2-40B4-BE49-F238E27FC236}">
                    <a16:creationId xmlns:a16="http://schemas.microsoft.com/office/drawing/2014/main" id="{62445816-D650-4F61-91EF-E17C5909F4B9}"/>
                  </a:ext>
                </a:extLst>
              </p:cNvPr>
              <p:cNvSpPr/>
              <p:nvPr/>
            </p:nvSpPr>
            <p:spPr>
              <a:xfrm>
                <a:off x="1269795" y="5805606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245" name="橢圓 244">
                <a:extLst>
                  <a:ext uri="{FF2B5EF4-FFF2-40B4-BE49-F238E27FC236}">
                    <a16:creationId xmlns:a16="http://schemas.microsoft.com/office/drawing/2014/main" id="{6829C3F8-F468-44FA-A99D-6AE1746B15AA}"/>
                  </a:ext>
                </a:extLst>
              </p:cNvPr>
              <p:cNvSpPr/>
              <p:nvPr/>
            </p:nvSpPr>
            <p:spPr>
              <a:xfrm>
                <a:off x="1633048" y="5442907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246" name="橢圓 245">
                <a:extLst>
                  <a:ext uri="{FF2B5EF4-FFF2-40B4-BE49-F238E27FC236}">
                    <a16:creationId xmlns:a16="http://schemas.microsoft.com/office/drawing/2014/main" id="{F1E09E42-A508-4F1D-B025-2D890A5C530C}"/>
                  </a:ext>
                </a:extLst>
              </p:cNvPr>
              <p:cNvSpPr/>
              <p:nvPr/>
            </p:nvSpPr>
            <p:spPr>
              <a:xfrm>
                <a:off x="895950" y="5442907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247" name="橢圓 246">
                <a:extLst>
                  <a:ext uri="{FF2B5EF4-FFF2-40B4-BE49-F238E27FC236}">
                    <a16:creationId xmlns:a16="http://schemas.microsoft.com/office/drawing/2014/main" id="{9F346CDB-2C05-4542-B5E7-1B21BF38F429}"/>
                  </a:ext>
                </a:extLst>
              </p:cNvPr>
              <p:cNvSpPr/>
              <p:nvPr/>
            </p:nvSpPr>
            <p:spPr>
              <a:xfrm>
                <a:off x="1006324" y="5710453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248" name="橢圓 247">
                <a:extLst>
                  <a:ext uri="{FF2B5EF4-FFF2-40B4-BE49-F238E27FC236}">
                    <a16:creationId xmlns:a16="http://schemas.microsoft.com/office/drawing/2014/main" id="{28EB33B3-B920-45DC-8E71-072725A2DEFD}"/>
                  </a:ext>
                </a:extLst>
              </p:cNvPr>
              <p:cNvSpPr/>
              <p:nvPr/>
            </p:nvSpPr>
            <p:spPr>
              <a:xfrm>
                <a:off x="1006324" y="5181504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249" name="橢圓 248">
                <a:extLst>
                  <a:ext uri="{FF2B5EF4-FFF2-40B4-BE49-F238E27FC236}">
                    <a16:creationId xmlns:a16="http://schemas.microsoft.com/office/drawing/2014/main" id="{1D707F62-45D4-4AEB-A28E-93985BC80399}"/>
                  </a:ext>
                </a:extLst>
              </p:cNvPr>
              <p:cNvSpPr/>
              <p:nvPr/>
            </p:nvSpPr>
            <p:spPr>
              <a:xfrm>
                <a:off x="1531150" y="5710453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250" name="橢圓 249">
                <a:extLst>
                  <a:ext uri="{FF2B5EF4-FFF2-40B4-BE49-F238E27FC236}">
                    <a16:creationId xmlns:a16="http://schemas.microsoft.com/office/drawing/2014/main" id="{7ED73641-9F78-4942-B632-477488441160}"/>
                  </a:ext>
                </a:extLst>
              </p:cNvPr>
              <p:cNvSpPr/>
              <p:nvPr/>
            </p:nvSpPr>
            <p:spPr>
              <a:xfrm>
                <a:off x="1531150" y="5181504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251" name="等腰三角形 250">
                <a:extLst>
                  <a:ext uri="{FF2B5EF4-FFF2-40B4-BE49-F238E27FC236}">
                    <a16:creationId xmlns:a16="http://schemas.microsoft.com/office/drawing/2014/main" id="{FEAF6A5A-D591-4EF5-9963-10A86EC6C9BE}"/>
                  </a:ext>
                </a:extLst>
              </p:cNvPr>
              <p:cNvSpPr/>
              <p:nvPr/>
            </p:nvSpPr>
            <p:spPr>
              <a:xfrm rot="5400000" flipH="1">
                <a:off x="1342194" y="5038456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252" name="等腰三角形 251">
                <a:extLst>
                  <a:ext uri="{FF2B5EF4-FFF2-40B4-BE49-F238E27FC236}">
                    <a16:creationId xmlns:a16="http://schemas.microsoft.com/office/drawing/2014/main" id="{EABCD124-B916-4F3E-B141-ABF8F2B5B4C0}"/>
                  </a:ext>
                </a:extLst>
              </p:cNvPr>
              <p:cNvSpPr/>
              <p:nvPr/>
            </p:nvSpPr>
            <p:spPr>
              <a:xfrm rot="5400000" flipH="1">
                <a:off x="1342194" y="5772548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253" name="等腰三角形 252">
                <a:extLst>
                  <a:ext uri="{FF2B5EF4-FFF2-40B4-BE49-F238E27FC236}">
                    <a16:creationId xmlns:a16="http://schemas.microsoft.com/office/drawing/2014/main" id="{1C07A5F9-C788-456D-B67A-C1291006E443}"/>
                  </a:ext>
                </a:extLst>
              </p:cNvPr>
              <p:cNvSpPr/>
              <p:nvPr/>
            </p:nvSpPr>
            <p:spPr>
              <a:xfrm rot="5400000" flipH="1">
                <a:off x="968349" y="5413782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254" name="等腰三角形 253">
                <a:extLst>
                  <a:ext uri="{FF2B5EF4-FFF2-40B4-BE49-F238E27FC236}">
                    <a16:creationId xmlns:a16="http://schemas.microsoft.com/office/drawing/2014/main" id="{4298A7B3-421A-4D1D-BDAC-9427AF88DD1E}"/>
                  </a:ext>
                </a:extLst>
              </p:cNvPr>
              <p:cNvSpPr/>
              <p:nvPr/>
            </p:nvSpPr>
            <p:spPr>
              <a:xfrm rot="5400000" flipH="1">
                <a:off x="1078723" y="5148532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255" name="等腰三角形 254">
                <a:extLst>
                  <a:ext uri="{FF2B5EF4-FFF2-40B4-BE49-F238E27FC236}">
                    <a16:creationId xmlns:a16="http://schemas.microsoft.com/office/drawing/2014/main" id="{23BEA560-E12D-4D8B-BC58-19C1D0FB8699}"/>
                  </a:ext>
                </a:extLst>
              </p:cNvPr>
              <p:cNvSpPr/>
              <p:nvPr/>
            </p:nvSpPr>
            <p:spPr>
              <a:xfrm rot="5400000" flipH="1">
                <a:off x="1078723" y="5678198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256" name="等腰三角形 255">
                <a:extLst>
                  <a:ext uri="{FF2B5EF4-FFF2-40B4-BE49-F238E27FC236}">
                    <a16:creationId xmlns:a16="http://schemas.microsoft.com/office/drawing/2014/main" id="{27B227F6-EA12-434A-9018-0C627AB2C634}"/>
                  </a:ext>
                </a:extLst>
              </p:cNvPr>
              <p:cNvSpPr/>
              <p:nvPr/>
            </p:nvSpPr>
            <p:spPr>
              <a:xfrm rot="5400000" flipH="1">
                <a:off x="1603549" y="5148532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257" name="等腰三角形 256">
                <a:extLst>
                  <a:ext uri="{FF2B5EF4-FFF2-40B4-BE49-F238E27FC236}">
                    <a16:creationId xmlns:a16="http://schemas.microsoft.com/office/drawing/2014/main" id="{6E2F226D-8004-4BFF-B948-6E81793693CB}"/>
                  </a:ext>
                </a:extLst>
              </p:cNvPr>
              <p:cNvSpPr/>
              <p:nvPr/>
            </p:nvSpPr>
            <p:spPr>
              <a:xfrm rot="5400000" flipH="1">
                <a:off x="1603549" y="5678198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258" name="等腰三角形 257">
                <a:extLst>
                  <a:ext uri="{FF2B5EF4-FFF2-40B4-BE49-F238E27FC236}">
                    <a16:creationId xmlns:a16="http://schemas.microsoft.com/office/drawing/2014/main" id="{1DF44FAC-34D5-48CF-AD21-99E31EFB5AF5}"/>
                  </a:ext>
                </a:extLst>
              </p:cNvPr>
              <p:cNvSpPr/>
              <p:nvPr/>
            </p:nvSpPr>
            <p:spPr>
              <a:xfrm rot="5400000" flipH="1">
                <a:off x="1705447" y="5413782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1" name="文字方塊 260">
                  <a:extLst>
                    <a:ext uri="{FF2B5EF4-FFF2-40B4-BE49-F238E27FC236}">
                      <a16:creationId xmlns:a16="http://schemas.microsoft.com/office/drawing/2014/main" id="{530A1F78-B897-4262-BB2A-FAA6FBFB465C}"/>
                    </a:ext>
                  </a:extLst>
                </p:cNvPr>
                <p:cNvSpPr txBox="1"/>
                <p:nvPr/>
              </p:nvSpPr>
              <p:spPr>
                <a:xfrm>
                  <a:off x="4528826" y="1638919"/>
                  <a:ext cx="612129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1100" dirty="0"/>
                </a:p>
              </p:txBody>
            </p:sp>
          </mc:Choice>
          <mc:Fallback xmlns="">
            <p:sp>
              <p:nvSpPr>
                <p:cNvPr id="261" name="文字方塊 260">
                  <a:extLst>
                    <a:ext uri="{FF2B5EF4-FFF2-40B4-BE49-F238E27FC236}">
                      <a16:creationId xmlns:a16="http://schemas.microsoft.com/office/drawing/2014/main" id="{530A1F78-B897-4262-BB2A-FAA6FBFB46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28826" y="1638919"/>
                  <a:ext cx="612129" cy="261610"/>
                </a:xfrm>
                <a:prstGeom prst="rect">
                  <a:avLst/>
                </a:prstGeom>
                <a:blipFill>
                  <a:blip r:embed="rId37"/>
                  <a:stretch>
                    <a:fillRect b="-232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62" name="群組 261">
              <a:extLst>
                <a:ext uri="{FF2B5EF4-FFF2-40B4-BE49-F238E27FC236}">
                  <a16:creationId xmlns:a16="http://schemas.microsoft.com/office/drawing/2014/main" id="{4A150843-AEC1-49E0-85AB-BCCF9C91C701}"/>
                </a:ext>
              </a:extLst>
            </p:cNvPr>
            <p:cNvGrpSpPr/>
            <p:nvPr/>
          </p:nvGrpSpPr>
          <p:grpSpPr>
            <a:xfrm>
              <a:off x="4462977" y="1892699"/>
              <a:ext cx="720000" cy="720000"/>
              <a:chOff x="3481679" y="1553308"/>
              <a:chExt cx="1150186" cy="1150186"/>
            </a:xfrm>
          </p:grpSpPr>
          <p:sp>
            <p:nvSpPr>
              <p:cNvPr id="263" name="矩形: 圓角 262">
                <a:extLst>
                  <a:ext uri="{FF2B5EF4-FFF2-40B4-BE49-F238E27FC236}">
                    <a16:creationId xmlns:a16="http://schemas.microsoft.com/office/drawing/2014/main" id="{783812BC-C640-4704-A627-37C94BD469BC}"/>
                  </a:ext>
                </a:extLst>
              </p:cNvPr>
              <p:cNvSpPr/>
              <p:nvPr/>
            </p:nvSpPr>
            <p:spPr>
              <a:xfrm>
                <a:off x="3481679" y="1553308"/>
                <a:ext cx="1150186" cy="1150186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 dirty="0"/>
              </a:p>
            </p:txBody>
          </p:sp>
          <p:sp>
            <p:nvSpPr>
              <p:cNvPr id="264" name="橢圓 263">
                <a:extLst>
                  <a:ext uri="{FF2B5EF4-FFF2-40B4-BE49-F238E27FC236}">
                    <a16:creationId xmlns:a16="http://schemas.microsoft.com/office/drawing/2014/main" id="{17E134BD-3220-4545-83EB-EEDE1FE615DF}"/>
                  </a:ext>
                </a:extLst>
              </p:cNvPr>
              <p:cNvSpPr/>
              <p:nvPr/>
            </p:nvSpPr>
            <p:spPr>
              <a:xfrm>
                <a:off x="3940548" y="1642556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265" name="橢圓 264">
                <a:extLst>
                  <a:ext uri="{FF2B5EF4-FFF2-40B4-BE49-F238E27FC236}">
                    <a16:creationId xmlns:a16="http://schemas.microsoft.com/office/drawing/2014/main" id="{1A94DDF3-8AFB-4A05-B9C7-1D1174132A95}"/>
                  </a:ext>
                </a:extLst>
              </p:cNvPr>
              <p:cNvSpPr/>
              <p:nvPr/>
            </p:nvSpPr>
            <p:spPr>
              <a:xfrm>
                <a:off x="3940548" y="2378013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266" name="橢圓 265">
                <a:extLst>
                  <a:ext uri="{FF2B5EF4-FFF2-40B4-BE49-F238E27FC236}">
                    <a16:creationId xmlns:a16="http://schemas.microsoft.com/office/drawing/2014/main" id="{097DF1BA-BBC9-44CD-8AD7-D3978F29A59D}"/>
                  </a:ext>
                </a:extLst>
              </p:cNvPr>
              <p:cNvSpPr/>
              <p:nvPr/>
            </p:nvSpPr>
            <p:spPr>
              <a:xfrm>
                <a:off x="4303801" y="2015313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267" name="橢圓 266">
                <a:extLst>
                  <a:ext uri="{FF2B5EF4-FFF2-40B4-BE49-F238E27FC236}">
                    <a16:creationId xmlns:a16="http://schemas.microsoft.com/office/drawing/2014/main" id="{E0B12F1E-E03E-4DE1-8148-B4A4CF459C18}"/>
                  </a:ext>
                </a:extLst>
              </p:cNvPr>
              <p:cNvSpPr/>
              <p:nvPr/>
            </p:nvSpPr>
            <p:spPr>
              <a:xfrm>
                <a:off x="3566703" y="2015313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268" name="橢圓 267">
                <a:extLst>
                  <a:ext uri="{FF2B5EF4-FFF2-40B4-BE49-F238E27FC236}">
                    <a16:creationId xmlns:a16="http://schemas.microsoft.com/office/drawing/2014/main" id="{AF5A421B-5578-4715-A32A-4CBBE8731BCF}"/>
                  </a:ext>
                </a:extLst>
              </p:cNvPr>
              <p:cNvSpPr/>
              <p:nvPr/>
            </p:nvSpPr>
            <p:spPr>
              <a:xfrm>
                <a:off x="3677077" y="2282860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269" name="橢圓 268">
                <a:extLst>
                  <a:ext uri="{FF2B5EF4-FFF2-40B4-BE49-F238E27FC236}">
                    <a16:creationId xmlns:a16="http://schemas.microsoft.com/office/drawing/2014/main" id="{E4269DA1-F543-4169-BA87-D9F6B87CDB42}"/>
                  </a:ext>
                </a:extLst>
              </p:cNvPr>
              <p:cNvSpPr/>
              <p:nvPr/>
            </p:nvSpPr>
            <p:spPr>
              <a:xfrm>
                <a:off x="3677077" y="1753910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270" name="橢圓 269">
                <a:extLst>
                  <a:ext uri="{FF2B5EF4-FFF2-40B4-BE49-F238E27FC236}">
                    <a16:creationId xmlns:a16="http://schemas.microsoft.com/office/drawing/2014/main" id="{C5787177-A6A9-4B70-ADD1-F6094DFD872A}"/>
                  </a:ext>
                </a:extLst>
              </p:cNvPr>
              <p:cNvSpPr/>
              <p:nvPr/>
            </p:nvSpPr>
            <p:spPr>
              <a:xfrm>
                <a:off x="4201903" y="2282860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 dirty="0"/>
              </a:p>
            </p:txBody>
          </p:sp>
          <p:sp>
            <p:nvSpPr>
              <p:cNvPr id="271" name="橢圓 270">
                <a:extLst>
                  <a:ext uri="{FF2B5EF4-FFF2-40B4-BE49-F238E27FC236}">
                    <a16:creationId xmlns:a16="http://schemas.microsoft.com/office/drawing/2014/main" id="{42BEE8FA-B21A-4B0E-8EC9-F5E8964A6842}"/>
                  </a:ext>
                </a:extLst>
              </p:cNvPr>
              <p:cNvSpPr/>
              <p:nvPr/>
            </p:nvSpPr>
            <p:spPr>
              <a:xfrm>
                <a:off x="4201903" y="1753910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272" name="等腰三角形 271">
                <a:extLst>
                  <a:ext uri="{FF2B5EF4-FFF2-40B4-BE49-F238E27FC236}">
                    <a16:creationId xmlns:a16="http://schemas.microsoft.com/office/drawing/2014/main" id="{305B222C-3382-421F-B36A-424EC6451AC6}"/>
                  </a:ext>
                </a:extLst>
              </p:cNvPr>
              <p:cNvSpPr/>
              <p:nvPr/>
            </p:nvSpPr>
            <p:spPr>
              <a:xfrm rot="16200000">
                <a:off x="4012947" y="1610862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273" name="等腰三角形 272">
                <a:extLst>
                  <a:ext uri="{FF2B5EF4-FFF2-40B4-BE49-F238E27FC236}">
                    <a16:creationId xmlns:a16="http://schemas.microsoft.com/office/drawing/2014/main" id="{6C1F32B0-716C-4277-9CED-EAC299C0833B}"/>
                  </a:ext>
                </a:extLst>
              </p:cNvPr>
              <p:cNvSpPr/>
              <p:nvPr/>
            </p:nvSpPr>
            <p:spPr>
              <a:xfrm rot="16200000">
                <a:off x="4012947" y="2344954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274" name="等腰三角形 273">
                <a:extLst>
                  <a:ext uri="{FF2B5EF4-FFF2-40B4-BE49-F238E27FC236}">
                    <a16:creationId xmlns:a16="http://schemas.microsoft.com/office/drawing/2014/main" id="{C98E9902-D833-4A50-A9DF-06FC8A5D4D1E}"/>
                  </a:ext>
                </a:extLst>
              </p:cNvPr>
              <p:cNvSpPr/>
              <p:nvPr/>
            </p:nvSpPr>
            <p:spPr>
              <a:xfrm rot="16200000">
                <a:off x="3639102" y="1986189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275" name="等腰三角形 274">
                <a:extLst>
                  <a:ext uri="{FF2B5EF4-FFF2-40B4-BE49-F238E27FC236}">
                    <a16:creationId xmlns:a16="http://schemas.microsoft.com/office/drawing/2014/main" id="{8200CB87-20E3-4A0A-901C-3B55464D143D}"/>
                  </a:ext>
                </a:extLst>
              </p:cNvPr>
              <p:cNvSpPr/>
              <p:nvPr/>
            </p:nvSpPr>
            <p:spPr>
              <a:xfrm rot="16200000">
                <a:off x="3749476" y="1720938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276" name="等腰三角形 275">
                <a:extLst>
                  <a:ext uri="{FF2B5EF4-FFF2-40B4-BE49-F238E27FC236}">
                    <a16:creationId xmlns:a16="http://schemas.microsoft.com/office/drawing/2014/main" id="{08795A24-6ABD-41BE-9EFB-753043E55659}"/>
                  </a:ext>
                </a:extLst>
              </p:cNvPr>
              <p:cNvSpPr/>
              <p:nvPr/>
            </p:nvSpPr>
            <p:spPr>
              <a:xfrm rot="16200000">
                <a:off x="3749476" y="2250604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277" name="等腰三角形 276">
                <a:extLst>
                  <a:ext uri="{FF2B5EF4-FFF2-40B4-BE49-F238E27FC236}">
                    <a16:creationId xmlns:a16="http://schemas.microsoft.com/office/drawing/2014/main" id="{0EFBAD52-8E16-4564-9653-A3163AAF9397}"/>
                  </a:ext>
                </a:extLst>
              </p:cNvPr>
              <p:cNvSpPr/>
              <p:nvPr/>
            </p:nvSpPr>
            <p:spPr>
              <a:xfrm rot="16200000">
                <a:off x="4274302" y="1720938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278" name="等腰三角形 277">
                <a:extLst>
                  <a:ext uri="{FF2B5EF4-FFF2-40B4-BE49-F238E27FC236}">
                    <a16:creationId xmlns:a16="http://schemas.microsoft.com/office/drawing/2014/main" id="{8400466E-2CF2-41B4-ACD8-C45197A2787D}"/>
                  </a:ext>
                </a:extLst>
              </p:cNvPr>
              <p:cNvSpPr/>
              <p:nvPr/>
            </p:nvSpPr>
            <p:spPr>
              <a:xfrm rot="16200000">
                <a:off x="4274302" y="2250604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279" name="等腰三角形 278">
                <a:extLst>
                  <a:ext uri="{FF2B5EF4-FFF2-40B4-BE49-F238E27FC236}">
                    <a16:creationId xmlns:a16="http://schemas.microsoft.com/office/drawing/2014/main" id="{D669EDDF-A795-4213-B6E3-260F684C10F3}"/>
                  </a:ext>
                </a:extLst>
              </p:cNvPr>
              <p:cNvSpPr/>
              <p:nvPr/>
            </p:nvSpPr>
            <p:spPr>
              <a:xfrm rot="16200000">
                <a:off x="4376200" y="1986189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grpSp>
            <p:nvGrpSpPr>
              <p:cNvPr id="280" name="群組 279">
                <a:extLst>
                  <a:ext uri="{FF2B5EF4-FFF2-40B4-BE49-F238E27FC236}">
                    <a16:creationId xmlns:a16="http://schemas.microsoft.com/office/drawing/2014/main" id="{FFBD38EC-6066-4951-8D4F-3ED71728E285}"/>
                  </a:ext>
                </a:extLst>
              </p:cNvPr>
              <p:cNvGrpSpPr/>
              <p:nvPr/>
            </p:nvGrpSpPr>
            <p:grpSpPr>
              <a:xfrm>
                <a:off x="4057671" y="2031019"/>
                <a:ext cx="115586" cy="110880"/>
                <a:chOff x="1373392" y="2391862"/>
                <a:chExt cx="479433" cy="476535"/>
              </a:xfrm>
            </p:grpSpPr>
            <p:sp>
              <p:nvSpPr>
                <p:cNvPr id="283" name="箭號: 向右 282">
                  <a:extLst>
                    <a:ext uri="{FF2B5EF4-FFF2-40B4-BE49-F238E27FC236}">
                      <a16:creationId xmlns:a16="http://schemas.microsoft.com/office/drawing/2014/main" id="{D37D4FB9-67F3-45DF-A586-FD5A7C495EC6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5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84" name="箭號: 向右 283">
                  <a:extLst>
                    <a:ext uri="{FF2B5EF4-FFF2-40B4-BE49-F238E27FC236}">
                      <a16:creationId xmlns:a16="http://schemas.microsoft.com/office/drawing/2014/main" id="{CEADF176-67DE-43D6-BD3D-11DB7E4E3C54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50" dirty="0">
                    <a:solidFill>
                      <a:schemeClr val="bg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1" name="文字方塊 280">
                    <a:extLst>
                      <a:ext uri="{FF2B5EF4-FFF2-40B4-BE49-F238E27FC236}">
                        <a16:creationId xmlns:a16="http://schemas.microsoft.com/office/drawing/2014/main" id="{357E4E1B-4A41-4D4A-A176-928D46A99640}"/>
                      </a:ext>
                    </a:extLst>
                  </p:cNvPr>
                  <p:cNvSpPr txBox="1"/>
                  <p:nvPr/>
                </p:nvSpPr>
                <p:spPr>
                  <a:xfrm>
                    <a:off x="3836505" y="1616346"/>
                    <a:ext cx="411859" cy="45243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15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15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15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15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81" name="文字方塊 280">
                    <a:extLst>
                      <a:ext uri="{FF2B5EF4-FFF2-40B4-BE49-F238E27FC236}">
                        <a16:creationId xmlns:a16="http://schemas.microsoft.com/office/drawing/2014/main" id="{357E4E1B-4A41-4D4A-A176-928D46A9964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36505" y="1616346"/>
                    <a:ext cx="411859" cy="452437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r="-6977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2" name="文字方塊 281">
                    <a:extLst>
                      <a:ext uri="{FF2B5EF4-FFF2-40B4-BE49-F238E27FC236}">
                        <a16:creationId xmlns:a16="http://schemas.microsoft.com/office/drawing/2014/main" id="{A6C5DDC5-EB74-4AB9-9B4D-EE138A0C1E4C}"/>
                      </a:ext>
                    </a:extLst>
                  </p:cNvPr>
                  <p:cNvSpPr txBox="1"/>
                  <p:nvPr/>
                </p:nvSpPr>
                <p:spPr>
                  <a:xfrm>
                    <a:off x="4088416" y="1839893"/>
                    <a:ext cx="521831" cy="43020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15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15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15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15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82" name="文字方塊 281">
                    <a:extLst>
                      <a:ext uri="{FF2B5EF4-FFF2-40B4-BE49-F238E27FC236}">
                        <a16:creationId xmlns:a16="http://schemas.microsoft.com/office/drawing/2014/main" id="{A6C5DDC5-EB74-4AB9-9B4D-EE138A0C1E4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88416" y="1839893"/>
                    <a:ext cx="521831" cy="430208"/>
                  </a:xfrm>
                  <a:prstGeom prst="rect">
                    <a:avLst/>
                  </a:prstGeom>
                  <a:blipFill>
                    <a:blip r:embed="rId3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85" name="直線接點 284">
              <a:extLst>
                <a:ext uri="{FF2B5EF4-FFF2-40B4-BE49-F238E27FC236}">
                  <a16:creationId xmlns:a16="http://schemas.microsoft.com/office/drawing/2014/main" id="{012C6B66-A50C-4C6E-BFE0-5D109441F4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74080" y="3324033"/>
              <a:ext cx="252473" cy="244255"/>
            </a:xfrm>
            <a:prstGeom prst="line">
              <a:avLst/>
            </a:prstGeom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6" name="文字方塊 285">
                  <a:extLst>
                    <a:ext uri="{FF2B5EF4-FFF2-40B4-BE49-F238E27FC236}">
                      <a16:creationId xmlns:a16="http://schemas.microsoft.com/office/drawing/2014/main" id="{C195A5D1-E148-48CA-AB6E-CD3C495C4A09}"/>
                    </a:ext>
                  </a:extLst>
                </p:cNvPr>
                <p:cNvSpPr txBox="1"/>
                <p:nvPr/>
              </p:nvSpPr>
              <p:spPr>
                <a:xfrm>
                  <a:off x="4583733" y="2874847"/>
                  <a:ext cx="715550" cy="2693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150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1, 2</m:t>
                            </m:r>
                          </m:e>
                        </m:d>
                      </m:oMath>
                    </m:oMathPara>
                  </a14:m>
                  <a:endParaRPr lang="zh-TW" altLang="en-US" sz="1150" dirty="0"/>
                </a:p>
              </p:txBody>
            </p:sp>
          </mc:Choice>
          <mc:Fallback xmlns="">
            <p:sp>
              <p:nvSpPr>
                <p:cNvPr id="286" name="文字方塊 285">
                  <a:extLst>
                    <a:ext uri="{FF2B5EF4-FFF2-40B4-BE49-F238E27FC236}">
                      <a16:creationId xmlns:a16="http://schemas.microsoft.com/office/drawing/2014/main" id="{C195A5D1-E148-48CA-AB6E-CD3C495C4A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83733" y="2874847"/>
                  <a:ext cx="715550" cy="269304"/>
                </a:xfrm>
                <a:prstGeom prst="rect">
                  <a:avLst/>
                </a:prstGeom>
                <a:blipFill>
                  <a:blip r:embed="rId39"/>
                  <a:stretch>
                    <a:fillRect t="-97727" r="-26496" b="-15454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7" name="文字方塊 286">
                  <a:extLst>
                    <a:ext uri="{FF2B5EF4-FFF2-40B4-BE49-F238E27FC236}">
                      <a16:creationId xmlns:a16="http://schemas.microsoft.com/office/drawing/2014/main" id="{C2F361BC-3518-4B3F-8817-1D23C4AF1A6D}"/>
                    </a:ext>
                  </a:extLst>
                </p:cNvPr>
                <p:cNvSpPr txBox="1"/>
                <p:nvPr/>
              </p:nvSpPr>
              <p:spPr>
                <a:xfrm>
                  <a:off x="4535031" y="4011477"/>
                  <a:ext cx="812954" cy="2693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150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−1, −2</m:t>
                            </m:r>
                          </m:e>
                        </m:d>
                      </m:oMath>
                    </m:oMathPara>
                  </a14:m>
                  <a:endParaRPr lang="zh-TW" altLang="en-US" sz="1150" dirty="0"/>
                </a:p>
              </p:txBody>
            </p:sp>
          </mc:Choice>
          <mc:Fallback xmlns="">
            <p:sp>
              <p:nvSpPr>
                <p:cNvPr id="287" name="文字方塊 286">
                  <a:extLst>
                    <a:ext uri="{FF2B5EF4-FFF2-40B4-BE49-F238E27FC236}">
                      <a16:creationId xmlns:a16="http://schemas.microsoft.com/office/drawing/2014/main" id="{C2F361BC-3518-4B3F-8817-1D23C4AF1A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35031" y="4011477"/>
                  <a:ext cx="812954" cy="269304"/>
                </a:xfrm>
                <a:prstGeom prst="rect">
                  <a:avLst/>
                </a:prstGeom>
                <a:blipFill>
                  <a:blip r:embed="rId40"/>
                  <a:stretch>
                    <a:fillRect t="-97727" r="-30827" b="-15454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88" name="群組 287">
              <a:extLst>
                <a:ext uri="{FF2B5EF4-FFF2-40B4-BE49-F238E27FC236}">
                  <a16:creationId xmlns:a16="http://schemas.microsoft.com/office/drawing/2014/main" id="{8007E6E9-29CE-4EE5-B593-8A058331CD6F}"/>
                </a:ext>
              </a:extLst>
            </p:cNvPr>
            <p:cNvGrpSpPr/>
            <p:nvPr/>
          </p:nvGrpSpPr>
          <p:grpSpPr>
            <a:xfrm>
              <a:off x="5629687" y="4589713"/>
              <a:ext cx="720000" cy="720000"/>
              <a:chOff x="389151" y="2161357"/>
              <a:chExt cx="1150186" cy="1150186"/>
            </a:xfrm>
          </p:grpSpPr>
          <p:sp>
            <p:nvSpPr>
              <p:cNvPr id="289" name="矩形: 圓角 288">
                <a:extLst>
                  <a:ext uri="{FF2B5EF4-FFF2-40B4-BE49-F238E27FC236}">
                    <a16:creationId xmlns:a16="http://schemas.microsoft.com/office/drawing/2014/main" id="{499BD7C7-D0D1-4C9B-AB0D-B53FC89FC458}"/>
                  </a:ext>
                </a:extLst>
              </p:cNvPr>
              <p:cNvSpPr/>
              <p:nvPr/>
            </p:nvSpPr>
            <p:spPr>
              <a:xfrm>
                <a:off x="389151" y="2161357"/>
                <a:ext cx="1150186" cy="1150186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290" name="箭號: 左-右雙向 289">
                <a:extLst>
                  <a:ext uri="{FF2B5EF4-FFF2-40B4-BE49-F238E27FC236}">
                    <a16:creationId xmlns:a16="http://schemas.microsoft.com/office/drawing/2014/main" id="{1A972390-0EF9-4F43-B165-B5DDBF85FCB8}"/>
                  </a:ext>
                </a:extLst>
              </p:cNvPr>
              <p:cNvSpPr/>
              <p:nvPr/>
            </p:nvSpPr>
            <p:spPr>
              <a:xfrm rot="18900000">
                <a:off x="494863" y="2676533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291" name="箭號: 左-右雙向 290">
                <a:extLst>
                  <a:ext uri="{FF2B5EF4-FFF2-40B4-BE49-F238E27FC236}">
                    <a16:creationId xmlns:a16="http://schemas.microsoft.com/office/drawing/2014/main" id="{0B157CFE-62AB-46E6-B765-D01B48E4AC27}"/>
                  </a:ext>
                </a:extLst>
              </p:cNvPr>
              <p:cNvSpPr/>
              <p:nvPr/>
            </p:nvSpPr>
            <p:spPr>
              <a:xfrm rot="18900000">
                <a:off x="1212991" y="2676533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292" name="箭號: 左-右雙向 291">
                <a:extLst>
                  <a:ext uri="{FF2B5EF4-FFF2-40B4-BE49-F238E27FC236}">
                    <a16:creationId xmlns:a16="http://schemas.microsoft.com/office/drawing/2014/main" id="{0C3CE4C4-5C98-4766-BDB2-32612CDE1430}"/>
                  </a:ext>
                </a:extLst>
              </p:cNvPr>
              <p:cNvSpPr/>
              <p:nvPr/>
            </p:nvSpPr>
            <p:spPr>
              <a:xfrm rot="2700000">
                <a:off x="601031" y="2422198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293" name="箭號: 左-右雙向 292">
                <a:extLst>
                  <a:ext uri="{FF2B5EF4-FFF2-40B4-BE49-F238E27FC236}">
                    <a16:creationId xmlns:a16="http://schemas.microsoft.com/office/drawing/2014/main" id="{D43B50C0-DC43-4316-9682-2CD8108481AB}"/>
                  </a:ext>
                </a:extLst>
              </p:cNvPr>
              <p:cNvSpPr/>
              <p:nvPr/>
            </p:nvSpPr>
            <p:spPr>
              <a:xfrm rot="2700000">
                <a:off x="1098571" y="2940324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294" name="箭號: 左-右雙向 293">
                <a:extLst>
                  <a:ext uri="{FF2B5EF4-FFF2-40B4-BE49-F238E27FC236}">
                    <a16:creationId xmlns:a16="http://schemas.microsoft.com/office/drawing/2014/main" id="{C7F20D1A-D7F4-4D88-B5B9-6ED9D5BABCCC}"/>
                  </a:ext>
                </a:extLst>
              </p:cNvPr>
              <p:cNvSpPr/>
              <p:nvPr/>
            </p:nvSpPr>
            <p:spPr>
              <a:xfrm rot="2700000">
                <a:off x="601034" y="2940324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295" name="箭號: 左-右雙向 294">
                <a:extLst>
                  <a:ext uri="{FF2B5EF4-FFF2-40B4-BE49-F238E27FC236}">
                    <a16:creationId xmlns:a16="http://schemas.microsoft.com/office/drawing/2014/main" id="{7112A3E6-452E-4748-8D5E-A61595902B7C}"/>
                  </a:ext>
                </a:extLst>
              </p:cNvPr>
              <p:cNvSpPr/>
              <p:nvPr/>
            </p:nvSpPr>
            <p:spPr>
              <a:xfrm rot="2700000">
                <a:off x="1098570" y="2422198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296" name="箭號: 左-右雙向 295">
                <a:extLst>
                  <a:ext uri="{FF2B5EF4-FFF2-40B4-BE49-F238E27FC236}">
                    <a16:creationId xmlns:a16="http://schemas.microsoft.com/office/drawing/2014/main" id="{C79DA397-5E5E-4CBD-84D1-A56D60043E0B}"/>
                  </a:ext>
                </a:extLst>
              </p:cNvPr>
              <p:cNvSpPr/>
              <p:nvPr/>
            </p:nvSpPr>
            <p:spPr>
              <a:xfrm rot="18900000">
                <a:off x="844160" y="3043671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297" name="箭號: 左-右雙向 296">
                <a:extLst>
                  <a:ext uri="{FF2B5EF4-FFF2-40B4-BE49-F238E27FC236}">
                    <a16:creationId xmlns:a16="http://schemas.microsoft.com/office/drawing/2014/main" id="{3F3D4E98-16D2-48F1-A537-2A780E314878}"/>
                  </a:ext>
                </a:extLst>
              </p:cNvPr>
              <p:cNvSpPr/>
              <p:nvPr/>
            </p:nvSpPr>
            <p:spPr>
              <a:xfrm rot="18900000">
                <a:off x="844160" y="2311929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</p:grpSp>
        <p:grpSp>
          <p:nvGrpSpPr>
            <p:cNvPr id="298" name="群組 297">
              <a:extLst>
                <a:ext uri="{FF2B5EF4-FFF2-40B4-BE49-F238E27FC236}">
                  <a16:creationId xmlns:a16="http://schemas.microsoft.com/office/drawing/2014/main" id="{00FD2E3F-45E9-49CF-B6CB-4750EDDF9F6B}"/>
                </a:ext>
              </a:extLst>
            </p:cNvPr>
            <p:cNvGrpSpPr/>
            <p:nvPr/>
          </p:nvGrpSpPr>
          <p:grpSpPr>
            <a:xfrm>
              <a:off x="3434552" y="4589713"/>
              <a:ext cx="720000" cy="720000"/>
              <a:chOff x="-756975" y="5254023"/>
              <a:chExt cx="2090057" cy="2090057"/>
            </a:xfrm>
          </p:grpSpPr>
          <p:sp>
            <p:nvSpPr>
              <p:cNvPr id="299" name="矩形: 圓角 298">
                <a:extLst>
                  <a:ext uri="{FF2B5EF4-FFF2-40B4-BE49-F238E27FC236}">
                    <a16:creationId xmlns:a16="http://schemas.microsoft.com/office/drawing/2014/main" id="{BD93B853-218F-49EA-A8EE-FB139D0C9A54}"/>
                  </a:ext>
                </a:extLst>
              </p:cNvPr>
              <p:cNvSpPr/>
              <p:nvPr/>
            </p:nvSpPr>
            <p:spPr>
              <a:xfrm>
                <a:off x="-756975" y="5254023"/>
                <a:ext cx="2090057" cy="2090057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 dirty="0"/>
              </a:p>
            </p:txBody>
          </p:sp>
          <p:sp>
            <p:nvSpPr>
              <p:cNvPr id="300" name="箭號: 左-右雙向 299">
                <a:extLst>
                  <a:ext uri="{FF2B5EF4-FFF2-40B4-BE49-F238E27FC236}">
                    <a16:creationId xmlns:a16="http://schemas.microsoft.com/office/drawing/2014/main" id="{B18C5FEB-D1BC-43E3-954C-D4A298663DAF}"/>
                  </a:ext>
                </a:extLst>
              </p:cNvPr>
              <p:cNvSpPr/>
              <p:nvPr/>
            </p:nvSpPr>
            <p:spPr>
              <a:xfrm rot="10800000">
                <a:off x="-564881" y="6190174"/>
                <a:ext cx="432000" cy="217755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 dirty="0"/>
              </a:p>
            </p:txBody>
          </p:sp>
          <p:sp>
            <p:nvSpPr>
              <p:cNvPr id="301" name="箭號: 左-右雙向 300">
                <a:extLst>
                  <a:ext uri="{FF2B5EF4-FFF2-40B4-BE49-F238E27FC236}">
                    <a16:creationId xmlns:a16="http://schemas.microsoft.com/office/drawing/2014/main" id="{0469FB88-41F1-45B7-BA0E-E011BFACC016}"/>
                  </a:ext>
                </a:extLst>
              </p:cNvPr>
              <p:cNvSpPr/>
              <p:nvPr/>
            </p:nvSpPr>
            <p:spPr>
              <a:xfrm rot="10800000">
                <a:off x="740063" y="6190174"/>
                <a:ext cx="432000" cy="217755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302" name="箭號: 左-右雙向 301">
                <a:extLst>
                  <a:ext uri="{FF2B5EF4-FFF2-40B4-BE49-F238E27FC236}">
                    <a16:creationId xmlns:a16="http://schemas.microsoft.com/office/drawing/2014/main" id="{D6DF2E18-4C64-4B63-9294-F4C2BF9442B0}"/>
                  </a:ext>
                </a:extLst>
              </p:cNvPr>
              <p:cNvSpPr/>
              <p:nvPr/>
            </p:nvSpPr>
            <p:spPr>
              <a:xfrm rot="5400000">
                <a:off x="-371955" y="5728013"/>
                <a:ext cx="432000" cy="217755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303" name="箭號: 左-右雙向 302">
                <a:extLst>
                  <a:ext uri="{FF2B5EF4-FFF2-40B4-BE49-F238E27FC236}">
                    <a16:creationId xmlns:a16="http://schemas.microsoft.com/office/drawing/2014/main" id="{0D635371-AADC-4D1E-A65C-4E8CCB193337}"/>
                  </a:ext>
                </a:extLst>
              </p:cNvPr>
              <p:cNvSpPr/>
              <p:nvPr/>
            </p:nvSpPr>
            <p:spPr>
              <a:xfrm rot="5400000">
                <a:off x="532146" y="6669520"/>
                <a:ext cx="432000" cy="217755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304" name="箭號: 左-右雙向 303">
                <a:extLst>
                  <a:ext uri="{FF2B5EF4-FFF2-40B4-BE49-F238E27FC236}">
                    <a16:creationId xmlns:a16="http://schemas.microsoft.com/office/drawing/2014/main" id="{74427C6D-F8C0-40F8-BA1F-AC98F137CD4D}"/>
                  </a:ext>
                </a:extLst>
              </p:cNvPr>
              <p:cNvSpPr/>
              <p:nvPr/>
            </p:nvSpPr>
            <p:spPr>
              <a:xfrm rot="5400000">
                <a:off x="-371955" y="6669520"/>
                <a:ext cx="432000" cy="217755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 dirty="0"/>
              </a:p>
            </p:txBody>
          </p:sp>
          <p:sp>
            <p:nvSpPr>
              <p:cNvPr id="305" name="箭號: 左-右雙向 304">
                <a:extLst>
                  <a:ext uri="{FF2B5EF4-FFF2-40B4-BE49-F238E27FC236}">
                    <a16:creationId xmlns:a16="http://schemas.microsoft.com/office/drawing/2014/main" id="{2EEF31EE-1B84-4EEB-A866-E2C9E0C441C3}"/>
                  </a:ext>
                </a:extLst>
              </p:cNvPr>
              <p:cNvSpPr/>
              <p:nvPr/>
            </p:nvSpPr>
            <p:spPr>
              <a:xfrm rot="5400000">
                <a:off x="532146" y="5728010"/>
                <a:ext cx="432000" cy="217755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306" name="箭號: 左-右雙向 305">
                <a:extLst>
                  <a:ext uri="{FF2B5EF4-FFF2-40B4-BE49-F238E27FC236}">
                    <a16:creationId xmlns:a16="http://schemas.microsoft.com/office/drawing/2014/main" id="{2EA93CD8-C2C1-4692-AF96-CCE635BAABD8}"/>
                  </a:ext>
                </a:extLst>
              </p:cNvPr>
              <p:cNvSpPr/>
              <p:nvPr/>
            </p:nvSpPr>
            <p:spPr>
              <a:xfrm>
                <a:off x="69843" y="6857317"/>
                <a:ext cx="432000" cy="217755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307" name="箭號: 左-右雙向 306">
                <a:extLst>
                  <a:ext uri="{FF2B5EF4-FFF2-40B4-BE49-F238E27FC236}">
                    <a16:creationId xmlns:a16="http://schemas.microsoft.com/office/drawing/2014/main" id="{427B042A-EE9C-4686-AB1B-3DE49445E4EC}"/>
                  </a:ext>
                </a:extLst>
              </p:cNvPr>
              <p:cNvSpPr/>
              <p:nvPr/>
            </p:nvSpPr>
            <p:spPr>
              <a:xfrm>
                <a:off x="69843" y="5527635"/>
                <a:ext cx="432000" cy="217755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</p:grpSp>
        <p:grpSp>
          <p:nvGrpSpPr>
            <p:cNvPr id="308" name="群組 307">
              <a:extLst>
                <a:ext uri="{FF2B5EF4-FFF2-40B4-BE49-F238E27FC236}">
                  <a16:creationId xmlns:a16="http://schemas.microsoft.com/office/drawing/2014/main" id="{A5A74DBC-81BD-4BB6-96EE-1313E19B1C00}"/>
                </a:ext>
              </a:extLst>
            </p:cNvPr>
            <p:cNvGrpSpPr/>
            <p:nvPr/>
          </p:nvGrpSpPr>
          <p:grpSpPr>
            <a:xfrm>
              <a:off x="3434552" y="2717673"/>
              <a:ext cx="720000" cy="720000"/>
              <a:chOff x="389151" y="2161357"/>
              <a:chExt cx="1150186" cy="1150186"/>
            </a:xfrm>
          </p:grpSpPr>
          <p:sp>
            <p:nvSpPr>
              <p:cNvPr id="309" name="矩形: 圓角 308">
                <a:extLst>
                  <a:ext uri="{FF2B5EF4-FFF2-40B4-BE49-F238E27FC236}">
                    <a16:creationId xmlns:a16="http://schemas.microsoft.com/office/drawing/2014/main" id="{068275ED-9453-4D30-9564-455CB89FCB94}"/>
                  </a:ext>
                </a:extLst>
              </p:cNvPr>
              <p:cNvSpPr/>
              <p:nvPr/>
            </p:nvSpPr>
            <p:spPr>
              <a:xfrm>
                <a:off x="389151" y="2161357"/>
                <a:ext cx="1150186" cy="1150186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310" name="箭號: 左-右雙向 309">
                <a:extLst>
                  <a:ext uri="{FF2B5EF4-FFF2-40B4-BE49-F238E27FC236}">
                    <a16:creationId xmlns:a16="http://schemas.microsoft.com/office/drawing/2014/main" id="{761C3F9C-7317-4940-BA1B-4D3C21E259D0}"/>
                  </a:ext>
                </a:extLst>
              </p:cNvPr>
              <p:cNvSpPr/>
              <p:nvPr/>
            </p:nvSpPr>
            <p:spPr>
              <a:xfrm rot="2700000">
                <a:off x="494863" y="2676533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311" name="箭號: 左-右雙向 310">
                <a:extLst>
                  <a:ext uri="{FF2B5EF4-FFF2-40B4-BE49-F238E27FC236}">
                    <a16:creationId xmlns:a16="http://schemas.microsoft.com/office/drawing/2014/main" id="{092DFB52-C9D9-4C37-9669-21E80887D8AF}"/>
                  </a:ext>
                </a:extLst>
              </p:cNvPr>
              <p:cNvSpPr/>
              <p:nvPr/>
            </p:nvSpPr>
            <p:spPr>
              <a:xfrm rot="2700000">
                <a:off x="1212991" y="2676533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312" name="箭號: 左-右雙向 311">
                <a:extLst>
                  <a:ext uri="{FF2B5EF4-FFF2-40B4-BE49-F238E27FC236}">
                    <a16:creationId xmlns:a16="http://schemas.microsoft.com/office/drawing/2014/main" id="{4321AC42-5D9E-4A7C-9286-F1BE94D73C1D}"/>
                  </a:ext>
                </a:extLst>
              </p:cNvPr>
              <p:cNvSpPr/>
              <p:nvPr/>
            </p:nvSpPr>
            <p:spPr>
              <a:xfrm rot="18900000">
                <a:off x="601031" y="2422198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313" name="箭號: 左-右雙向 312">
                <a:extLst>
                  <a:ext uri="{FF2B5EF4-FFF2-40B4-BE49-F238E27FC236}">
                    <a16:creationId xmlns:a16="http://schemas.microsoft.com/office/drawing/2014/main" id="{89BF5E74-2DEA-4293-A91C-F3292148D8E7}"/>
                  </a:ext>
                </a:extLst>
              </p:cNvPr>
              <p:cNvSpPr/>
              <p:nvPr/>
            </p:nvSpPr>
            <p:spPr>
              <a:xfrm rot="18900000">
                <a:off x="1098571" y="2940324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314" name="箭號: 左-右雙向 313">
                <a:extLst>
                  <a:ext uri="{FF2B5EF4-FFF2-40B4-BE49-F238E27FC236}">
                    <a16:creationId xmlns:a16="http://schemas.microsoft.com/office/drawing/2014/main" id="{75073C28-2F28-4EA6-BAC2-2B022F9B0E77}"/>
                  </a:ext>
                </a:extLst>
              </p:cNvPr>
              <p:cNvSpPr/>
              <p:nvPr/>
            </p:nvSpPr>
            <p:spPr>
              <a:xfrm rot="18900000">
                <a:off x="601034" y="2940324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315" name="箭號: 左-右雙向 314">
                <a:extLst>
                  <a:ext uri="{FF2B5EF4-FFF2-40B4-BE49-F238E27FC236}">
                    <a16:creationId xmlns:a16="http://schemas.microsoft.com/office/drawing/2014/main" id="{E9BA731B-127F-44F6-B208-68AB906EFC9A}"/>
                  </a:ext>
                </a:extLst>
              </p:cNvPr>
              <p:cNvSpPr/>
              <p:nvPr/>
            </p:nvSpPr>
            <p:spPr>
              <a:xfrm rot="18900000">
                <a:off x="1098570" y="2422198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316" name="箭號: 左-右雙向 315">
                <a:extLst>
                  <a:ext uri="{FF2B5EF4-FFF2-40B4-BE49-F238E27FC236}">
                    <a16:creationId xmlns:a16="http://schemas.microsoft.com/office/drawing/2014/main" id="{EF07F5B5-0D13-410E-800B-27A226DBD1BB}"/>
                  </a:ext>
                </a:extLst>
              </p:cNvPr>
              <p:cNvSpPr/>
              <p:nvPr/>
            </p:nvSpPr>
            <p:spPr>
              <a:xfrm rot="2700000">
                <a:off x="844160" y="3043671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317" name="箭號: 左-右雙向 316">
                <a:extLst>
                  <a:ext uri="{FF2B5EF4-FFF2-40B4-BE49-F238E27FC236}">
                    <a16:creationId xmlns:a16="http://schemas.microsoft.com/office/drawing/2014/main" id="{6F5F0623-3798-458C-B73E-5A2C59614CB2}"/>
                  </a:ext>
                </a:extLst>
              </p:cNvPr>
              <p:cNvSpPr/>
              <p:nvPr/>
            </p:nvSpPr>
            <p:spPr>
              <a:xfrm rot="2700000">
                <a:off x="844160" y="2311929"/>
                <a:ext cx="237734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</p:grpSp>
        <p:grpSp>
          <p:nvGrpSpPr>
            <p:cNvPr id="318" name="群組 317">
              <a:extLst>
                <a:ext uri="{FF2B5EF4-FFF2-40B4-BE49-F238E27FC236}">
                  <a16:creationId xmlns:a16="http://schemas.microsoft.com/office/drawing/2014/main" id="{7FF4EF14-71BC-4A7E-9AD1-A8FF62D9F053}"/>
                </a:ext>
              </a:extLst>
            </p:cNvPr>
            <p:cNvGrpSpPr/>
            <p:nvPr/>
          </p:nvGrpSpPr>
          <p:grpSpPr>
            <a:xfrm>
              <a:off x="5645508" y="2717673"/>
              <a:ext cx="720000" cy="720000"/>
              <a:chOff x="6578505" y="2619036"/>
              <a:chExt cx="763200" cy="763200"/>
            </a:xfrm>
          </p:grpSpPr>
          <p:sp>
            <p:nvSpPr>
              <p:cNvPr id="319" name="矩形: 圓角 318">
                <a:extLst>
                  <a:ext uri="{FF2B5EF4-FFF2-40B4-BE49-F238E27FC236}">
                    <a16:creationId xmlns:a16="http://schemas.microsoft.com/office/drawing/2014/main" id="{56B5B0E7-420F-433C-A74E-937248FD4533}"/>
                  </a:ext>
                </a:extLst>
              </p:cNvPr>
              <p:cNvSpPr/>
              <p:nvPr/>
            </p:nvSpPr>
            <p:spPr>
              <a:xfrm>
                <a:off x="6578505" y="2619036"/>
                <a:ext cx="763200" cy="763200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 dirty="0"/>
              </a:p>
            </p:txBody>
          </p:sp>
          <p:sp>
            <p:nvSpPr>
              <p:cNvPr id="320" name="箭號: 左-右雙向 319">
                <a:extLst>
                  <a:ext uri="{FF2B5EF4-FFF2-40B4-BE49-F238E27FC236}">
                    <a16:creationId xmlns:a16="http://schemas.microsoft.com/office/drawing/2014/main" id="{B20219CC-1511-4586-8359-586E1B1F5D35}"/>
                  </a:ext>
                </a:extLst>
              </p:cNvPr>
              <p:cNvSpPr/>
              <p:nvPr/>
            </p:nvSpPr>
            <p:spPr>
              <a:xfrm rot="5400000">
                <a:off x="6649457" y="2968181"/>
                <a:ext cx="157748" cy="79515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 dirty="0"/>
              </a:p>
            </p:txBody>
          </p:sp>
          <p:sp>
            <p:nvSpPr>
              <p:cNvPr id="321" name="箭號: 左-右雙向 320">
                <a:extLst>
                  <a:ext uri="{FF2B5EF4-FFF2-40B4-BE49-F238E27FC236}">
                    <a16:creationId xmlns:a16="http://schemas.microsoft.com/office/drawing/2014/main" id="{9CD73413-B0A6-4D53-8A36-47E274A2B5E6}"/>
                  </a:ext>
                </a:extLst>
              </p:cNvPr>
              <p:cNvSpPr/>
              <p:nvPr/>
            </p:nvSpPr>
            <p:spPr>
              <a:xfrm rot="5400000">
                <a:off x="7125967" y="2968181"/>
                <a:ext cx="157748" cy="79515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322" name="箭號: 左-右雙向 321">
                <a:extLst>
                  <a:ext uri="{FF2B5EF4-FFF2-40B4-BE49-F238E27FC236}">
                    <a16:creationId xmlns:a16="http://schemas.microsoft.com/office/drawing/2014/main" id="{50AF98A8-7B0B-46FE-BEB5-005064B430D7}"/>
                  </a:ext>
                </a:extLst>
              </p:cNvPr>
              <p:cNvSpPr/>
              <p:nvPr/>
            </p:nvSpPr>
            <p:spPr>
              <a:xfrm>
                <a:off x="6719905" y="2799419"/>
                <a:ext cx="157748" cy="79515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 dirty="0"/>
              </a:p>
            </p:txBody>
          </p:sp>
          <p:sp>
            <p:nvSpPr>
              <p:cNvPr id="323" name="箭號: 左-右雙向 322">
                <a:extLst>
                  <a:ext uri="{FF2B5EF4-FFF2-40B4-BE49-F238E27FC236}">
                    <a16:creationId xmlns:a16="http://schemas.microsoft.com/office/drawing/2014/main" id="{D755E3C0-19AE-4714-8C5C-A660C470B3A1}"/>
                  </a:ext>
                </a:extLst>
              </p:cNvPr>
              <p:cNvSpPr/>
              <p:nvPr/>
            </p:nvSpPr>
            <p:spPr>
              <a:xfrm>
                <a:off x="7050045" y="3143217"/>
                <a:ext cx="157748" cy="79515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324" name="箭號: 左-右雙向 323">
                <a:extLst>
                  <a:ext uri="{FF2B5EF4-FFF2-40B4-BE49-F238E27FC236}">
                    <a16:creationId xmlns:a16="http://schemas.microsoft.com/office/drawing/2014/main" id="{8F95A5F1-B87D-43FD-AA94-C1DE5B078FF3}"/>
                  </a:ext>
                </a:extLst>
              </p:cNvPr>
              <p:cNvSpPr/>
              <p:nvPr/>
            </p:nvSpPr>
            <p:spPr>
              <a:xfrm>
                <a:off x="6719905" y="3143218"/>
                <a:ext cx="157748" cy="79515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 dirty="0"/>
              </a:p>
            </p:txBody>
          </p:sp>
          <p:sp>
            <p:nvSpPr>
              <p:cNvPr id="325" name="箭號: 左-右雙向 324">
                <a:extLst>
                  <a:ext uri="{FF2B5EF4-FFF2-40B4-BE49-F238E27FC236}">
                    <a16:creationId xmlns:a16="http://schemas.microsoft.com/office/drawing/2014/main" id="{046209C9-84ED-400A-B0C9-D35C4708E666}"/>
                  </a:ext>
                </a:extLst>
              </p:cNvPr>
              <p:cNvSpPr/>
              <p:nvPr/>
            </p:nvSpPr>
            <p:spPr>
              <a:xfrm>
                <a:off x="7050045" y="2799418"/>
                <a:ext cx="157748" cy="79515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326" name="箭號: 左-右雙向 325">
                <a:extLst>
                  <a:ext uri="{FF2B5EF4-FFF2-40B4-BE49-F238E27FC236}">
                    <a16:creationId xmlns:a16="http://schemas.microsoft.com/office/drawing/2014/main" id="{51624CAB-5881-4DFA-A831-4C43B62CA041}"/>
                  </a:ext>
                </a:extLst>
              </p:cNvPr>
              <p:cNvSpPr/>
              <p:nvPr/>
            </p:nvSpPr>
            <p:spPr>
              <a:xfrm rot="5400000">
                <a:off x="6881231" y="3211793"/>
                <a:ext cx="157748" cy="79515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327" name="箭號: 左-右雙向 326">
                <a:extLst>
                  <a:ext uri="{FF2B5EF4-FFF2-40B4-BE49-F238E27FC236}">
                    <a16:creationId xmlns:a16="http://schemas.microsoft.com/office/drawing/2014/main" id="{0823AE69-35C3-4436-9D55-621332BA72BB}"/>
                  </a:ext>
                </a:extLst>
              </p:cNvPr>
              <p:cNvSpPr/>
              <p:nvPr/>
            </p:nvSpPr>
            <p:spPr>
              <a:xfrm rot="5400000">
                <a:off x="6881231" y="2726249"/>
                <a:ext cx="157748" cy="79515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 dirty="0"/>
              </a:p>
            </p:txBody>
          </p:sp>
        </p:grpSp>
        <p:pic>
          <p:nvPicPr>
            <p:cNvPr id="328" name="圖片 327">
              <a:extLst>
                <a:ext uri="{FF2B5EF4-FFF2-40B4-BE49-F238E27FC236}">
                  <a16:creationId xmlns:a16="http://schemas.microsoft.com/office/drawing/2014/main" id="{4CB55D55-7E8C-4DCB-88CC-D03FDC15D1D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r="66698"/>
            <a:stretch/>
          </p:blipFill>
          <p:spPr>
            <a:xfrm>
              <a:off x="3936884" y="161925"/>
              <a:ext cx="2089442" cy="503095"/>
            </a:xfrm>
            <a:prstGeom prst="rect">
              <a:avLst/>
            </a:prstGeom>
          </p:spPr>
        </p:pic>
        <p:sp>
          <p:nvSpPr>
            <p:cNvPr id="329" name="矩形: 圓角 328">
              <a:extLst>
                <a:ext uri="{FF2B5EF4-FFF2-40B4-BE49-F238E27FC236}">
                  <a16:creationId xmlns:a16="http://schemas.microsoft.com/office/drawing/2014/main" id="{6AFA3062-D1FD-4577-991F-094961CE41F0}"/>
                </a:ext>
              </a:extLst>
            </p:cNvPr>
            <p:cNvSpPr/>
            <p:nvPr/>
          </p:nvSpPr>
          <p:spPr>
            <a:xfrm>
              <a:off x="-17400" y="51493"/>
              <a:ext cx="3294000" cy="6120707"/>
            </a:xfrm>
            <a:prstGeom prst="roundRect">
              <a:avLst>
                <a:gd name="adj" fmla="val 7772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pic>
          <p:nvPicPr>
            <p:cNvPr id="330" name="圖片 329">
              <a:extLst>
                <a:ext uri="{FF2B5EF4-FFF2-40B4-BE49-F238E27FC236}">
                  <a16:creationId xmlns:a16="http://schemas.microsoft.com/office/drawing/2014/main" id="{974562E4-280C-44A3-BFE8-1F11E88AB2D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226" t="20373" r="28237" b="11922"/>
            <a:stretch/>
          </p:blipFill>
          <p:spPr>
            <a:xfrm>
              <a:off x="119399" y="3845154"/>
              <a:ext cx="720000" cy="707337"/>
            </a:xfrm>
            <a:prstGeom prst="rect">
              <a:avLst/>
            </a:prstGeom>
          </p:spPr>
        </p:pic>
        <p:pic>
          <p:nvPicPr>
            <p:cNvPr id="331" name="圖片 330">
              <a:extLst>
                <a:ext uri="{FF2B5EF4-FFF2-40B4-BE49-F238E27FC236}">
                  <a16:creationId xmlns:a16="http://schemas.microsoft.com/office/drawing/2014/main" id="{9F03AB6C-D5EE-4C23-992E-6F0EE794B59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226" t="20373" r="28237" b="11922"/>
            <a:stretch/>
          </p:blipFill>
          <p:spPr>
            <a:xfrm>
              <a:off x="2322616" y="1968691"/>
              <a:ext cx="720000" cy="707337"/>
            </a:xfrm>
            <a:prstGeom prst="rect">
              <a:avLst/>
            </a:prstGeom>
          </p:spPr>
        </p:pic>
        <p:pic>
          <p:nvPicPr>
            <p:cNvPr id="332" name="圖片 331">
              <a:extLst>
                <a:ext uri="{FF2B5EF4-FFF2-40B4-BE49-F238E27FC236}">
                  <a16:creationId xmlns:a16="http://schemas.microsoft.com/office/drawing/2014/main" id="{638F5398-3143-42BB-8F6C-1BBA99C09A3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226" t="20373" r="28237" b="11922"/>
            <a:stretch/>
          </p:blipFill>
          <p:spPr>
            <a:xfrm>
              <a:off x="1259336" y="4554316"/>
              <a:ext cx="720000" cy="707337"/>
            </a:xfrm>
            <a:prstGeom prst="rect">
              <a:avLst/>
            </a:prstGeom>
          </p:spPr>
        </p:pic>
        <p:pic>
          <p:nvPicPr>
            <p:cNvPr id="333" name="圖片 332">
              <a:extLst>
                <a:ext uri="{FF2B5EF4-FFF2-40B4-BE49-F238E27FC236}">
                  <a16:creationId xmlns:a16="http://schemas.microsoft.com/office/drawing/2014/main" id="{5E229520-9309-4AA2-AD14-7DDF7023D7D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226" t="20373" r="28237" b="11922"/>
            <a:stretch/>
          </p:blipFill>
          <p:spPr>
            <a:xfrm>
              <a:off x="1147824" y="1158674"/>
              <a:ext cx="720000" cy="707337"/>
            </a:xfrm>
            <a:prstGeom prst="rect">
              <a:avLst/>
            </a:prstGeom>
          </p:spPr>
        </p:pic>
        <p:grpSp>
          <p:nvGrpSpPr>
            <p:cNvPr id="334" name="群組 333">
              <a:extLst>
                <a:ext uri="{FF2B5EF4-FFF2-40B4-BE49-F238E27FC236}">
                  <a16:creationId xmlns:a16="http://schemas.microsoft.com/office/drawing/2014/main" id="{F54F1D7B-064D-4D2B-9983-BA71E347C326}"/>
                </a:ext>
              </a:extLst>
            </p:cNvPr>
            <p:cNvGrpSpPr/>
            <p:nvPr/>
          </p:nvGrpSpPr>
          <p:grpSpPr>
            <a:xfrm>
              <a:off x="1359356" y="1138626"/>
              <a:ext cx="414111" cy="435433"/>
              <a:chOff x="7969706" y="-605877"/>
              <a:chExt cx="414111" cy="435433"/>
            </a:xfrm>
          </p:grpSpPr>
          <p:grpSp>
            <p:nvGrpSpPr>
              <p:cNvPr id="335" name="群組 334">
                <a:extLst>
                  <a:ext uri="{FF2B5EF4-FFF2-40B4-BE49-F238E27FC236}">
                    <a16:creationId xmlns:a16="http://schemas.microsoft.com/office/drawing/2014/main" id="{2C6B3BD8-9B6D-47A6-A58B-94A395355DBE}"/>
                  </a:ext>
                </a:extLst>
              </p:cNvPr>
              <p:cNvGrpSpPr/>
              <p:nvPr/>
            </p:nvGrpSpPr>
            <p:grpSpPr>
              <a:xfrm>
                <a:off x="8100260" y="-309536"/>
                <a:ext cx="76622" cy="73502"/>
                <a:chOff x="1373392" y="2391862"/>
                <a:chExt cx="479433" cy="476535"/>
              </a:xfrm>
            </p:grpSpPr>
            <p:sp>
              <p:nvSpPr>
                <p:cNvPr id="338" name="箭號: 向右 337">
                  <a:extLst>
                    <a:ext uri="{FF2B5EF4-FFF2-40B4-BE49-F238E27FC236}">
                      <a16:creationId xmlns:a16="http://schemas.microsoft.com/office/drawing/2014/main" id="{2E71CE8D-9362-4911-B9E2-4E6E4B448534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5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39" name="箭號: 向右 338">
                  <a:extLst>
                    <a:ext uri="{FF2B5EF4-FFF2-40B4-BE49-F238E27FC236}">
                      <a16:creationId xmlns:a16="http://schemas.microsoft.com/office/drawing/2014/main" id="{BE6CEE50-5859-46D1-A3B8-1581F92E1ADA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50" dirty="0">
                    <a:solidFill>
                      <a:schemeClr val="tx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6" name="文字方塊 335">
                    <a:extLst>
                      <a:ext uri="{FF2B5EF4-FFF2-40B4-BE49-F238E27FC236}">
                        <a16:creationId xmlns:a16="http://schemas.microsoft.com/office/drawing/2014/main" id="{98FFEB17-4683-4E4A-8B51-31205C20D11D}"/>
                      </a:ext>
                    </a:extLst>
                  </p:cNvPr>
                  <p:cNvSpPr txBox="1"/>
                  <p:nvPr/>
                </p:nvSpPr>
                <p:spPr>
                  <a:xfrm>
                    <a:off x="7969706" y="-605877"/>
                    <a:ext cx="290616" cy="28321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1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15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15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150" dirty="0"/>
                  </a:p>
                </p:txBody>
              </p:sp>
            </mc:Choice>
            <mc:Fallback xmlns="">
              <p:sp>
                <p:nvSpPr>
                  <p:cNvPr id="336" name="文字方塊 335">
                    <a:extLst>
                      <a:ext uri="{FF2B5EF4-FFF2-40B4-BE49-F238E27FC236}">
                        <a16:creationId xmlns:a16="http://schemas.microsoft.com/office/drawing/2014/main" id="{98FFEB17-4683-4E4A-8B51-31205C20D11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69706" y="-605877"/>
                    <a:ext cx="290616" cy="283219"/>
                  </a:xfrm>
                  <a:prstGeom prst="rect">
                    <a:avLst/>
                  </a:prstGeom>
                  <a:blipFill>
                    <a:blip r:embed="rId4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7" name="文字方塊 336">
                    <a:extLst>
                      <a:ext uri="{FF2B5EF4-FFF2-40B4-BE49-F238E27FC236}">
                        <a16:creationId xmlns:a16="http://schemas.microsoft.com/office/drawing/2014/main" id="{BF77865C-B228-4F50-8038-46389ADA4E74}"/>
                      </a:ext>
                    </a:extLst>
                  </p:cNvPr>
                  <p:cNvSpPr txBox="1"/>
                  <p:nvPr/>
                </p:nvSpPr>
                <p:spPr>
                  <a:xfrm>
                    <a:off x="8126327" y="-439748"/>
                    <a:ext cx="257490" cy="26930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1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15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15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150" dirty="0"/>
                  </a:p>
                </p:txBody>
              </p:sp>
            </mc:Choice>
            <mc:Fallback xmlns="">
              <p:sp>
                <p:nvSpPr>
                  <p:cNvPr id="337" name="文字方塊 336">
                    <a:extLst>
                      <a:ext uri="{FF2B5EF4-FFF2-40B4-BE49-F238E27FC236}">
                        <a16:creationId xmlns:a16="http://schemas.microsoft.com/office/drawing/2014/main" id="{BF77865C-B228-4F50-8038-46389ADA4E7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26327" y="-439748"/>
                    <a:ext cx="257490" cy="26930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4762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0" name="文字方塊 339">
                  <a:extLst>
                    <a:ext uri="{FF2B5EF4-FFF2-40B4-BE49-F238E27FC236}">
                      <a16:creationId xmlns:a16="http://schemas.microsoft.com/office/drawing/2014/main" id="{C2E5840E-A9BD-42FE-9451-6B53F34A4137}"/>
                    </a:ext>
                  </a:extLst>
                </p:cNvPr>
                <p:cNvSpPr txBox="1"/>
                <p:nvPr/>
              </p:nvSpPr>
              <p:spPr>
                <a:xfrm>
                  <a:off x="668910" y="890014"/>
                  <a:ext cx="167359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m:rPr>
                                <m:nor/>
                              </m:rPr>
                              <a:rPr lang="en-US" altLang="zh-TW" sz="120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340" name="文字方塊 339">
                  <a:extLst>
                    <a:ext uri="{FF2B5EF4-FFF2-40B4-BE49-F238E27FC236}">
                      <a16:creationId xmlns:a16="http://schemas.microsoft.com/office/drawing/2014/main" id="{C2E5840E-A9BD-42FE-9451-6B53F34A41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8910" y="890014"/>
                  <a:ext cx="1673596" cy="276999"/>
                </a:xfrm>
                <a:prstGeom prst="rect">
                  <a:avLst/>
                </a:prstGeom>
                <a:blipFill>
                  <a:blip r:embed="rId43"/>
                  <a:stretch>
                    <a:fillRect b="-434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1" name="文字方塊 340">
                  <a:extLst>
                    <a:ext uri="{FF2B5EF4-FFF2-40B4-BE49-F238E27FC236}">
                      <a16:creationId xmlns:a16="http://schemas.microsoft.com/office/drawing/2014/main" id="{9E5FF03D-9C83-43F0-920B-80A198CFBD1C}"/>
                    </a:ext>
                  </a:extLst>
                </p:cNvPr>
                <p:cNvSpPr txBox="1"/>
                <p:nvPr/>
              </p:nvSpPr>
              <p:spPr>
                <a:xfrm>
                  <a:off x="-112646" y="3585929"/>
                  <a:ext cx="115018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341" name="文字方塊 340">
                  <a:extLst>
                    <a:ext uri="{FF2B5EF4-FFF2-40B4-BE49-F238E27FC236}">
                      <a16:creationId xmlns:a16="http://schemas.microsoft.com/office/drawing/2014/main" id="{9E5FF03D-9C83-43F0-920B-80A198CFBD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12646" y="3585929"/>
                  <a:ext cx="1150186" cy="276999"/>
                </a:xfrm>
                <a:prstGeom prst="rect">
                  <a:avLst/>
                </a:prstGeom>
                <a:blipFill>
                  <a:blip r:embed="rId44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2" name="文字方塊 341">
                  <a:extLst>
                    <a:ext uri="{FF2B5EF4-FFF2-40B4-BE49-F238E27FC236}">
                      <a16:creationId xmlns:a16="http://schemas.microsoft.com/office/drawing/2014/main" id="{5F47589A-531F-485D-957D-398B532AB520}"/>
                    </a:ext>
                  </a:extLst>
                </p:cNvPr>
                <p:cNvSpPr txBox="1"/>
                <p:nvPr/>
              </p:nvSpPr>
              <p:spPr>
                <a:xfrm>
                  <a:off x="2062132" y="1662106"/>
                  <a:ext cx="115018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342" name="文字方塊 341">
                  <a:extLst>
                    <a:ext uri="{FF2B5EF4-FFF2-40B4-BE49-F238E27FC236}">
                      <a16:creationId xmlns:a16="http://schemas.microsoft.com/office/drawing/2014/main" id="{5F47589A-531F-485D-957D-398B532AB5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62132" y="1662106"/>
                  <a:ext cx="1150186" cy="276999"/>
                </a:xfrm>
                <a:prstGeom prst="rect">
                  <a:avLst/>
                </a:prstGeom>
                <a:blipFill>
                  <a:blip r:embed="rId45"/>
                  <a:stretch>
                    <a:fillRect b="-434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3" name="文字方塊 342">
                  <a:extLst>
                    <a:ext uri="{FF2B5EF4-FFF2-40B4-BE49-F238E27FC236}">
                      <a16:creationId xmlns:a16="http://schemas.microsoft.com/office/drawing/2014/main" id="{C667D42F-ADA1-423E-9575-82A96CBF1D03}"/>
                    </a:ext>
                  </a:extLst>
                </p:cNvPr>
                <p:cNvSpPr txBox="1"/>
                <p:nvPr/>
              </p:nvSpPr>
              <p:spPr>
                <a:xfrm>
                  <a:off x="1023807" y="4269546"/>
                  <a:ext cx="115018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343" name="文字方塊 342">
                  <a:extLst>
                    <a:ext uri="{FF2B5EF4-FFF2-40B4-BE49-F238E27FC236}">
                      <a16:creationId xmlns:a16="http://schemas.microsoft.com/office/drawing/2014/main" id="{C667D42F-ADA1-423E-9575-82A96CBF1D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3807" y="4269546"/>
                  <a:ext cx="1150186" cy="276999"/>
                </a:xfrm>
                <a:prstGeom prst="rect">
                  <a:avLst/>
                </a:prstGeom>
                <a:blipFill>
                  <a:blip r:embed="rId4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44" name="圖片 343">
              <a:extLst>
                <a:ext uri="{FF2B5EF4-FFF2-40B4-BE49-F238E27FC236}">
                  <a16:creationId xmlns:a16="http://schemas.microsoft.com/office/drawing/2014/main" id="{47170BC1-30DD-41BA-9A00-BF2253ABDF5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781" t="8908" r="4868" b="70278"/>
            <a:stretch/>
          </p:blipFill>
          <p:spPr>
            <a:xfrm>
              <a:off x="1884897" y="1130955"/>
              <a:ext cx="236737" cy="75499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5" name="文字方塊 344">
                  <a:extLst>
                    <a:ext uri="{FF2B5EF4-FFF2-40B4-BE49-F238E27FC236}">
                      <a16:creationId xmlns:a16="http://schemas.microsoft.com/office/drawing/2014/main" id="{35520578-08D9-4862-B9EB-44B4E7EE8A69}"/>
                    </a:ext>
                  </a:extLst>
                </p:cNvPr>
                <p:cNvSpPr txBox="1"/>
                <p:nvPr/>
              </p:nvSpPr>
              <p:spPr>
                <a:xfrm rot="5400000">
                  <a:off x="1777159" y="1503130"/>
                  <a:ext cx="39952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140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 sz="14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zh-TW" sz="1400"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altLang="zh-TW" sz="1400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 xmlns="">
            <p:sp>
              <p:nvSpPr>
                <p:cNvPr id="345" name="文字方塊 344">
                  <a:extLst>
                    <a:ext uri="{FF2B5EF4-FFF2-40B4-BE49-F238E27FC236}">
                      <a16:creationId xmlns:a16="http://schemas.microsoft.com/office/drawing/2014/main" id="{35520578-08D9-4862-B9EB-44B4E7EE8A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1777159" y="1503130"/>
                  <a:ext cx="399520" cy="307777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6" name="直線接點 345">
              <a:extLst>
                <a:ext uri="{FF2B5EF4-FFF2-40B4-BE49-F238E27FC236}">
                  <a16:creationId xmlns:a16="http://schemas.microsoft.com/office/drawing/2014/main" id="{74B46936-9AD2-416C-989E-8E02D01AC45D}"/>
                </a:ext>
              </a:extLst>
            </p:cNvPr>
            <p:cNvCxnSpPr>
              <a:cxnSpLocks/>
            </p:cNvCxnSpPr>
            <p:nvPr/>
          </p:nvCxnSpPr>
          <p:spPr>
            <a:xfrm>
              <a:off x="766027" y="3443017"/>
              <a:ext cx="650875" cy="0"/>
            </a:xfrm>
            <a:prstGeom prst="line">
              <a:avLst/>
            </a:prstGeom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47" name="直線接點 346">
              <a:extLst>
                <a:ext uri="{FF2B5EF4-FFF2-40B4-BE49-F238E27FC236}">
                  <a16:creationId xmlns:a16="http://schemas.microsoft.com/office/drawing/2014/main" id="{143DCFFB-85C0-43D4-A826-58918D99073D}"/>
                </a:ext>
              </a:extLst>
            </p:cNvPr>
            <p:cNvCxnSpPr>
              <a:cxnSpLocks/>
            </p:cNvCxnSpPr>
            <p:nvPr/>
          </p:nvCxnSpPr>
          <p:spPr>
            <a:xfrm>
              <a:off x="1863307" y="3771630"/>
              <a:ext cx="418783" cy="0"/>
            </a:xfrm>
            <a:prstGeom prst="line">
              <a:avLst/>
            </a:prstGeom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48" name="直線接點 347">
              <a:extLst>
                <a:ext uri="{FF2B5EF4-FFF2-40B4-BE49-F238E27FC236}">
                  <a16:creationId xmlns:a16="http://schemas.microsoft.com/office/drawing/2014/main" id="{06BCF338-D8AD-4908-8FA5-8B512DA45B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715" y="3656673"/>
              <a:ext cx="332143" cy="321332"/>
            </a:xfrm>
            <a:prstGeom prst="line">
              <a:avLst/>
            </a:prstGeom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349" name="圖片 348">
              <a:extLst>
                <a:ext uri="{FF2B5EF4-FFF2-40B4-BE49-F238E27FC236}">
                  <a16:creationId xmlns:a16="http://schemas.microsoft.com/office/drawing/2014/main" id="{DAB8B9D6-42C0-4680-81BA-17BFDCBD68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r="66529"/>
            <a:stretch/>
          </p:blipFill>
          <p:spPr>
            <a:xfrm>
              <a:off x="683644" y="192772"/>
              <a:ext cx="1975922" cy="497738"/>
            </a:xfrm>
            <a:prstGeom prst="rect">
              <a:avLst/>
            </a:prstGeom>
          </p:spPr>
        </p:pic>
        <p:pic>
          <p:nvPicPr>
            <p:cNvPr id="350" name="圖片 349">
              <a:extLst>
                <a:ext uri="{FF2B5EF4-FFF2-40B4-BE49-F238E27FC236}">
                  <a16:creationId xmlns:a16="http://schemas.microsoft.com/office/drawing/2014/main" id="{395E2CB4-46D2-4887-976A-0C151DA2AB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2322616" y="3840202"/>
              <a:ext cx="720000" cy="717241"/>
            </a:xfrm>
            <a:prstGeom prst="rect">
              <a:avLst/>
            </a:prstGeom>
          </p:spPr>
        </p:pic>
        <p:pic>
          <p:nvPicPr>
            <p:cNvPr id="351" name="圖片 350">
              <a:extLst>
                <a:ext uri="{FF2B5EF4-FFF2-40B4-BE49-F238E27FC236}">
                  <a16:creationId xmlns:a16="http://schemas.microsoft.com/office/drawing/2014/main" id="{56B2A600-ED45-49D6-BCC6-F7C05DCA05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119399" y="1962359"/>
              <a:ext cx="720000" cy="7200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2" name="文字方塊 351">
                  <a:extLst>
                    <a:ext uri="{FF2B5EF4-FFF2-40B4-BE49-F238E27FC236}">
                      <a16:creationId xmlns:a16="http://schemas.microsoft.com/office/drawing/2014/main" id="{AF6AD21F-CE1E-44AE-AD17-FF908902DE7C}"/>
                    </a:ext>
                  </a:extLst>
                </p:cNvPr>
                <p:cNvSpPr txBox="1"/>
                <p:nvPr/>
              </p:nvSpPr>
              <p:spPr>
                <a:xfrm>
                  <a:off x="-37685" y="1650803"/>
                  <a:ext cx="115018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/2,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352" name="文字方塊 351">
                  <a:extLst>
                    <a:ext uri="{FF2B5EF4-FFF2-40B4-BE49-F238E27FC236}">
                      <a16:creationId xmlns:a16="http://schemas.microsoft.com/office/drawing/2014/main" id="{AF6AD21F-CE1E-44AE-AD17-FF908902DE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37685" y="1650803"/>
                  <a:ext cx="1150186" cy="276999"/>
                </a:xfrm>
                <a:prstGeom prst="rect">
                  <a:avLst/>
                </a:prstGeom>
                <a:blipFill>
                  <a:blip r:embed="rId50"/>
                  <a:stretch>
                    <a:fillRect b="-434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3" name="文字方塊 352">
                  <a:extLst>
                    <a:ext uri="{FF2B5EF4-FFF2-40B4-BE49-F238E27FC236}">
                      <a16:creationId xmlns:a16="http://schemas.microsoft.com/office/drawing/2014/main" id="{46A4AAB5-8A68-419C-B463-E5889E9DE6AD}"/>
                    </a:ext>
                  </a:extLst>
                </p:cNvPr>
                <p:cNvSpPr txBox="1"/>
                <p:nvPr/>
              </p:nvSpPr>
              <p:spPr>
                <a:xfrm>
                  <a:off x="2224088" y="3585929"/>
                  <a:ext cx="98820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/2,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353" name="文字方塊 352">
                  <a:extLst>
                    <a:ext uri="{FF2B5EF4-FFF2-40B4-BE49-F238E27FC236}">
                      <a16:creationId xmlns:a16="http://schemas.microsoft.com/office/drawing/2014/main" id="{46A4AAB5-8A68-419C-B463-E5889E9DE6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24088" y="3585929"/>
                  <a:ext cx="988200" cy="276999"/>
                </a:xfrm>
                <a:prstGeom prst="rect">
                  <a:avLst/>
                </a:prstGeom>
                <a:blipFill>
                  <a:blip r:embed="rId51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54" name="圖片 353">
              <a:extLst>
                <a:ext uri="{FF2B5EF4-FFF2-40B4-BE49-F238E27FC236}">
                  <a16:creationId xmlns:a16="http://schemas.microsoft.com/office/drawing/2014/main" id="{9E83076B-34CF-459C-801E-91F63C18FA7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195448" y="3153519"/>
              <a:ext cx="868304" cy="901700"/>
            </a:xfrm>
            <a:prstGeom prst="rect">
              <a:avLst/>
            </a:prstGeom>
          </p:spPr>
        </p:pic>
        <p:grpSp>
          <p:nvGrpSpPr>
            <p:cNvPr id="355" name="群組 354">
              <a:extLst>
                <a:ext uri="{FF2B5EF4-FFF2-40B4-BE49-F238E27FC236}">
                  <a16:creationId xmlns:a16="http://schemas.microsoft.com/office/drawing/2014/main" id="{31755E39-4429-4FE4-9AC7-5EDB132BE1BB}"/>
                </a:ext>
              </a:extLst>
            </p:cNvPr>
            <p:cNvGrpSpPr/>
            <p:nvPr/>
          </p:nvGrpSpPr>
          <p:grpSpPr>
            <a:xfrm>
              <a:off x="1259336" y="5282570"/>
              <a:ext cx="720000" cy="720000"/>
              <a:chOff x="801581" y="4966326"/>
              <a:chExt cx="1150186" cy="1150186"/>
            </a:xfrm>
          </p:grpSpPr>
          <p:sp>
            <p:nvSpPr>
              <p:cNvPr id="356" name="矩形: 圓角 355">
                <a:extLst>
                  <a:ext uri="{FF2B5EF4-FFF2-40B4-BE49-F238E27FC236}">
                    <a16:creationId xmlns:a16="http://schemas.microsoft.com/office/drawing/2014/main" id="{1F81C699-BCFC-4CF6-82D9-B1918C6EAF66}"/>
                  </a:ext>
                </a:extLst>
              </p:cNvPr>
              <p:cNvSpPr/>
              <p:nvPr/>
            </p:nvSpPr>
            <p:spPr>
              <a:xfrm>
                <a:off x="801581" y="4966326"/>
                <a:ext cx="1150186" cy="1150186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357" name="橢圓 356">
                <a:extLst>
                  <a:ext uri="{FF2B5EF4-FFF2-40B4-BE49-F238E27FC236}">
                    <a16:creationId xmlns:a16="http://schemas.microsoft.com/office/drawing/2014/main" id="{0695F5C7-CB8C-4B39-8E1F-C58388E0426A}"/>
                  </a:ext>
                </a:extLst>
              </p:cNvPr>
              <p:cNvSpPr/>
              <p:nvPr/>
            </p:nvSpPr>
            <p:spPr>
              <a:xfrm>
                <a:off x="1269795" y="5070149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358" name="橢圓 357">
                <a:extLst>
                  <a:ext uri="{FF2B5EF4-FFF2-40B4-BE49-F238E27FC236}">
                    <a16:creationId xmlns:a16="http://schemas.microsoft.com/office/drawing/2014/main" id="{ACFFF6F6-FB59-482B-A855-C4C18E1439F5}"/>
                  </a:ext>
                </a:extLst>
              </p:cNvPr>
              <p:cNvSpPr/>
              <p:nvPr/>
            </p:nvSpPr>
            <p:spPr>
              <a:xfrm>
                <a:off x="1269795" y="5805606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359" name="橢圓 358">
                <a:extLst>
                  <a:ext uri="{FF2B5EF4-FFF2-40B4-BE49-F238E27FC236}">
                    <a16:creationId xmlns:a16="http://schemas.microsoft.com/office/drawing/2014/main" id="{9FD88227-7295-483C-946B-34604A2FFF4B}"/>
                  </a:ext>
                </a:extLst>
              </p:cNvPr>
              <p:cNvSpPr/>
              <p:nvPr/>
            </p:nvSpPr>
            <p:spPr>
              <a:xfrm>
                <a:off x="1633048" y="5442907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360" name="橢圓 359">
                <a:extLst>
                  <a:ext uri="{FF2B5EF4-FFF2-40B4-BE49-F238E27FC236}">
                    <a16:creationId xmlns:a16="http://schemas.microsoft.com/office/drawing/2014/main" id="{0556D655-30E6-41C7-BCC6-BBA0FE2D709D}"/>
                  </a:ext>
                </a:extLst>
              </p:cNvPr>
              <p:cNvSpPr/>
              <p:nvPr/>
            </p:nvSpPr>
            <p:spPr>
              <a:xfrm>
                <a:off x="895950" y="5442907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361" name="橢圓 360">
                <a:extLst>
                  <a:ext uri="{FF2B5EF4-FFF2-40B4-BE49-F238E27FC236}">
                    <a16:creationId xmlns:a16="http://schemas.microsoft.com/office/drawing/2014/main" id="{A7F491A9-B47C-4EF6-846A-DF6D53801E76}"/>
                  </a:ext>
                </a:extLst>
              </p:cNvPr>
              <p:cNvSpPr/>
              <p:nvPr/>
            </p:nvSpPr>
            <p:spPr>
              <a:xfrm>
                <a:off x="1006324" y="5710453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362" name="橢圓 361">
                <a:extLst>
                  <a:ext uri="{FF2B5EF4-FFF2-40B4-BE49-F238E27FC236}">
                    <a16:creationId xmlns:a16="http://schemas.microsoft.com/office/drawing/2014/main" id="{B21020AE-35E6-4A0C-B4ED-36458AF0F987}"/>
                  </a:ext>
                </a:extLst>
              </p:cNvPr>
              <p:cNvSpPr/>
              <p:nvPr/>
            </p:nvSpPr>
            <p:spPr>
              <a:xfrm>
                <a:off x="1006324" y="5181504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363" name="橢圓 362">
                <a:extLst>
                  <a:ext uri="{FF2B5EF4-FFF2-40B4-BE49-F238E27FC236}">
                    <a16:creationId xmlns:a16="http://schemas.microsoft.com/office/drawing/2014/main" id="{01801164-252F-4F81-8ECE-534C6F319AA3}"/>
                  </a:ext>
                </a:extLst>
              </p:cNvPr>
              <p:cNvSpPr/>
              <p:nvPr/>
            </p:nvSpPr>
            <p:spPr>
              <a:xfrm>
                <a:off x="1531150" y="5710453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364" name="橢圓 363">
                <a:extLst>
                  <a:ext uri="{FF2B5EF4-FFF2-40B4-BE49-F238E27FC236}">
                    <a16:creationId xmlns:a16="http://schemas.microsoft.com/office/drawing/2014/main" id="{B62FDCA5-C399-403C-8CC4-36E8FD63E21B}"/>
                  </a:ext>
                </a:extLst>
              </p:cNvPr>
              <p:cNvSpPr/>
              <p:nvPr/>
            </p:nvSpPr>
            <p:spPr>
              <a:xfrm>
                <a:off x="1531150" y="5181504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365" name="等腰三角形 364">
                <a:extLst>
                  <a:ext uri="{FF2B5EF4-FFF2-40B4-BE49-F238E27FC236}">
                    <a16:creationId xmlns:a16="http://schemas.microsoft.com/office/drawing/2014/main" id="{0B9753D2-C511-4AB3-A0EF-BF415392F367}"/>
                  </a:ext>
                </a:extLst>
              </p:cNvPr>
              <p:cNvSpPr/>
              <p:nvPr/>
            </p:nvSpPr>
            <p:spPr>
              <a:xfrm rot="5400000" flipH="1">
                <a:off x="1342194" y="5038456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366" name="等腰三角形 365">
                <a:extLst>
                  <a:ext uri="{FF2B5EF4-FFF2-40B4-BE49-F238E27FC236}">
                    <a16:creationId xmlns:a16="http://schemas.microsoft.com/office/drawing/2014/main" id="{EFCA620E-B505-41EE-83EB-1BC6D9D0934C}"/>
                  </a:ext>
                </a:extLst>
              </p:cNvPr>
              <p:cNvSpPr/>
              <p:nvPr/>
            </p:nvSpPr>
            <p:spPr>
              <a:xfrm rot="5400000" flipH="1">
                <a:off x="1342194" y="5772548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367" name="等腰三角形 366">
                <a:extLst>
                  <a:ext uri="{FF2B5EF4-FFF2-40B4-BE49-F238E27FC236}">
                    <a16:creationId xmlns:a16="http://schemas.microsoft.com/office/drawing/2014/main" id="{E8B394BD-C0B2-45D5-9C5E-693C217015AD}"/>
                  </a:ext>
                </a:extLst>
              </p:cNvPr>
              <p:cNvSpPr/>
              <p:nvPr/>
            </p:nvSpPr>
            <p:spPr>
              <a:xfrm rot="5400000" flipH="1">
                <a:off x="968349" y="5413782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368" name="等腰三角形 367">
                <a:extLst>
                  <a:ext uri="{FF2B5EF4-FFF2-40B4-BE49-F238E27FC236}">
                    <a16:creationId xmlns:a16="http://schemas.microsoft.com/office/drawing/2014/main" id="{BA593C5B-5349-4889-BA54-6067CB5D0CA3}"/>
                  </a:ext>
                </a:extLst>
              </p:cNvPr>
              <p:cNvSpPr/>
              <p:nvPr/>
            </p:nvSpPr>
            <p:spPr>
              <a:xfrm rot="5400000" flipH="1">
                <a:off x="1078723" y="5148532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369" name="等腰三角形 368">
                <a:extLst>
                  <a:ext uri="{FF2B5EF4-FFF2-40B4-BE49-F238E27FC236}">
                    <a16:creationId xmlns:a16="http://schemas.microsoft.com/office/drawing/2014/main" id="{7308BAC2-7F0D-43E6-B299-431657325DB1}"/>
                  </a:ext>
                </a:extLst>
              </p:cNvPr>
              <p:cNvSpPr/>
              <p:nvPr/>
            </p:nvSpPr>
            <p:spPr>
              <a:xfrm rot="5400000" flipH="1">
                <a:off x="1078723" y="5678198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370" name="等腰三角形 369">
                <a:extLst>
                  <a:ext uri="{FF2B5EF4-FFF2-40B4-BE49-F238E27FC236}">
                    <a16:creationId xmlns:a16="http://schemas.microsoft.com/office/drawing/2014/main" id="{F8EE3A56-F35C-428A-BC45-B36AEC90B824}"/>
                  </a:ext>
                </a:extLst>
              </p:cNvPr>
              <p:cNvSpPr/>
              <p:nvPr/>
            </p:nvSpPr>
            <p:spPr>
              <a:xfrm rot="5400000" flipH="1">
                <a:off x="1603549" y="5148532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371" name="等腰三角形 370">
                <a:extLst>
                  <a:ext uri="{FF2B5EF4-FFF2-40B4-BE49-F238E27FC236}">
                    <a16:creationId xmlns:a16="http://schemas.microsoft.com/office/drawing/2014/main" id="{96919D69-B160-42CD-A127-71C53911B7D6}"/>
                  </a:ext>
                </a:extLst>
              </p:cNvPr>
              <p:cNvSpPr/>
              <p:nvPr/>
            </p:nvSpPr>
            <p:spPr>
              <a:xfrm rot="5400000" flipH="1">
                <a:off x="1603549" y="5678198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372" name="等腰三角形 371">
                <a:extLst>
                  <a:ext uri="{FF2B5EF4-FFF2-40B4-BE49-F238E27FC236}">
                    <a16:creationId xmlns:a16="http://schemas.microsoft.com/office/drawing/2014/main" id="{50D670AA-1809-4E94-8778-CE8413E4D445}"/>
                  </a:ext>
                </a:extLst>
              </p:cNvPr>
              <p:cNvSpPr/>
              <p:nvPr/>
            </p:nvSpPr>
            <p:spPr>
              <a:xfrm rot="5400000" flipH="1">
                <a:off x="1705447" y="5413782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</p:grpSp>
        <p:grpSp>
          <p:nvGrpSpPr>
            <p:cNvPr id="373" name="群組 372">
              <a:extLst>
                <a:ext uri="{FF2B5EF4-FFF2-40B4-BE49-F238E27FC236}">
                  <a16:creationId xmlns:a16="http://schemas.microsoft.com/office/drawing/2014/main" id="{94AA61D0-C6F8-4B52-A91E-85325B6C8B17}"/>
                </a:ext>
              </a:extLst>
            </p:cNvPr>
            <p:cNvGrpSpPr/>
            <p:nvPr/>
          </p:nvGrpSpPr>
          <p:grpSpPr>
            <a:xfrm>
              <a:off x="2322616" y="2719287"/>
              <a:ext cx="720000" cy="720000"/>
              <a:chOff x="3463278" y="4507593"/>
              <a:chExt cx="1150186" cy="1150186"/>
            </a:xfrm>
          </p:grpSpPr>
          <p:sp>
            <p:nvSpPr>
              <p:cNvPr id="374" name="矩形: 圓角 373">
                <a:extLst>
                  <a:ext uri="{FF2B5EF4-FFF2-40B4-BE49-F238E27FC236}">
                    <a16:creationId xmlns:a16="http://schemas.microsoft.com/office/drawing/2014/main" id="{CFB1456E-E4B2-4D06-8F6D-C023BC058E9E}"/>
                  </a:ext>
                </a:extLst>
              </p:cNvPr>
              <p:cNvSpPr/>
              <p:nvPr/>
            </p:nvSpPr>
            <p:spPr>
              <a:xfrm>
                <a:off x="3463278" y="4507593"/>
                <a:ext cx="1150186" cy="1150186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375" name="箭號: 左-右雙向 374">
                <a:extLst>
                  <a:ext uri="{FF2B5EF4-FFF2-40B4-BE49-F238E27FC236}">
                    <a16:creationId xmlns:a16="http://schemas.microsoft.com/office/drawing/2014/main" id="{FEDF3BE9-4C4E-41C2-BE0B-0EFF480755F6}"/>
                  </a:ext>
                </a:extLst>
              </p:cNvPr>
              <p:cNvSpPr/>
              <p:nvPr/>
            </p:nvSpPr>
            <p:spPr>
              <a:xfrm rot="5400000">
                <a:off x="3570206" y="4997510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376" name="箭號: 左-右雙向 375">
                <a:extLst>
                  <a:ext uri="{FF2B5EF4-FFF2-40B4-BE49-F238E27FC236}">
                    <a16:creationId xmlns:a16="http://schemas.microsoft.com/office/drawing/2014/main" id="{35F640F3-68F6-4838-B10F-9F4F8D4AAFC8}"/>
                  </a:ext>
                </a:extLst>
              </p:cNvPr>
              <p:cNvSpPr/>
              <p:nvPr/>
            </p:nvSpPr>
            <p:spPr>
              <a:xfrm rot="5400000">
                <a:off x="4288335" y="4997510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377" name="箭號: 左-右雙向 376">
                <a:extLst>
                  <a:ext uri="{FF2B5EF4-FFF2-40B4-BE49-F238E27FC236}">
                    <a16:creationId xmlns:a16="http://schemas.microsoft.com/office/drawing/2014/main" id="{CAABE0A7-E969-47DD-AC2B-7C049B6A0D55}"/>
                  </a:ext>
                </a:extLst>
              </p:cNvPr>
              <p:cNvSpPr/>
              <p:nvPr/>
            </p:nvSpPr>
            <p:spPr>
              <a:xfrm rot="5400000">
                <a:off x="3676376" y="4743175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378" name="箭號: 左-右雙向 377">
                <a:extLst>
                  <a:ext uri="{FF2B5EF4-FFF2-40B4-BE49-F238E27FC236}">
                    <a16:creationId xmlns:a16="http://schemas.microsoft.com/office/drawing/2014/main" id="{708DA7A8-A636-474D-B46D-7D3ED534A0FB}"/>
                  </a:ext>
                </a:extLst>
              </p:cNvPr>
              <p:cNvSpPr/>
              <p:nvPr/>
            </p:nvSpPr>
            <p:spPr>
              <a:xfrm rot="5400000">
                <a:off x="4173916" y="5261300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379" name="箭號: 左-右雙向 378">
                <a:extLst>
                  <a:ext uri="{FF2B5EF4-FFF2-40B4-BE49-F238E27FC236}">
                    <a16:creationId xmlns:a16="http://schemas.microsoft.com/office/drawing/2014/main" id="{554E0855-6CAB-4F7F-8A98-C9CC679295CD}"/>
                  </a:ext>
                </a:extLst>
              </p:cNvPr>
              <p:cNvSpPr/>
              <p:nvPr/>
            </p:nvSpPr>
            <p:spPr>
              <a:xfrm rot="5400000">
                <a:off x="3676376" y="5261300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380" name="箭號: 左-右雙向 379">
                <a:extLst>
                  <a:ext uri="{FF2B5EF4-FFF2-40B4-BE49-F238E27FC236}">
                    <a16:creationId xmlns:a16="http://schemas.microsoft.com/office/drawing/2014/main" id="{918B34B2-AA0F-4C4A-9C4B-33C40F55623C}"/>
                  </a:ext>
                </a:extLst>
              </p:cNvPr>
              <p:cNvSpPr/>
              <p:nvPr/>
            </p:nvSpPr>
            <p:spPr>
              <a:xfrm rot="5400000">
                <a:off x="4173915" y="4743175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381" name="箭號: 左-右雙向 380">
                <a:extLst>
                  <a:ext uri="{FF2B5EF4-FFF2-40B4-BE49-F238E27FC236}">
                    <a16:creationId xmlns:a16="http://schemas.microsoft.com/office/drawing/2014/main" id="{B1264B44-1F62-401E-98B9-09C1B8955B18}"/>
                  </a:ext>
                </a:extLst>
              </p:cNvPr>
              <p:cNvSpPr/>
              <p:nvPr/>
            </p:nvSpPr>
            <p:spPr>
              <a:xfrm rot="5400000">
                <a:off x="3919504" y="5364647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382" name="箭號: 左-右雙向 381">
                <a:extLst>
                  <a:ext uri="{FF2B5EF4-FFF2-40B4-BE49-F238E27FC236}">
                    <a16:creationId xmlns:a16="http://schemas.microsoft.com/office/drawing/2014/main" id="{3D0C09F5-DC32-465C-9F77-CF7417EFF046}"/>
                  </a:ext>
                </a:extLst>
              </p:cNvPr>
              <p:cNvSpPr/>
              <p:nvPr/>
            </p:nvSpPr>
            <p:spPr>
              <a:xfrm rot="5400000">
                <a:off x="3919504" y="4632905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</p:grpSp>
        <p:grpSp>
          <p:nvGrpSpPr>
            <p:cNvPr id="383" name="群組 382">
              <a:extLst>
                <a:ext uri="{FF2B5EF4-FFF2-40B4-BE49-F238E27FC236}">
                  <a16:creationId xmlns:a16="http://schemas.microsoft.com/office/drawing/2014/main" id="{D9AD2FF4-2F42-42CC-A0C4-242BF0607FC3}"/>
                </a:ext>
              </a:extLst>
            </p:cNvPr>
            <p:cNvGrpSpPr/>
            <p:nvPr/>
          </p:nvGrpSpPr>
          <p:grpSpPr>
            <a:xfrm>
              <a:off x="119399" y="4587173"/>
              <a:ext cx="720000" cy="720000"/>
              <a:chOff x="389151" y="2161357"/>
              <a:chExt cx="1150186" cy="1150186"/>
            </a:xfrm>
          </p:grpSpPr>
          <p:sp>
            <p:nvSpPr>
              <p:cNvPr id="384" name="矩形: 圓角 383">
                <a:extLst>
                  <a:ext uri="{FF2B5EF4-FFF2-40B4-BE49-F238E27FC236}">
                    <a16:creationId xmlns:a16="http://schemas.microsoft.com/office/drawing/2014/main" id="{89A17C21-7D6A-4FB0-9FD8-2CB15FCBDB93}"/>
                  </a:ext>
                </a:extLst>
              </p:cNvPr>
              <p:cNvSpPr/>
              <p:nvPr/>
            </p:nvSpPr>
            <p:spPr>
              <a:xfrm>
                <a:off x="389151" y="2161357"/>
                <a:ext cx="1150186" cy="1150186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385" name="箭號: 左-右雙向 384">
                <a:extLst>
                  <a:ext uri="{FF2B5EF4-FFF2-40B4-BE49-F238E27FC236}">
                    <a16:creationId xmlns:a16="http://schemas.microsoft.com/office/drawing/2014/main" id="{2E836D04-648C-441F-A127-30B4D1B51ECA}"/>
                  </a:ext>
                </a:extLst>
              </p:cNvPr>
              <p:cNvSpPr/>
              <p:nvPr/>
            </p:nvSpPr>
            <p:spPr>
              <a:xfrm rot="10800000">
                <a:off x="494862" y="2676534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386" name="箭號: 左-右雙向 385">
                <a:extLst>
                  <a:ext uri="{FF2B5EF4-FFF2-40B4-BE49-F238E27FC236}">
                    <a16:creationId xmlns:a16="http://schemas.microsoft.com/office/drawing/2014/main" id="{9F8986E2-8467-4467-9DED-D87C1904AA13}"/>
                  </a:ext>
                </a:extLst>
              </p:cNvPr>
              <p:cNvSpPr/>
              <p:nvPr/>
            </p:nvSpPr>
            <p:spPr>
              <a:xfrm rot="10800000">
                <a:off x="1212991" y="2676534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387" name="箭號: 左-右雙向 386">
                <a:extLst>
                  <a:ext uri="{FF2B5EF4-FFF2-40B4-BE49-F238E27FC236}">
                    <a16:creationId xmlns:a16="http://schemas.microsoft.com/office/drawing/2014/main" id="{158C717F-D51B-4FBA-AA74-7A5DAA4ACBD6}"/>
                  </a:ext>
                </a:extLst>
              </p:cNvPr>
              <p:cNvSpPr/>
              <p:nvPr/>
            </p:nvSpPr>
            <p:spPr>
              <a:xfrm>
                <a:off x="601032" y="2422199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388" name="箭號: 左-右雙向 387">
                <a:extLst>
                  <a:ext uri="{FF2B5EF4-FFF2-40B4-BE49-F238E27FC236}">
                    <a16:creationId xmlns:a16="http://schemas.microsoft.com/office/drawing/2014/main" id="{1002CA0D-2076-4AF3-A9A6-4F1BC9CDEC48}"/>
                  </a:ext>
                </a:extLst>
              </p:cNvPr>
              <p:cNvSpPr/>
              <p:nvPr/>
            </p:nvSpPr>
            <p:spPr>
              <a:xfrm>
                <a:off x="1098572" y="2940324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389" name="箭號: 左-右雙向 388">
                <a:extLst>
                  <a:ext uri="{FF2B5EF4-FFF2-40B4-BE49-F238E27FC236}">
                    <a16:creationId xmlns:a16="http://schemas.microsoft.com/office/drawing/2014/main" id="{D08FAE26-AD6B-43DD-ACE8-BB07969FD12C}"/>
                  </a:ext>
                </a:extLst>
              </p:cNvPr>
              <p:cNvSpPr/>
              <p:nvPr/>
            </p:nvSpPr>
            <p:spPr>
              <a:xfrm>
                <a:off x="601033" y="2940324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390" name="箭號: 左-右雙向 389">
                <a:extLst>
                  <a:ext uri="{FF2B5EF4-FFF2-40B4-BE49-F238E27FC236}">
                    <a16:creationId xmlns:a16="http://schemas.microsoft.com/office/drawing/2014/main" id="{7B47009D-AA72-44EF-8801-297DDD2F9F1E}"/>
                  </a:ext>
                </a:extLst>
              </p:cNvPr>
              <p:cNvSpPr/>
              <p:nvPr/>
            </p:nvSpPr>
            <p:spPr>
              <a:xfrm>
                <a:off x="1098571" y="2422199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391" name="箭號: 左-右雙向 390">
                <a:extLst>
                  <a:ext uri="{FF2B5EF4-FFF2-40B4-BE49-F238E27FC236}">
                    <a16:creationId xmlns:a16="http://schemas.microsoft.com/office/drawing/2014/main" id="{13C3648B-29CB-4B27-93B5-1A531A6EB8D5}"/>
                  </a:ext>
                </a:extLst>
              </p:cNvPr>
              <p:cNvSpPr/>
              <p:nvPr/>
            </p:nvSpPr>
            <p:spPr>
              <a:xfrm>
                <a:off x="844160" y="3043671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392" name="箭號: 左-右雙向 391">
                <a:extLst>
                  <a:ext uri="{FF2B5EF4-FFF2-40B4-BE49-F238E27FC236}">
                    <a16:creationId xmlns:a16="http://schemas.microsoft.com/office/drawing/2014/main" id="{904497BD-7ADE-42D3-A44A-96D29B1188D2}"/>
                  </a:ext>
                </a:extLst>
              </p:cNvPr>
              <p:cNvSpPr/>
              <p:nvPr/>
            </p:nvSpPr>
            <p:spPr>
              <a:xfrm>
                <a:off x="844160" y="2311929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</p:grpSp>
        <p:grpSp>
          <p:nvGrpSpPr>
            <p:cNvPr id="393" name="群組 392">
              <a:extLst>
                <a:ext uri="{FF2B5EF4-FFF2-40B4-BE49-F238E27FC236}">
                  <a16:creationId xmlns:a16="http://schemas.microsoft.com/office/drawing/2014/main" id="{985C1249-7700-4984-8F97-318A4CBEDDCF}"/>
                </a:ext>
              </a:extLst>
            </p:cNvPr>
            <p:cNvGrpSpPr/>
            <p:nvPr/>
          </p:nvGrpSpPr>
          <p:grpSpPr>
            <a:xfrm>
              <a:off x="119399" y="2719287"/>
              <a:ext cx="720000" cy="720000"/>
              <a:chOff x="389151" y="2161357"/>
              <a:chExt cx="1150186" cy="1150186"/>
            </a:xfrm>
          </p:grpSpPr>
          <p:sp>
            <p:nvSpPr>
              <p:cNvPr id="394" name="矩形: 圓角 393">
                <a:extLst>
                  <a:ext uri="{FF2B5EF4-FFF2-40B4-BE49-F238E27FC236}">
                    <a16:creationId xmlns:a16="http://schemas.microsoft.com/office/drawing/2014/main" id="{DF4F137A-F8FD-4D74-B44E-0BD2D8DFB76A}"/>
                  </a:ext>
                </a:extLst>
              </p:cNvPr>
              <p:cNvSpPr/>
              <p:nvPr/>
            </p:nvSpPr>
            <p:spPr>
              <a:xfrm>
                <a:off x="389151" y="2161357"/>
                <a:ext cx="1150186" cy="1150186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395" name="箭號: 左-右雙向 394">
                <a:extLst>
                  <a:ext uri="{FF2B5EF4-FFF2-40B4-BE49-F238E27FC236}">
                    <a16:creationId xmlns:a16="http://schemas.microsoft.com/office/drawing/2014/main" id="{787FB6DD-57B5-4324-A9C6-90B1EBEEA37A}"/>
                  </a:ext>
                </a:extLst>
              </p:cNvPr>
              <p:cNvSpPr/>
              <p:nvPr/>
            </p:nvSpPr>
            <p:spPr>
              <a:xfrm rot="2700000">
                <a:off x="494863" y="2676533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396" name="箭號: 左-右雙向 395">
                <a:extLst>
                  <a:ext uri="{FF2B5EF4-FFF2-40B4-BE49-F238E27FC236}">
                    <a16:creationId xmlns:a16="http://schemas.microsoft.com/office/drawing/2014/main" id="{5D3CD34B-4314-4160-8D05-A41CDBF04280}"/>
                  </a:ext>
                </a:extLst>
              </p:cNvPr>
              <p:cNvSpPr/>
              <p:nvPr/>
            </p:nvSpPr>
            <p:spPr>
              <a:xfrm rot="2700000">
                <a:off x="1212991" y="2676533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397" name="箭號: 左-右雙向 396">
                <a:extLst>
                  <a:ext uri="{FF2B5EF4-FFF2-40B4-BE49-F238E27FC236}">
                    <a16:creationId xmlns:a16="http://schemas.microsoft.com/office/drawing/2014/main" id="{C8DE215B-0382-4BF7-880A-F8AC99EEFD90}"/>
                  </a:ext>
                </a:extLst>
              </p:cNvPr>
              <p:cNvSpPr/>
              <p:nvPr/>
            </p:nvSpPr>
            <p:spPr>
              <a:xfrm rot="2700000">
                <a:off x="601031" y="2422198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398" name="箭號: 左-右雙向 397">
                <a:extLst>
                  <a:ext uri="{FF2B5EF4-FFF2-40B4-BE49-F238E27FC236}">
                    <a16:creationId xmlns:a16="http://schemas.microsoft.com/office/drawing/2014/main" id="{2E8CC5BE-C06F-4BC6-854B-17FE3EDA8DD9}"/>
                  </a:ext>
                </a:extLst>
              </p:cNvPr>
              <p:cNvSpPr/>
              <p:nvPr/>
            </p:nvSpPr>
            <p:spPr>
              <a:xfrm rot="2700000">
                <a:off x="1098571" y="2940324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399" name="箭號: 左-右雙向 398">
                <a:extLst>
                  <a:ext uri="{FF2B5EF4-FFF2-40B4-BE49-F238E27FC236}">
                    <a16:creationId xmlns:a16="http://schemas.microsoft.com/office/drawing/2014/main" id="{63206FBE-EB22-49BA-8AC5-5C0F88E7CD5B}"/>
                  </a:ext>
                </a:extLst>
              </p:cNvPr>
              <p:cNvSpPr/>
              <p:nvPr/>
            </p:nvSpPr>
            <p:spPr>
              <a:xfrm rot="2700000">
                <a:off x="601033" y="2940324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400" name="箭號: 左-右雙向 399">
                <a:extLst>
                  <a:ext uri="{FF2B5EF4-FFF2-40B4-BE49-F238E27FC236}">
                    <a16:creationId xmlns:a16="http://schemas.microsoft.com/office/drawing/2014/main" id="{ECC002C6-DEC8-45C4-B94C-1CA584E52642}"/>
                  </a:ext>
                </a:extLst>
              </p:cNvPr>
              <p:cNvSpPr/>
              <p:nvPr/>
            </p:nvSpPr>
            <p:spPr>
              <a:xfrm rot="2700000">
                <a:off x="1098571" y="2422198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401" name="箭號: 左-右雙向 400">
                <a:extLst>
                  <a:ext uri="{FF2B5EF4-FFF2-40B4-BE49-F238E27FC236}">
                    <a16:creationId xmlns:a16="http://schemas.microsoft.com/office/drawing/2014/main" id="{181069BF-5780-4C28-9109-E1B75E228BCB}"/>
                  </a:ext>
                </a:extLst>
              </p:cNvPr>
              <p:cNvSpPr/>
              <p:nvPr/>
            </p:nvSpPr>
            <p:spPr>
              <a:xfrm rot="2700000">
                <a:off x="844160" y="3043671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402" name="箭號: 左-右雙向 401">
                <a:extLst>
                  <a:ext uri="{FF2B5EF4-FFF2-40B4-BE49-F238E27FC236}">
                    <a16:creationId xmlns:a16="http://schemas.microsoft.com/office/drawing/2014/main" id="{F297BC63-C837-42CE-BC65-8036BBED6C3B}"/>
                  </a:ext>
                </a:extLst>
              </p:cNvPr>
              <p:cNvSpPr/>
              <p:nvPr/>
            </p:nvSpPr>
            <p:spPr>
              <a:xfrm rot="2700000">
                <a:off x="844160" y="2311929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</p:grpSp>
        <p:grpSp>
          <p:nvGrpSpPr>
            <p:cNvPr id="403" name="群組 402">
              <a:extLst>
                <a:ext uri="{FF2B5EF4-FFF2-40B4-BE49-F238E27FC236}">
                  <a16:creationId xmlns:a16="http://schemas.microsoft.com/office/drawing/2014/main" id="{EE8428DE-FD85-4A08-BFD2-C4DAD2B569E9}"/>
                </a:ext>
              </a:extLst>
            </p:cNvPr>
            <p:cNvGrpSpPr/>
            <p:nvPr/>
          </p:nvGrpSpPr>
          <p:grpSpPr>
            <a:xfrm>
              <a:off x="2322616" y="4587173"/>
              <a:ext cx="720000" cy="720000"/>
              <a:chOff x="389151" y="2161357"/>
              <a:chExt cx="1150186" cy="1150186"/>
            </a:xfrm>
          </p:grpSpPr>
          <p:sp>
            <p:nvSpPr>
              <p:cNvPr id="404" name="矩形: 圓角 403">
                <a:extLst>
                  <a:ext uri="{FF2B5EF4-FFF2-40B4-BE49-F238E27FC236}">
                    <a16:creationId xmlns:a16="http://schemas.microsoft.com/office/drawing/2014/main" id="{090B439C-F55F-48D9-A258-8877EE1FF049}"/>
                  </a:ext>
                </a:extLst>
              </p:cNvPr>
              <p:cNvSpPr/>
              <p:nvPr/>
            </p:nvSpPr>
            <p:spPr>
              <a:xfrm>
                <a:off x="389151" y="2161357"/>
                <a:ext cx="1150186" cy="1150186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405" name="箭號: 左-右雙向 404">
                <a:extLst>
                  <a:ext uri="{FF2B5EF4-FFF2-40B4-BE49-F238E27FC236}">
                    <a16:creationId xmlns:a16="http://schemas.microsoft.com/office/drawing/2014/main" id="{DD8486E6-64B7-46F5-A360-D87E8450E4F3}"/>
                  </a:ext>
                </a:extLst>
              </p:cNvPr>
              <p:cNvSpPr/>
              <p:nvPr/>
            </p:nvSpPr>
            <p:spPr>
              <a:xfrm rot="18900000">
                <a:off x="494863" y="2676533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406" name="箭號: 左-右雙向 405">
                <a:extLst>
                  <a:ext uri="{FF2B5EF4-FFF2-40B4-BE49-F238E27FC236}">
                    <a16:creationId xmlns:a16="http://schemas.microsoft.com/office/drawing/2014/main" id="{1E7E49F0-F23F-44E7-A872-33D312707FBF}"/>
                  </a:ext>
                </a:extLst>
              </p:cNvPr>
              <p:cNvSpPr/>
              <p:nvPr/>
            </p:nvSpPr>
            <p:spPr>
              <a:xfrm rot="18900000">
                <a:off x="1212991" y="2676533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407" name="箭號: 左-右雙向 406">
                <a:extLst>
                  <a:ext uri="{FF2B5EF4-FFF2-40B4-BE49-F238E27FC236}">
                    <a16:creationId xmlns:a16="http://schemas.microsoft.com/office/drawing/2014/main" id="{D2D7671B-3FA9-4EAE-98BA-B07ABBA67655}"/>
                  </a:ext>
                </a:extLst>
              </p:cNvPr>
              <p:cNvSpPr/>
              <p:nvPr/>
            </p:nvSpPr>
            <p:spPr>
              <a:xfrm rot="18900000">
                <a:off x="601031" y="2422198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408" name="箭號: 左-右雙向 407">
                <a:extLst>
                  <a:ext uri="{FF2B5EF4-FFF2-40B4-BE49-F238E27FC236}">
                    <a16:creationId xmlns:a16="http://schemas.microsoft.com/office/drawing/2014/main" id="{12420C48-A6E2-428A-9F11-A482B9CA2C4D}"/>
                  </a:ext>
                </a:extLst>
              </p:cNvPr>
              <p:cNvSpPr/>
              <p:nvPr/>
            </p:nvSpPr>
            <p:spPr>
              <a:xfrm rot="18900000">
                <a:off x="1098571" y="2940324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409" name="箭號: 左-右雙向 408">
                <a:extLst>
                  <a:ext uri="{FF2B5EF4-FFF2-40B4-BE49-F238E27FC236}">
                    <a16:creationId xmlns:a16="http://schemas.microsoft.com/office/drawing/2014/main" id="{0D70B077-2324-407F-B3AA-DE7FB06766BE}"/>
                  </a:ext>
                </a:extLst>
              </p:cNvPr>
              <p:cNvSpPr/>
              <p:nvPr/>
            </p:nvSpPr>
            <p:spPr>
              <a:xfrm rot="18900000">
                <a:off x="601033" y="2940324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/>
              </a:p>
            </p:txBody>
          </p:sp>
          <p:sp>
            <p:nvSpPr>
              <p:cNvPr id="410" name="箭號: 左-右雙向 409">
                <a:extLst>
                  <a:ext uri="{FF2B5EF4-FFF2-40B4-BE49-F238E27FC236}">
                    <a16:creationId xmlns:a16="http://schemas.microsoft.com/office/drawing/2014/main" id="{0A0461D8-8F7F-472E-A218-80A5B3356D06}"/>
                  </a:ext>
                </a:extLst>
              </p:cNvPr>
              <p:cNvSpPr/>
              <p:nvPr/>
            </p:nvSpPr>
            <p:spPr>
              <a:xfrm rot="18900000">
                <a:off x="1098571" y="2422198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411" name="箭號: 左-右雙向 410">
                <a:extLst>
                  <a:ext uri="{FF2B5EF4-FFF2-40B4-BE49-F238E27FC236}">
                    <a16:creationId xmlns:a16="http://schemas.microsoft.com/office/drawing/2014/main" id="{D96809B5-4947-4A9C-9BD2-4736FBFBC5EA}"/>
                  </a:ext>
                </a:extLst>
              </p:cNvPr>
              <p:cNvSpPr/>
              <p:nvPr/>
            </p:nvSpPr>
            <p:spPr>
              <a:xfrm rot="18900000">
                <a:off x="844160" y="3043671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  <p:sp>
            <p:nvSpPr>
              <p:cNvPr id="412" name="箭號: 左-右雙向 411">
                <a:extLst>
                  <a:ext uri="{FF2B5EF4-FFF2-40B4-BE49-F238E27FC236}">
                    <a16:creationId xmlns:a16="http://schemas.microsoft.com/office/drawing/2014/main" id="{1289D8D3-D17F-4D00-97D0-2E3B0F5A8A1B}"/>
                  </a:ext>
                </a:extLst>
              </p:cNvPr>
              <p:cNvSpPr/>
              <p:nvPr/>
            </p:nvSpPr>
            <p:spPr>
              <a:xfrm rot="18900000">
                <a:off x="844160" y="2311929"/>
                <a:ext cx="237735" cy="119833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3" name="文字方塊 412">
                  <a:extLst>
                    <a:ext uri="{FF2B5EF4-FFF2-40B4-BE49-F238E27FC236}">
                      <a16:creationId xmlns:a16="http://schemas.microsoft.com/office/drawing/2014/main" id="{D6238B3E-A77D-4B10-98DF-F9926C785FCE}"/>
                    </a:ext>
                  </a:extLst>
                </p:cNvPr>
                <p:cNvSpPr txBox="1"/>
                <p:nvPr/>
              </p:nvSpPr>
              <p:spPr>
                <a:xfrm>
                  <a:off x="1245423" y="1591929"/>
                  <a:ext cx="61212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1400" dirty="0"/>
                </a:p>
              </p:txBody>
            </p:sp>
          </mc:Choice>
          <mc:Fallback xmlns="">
            <p:sp>
              <p:nvSpPr>
                <p:cNvPr id="413" name="文字方塊 412">
                  <a:extLst>
                    <a:ext uri="{FF2B5EF4-FFF2-40B4-BE49-F238E27FC236}">
                      <a16:creationId xmlns:a16="http://schemas.microsoft.com/office/drawing/2014/main" id="{D6238B3E-A77D-4B10-98DF-F9926C785F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5423" y="1591929"/>
                  <a:ext cx="612129" cy="307777"/>
                </a:xfrm>
                <a:prstGeom prst="rect">
                  <a:avLst/>
                </a:prstGeom>
                <a:blipFill>
                  <a:blip r:embed="rId52"/>
                  <a:stretch>
                    <a:fillRect b="-6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14" name="群組 413">
              <a:extLst>
                <a:ext uri="{FF2B5EF4-FFF2-40B4-BE49-F238E27FC236}">
                  <a16:creationId xmlns:a16="http://schemas.microsoft.com/office/drawing/2014/main" id="{76F95D57-16B3-4491-8B13-9E507D058E6A}"/>
                </a:ext>
              </a:extLst>
            </p:cNvPr>
            <p:cNvGrpSpPr/>
            <p:nvPr/>
          </p:nvGrpSpPr>
          <p:grpSpPr>
            <a:xfrm>
              <a:off x="1147824" y="1890159"/>
              <a:ext cx="720000" cy="720000"/>
              <a:chOff x="3481679" y="1553308"/>
              <a:chExt cx="1150186" cy="1150186"/>
            </a:xfrm>
          </p:grpSpPr>
          <p:sp>
            <p:nvSpPr>
              <p:cNvPr id="415" name="矩形: 圓角 414">
                <a:extLst>
                  <a:ext uri="{FF2B5EF4-FFF2-40B4-BE49-F238E27FC236}">
                    <a16:creationId xmlns:a16="http://schemas.microsoft.com/office/drawing/2014/main" id="{0BDA55FE-F077-42F8-A353-9C6760989DFC}"/>
                  </a:ext>
                </a:extLst>
              </p:cNvPr>
              <p:cNvSpPr/>
              <p:nvPr/>
            </p:nvSpPr>
            <p:spPr>
              <a:xfrm>
                <a:off x="3481679" y="1553308"/>
                <a:ext cx="1150186" cy="1150186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 dirty="0"/>
              </a:p>
            </p:txBody>
          </p:sp>
          <p:sp>
            <p:nvSpPr>
              <p:cNvPr id="416" name="橢圓 415">
                <a:extLst>
                  <a:ext uri="{FF2B5EF4-FFF2-40B4-BE49-F238E27FC236}">
                    <a16:creationId xmlns:a16="http://schemas.microsoft.com/office/drawing/2014/main" id="{DA52AD3F-EAC0-427F-AC5B-4313EFC569F2}"/>
                  </a:ext>
                </a:extLst>
              </p:cNvPr>
              <p:cNvSpPr/>
              <p:nvPr/>
            </p:nvSpPr>
            <p:spPr>
              <a:xfrm>
                <a:off x="3940548" y="1642556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417" name="橢圓 416">
                <a:extLst>
                  <a:ext uri="{FF2B5EF4-FFF2-40B4-BE49-F238E27FC236}">
                    <a16:creationId xmlns:a16="http://schemas.microsoft.com/office/drawing/2014/main" id="{82D9A7F7-E07F-44FB-8249-13EC10A98E4E}"/>
                  </a:ext>
                </a:extLst>
              </p:cNvPr>
              <p:cNvSpPr/>
              <p:nvPr/>
            </p:nvSpPr>
            <p:spPr>
              <a:xfrm>
                <a:off x="3940548" y="2378013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418" name="橢圓 417">
                <a:extLst>
                  <a:ext uri="{FF2B5EF4-FFF2-40B4-BE49-F238E27FC236}">
                    <a16:creationId xmlns:a16="http://schemas.microsoft.com/office/drawing/2014/main" id="{E3A4ADCE-19EA-44DB-854D-33FD7DA8EB28}"/>
                  </a:ext>
                </a:extLst>
              </p:cNvPr>
              <p:cNvSpPr/>
              <p:nvPr/>
            </p:nvSpPr>
            <p:spPr>
              <a:xfrm>
                <a:off x="4303801" y="2015313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419" name="橢圓 418">
                <a:extLst>
                  <a:ext uri="{FF2B5EF4-FFF2-40B4-BE49-F238E27FC236}">
                    <a16:creationId xmlns:a16="http://schemas.microsoft.com/office/drawing/2014/main" id="{C7047980-A9D7-4A89-8626-863B5BEA27E9}"/>
                  </a:ext>
                </a:extLst>
              </p:cNvPr>
              <p:cNvSpPr/>
              <p:nvPr/>
            </p:nvSpPr>
            <p:spPr>
              <a:xfrm>
                <a:off x="3566703" y="2015313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420" name="橢圓 419">
                <a:extLst>
                  <a:ext uri="{FF2B5EF4-FFF2-40B4-BE49-F238E27FC236}">
                    <a16:creationId xmlns:a16="http://schemas.microsoft.com/office/drawing/2014/main" id="{06223692-AEFD-444F-BE84-A76133BC6FDB}"/>
                  </a:ext>
                </a:extLst>
              </p:cNvPr>
              <p:cNvSpPr/>
              <p:nvPr/>
            </p:nvSpPr>
            <p:spPr>
              <a:xfrm>
                <a:off x="3677077" y="2282860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421" name="橢圓 420">
                <a:extLst>
                  <a:ext uri="{FF2B5EF4-FFF2-40B4-BE49-F238E27FC236}">
                    <a16:creationId xmlns:a16="http://schemas.microsoft.com/office/drawing/2014/main" id="{5861A952-CE78-4BBA-B296-14761B554963}"/>
                  </a:ext>
                </a:extLst>
              </p:cNvPr>
              <p:cNvSpPr/>
              <p:nvPr/>
            </p:nvSpPr>
            <p:spPr>
              <a:xfrm>
                <a:off x="3677077" y="1753910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422" name="橢圓 421">
                <a:extLst>
                  <a:ext uri="{FF2B5EF4-FFF2-40B4-BE49-F238E27FC236}">
                    <a16:creationId xmlns:a16="http://schemas.microsoft.com/office/drawing/2014/main" id="{30B2D200-A675-4234-8729-4405E8D01CFE}"/>
                  </a:ext>
                </a:extLst>
              </p:cNvPr>
              <p:cNvSpPr/>
              <p:nvPr/>
            </p:nvSpPr>
            <p:spPr>
              <a:xfrm>
                <a:off x="4201903" y="2282860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 dirty="0"/>
              </a:p>
            </p:txBody>
          </p:sp>
          <p:sp>
            <p:nvSpPr>
              <p:cNvPr id="423" name="橢圓 422">
                <a:extLst>
                  <a:ext uri="{FF2B5EF4-FFF2-40B4-BE49-F238E27FC236}">
                    <a16:creationId xmlns:a16="http://schemas.microsoft.com/office/drawing/2014/main" id="{2131969B-0C20-493E-B348-4CB107169EE3}"/>
                  </a:ext>
                </a:extLst>
              </p:cNvPr>
              <p:cNvSpPr/>
              <p:nvPr/>
            </p:nvSpPr>
            <p:spPr>
              <a:xfrm>
                <a:off x="4201903" y="1753910"/>
                <a:ext cx="230064" cy="230063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424" name="等腰三角形 423">
                <a:extLst>
                  <a:ext uri="{FF2B5EF4-FFF2-40B4-BE49-F238E27FC236}">
                    <a16:creationId xmlns:a16="http://schemas.microsoft.com/office/drawing/2014/main" id="{2219A267-886E-4D3B-9A97-6A819DB04BAC}"/>
                  </a:ext>
                </a:extLst>
              </p:cNvPr>
              <p:cNvSpPr/>
              <p:nvPr/>
            </p:nvSpPr>
            <p:spPr>
              <a:xfrm rot="16200000">
                <a:off x="4012947" y="1610862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425" name="等腰三角形 424">
                <a:extLst>
                  <a:ext uri="{FF2B5EF4-FFF2-40B4-BE49-F238E27FC236}">
                    <a16:creationId xmlns:a16="http://schemas.microsoft.com/office/drawing/2014/main" id="{30B146A7-9CBA-4254-B6F2-91D2F2645DCD}"/>
                  </a:ext>
                </a:extLst>
              </p:cNvPr>
              <p:cNvSpPr/>
              <p:nvPr/>
            </p:nvSpPr>
            <p:spPr>
              <a:xfrm rot="16200000">
                <a:off x="4012947" y="2344954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426" name="等腰三角形 425">
                <a:extLst>
                  <a:ext uri="{FF2B5EF4-FFF2-40B4-BE49-F238E27FC236}">
                    <a16:creationId xmlns:a16="http://schemas.microsoft.com/office/drawing/2014/main" id="{1FF127EE-BE2E-4BA1-B65E-BAEB764A70E3}"/>
                  </a:ext>
                </a:extLst>
              </p:cNvPr>
              <p:cNvSpPr/>
              <p:nvPr/>
            </p:nvSpPr>
            <p:spPr>
              <a:xfrm rot="16200000">
                <a:off x="3639102" y="1986189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427" name="等腰三角形 426">
                <a:extLst>
                  <a:ext uri="{FF2B5EF4-FFF2-40B4-BE49-F238E27FC236}">
                    <a16:creationId xmlns:a16="http://schemas.microsoft.com/office/drawing/2014/main" id="{D6E8E80E-6644-4574-B548-CCB3F8F10A7C}"/>
                  </a:ext>
                </a:extLst>
              </p:cNvPr>
              <p:cNvSpPr/>
              <p:nvPr/>
            </p:nvSpPr>
            <p:spPr>
              <a:xfrm rot="16200000">
                <a:off x="3749476" y="1720938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428" name="等腰三角形 427">
                <a:extLst>
                  <a:ext uri="{FF2B5EF4-FFF2-40B4-BE49-F238E27FC236}">
                    <a16:creationId xmlns:a16="http://schemas.microsoft.com/office/drawing/2014/main" id="{3804803D-5328-4EC9-AD00-B46996A88D25}"/>
                  </a:ext>
                </a:extLst>
              </p:cNvPr>
              <p:cNvSpPr/>
              <p:nvPr/>
            </p:nvSpPr>
            <p:spPr>
              <a:xfrm rot="16200000">
                <a:off x="3749476" y="2250604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429" name="等腰三角形 428">
                <a:extLst>
                  <a:ext uri="{FF2B5EF4-FFF2-40B4-BE49-F238E27FC236}">
                    <a16:creationId xmlns:a16="http://schemas.microsoft.com/office/drawing/2014/main" id="{F8E2FE17-60B2-44F5-BA25-AB3A48729B67}"/>
                  </a:ext>
                </a:extLst>
              </p:cNvPr>
              <p:cNvSpPr/>
              <p:nvPr/>
            </p:nvSpPr>
            <p:spPr>
              <a:xfrm rot="16200000">
                <a:off x="4274302" y="1720938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430" name="等腰三角形 429">
                <a:extLst>
                  <a:ext uri="{FF2B5EF4-FFF2-40B4-BE49-F238E27FC236}">
                    <a16:creationId xmlns:a16="http://schemas.microsoft.com/office/drawing/2014/main" id="{67A0E9D1-D84A-45EA-B930-141130612030}"/>
                  </a:ext>
                </a:extLst>
              </p:cNvPr>
              <p:cNvSpPr/>
              <p:nvPr/>
            </p:nvSpPr>
            <p:spPr>
              <a:xfrm rot="16200000">
                <a:off x="4274302" y="2250604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sp>
            <p:nvSpPr>
              <p:cNvPr id="431" name="等腰三角形 430">
                <a:extLst>
                  <a:ext uri="{FF2B5EF4-FFF2-40B4-BE49-F238E27FC236}">
                    <a16:creationId xmlns:a16="http://schemas.microsoft.com/office/drawing/2014/main" id="{36D697FB-8A58-434F-ABBD-3F97846446EB}"/>
                  </a:ext>
                </a:extLst>
              </p:cNvPr>
              <p:cNvSpPr/>
              <p:nvPr/>
            </p:nvSpPr>
            <p:spPr>
              <a:xfrm rot="16200000">
                <a:off x="4376200" y="1986189"/>
                <a:ext cx="85267" cy="71413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150"/>
              </a:p>
            </p:txBody>
          </p:sp>
          <p:grpSp>
            <p:nvGrpSpPr>
              <p:cNvPr id="432" name="群組 431">
                <a:extLst>
                  <a:ext uri="{FF2B5EF4-FFF2-40B4-BE49-F238E27FC236}">
                    <a16:creationId xmlns:a16="http://schemas.microsoft.com/office/drawing/2014/main" id="{B1357F64-0B9E-40F3-BAD2-9BF5AACCDA58}"/>
                  </a:ext>
                </a:extLst>
              </p:cNvPr>
              <p:cNvGrpSpPr/>
              <p:nvPr/>
            </p:nvGrpSpPr>
            <p:grpSpPr>
              <a:xfrm>
                <a:off x="4057671" y="2031019"/>
                <a:ext cx="115586" cy="110880"/>
                <a:chOff x="1373392" y="2391862"/>
                <a:chExt cx="479433" cy="476535"/>
              </a:xfrm>
            </p:grpSpPr>
            <p:sp>
              <p:nvSpPr>
                <p:cNvPr id="435" name="箭號: 向右 434">
                  <a:extLst>
                    <a:ext uri="{FF2B5EF4-FFF2-40B4-BE49-F238E27FC236}">
                      <a16:creationId xmlns:a16="http://schemas.microsoft.com/office/drawing/2014/main" id="{2534535D-58CF-47E7-B858-7C6CECAEB3F3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5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36" name="箭號: 向右 435">
                  <a:extLst>
                    <a:ext uri="{FF2B5EF4-FFF2-40B4-BE49-F238E27FC236}">
                      <a16:creationId xmlns:a16="http://schemas.microsoft.com/office/drawing/2014/main" id="{5E15C0E5-1E70-47D0-8F34-2373843F85DF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50" dirty="0">
                    <a:solidFill>
                      <a:schemeClr val="bg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3" name="文字方塊 432">
                    <a:extLst>
                      <a:ext uri="{FF2B5EF4-FFF2-40B4-BE49-F238E27FC236}">
                        <a16:creationId xmlns:a16="http://schemas.microsoft.com/office/drawing/2014/main" id="{7F648B6D-9770-4F7A-A488-9B163D15E77B}"/>
                      </a:ext>
                    </a:extLst>
                  </p:cNvPr>
                  <p:cNvSpPr txBox="1"/>
                  <p:nvPr/>
                </p:nvSpPr>
                <p:spPr>
                  <a:xfrm>
                    <a:off x="3802269" y="1555481"/>
                    <a:ext cx="411859" cy="45243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15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15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15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15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33" name="文字方塊 432">
                    <a:extLst>
                      <a:ext uri="{FF2B5EF4-FFF2-40B4-BE49-F238E27FC236}">
                        <a16:creationId xmlns:a16="http://schemas.microsoft.com/office/drawing/2014/main" id="{7F648B6D-9770-4F7A-A488-9B163D15E77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02269" y="1555481"/>
                    <a:ext cx="411859" cy="452437"/>
                  </a:xfrm>
                  <a:prstGeom prst="rect">
                    <a:avLst/>
                  </a:prstGeom>
                  <a:blipFill>
                    <a:blip r:embed="rId53"/>
                    <a:stretch>
                      <a:fillRect r="-9524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4" name="文字方塊 433">
                    <a:extLst>
                      <a:ext uri="{FF2B5EF4-FFF2-40B4-BE49-F238E27FC236}">
                        <a16:creationId xmlns:a16="http://schemas.microsoft.com/office/drawing/2014/main" id="{A346F690-4CBA-4E81-90CC-89F70A2BDEC7}"/>
                      </a:ext>
                    </a:extLst>
                  </p:cNvPr>
                  <p:cNvSpPr txBox="1"/>
                  <p:nvPr/>
                </p:nvSpPr>
                <p:spPr>
                  <a:xfrm>
                    <a:off x="4088416" y="1839893"/>
                    <a:ext cx="521831" cy="43020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15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15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15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15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34" name="文字方塊 433">
                    <a:extLst>
                      <a:ext uri="{FF2B5EF4-FFF2-40B4-BE49-F238E27FC236}">
                        <a16:creationId xmlns:a16="http://schemas.microsoft.com/office/drawing/2014/main" id="{A346F690-4CBA-4E81-90CC-89F70A2BDEC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88416" y="1839893"/>
                    <a:ext cx="521831" cy="430208"/>
                  </a:xfrm>
                  <a:prstGeom prst="rect">
                    <a:avLst/>
                  </a:prstGeom>
                  <a:blipFill>
                    <a:blip r:embed="rId5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37" name="直線接點 436">
              <a:extLst>
                <a:ext uri="{FF2B5EF4-FFF2-40B4-BE49-F238E27FC236}">
                  <a16:creationId xmlns:a16="http://schemas.microsoft.com/office/drawing/2014/main" id="{0A4C717E-A85B-4423-B11B-5D94E96DBE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58927" y="3321493"/>
              <a:ext cx="252473" cy="244255"/>
            </a:xfrm>
            <a:prstGeom prst="line">
              <a:avLst/>
            </a:prstGeom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8" name="文字方塊 437">
                  <a:extLst>
                    <a:ext uri="{FF2B5EF4-FFF2-40B4-BE49-F238E27FC236}">
                      <a16:creationId xmlns:a16="http://schemas.microsoft.com/office/drawing/2014/main" id="{3CDA26D8-B7DA-41EC-BA8F-6A0170D8383C}"/>
                    </a:ext>
                  </a:extLst>
                </p:cNvPr>
                <p:cNvSpPr txBox="1"/>
                <p:nvPr/>
              </p:nvSpPr>
              <p:spPr>
                <a:xfrm>
                  <a:off x="1268580" y="2872307"/>
                  <a:ext cx="71555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1, 0</m:t>
                            </m:r>
                          </m:e>
                        </m:d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 xmlns="">
            <p:sp>
              <p:nvSpPr>
                <p:cNvPr id="438" name="文字方塊 437">
                  <a:extLst>
                    <a:ext uri="{FF2B5EF4-FFF2-40B4-BE49-F238E27FC236}">
                      <a16:creationId xmlns:a16="http://schemas.microsoft.com/office/drawing/2014/main" id="{3CDA26D8-B7DA-41EC-BA8F-6A0170D838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8580" y="2872307"/>
                  <a:ext cx="715550" cy="307777"/>
                </a:xfrm>
                <a:prstGeom prst="rect">
                  <a:avLst/>
                </a:prstGeom>
                <a:blipFill>
                  <a:blip r:embed="rId55"/>
                  <a:stretch>
                    <a:fillRect t="-104000" r="-40171" b="-162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9" name="文字方塊 438">
                  <a:extLst>
                    <a:ext uri="{FF2B5EF4-FFF2-40B4-BE49-F238E27FC236}">
                      <a16:creationId xmlns:a16="http://schemas.microsoft.com/office/drawing/2014/main" id="{EC91920C-C3E1-4B6A-99A8-BF209B8575F1}"/>
                    </a:ext>
                  </a:extLst>
                </p:cNvPr>
                <p:cNvSpPr txBox="1"/>
                <p:nvPr/>
              </p:nvSpPr>
              <p:spPr>
                <a:xfrm>
                  <a:off x="1219878" y="4008937"/>
                  <a:ext cx="81295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−1, 0</m:t>
                            </m:r>
                          </m:e>
                        </m:d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 xmlns="">
            <p:sp>
              <p:nvSpPr>
                <p:cNvPr id="439" name="文字方塊 438">
                  <a:extLst>
                    <a:ext uri="{FF2B5EF4-FFF2-40B4-BE49-F238E27FC236}">
                      <a16:creationId xmlns:a16="http://schemas.microsoft.com/office/drawing/2014/main" id="{EC91920C-C3E1-4B6A-99A8-BF209B8575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9878" y="4008937"/>
                  <a:ext cx="812954" cy="307777"/>
                </a:xfrm>
                <a:prstGeom prst="rect">
                  <a:avLst/>
                </a:prstGeom>
                <a:blipFill>
                  <a:blip r:embed="rId56"/>
                  <a:stretch>
                    <a:fillRect t="-101961" r="-37594" b="-15686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40" name="圖片 439">
              <a:extLst>
                <a:ext uri="{FF2B5EF4-FFF2-40B4-BE49-F238E27FC236}">
                  <a16:creationId xmlns:a16="http://schemas.microsoft.com/office/drawing/2014/main" id="{0E96F9C3-E174-463F-B25F-1687281FEF32}"/>
                </a:ext>
              </a:extLst>
            </p:cNvPr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723899" y="256174"/>
              <a:ext cx="847725" cy="361009"/>
            </a:xfrm>
            <a:prstGeom prst="rect">
              <a:avLst/>
            </a:prstGeom>
          </p:spPr>
        </p:pic>
        <p:pic>
          <p:nvPicPr>
            <p:cNvPr id="441" name="圖片 440">
              <a:extLst>
                <a:ext uri="{FF2B5EF4-FFF2-40B4-BE49-F238E27FC236}">
                  <a16:creationId xmlns:a16="http://schemas.microsoft.com/office/drawing/2014/main" id="{4DE09DC9-A25E-4A7F-B9EC-D5314F1764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3995522" y="226368"/>
              <a:ext cx="933166" cy="388531"/>
            </a:xfrm>
            <a:prstGeom prst="rect">
              <a:avLst/>
            </a:prstGeom>
          </p:spPr>
        </p:pic>
        <p:pic>
          <p:nvPicPr>
            <p:cNvPr id="442" name="圖片 441">
              <a:extLst>
                <a:ext uri="{FF2B5EF4-FFF2-40B4-BE49-F238E27FC236}">
                  <a16:creationId xmlns:a16="http://schemas.microsoft.com/office/drawing/2014/main" id="{ABA830F9-76D8-41B7-81D5-8BAE427B49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7289301" y="229646"/>
              <a:ext cx="963886" cy="3647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98019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矩形: 圓角 349">
            <a:extLst>
              <a:ext uri="{FF2B5EF4-FFF2-40B4-BE49-F238E27FC236}">
                <a16:creationId xmlns:a16="http://schemas.microsoft.com/office/drawing/2014/main" id="{8448B8E5-4BF4-4A28-8890-DD4BE33F2D81}"/>
              </a:ext>
            </a:extLst>
          </p:cNvPr>
          <p:cNvSpPr/>
          <p:nvPr/>
        </p:nvSpPr>
        <p:spPr>
          <a:xfrm>
            <a:off x="6592100" y="8303"/>
            <a:ext cx="3294000" cy="5708304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351" name="圖片 350">
            <a:extLst>
              <a:ext uri="{FF2B5EF4-FFF2-40B4-BE49-F238E27FC236}">
                <a16:creationId xmlns:a16="http://schemas.microsoft.com/office/drawing/2014/main" id="{B4F801A1-EDA3-4F58-8AB1-88610B7E2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6486" y="1509922"/>
            <a:ext cx="720000" cy="720000"/>
          </a:xfrm>
          <a:prstGeom prst="rect">
            <a:avLst/>
          </a:prstGeom>
        </p:spPr>
      </p:pic>
      <p:pic>
        <p:nvPicPr>
          <p:cNvPr id="448" name="圖片 447">
            <a:extLst>
              <a:ext uri="{FF2B5EF4-FFF2-40B4-BE49-F238E27FC236}">
                <a16:creationId xmlns:a16="http://schemas.microsoft.com/office/drawing/2014/main" id="{816E8C08-6B08-4831-930B-CDBA224C8A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6617" y="1511515"/>
            <a:ext cx="720000" cy="716814"/>
          </a:xfrm>
          <a:prstGeom prst="rect">
            <a:avLst/>
          </a:prstGeom>
        </p:spPr>
      </p:pic>
      <p:pic>
        <p:nvPicPr>
          <p:cNvPr id="449" name="圖片 448">
            <a:extLst>
              <a:ext uri="{FF2B5EF4-FFF2-40B4-BE49-F238E27FC236}">
                <a16:creationId xmlns:a16="http://schemas.microsoft.com/office/drawing/2014/main" id="{87ADA95A-E4A9-441A-A91D-00D8B79214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6617" y="3391033"/>
            <a:ext cx="720000" cy="721597"/>
          </a:xfrm>
          <a:prstGeom prst="rect">
            <a:avLst/>
          </a:prstGeom>
        </p:spPr>
      </p:pic>
      <p:pic>
        <p:nvPicPr>
          <p:cNvPr id="450" name="圖片 449">
            <a:extLst>
              <a:ext uri="{FF2B5EF4-FFF2-40B4-BE49-F238E27FC236}">
                <a16:creationId xmlns:a16="http://schemas.microsoft.com/office/drawing/2014/main" id="{DB827194-44B2-4797-8BCC-67CD58E29A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6486" y="3389426"/>
            <a:ext cx="720000" cy="724811"/>
          </a:xfrm>
          <a:prstGeom prst="rect">
            <a:avLst/>
          </a:prstGeom>
        </p:spPr>
      </p:pic>
      <p:pic>
        <p:nvPicPr>
          <p:cNvPr id="451" name="圖片 450">
            <a:extLst>
              <a:ext uri="{FF2B5EF4-FFF2-40B4-BE49-F238E27FC236}">
                <a16:creationId xmlns:a16="http://schemas.microsoft.com/office/drawing/2014/main" id="{F3CBB32C-B243-43C9-8C02-6CCD49777E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7272" y="861057"/>
            <a:ext cx="720000" cy="721593"/>
          </a:xfrm>
          <a:prstGeom prst="rect">
            <a:avLst/>
          </a:prstGeom>
        </p:spPr>
      </p:pic>
      <p:pic>
        <p:nvPicPr>
          <p:cNvPr id="452" name="圖片 451">
            <a:extLst>
              <a:ext uri="{FF2B5EF4-FFF2-40B4-BE49-F238E27FC236}">
                <a16:creationId xmlns:a16="http://schemas.microsoft.com/office/drawing/2014/main" id="{4247846E-B178-4CE7-A999-4B09619895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7272" y="4101084"/>
            <a:ext cx="720000" cy="721596"/>
          </a:xfrm>
          <a:prstGeom prst="rect">
            <a:avLst/>
          </a:prstGeom>
        </p:spPr>
      </p:pic>
      <p:sp>
        <p:nvSpPr>
          <p:cNvPr id="453" name="矩形: 圓角 452">
            <a:extLst>
              <a:ext uri="{FF2B5EF4-FFF2-40B4-BE49-F238E27FC236}">
                <a16:creationId xmlns:a16="http://schemas.microsoft.com/office/drawing/2014/main" id="{AF796E9D-26E5-4D66-970B-3A43D71D5737}"/>
              </a:ext>
            </a:extLst>
          </p:cNvPr>
          <p:cNvSpPr/>
          <p:nvPr/>
        </p:nvSpPr>
        <p:spPr>
          <a:xfrm>
            <a:off x="-1467" y="8303"/>
            <a:ext cx="3294000" cy="5708304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527" name="圖片 526">
            <a:extLst>
              <a:ext uri="{FF2B5EF4-FFF2-40B4-BE49-F238E27FC236}">
                <a16:creationId xmlns:a16="http://schemas.microsoft.com/office/drawing/2014/main" id="{7920FEA7-E123-4754-9F2B-39475E89E2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4856" y="4101086"/>
            <a:ext cx="720000" cy="721593"/>
          </a:xfrm>
          <a:prstGeom prst="rect">
            <a:avLst/>
          </a:prstGeom>
        </p:spPr>
      </p:pic>
      <p:pic>
        <p:nvPicPr>
          <p:cNvPr id="528" name="圖片 527">
            <a:extLst>
              <a:ext uri="{FF2B5EF4-FFF2-40B4-BE49-F238E27FC236}">
                <a16:creationId xmlns:a16="http://schemas.microsoft.com/office/drawing/2014/main" id="{D77AFE56-FA0A-4849-8C67-4B4229205ED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4856" y="860253"/>
            <a:ext cx="720000" cy="723200"/>
          </a:xfrm>
          <a:prstGeom prst="rect">
            <a:avLst/>
          </a:prstGeom>
        </p:spPr>
      </p:pic>
      <p:pic>
        <p:nvPicPr>
          <p:cNvPr id="529" name="圖片 528">
            <a:extLst>
              <a:ext uri="{FF2B5EF4-FFF2-40B4-BE49-F238E27FC236}">
                <a16:creationId xmlns:a16="http://schemas.microsoft.com/office/drawing/2014/main" id="{CBCEBD33-D47A-440A-9BC9-85F12F9AA4D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8715" y="1510719"/>
            <a:ext cx="720000" cy="718407"/>
          </a:xfrm>
          <a:prstGeom prst="rect">
            <a:avLst/>
          </a:prstGeom>
        </p:spPr>
      </p:pic>
      <p:pic>
        <p:nvPicPr>
          <p:cNvPr id="531" name="圖片 530">
            <a:extLst>
              <a:ext uri="{FF2B5EF4-FFF2-40B4-BE49-F238E27FC236}">
                <a16:creationId xmlns:a16="http://schemas.microsoft.com/office/drawing/2014/main" id="{6271586E-D79A-434E-9498-8C1E3D8D586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8715" y="3391033"/>
            <a:ext cx="720000" cy="721596"/>
          </a:xfrm>
          <a:prstGeom prst="rect">
            <a:avLst/>
          </a:prstGeom>
        </p:spPr>
      </p:pic>
      <p:pic>
        <p:nvPicPr>
          <p:cNvPr id="532" name="圖片 531">
            <a:extLst>
              <a:ext uri="{FF2B5EF4-FFF2-40B4-BE49-F238E27FC236}">
                <a16:creationId xmlns:a16="http://schemas.microsoft.com/office/drawing/2014/main" id="{6CF22453-0DB7-4BC8-8D9F-FDF46B0A5A2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72920" y="3392628"/>
            <a:ext cx="720000" cy="718407"/>
          </a:xfrm>
          <a:prstGeom prst="rect">
            <a:avLst/>
          </a:prstGeom>
        </p:spPr>
      </p:pic>
      <p:pic>
        <p:nvPicPr>
          <p:cNvPr id="533" name="圖片 532">
            <a:extLst>
              <a:ext uri="{FF2B5EF4-FFF2-40B4-BE49-F238E27FC236}">
                <a16:creationId xmlns:a16="http://schemas.microsoft.com/office/drawing/2014/main" id="{961368D1-B690-407A-ACE5-B542A754025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72920" y="1509122"/>
            <a:ext cx="720000" cy="721600"/>
          </a:xfrm>
          <a:prstGeom prst="rect">
            <a:avLst/>
          </a:prstGeom>
        </p:spPr>
      </p:pic>
      <p:sp>
        <p:nvSpPr>
          <p:cNvPr id="534" name="矩形: 圓角 533">
            <a:extLst>
              <a:ext uri="{FF2B5EF4-FFF2-40B4-BE49-F238E27FC236}">
                <a16:creationId xmlns:a16="http://schemas.microsoft.com/office/drawing/2014/main" id="{8EC46454-5FE0-420F-AE13-CA1B07F2E594}"/>
              </a:ext>
            </a:extLst>
          </p:cNvPr>
          <p:cNvSpPr/>
          <p:nvPr/>
        </p:nvSpPr>
        <p:spPr>
          <a:xfrm>
            <a:off x="3289647" y="8303"/>
            <a:ext cx="3294000" cy="5708304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535" name="圖片 534">
            <a:extLst>
              <a:ext uri="{FF2B5EF4-FFF2-40B4-BE49-F238E27FC236}">
                <a16:creationId xmlns:a16="http://schemas.microsoft.com/office/drawing/2014/main" id="{8B534E04-8474-48AE-967A-AC542E926F4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02370" y="3390224"/>
            <a:ext cx="720000" cy="723214"/>
          </a:xfrm>
          <a:prstGeom prst="rect">
            <a:avLst/>
          </a:prstGeom>
        </p:spPr>
      </p:pic>
      <p:pic>
        <p:nvPicPr>
          <p:cNvPr id="536" name="圖片 535">
            <a:extLst>
              <a:ext uri="{FF2B5EF4-FFF2-40B4-BE49-F238E27FC236}">
                <a16:creationId xmlns:a16="http://schemas.microsoft.com/office/drawing/2014/main" id="{6C8F466A-B5BC-4BB8-A454-ECCBA8F1C0F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40027" y="3393417"/>
            <a:ext cx="720000" cy="716828"/>
          </a:xfrm>
          <a:prstGeom prst="rect">
            <a:avLst/>
          </a:prstGeom>
        </p:spPr>
      </p:pic>
      <p:pic>
        <p:nvPicPr>
          <p:cNvPr id="537" name="圖片 536">
            <a:extLst>
              <a:ext uri="{FF2B5EF4-FFF2-40B4-BE49-F238E27FC236}">
                <a16:creationId xmlns:a16="http://schemas.microsoft.com/office/drawing/2014/main" id="{FA2CA6CE-ED1A-4BCA-A308-759D73F482D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640027" y="1509922"/>
            <a:ext cx="720000" cy="720000"/>
          </a:xfrm>
          <a:prstGeom prst="rect">
            <a:avLst/>
          </a:prstGeom>
        </p:spPr>
      </p:pic>
      <p:pic>
        <p:nvPicPr>
          <p:cNvPr id="538" name="圖片 537">
            <a:extLst>
              <a:ext uri="{FF2B5EF4-FFF2-40B4-BE49-F238E27FC236}">
                <a16:creationId xmlns:a16="http://schemas.microsoft.com/office/drawing/2014/main" id="{901E343D-FFEF-4F31-98AC-EFE23945690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402370" y="1509922"/>
            <a:ext cx="720000" cy="720000"/>
          </a:xfrm>
          <a:prstGeom prst="rect">
            <a:avLst/>
          </a:prstGeom>
        </p:spPr>
      </p:pic>
      <p:pic>
        <p:nvPicPr>
          <p:cNvPr id="539" name="圖片 538">
            <a:extLst>
              <a:ext uri="{FF2B5EF4-FFF2-40B4-BE49-F238E27FC236}">
                <a16:creationId xmlns:a16="http://schemas.microsoft.com/office/drawing/2014/main" id="{933FBFC6-4EAC-436E-82D5-592E69C5A5B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41655" y="862648"/>
            <a:ext cx="720000" cy="718411"/>
          </a:xfrm>
          <a:prstGeom prst="rect">
            <a:avLst/>
          </a:prstGeom>
        </p:spPr>
      </p:pic>
      <p:pic>
        <p:nvPicPr>
          <p:cNvPr id="540" name="圖片 539">
            <a:extLst>
              <a:ext uri="{FF2B5EF4-FFF2-40B4-BE49-F238E27FC236}">
                <a16:creationId xmlns:a16="http://schemas.microsoft.com/office/drawing/2014/main" id="{CF2F49BC-BAEB-43EA-86FF-526C1B39F3B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41655" y="4101086"/>
            <a:ext cx="720000" cy="721593"/>
          </a:xfrm>
          <a:prstGeom prst="rect">
            <a:avLst/>
          </a:prstGeom>
        </p:spPr>
      </p:pic>
      <p:grpSp>
        <p:nvGrpSpPr>
          <p:cNvPr id="541" name="群組 540">
            <a:extLst>
              <a:ext uri="{FF2B5EF4-FFF2-40B4-BE49-F238E27FC236}">
                <a16:creationId xmlns:a16="http://schemas.microsoft.com/office/drawing/2014/main" id="{5C746159-0554-4549-9C6B-6C91DD0034BD}"/>
              </a:ext>
            </a:extLst>
          </p:cNvPr>
          <p:cNvGrpSpPr/>
          <p:nvPr/>
        </p:nvGrpSpPr>
        <p:grpSpPr>
          <a:xfrm>
            <a:off x="1486414" y="895123"/>
            <a:ext cx="398236" cy="439953"/>
            <a:chOff x="7963356" y="-570952"/>
            <a:chExt cx="398236" cy="439953"/>
          </a:xfrm>
        </p:grpSpPr>
        <p:grpSp>
          <p:nvGrpSpPr>
            <p:cNvPr id="542" name="群組 541">
              <a:extLst>
                <a:ext uri="{FF2B5EF4-FFF2-40B4-BE49-F238E27FC236}">
                  <a16:creationId xmlns:a16="http://schemas.microsoft.com/office/drawing/2014/main" id="{88DCF057-9A22-4E70-A71D-05865B7CC263}"/>
                </a:ext>
              </a:extLst>
            </p:cNvPr>
            <p:cNvGrpSpPr/>
            <p:nvPr/>
          </p:nvGrpSpPr>
          <p:grpSpPr>
            <a:xfrm>
              <a:off x="8100260" y="-309536"/>
              <a:ext cx="76622" cy="73502"/>
              <a:chOff x="1373392" y="2391862"/>
              <a:chExt cx="479433" cy="476535"/>
            </a:xfrm>
          </p:grpSpPr>
          <p:sp>
            <p:nvSpPr>
              <p:cNvPr id="547" name="箭號: 向右 546">
                <a:extLst>
                  <a:ext uri="{FF2B5EF4-FFF2-40B4-BE49-F238E27FC236}">
                    <a16:creationId xmlns:a16="http://schemas.microsoft.com/office/drawing/2014/main" id="{C015BAF9-41ED-40A3-845A-7ECE87E85A13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548" name="箭號: 向右 547">
                <a:extLst>
                  <a:ext uri="{FF2B5EF4-FFF2-40B4-BE49-F238E27FC236}">
                    <a16:creationId xmlns:a16="http://schemas.microsoft.com/office/drawing/2014/main" id="{A109C38A-2194-4235-B296-37DBB5F8D834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3" name="文字方塊 542">
                  <a:extLst>
                    <a:ext uri="{FF2B5EF4-FFF2-40B4-BE49-F238E27FC236}">
                      <a16:creationId xmlns:a16="http://schemas.microsoft.com/office/drawing/2014/main" id="{A4F748E2-3E47-499F-99E1-6943C855B13A}"/>
                    </a:ext>
                  </a:extLst>
                </p:cNvPr>
                <p:cNvSpPr txBox="1"/>
                <p:nvPr/>
              </p:nvSpPr>
              <p:spPr>
                <a:xfrm>
                  <a:off x="7963356" y="-570952"/>
                  <a:ext cx="290616" cy="2916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456" name="文字方塊 455">
                  <a:extLst>
                    <a:ext uri="{FF2B5EF4-FFF2-40B4-BE49-F238E27FC236}">
                      <a16:creationId xmlns:a16="http://schemas.microsoft.com/office/drawing/2014/main" id="{319A5377-32D5-464B-B1AA-2D677062A5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3356" y="-570952"/>
                  <a:ext cx="290616" cy="291618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4" name="文字方塊 543">
                  <a:extLst>
                    <a:ext uri="{FF2B5EF4-FFF2-40B4-BE49-F238E27FC236}">
                      <a16:creationId xmlns:a16="http://schemas.microsoft.com/office/drawing/2014/main" id="{DC7F1D4D-8935-4F87-BE9D-2D49499C6B11}"/>
                    </a:ext>
                  </a:extLst>
                </p:cNvPr>
                <p:cNvSpPr txBox="1"/>
                <p:nvPr/>
              </p:nvSpPr>
              <p:spPr>
                <a:xfrm>
                  <a:off x="8104102" y="-407998"/>
                  <a:ext cx="25749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457" name="文字方塊 456">
                  <a:extLst>
                    <a:ext uri="{FF2B5EF4-FFF2-40B4-BE49-F238E27FC236}">
                      <a16:creationId xmlns:a16="http://schemas.microsoft.com/office/drawing/2014/main" id="{6EB068FD-BDD9-4797-95C9-1A688D153E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4102" y="-407998"/>
                  <a:ext cx="257490" cy="276999"/>
                </a:xfrm>
                <a:prstGeom prst="rect">
                  <a:avLst/>
                </a:prstGeom>
                <a:blipFill>
                  <a:blip r:embed="rId21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49" name="文字方塊 548">
                <a:extLst>
                  <a:ext uri="{FF2B5EF4-FFF2-40B4-BE49-F238E27FC236}">
                    <a16:creationId xmlns:a16="http://schemas.microsoft.com/office/drawing/2014/main" id="{62DE7AAB-BCD5-44F7-938C-26FA29C28E52}"/>
                  </a:ext>
                </a:extLst>
              </p:cNvPr>
              <p:cNvSpPr txBox="1"/>
              <p:nvPr/>
            </p:nvSpPr>
            <p:spPr>
              <a:xfrm>
                <a:off x="798058" y="591731"/>
                <a:ext cx="167359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549" name="文字方塊 548">
                <a:extLst>
                  <a:ext uri="{FF2B5EF4-FFF2-40B4-BE49-F238E27FC236}">
                    <a16:creationId xmlns:a16="http://schemas.microsoft.com/office/drawing/2014/main" id="{62DE7AAB-BCD5-44F7-938C-26FA29C28E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058" y="591731"/>
                <a:ext cx="1673596" cy="276999"/>
              </a:xfrm>
              <a:prstGeom prst="rect">
                <a:avLst/>
              </a:prstGeom>
              <a:blipFill>
                <a:blip r:embed="rId22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0" name="文字方塊 549">
                <a:extLst>
                  <a:ext uri="{FF2B5EF4-FFF2-40B4-BE49-F238E27FC236}">
                    <a16:creationId xmlns:a16="http://schemas.microsoft.com/office/drawing/2014/main" id="{AA5A9DC1-CC7D-468E-9DCE-5642B00DD6D4}"/>
                  </a:ext>
                </a:extLst>
              </p:cNvPr>
              <p:cNvSpPr txBox="1"/>
              <p:nvPr/>
            </p:nvSpPr>
            <p:spPr>
              <a:xfrm>
                <a:off x="107186" y="3158810"/>
                <a:ext cx="8430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550" name="文字方塊 549">
                <a:extLst>
                  <a:ext uri="{FF2B5EF4-FFF2-40B4-BE49-F238E27FC236}">
                    <a16:creationId xmlns:a16="http://schemas.microsoft.com/office/drawing/2014/main" id="{AA5A9DC1-CC7D-468E-9DCE-5642B00DD6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86" y="3158810"/>
                <a:ext cx="843058" cy="276999"/>
              </a:xfrm>
              <a:prstGeom prst="rect">
                <a:avLst/>
              </a:prstGeom>
              <a:blipFill>
                <a:blip r:embed="rId23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1" name="文字方塊 590">
                <a:extLst>
                  <a:ext uri="{FF2B5EF4-FFF2-40B4-BE49-F238E27FC236}">
                    <a16:creationId xmlns:a16="http://schemas.microsoft.com/office/drawing/2014/main" id="{61991380-E695-4E32-87A6-DCE41311E6D3}"/>
                  </a:ext>
                </a:extLst>
              </p:cNvPr>
              <p:cNvSpPr txBox="1"/>
              <p:nvPr/>
            </p:nvSpPr>
            <p:spPr>
              <a:xfrm>
                <a:off x="2157827" y="1280112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591" name="文字方塊 590">
                <a:extLst>
                  <a:ext uri="{FF2B5EF4-FFF2-40B4-BE49-F238E27FC236}">
                    <a16:creationId xmlns:a16="http://schemas.microsoft.com/office/drawing/2014/main" id="{61991380-E695-4E32-87A6-DCE41311E6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7827" y="1280112"/>
                <a:ext cx="1150186" cy="276999"/>
              </a:xfrm>
              <a:prstGeom prst="rect">
                <a:avLst/>
              </a:prstGeom>
              <a:blipFill>
                <a:blip r:embed="rId24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2" name="文字方塊 591">
                <a:extLst>
                  <a:ext uri="{FF2B5EF4-FFF2-40B4-BE49-F238E27FC236}">
                    <a16:creationId xmlns:a16="http://schemas.microsoft.com/office/drawing/2014/main" id="{4E1C1A91-6D83-415D-87CA-7EDE05D3CA93}"/>
                  </a:ext>
                </a:extLst>
              </p:cNvPr>
              <p:cNvSpPr txBox="1"/>
              <p:nvPr/>
            </p:nvSpPr>
            <p:spPr>
              <a:xfrm>
                <a:off x="1071490" y="3875548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592" name="文字方塊 591">
                <a:extLst>
                  <a:ext uri="{FF2B5EF4-FFF2-40B4-BE49-F238E27FC236}">
                    <a16:creationId xmlns:a16="http://schemas.microsoft.com/office/drawing/2014/main" id="{4E1C1A91-6D83-415D-87CA-7EDE05D3CA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490" y="3875548"/>
                <a:ext cx="1150186" cy="276999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93" name="圖片 592">
            <a:extLst>
              <a:ext uri="{FF2B5EF4-FFF2-40B4-BE49-F238E27FC236}">
                <a16:creationId xmlns:a16="http://schemas.microsoft.com/office/drawing/2014/main" id="{40658007-4DD8-4A33-8919-2924F95256FE}"/>
              </a:ext>
            </a:extLst>
          </p:cNvPr>
          <p:cNvPicPr>
            <a:picLocks noChangeAspect="1"/>
          </p:cNvPicPr>
          <p:nvPr/>
        </p:nvPicPr>
        <p:blipFill rotWithShape="1">
          <a:blip r:embed="rId2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81" t="8908" r="4868" b="70278"/>
          <a:stretch/>
        </p:blipFill>
        <p:spPr>
          <a:xfrm>
            <a:off x="1989730" y="843002"/>
            <a:ext cx="236737" cy="7549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94" name="文字方塊 593">
                <a:extLst>
                  <a:ext uri="{FF2B5EF4-FFF2-40B4-BE49-F238E27FC236}">
                    <a16:creationId xmlns:a16="http://schemas.microsoft.com/office/drawing/2014/main" id="{830E3056-2F9F-4770-BC7F-7307FB3BD5B6}"/>
                  </a:ext>
                </a:extLst>
              </p:cNvPr>
              <p:cNvSpPr txBox="1"/>
              <p:nvPr/>
            </p:nvSpPr>
            <p:spPr>
              <a:xfrm rot="5400000">
                <a:off x="1881992" y="1215177"/>
                <a:ext cx="3995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594" name="文字方塊 593">
                <a:extLst>
                  <a:ext uri="{FF2B5EF4-FFF2-40B4-BE49-F238E27FC236}">
                    <a16:creationId xmlns:a16="http://schemas.microsoft.com/office/drawing/2014/main" id="{830E3056-2F9F-4770-BC7F-7307FB3BD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1881992" y="1215177"/>
                <a:ext cx="399520" cy="307777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5" name="直線接點 594">
            <a:extLst>
              <a:ext uri="{FF2B5EF4-FFF2-40B4-BE49-F238E27FC236}">
                <a16:creationId xmlns:a16="http://schemas.microsoft.com/office/drawing/2014/main" id="{A18B21A3-7F1F-4445-9613-5000F74759A3}"/>
              </a:ext>
            </a:extLst>
          </p:cNvPr>
          <p:cNvCxnSpPr>
            <a:cxnSpLocks/>
          </p:cNvCxnSpPr>
          <p:nvPr/>
        </p:nvCxnSpPr>
        <p:spPr>
          <a:xfrm>
            <a:off x="781960" y="2989964"/>
            <a:ext cx="650875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6" name="直線接點 595">
            <a:extLst>
              <a:ext uri="{FF2B5EF4-FFF2-40B4-BE49-F238E27FC236}">
                <a16:creationId xmlns:a16="http://schemas.microsoft.com/office/drawing/2014/main" id="{D161C032-6842-4A2D-8EAD-38915B714D7F}"/>
              </a:ext>
            </a:extLst>
          </p:cNvPr>
          <p:cNvCxnSpPr>
            <a:cxnSpLocks/>
          </p:cNvCxnSpPr>
          <p:nvPr/>
        </p:nvCxnSpPr>
        <p:spPr>
          <a:xfrm>
            <a:off x="1879240" y="3318577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7" name="直線接點 596">
            <a:extLst>
              <a:ext uri="{FF2B5EF4-FFF2-40B4-BE49-F238E27FC236}">
                <a16:creationId xmlns:a16="http://schemas.microsoft.com/office/drawing/2014/main" id="{F7C148A1-59FA-48DC-9F8E-8245DCF1D231}"/>
              </a:ext>
            </a:extLst>
          </p:cNvPr>
          <p:cNvCxnSpPr>
            <a:cxnSpLocks/>
          </p:cNvCxnSpPr>
          <p:nvPr/>
        </p:nvCxnSpPr>
        <p:spPr>
          <a:xfrm flipV="1">
            <a:off x="887648" y="3203620"/>
            <a:ext cx="332143" cy="3213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8" name="文字方塊 597">
                <a:extLst>
                  <a:ext uri="{FF2B5EF4-FFF2-40B4-BE49-F238E27FC236}">
                    <a16:creationId xmlns:a16="http://schemas.microsoft.com/office/drawing/2014/main" id="{5DF1BCB7-5D01-4B69-BC32-446DAA3AA312}"/>
                  </a:ext>
                </a:extLst>
              </p:cNvPr>
              <p:cNvSpPr txBox="1"/>
              <p:nvPr/>
            </p:nvSpPr>
            <p:spPr>
              <a:xfrm>
                <a:off x="43970" y="1280112"/>
                <a:ext cx="9694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598" name="文字方塊 597">
                <a:extLst>
                  <a:ext uri="{FF2B5EF4-FFF2-40B4-BE49-F238E27FC236}">
                    <a16:creationId xmlns:a16="http://schemas.microsoft.com/office/drawing/2014/main" id="{5DF1BCB7-5D01-4B69-BC32-446DAA3AA3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70" y="1280112"/>
                <a:ext cx="969490" cy="276999"/>
              </a:xfrm>
              <a:prstGeom prst="rect">
                <a:avLst/>
              </a:prstGeom>
              <a:blipFill>
                <a:blip r:embed="rId28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9" name="文字方塊 598">
                <a:extLst>
                  <a:ext uri="{FF2B5EF4-FFF2-40B4-BE49-F238E27FC236}">
                    <a16:creationId xmlns:a16="http://schemas.microsoft.com/office/drawing/2014/main" id="{FF89C54A-63F5-4D36-A6A3-E788BCEFDEB4}"/>
                  </a:ext>
                </a:extLst>
              </p:cNvPr>
              <p:cNvSpPr txBox="1"/>
              <p:nvPr/>
            </p:nvSpPr>
            <p:spPr>
              <a:xfrm>
                <a:off x="2238820" y="3158810"/>
                <a:ext cx="988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599" name="文字方塊 598">
                <a:extLst>
                  <a:ext uri="{FF2B5EF4-FFF2-40B4-BE49-F238E27FC236}">
                    <a16:creationId xmlns:a16="http://schemas.microsoft.com/office/drawing/2014/main" id="{FF89C54A-63F5-4D36-A6A3-E788BCEFDE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820" y="3158810"/>
                <a:ext cx="988200" cy="276999"/>
              </a:xfrm>
              <a:prstGeom prst="rect">
                <a:avLst/>
              </a:prstGeom>
              <a:blipFill>
                <a:blip r:embed="rId29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00" name="圖片 599">
            <a:extLst>
              <a:ext uri="{FF2B5EF4-FFF2-40B4-BE49-F238E27FC236}">
                <a16:creationId xmlns:a16="http://schemas.microsoft.com/office/drawing/2014/main" id="{4C8D2E52-61C4-46BF-A27C-A3F4364CA5D0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211381" y="2700466"/>
            <a:ext cx="868304" cy="901700"/>
          </a:xfrm>
          <a:prstGeom prst="rect">
            <a:avLst/>
          </a:prstGeom>
        </p:spPr>
      </p:pic>
      <p:grpSp>
        <p:nvGrpSpPr>
          <p:cNvPr id="601" name="群組 600">
            <a:extLst>
              <a:ext uri="{FF2B5EF4-FFF2-40B4-BE49-F238E27FC236}">
                <a16:creationId xmlns:a16="http://schemas.microsoft.com/office/drawing/2014/main" id="{9C4CFDAD-2D31-4676-9ABB-ED8082CD1AC3}"/>
              </a:ext>
            </a:extLst>
          </p:cNvPr>
          <p:cNvGrpSpPr/>
          <p:nvPr/>
        </p:nvGrpSpPr>
        <p:grpSpPr>
          <a:xfrm>
            <a:off x="1274856" y="4844122"/>
            <a:ext cx="720000" cy="720000"/>
            <a:chOff x="801581" y="4966326"/>
            <a:chExt cx="1150186" cy="1150186"/>
          </a:xfrm>
        </p:grpSpPr>
        <p:sp>
          <p:nvSpPr>
            <p:cNvPr id="602" name="矩形: 圓角 601">
              <a:extLst>
                <a:ext uri="{FF2B5EF4-FFF2-40B4-BE49-F238E27FC236}">
                  <a16:creationId xmlns:a16="http://schemas.microsoft.com/office/drawing/2014/main" id="{EABD2CA2-6A32-49B5-8039-2A3135CE3536}"/>
                </a:ext>
              </a:extLst>
            </p:cNvPr>
            <p:cNvSpPr/>
            <p:nvPr/>
          </p:nvSpPr>
          <p:spPr>
            <a:xfrm>
              <a:off x="801581" y="4966326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603" name="橢圓 602">
              <a:extLst>
                <a:ext uri="{FF2B5EF4-FFF2-40B4-BE49-F238E27FC236}">
                  <a16:creationId xmlns:a16="http://schemas.microsoft.com/office/drawing/2014/main" id="{AAC6052D-45CC-4D6D-BCA0-40BBBB055F9D}"/>
                </a:ext>
              </a:extLst>
            </p:cNvPr>
            <p:cNvSpPr/>
            <p:nvPr/>
          </p:nvSpPr>
          <p:spPr>
            <a:xfrm>
              <a:off x="1269795" y="5070149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04" name="橢圓 603">
              <a:extLst>
                <a:ext uri="{FF2B5EF4-FFF2-40B4-BE49-F238E27FC236}">
                  <a16:creationId xmlns:a16="http://schemas.microsoft.com/office/drawing/2014/main" id="{C25C3098-6775-4330-8A0D-9172BF9FE597}"/>
                </a:ext>
              </a:extLst>
            </p:cNvPr>
            <p:cNvSpPr/>
            <p:nvPr/>
          </p:nvSpPr>
          <p:spPr>
            <a:xfrm>
              <a:off x="1269795" y="580560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05" name="橢圓 604">
              <a:extLst>
                <a:ext uri="{FF2B5EF4-FFF2-40B4-BE49-F238E27FC236}">
                  <a16:creationId xmlns:a16="http://schemas.microsoft.com/office/drawing/2014/main" id="{45B5485A-837F-46B3-B4A7-C546BC307BDF}"/>
                </a:ext>
              </a:extLst>
            </p:cNvPr>
            <p:cNvSpPr/>
            <p:nvPr/>
          </p:nvSpPr>
          <p:spPr>
            <a:xfrm>
              <a:off x="1633048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06" name="橢圓 605">
              <a:extLst>
                <a:ext uri="{FF2B5EF4-FFF2-40B4-BE49-F238E27FC236}">
                  <a16:creationId xmlns:a16="http://schemas.microsoft.com/office/drawing/2014/main" id="{65597A7C-2EF3-4549-92D9-CB14B5C48597}"/>
                </a:ext>
              </a:extLst>
            </p:cNvPr>
            <p:cNvSpPr/>
            <p:nvPr/>
          </p:nvSpPr>
          <p:spPr>
            <a:xfrm>
              <a:off x="895950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07" name="橢圓 606">
              <a:extLst>
                <a:ext uri="{FF2B5EF4-FFF2-40B4-BE49-F238E27FC236}">
                  <a16:creationId xmlns:a16="http://schemas.microsoft.com/office/drawing/2014/main" id="{54BD5516-58DF-420C-9E20-136DCC686DBC}"/>
                </a:ext>
              </a:extLst>
            </p:cNvPr>
            <p:cNvSpPr/>
            <p:nvPr/>
          </p:nvSpPr>
          <p:spPr>
            <a:xfrm>
              <a:off x="1006324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08" name="橢圓 607">
              <a:extLst>
                <a:ext uri="{FF2B5EF4-FFF2-40B4-BE49-F238E27FC236}">
                  <a16:creationId xmlns:a16="http://schemas.microsoft.com/office/drawing/2014/main" id="{F9D9FEC6-46A3-41B8-B88D-8B27087E3D4C}"/>
                </a:ext>
              </a:extLst>
            </p:cNvPr>
            <p:cNvSpPr/>
            <p:nvPr/>
          </p:nvSpPr>
          <p:spPr>
            <a:xfrm>
              <a:off x="1006324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09" name="橢圓 608">
              <a:extLst>
                <a:ext uri="{FF2B5EF4-FFF2-40B4-BE49-F238E27FC236}">
                  <a16:creationId xmlns:a16="http://schemas.microsoft.com/office/drawing/2014/main" id="{67891C87-BA1A-4470-A0A8-D80997ABA59C}"/>
                </a:ext>
              </a:extLst>
            </p:cNvPr>
            <p:cNvSpPr/>
            <p:nvPr/>
          </p:nvSpPr>
          <p:spPr>
            <a:xfrm>
              <a:off x="1531150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610" name="橢圓 609">
              <a:extLst>
                <a:ext uri="{FF2B5EF4-FFF2-40B4-BE49-F238E27FC236}">
                  <a16:creationId xmlns:a16="http://schemas.microsoft.com/office/drawing/2014/main" id="{8EF52A3E-524F-4691-9B90-87CCD6237DA1}"/>
                </a:ext>
              </a:extLst>
            </p:cNvPr>
            <p:cNvSpPr/>
            <p:nvPr/>
          </p:nvSpPr>
          <p:spPr>
            <a:xfrm>
              <a:off x="1531150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11" name="等腰三角形 610">
              <a:extLst>
                <a:ext uri="{FF2B5EF4-FFF2-40B4-BE49-F238E27FC236}">
                  <a16:creationId xmlns:a16="http://schemas.microsoft.com/office/drawing/2014/main" id="{E9FF14CD-D5AD-42E5-9034-3DF3CAA2AC79}"/>
                </a:ext>
              </a:extLst>
            </p:cNvPr>
            <p:cNvSpPr/>
            <p:nvPr/>
          </p:nvSpPr>
          <p:spPr>
            <a:xfrm rot="5400000" flipH="1">
              <a:off x="1342194" y="5038456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12" name="等腰三角形 611">
              <a:extLst>
                <a:ext uri="{FF2B5EF4-FFF2-40B4-BE49-F238E27FC236}">
                  <a16:creationId xmlns:a16="http://schemas.microsoft.com/office/drawing/2014/main" id="{4C0947BE-BD96-4C09-A716-FB865EB711A0}"/>
                </a:ext>
              </a:extLst>
            </p:cNvPr>
            <p:cNvSpPr/>
            <p:nvPr/>
          </p:nvSpPr>
          <p:spPr>
            <a:xfrm rot="5400000" flipH="1">
              <a:off x="1342194" y="577254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13" name="等腰三角形 612">
              <a:extLst>
                <a:ext uri="{FF2B5EF4-FFF2-40B4-BE49-F238E27FC236}">
                  <a16:creationId xmlns:a16="http://schemas.microsoft.com/office/drawing/2014/main" id="{2CDA545D-AEF5-49CA-AA00-7A79361ABAAE}"/>
                </a:ext>
              </a:extLst>
            </p:cNvPr>
            <p:cNvSpPr/>
            <p:nvPr/>
          </p:nvSpPr>
          <p:spPr>
            <a:xfrm rot="5400000" flipH="1">
              <a:off x="968349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14" name="等腰三角形 613">
              <a:extLst>
                <a:ext uri="{FF2B5EF4-FFF2-40B4-BE49-F238E27FC236}">
                  <a16:creationId xmlns:a16="http://schemas.microsoft.com/office/drawing/2014/main" id="{D4EEBCBF-5BEC-47FE-9F8E-554ED3937946}"/>
                </a:ext>
              </a:extLst>
            </p:cNvPr>
            <p:cNvSpPr/>
            <p:nvPr/>
          </p:nvSpPr>
          <p:spPr>
            <a:xfrm rot="5400000" flipH="1">
              <a:off x="1078723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15" name="等腰三角形 614">
              <a:extLst>
                <a:ext uri="{FF2B5EF4-FFF2-40B4-BE49-F238E27FC236}">
                  <a16:creationId xmlns:a16="http://schemas.microsoft.com/office/drawing/2014/main" id="{694159AA-073F-4502-8C15-8A35808E46BA}"/>
                </a:ext>
              </a:extLst>
            </p:cNvPr>
            <p:cNvSpPr/>
            <p:nvPr/>
          </p:nvSpPr>
          <p:spPr>
            <a:xfrm rot="5400000" flipH="1">
              <a:off x="1078723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16" name="等腰三角形 615">
              <a:extLst>
                <a:ext uri="{FF2B5EF4-FFF2-40B4-BE49-F238E27FC236}">
                  <a16:creationId xmlns:a16="http://schemas.microsoft.com/office/drawing/2014/main" id="{1566BD20-94E9-42EE-BCA2-F53E3CB20FE5}"/>
                </a:ext>
              </a:extLst>
            </p:cNvPr>
            <p:cNvSpPr/>
            <p:nvPr/>
          </p:nvSpPr>
          <p:spPr>
            <a:xfrm rot="5400000" flipH="1">
              <a:off x="1603549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17" name="等腰三角形 616">
              <a:extLst>
                <a:ext uri="{FF2B5EF4-FFF2-40B4-BE49-F238E27FC236}">
                  <a16:creationId xmlns:a16="http://schemas.microsoft.com/office/drawing/2014/main" id="{8C2409F5-5A53-41F3-8855-5178AB50F860}"/>
                </a:ext>
              </a:extLst>
            </p:cNvPr>
            <p:cNvSpPr/>
            <p:nvPr/>
          </p:nvSpPr>
          <p:spPr>
            <a:xfrm rot="5400000" flipH="1">
              <a:off x="1603549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18" name="等腰三角形 617">
              <a:extLst>
                <a:ext uri="{FF2B5EF4-FFF2-40B4-BE49-F238E27FC236}">
                  <a16:creationId xmlns:a16="http://schemas.microsoft.com/office/drawing/2014/main" id="{9D35255D-D5C8-4F69-B364-9D278EB5E59D}"/>
                </a:ext>
              </a:extLst>
            </p:cNvPr>
            <p:cNvSpPr/>
            <p:nvPr/>
          </p:nvSpPr>
          <p:spPr>
            <a:xfrm rot="5400000" flipH="1">
              <a:off x="1705447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19" name="文字方塊 618">
                <a:extLst>
                  <a:ext uri="{FF2B5EF4-FFF2-40B4-BE49-F238E27FC236}">
                    <a16:creationId xmlns:a16="http://schemas.microsoft.com/office/drawing/2014/main" id="{33725C3F-F079-422C-9757-84FEB62A6079}"/>
                  </a:ext>
                </a:extLst>
              </p:cNvPr>
              <p:cNvSpPr txBox="1"/>
              <p:nvPr/>
            </p:nvSpPr>
            <p:spPr>
              <a:xfrm>
                <a:off x="1337556" y="1333266"/>
                <a:ext cx="61212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/>
              </a:p>
            </p:txBody>
          </p:sp>
        </mc:Choice>
        <mc:Fallback xmlns="">
          <p:sp>
            <p:nvSpPr>
              <p:cNvPr id="619" name="文字方塊 618">
                <a:extLst>
                  <a:ext uri="{FF2B5EF4-FFF2-40B4-BE49-F238E27FC236}">
                    <a16:creationId xmlns:a16="http://schemas.microsoft.com/office/drawing/2014/main" id="{33725C3F-F079-422C-9757-84FEB62A60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7556" y="1333266"/>
                <a:ext cx="612129" cy="276999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20" name="群組 619">
            <a:extLst>
              <a:ext uri="{FF2B5EF4-FFF2-40B4-BE49-F238E27FC236}">
                <a16:creationId xmlns:a16="http://schemas.microsoft.com/office/drawing/2014/main" id="{63B65894-E39B-4543-9285-81EE576BE40D}"/>
              </a:ext>
            </a:extLst>
          </p:cNvPr>
          <p:cNvGrpSpPr/>
          <p:nvPr/>
        </p:nvGrpSpPr>
        <p:grpSpPr>
          <a:xfrm>
            <a:off x="1274856" y="1600936"/>
            <a:ext cx="720000" cy="720000"/>
            <a:chOff x="3481679" y="1553308"/>
            <a:chExt cx="1150186" cy="1150186"/>
          </a:xfrm>
        </p:grpSpPr>
        <p:sp>
          <p:nvSpPr>
            <p:cNvPr id="621" name="矩形: 圓角 620">
              <a:extLst>
                <a:ext uri="{FF2B5EF4-FFF2-40B4-BE49-F238E27FC236}">
                  <a16:creationId xmlns:a16="http://schemas.microsoft.com/office/drawing/2014/main" id="{E758BCB7-1E16-448A-87F9-4296A0A387D6}"/>
                </a:ext>
              </a:extLst>
            </p:cNvPr>
            <p:cNvSpPr/>
            <p:nvPr/>
          </p:nvSpPr>
          <p:spPr>
            <a:xfrm>
              <a:off x="3481679" y="1553308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 dirty="0"/>
            </a:p>
          </p:txBody>
        </p:sp>
        <p:sp>
          <p:nvSpPr>
            <p:cNvPr id="622" name="橢圓 621">
              <a:extLst>
                <a:ext uri="{FF2B5EF4-FFF2-40B4-BE49-F238E27FC236}">
                  <a16:creationId xmlns:a16="http://schemas.microsoft.com/office/drawing/2014/main" id="{52AFE9BE-1167-4AA8-BC97-F41FE488B02D}"/>
                </a:ext>
              </a:extLst>
            </p:cNvPr>
            <p:cNvSpPr/>
            <p:nvPr/>
          </p:nvSpPr>
          <p:spPr>
            <a:xfrm>
              <a:off x="3940548" y="164255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623" name="橢圓 622">
              <a:extLst>
                <a:ext uri="{FF2B5EF4-FFF2-40B4-BE49-F238E27FC236}">
                  <a16:creationId xmlns:a16="http://schemas.microsoft.com/office/drawing/2014/main" id="{AE331C10-C653-4819-8FEC-022BE745A364}"/>
                </a:ext>
              </a:extLst>
            </p:cNvPr>
            <p:cNvSpPr/>
            <p:nvPr/>
          </p:nvSpPr>
          <p:spPr>
            <a:xfrm>
              <a:off x="3940548" y="23780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624" name="橢圓 623">
              <a:extLst>
                <a:ext uri="{FF2B5EF4-FFF2-40B4-BE49-F238E27FC236}">
                  <a16:creationId xmlns:a16="http://schemas.microsoft.com/office/drawing/2014/main" id="{D0849D07-95B1-4680-A401-C8F96BB35CD0}"/>
                </a:ext>
              </a:extLst>
            </p:cNvPr>
            <p:cNvSpPr/>
            <p:nvPr/>
          </p:nvSpPr>
          <p:spPr>
            <a:xfrm>
              <a:off x="4303801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625" name="橢圓 624">
              <a:extLst>
                <a:ext uri="{FF2B5EF4-FFF2-40B4-BE49-F238E27FC236}">
                  <a16:creationId xmlns:a16="http://schemas.microsoft.com/office/drawing/2014/main" id="{29A2CBC0-1411-417F-AB5F-D34B339BE43F}"/>
                </a:ext>
              </a:extLst>
            </p:cNvPr>
            <p:cNvSpPr/>
            <p:nvPr/>
          </p:nvSpPr>
          <p:spPr>
            <a:xfrm>
              <a:off x="3566703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626" name="橢圓 625">
              <a:extLst>
                <a:ext uri="{FF2B5EF4-FFF2-40B4-BE49-F238E27FC236}">
                  <a16:creationId xmlns:a16="http://schemas.microsoft.com/office/drawing/2014/main" id="{D07D982A-57D7-4DDB-9B6F-E39483522583}"/>
                </a:ext>
              </a:extLst>
            </p:cNvPr>
            <p:cNvSpPr/>
            <p:nvPr/>
          </p:nvSpPr>
          <p:spPr>
            <a:xfrm>
              <a:off x="3677077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627" name="橢圓 626">
              <a:extLst>
                <a:ext uri="{FF2B5EF4-FFF2-40B4-BE49-F238E27FC236}">
                  <a16:creationId xmlns:a16="http://schemas.microsoft.com/office/drawing/2014/main" id="{F5ABAD10-37B2-4978-9BC4-1FE1A756FE5B}"/>
                </a:ext>
              </a:extLst>
            </p:cNvPr>
            <p:cNvSpPr/>
            <p:nvPr/>
          </p:nvSpPr>
          <p:spPr>
            <a:xfrm>
              <a:off x="3677077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628" name="橢圓 627">
              <a:extLst>
                <a:ext uri="{FF2B5EF4-FFF2-40B4-BE49-F238E27FC236}">
                  <a16:creationId xmlns:a16="http://schemas.microsoft.com/office/drawing/2014/main" id="{DA9D8F69-424D-4B60-9B73-86D7AB3A1C01}"/>
                </a:ext>
              </a:extLst>
            </p:cNvPr>
            <p:cNvSpPr/>
            <p:nvPr/>
          </p:nvSpPr>
          <p:spPr>
            <a:xfrm>
              <a:off x="4201903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 dirty="0"/>
            </a:p>
          </p:txBody>
        </p:sp>
        <p:sp>
          <p:nvSpPr>
            <p:cNvPr id="629" name="橢圓 628">
              <a:extLst>
                <a:ext uri="{FF2B5EF4-FFF2-40B4-BE49-F238E27FC236}">
                  <a16:creationId xmlns:a16="http://schemas.microsoft.com/office/drawing/2014/main" id="{132F0491-8D1B-40C9-8B9C-924ECBC599FA}"/>
                </a:ext>
              </a:extLst>
            </p:cNvPr>
            <p:cNvSpPr/>
            <p:nvPr/>
          </p:nvSpPr>
          <p:spPr>
            <a:xfrm>
              <a:off x="4201903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630" name="等腰三角形 629">
              <a:extLst>
                <a:ext uri="{FF2B5EF4-FFF2-40B4-BE49-F238E27FC236}">
                  <a16:creationId xmlns:a16="http://schemas.microsoft.com/office/drawing/2014/main" id="{3D2E8EFF-BBE4-4F32-8216-06A38C0BB567}"/>
                </a:ext>
              </a:extLst>
            </p:cNvPr>
            <p:cNvSpPr/>
            <p:nvPr/>
          </p:nvSpPr>
          <p:spPr>
            <a:xfrm rot="16200000">
              <a:off x="4012947" y="161086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631" name="等腰三角形 630">
              <a:extLst>
                <a:ext uri="{FF2B5EF4-FFF2-40B4-BE49-F238E27FC236}">
                  <a16:creationId xmlns:a16="http://schemas.microsoft.com/office/drawing/2014/main" id="{1CEBCBEF-9F4D-4A96-B16F-20D1435E63BC}"/>
                </a:ext>
              </a:extLst>
            </p:cNvPr>
            <p:cNvSpPr/>
            <p:nvPr/>
          </p:nvSpPr>
          <p:spPr>
            <a:xfrm rot="16200000">
              <a:off x="4012947" y="234495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632" name="等腰三角形 631">
              <a:extLst>
                <a:ext uri="{FF2B5EF4-FFF2-40B4-BE49-F238E27FC236}">
                  <a16:creationId xmlns:a16="http://schemas.microsoft.com/office/drawing/2014/main" id="{BF15E1B6-BE18-40D0-AF8F-826DF9F78F74}"/>
                </a:ext>
              </a:extLst>
            </p:cNvPr>
            <p:cNvSpPr/>
            <p:nvPr/>
          </p:nvSpPr>
          <p:spPr>
            <a:xfrm rot="16200000">
              <a:off x="3639102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633" name="等腰三角形 632">
              <a:extLst>
                <a:ext uri="{FF2B5EF4-FFF2-40B4-BE49-F238E27FC236}">
                  <a16:creationId xmlns:a16="http://schemas.microsoft.com/office/drawing/2014/main" id="{CE10B8F1-E38A-4660-AEF7-B7CD7345CB11}"/>
                </a:ext>
              </a:extLst>
            </p:cNvPr>
            <p:cNvSpPr/>
            <p:nvPr/>
          </p:nvSpPr>
          <p:spPr>
            <a:xfrm rot="16200000">
              <a:off x="3749476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634" name="等腰三角形 633">
              <a:extLst>
                <a:ext uri="{FF2B5EF4-FFF2-40B4-BE49-F238E27FC236}">
                  <a16:creationId xmlns:a16="http://schemas.microsoft.com/office/drawing/2014/main" id="{68DDEFB8-89C8-4D0B-BF0B-AE9277DA405E}"/>
                </a:ext>
              </a:extLst>
            </p:cNvPr>
            <p:cNvSpPr/>
            <p:nvPr/>
          </p:nvSpPr>
          <p:spPr>
            <a:xfrm rot="16200000">
              <a:off x="3749476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635" name="等腰三角形 634">
              <a:extLst>
                <a:ext uri="{FF2B5EF4-FFF2-40B4-BE49-F238E27FC236}">
                  <a16:creationId xmlns:a16="http://schemas.microsoft.com/office/drawing/2014/main" id="{492D679B-CEB5-4B75-8668-C09CC32B016E}"/>
                </a:ext>
              </a:extLst>
            </p:cNvPr>
            <p:cNvSpPr/>
            <p:nvPr/>
          </p:nvSpPr>
          <p:spPr>
            <a:xfrm rot="16200000">
              <a:off x="4274302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636" name="等腰三角形 635">
              <a:extLst>
                <a:ext uri="{FF2B5EF4-FFF2-40B4-BE49-F238E27FC236}">
                  <a16:creationId xmlns:a16="http://schemas.microsoft.com/office/drawing/2014/main" id="{9042B80C-6E76-4F0A-83CA-969803E508FD}"/>
                </a:ext>
              </a:extLst>
            </p:cNvPr>
            <p:cNvSpPr/>
            <p:nvPr/>
          </p:nvSpPr>
          <p:spPr>
            <a:xfrm rot="16200000">
              <a:off x="4274302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637" name="等腰三角形 636">
              <a:extLst>
                <a:ext uri="{FF2B5EF4-FFF2-40B4-BE49-F238E27FC236}">
                  <a16:creationId xmlns:a16="http://schemas.microsoft.com/office/drawing/2014/main" id="{6A8DAF22-B841-4796-9337-3A782EFEB54C}"/>
                </a:ext>
              </a:extLst>
            </p:cNvPr>
            <p:cNvSpPr/>
            <p:nvPr/>
          </p:nvSpPr>
          <p:spPr>
            <a:xfrm rot="16200000">
              <a:off x="4376200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grpSp>
          <p:nvGrpSpPr>
            <p:cNvPr id="638" name="群組 637">
              <a:extLst>
                <a:ext uri="{FF2B5EF4-FFF2-40B4-BE49-F238E27FC236}">
                  <a16:creationId xmlns:a16="http://schemas.microsoft.com/office/drawing/2014/main" id="{C0F9638A-57D3-4DEF-AE2E-681C47D6AD5B}"/>
                </a:ext>
              </a:extLst>
            </p:cNvPr>
            <p:cNvGrpSpPr/>
            <p:nvPr/>
          </p:nvGrpSpPr>
          <p:grpSpPr>
            <a:xfrm>
              <a:off x="4057671" y="2031019"/>
              <a:ext cx="115586" cy="110880"/>
              <a:chOff x="1373392" y="2391862"/>
              <a:chExt cx="479433" cy="476535"/>
            </a:xfrm>
          </p:grpSpPr>
          <p:sp>
            <p:nvSpPr>
              <p:cNvPr id="641" name="箭號: 向右 640">
                <a:extLst>
                  <a:ext uri="{FF2B5EF4-FFF2-40B4-BE49-F238E27FC236}">
                    <a16:creationId xmlns:a16="http://schemas.microsoft.com/office/drawing/2014/main" id="{DAE158F4-22CC-48D0-9CE2-69DFA65BB8E8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bg1"/>
                  </a:solidFill>
                </a:endParaRPr>
              </a:p>
            </p:txBody>
          </p:sp>
          <p:sp>
            <p:nvSpPr>
              <p:cNvPr id="642" name="箭號: 向右 641">
                <a:extLst>
                  <a:ext uri="{FF2B5EF4-FFF2-40B4-BE49-F238E27FC236}">
                    <a16:creationId xmlns:a16="http://schemas.microsoft.com/office/drawing/2014/main" id="{C1144557-5C08-4E13-9EBD-3CC39FCA9A79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9" name="文字方塊 638">
                  <a:extLst>
                    <a:ext uri="{FF2B5EF4-FFF2-40B4-BE49-F238E27FC236}">
                      <a16:creationId xmlns:a16="http://schemas.microsoft.com/office/drawing/2014/main" id="{C6D6A490-E8EF-4272-9E6B-A0D3F8D14F1F}"/>
                    </a:ext>
                  </a:extLst>
                </p:cNvPr>
                <p:cNvSpPr txBox="1"/>
                <p:nvPr/>
              </p:nvSpPr>
              <p:spPr>
                <a:xfrm>
                  <a:off x="3836505" y="1616345"/>
                  <a:ext cx="411859" cy="4658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20" name="文字方塊 519">
                  <a:extLst>
                    <a:ext uri="{FF2B5EF4-FFF2-40B4-BE49-F238E27FC236}">
                      <a16:creationId xmlns:a16="http://schemas.microsoft.com/office/drawing/2014/main" id="{CC9B5CC6-C2A6-4889-A719-60DFBA75F0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6505" y="1616345"/>
                  <a:ext cx="411859" cy="465854"/>
                </a:xfrm>
                <a:prstGeom prst="rect">
                  <a:avLst/>
                </a:prstGeom>
                <a:blipFill>
                  <a:blip r:embed="rId32"/>
                  <a:stretch>
                    <a:fillRect r="-697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0" name="文字方塊 639">
                  <a:extLst>
                    <a:ext uri="{FF2B5EF4-FFF2-40B4-BE49-F238E27FC236}">
                      <a16:creationId xmlns:a16="http://schemas.microsoft.com/office/drawing/2014/main" id="{440D068F-2C9A-403F-A807-6A87FF4FC8DD}"/>
                    </a:ext>
                  </a:extLst>
                </p:cNvPr>
                <p:cNvSpPr txBox="1"/>
                <p:nvPr/>
              </p:nvSpPr>
              <p:spPr>
                <a:xfrm>
                  <a:off x="4088416" y="1839893"/>
                  <a:ext cx="521830" cy="44250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21" name="文字方塊 520">
                  <a:extLst>
                    <a:ext uri="{FF2B5EF4-FFF2-40B4-BE49-F238E27FC236}">
                      <a16:creationId xmlns:a16="http://schemas.microsoft.com/office/drawing/2014/main" id="{C1B85C49-8CE2-4FAE-93E2-BD2214232C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8416" y="1839893"/>
                  <a:ext cx="521830" cy="442501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44" name="直線接點 643">
            <a:extLst>
              <a:ext uri="{FF2B5EF4-FFF2-40B4-BE49-F238E27FC236}">
                <a16:creationId xmlns:a16="http://schemas.microsoft.com/office/drawing/2014/main" id="{4F1A0F2A-3849-4016-AB3B-660DA7B6E13F}"/>
              </a:ext>
            </a:extLst>
          </p:cNvPr>
          <p:cNvCxnSpPr>
            <a:cxnSpLocks/>
          </p:cNvCxnSpPr>
          <p:nvPr/>
        </p:nvCxnSpPr>
        <p:spPr>
          <a:xfrm flipV="1">
            <a:off x="2074860" y="2868440"/>
            <a:ext cx="252473" cy="244255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5" name="文字方塊 644">
                <a:extLst>
                  <a:ext uri="{FF2B5EF4-FFF2-40B4-BE49-F238E27FC236}">
                    <a16:creationId xmlns:a16="http://schemas.microsoft.com/office/drawing/2014/main" id="{39455B8E-E097-4442-B12F-2F9B851FACF8}"/>
                  </a:ext>
                </a:extLst>
              </p:cNvPr>
              <p:cNvSpPr txBox="1"/>
              <p:nvPr/>
            </p:nvSpPr>
            <p:spPr>
              <a:xfrm>
                <a:off x="1284513" y="2481484"/>
                <a:ext cx="7155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1, −1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645" name="文字方塊 644">
                <a:extLst>
                  <a:ext uri="{FF2B5EF4-FFF2-40B4-BE49-F238E27FC236}">
                    <a16:creationId xmlns:a16="http://schemas.microsoft.com/office/drawing/2014/main" id="{39455B8E-E097-4442-B12F-2F9B851FAC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4513" y="2481484"/>
                <a:ext cx="715550" cy="276999"/>
              </a:xfrm>
              <a:prstGeom prst="rect">
                <a:avLst/>
              </a:prstGeom>
              <a:blipFill>
                <a:blip r:embed="rId34"/>
                <a:stretch>
                  <a:fillRect t="-97826" r="-36752" b="-15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6" name="文字方塊 645">
                <a:extLst>
                  <a:ext uri="{FF2B5EF4-FFF2-40B4-BE49-F238E27FC236}">
                    <a16:creationId xmlns:a16="http://schemas.microsoft.com/office/drawing/2014/main" id="{DD900C51-2FF4-41F2-999F-CB11BDCEBEE4}"/>
                  </a:ext>
                </a:extLst>
              </p:cNvPr>
              <p:cNvSpPr txBox="1"/>
              <p:nvPr/>
            </p:nvSpPr>
            <p:spPr>
              <a:xfrm>
                <a:off x="1235811" y="3541914"/>
                <a:ext cx="81295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−1, 1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646" name="文字方塊 645">
                <a:extLst>
                  <a:ext uri="{FF2B5EF4-FFF2-40B4-BE49-F238E27FC236}">
                    <a16:creationId xmlns:a16="http://schemas.microsoft.com/office/drawing/2014/main" id="{DD900C51-2FF4-41F2-999F-CB11BDCEBE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5811" y="3541914"/>
                <a:ext cx="812954" cy="276999"/>
              </a:xfrm>
              <a:prstGeom prst="rect">
                <a:avLst/>
              </a:prstGeom>
              <a:blipFill>
                <a:blip r:embed="rId35"/>
                <a:stretch>
                  <a:fillRect t="-100000" r="-26316" b="-16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47" name="群組 646">
            <a:extLst>
              <a:ext uri="{FF2B5EF4-FFF2-40B4-BE49-F238E27FC236}">
                <a16:creationId xmlns:a16="http://schemas.microsoft.com/office/drawing/2014/main" id="{3DB8179F-65F8-46E8-AD5D-2F57EAB69B60}"/>
              </a:ext>
            </a:extLst>
          </p:cNvPr>
          <p:cNvGrpSpPr/>
          <p:nvPr/>
        </p:nvGrpSpPr>
        <p:grpSpPr>
          <a:xfrm>
            <a:off x="2372920" y="4132850"/>
            <a:ext cx="720000" cy="720000"/>
            <a:chOff x="389151" y="2161357"/>
            <a:chExt cx="1150186" cy="1150186"/>
          </a:xfrm>
        </p:grpSpPr>
        <p:sp>
          <p:nvSpPr>
            <p:cNvPr id="648" name="矩形: 圓角 647">
              <a:extLst>
                <a:ext uri="{FF2B5EF4-FFF2-40B4-BE49-F238E27FC236}">
                  <a16:creationId xmlns:a16="http://schemas.microsoft.com/office/drawing/2014/main" id="{3606B911-6EE4-4A22-9515-B6A12CCDADEC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649" name="箭號: 左-右雙向 648">
              <a:extLst>
                <a:ext uri="{FF2B5EF4-FFF2-40B4-BE49-F238E27FC236}">
                  <a16:creationId xmlns:a16="http://schemas.microsoft.com/office/drawing/2014/main" id="{5888583C-9752-4252-AF08-D509A14CCCD0}"/>
                </a:ext>
              </a:extLst>
            </p:cNvPr>
            <p:cNvSpPr/>
            <p:nvPr/>
          </p:nvSpPr>
          <p:spPr>
            <a:xfrm rot="18900000">
              <a:off x="494862" y="267653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650" name="箭號: 左-右雙向 649">
              <a:extLst>
                <a:ext uri="{FF2B5EF4-FFF2-40B4-BE49-F238E27FC236}">
                  <a16:creationId xmlns:a16="http://schemas.microsoft.com/office/drawing/2014/main" id="{DF215F24-CC3B-4AFA-AEFC-8181747DB467}"/>
                </a:ext>
              </a:extLst>
            </p:cNvPr>
            <p:cNvSpPr/>
            <p:nvPr/>
          </p:nvSpPr>
          <p:spPr>
            <a:xfrm rot="18900000">
              <a:off x="1212991" y="267653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51" name="箭號: 左-右雙向 650">
              <a:extLst>
                <a:ext uri="{FF2B5EF4-FFF2-40B4-BE49-F238E27FC236}">
                  <a16:creationId xmlns:a16="http://schemas.microsoft.com/office/drawing/2014/main" id="{D7BD54C1-6076-471F-BA6D-41D612189DBD}"/>
                </a:ext>
              </a:extLst>
            </p:cNvPr>
            <p:cNvSpPr/>
            <p:nvPr/>
          </p:nvSpPr>
          <p:spPr>
            <a:xfrm>
              <a:off x="601032" y="242219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52" name="箭號: 左-右雙向 651">
              <a:extLst>
                <a:ext uri="{FF2B5EF4-FFF2-40B4-BE49-F238E27FC236}">
                  <a16:creationId xmlns:a16="http://schemas.microsoft.com/office/drawing/2014/main" id="{B059DBF7-7839-460A-9E04-2CAD3B43FD35}"/>
                </a:ext>
              </a:extLst>
            </p:cNvPr>
            <p:cNvSpPr/>
            <p:nvPr/>
          </p:nvSpPr>
          <p:spPr>
            <a:xfrm>
              <a:off x="1098572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53" name="箭號: 左-右雙向 652">
              <a:extLst>
                <a:ext uri="{FF2B5EF4-FFF2-40B4-BE49-F238E27FC236}">
                  <a16:creationId xmlns:a16="http://schemas.microsoft.com/office/drawing/2014/main" id="{73B030D2-8AC2-4408-A9AD-C1B97D44028D}"/>
                </a:ext>
              </a:extLst>
            </p:cNvPr>
            <p:cNvSpPr/>
            <p:nvPr/>
          </p:nvSpPr>
          <p:spPr>
            <a:xfrm rot="5400000">
              <a:off x="601034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654" name="箭號: 左-右雙向 653">
              <a:extLst>
                <a:ext uri="{FF2B5EF4-FFF2-40B4-BE49-F238E27FC236}">
                  <a16:creationId xmlns:a16="http://schemas.microsoft.com/office/drawing/2014/main" id="{2B072DFC-8EDC-453E-A082-18AF0A48EA04}"/>
                </a:ext>
              </a:extLst>
            </p:cNvPr>
            <p:cNvSpPr/>
            <p:nvPr/>
          </p:nvSpPr>
          <p:spPr>
            <a:xfrm rot="5400000">
              <a:off x="1098570" y="242219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55" name="箭號: 左-右雙向 654">
              <a:extLst>
                <a:ext uri="{FF2B5EF4-FFF2-40B4-BE49-F238E27FC236}">
                  <a16:creationId xmlns:a16="http://schemas.microsoft.com/office/drawing/2014/main" id="{99220ED0-CDB8-466E-930B-9415F8F782F1}"/>
                </a:ext>
              </a:extLst>
            </p:cNvPr>
            <p:cNvSpPr/>
            <p:nvPr/>
          </p:nvSpPr>
          <p:spPr>
            <a:xfrm rot="2700000">
              <a:off x="844159" y="3043671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56" name="箭號: 左-右雙向 655">
              <a:extLst>
                <a:ext uri="{FF2B5EF4-FFF2-40B4-BE49-F238E27FC236}">
                  <a16:creationId xmlns:a16="http://schemas.microsoft.com/office/drawing/2014/main" id="{94CF37C6-2355-4D21-8427-AAA5F9394720}"/>
                </a:ext>
              </a:extLst>
            </p:cNvPr>
            <p:cNvSpPr/>
            <p:nvPr/>
          </p:nvSpPr>
          <p:spPr>
            <a:xfrm rot="2700000">
              <a:off x="844159" y="231192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657" name="群組 656">
            <a:extLst>
              <a:ext uri="{FF2B5EF4-FFF2-40B4-BE49-F238E27FC236}">
                <a16:creationId xmlns:a16="http://schemas.microsoft.com/office/drawing/2014/main" id="{550EDB1B-3488-4BE2-B377-19279D4DFAE6}"/>
              </a:ext>
            </a:extLst>
          </p:cNvPr>
          <p:cNvGrpSpPr/>
          <p:nvPr/>
        </p:nvGrpSpPr>
        <p:grpSpPr>
          <a:xfrm>
            <a:off x="168715" y="4132850"/>
            <a:ext cx="720000" cy="720000"/>
            <a:chOff x="-756975" y="5254023"/>
            <a:chExt cx="2090057" cy="2090057"/>
          </a:xfrm>
        </p:grpSpPr>
        <p:sp>
          <p:nvSpPr>
            <p:cNvPr id="658" name="矩形: 圓角 657">
              <a:extLst>
                <a:ext uri="{FF2B5EF4-FFF2-40B4-BE49-F238E27FC236}">
                  <a16:creationId xmlns:a16="http://schemas.microsoft.com/office/drawing/2014/main" id="{9098B5C0-C485-4E1D-8C3E-C9AC31A92A44}"/>
                </a:ext>
              </a:extLst>
            </p:cNvPr>
            <p:cNvSpPr/>
            <p:nvPr/>
          </p:nvSpPr>
          <p:spPr>
            <a:xfrm>
              <a:off x="-756975" y="5254023"/>
              <a:ext cx="2090057" cy="20900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659" name="箭號: 左-右雙向 658">
              <a:extLst>
                <a:ext uri="{FF2B5EF4-FFF2-40B4-BE49-F238E27FC236}">
                  <a16:creationId xmlns:a16="http://schemas.microsoft.com/office/drawing/2014/main" id="{F50CC66E-6C5D-4FBF-97B6-D7A370F69782}"/>
                </a:ext>
              </a:extLst>
            </p:cNvPr>
            <p:cNvSpPr/>
            <p:nvPr/>
          </p:nvSpPr>
          <p:spPr>
            <a:xfrm rot="10800000">
              <a:off x="-564882" y="619017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660" name="箭號: 左-右雙向 659">
              <a:extLst>
                <a:ext uri="{FF2B5EF4-FFF2-40B4-BE49-F238E27FC236}">
                  <a16:creationId xmlns:a16="http://schemas.microsoft.com/office/drawing/2014/main" id="{EEE9BC95-2433-46B7-8FD5-F234985667D7}"/>
                </a:ext>
              </a:extLst>
            </p:cNvPr>
            <p:cNvSpPr/>
            <p:nvPr/>
          </p:nvSpPr>
          <p:spPr>
            <a:xfrm rot="10800000">
              <a:off x="740063" y="619017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61" name="箭號: 左-右雙向 660">
              <a:extLst>
                <a:ext uri="{FF2B5EF4-FFF2-40B4-BE49-F238E27FC236}">
                  <a16:creationId xmlns:a16="http://schemas.microsoft.com/office/drawing/2014/main" id="{E26C52BD-261D-4F52-8259-1BE304489A0C}"/>
                </a:ext>
              </a:extLst>
            </p:cNvPr>
            <p:cNvSpPr/>
            <p:nvPr/>
          </p:nvSpPr>
          <p:spPr>
            <a:xfrm rot="2700000">
              <a:off x="-371956" y="5728012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62" name="箭號: 左-右雙向 661">
              <a:extLst>
                <a:ext uri="{FF2B5EF4-FFF2-40B4-BE49-F238E27FC236}">
                  <a16:creationId xmlns:a16="http://schemas.microsoft.com/office/drawing/2014/main" id="{56B478B3-90AC-4A09-80A4-40F0B4278893}"/>
                </a:ext>
              </a:extLst>
            </p:cNvPr>
            <p:cNvSpPr/>
            <p:nvPr/>
          </p:nvSpPr>
          <p:spPr>
            <a:xfrm rot="2700000">
              <a:off x="532147" y="6669520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63" name="箭號: 左-右雙向 662">
              <a:extLst>
                <a:ext uri="{FF2B5EF4-FFF2-40B4-BE49-F238E27FC236}">
                  <a16:creationId xmlns:a16="http://schemas.microsoft.com/office/drawing/2014/main" id="{921BA10F-A852-4C23-901C-A314F4320B34}"/>
                </a:ext>
              </a:extLst>
            </p:cNvPr>
            <p:cNvSpPr/>
            <p:nvPr/>
          </p:nvSpPr>
          <p:spPr>
            <a:xfrm rot="18900000">
              <a:off x="-371955" y="666952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664" name="箭號: 左-右雙向 663">
              <a:extLst>
                <a:ext uri="{FF2B5EF4-FFF2-40B4-BE49-F238E27FC236}">
                  <a16:creationId xmlns:a16="http://schemas.microsoft.com/office/drawing/2014/main" id="{49231063-56B7-42AA-90DE-A37EDF1029D0}"/>
                </a:ext>
              </a:extLst>
            </p:cNvPr>
            <p:cNvSpPr/>
            <p:nvPr/>
          </p:nvSpPr>
          <p:spPr>
            <a:xfrm rot="18900000">
              <a:off x="532146" y="572801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65" name="箭號: 左-右雙向 664">
              <a:extLst>
                <a:ext uri="{FF2B5EF4-FFF2-40B4-BE49-F238E27FC236}">
                  <a16:creationId xmlns:a16="http://schemas.microsoft.com/office/drawing/2014/main" id="{753F7A93-D18E-437B-9920-F5073D9F1ED6}"/>
                </a:ext>
              </a:extLst>
            </p:cNvPr>
            <p:cNvSpPr/>
            <p:nvPr/>
          </p:nvSpPr>
          <p:spPr>
            <a:xfrm rot="5400000">
              <a:off x="69843" y="6857317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66" name="箭號: 左-右雙向 665">
              <a:extLst>
                <a:ext uri="{FF2B5EF4-FFF2-40B4-BE49-F238E27FC236}">
                  <a16:creationId xmlns:a16="http://schemas.microsoft.com/office/drawing/2014/main" id="{80FD7C05-F11A-4185-BEAA-DDD25F943543}"/>
                </a:ext>
              </a:extLst>
            </p:cNvPr>
            <p:cNvSpPr/>
            <p:nvPr/>
          </p:nvSpPr>
          <p:spPr>
            <a:xfrm rot="5400000">
              <a:off x="69843" y="552763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grpSp>
        <p:nvGrpSpPr>
          <p:cNvPr id="667" name="群組 666">
            <a:extLst>
              <a:ext uri="{FF2B5EF4-FFF2-40B4-BE49-F238E27FC236}">
                <a16:creationId xmlns:a16="http://schemas.microsoft.com/office/drawing/2014/main" id="{85B4443E-68E5-4011-A6A9-1E42ECBBA87A}"/>
              </a:ext>
            </a:extLst>
          </p:cNvPr>
          <p:cNvGrpSpPr/>
          <p:nvPr/>
        </p:nvGrpSpPr>
        <p:grpSpPr>
          <a:xfrm>
            <a:off x="168715" y="2262887"/>
            <a:ext cx="720000" cy="720000"/>
            <a:chOff x="389151" y="2161357"/>
            <a:chExt cx="1150186" cy="1150186"/>
          </a:xfrm>
        </p:grpSpPr>
        <p:sp>
          <p:nvSpPr>
            <p:cNvPr id="668" name="矩形: 圓角 667">
              <a:extLst>
                <a:ext uri="{FF2B5EF4-FFF2-40B4-BE49-F238E27FC236}">
                  <a16:creationId xmlns:a16="http://schemas.microsoft.com/office/drawing/2014/main" id="{587B49B5-3D3C-4A3C-8DC6-E462D5A1A6B9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669" name="箭號: 左-右雙向 668">
              <a:extLst>
                <a:ext uri="{FF2B5EF4-FFF2-40B4-BE49-F238E27FC236}">
                  <a16:creationId xmlns:a16="http://schemas.microsoft.com/office/drawing/2014/main" id="{CDA88036-7013-4020-907A-18975572BD59}"/>
                </a:ext>
              </a:extLst>
            </p:cNvPr>
            <p:cNvSpPr/>
            <p:nvPr/>
          </p:nvSpPr>
          <p:spPr>
            <a:xfrm rot="2700000">
              <a:off x="494862" y="267653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670" name="箭號: 左-右雙向 669">
              <a:extLst>
                <a:ext uri="{FF2B5EF4-FFF2-40B4-BE49-F238E27FC236}">
                  <a16:creationId xmlns:a16="http://schemas.microsoft.com/office/drawing/2014/main" id="{84C38106-21EE-450B-96E2-D0B206E708BD}"/>
                </a:ext>
              </a:extLst>
            </p:cNvPr>
            <p:cNvSpPr/>
            <p:nvPr/>
          </p:nvSpPr>
          <p:spPr>
            <a:xfrm rot="2700000">
              <a:off x="1212991" y="267653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71" name="箭號: 左-右雙向 670">
              <a:extLst>
                <a:ext uri="{FF2B5EF4-FFF2-40B4-BE49-F238E27FC236}">
                  <a16:creationId xmlns:a16="http://schemas.microsoft.com/office/drawing/2014/main" id="{AC943D46-E25C-42D4-98D5-02BCEF20F60C}"/>
                </a:ext>
              </a:extLst>
            </p:cNvPr>
            <p:cNvSpPr/>
            <p:nvPr/>
          </p:nvSpPr>
          <p:spPr>
            <a:xfrm rot="5400000">
              <a:off x="601032" y="242219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72" name="箭號: 左-右雙向 671">
              <a:extLst>
                <a:ext uri="{FF2B5EF4-FFF2-40B4-BE49-F238E27FC236}">
                  <a16:creationId xmlns:a16="http://schemas.microsoft.com/office/drawing/2014/main" id="{E9B0A58A-8F1C-4D36-B804-25522841BC36}"/>
                </a:ext>
              </a:extLst>
            </p:cNvPr>
            <p:cNvSpPr/>
            <p:nvPr/>
          </p:nvSpPr>
          <p:spPr>
            <a:xfrm rot="5400000">
              <a:off x="1098572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73" name="箭號: 左-右雙向 672">
              <a:extLst>
                <a:ext uri="{FF2B5EF4-FFF2-40B4-BE49-F238E27FC236}">
                  <a16:creationId xmlns:a16="http://schemas.microsoft.com/office/drawing/2014/main" id="{502FDFDF-81D1-4FA2-8E24-49D6CC01265D}"/>
                </a:ext>
              </a:extLst>
            </p:cNvPr>
            <p:cNvSpPr/>
            <p:nvPr/>
          </p:nvSpPr>
          <p:spPr>
            <a:xfrm>
              <a:off x="601034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674" name="箭號: 左-右雙向 673">
              <a:extLst>
                <a:ext uri="{FF2B5EF4-FFF2-40B4-BE49-F238E27FC236}">
                  <a16:creationId xmlns:a16="http://schemas.microsoft.com/office/drawing/2014/main" id="{FA27D2E4-E0F3-4A80-B7A5-764C103C2AA8}"/>
                </a:ext>
              </a:extLst>
            </p:cNvPr>
            <p:cNvSpPr/>
            <p:nvPr/>
          </p:nvSpPr>
          <p:spPr>
            <a:xfrm>
              <a:off x="1098570" y="242219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75" name="箭號: 左-右雙向 674">
              <a:extLst>
                <a:ext uri="{FF2B5EF4-FFF2-40B4-BE49-F238E27FC236}">
                  <a16:creationId xmlns:a16="http://schemas.microsoft.com/office/drawing/2014/main" id="{D634F37F-D7DC-4992-8883-0622836E629F}"/>
                </a:ext>
              </a:extLst>
            </p:cNvPr>
            <p:cNvSpPr/>
            <p:nvPr/>
          </p:nvSpPr>
          <p:spPr>
            <a:xfrm rot="18900000">
              <a:off x="844159" y="3043671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76" name="箭號: 左-右雙向 675">
              <a:extLst>
                <a:ext uri="{FF2B5EF4-FFF2-40B4-BE49-F238E27FC236}">
                  <a16:creationId xmlns:a16="http://schemas.microsoft.com/office/drawing/2014/main" id="{4E23E4FC-1A33-42B8-8336-F9DC4F423729}"/>
                </a:ext>
              </a:extLst>
            </p:cNvPr>
            <p:cNvSpPr/>
            <p:nvPr/>
          </p:nvSpPr>
          <p:spPr>
            <a:xfrm rot="18900000">
              <a:off x="844159" y="231192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677" name="群組 676">
            <a:extLst>
              <a:ext uri="{FF2B5EF4-FFF2-40B4-BE49-F238E27FC236}">
                <a16:creationId xmlns:a16="http://schemas.microsoft.com/office/drawing/2014/main" id="{C848C1CF-BA1D-46FA-89CE-A44B275A879F}"/>
              </a:ext>
            </a:extLst>
          </p:cNvPr>
          <p:cNvGrpSpPr/>
          <p:nvPr/>
        </p:nvGrpSpPr>
        <p:grpSpPr>
          <a:xfrm>
            <a:off x="2372920" y="2262887"/>
            <a:ext cx="720000" cy="720000"/>
            <a:chOff x="6578505" y="2619036"/>
            <a:chExt cx="763200" cy="763200"/>
          </a:xfrm>
        </p:grpSpPr>
        <p:sp>
          <p:nvSpPr>
            <p:cNvPr id="678" name="矩形: 圓角 677">
              <a:extLst>
                <a:ext uri="{FF2B5EF4-FFF2-40B4-BE49-F238E27FC236}">
                  <a16:creationId xmlns:a16="http://schemas.microsoft.com/office/drawing/2014/main" id="{E1CDE2AC-FD0C-4F8E-A5A9-D86FF383391B}"/>
                </a:ext>
              </a:extLst>
            </p:cNvPr>
            <p:cNvSpPr/>
            <p:nvPr/>
          </p:nvSpPr>
          <p:spPr>
            <a:xfrm>
              <a:off x="6578505" y="2619036"/>
              <a:ext cx="763200" cy="7632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679" name="箭號: 左-右雙向 678">
              <a:extLst>
                <a:ext uri="{FF2B5EF4-FFF2-40B4-BE49-F238E27FC236}">
                  <a16:creationId xmlns:a16="http://schemas.microsoft.com/office/drawing/2014/main" id="{A20439C4-40D7-41AE-9836-7CC665180141}"/>
                </a:ext>
              </a:extLst>
            </p:cNvPr>
            <p:cNvSpPr/>
            <p:nvPr/>
          </p:nvSpPr>
          <p:spPr>
            <a:xfrm rot="5400000">
              <a:off x="6649457" y="2968181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680" name="箭號: 左-右雙向 679">
              <a:extLst>
                <a:ext uri="{FF2B5EF4-FFF2-40B4-BE49-F238E27FC236}">
                  <a16:creationId xmlns:a16="http://schemas.microsoft.com/office/drawing/2014/main" id="{C66C83F9-351A-40A9-B9E0-38CE0A532C23}"/>
                </a:ext>
              </a:extLst>
            </p:cNvPr>
            <p:cNvSpPr/>
            <p:nvPr/>
          </p:nvSpPr>
          <p:spPr>
            <a:xfrm rot="5400000">
              <a:off x="7125967" y="2968181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81" name="箭號: 左-右雙向 680">
              <a:extLst>
                <a:ext uri="{FF2B5EF4-FFF2-40B4-BE49-F238E27FC236}">
                  <a16:creationId xmlns:a16="http://schemas.microsoft.com/office/drawing/2014/main" id="{A8352FA4-7AF2-4665-93B3-6E948972F842}"/>
                </a:ext>
              </a:extLst>
            </p:cNvPr>
            <p:cNvSpPr/>
            <p:nvPr/>
          </p:nvSpPr>
          <p:spPr>
            <a:xfrm rot="18900000">
              <a:off x="6719905" y="2799419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682" name="箭號: 左-右雙向 681">
              <a:extLst>
                <a:ext uri="{FF2B5EF4-FFF2-40B4-BE49-F238E27FC236}">
                  <a16:creationId xmlns:a16="http://schemas.microsoft.com/office/drawing/2014/main" id="{8AC34A7D-6522-4317-9A8C-46CBE65410F5}"/>
                </a:ext>
              </a:extLst>
            </p:cNvPr>
            <p:cNvSpPr/>
            <p:nvPr/>
          </p:nvSpPr>
          <p:spPr>
            <a:xfrm rot="18900000">
              <a:off x="7050045" y="3143217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83" name="箭號: 左-右雙向 682">
              <a:extLst>
                <a:ext uri="{FF2B5EF4-FFF2-40B4-BE49-F238E27FC236}">
                  <a16:creationId xmlns:a16="http://schemas.microsoft.com/office/drawing/2014/main" id="{ECD04EED-2784-434D-A96E-44CB140568E8}"/>
                </a:ext>
              </a:extLst>
            </p:cNvPr>
            <p:cNvSpPr/>
            <p:nvPr/>
          </p:nvSpPr>
          <p:spPr>
            <a:xfrm rot="2700000">
              <a:off x="6719905" y="3143218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684" name="箭號: 左-右雙向 683">
              <a:extLst>
                <a:ext uri="{FF2B5EF4-FFF2-40B4-BE49-F238E27FC236}">
                  <a16:creationId xmlns:a16="http://schemas.microsoft.com/office/drawing/2014/main" id="{49E16BC5-B705-4FDA-B999-82759098C4E9}"/>
                </a:ext>
              </a:extLst>
            </p:cNvPr>
            <p:cNvSpPr/>
            <p:nvPr/>
          </p:nvSpPr>
          <p:spPr>
            <a:xfrm rot="2700000">
              <a:off x="7050045" y="2799418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85" name="箭號: 左-右雙向 684">
              <a:extLst>
                <a:ext uri="{FF2B5EF4-FFF2-40B4-BE49-F238E27FC236}">
                  <a16:creationId xmlns:a16="http://schemas.microsoft.com/office/drawing/2014/main" id="{30A15BB5-A4A2-4AFC-AE12-96AD5E49CFC3}"/>
                </a:ext>
              </a:extLst>
            </p:cNvPr>
            <p:cNvSpPr/>
            <p:nvPr/>
          </p:nvSpPr>
          <p:spPr>
            <a:xfrm>
              <a:off x="6881231" y="3211793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86" name="箭號: 左-右雙向 685">
              <a:extLst>
                <a:ext uri="{FF2B5EF4-FFF2-40B4-BE49-F238E27FC236}">
                  <a16:creationId xmlns:a16="http://schemas.microsoft.com/office/drawing/2014/main" id="{8806B4F5-9A19-4EB5-B1A7-6B5949FFBDFE}"/>
                </a:ext>
              </a:extLst>
            </p:cNvPr>
            <p:cNvSpPr/>
            <p:nvPr/>
          </p:nvSpPr>
          <p:spPr>
            <a:xfrm>
              <a:off x="6881231" y="2726249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pic>
        <p:nvPicPr>
          <p:cNvPr id="687" name="圖片 686">
            <a:extLst>
              <a:ext uri="{FF2B5EF4-FFF2-40B4-BE49-F238E27FC236}">
                <a16:creationId xmlns:a16="http://schemas.microsoft.com/office/drawing/2014/main" id="{FD1EFD88-FCF0-423F-AE81-A28AF5523018}"/>
              </a:ext>
            </a:extLst>
          </p:cNvPr>
          <p:cNvPicPr>
            <a:picLocks noChangeAspect="1"/>
          </p:cNvPicPr>
          <p:nvPr/>
        </p:nvPicPr>
        <p:blipFill rotWithShape="1">
          <a:blip r:embed="rId3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66698"/>
          <a:stretch/>
        </p:blipFill>
        <p:spPr>
          <a:xfrm>
            <a:off x="637664" y="61932"/>
            <a:ext cx="2089442" cy="503095"/>
          </a:xfrm>
          <a:prstGeom prst="rect">
            <a:avLst/>
          </a:prstGeom>
        </p:spPr>
      </p:pic>
      <p:grpSp>
        <p:nvGrpSpPr>
          <p:cNvPr id="688" name="群組 687">
            <a:extLst>
              <a:ext uri="{FF2B5EF4-FFF2-40B4-BE49-F238E27FC236}">
                <a16:creationId xmlns:a16="http://schemas.microsoft.com/office/drawing/2014/main" id="{052746E7-C4D3-4D34-A1EB-76705BC8E325}"/>
              </a:ext>
            </a:extLst>
          </p:cNvPr>
          <p:cNvGrpSpPr/>
          <p:nvPr/>
        </p:nvGrpSpPr>
        <p:grpSpPr>
          <a:xfrm>
            <a:off x="8081569" y="903061"/>
            <a:ext cx="406967" cy="400266"/>
            <a:chOff x="7976850" y="-563015"/>
            <a:chExt cx="406967" cy="400266"/>
          </a:xfrm>
        </p:grpSpPr>
        <p:grpSp>
          <p:nvGrpSpPr>
            <p:cNvPr id="689" name="群組 688">
              <a:extLst>
                <a:ext uri="{FF2B5EF4-FFF2-40B4-BE49-F238E27FC236}">
                  <a16:creationId xmlns:a16="http://schemas.microsoft.com/office/drawing/2014/main" id="{56200ADB-781A-486C-8393-AFC649308871}"/>
                </a:ext>
              </a:extLst>
            </p:cNvPr>
            <p:cNvGrpSpPr/>
            <p:nvPr/>
          </p:nvGrpSpPr>
          <p:grpSpPr>
            <a:xfrm>
              <a:off x="8100260" y="-309536"/>
              <a:ext cx="76622" cy="73502"/>
              <a:chOff x="1373392" y="2391862"/>
              <a:chExt cx="479433" cy="476535"/>
            </a:xfrm>
          </p:grpSpPr>
          <p:sp>
            <p:nvSpPr>
              <p:cNvPr id="692" name="箭號: 向右 691">
                <a:extLst>
                  <a:ext uri="{FF2B5EF4-FFF2-40B4-BE49-F238E27FC236}">
                    <a16:creationId xmlns:a16="http://schemas.microsoft.com/office/drawing/2014/main" id="{5B734366-4664-47A7-8CE5-EEB055F943E6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693" name="箭號: 向右 692">
                <a:extLst>
                  <a:ext uri="{FF2B5EF4-FFF2-40B4-BE49-F238E27FC236}">
                    <a16:creationId xmlns:a16="http://schemas.microsoft.com/office/drawing/2014/main" id="{ABE70F2A-6D59-4218-83C4-37343A46EF89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0" name="文字方塊 689">
                  <a:extLst>
                    <a:ext uri="{FF2B5EF4-FFF2-40B4-BE49-F238E27FC236}">
                      <a16:creationId xmlns:a16="http://schemas.microsoft.com/office/drawing/2014/main" id="{13F46FC1-2322-441A-A61F-9A187FAE8F6E}"/>
                    </a:ext>
                  </a:extLst>
                </p:cNvPr>
                <p:cNvSpPr txBox="1"/>
                <p:nvPr/>
              </p:nvSpPr>
              <p:spPr>
                <a:xfrm>
                  <a:off x="7976850" y="-563015"/>
                  <a:ext cx="290616" cy="2916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456" name="文字方塊 455">
                  <a:extLst>
                    <a:ext uri="{FF2B5EF4-FFF2-40B4-BE49-F238E27FC236}">
                      <a16:creationId xmlns:a16="http://schemas.microsoft.com/office/drawing/2014/main" id="{319A5377-32D5-464B-B1AA-2D677062A5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76850" y="-563015"/>
                  <a:ext cx="290616" cy="291618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1" name="文字方塊 690">
                  <a:extLst>
                    <a:ext uri="{FF2B5EF4-FFF2-40B4-BE49-F238E27FC236}">
                      <a16:creationId xmlns:a16="http://schemas.microsoft.com/office/drawing/2014/main" id="{2440D7CF-E333-4535-8039-52672B675E88}"/>
                    </a:ext>
                  </a:extLst>
                </p:cNvPr>
                <p:cNvSpPr txBox="1"/>
                <p:nvPr/>
              </p:nvSpPr>
              <p:spPr>
                <a:xfrm>
                  <a:off x="8126327" y="-439748"/>
                  <a:ext cx="25749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457" name="文字方塊 456">
                  <a:extLst>
                    <a:ext uri="{FF2B5EF4-FFF2-40B4-BE49-F238E27FC236}">
                      <a16:creationId xmlns:a16="http://schemas.microsoft.com/office/drawing/2014/main" id="{6EB068FD-BDD9-4797-95C9-1A688D153E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6327" y="-439748"/>
                  <a:ext cx="257490" cy="276999"/>
                </a:xfrm>
                <a:prstGeom prst="rect">
                  <a:avLst/>
                </a:prstGeom>
                <a:blipFill>
                  <a:blip r:embed="rId38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94" name="文字方塊 693">
                <a:extLst>
                  <a:ext uri="{FF2B5EF4-FFF2-40B4-BE49-F238E27FC236}">
                    <a16:creationId xmlns:a16="http://schemas.microsoft.com/office/drawing/2014/main" id="{38B0075C-02D3-40FD-88F9-A350265CA6D9}"/>
                  </a:ext>
                </a:extLst>
              </p:cNvPr>
              <p:cNvSpPr txBox="1"/>
              <p:nvPr/>
            </p:nvSpPr>
            <p:spPr>
              <a:xfrm>
                <a:off x="7380474" y="591731"/>
                <a:ext cx="167359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694" name="文字方塊 693">
                <a:extLst>
                  <a:ext uri="{FF2B5EF4-FFF2-40B4-BE49-F238E27FC236}">
                    <a16:creationId xmlns:a16="http://schemas.microsoft.com/office/drawing/2014/main" id="{38B0075C-02D3-40FD-88F9-A350265CA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0474" y="591731"/>
                <a:ext cx="1673596" cy="276999"/>
              </a:xfrm>
              <a:prstGeom prst="rect">
                <a:avLst/>
              </a:prstGeom>
              <a:blipFill>
                <a:blip r:embed="rId39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5" name="文字方塊 694">
                <a:extLst>
                  <a:ext uri="{FF2B5EF4-FFF2-40B4-BE49-F238E27FC236}">
                    <a16:creationId xmlns:a16="http://schemas.microsoft.com/office/drawing/2014/main" id="{5F9137D3-2322-4BC4-B3A1-06B038EF0836}"/>
                  </a:ext>
                </a:extLst>
              </p:cNvPr>
              <p:cNvSpPr txBox="1"/>
              <p:nvPr/>
            </p:nvSpPr>
            <p:spPr>
              <a:xfrm>
                <a:off x="6521524" y="3158810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695" name="文字方塊 694">
                <a:extLst>
                  <a:ext uri="{FF2B5EF4-FFF2-40B4-BE49-F238E27FC236}">
                    <a16:creationId xmlns:a16="http://schemas.microsoft.com/office/drawing/2014/main" id="{5F9137D3-2322-4BC4-B3A1-06B038EF08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1524" y="3158810"/>
                <a:ext cx="1150186" cy="276999"/>
              </a:xfrm>
              <a:prstGeom prst="rect">
                <a:avLst/>
              </a:prstGeom>
              <a:blipFill>
                <a:blip r:embed="rId40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6" name="文字方塊 695">
                <a:extLst>
                  <a:ext uri="{FF2B5EF4-FFF2-40B4-BE49-F238E27FC236}">
                    <a16:creationId xmlns:a16="http://schemas.microsoft.com/office/drawing/2014/main" id="{88932417-A4D8-453F-9AB1-220FB9CB484C}"/>
                  </a:ext>
                </a:extLst>
              </p:cNvPr>
              <p:cNvSpPr txBox="1"/>
              <p:nvPr/>
            </p:nvSpPr>
            <p:spPr>
              <a:xfrm>
                <a:off x="8966486" y="1280112"/>
                <a:ext cx="7200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696" name="文字方塊 695">
                <a:extLst>
                  <a:ext uri="{FF2B5EF4-FFF2-40B4-BE49-F238E27FC236}">
                    <a16:creationId xmlns:a16="http://schemas.microsoft.com/office/drawing/2014/main" id="{88932417-A4D8-453F-9AB1-220FB9CB48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6486" y="1280112"/>
                <a:ext cx="720000" cy="276999"/>
              </a:xfrm>
              <a:prstGeom prst="rect">
                <a:avLst/>
              </a:prstGeom>
              <a:blipFill>
                <a:blip r:embed="rId41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7" name="文字方塊 696">
                <a:extLst>
                  <a:ext uri="{FF2B5EF4-FFF2-40B4-BE49-F238E27FC236}">
                    <a16:creationId xmlns:a16="http://schemas.microsoft.com/office/drawing/2014/main" id="{00A4A3C9-828D-4754-9C59-6C3F951B8870}"/>
                  </a:ext>
                </a:extLst>
              </p:cNvPr>
              <p:cNvSpPr txBox="1"/>
              <p:nvPr/>
            </p:nvSpPr>
            <p:spPr>
              <a:xfrm>
                <a:off x="7642179" y="3875548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697" name="文字方塊 696">
                <a:extLst>
                  <a:ext uri="{FF2B5EF4-FFF2-40B4-BE49-F238E27FC236}">
                    <a16:creationId xmlns:a16="http://schemas.microsoft.com/office/drawing/2014/main" id="{00A4A3C9-828D-4754-9C59-6C3F951B88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2179" y="3875548"/>
                <a:ext cx="1150186" cy="276999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98" name="圖片 697">
            <a:extLst>
              <a:ext uri="{FF2B5EF4-FFF2-40B4-BE49-F238E27FC236}">
                <a16:creationId xmlns:a16="http://schemas.microsoft.com/office/drawing/2014/main" id="{87459AA1-F767-4DD2-9506-D89257CAB44E}"/>
              </a:ext>
            </a:extLst>
          </p:cNvPr>
          <p:cNvPicPr>
            <a:picLocks noChangeAspect="1"/>
          </p:cNvPicPr>
          <p:nvPr/>
        </p:nvPicPr>
        <p:blipFill rotWithShape="1">
          <a:blip r:embed="rId2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81" t="8908" r="4868" b="70278"/>
          <a:stretch/>
        </p:blipFill>
        <p:spPr>
          <a:xfrm>
            <a:off x="8583297" y="843002"/>
            <a:ext cx="236737" cy="7549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99" name="文字方塊 698">
                <a:extLst>
                  <a:ext uri="{FF2B5EF4-FFF2-40B4-BE49-F238E27FC236}">
                    <a16:creationId xmlns:a16="http://schemas.microsoft.com/office/drawing/2014/main" id="{44B7F61C-F646-4855-B9B9-8012462813A3}"/>
                  </a:ext>
                </a:extLst>
              </p:cNvPr>
              <p:cNvSpPr txBox="1"/>
              <p:nvPr/>
            </p:nvSpPr>
            <p:spPr>
              <a:xfrm rot="5400000">
                <a:off x="8475559" y="1215177"/>
                <a:ext cx="3995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699" name="文字方塊 698">
                <a:extLst>
                  <a:ext uri="{FF2B5EF4-FFF2-40B4-BE49-F238E27FC236}">
                    <a16:creationId xmlns:a16="http://schemas.microsoft.com/office/drawing/2014/main" id="{44B7F61C-F646-4855-B9B9-8012462813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8475559" y="1215177"/>
                <a:ext cx="399520" cy="307777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0" name="直線接點 699">
            <a:extLst>
              <a:ext uri="{FF2B5EF4-FFF2-40B4-BE49-F238E27FC236}">
                <a16:creationId xmlns:a16="http://schemas.microsoft.com/office/drawing/2014/main" id="{15CBB439-BA08-4223-A789-5D6BC2F9BD01}"/>
              </a:ext>
            </a:extLst>
          </p:cNvPr>
          <p:cNvCxnSpPr>
            <a:cxnSpLocks/>
          </p:cNvCxnSpPr>
          <p:nvPr/>
        </p:nvCxnSpPr>
        <p:spPr>
          <a:xfrm>
            <a:off x="7375527" y="2989964"/>
            <a:ext cx="650875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01" name="直線接點 700">
            <a:extLst>
              <a:ext uri="{FF2B5EF4-FFF2-40B4-BE49-F238E27FC236}">
                <a16:creationId xmlns:a16="http://schemas.microsoft.com/office/drawing/2014/main" id="{86F6AFEB-A72E-47E3-A620-472D468A1EAC}"/>
              </a:ext>
            </a:extLst>
          </p:cNvPr>
          <p:cNvCxnSpPr>
            <a:cxnSpLocks/>
          </p:cNvCxnSpPr>
          <p:nvPr/>
        </p:nvCxnSpPr>
        <p:spPr>
          <a:xfrm>
            <a:off x="8472807" y="3318577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02" name="直線接點 701">
            <a:extLst>
              <a:ext uri="{FF2B5EF4-FFF2-40B4-BE49-F238E27FC236}">
                <a16:creationId xmlns:a16="http://schemas.microsoft.com/office/drawing/2014/main" id="{40925FFB-62BE-455C-BC46-FB39843B2A08}"/>
              </a:ext>
            </a:extLst>
          </p:cNvPr>
          <p:cNvCxnSpPr>
            <a:cxnSpLocks/>
          </p:cNvCxnSpPr>
          <p:nvPr/>
        </p:nvCxnSpPr>
        <p:spPr>
          <a:xfrm flipV="1">
            <a:off x="7481215" y="3203620"/>
            <a:ext cx="332143" cy="3213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3" name="文字方塊 702">
                <a:extLst>
                  <a:ext uri="{FF2B5EF4-FFF2-40B4-BE49-F238E27FC236}">
                    <a16:creationId xmlns:a16="http://schemas.microsoft.com/office/drawing/2014/main" id="{B94663AE-27C6-454A-A10E-12E9602900C9}"/>
                  </a:ext>
                </a:extLst>
              </p:cNvPr>
              <p:cNvSpPr txBox="1"/>
              <p:nvPr/>
            </p:nvSpPr>
            <p:spPr>
              <a:xfrm>
                <a:off x="6521524" y="1280112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703" name="文字方塊 702">
                <a:extLst>
                  <a:ext uri="{FF2B5EF4-FFF2-40B4-BE49-F238E27FC236}">
                    <a16:creationId xmlns:a16="http://schemas.microsoft.com/office/drawing/2014/main" id="{B94663AE-27C6-454A-A10E-12E9602900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1524" y="1280112"/>
                <a:ext cx="1150186" cy="276999"/>
              </a:xfrm>
              <a:prstGeom prst="rect">
                <a:avLst/>
              </a:prstGeom>
              <a:blipFill>
                <a:blip r:embed="rId44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4" name="文字方塊 703">
                <a:extLst>
                  <a:ext uri="{FF2B5EF4-FFF2-40B4-BE49-F238E27FC236}">
                    <a16:creationId xmlns:a16="http://schemas.microsoft.com/office/drawing/2014/main" id="{E7E146B5-FA6A-48CC-911A-2EEA343955BA}"/>
                  </a:ext>
                </a:extLst>
              </p:cNvPr>
              <p:cNvSpPr txBox="1"/>
              <p:nvPr/>
            </p:nvSpPr>
            <p:spPr>
              <a:xfrm>
                <a:off x="8854158" y="3158810"/>
                <a:ext cx="9446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704" name="文字方塊 703">
                <a:extLst>
                  <a:ext uri="{FF2B5EF4-FFF2-40B4-BE49-F238E27FC236}">
                    <a16:creationId xmlns:a16="http://schemas.microsoft.com/office/drawing/2014/main" id="{E7E146B5-FA6A-48CC-911A-2EEA343955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4158" y="3158810"/>
                <a:ext cx="944656" cy="276999"/>
              </a:xfrm>
              <a:prstGeom prst="rect">
                <a:avLst/>
              </a:prstGeom>
              <a:blipFill>
                <a:blip r:embed="rId45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05" name="圖片 704">
            <a:extLst>
              <a:ext uri="{FF2B5EF4-FFF2-40B4-BE49-F238E27FC236}">
                <a16:creationId xmlns:a16="http://schemas.microsoft.com/office/drawing/2014/main" id="{1B4C13DC-AEF0-4DEB-B9E2-FC2934CE2519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804948" y="2700466"/>
            <a:ext cx="868304" cy="901700"/>
          </a:xfrm>
          <a:prstGeom prst="rect">
            <a:avLst/>
          </a:prstGeom>
        </p:spPr>
      </p:pic>
      <p:grpSp>
        <p:nvGrpSpPr>
          <p:cNvPr id="706" name="群組 705">
            <a:extLst>
              <a:ext uri="{FF2B5EF4-FFF2-40B4-BE49-F238E27FC236}">
                <a16:creationId xmlns:a16="http://schemas.microsoft.com/office/drawing/2014/main" id="{53477D8A-A0EF-47F7-9F87-E3A20A4CCF22}"/>
              </a:ext>
            </a:extLst>
          </p:cNvPr>
          <p:cNvGrpSpPr/>
          <p:nvPr/>
        </p:nvGrpSpPr>
        <p:grpSpPr>
          <a:xfrm>
            <a:off x="7857272" y="4844122"/>
            <a:ext cx="720000" cy="720000"/>
            <a:chOff x="801581" y="4966326"/>
            <a:chExt cx="1150186" cy="1150186"/>
          </a:xfrm>
        </p:grpSpPr>
        <p:sp>
          <p:nvSpPr>
            <p:cNvPr id="707" name="矩形: 圓角 706">
              <a:extLst>
                <a:ext uri="{FF2B5EF4-FFF2-40B4-BE49-F238E27FC236}">
                  <a16:creationId xmlns:a16="http://schemas.microsoft.com/office/drawing/2014/main" id="{80CB3215-353F-422E-B676-642369AB7A7C}"/>
                </a:ext>
              </a:extLst>
            </p:cNvPr>
            <p:cNvSpPr/>
            <p:nvPr/>
          </p:nvSpPr>
          <p:spPr>
            <a:xfrm>
              <a:off x="801581" y="4966326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708" name="橢圓 707">
              <a:extLst>
                <a:ext uri="{FF2B5EF4-FFF2-40B4-BE49-F238E27FC236}">
                  <a16:creationId xmlns:a16="http://schemas.microsoft.com/office/drawing/2014/main" id="{DAD99887-C6C7-4998-8283-758C2CC2286F}"/>
                </a:ext>
              </a:extLst>
            </p:cNvPr>
            <p:cNvSpPr/>
            <p:nvPr/>
          </p:nvSpPr>
          <p:spPr>
            <a:xfrm>
              <a:off x="1269795" y="5070149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09" name="橢圓 708">
              <a:extLst>
                <a:ext uri="{FF2B5EF4-FFF2-40B4-BE49-F238E27FC236}">
                  <a16:creationId xmlns:a16="http://schemas.microsoft.com/office/drawing/2014/main" id="{D2C413DD-47DC-4E4D-9DAF-AB6C3898AD66}"/>
                </a:ext>
              </a:extLst>
            </p:cNvPr>
            <p:cNvSpPr/>
            <p:nvPr/>
          </p:nvSpPr>
          <p:spPr>
            <a:xfrm>
              <a:off x="1269795" y="580560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10" name="橢圓 709">
              <a:extLst>
                <a:ext uri="{FF2B5EF4-FFF2-40B4-BE49-F238E27FC236}">
                  <a16:creationId xmlns:a16="http://schemas.microsoft.com/office/drawing/2014/main" id="{FBFAF9BE-C72A-4541-B75B-24164939BAB8}"/>
                </a:ext>
              </a:extLst>
            </p:cNvPr>
            <p:cNvSpPr/>
            <p:nvPr/>
          </p:nvSpPr>
          <p:spPr>
            <a:xfrm>
              <a:off x="1633048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11" name="橢圓 710">
              <a:extLst>
                <a:ext uri="{FF2B5EF4-FFF2-40B4-BE49-F238E27FC236}">
                  <a16:creationId xmlns:a16="http://schemas.microsoft.com/office/drawing/2014/main" id="{CA2032D4-AA47-4FD7-87BA-E58EE6D11A4B}"/>
                </a:ext>
              </a:extLst>
            </p:cNvPr>
            <p:cNvSpPr/>
            <p:nvPr/>
          </p:nvSpPr>
          <p:spPr>
            <a:xfrm>
              <a:off x="895950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12" name="橢圓 711">
              <a:extLst>
                <a:ext uri="{FF2B5EF4-FFF2-40B4-BE49-F238E27FC236}">
                  <a16:creationId xmlns:a16="http://schemas.microsoft.com/office/drawing/2014/main" id="{0ADAA0A9-B9BC-4F5B-93A2-FF4EB68B5EDD}"/>
                </a:ext>
              </a:extLst>
            </p:cNvPr>
            <p:cNvSpPr/>
            <p:nvPr/>
          </p:nvSpPr>
          <p:spPr>
            <a:xfrm>
              <a:off x="1006324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13" name="橢圓 712">
              <a:extLst>
                <a:ext uri="{FF2B5EF4-FFF2-40B4-BE49-F238E27FC236}">
                  <a16:creationId xmlns:a16="http://schemas.microsoft.com/office/drawing/2014/main" id="{9DD8A3B8-CFB6-48D3-9B49-8E18F7E8EF57}"/>
                </a:ext>
              </a:extLst>
            </p:cNvPr>
            <p:cNvSpPr/>
            <p:nvPr/>
          </p:nvSpPr>
          <p:spPr>
            <a:xfrm>
              <a:off x="1006324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14" name="橢圓 713">
              <a:extLst>
                <a:ext uri="{FF2B5EF4-FFF2-40B4-BE49-F238E27FC236}">
                  <a16:creationId xmlns:a16="http://schemas.microsoft.com/office/drawing/2014/main" id="{80426D55-68CB-4FA9-9F0C-DDD6FD8C5277}"/>
                </a:ext>
              </a:extLst>
            </p:cNvPr>
            <p:cNvSpPr/>
            <p:nvPr/>
          </p:nvSpPr>
          <p:spPr>
            <a:xfrm>
              <a:off x="1531150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715" name="橢圓 714">
              <a:extLst>
                <a:ext uri="{FF2B5EF4-FFF2-40B4-BE49-F238E27FC236}">
                  <a16:creationId xmlns:a16="http://schemas.microsoft.com/office/drawing/2014/main" id="{623548A1-12FD-4BED-9DB0-2301D6F2B4AA}"/>
                </a:ext>
              </a:extLst>
            </p:cNvPr>
            <p:cNvSpPr/>
            <p:nvPr/>
          </p:nvSpPr>
          <p:spPr>
            <a:xfrm>
              <a:off x="1531150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16" name="等腰三角形 715">
              <a:extLst>
                <a:ext uri="{FF2B5EF4-FFF2-40B4-BE49-F238E27FC236}">
                  <a16:creationId xmlns:a16="http://schemas.microsoft.com/office/drawing/2014/main" id="{D85C3EE8-0562-4B09-B7A2-5AFE42A5CB0B}"/>
                </a:ext>
              </a:extLst>
            </p:cNvPr>
            <p:cNvSpPr/>
            <p:nvPr/>
          </p:nvSpPr>
          <p:spPr>
            <a:xfrm rot="5400000" flipH="1">
              <a:off x="1342194" y="5038456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17" name="等腰三角形 716">
              <a:extLst>
                <a:ext uri="{FF2B5EF4-FFF2-40B4-BE49-F238E27FC236}">
                  <a16:creationId xmlns:a16="http://schemas.microsoft.com/office/drawing/2014/main" id="{936FF0C6-1CE7-4784-A88F-0A096A545107}"/>
                </a:ext>
              </a:extLst>
            </p:cNvPr>
            <p:cNvSpPr/>
            <p:nvPr/>
          </p:nvSpPr>
          <p:spPr>
            <a:xfrm rot="5400000" flipH="1">
              <a:off x="1342194" y="577254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18" name="等腰三角形 717">
              <a:extLst>
                <a:ext uri="{FF2B5EF4-FFF2-40B4-BE49-F238E27FC236}">
                  <a16:creationId xmlns:a16="http://schemas.microsoft.com/office/drawing/2014/main" id="{BC0741C8-2F93-4690-99FB-F91DB5CEFA7C}"/>
                </a:ext>
              </a:extLst>
            </p:cNvPr>
            <p:cNvSpPr/>
            <p:nvPr/>
          </p:nvSpPr>
          <p:spPr>
            <a:xfrm rot="5400000" flipH="1">
              <a:off x="968349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19" name="等腰三角形 718">
              <a:extLst>
                <a:ext uri="{FF2B5EF4-FFF2-40B4-BE49-F238E27FC236}">
                  <a16:creationId xmlns:a16="http://schemas.microsoft.com/office/drawing/2014/main" id="{78360264-A459-4C8B-9732-4ACE5A146763}"/>
                </a:ext>
              </a:extLst>
            </p:cNvPr>
            <p:cNvSpPr/>
            <p:nvPr/>
          </p:nvSpPr>
          <p:spPr>
            <a:xfrm rot="5400000" flipH="1">
              <a:off x="1078723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20" name="等腰三角形 719">
              <a:extLst>
                <a:ext uri="{FF2B5EF4-FFF2-40B4-BE49-F238E27FC236}">
                  <a16:creationId xmlns:a16="http://schemas.microsoft.com/office/drawing/2014/main" id="{AC90FAB1-5D2A-4F83-81F1-8C6A8F87D11D}"/>
                </a:ext>
              </a:extLst>
            </p:cNvPr>
            <p:cNvSpPr/>
            <p:nvPr/>
          </p:nvSpPr>
          <p:spPr>
            <a:xfrm rot="5400000" flipH="1">
              <a:off x="1078723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21" name="等腰三角形 720">
              <a:extLst>
                <a:ext uri="{FF2B5EF4-FFF2-40B4-BE49-F238E27FC236}">
                  <a16:creationId xmlns:a16="http://schemas.microsoft.com/office/drawing/2014/main" id="{6A4165C3-94D5-49C0-A615-5D2A9E333B3E}"/>
                </a:ext>
              </a:extLst>
            </p:cNvPr>
            <p:cNvSpPr/>
            <p:nvPr/>
          </p:nvSpPr>
          <p:spPr>
            <a:xfrm rot="5400000" flipH="1">
              <a:off x="1603549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22" name="等腰三角形 721">
              <a:extLst>
                <a:ext uri="{FF2B5EF4-FFF2-40B4-BE49-F238E27FC236}">
                  <a16:creationId xmlns:a16="http://schemas.microsoft.com/office/drawing/2014/main" id="{65FE8305-29D7-400A-B712-9D52A7C0EBD4}"/>
                </a:ext>
              </a:extLst>
            </p:cNvPr>
            <p:cNvSpPr/>
            <p:nvPr/>
          </p:nvSpPr>
          <p:spPr>
            <a:xfrm rot="5400000" flipH="1">
              <a:off x="1603549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23" name="等腰三角形 722">
              <a:extLst>
                <a:ext uri="{FF2B5EF4-FFF2-40B4-BE49-F238E27FC236}">
                  <a16:creationId xmlns:a16="http://schemas.microsoft.com/office/drawing/2014/main" id="{E2C706C1-273E-4E16-BEFF-2A53D1B17403}"/>
                </a:ext>
              </a:extLst>
            </p:cNvPr>
            <p:cNvSpPr/>
            <p:nvPr/>
          </p:nvSpPr>
          <p:spPr>
            <a:xfrm rot="5400000" flipH="1">
              <a:off x="1705447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24" name="文字方塊 723">
                <a:extLst>
                  <a:ext uri="{FF2B5EF4-FFF2-40B4-BE49-F238E27FC236}">
                    <a16:creationId xmlns:a16="http://schemas.microsoft.com/office/drawing/2014/main" id="{3083487E-E816-4A39-8105-8E56AF66A957}"/>
                  </a:ext>
                </a:extLst>
              </p:cNvPr>
              <p:cNvSpPr txBox="1"/>
              <p:nvPr/>
            </p:nvSpPr>
            <p:spPr>
              <a:xfrm>
                <a:off x="7921598" y="1333266"/>
                <a:ext cx="61212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/>
              </a:p>
            </p:txBody>
          </p:sp>
        </mc:Choice>
        <mc:Fallback xmlns="">
          <p:sp>
            <p:nvSpPr>
              <p:cNvPr id="724" name="文字方塊 723">
                <a:extLst>
                  <a:ext uri="{FF2B5EF4-FFF2-40B4-BE49-F238E27FC236}">
                    <a16:creationId xmlns:a16="http://schemas.microsoft.com/office/drawing/2014/main" id="{3083487E-E816-4A39-8105-8E56AF66A9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1598" y="1333266"/>
                <a:ext cx="612129" cy="276999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25" name="群組 724">
            <a:extLst>
              <a:ext uri="{FF2B5EF4-FFF2-40B4-BE49-F238E27FC236}">
                <a16:creationId xmlns:a16="http://schemas.microsoft.com/office/drawing/2014/main" id="{88F20D45-528C-4F74-88C8-7CA9CF4F85D9}"/>
              </a:ext>
            </a:extLst>
          </p:cNvPr>
          <p:cNvGrpSpPr/>
          <p:nvPr/>
        </p:nvGrpSpPr>
        <p:grpSpPr>
          <a:xfrm>
            <a:off x="7857272" y="1600936"/>
            <a:ext cx="720000" cy="720000"/>
            <a:chOff x="3481679" y="1553308"/>
            <a:chExt cx="1150186" cy="1150186"/>
          </a:xfrm>
        </p:grpSpPr>
        <p:sp>
          <p:nvSpPr>
            <p:cNvPr id="726" name="矩形: 圓角 725">
              <a:extLst>
                <a:ext uri="{FF2B5EF4-FFF2-40B4-BE49-F238E27FC236}">
                  <a16:creationId xmlns:a16="http://schemas.microsoft.com/office/drawing/2014/main" id="{AD6752DB-DE5C-4D26-BA6B-007F4F378C81}"/>
                </a:ext>
              </a:extLst>
            </p:cNvPr>
            <p:cNvSpPr/>
            <p:nvPr/>
          </p:nvSpPr>
          <p:spPr>
            <a:xfrm>
              <a:off x="3481679" y="1553308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 dirty="0"/>
            </a:p>
          </p:txBody>
        </p:sp>
        <p:sp>
          <p:nvSpPr>
            <p:cNvPr id="727" name="橢圓 726">
              <a:extLst>
                <a:ext uri="{FF2B5EF4-FFF2-40B4-BE49-F238E27FC236}">
                  <a16:creationId xmlns:a16="http://schemas.microsoft.com/office/drawing/2014/main" id="{F47D83C0-4030-487B-AE2B-3B27368DBCD5}"/>
                </a:ext>
              </a:extLst>
            </p:cNvPr>
            <p:cNvSpPr/>
            <p:nvPr/>
          </p:nvSpPr>
          <p:spPr>
            <a:xfrm>
              <a:off x="3940548" y="164255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728" name="橢圓 727">
              <a:extLst>
                <a:ext uri="{FF2B5EF4-FFF2-40B4-BE49-F238E27FC236}">
                  <a16:creationId xmlns:a16="http://schemas.microsoft.com/office/drawing/2014/main" id="{4AD8EE7E-F06E-4C7B-99AE-09B5F9513136}"/>
                </a:ext>
              </a:extLst>
            </p:cNvPr>
            <p:cNvSpPr/>
            <p:nvPr/>
          </p:nvSpPr>
          <p:spPr>
            <a:xfrm>
              <a:off x="3940548" y="23780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729" name="橢圓 728">
              <a:extLst>
                <a:ext uri="{FF2B5EF4-FFF2-40B4-BE49-F238E27FC236}">
                  <a16:creationId xmlns:a16="http://schemas.microsoft.com/office/drawing/2014/main" id="{AC7BB4E1-48D2-4F21-8D96-40B89BE0C379}"/>
                </a:ext>
              </a:extLst>
            </p:cNvPr>
            <p:cNvSpPr/>
            <p:nvPr/>
          </p:nvSpPr>
          <p:spPr>
            <a:xfrm>
              <a:off x="4303801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730" name="橢圓 729">
              <a:extLst>
                <a:ext uri="{FF2B5EF4-FFF2-40B4-BE49-F238E27FC236}">
                  <a16:creationId xmlns:a16="http://schemas.microsoft.com/office/drawing/2014/main" id="{9DD224C7-7D29-4968-BDF3-7B997438BAC1}"/>
                </a:ext>
              </a:extLst>
            </p:cNvPr>
            <p:cNvSpPr/>
            <p:nvPr/>
          </p:nvSpPr>
          <p:spPr>
            <a:xfrm>
              <a:off x="3566703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731" name="橢圓 730">
              <a:extLst>
                <a:ext uri="{FF2B5EF4-FFF2-40B4-BE49-F238E27FC236}">
                  <a16:creationId xmlns:a16="http://schemas.microsoft.com/office/drawing/2014/main" id="{656FAAB9-B5AC-4A50-AE58-5D3040E5357E}"/>
                </a:ext>
              </a:extLst>
            </p:cNvPr>
            <p:cNvSpPr/>
            <p:nvPr/>
          </p:nvSpPr>
          <p:spPr>
            <a:xfrm>
              <a:off x="3677077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732" name="橢圓 731">
              <a:extLst>
                <a:ext uri="{FF2B5EF4-FFF2-40B4-BE49-F238E27FC236}">
                  <a16:creationId xmlns:a16="http://schemas.microsoft.com/office/drawing/2014/main" id="{013CFC94-2898-402C-8805-4E88365405FF}"/>
                </a:ext>
              </a:extLst>
            </p:cNvPr>
            <p:cNvSpPr/>
            <p:nvPr/>
          </p:nvSpPr>
          <p:spPr>
            <a:xfrm>
              <a:off x="3677077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733" name="橢圓 732">
              <a:extLst>
                <a:ext uri="{FF2B5EF4-FFF2-40B4-BE49-F238E27FC236}">
                  <a16:creationId xmlns:a16="http://schemas.microsoft.com/office/drawing/2014/main" id="{ACE7D602-5AAD-475B-AEC3-C302C5E68356}"/>
                </a:ext>
              </a:extLst>
            </p:cNvPr>
            <p:cNvSpPr/>
            <p:nvPr/>
          </p:nvSpPr>
          <p:spPr>
            <a:xfrm>
              <a:off x="4201903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 dirty="0"/>
            </a:p>
          </p:txBody>
        </p:sp>
        <p:sp>
          <p:nvSpPr>
            <p:cNvPr id="734" name="橢圓 733">
              <a:extLst>
                <a:ext uri="{FF2B5EF4-FFF2-40B4-BE49-F238E27FC236}">
                  <a16:creationId xmlns:a16="http://schemas.microsoft.com/office/drawing/2014/main" id="{FBC1BE7A-7391-48A1-B1C4-75CFC7F18520}"/>
                </a:ext>
              </a:extLst>
            </p:cNvPr>
            <p:cNvSpPr/>
            <p:nvPr/>
          </p:nvSpPr>
          <p:spPr>
            <a:xfrm>
              <a:off x="4201903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735" name="等腰三角形 734">
              <a:extLst>
                <a:ext uri="{FF2B5EF4-FFF2-40B4-BE49-F238E27FC236}">
                  <a16:creationId xmlns:a16="http://schemas.microsoft.com/office/drawing/2014/main" id="{650A6903-25DC-4500-87D5-4329651924EA}"/>
                </a:ext>
              </a:extLst>
            </p:cNvPr>
            <p:cNvSpPr/>
            <p:nvPr/>
          </p:nvSpPr>
          <p:spPr>
            <a:xfrm rot="16200000">
              <a:off x="4012947" y="161086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736" name="等腰三角形 735">
              <a:extLst>
                <a:ext uri="{FF2B5EF4-FFF2-40B4-BE49-F238E27FC236}">
                  <a16:creationId xmlns:a16="http://schemas.microsoft.com/office/drawing/2014/main" id="{8E023460-991F-4E6C-AA5C-7AF9E3589AD5}"/>
                </a:ext>
              </a:extLst>
            </p:cNvPr>
            <p:cNvSpPr/>
            <p:nvPr/>
          </p:nvSpPr>
          <p:spPr>
            <a:xfrm rot="16200000">
              <a:off x="4012947" y="234495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737" name="等腰三角形 736">
              <a:extLst>
                <a:ext uri="{FF2B5EF4-FFF2-40B4-BE49-F238E27FC236}">
                  <a16:creationId xmlns:a16="http://schemas.microsoft.com/office/drawing/2014/main" id="{3DBE938F-074B-4ACA-9250-C691D83B7A88}"/>
                </a:ext>
              </a:extLst>
            </p:cNvPr>
            <p:cNvSpPr/>
            <p:nvPr/>
          </p:nvSpPr>
          <p:spPr>
            <a:xfrm rot="16200000">
              <a:off x="3639102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738" name="等腰三角形 737">
              <a:extLst>
                <a:ext uri="{FF2B5EF4-FFF2-40B4-BE49-F238E27FC236}">
                  <a16:creationId xmlns:a16="http://schemas.microsoft.com/office/drawing/2014/main" id="{F11B7E1D-BCD7-4946-A649-E23498F696B7}"/>
                </a:ext>
              </a:extLst>
            </p:cNvPr>
            <p:cNvSpPr/>
            <p:nvPr/>
          </p:nvSpPr>
          <p:spPr>
            <a:xfrm rot="16200000">
              <a:off x="3749476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739" name="等腰三角形 738">
              <a:extLst>
                <a:ext uri="{FF2B5EF4-FFF2-40B4-BE49-F238E27FC236}">
                  <a16:creationId xmlns:a16="http://schemas.microsoft.com/office/drawing/2014/main" id="{CE83D8AB-DFFC-4C84-AE9C-CD8881344598}"/>
                </a:ext>
              </a:extLst>
            </p:cNvPr>
            <p:cNvSpPr/>
            <p:nvPr/>
          </p:nvSpPr>
          <p:spPr>
            <a:xfrm rot="16200000">
              <a:off x="3749476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740" name="等腰三角形 739">
              <a:extLst>
                <a:ext uri="{FF2B5EF4-FFF2-40B4-BE49-F238E27FC236}">
                  <a16:creationId xmlns:a16="http://schemas.microsoft.com/office/drawing/2014/main" id="{B0057E23-849F-4EFD-AA2C-C03BEEF6B285}"/>
                </a:ext>
              </a:extLst>
            </p:cNvPr>
            <p:cNvSpPr/>
            <p:nvPr/>
          </p:nvSpPr>
          <p:spPr>
            <a:xfrm rot="16200000">
              <a:off x="4274302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741" name="等腰三角形 740">
              <a:extLst>
                <a:ext uri="{FF2B5EF4-FFF2-40B4-BE49-F238E27FC236}">
                  <a16:creationId xmlns:a16="http://schemas.microsoft.com/office/drawing/2014/main" id="{06E3FBC2-A5F5-436B-97DE-C729C3835B3F}"/>
                </a:ext>
              </a:extLst>
            </p:cNvPr>
            <p:cNvSpPr/>
            <p:nvPr/>
          </p:nvSpPr>
          <p:spPr>
            <a:xfrm rot="16200000">
              <a:off x="4274302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742" name="等腰三角形 741">
              <a:extLst>
                <a:ext uri="{FF2B5EF4-FFF2-40B4-BE49-F238E27FC236}">
                  <a16:creationId xmlns:a16="http://schemas.microsoft.com/office/drawing/2014/main" id="{F56FC14C-3095-4323-80EA-D8A4A33BBC8C}"/>
                </a:ext>
              </a:extLst>
            </p:cNvPr>
            <p:cNvSpPr/>
            <p:nvPr/>
          </p:nvSpPr>
          <p:spPr>
            <a:xfrm rot="16200000">
              <a:off x="4376200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grpSp>
          <p:nvGrpSpPr>
            <p:cNvPr id="743" name="群組 742">
              <a:extLst>
                <a:ext uri="{FF2B5EF4-FFF2-40B4-BE49-F238E27FC236}">
                  <a16:creationId xmlns:a16="http://schemas.microsoft.com/office/drawing/2014/main" id="{E627EE03-0F79-4023-9162-917FFE22E0C5}"/>
                </a:ext>
              </a:extLst>
            </p:cNvPr>
            <p:cNvGrpSpPr/>
            <p:nvPr/>
          </p:nvGrpSpPr>
          <p:grpSpPr>
            <a:xfrm>
              <a:off x="4057671" y="2031019"/>
              <a:ext cx="115586" cy="110880"/>
              <a:chOff x="1373392" y="2391862"/>
              <a:chExt cx="479433" cy="476535"/>
            </a:xfrm>
          </p:grpSpPr>
          <p:sp>
            <p:nvSpPr>
              <p:cNvPr id="746" name="箭號: 向右 745">
                <a:extLst>
                  <a:ext uri="{FF2B5EF4-FFF2-40B4-BE49-F238E27FC236}">
                    <a16:creationId xmlns:a16="http://schemas.microsoft.com/office/drawing/2014/main" id="{223ED27B-C72B-49FB-BB3F-E7CDB78F9EC6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bg1"/>
                  </a:solidFill>
                </a:endParaRPr>
              </a:p>
            </p:txBody>
          </p:sp>
          <p:sp>
            <p:nvSpPr>
              <p:cNvPr id="747" name="箭號: 向右 746">
                <a:extLst>
                  <a:ext uri="{FF2B5EF4-FFF2-40B4-BE49-F238E27FC236}">
                    <a16:creationId xmlns:a16="http://schemas.microsoft.com/office/drawing/2014/main" id="{FF4CA3AD-922B-49C6-9C82-F1BC4FD0D364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4" name="文字方塊 743">
                  <a:extLst>
                    <a:ext uri="{FF2B5EF4-FFF2-40B4-BE49-F238E27FC236}">
                      <a16:creationId xmlns:a16="http://schemas.microsoft.com/office/drawing/2014/main" id="{1F53103D-65C6-44E2-8519-A5F8D6A19FFA}"/>
                    </a:ext>
                  </a:extLst>
                </p:cNvPr>
                <p:cNvSpPr txBox="1"/>
                <p:nvPr/>
              </p:nvSpPr>
              <p:spPr>
                <a:xfrm>
                  <a:off x="3846649" y="1611273"/>
                  <a:ext cx="411859" cy="4658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81" name="文字方塊 280">
                  <a:extLst>
                    <a:ext uri="{FF2B5EF4-FFF2-40B4-BE49-F238E27FC236}">
                      <a16:creationId xmlns:a16="http://schemas.microsoft.com/office/drawing/2014/main" id="{357E4E1B-4A41-4D4A-A176-928D46A996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6649" y="1611273"/>
                  <a:ext cx="411859" cy="465854"/>
                </a:xfrm>
                <a:prstGeom prst="rect">
                  <a:avLst/>
                </a:prstGeom>
                <a:blipFill>
                  <a:blip r:embed="rId47"/>
                  <a:stretch>
                    <a:fillRect r="-952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5" name="文字方塊 744">
                  <a:extLst>
                    <a:ext uri="{FF2B5EF4-FFF2-40B4-BE49-F238E27FC236}">
                      <a16:creationId xmlns:a16="http://schemas.microsoft.com/office/drawing/2014/main" id="{E55B8157-FEF0-42A0-BAFC-63542C80BE96}"/>
                    </a:ext>
                  </a:extLst>
                </p:cNvPr>
                <p:cNvSpPr txBox="1"/>
                <p:nvPr/>
              </p:nvSpPr>
              <p:spPr>
                <a:xfrm>
                  <a:off x="4088416" y="1839893"/>
                  <a:ext cx="521830" cy="44250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21" name="文字方塊 520">
                  <a:extLst>
                    <a:ext uri="{FF2B5EF4-FFF2-40B4-BE49-F238E27FC236}">
                      <a16:creationId xmlns:a16="http://schemas.microsoft.com/office/drawing/2014/main" id="{C1B85C49-8CE2-4FAE-93E2-BD2214232C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8416" y="1839893"/>
                  <a:ext cx="521830" cy="442501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48" name="直線接點 747">
            <a:extLst>
              <a:ext uri="{FF2B5EF4-FFF2-40B4-BE49-F238E27FC236}">
                <a16:creationId xmlns:a16="http://schemas.microsoft.com/office/drawing/2014/main" id="{1DB49816-A4F6-42C1-94C7-190E07524227}"/>
              </a:ext>
            </a:extLst>
          </p:cNvPr>
          <p:cNvCxnSpPr>
            <a:cxnSpLocks/>
          </p:cNvCxnSpPr>
          <p:nvPr/>
        </p:nvCxnSpPr>
        <p:spPr>
          <a:xfrm flipV="1">
            <a:off x="8668427" y="2868440"/>
            <a:ext cx="252473" cy="244255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9" name="文字方塊 748">
                <a:extLst>
                  <a:ext uri="{FF2B5EF4-FFF2-40B4-BE49-F238E27FC236}">
                    <a16:creationId xmlns:a16="http://schemas.microsoft.com/office/drawing/2014/main" id="{686DB17F-EB5D-4328-A01A-A6A6330E9C1C}"/>
                  </a:ext>
                </a:extLst>
              </p:cNvPr>
              <p:cNvSpPr txBox="1"/>
              <p:nvPr/>
            </p:nvSpPr>
            <p:spPr>
              <a:xfrm>
                <a:off x="7878080" y="2481484"/>
                <a:ext cx="7155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1, 2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749" name="文字方塊 748">
                <a:extLst>
                  <a:ext uri="{FF2B5EF4-FFF2-40B4-BE49-F238E27FC236}">
                    <a16:creationId xmlns:a16="http://schemas.microsoft.com/office/drawing/2014/main" id="{686DB17F-EB5D-4328-A01A-A6A6330E9C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8080" y="2481484"/>
                <a:ext cx="715550" cy="276999"/>
              </a:xfrm>
              <a:prstGeom prst="rect">
                <a:avLst/>
              </a:prstGeom>
              <a:blipFill>
                <a:blip r:embed="rId49"/>
                <a:stretch>
                  <a:fillRect t="-97826" r="-28814" b="-15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0" name="文字方塊 749">
                <a:extLst>
                  <a:ext uri="{FF2B5EF4-FFF2-40B4-BE49-F238E27FC236}">
                    <a16:creationId xmlns:a16="http://schemas.microsoft.com/office/drawing/2014/main" id="{1A3B7402-1892-4487-8B5E-9AF871E877CC}"/>
                  </a:ext>
                </a:extLst>
              </p:cNvPr>
              <p:cNvSpPr txBox="1"/>
              <p:nvPr/>
            </p:nvSpPr>
            <p:spPr>
              <a:xfrm>
                <a:off x="7829378" y="3541914"/>
                <a:ext cx="81295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−1, −2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750" name="文字方塊 749">
                <a:extLst>
                  <a:ext uri="{FF2B5EF4-FFF2-40B4-BE49-F238E27FC236}">
                    <a16:creationId xmlns:a16="http://schemas.microsoft.com/office/drawing/2014/main" id="{1A3B7402-1892-4487-8B5E-9AF871E877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9378" y="3541914"/>
                <a:ext cx="812954" cy="276999"/>
              </a:xfrm>
              <a:prstGeom prst="rect">
                <a:avLst/>
              </a:prstGeom>
              <a:blipFill>
                <a:blip r:embed="rId50"/>
                <a:stretch>
                  <a:fillRect t="-100000" r="-33582" b="-16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51" name="群組 750">
            <a:extLst>
              <a:ext uri="{FF2B5EF4-FFF2-40B4-BE49-F238E27FC236}">
                <a16:creationId xmlns:a16="http://schemas.microsoft.com/office/drawing/2014/main" id="{466C0129-F676-43B5-8FE2-47ED16AB7811}"/>
              </a:ext>
            </a:extLst>
          </p:cNvPr>
          <p:cNvGrpSpPr/>
          <p:nvPr/>
        </p:nvGrpSpPr>
        <p:grpSpPr>
          <a:xfrm>
            <a:off x="8966486" y="4132850"/>
            <a:ext cx="720000" cy="720000"/>
            <a:chOff x="389151" y="2161357"/>
            <a:chExt cx="1150186" cy="1150186"/>
          </a:xfrm>
        </p:grpSpPr>
        <p:sp>
          <p:nvSpPr>
            <p:cNvPr id="752" name="矩形: 圓角 751">
              <a:extLst>
                <a:ext uri="{FF2B5EF4-FFF2-40B4-BE49-F238E27FC236}">
                  <a16:creationId xmlns:a16="http://schemas.microsoft.com/office/drawing/2014/main" id="{F469B8D9-F948-4EA5-A451-D26F03786B70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753" name="箭號: 左-右雙向 752">
              <a:extLst>
                <a:ext uri="{FF2B5EF4-FFF2-40B4-BE49-F238E27FC236}">
                  <a16:creationId xmlns:a16="http://schemas.microsoft.com/office/drawing/2014/main" id="{E781EE28-4078-4591-96D0-AA2AE80A1786}"/>
                </a:ext>
              </a:extLst>
            </p:cNvPr>
            <p:cNvSpPr/>
            <p:nvPr/>
          </p:nvSpPr>
          <p:spPr>
            <a:xfrm rot="18900000">
              <a:off x="494863" y="2676533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754" name="箭號: 左-右雙向 753">
              <a:extLst>
                <a:ext uri="{FF2B5EF4-FFF2-40B4-BE49-F238E27FC236}">
                  <a16:creationId xmlns:a16="http://schemas.microsoft.com/office/drawing/2014/main" id="{A69A4A40-0B2A-4CF9-BF1C-00275C5285C1}"/>
                </a:ext>
              </a:extLst>
            </p:cNvPr>
            <p:cNvSpPr/>
            <p:nvPr/>
          </p:nvSpPr>
          <p:spPr>
            <a:xfrm rot="18900000">
              <a:off x="1212991" y="2676533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55" name="箭號: 左-右雙向 754">
              <a:extLst>
                <a:ext uri="{FF2B5EF4-FFF2-40B4-BE49-F238E27FC236}">
                  <a16:creationId xmlns:a16="http://schemas.microsoft.com/office/drawing/2014/main" id="{B28983DC-698D-40A8-98EB-D2B8D9AC2B45}"/>
                </a:ext>
              </a:extLst>
            </p:cNvPr>
            <p:cNvSpPr/>
            <p:nvPr/>
          </p:nvSpPr>
          <p:spPr>
            <a:xfrm rot="2700000">
              <a:off x="601031" y="2422198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56" name="箭號: 左-右雙向 755">
              <a:extLst>
                <a:ext uri="{FF2B5EF4-FFF2-40B4-BE49-F238E27FC236}">
                  <a16:creationId xmlns:a16="http://schemas.microsoft.com/office/drawing/2014/main" id="{973CC3AE-EED9-45A8-AC1D-2BBD2D9A72BB}"/>
                </a:ext>
              </a:extLst>
            </p:cNvPr>
            <p:cNvSpPr/>
            <p:nvPr/>
          </p:nvSpPr>
          <p:spPr>
            <a:xfrm rot="2700000">
              <a:off x="1098571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57" name="箭號: 左-右雙向 756">
              <a:extLst>
                <a:ext uri="{FF2B5EF4-FFF2-40B4-BE49-F238E27FC236}">
                  <a16:creationId xmlns:a16="http://schemas.microsoft.com/office/drawing/2014/main" id="{34E7612F-BFF3-413D-9D38-1434759F16AE}"/>
                </a:ext>
              </a:extLst>
            </p:cNvPr>
            <p:cNvSpPr/>
            <p:nvPr/>
          </p:nvSpPr>
          <p:spPr>
            <a:xfrm rot="2700000">
              <a:off x="601034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758" name="箭號: 左-右雙向 757">
              <a:extLst>
                <a:ext uri="{FF2B5EF4-FFF2-40B4-BE49-F238E27FC236}">
                  <a16:creationId xmlns:a16="http://schemas.microsoft.com/office/drawing/2014/main" id="{232A95C9-736C-4BAC-A2EA-2AB7D744DAE0}"/>
                </a:ext>
              </a:extLst>
            </p:cNvPr>
            <p:cNvSpPr/>
            <p:nvPr/>
          </p:nvSpPr>
          <p:spPr>
            <a:xfrm rot="2700000">
              <a:off x="1098570" y="2422198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59" name="箭號: 左-右雙向 758">
              <a:extLst>
                <a:ext uri="{FF2B5EF4-FFF2-40B4-BE49-F238E27FC236}">
                  <a16:creationId xmlns:a16="http://schemas.microsoft.com/office/drawing/2014/main" id="{106D1BE7-31E8-468D-8A2F-B9B72D818C3F}"/>
                </a:ext>
              </a:extLst>
            </p:cNvPr>
            <p:cNvSpPr/>
            <p:nvPr/>
          </p:nvSpPr>
          <p:spPr>
            <a:xfrm rot="18900000">
              <a:off x="844160" y="3043671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60" name="箭號: 左-右雙向 759">
              <a:extLst>
                <a:ext uri="{FF2B5EF4-FFF2-40B4-BE49-F238E27FC236}">
                  <a16:creationId xmlns:a16="http://schemas.microsoft.com/office/drawing/2014/main" id="{56F25E0D-44D3-4454-A5F3-3D0ECCC4B51A}"/>
                </a:ext>
              </a:extLst>
            </p:cNvPr>
            <p:cNvSpPr/>
            <p:nvPr/>
          </p:nvSpPr>
          <p:spPr>
            <a:xfrm rot="18900000">
              <a:off x="844160" y="231192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761" name="群組 760">
            <a:extLst>
              <a:ext uri="{FF2B5EF4-FFF2-40B4-BE49-F238E27FC236}">
                <a16:creationId xmlns:a16="http://schemas.microsoft.com/office/drawing/2014/main" id="{2AC67D5E-B89B-4F3D-92FF-0A18997ECA9C}"/>
              </a:ext>
            </a:extLst>
          </p:cNvPr>
          <p:cNvGrpSpPr/>
          <p:nvPr/>
        </p:nvGrpSpPr>
        <p:grpSpPr>
          <a:xfrm>
            <a:off x="6736617" y="4132850"/>
            <a:ext cx="720000" cy="720000"/>
            <a:chOff x="-756975" y="5254023"/>
            <a:chExt cx="2090057" cy="2090057"/>
          </a:xfrm>
        </p:grpSpPr>
        <p:sp>
          <p:nvSpPr>
            <p:cNvPr id="762" name="矩形: 圓角 761">
              <a:extLst>
                <a:ext uri="{FF2B5EF4-FFF2-40B4-BE49-F238E27FC236}">
                  <a16:creationId xmlns:a16="http://schemas.microsoft.com/office/drawing/2014/main" id="{6A7D2D1C-3FC4-44AD-8E32-BD31ED0DDE4D}"/>
                </a:ext>
              </a:extLst>
            </p:cNvPr>
            <p:cNvSpPr/>
            <p:nvPr/>
          </p:nvSpPr>
          <p:spPr>
            <a:xfrm>
              <a:off x="-756975" y="5254023"/>
              <a:ext cx="2090057" cy="20900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763" name="箭號: 左-右雙向 762">
              <a:extLst>
                <a:ext uri="{FF2B5EF4-FFF2-40B4-BE49-F238E27FC236}">
                  <a16:creationId xmlns:a16="http://schemas.microsoft.com/office/drawing/2014/main" id="{0C0E0F90-09AF-442F-A94B-5FB5FEF9750B}"/>
                </a:ext>
              </a:extLst>
            </p:cNvPr>
            <p:cNvSpPr/>
            <p:nvPr/>
          </p:nvSpPr>
          <p:spPr>
            <a:xfrm rot="10800000">
              <a:off x="-564881" y="6190174"/>
              <a:ext cx="432000" cy="21775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764" name="箭號: 左-右雙向 763">
              <a:extLst>
                <a:ext uri="{FF2B5EF4-FFF2-40B4-BE49-F238E27FC236}">
                  <a16:creationId xmlns:a16="http://schemas.microsoft.com/office/drawing/2014/main" id="{5508F12D-30FA-4BDA-AB5E-8427611302B9}"/>
                </a:ext>
              </a:extLst>
            </p:cNvPr>
            <p:cNvSpPr/>
            <p:nvPr/>
          </p:nvSpPr>
          <p:spPr>
            <a:xfrm rot="10800000">
              <a:off x="740063" y="6190174"/>
              <a:ext cx="432000" cy="21775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65" name="箭號: 左-右雙向 764">
              <a:extLst>
                <a:ext uri="{FF2B5EF4-FFF2-40B4-BE49-F238E27FC236}">
                  <a16:creationId xmlns:a16="http://schemas.microsoft.com/office/drawing/2014/main" id="{3193F649-3786-48A2-8585-67B24DBCE6B3}"/>
                </a:ext>
              </a:extLst>
            </p:cNvPr>
            <p:cNvSpPr/>
            <p:nvPr/>
          </p:nvSpPr>
          <p:spPr>
            <a:xfrm rot="5400000">
              <a:off x="-371955" y="5728013"/>
              <a:ext cx="432000" cy="21775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66" name="箭號: 左-右雙向 765">
              <a:extLst>
                <a:ext uri="{FF2B5EF4-FFF2-40B4-BE49-F238E27FC236}">
                  <a16:creationId xmlns:a16="http://schemas.microsoft.com/office/drawing/2014/main" id="{3A00A83E-0FC4-4CF7-9058-70E0971371F8}"/>
                </a:ext>
              </a:extLst>
            </p:cNvPr>
            <p:cNvSpPr/>
            <p:nvPr/>
          </p:nvSpPr>
          <p:spPr>
            <a:xfrm rot="5400000">
              <a:off x="532146" y="6669520"/>
              <a:ext cx="432000" cy="21775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67" name="箭號: 左-右雙向 766">
              <a:extLst>
                <a:ext uri="{FF2B5EF4-FFF2-40B4-BE49-F238E27FC236}">
                  <a16:creationId xmlns:a16="http://schemas.microsoft.com/office/drawing/2014/main" id="{986088A0-3D2C-4DE1-A9AA-A7487C36632B}"/>
                </a:ext>
              </a:extLst>
            </p:cNvPr>
            <p:cNvSpPr/>
            <p:nvPr/>
          </p:nvSpPr>
          <p:spPr>
            <a:xfrm rot="5400000">
              <a:off x="-371955" y="6669520"/>
              <a:ext cx="432000" cy="21775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768" name="箭號: 左-右雙向 767">
              <a:extLst>
                <a:ext uri="{FF2B5EF4-FFF2-40B4-BE49-F238E27FC236}">
                  <a16:creationId xmlns:a16="http://schemas.microsoft.com/office/drawing/2014/main" id="{B24F2220-EA9A-403F-B8E3-3010CF9D77B1}"/>
                </a:ext>
              </a:extLst>
            </p:cNvPr>
            <p:cNvSpPr/>
            <p:nvPr/>
          </p:nvSpPr>
          <p:spPr>
            <a:xfrm rot="5400000">
              <a:off x="532146" y="5728010"/>
              <a:ext cx="432000" cy="21775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69" name="箭號: 左-右雙向 768">
              <a:extLst>
                <a:ext uri="{FF2B5EF4-FFF2-40B4-BE49-F238E27FC236}">
                  <a16:creationId xmlns:a16="http://schemas.microsoft.com/office/drawing/2014/main" id="{C9088BAF-CF9A-42A7-A68F-60C81177F46A}"/>
                </a:ext>
              </a:extLst>
            </p:cNvPr>
            <p:cNvSpPr/>
            <p:nvPr/>
          </p:nvSpPr>
          <p:spPr>
            <a:xfrm>
              <a:off x="69843" y="6857317"/>
              <a:ext cx="432000" cy="21775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70" name="箭號: 左-右雙向 769">
              <a:extLst>
                <a:ext uri="{FF2B5EF4-FFF2-40B4-BE49-F238E27FC236}">
                  <a16:creationId xmlns:a16="http://schemas.microsoft.com/office/drawing/2014/main" id="{B01A8FA9-AB0C-4ABE-A4CB-133F5BB4DC77}"/>
                </a:ext>
              </a:extLst>
            </p:cNvPr>
            <p:cNvSpPr/>
            <p:nvPr/>
          </p:nvSpPr>
          <p:spPr>
            <a:xfrm>
              <a:off x="69843" y="5527635"/>
              <a:ext cx="432000" cy="21775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grpSp>
        <p:nvGrpSpPr>
          <p:cNvPr id="771" name="群組 770">
            <a:extLst>
              <a:ext uri="{FF2B5EF4-FFF2-40B4-BE49-F238E27FC236}">
                <a16:creationId xmlns:a16="http://schemas.microsoft.com/office/drawing/2014/main" id="{371EC339-79E8-441D-B701-4B278B43DEB5}"/>
              </a:ext>
            </a:extLst>
          </p:cNvPr>
          <p:cNvGrpSpPr/>
          <p:nvPr/>
        </p:nvGrpSpPr>
        <p:grpSpPr>
          <a:xfrm>
            <a:off x="6736617" y="2262887"/>
            <a:ext cx="720000" cy="720000"/>
            <a:chOff x="389151" y="2161357"/>
            <a:chExt cx="1150186" cy="1150186"/>
          </a:xfrm>
        </p:grpSpPr>
        <p:sp>
          <p:nvSpPr>
            <p:cNvPr id="772" name="矩形: 圓角 771">
              <a:extLst>
                <a:ext uri="{FF2B5EF4-FFF2-40B4-BE49-F238E27FC236}">
                  <a16:creationId xmlns:a16="http://schemas.microsoft.com/office/drawing/2014/main" id="{DDF3B3DE-CC7A-4E1A-8908-2E703453ACFF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773" name="箭號: 左-右雙向 772">
              <a:extLst>
                <a:ext uri="{FF2B5EF4-FFF2-40B4-BE49-F238E27FC236}">
                  <a16:creationId xmlns:a16="http://schemas.microsoft.com/office/drawing/2014/main" id="{DCA3AEB6-14E5-4EEE-A2BD-203676775003}"/>
                </a:ext>
              </a:extLst>
            </p:cNvPr>
            <p:cNvSpPr/>
            <p:nvPr/>
          </p:nvSpPr>
          <p:spPr>
            <a:xfrm rot="2700000">
              <a:off x="494863" y="2676533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774" name="箭號: 左-右雙向 773">
              <a:extLst>
                <a:ext uri="{FF2B5EF4-FFF2-40B4-BE49-F238E27FC236}">
                  <a16:creationId xmlns:a16="http://schemas.microsoft.com/office/drawing/2014/main" id="{03E3E493-0134-4200-B85F-BFFD26CD3EC8}"/>
                </a:ext>
              </a:extLst>
            </p:cNvPr>
            <p:cNvSpPr/>
            <p:nvPr/>
          </p:nvSpPr>
          <p:spPr>
            <a:xfrm rot="2700000">
              <a:off x="1212991" y="2676533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75" name="箭號: 左-右雙向 774">
              <a:extLst>
                <a:ext uri="{FF2B5EF4-FFF2-40B4-BE49-F238E27FC236}">
                  <a16:creationId xmlns:a16="http://schemas.microsoft.com/office/drawing/2014/main" id="{36D4C8DE-B4FC-49F0-A37C-52FBE3B31B36}"/>
                </a:ext>
              </a:extLst>
            </p:cNvPr>
            <p:cNvSpPr/>
            <p:nvPr/>
          </p:nvSpPr>
          <p:spPr>
            <a:xfrm rot="18900000">
              <a:off x="601031" y="2422198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76" name="箭號: 左-右雙向 775">
              <a:extLst>
                <a:ext uri="{FF2B5EF4-FFF2-40B4-BE49-F238E27FC236}">
                  <a16:creationId xmlns:a16="http://schemas.microsoft.com/office/drawing/2014/main" id="{CC4102DB-6259-4EE6-B633-2F50C67E7968}"/>
                </a:ext>
              </a:extLst>
            </p:cNvPr>
            <p:cNvSpPr/>
            <p:nvPr/>
          </p:nvSpPr>
          <p:spPr>
            <a:xfrm rot="18900000">
              <a:off x="1098571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77" name="箭號: 左-右雙向 776">
              <a:extLst>
                <a:ext uri="{FF2B5EF4-FFF2-40B4-BE49-F238E27FC236}">
                  <a16:creationId xmlns:a16="http://schemas.microsoft.com/office/drawing/2014/main" id="{3CBB2272-A1BC-40A7-BDA5-11E8F75EEFA3}"/>
                </a:ext>
              </a:extLst>
            </p:cNvPr>
            <p:cNvSpPr/>
            <p:nvPr/>
          </p:nvSpPr>
          <p:spPr>
            <a:xfrm rot="18900000">
              <a:off x="601034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778" name="箭號: 左-右雙向 777">
              <a:extLst>
                <a:ext uri="{FF2B5EF4-FFF2-40B4-BE49-F238E27FC236}">
                  <a16:creationId xmlns:a16="http://schemas.microsoft.com/office/drawing/2014/main" id="{2AC2247E-29B3-4EFE-B688-1C3B50FA98C0}"/>
                </a:ext>
              </a:extLst>
            </p:cNvPr>
            <p:cNvSpPr/>
            <p:nvPr/>
          </p:nvSpPr>
          <p:spPr>
            <a:xfrm rot="18900000">
              <a:off x="1098570" y="2422198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79" name="箭號: 左-右雙向 778">
              <a:extLst>
                <a:ext uri="{FF2B5EF4-FFF2-40B4-BE49-F238E27FC236}">
                  <a16:creationId xmlns:a16="http://schemas.microsoft.com/office/drawing/2014/main" id="{F61BE564-4E33-4069-BFD8-2798A3A87CD4}"/>
                </a:ext>
              </a:extLst>
            </p:cNvPr>
            <p:cNvSpPr/>
            <p:nvPr/>
          </p:nvSpPr>
          <p:spPr>
            <a:xfrm rot="2700000">
              <a:off x="844160" y="3043671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80" name="箭號: 左-右雙向 779">
              <a:extLst>
                <a:ext uri="{FF2B5EF4-FFF2-40B4-BE49-F238E27FC236}">
                  <a16:creationId xmlns:a16="http://schemas.microsoft.com/office/drawing/2014/main" id="{302F4DB2-9407-4602-BBCB-AD547E916DED}"/>
                </a:ext>
              </a:extLst>
            </p:cNvPr>
            <p:cNvSpPr/>
            <p:nvPr/>
          </p:nvSpPr>
          <p:spPr>
            <a:xfrm rot="2700000">
              <a:off x="844160" y="231192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781" name="群組 780">
            <a:extLst>
              <a:ext uri="{FF2B5EF4-FFF2-40B4-BE49-F238E27FC236}">
                <a16:creationId xmlns:a16="http://schemas.microsoft.com/office/drawing/2014/main" id="{9704622D-0396-4542-AAC6-56F5E56FB4B6}"/>
              </a:ext>
            </a:extLst>
          </p:cNvPr>
          <p:cNvGrpSpPr/>
          <p:nvPr/>
        </p:nvGrpSpPr>
        <p:grpSpPr>
          <a:xfrm>
            <a:off x="8966486" y="2262887"/>
            <a:ext cx="720000" cy="720000"/>
            <a:chOff x="6578505" y="2619036"/>
            <a:chExt cx="763200" cy="763200"/>
          </a:xfrm>
        </p:grpSpPr>
        <p:sp>
          <p:nvSpPr>
            <p:cNvPr id="782" name="矩形: 圓角 781">
              <a:extLst>
                <a:ext uri="{FF2B5EF4-FFF2-40B4-BE49-F238E27FC236}">
                  <a16:creationId xmlns:a16="http://schemas.microsoft.com/office/drawing/2014/main" id="{68F0F3CB-9404-4E9A-AE49-433D3B8B5917}"/>
                </a:ext>
              </a:extLst>
            </p:cNvPr>
            <p:cNvSpPr/>
            <p:nvPr/>
          </p:nvSpPr>
          <p:spPr>
            <a:xfrm>
              <a:off x="6578505" y="2619036"/>
              <a:ext cx="763200" cy="7632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783" name="箭號: 左-右雙向 782">
              <a:extLst>
                <a:ext uri="{FF2B5EF4-FFF2-40B4-BE49-F238E27FC236}">
                  <a16:creationId xmlns:a16="http://schemas.microsoft.com/office/drawing/2014/main" id="{C0F08EDE-C953-4B86-9974-2D2748FDE13B}"/>
                </a:ext>
              </a:extLst>
            </p:cNvPr>
            <p:cNvSpPr/>
            <p:nvPr/>
          </p:nvSpPr>
          <p:spPr>
            <a:xfrm rot="5400000">
              <a:off x="6649457" y="2968181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784" name="箭號: 左-右雙向 783">
              <a:extLst>
                <a:ext uri="{FF2B5EF4-FFF2-40B4-BE49-F238E27FC236}">
                  <a16:creationId xmlns:a16="http://schemas.microsoft.com/office/drawing/2014/main" id="{5854EEB2-5C98-4C86-B70F-36043A2A9AA8}"/>
                </a:ext>
              </a:extLst>
            </p:cNvPr>
            <p:cNvSpPr/>
            <p:nvPr/>
          </p:nvSpPr>
          <p:spPr>
            <a:xfrm rot="5400000">
              <a:off x="7125967" y="2968181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85" name="箭號: 左-右雙向 784">
              <a:extLst>
                <a:ext uri="{FF2B5EF4-FFF2-40B4-BE49-F238E27FC236}">
                  <a16:creationId xmlns:a16="http://schemas.microsoft.com/office/drawing/2014/main" id="{86039905-77B3-4554-A03C-F2926C1E2107}"/>
                </a:ext>
              </a:extLst>
            </p:cNvPr>
            <p:cNvSpPr/>
            <p:nvPr/>
          </p:nvSpPr>
          <p:spPr>
            <a:xfrm>
              <a:off x="6719905" y="2799419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786" name="箭號: 左-右雙向 785">
              <a:extLst>
                <a:ext uri="{FF2B5EF4-FFF2-40B4-BE49-F238E27FC236}">
                  <a16:creationId xmlns:a16="http://schemas.microsoft.com/office/drawing/2014/main" id="{198F83E0-9711-4FD4-A348-A69582B1D968}"/>
                </a:ext>
              </a:extLst>
            </p:cNvPr>
            <p:cNvSpPr/>
            <p:nvPr/>
          </p:nvSpPr>
          <p:spPr>
            <a:xfrm>
              <a:off x="7050045" y="3143217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87" name="箭號: 左-右雙向 786">
              <a:extLst>
                <a:ext uri="{FF2B5EF4-FFF2-40B4-BE49-F238E27FC236}">
                  <a16:creationId xmlns:a16="http://schemas.microsoft.com/office/drawing/2014/main" id="{B455BDBB-D147-4911-A2E2-42A343459D96}"/>
                </a:ext>
              </a:extLst>
            </p:cNvPr>
            <p:cNvSpPr/>
            <p:nvPr/>
          </p:nvSpPr>
          <p:spPr>
            <a:xfrm>
              <a:off x="6719905" y="3143218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788" name="箭號: 左-右雙向 787">
              <a:extLst>
                <a:ext uri="{FF2B5EF4-FFF2-40B4-BE49-F238E27FC236}">
                  <a16:creationId xmlns:a16="http://schemas.microsoft.com/office/drawing/2014/main" id="{6A5830DC-34AB-4B37-8B40-80425FCDFB74}"/>
                </a:ext>
              </a:extLst>
            </p:cNvPr>
            <p:cNvSpPr/>
            <p:nvPr/>
          </p:nvSpPr>
          <p:spPr>
            <a:xfrm>
              <a:off x="7050045" y="2799418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89" name="箭號: 左-右雙向 788">
              <a:extLst>
                <a:ext uri="{FF2B5EF4-FFF2-40B4-BE49-F238E27FC236}">
                  <a16:creationId xmlns:a16="http://schemas.microsoft.com/office/drawing/2014/main" id="{55014FF8-6E4F-4FA2-87A0-935C369903FA}"/>
                </a:ext>
              </a:extLst>
            </p:cNvPr>
            <p:cNvSpPr/>
            <p:nvPr/>
          </p:nvSpPr>
          <p:spPr>
            <a:xfrm rot="5400000">
              <a:off x="6881231" y="3211793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90" name="箭號: 左-右雙向 789">
              <a:extLst>
                <a:ext uri="{FF2B5EF4-FFF2-40B4-BE49-F238E27FC236}">
                  <a16:creationId xmlns:a16="http://schemas.microsoft.com/office/drawing/2014/main" id="{045A53CD-AE85-489E-AB28-47270570B0CA}"/>
                </a:ext>
              </a:extLst>
            </p:cNvPr>
            <p:cNvSpPr/>
            <p:nvPr/>
          </p:nvSpPr>
          <p:spPr>
            <a:xfrm rot="5400000">
              <a:off x="6881231" y="2726249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</p:grpSp>
      <p:pic>
        <p:nvPicPr>
          <p:cNvPr id="791" name="圖片 790">
            <a:extLst>
              <a:ext uri="{FF2B5EF4-FFF2-40B4-BE49-F238E27FC236}">
                <a16:creationId xmlns:a16="http://schemas.microsoft.com/office/drawing/2014/main" id="{EE1C0C66-F7B3-4375-B666-27F1B0AC11DC}"/>
              </a:ext>
            </a:extLst>
          </p:cNvPr>
          <p:cNvPicPr>
            <a:picLocks noChangeAspect="1"/>
          </p:cNvPicPr>
          <p:nvPr/>
        </p:nvPicPr>
        <p:blipFill rotWithShape="1">
          <a:blip r:embed="rId3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66698"/>
          <a:stretch/>
        </p:blipFill>
        <p:spPr>
          <a:xfrm>
            <a:off x="7231231" y="61932"/>
            <a:ext cx="2089442" cy="503095"/>
          </a:xfrm>
          <a:prstGeom prst="rect">
            <a:avLst/>
          </a:prstGeom>
        </p:spPr>
      </p:pic>
      <p:grpSp>
        <p:nvGrpSpPr>
          <p:cNvPr id="792" name="群組 791">
            <a:extLst>
              <a:ext uri="{FF2B5EF4-FFF2-40B4-BE49-F238E27FC236}">
                <a16:creationId xmlns:a16="http://schemas.microsoft.com/office/drawing/2014/main" id="{AD97ECF3-8E4E-4087-8814-E6C9D8943CBB}"/>
              </a:ext>
            </a:extLst>
          </p:cNvPr>
          <p:cNvGrpSpPr/>
          <p:nvPr/>
        </p:nvGrpSpPr>
        <p:grpSpPr>
          <a:xfrm>
            <a:off x="4751334" y="887026"/>
            <a:ext cx="410936" cy="425908"/>
            <a:chOff x="7960181" y="-570952"/>
            <a:chExt cx="410936" cy="425908"/>
          </a:xfrm>
        </p:grpSpPr>
        <p:grpSp>
          <p:nvGrpSpPr>
            <p:cNvPr id="793" name="群組 792">
              <a:extLst>
                <a:ext uri="{FF2B5EF4-FFF2-40B4-BE49-F238E27FC236}">
                  <a16:creationId xmlns:a16="http://schemas.microsoft.com/office/drawing/2014/main" id="{3FBF50C1-E122-4678-90A7-F42FD4659295}"/>
                </a:ext>
              </a:extLst>
            </p:cNvPr>
            <p:cNvGrpSpPr/>
            <p:nvPr/>
          </p:nvGrpSpPr>
          <p:grpSpPr>
            <a:xfrm>
              <a:off x="8100260" y="-309536"/>
              <a:ext cx="76622" cy="73502"/>
              <a:chOff x="1373392" y="2391862"/>
              <a:chExt cx="479433" cy="476535"/>
            </a:xfrm>
          </p:grpSpPr>
          <p:sp>
            <p:nvSpPr>
              <p:cNvPr id="796" name="箭號: 向右 795">
                <a:extLst>
                  <a:ext uri="{FF2B5EF4-FFF2-40B4-BE49-F238E27FC236}">
                    <a16:creationId xmlns:a16="http://schemas.microsoft.com/office/drawing/2014/main" id="{A2B1256B-73B0-4FEE-925F-FA62E28A431E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797" name="箭號: 向右 796">
                <a:extLst>
                  <a:ext uri="{FF2B5EF4-FFF2-40B4-BE49-F238E27FC236}">
                    <a16:creationId xmlns:a16="http://schemas.microsoft.com/office/drawing/2014/main" id="{90136903-3F01-45E8-B29B-33E72838D7D7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4" name="文字方塊 793">
                  <a:extLst>
                    <a:ext uri="{FF2B5EF4-FFF2-40B4-BE49-F238E27FC236}">
                      <a16:creationId xmlns:a16="http://schemas.microsoft.com/office/drawing/2014/main" id="{7CCE8AFC-6296-449E-9C2D-3E8DD4FAC989}"/>
                    </a:ext>
                  </a:extLst>
                </p:cNvPr>
                <p:cNvSpPr txBox="1"/>
                <p:nvPr/>
              </p:nvSpPr>
              <p:spPr>
                <a:xfrm>
                  <a:off x="7960181" y="-570952"/>
                  <a:ext cx="290616" cy="2832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336" name="文字方塊 335">
                  <a:extLst>
                    <a:ext uri="{FF2B5EF4-FFF2-40B4-BE49-F238E27FC236}">
                      <a16:creationId xmlns:a16="http://schemas.microsoft.com/office/drawing/2014/main" id="{98FFEB17-4683-4E4A-8B51-31205C20D1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0181" y="-570952"/>
                  <a:ext cx="290616" cy="283219"/>
                </a:xfrm>
                <a:prstGeom prst="rect">
                  <a:avLst/>
                </a:prstGeom>
                <a:blipFill>
                  <a:blip r:embed="rId5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5" name="文字方塊 794">
                  <a:extLst>
                    <a:ext uri="{FF2B5EF4-FFF2-40B4-BE49-F238E27FC236}">
                      <a16:creationId xmlns:a16="http://schemas.microsoft.com/office/drawing/2014/main" id="{A6939A8A-44B3-4F4D-A0AB-0315288F6630}"/>
                    </a:ext>
                  </a:extLst>
                </p:cNvPr>
                <p:cNvSpPr txBox="1"/>
                <p:nvPr/>
              </p:nvSpPr>
              <p:spPr>
                <a:xfrm>
                  <a:off x="8113627" y="-414348"/>
                  <a:ext cx="257490" cy="2693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337" name="文字方塊 336">
                  <a:extLst>
                    <a:ext uri="{FF2B5EF4-FFF2-40B4-BE49-F238E27FC236}">
                      <a16:creationId xmlns:a16="http://schemas.microsoft.com/office/drawing/2014/main" id="{BF77865C-B228-4F50-8038-46389ADA4E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13627" y="-414348"/>
                  <a:ext cx="257490" cy="269304"/>
                </a:xfrm>
                <a:prstGeom prst="rect">
                  <a:avLst/>
                </a:prstGeom>
                <a:blipFill>
                  <a:blip r:embed="rId52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98" name="文字方塊 797">
                <a:extLst>
                  <a:ext uri="{FF2B5EF4-FFF2-40B4-BE49-F238E27FC236}">
                    <a16:creationId xmlns:a16="http://schemas.microsoft.com/office/drawing/2014/main" id="{4BEF5688-78F2-4297-A73C-92BA15D26AD7}"/>
                  </a:ext>
                </a:extLst>
              </p:cNvPr>
              <p:cNvSpPr txBox="1"/>
              <p:nvPr/>
            </p:nvSpPr>
            <p:spPr>
              <a:xfrm>
                <a:off x="4064857" y="591731"/>
                <a:ext cx="167359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798" name="文字方塊 797">
                <a:extLst>
                  <a:ext uri="{FF2B5EF4-FFF2-40B4-BE49-F238E27FC236}">
                    <a16:creationId xmlns:a16="http://schemas.microsoft.com/office/drawing/2014/main" id="{4BEF5688-78F2-4297-A73C-92BA15D26A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857" y="591731"/>
                <a:ext cx="1673596" cy="276999"/>
              </a:xfrm>
              <a:prstGeom prst="rect">
                <a:avLst/>
              </a:prstGeom>
              <a:blipFill>
                <a:blip r:embed="rId53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9" name="文字方塊 798">
                <a:extLst>
                  <a:ext uri="{FF2B5EF4-FFF2-40B4-BE49-F238E27FC236}">
                    <a16:creationId xmlns:a16="http://schemas.microsoft.com/office/drawing/2014/main" id="{B12D4A1C-4E9B-48F2-9DBC-647FF2CE6FE6}"/>
                  </a:ext>
                </a:extLst>
              </p:cNvPr>
              <p:cNvSpPr txBox="1"/>
              <p:nvPr/>
            </p:nvSpPr>
            <p:spPr>
              <a:xfrm>
                <a:off x="3187277" y="3158810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799" name="文字方塊 798">
                <a:extLst>
                  <a:ext uri="{FF2B5EF4-FFF2-40B4-BE49-F238E27FC236}">
                    <a16:creationId xmlns:a16="http://schemas.microsoft.com/office/drawing/2014/main" id="{B12D4A1C-4E9B-48F2-9DBC-647FF2CE6F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7277" y="3158810"/>
                <a:ext cx="1150186" cy="276999"/>
              </a:xfrm>
              <a:prstGeom prst="rect">
                <a:avLst/>
              </a:prstGeom>
              <a:blipFill>
                <a:blip r:embed="rId54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0" name="文字方塊 799">
                <a:extLst>
                  <a:ext uri="{FF2B5EF4-FFF2-40B4-BE49-F238E27FC236}">
                    <a16:creationId xmlns:a16="http://schemas.microsoft.com/office/drawing/2014/main" id="{01D3F9FC-168D-4E0E-A864-F432C874A58A}"/>
                  </a:ext>
                </a:extLst>
              </p:cNvPr>
              <p:cNvSpPr txBox="1"/>
              <p:nvPr/>
            </p:nvSpPr>
            <p:spPr>
              <a:xfrm>
                <a:off x="5424934" y="1280112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800" name="文字方塊 799">
                <a:extLst>
                  <a:ext uri="{FF2B5EF4-FFF2-40B4-BE49-F238E27FC236}">
                    <a16:creationId xmlns:a16="http://schemas.microsoft.com/office/drawing/2014/main" id="{01D3F9FC-168D-4E0E-A864-F432C874A5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4934" y="1280112"/>
                <a:ext cx="1150186" cy="276999"/>
              </a:xfrm>
              <a:prstGeom prst="rect">
                <a:avLst/>
              </a:prstGeom>
              <a:blipFill>
                <a:blip r:embed="rId55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1" name="文字方塊 800">
                <a:extLst>
                  <a:ext uri="{FF2B5EF4-FFF2-40B4-BE49-F238E27FC236}">
                    <a16:creationId xmlns:a16="http://schemas.microsoft.com/office/drawing/2014/main" id="{452CB5F2-FBAD-44A7-9C31-08E63DEAB69E}"/>
                  </a:ext>
                </a:extLst>
              </p:cNvPr>
              <p:cNvSpPr txBox="1"/>
              <p:nvPr/>
            </p:nvSpPr>
            <p:spPr>
              <a:xfrm>
                <a:off x="4326562" y="3875548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801" name="文字方塊 800">
                <a:extLst>
                  <a:ext uri="{FF2B5EF4-FFF2-40B4-BE49-F238E27FC236}">
                    <a16:creationId xmlns:a16="http://schemas.microsoft.com/office/drawing/2014/main" id="{452CB5F2-FBAD-44A7-9C31-08E63DEAB6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6562" y="3875548"/>
                <a:ext cx="1150186" cy="276999"/>
              </a:xfrm>
              <a:prstGeom prst="rect">
                <a:avLst/>
              </a:prstGeom>
              <a:blipFill>
                <a:blip r:embed="rId5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02" name="圖片 801">
            <a:extLst>
              <a:ext uri="{FF2B5EF4-FFF2-40B4-BE49-F238E27FC236}">
                <a16:creationId xmlns:a16="http://schemas.microsoft.com/office/drawing/2014/main" id="{698729F7-7776-4D7C-84FD-DC3DDEA4C608}"/>
              </a:ext>
            </a:extLst>
          </p:cNvPr>
          <p:cNvPicPr>
            <a:picLocks noChangeAspect="1"/>
          </p:cNvPicPr>
          <p:nvPr/>
        </p:nvPicPr>
        <p:blipFill rotWithShape="1">
          <a:blip r:embed="rId2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81" t="8908" r="4868" b="70278"/>
          <a:stretch/>
        </p:blipFill>
        <p:spPr>
          <a:xfrm>
            <a:off x="5280844" y="840462"/>
            <a:ext cx="236737" cy="7549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03" name="文字方塊 802">
                <a:extLst>
                  <a:ext uri="{FF2B5EF4-FFF2-40B4-BE49-F238E27FC236}">
                    <a16:creationId xmlns:a16="http://schemas.microsoft.com/office/drawing/2014/main" id="{F36083C2-6960-4179-B5AF-906BB47BA842}"/>
                  </a:ext>
                </a:extLst>
              </p:cNvPr>
              <p:cNvSpPr txBox="1"/>
              <p:nvPr/>
            </p:nvSpPr>
            <p:spPr>
              <a:xfrm rot="5400000">
                <a:off x="5173106" y="1212637"/>
                <a:ext cx="3995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803" name="文字方塊 802">
                <a:extLst>
                  <a:ext uri="{FF2B5EF4-FFF2-40B4-BE49-F238E27FC236}">
                    <a16:creationId xmlns:a16="http://schemas.microsoft.com/office/drawing/2014/main" id="{F36083C2-6960-4179-B5AF-906BB47BA8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5173106" y="1212637"/>
                <a:ext cx="399520" cy="307777"/>
              </a:xfrm>
              <a:prstGeom prst="rect">
                <a:avLst/>
              </a:prstGeom>
              <a:blipFill>
                <a:blip r:embed="rId5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4" name="直線接點 803">
            <a:extLst>
              <a:ext uri="{FF2B5EF4-FFF2-40B4-BE49-F238E27FC236}">
                <a16:creationId xmlns:a16="http://schemas.microsoft.com/office/drawing/2014/main" id="{C0257FBA-AF3B-4822-B33B-84D6C4AEA295}"/>
              </a:ext>
            </a:extLst>
          </p:cNvPr>
          <p:cNvCxnSpPr>
            <a:cxnSpLocks/>
          </p:cNvCxnSpPr>
          <p:nvPr/>
        </p:nvCxnSpPr>
        <p:spPr>
          <a:xfrm>
            <a:off x="4073074" y="2987424"/>
            <a:ext cx="650875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05" name="直線接點 804">
            <a:extLst>
              <a:ext uri="{FF2B5EF4-FFF2-40B4-BE49-F238E27FC236}">
                <a16:creationId xmlns:a16="http://schemas.microsoft.com/office/drawing/2014/main" id="{A8D980CA-FECA-4EA5-935C-0A6DCC13BA79}"/>
              </a:ext>
            </a:extLst>
          </p:cNvPr>
          <p:cNvCxnSpPr>
            <a:cxnSpLocks/>
          </p:cNvCxnSpPr>
          <p:nvPr/>
        </p:nvCxnSpPr>
        <p:spPr>
          <a:xfrm>
            <a:off x="5170354" y="3316037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06" name="直線接點 805">
            <a:extLst>
              <a:ext uri="{FF2B5EF4-FFF2-40B4-BE49-F238E27FC236}">
                <a16:creationId xmlns:a16="http://schemas.microsoft.com/office/drawing/2014/main" id="{CF7738A4-C73B-447B-9B96-822DA2D0FD19}"/>
              </a:ext>
            </a:extLst>
          </p:cNvPr>
          <p:cNvCxnSpPr>
            <a:cxnSpLocks/>
          </p:cNvCxnSpPr>
          <p:nvPr/>
        </p:nvCxnSpPr>
        <p:spPr>
          <a:xfrm flipV="1">
            <a:off x="4178762" y="3201080"/>
            <a:ext cx="332143" cy="3213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807" name="圖片 806">
            <a:extLst>
              <a:ext uri="{FF2B5EF4-FFF2-40B4-BE49-F238E27FC236}">
                <a16:creationId xmlns:a16="http://schemas.microsoft.com/office/drawing/2014/main" id="{A54F52FD-C44B-4EF1-8B5E-ED4EC024C8B5}"/>
              </a:ext>
            </a:extLst>
          </p:cNvPr>
          <p:cNvPicPr>
            <a:picLocks noChangeAspect="1"/>
          </p:cNvPicPr>
          <p:nvPr/>
        </p:nvPicPr>
        <p:blipFill rotWithShape="1">
          <a:blip r:embed="rId5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66529"/>
          <a:stretch/>
        </p:blipFill>
        <p:spPr>
          <a:xfrm>
            <a:off x="3990691" y="92779"/>
            <a:ext cx="1975922" cy="4977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08" name="文字方塊 807">
                <a:extLst>
                  <a:ext uri="{FF2B5EF4-FFF2-40B4-BE49-F238E27FC236}">
                    <a16:creationId xmlns:a16="http://schemas.microsoft.com/office/drawing/2014/main" id="{368E2D1B-ED9F-4579-A279-8B4715F5FCD4}"/>
                  </a:ext>
                </a:extLst>
              </p:cNvPr>
              <p:cNvSpPr txBox="1"/>
              <p:nvPr/>
            </p:nvSpPr>
            <p:spPr>
              <a:xfrm>
                <a:off x="3187277" y="1280112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808" name="文字方塊 807">
                <a:extLst>
                  <a:ext uri="{FF2B5EF4-FFF2-40B4-BE49-F238E27FC236}">
                    <a16:creationId xmlns:a16="http://schemas.microsoft.com/office/drawing/2014/main" id="{368E2D1B-ED9F-4579-A279-8B4715F5FC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7277" y="1280112"/>
                <a:ext cx="1150186" cy="276999"/>
              </a:xfrm>
              <a:prstGeom prst="rect">
                <a:avLst/>
              </a:prstGeom>
              <a:blipFill>
                <a:blip r:embed="rId59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9" name="文字方塊 808">
                <a:extLst>
                  <a:ext uri="{FF2B5EF4-FFF2-40B4-BE49-F238E27FC236}">
                    <a16:creationId xmlns:a16="http://schemas.microsoft.com/office/drawing/2014/main" id="{BFC46D1A-C995-4FDE-A12D-184CDA240244}"/>
                  </a:ext>
                </a:extLst>
              </p:cNvPr>
              <p:cNvSpPr txBox="1"/>
              <p:nvPr/>
            </p:nvSpPr>
            <p:spPr>
              <a:xfrm>
                <a:off x="5505927" y="3158810"/>
                <a:ext cx="988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809" name="文字方塊 808">
                <a:extLst>
                  <a:ext uri="{FF2B5EF4-FFF2-40B4-BE49-F238E27FC236}">
                    <a16:creationId xmlns:a16="http://schemas.microsoft.com/office/drawing/2014/main" id="{BFC46D1A-C995-4FDE-A12D-184CDA2402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5927" y="3158810"/>
                <a:ext cx="988200" cy="276999"/>
              </a:xfrm>
              <a:prstGeom prst="rect">
                <a:avLst/>
              </a:prstGeom>
              <a:blipFill>
                <a:blip r:embed="rId60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10" name="圖片 809">
            <a:extLst>
              <a:ext uri="{FF2B5EF4-FFF2-40B4-BE49-F238E27FC236}">
                <a16:creationId xmlns:a16="http://schemas.microsoft.com/office/drawing/2014/main" id="{70D3AA0B-696E-4095-8C4D-1C0C2434A4DD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502495" y="2697926"/>
            <a:ext cx="868304" cy="901700"/>
          </a:xfrm>
          <a:prstGeom prst="rect">
            <a:avLst/>
          </a:prstGeom>
        </p:spPr>
      </p:pic>
      <p:grpSp>
        <p:nvGrpSpPr>
          <p:cNvPr id="811" name="群組 810">
            <a:extLst>
              <a:ext uri="{FF2B5EF4-FFF2-40B4-BE49-F238E27FC236}">
                <a16:creationId xmlns:a16="http://schemas.microsoft.com/office/drawing/2014/main" id="{572DB2C6-99B9-4E59-A3D7-61A6E698250F}"/>
              </a:ext>
            </a:extLst>
          </p:cNvPr>
          <p:cNvGrpSpPr/>
          <p:nvPr/>
        </p:nvGrpSpPr>
        <p:grpSpPr>
          <a:xfrm>
            <a:off x="4541655" y="4844122"/>
            <a:ext cx="720000" cy="720000"/>
            <a:chOff x="801581" y="4966326"/>
            <a:chExt cx="1150186" cy="1150186"/>
          </a:xfrm>
        </p:grpSpPr>
        <p:sp>
          <p:nvSpPr>
            <p:cNvPr id="812" name="矩形: 圓角 811">
              <a:extLst>
                <a:ext uri="{FF2B5EF4-FFF2-40B4-BE49-F238E27FC236}">
                  <a16:creationId xmlns:a16="http://schemas.microsoft.com/office/drawing/2014/main" id="{DFF4FAEC-89D2-47D9-AC02-AE709A232E91}"/>
                </a:ext>
              </a:extLst>
            </p:cNvPr>
            <p:cNvSpPr/>
            <p:nvPr/>
          </p:nvSpPr>
          <p:spPr>
            <a:xfrm>
              <a:off x="801581" y="4966326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13" name="橢圓 812">
              <a:extLst>
                <a:ext uri="{FF2B5EF4-FFF2-40B4-BE49-F238E27FC236}">
                  <a16:creationId xmlns:a16="http://schemas.microsoft.com/office/drawing/2014/main" id="{E7F3C432-EC4E-46AA-B270-E83D10DA6CD8}"/>
                </a:ext>
              </a:extLst>
            </p:cNvPr>
            <p:cNvSpPr/>
            <p:nvPr/>
          </p:nvSpPr>
          <p:spPr>
            <a:xfrm>
              <a:off x="1269795" y="5070149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14" name="橢圓 813">
              <a:extLst>
                <a:ext uri="{FF2B5EF4-FFF2-40B4-BE49-F238E27FC236}">
                  <a16:creationId xmlns:a16="http://schemas.microsoft.com/office/drawing/2014/main" id="{B38174C0-AB07-4BE9-97B8-5727C200452D}"/>
                </a:ext>
              </a:extLst>
            </p:cNvPr>
            <p:cNvSpPr/>
            <p:nvPr/>
          </p:nvSpPr>
          <p:spPr>
            <a:xfrm>
              <a:off x="1269795" y="580560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15" name="橢圓 814">
              <a:extLst>
                <a:ext uri="{FF2B5EF4-FFF2-40B4-BE49-F238E27FC236}">
                  <a16:creationId xmlns:a16="http://schemas.microsoft.com/office/drawing/2014/main" id="{A2C974D9-F5F3-421D-95A7-4FD78FC9C0FF}"/>
                </a:ext>
              </a:extLst>
            </p:cNvPr>
            <p:cNvSpPr/>
            <p:nvPr/>
          </p:nvSpPr>
          <p:spPr>
            <a:xfrm>
              <a:off x="1633048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16" name="橢圓 815">
              <a:extLst>
                <a:ext uri="{FF2B5EF4-FFF2-40B4-BE49-F238E27FC236}">
                  <a16:creationId xmlns:a16="http://schemas.microsoft.com/office/drawing/2014/main" id="{CA5A098E-2E19-4497-A911-085416B1A36E}"/>
                </a:ext>
              </a:extLst>
            </p:cNvPr>
            <p:cNvSpPr/>
            <p:nvPr/>
          </p:nvSpPr>
          <p:spPr>
            <a:xfrm>
              <a:off x="895950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17" name="橢圓 816">
              <a:extLst>
                <a:ext uri="{FF2B5EF4-FFF2-40B4-BE49-F238E27FC236}">
                  <a16:creationId xmlns:a16="http://schemas.microsoft.com/office/drawing/2014/main" id="{20393FBA-7C15-40A9-93C3-8909DD5ACAC5}"/>
                </a:ext>
              </a:extLst>
            </p:cNvPr>
            <p:cNvSpPr/>
            <p:nvPr/>
          </p:nvSpPr>
          <p:spPr>
            <a:xfrm>
              <a:off x="1006324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18" name="橢圓 817">
              <a:extLst>
                <a:ext uri="{FF2B5EF4-FFF2-40B4-BE49-F238E27FC236}">
                  <a16:creationId xmlns:a16="http://schemas.microsoft.com/office/drawing/2014/main" id="{E5E34C90-F38B-4516-B1CF-5371910F43D3}"/>
                </a:ext>
              </a:extLst>
            </p:cNvPr>
            <p:cNvSpPr/>
            <p:nvPr/>
          </p:nvSpPr>
          <p:spPr>
            <a:xfrm>
              <a:off x="1006324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19" name="橢圓 818">
              <a:extLst>
                <a:ext uri="{FF2B5EF4-FFF2-40B4-BE49-F238E27FC236}">
                  <a16:creationId xmlns:a16="http://schemas.microsoft.com/office/drawing/2014/main" id="{C9DA1F5D-736C-4C09-BDB4-3E2968765E96}"/>
                </a:ext>
              </a:extLst>
            </p:cNvPr>
            <p:cNvSpPr/>
            <p:nvPr/>
          </p:nvSpPr>
          <p:spPr>
            <a:xfrm>
              <a:off x="1531150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20" name="橢圓 819">
              <a:extLst>
                <a:ext uri="{FF2B5EF4-FFF2-40B4-BE49-F238E27FC236}">
                  <a16:creationId xmlns:a16="http://schemas.microsoft.com/office/drawing/2014/main" id="{7FE19ADC-D3ED-497B-9C6F-A27745F70650}"/>
                </a:ext>
              </a:extLst>
            </p:cNvPr>
            <p:cNvSpPr/>
            <p:nvPr/>
          </p:nvSpPr>
          <p:spPr>
            <a:xfrm>
              <a:off x="1531150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21" name="等腰三角形 820">
              <a:extLst>
                <a:ext uri="{FF2B5EF4-FFF2-40B4-BE49-F238E27FC236}">
                  <a16:creationId xmlns:a16="http://schemas.microsoft.com/office/drawing/2014/main" id="{31838CAC-AF0A-4EA1-A089-2696E3D5567D}"/>
                </a:ext>
              </a:extLst>
            </p:cNvPr>
            <p:cNvSpPr/>
            <p:nvPr/>
          </p:nvSpPr>
          <p:spPr>
            <a:xfrm rot="5400000" flipH="1">
              <a:off x="1342194" y="5038456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22" name="等腰三角形 821">
              <a:extLst>
                <a:ext uri="{FF2B5EF4-FFF2-40B4-BE49-F238E27FC236}">
                  <a16:creationId xmlns:a16="http://schemas.microsoft.com/office/drawing/2014/main" id="{7359E3FA-FAA0-41D5-A4FD-D63EA4F70701}"/>
                </a:ext>
              </a:extLst>
            </p:cNvPr>
            <p:cNvSpPr/>
            <p:nvPr/>
          </p:nvSpPr>
          <p:spPr>
            <a:xfrm rot="5400000" flipH="1">
              <a:off x="1342194" y="577254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23" name="等腰三角形 822">
              <a:extLst>
                <a:ext uri="{FF2B5EF4-FFF2-40B4-BE49-F238E27FC236}">
                  <a16:creationId xmlns:a16="http://schemas.microsoft.com/office/drawing/2014/main" id="{2A415FDD-3550-4878-97C5-6FCEE1D6F475}"/>
                </a:ext>
              </a:extLst>
            </p:cNvPr>
            <p:cNvSpPr/>
            <p:nvPr/>
          </p:nvSpPr>
          <p:spPr>
            <a:xfrm rot="5400000" flipH="1">
              <a:off x="968349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24" name="等腰三角形 823">
              <a:extLst>
                <a:ext uri="{FF2B5EF4-FFF2-40B4-BE49-F238E27FC236}">
                  <a16:creationId xmlns:a16="http://schemas.microsoft.com/office/drawing/2014/main" id="{4A2E90C1-F639-41CD-8FEC-062261AB3B43}"/>
                </a:ext>
              </a:extLst>
            </p:cNvPr>
            <p:cNvSpPr/>
            <p:nvPr/>
          </p:nvSpPr>
          <p:spPr>
            <a:xfrm rot="5400000" flipH="1">
              <a:off x="1078723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25" name="等腰三角形 824">
              <a:extLst>
                <a:ext uri="{FF2B5EF4-FFF2-40B4-BE49-F238E27FC236}">
                  <a16:creationId xmlns:a16="http://schemas.microsoft.com/office/drawing/2014/main" id="{989475B1-7C4C-460E-8CB1-A19E6F109275}"/>
                </a:ext>
              </a:extLst>
            </p:cNvPr>
            <p:cNvSpPr/>
            <p:nvPr/>
          </p:nvSpPr>
          <p:spPr>
            <a:xfrm rot="5400000" flipH="1">
              <a:off x="1078723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26" name="等腰三角形 825">
              <a:extLst>
                <a:ext uri="{FF2B5EF4-FFF2-40B4-BE49-F238E27FC236}">
                  <a16:creationId xmlns:a16="http://schemas.microsoft.com/office/drawing/2014/main" id="{C2A36FDE-27AF-41F1-BFA6-749CDA29D96F}"/>
                </a:ext>
              </a:extLst>
            </p:cNvPr>
            <p:cNvSpPr/>
            <p:nvPr/>
          </p:nvSpPr>
          <p:spPr>
            <a:xfrm rot="5400000" flipH="1">
              <a:off x="1603549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27" name="等腰三角形 826">
              <a:extLst>
                <a:ext uri="{FF2B5EF4-FFF2-40B4-BE49-F238E27FC236}">
                  <a16:creationId xmlns:a16="http://schemas.microsoft.com/office/drawing/2014/main" id="{EEA3CEDC-2E56-4081-A917-6AB390D7FF29}"/>
                </a:ext>
              </a:extLst>
            </p:cNvPr>
            <p:cNvSpPr/>
            <p:nvPr/>
          </p:nvSpPr>
          <p:spPr>
            <a:xfrm rot="5400000" flipH="1">
              <a:off x="1603549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28" name="等腰三角形 827">
              <a:extLst>
                <a:ext uri="{FF2B5EF4-FFF2-40B4-BE49-F238E27FC236}">
                  <a16:creationId xmlns:a16="http://schemas.microsoft.com/office/drawing/2014/main" id="{FE029850-C9EE-4EE2-8DF9-24C692F12483}"/>
                </a:ext>
              </a:extLst>
            </p:cNvPr>
            <p:cNvSpPr/>
            <p:nvPr/>
          </p:nvSpPr>
          <p:spPr>
            <a:xfrm rot="5400000" flipH="1">
              <a:off x="1705447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829" name="群組 828">
            <a:extLst>
              <a:ext uri="{FF2B5EF4-FFF2-40B4-BE49-F238E27FC236}">
                <a16:creationId xmlns:a16="http://schemas.microsoft.com/office/drawing/2014/main" id="{779D7E49-E7A3-4B11-9903-001419B24642}"/>
              </a:ext>
            </a:extLst>
          </p:cNvPr>
          <p:cNvGrpSpPr/>
          <p:nvPr/>
        </p:nvGrpSpPr>
        <p:grpSpPr>
          <a:xfrm>
            <a:off x="5640027" y="2262887"/>
            <a:ext cx="720000" cy="720000"/>
            <a:chOff x="3463278" y="4507593"/>
            <a:chExt cx="1150186" cy="1150186"/>
          </a:xfrm>
        </p:grpSpPr>
        <p:sp>
          <p:nvSpPr>
            <p:cNvPr id="830" name="矩形: 圓角 829">
              <a:extLst>
                <a:ext uri="{FF2B5EF4-FFF2-40B4-BE49-F238E27FC236}">
                  <a16:creationId xmlns:a16="http://schemas.microsoft.com/office/drawing/2014/main" id="{C53CFC1E-C47E-418E-8FE5-11EF2066FEB6}"/>
                </a:ext>
              </a:extLst>
            </p:cNvPr>
            <p:cNvSpPr/>
            <p:nvPr/>
          </p:nvSpPr>
          <p:spPr>
            <a:xfrm>
              <a:off x="3463278" y="4507593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31" name="箭號: 左-右雙向 830">
              <a:extLst>
                <a:ext uri="{FF2B5EF4-FFF2-40B4-BE49-F238E27FC236}">
                  <a16:creationId xmlns:a16="http://schemas.microsoft.com/office/drawing/2014/main" id="{3572463A-6D13-46C3-BBC9-C8E3FCA46577}"/>
                </a:ext>
              </a:extLst>
            </p:cNvPr>
            <p:cNvSpPr/>
            <p:nvPr/>
          </p:nvSpPr>
          <p:spPr>
            <a:xfrm rot="5400000">
              <a:off x="3570206" y="4997510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32" name="箭號: 左-右雙向 831">
              <a:extLst>
                <a:ext uri="{FF2B5EF4-FFF2-40B4-BE49-F238E27FC236}">
                  <a16:creationId xmlns:a16="http://schemas.microsoft.com/office/drawing/2014/main" id="{F63A6D54-D2FE-421B-AA42-D02DB865D765}"/>
                </a:ext>
              </a:extLst>
            </p:cNvPr>
            <p:cNvSpPr/>
            <p:nvPr/>
          </p:nvSpPr>
          <p:spPr>
            <a:xfrm rot="5400000">
              <a:off x="4288335" y="4997510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33" name="箭號: 左-右雙向 832">
              <a:extLst>
                <a:ext uri="{FF2B5EF4-FFF2-40B4-BE49-F238E27FC236}">
                  <a16:creationId xmlns:a16="http://schemas.microsoft.com/office/drawing/2014/main" id="{F5DF313D-A37A-4565-A5CE-BFDFCF38BCDE}"/>
                </a:ext>
              </a:extLst>
            </p:cNvPr>
            <p:cNvSpPr/>
            <p:nvPr/>
          </p:nvSpPr>
          <p:spPr>
            <a:xfrm rot="5400000">
              <a:off x="3676376" y="4743175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34" name="箭號: 左-右雙向 833">
              <a:extLst>
                <a:ext uri="{FF2B5EF4-FFF2-40B4-BE49-F238E27FC236}">
                  <a16:creationId xmlns:a16="http://schemas.microsoft.com/office/drawing/2014/main" id="{FD8368BB-AD10-43EE-8BAF-3FDF4362D195}"/>
                </a:ext>
              </a:extLst>
            </p:cNvPr>
            <p:cNvSpPr/>
            <p:nvPr/>
          </p:nvSpPr>
          <p:spPr>
            <a:xfrm rot="5400000">
              <a:off x="4173916" y="5261300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35" name="箭號: 左-右雙向 834">
              <a:extLst>
                <a:ext uri="{FF2B5EF4-FFF2-40B4-BE49-F238E27FC236}">
                  <a16:creationId xmlns:a16="http://schemas.microsoft.com/office/drawing/2014/main" id="{2E9DF421-90AC-470D-AE5F-2D5242F780A3}"/>
                </a:ext>
              </a:extLst>
            </p:cNvPr>
            <p:cNvSpPr/>
            <p:nvPr/>
          </p:nvSpPr>
          <p:spPr>
            <a:xfrm rot="5400000">
              <a:off x="3676376" y="5261300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36" name="箭號: 左-右雙向 835">
              <a:extLst>
                <a:ext uri="{FF2B5EF4-FFF2-40B4-BE49-F238E27FC236}">
                  <a16:creationId xmlns:a16="http://schemas.microsoft.com/office/drawing/2014/main" id="{33668C9A-4DBE-4D85-8544-BDECB118B6B4}"/>
                </a:ext>
              </a:extLst>
            </p:cNvPr>
            <p:cNvSpPr/>
            <p:nvPr/>
          </p:nvSpPr>
          <p:spPr>
            <a:xfrm rot="5400000">
              <a:off x="4173915" y="4743175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37" name="箭號: 左-右雙向 836">
              <a:extLst>
                <a:ext uri="{FF2B5EF4-FFF2-40B4-BE49-F238E27FC236}">
                  <a16:creationId xmlns:a16="http://schemas.microsoft.com/office/drawing/2014/main" id="{36674F2E-C526-44A4-ABD9-F1A34BF075CD}"/>
                </a:ext>
              </a:extLst>
            </p:cNvPr>
            <p:cNvSpPr/>
            <p:nvPr/>
          </p:nvSpPr>
          <p:spPr>
            <a:xfrm rot="5400000">
              <a:off x="3919504" y="5364647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38" name="箭號: 左-右雙向 837">
              <a:extLst>
                <a:ext uri="{FF2B5EF4-FFF2-40B4-BE49-F238E27FC236}">
                  <a16:creationId xmlns:a16="http://schemas.microsoft.com/office/drawing/2014/main" id="{22CF05DA-27F1-478B-9FA8-184A3D4DFC7B}"/>
                </a:ext>
              </a:extLst>
            </p:cNvPr>
            <p:cNvSpPr/>
            <p:nvPr/>
          </p:nvSpPr>
          <p:spPr>
            <a:xfrm rot="5400000">
              <a:off x="3919504" y="4632905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839" name="群組 838">
            <a:extLst>
              <a:ext uri="{FF2B5EF4-FFF2-40B4-BE49-F238E27FC236}">
                <a16:creationId xmlns:a16="http://schemas.microsoft.com/office/drawing/2014/main" id="{F9FEA7FB-7469-486D-8C18-80F781F94001}"/>
              </a:ext>
            </a:extLst>
          </p:cNvPr>
          <p:cNvGrpSpPr/>
          <p:nvPr/>
        </p:nvGrpSpPr>
        <p:grpSpPr>
          <a:xfrm>
            <a:off x="3402370" y="4132850"/>
            <a:ext cx="720000" cy="720000"/>
            <a:chOff x="389151" y="2161357"/>
            <a:chExt cx="1150186" cy="1150186"/>
          </a:xfrm>
        </p:grpSpPr>
        <p:sp>
          <p:nvSpPr>
            <p:cNvPr id="840" name="矩形: 圓角 839">
              <a:extLst>
                <a:ext uri="{FF2B5EF4-FFF2-40B4-BE49-F238E27FC236}">
                  <a16:creationId xmlns:a16="http://schemas.microsoft.com/office/drawing/2014/main" id="{9BE8A249-563F-445A-A126-9A02EB1B6209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41" name="箭號: 左-右雙向 840">
              <a:extLst>
                <a:ext uri="{FF2B5EF4-FFF2-40B4-BE49-F238E27FC236}">
                  <a16:creationId xmlns:a16="http://schemas.microsoft.com/office/drawing/2014/main" id="{5AFEC1A5-489C-4458-BF5A-D13FF1400FC6}"/>
                </a:ext>
              </a:extLst>
            </p:cNvPr>
            <p:cNvSpPr/>
            <p:nvPr/>
          </p:nvSpPr>
          <p:spPr>
            <a:xfrm rot="10800000">
              <a:off x="494862" y="267653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42" name="箭號: 左-右雙向 841">
              <a:extLst>
                <a:ext uri="{FF2B5EF4-FFF2-40B4-BE49-F238E27FC236}">
                  <a16:creationId xmlns:a16="http://schemas.microsoft.com/office/drawing/2014/main" id="{4B6F7B1B-79D6-4436-958F-5821A50EA57F}"/>
                </a:ext>
              </a:extLst>
            </p:cNvPr>
            <p:cNvSpPr/>
            <p:nvPr/>
          </p:nvSpPr>
          <p:spPr>
            <a:xfrm rot="10800000">
              <a:off x="1212991" y="267653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43" name="箭號: 左-右雙向 842">
              <a:extLst>
                <a:ext uri="{FF2B5EF4-FFF2-40B4-BE49-F238E27FC236}">
                  <a16:creationId xmlns:a16="http://schemas.microsoft.com/office/drawing/2014/main" id="{5F238417-1A47-45AA-89FE-302A5DA3BA2F}"/>
                </a:ext>
              </a:extLst>
            </p:cNvPr>
            <p:cNvSpPr/>
            <p:nvPr/>
          </p:nvSpPr>
          <p:spPr>
            <a:xfrm>
              <a:off x="601032" y="242219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44" name="箭號: 左-右雙向 843">
              <a:extLst>
                <a:ext uri="{FF2B5EF4-FFF2-40B4-BE49-F238E27FC236}">
                  <a16:creationId xmlns:a16="http://schemas.microsoft.com/office/drawing/2014/main" id="{72DA63A8-0E1A-47A8-ACB0-F04E64F5A611}"/>
                </a:ext>
              </a:extLst>
            </p:cNvPr>
            <p:cNvSpPr/>
            <p:nvPr/>
          </p:nvSpPr>
          <p:spPr>
            <a:xfrm>
              <a:off x="1098572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45" name="箭號: 左-右雙向 844">
              <a:extLst>
                <a:ext uri="{FF2B5EF4-FFF2-40B4-BE49-F238E27FC236}">
                  <a16:creationId xmlns:a16="http://schemas.microsoft.com/office/drawing/2014/main" id="{2062FEDC-F676-49A3-A790-64C637604CCC}"/>
                </a:ext>
              </a:extLst>
            </p:cNvPr>
            <p:cNvSpPr/>
            <p:nvPr/>
          </p:nvSpPr>
          <p:spPr>
            <a:xfrm>
              <a:off x="601033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46" name="箭號: 左-右雙向 845">
              <a:extLst>
                <a:ext uri="{FF2B5EF4-FFF2-40B4-BE49-F238E27FC236}">
                  <a16:creationId xmlns:a16="http://schemas.microsoft.com/office/drawing/2014/main" id="{8477DCEC-7625-4773-9F4A-735AC436E777}"/>
                </a:ext>
              </a:extLst>
            </p:cNvPr>
            <p:cNvSpPr/>
            <p:nvPr/>
          </p:nvSpPr>
          <p:spPr>
            <a:xfrm>
              <a:off x="1098571" y="242219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47" name="箭號: 左-右雙向 846">
              <a:extLst>
                <a:ext uri="{FF2B5EF4-FFF2-40B4-BE49-F238E27FC236}">
                  <a16:creationId xmlns:a16="http://schemas.microsoft.com/office/drawing/2014/main" id="{F947B75E-C0F2-4397-B1ED-4B9763547272}"/>
                </a:ext>
              </a:extLst>
            </p:cNvPr>
            <p:cNvSpPr/>
            <p:nvPr/>
          </p:nvSpPr>
          <p:spPr>
            <a:xfrm>
              <a:off x="844160" y="3043671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48" name="箭號: 左-右雙向 847">
              <a:extLst>
                <a:ext uri="{FF2B5EF4-FFF2-40B4-BE49-F238E27FC236}">
                  <a16:creationId xmlns:a16="http://schemas.microsoft.com/office/drawing/2014/main" id="{3810C513-EC10-4193-B947-79830F4E2F09}"/>
                </a:ext>
              </a:extLst>
            </p:cNvPr>
            <p:cNvSpPr/>
            <p:nvPr/>
          </p:nvSpPr>
          <p:spPr>
            <a:xfrm>
              <a:off x="844160" y="231192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849" name="群組 848">
            <a:extLst>
              <a:ext uri="{FF2B5EF4-FFF2-40B4-BE49-F238E27FC236}">
                <a16:creationId xmlns:a16="http://schemas.microsoft.com/office/drawing/2014/main" id="{32A412ED-99C2-4863-9B04-6F420680E93F}"/>
              </a:ext>
            </a:extLst>
          </p:cNvPr>
          <p:cNvGrpSpPr/>
          <p:nvPr/>
        </p:nvGrpSpPr>
        <p:grpSpPr>
          <a:xfrm>
            <a:off x="3402370" y="2262887"/>
            <a:ext cx="720000" cy="720000"/>
            <a:chOff x="389151" y="2161357"/>
            <a:chExt cx="1150186" cy="1150186"/>
          </a:xfrm>
        </p:grpSpPr>
        <p:sp>
          <p:nvSpPr>
            <p:cNvPr id="850" name="矩形: 圓角 849">
              <a:extLst>
                <a:ext uri="{FF2B5EF4-FFF2-40B4-BE49-F238E27FC236}">
                  <a16:creationId xmlns:a16="http://schemas.microsoft.com/office/drawing/2014/main" id="{1437F10C-5160-46C0-8336-EE9619697B4C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51" name="箭號: 左-右雙向 850">
              <a:extLst>
                <a:ext uri="{FF2B5EF4-FFF2-40B4-BE49-F238E27FC236}">
                  <a16:creationId xmlns:a16="http://schemas.microsoft.com/office/drawing/2014/main" id="{58AF300A-8419-45A7-B14D-6490BF7D1183}"/>
                </a:ext>
              </a:extLst>
            </p:cNvPr>
            <p:cNvSpPr/>
            <p:nvPr/>
          </p:nvSpPr>
          <p:spPr>
            <a:xfrm rot="2700000">
              <a:off x="494863" y="2676533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52" name="箭號: 左-右雙向 851">
              <a:extLst>
                <a:ext uri="{FF2B5EF4-FFF2-40B4-BE49-F238E27FC236}">
                  <a16:creationId xmlns:a16="http://schemas.microsoft.com/office/drawing/2014/main" id="{8DFD5556-C6B0-41E0-8054-992703D49AC4}"/>
                </a:ext>
              </a:extLst>
            </p:cNvPr>
            <p:cNvSpPr/>
            <p:nvPr/>
          </p:nvSpPr>
          <p:spPr>
            <a:xfrm rot="2700000">
              <a:off x="1212991" y="2676533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53" name="箭號: 左-右雙向 852">
              <a:extLst>
                <a:ext uri="{FF2B5EF4-FFF2-40B4-BE49-F238E27FC236}">
                  <a16:creationId xmlns:a16="http://schemas.microsoft.com/office/drawing/2014/main" id="{9364C713-5D80-4DA3-A0C4-C27BC589DCFB}"/>
                </a:ext>
              </a:extLst>
            </p:cNvPr>
            <p:cNvSpPr/>
            <p:nvPr/>
          </p:nvSpPr>
          <p:spPr>
            <a:xfrm rot="2700000">
              <a:off x="601031" y="2422198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54" name="箭號: 左-右雙向 853">
              <a:extLst>
                <a:ext uri="{FF2B5EF4-FFF2-40B4-BE49-F238E27FC236}">
                  <a16:creationId xmlns:a16="http://schemas.microsoft.com/office/drawing/2014/main" id="{6E586AD7-E25E-4659-87E9-400C74571236}"/>
                </a:ext>
              </a:extLst>
            </p:cNvPr>
            <p:cNvSpPr/>
            <p:nvPr/>
          </p:nvSpPr>
          <p:spPr>
            <a:xfrm rot="2700000">
              <a:off x="1098571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55" name="箭號: 左-右雙向 854">
              <a:extLst>
                <a:ext uri="{FF2B5EF4-FFF2-40B4-BE49-F238E27FC236}">
                  <a16:creationId xmlns:a16="http://schemas.microsoft.com/office/drawing/2014/main" id="{AA9A913F-3ECD-49C0-ADF9-C8CCDEF57B89}"/>
                </a:ext>
              </a:extLst>
            </p:cNvPr>
            <p:cNvSpPr/>
            <p:nvPr/>
          </p:nvSpPr>
          <p:spPr>
            <a:xfrm rot="2700000">
              <a:off x="601033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56" name="箭號: 左-右雙向 855">
              <a:extLst>
                <a:ext uri="{FF2B5EF4-FFF2-40B4-BE49-F238E27FC236}">
                  <a16:creationId xmlns:a16="http://schemas.microsoft.com/office/drawing/2014/main" id="{E20337EB-735B-40CD-B42F-ED679BFEBE1E}"/>
                </a:ext>
              </a:extLst>
            </p:cNvPr>
            <p:cNvSpPr/>
            <p:nvPr/>
          </p:nvSpPr>
          <p:spPr>
            <a:xfrm rot="2700000">
              <a:off x="1098571" y="2422198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57" name="箭號: 左-右雙向 856">
              <a:extLst>
                <a:ext uri="{FF2B5EF4-FFF2-40B4-BE49-F238E27FC236}">
                  <a16:creationId xmlns:a16="http://schemas.microsoft.com/office/drawing/2014/main" id="{EB03D8B0-C13A-4A42-AB2C-C9FF776C9605}"/>
                </a:ext>
              </a:extLst>
            </p:cNvPr>
            <p:cNvSpPr/>
            <p:nvPr/>
          </p:nvSpPr>
          <p:spPr>
            <a:xfrm rot="2700000">
              <a:off x="844160" y="3043671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58" name="箭號: 左-右雙向 857">
              <a:extLst>
                <a:ext uri="{FF2B5EF4-FFF2-40B4-BE49-F238E27FC236}">
                  <a16:creationId xmlns:a16="http://schemas.microsoft.com/office/drawing/2014/main" id="{5B740597-D5FF-45FE-8900-AA96FB5A6ACD}"/>
                </a:ext>
              </a:extLst>
            </p:cNvPr>
            <p:cNvSpPr/>
            <p:nvPr/>
          </p:nvSpPr>
          <p:spPr>
            <a:xfrm rot="2700000">
              <a:off x="844160" y="231192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859" name="群組 858">
            <a:extLst>
              <a:ext uri="{FF2B5EF4-FFF2-40B4-BE49-F238E27FC236}">
                <a16:creationId xmlns:a16="http://schemas.microsoft.com/office/drawing/2014/main" id="{63D6189A-9884-4F29-B2B0-F048FCE177F6}"/>
              </a:ext>
            </a:extLst>
          </p:cNvPr>
          <p:cNvGrpSpPr/>
          <p:nvPr/>
        </p:nvGrpSpPr>
        <p:grpSpPr>
          <a:xfrm>
            <a:off x="5640027" y="4132850"/>
            <a:ext cx="720000" cy="720000"/>
            <a:chOff x="389151" y="2161357"/>
            <a:chExt cx="1150186" cy="1150186"/>
          </a:xfrm>
        </p:grpSpPr>
        <p:sp>
          <p:nvSpPr>
            <p:cNvPr id="860" name="矩形: 圓角 859">
              <a:extLst>
                <a:ext uri="{FF2B5EF4-FFF2-40B4-BE49-F238E27FC236}">
                  <a16:creationId xmlns:a16="http://schemas.microsoft.com/office/drawing/2014/main" id="{76B26E1F-89E9-42B4-92E6-607D3C1C5269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61" name="箭號: 左-右雙向 860">
              <a:extLst>
                <a:ext uri="{FF2B5EF4-FFF2-40B4-BE49-F238E27FC236}">
                  <a16:creationId xmlns:a16="http://schemas.microsoft.com/office/drawing/2014/main" id="{F0CB72D5-0BB7-4356-8186-8E58149A8A75}"/>
                </a:ext>
              </a:extLst>
            </p:cNvPr>
            <p:cNvSpPr/>
            <p:nvPr/>
          </p:nvSpPr>
          <p:spPr>
            <a:xfrm rot="18900000">
              <a:off x="494863" y="2676533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62" name="箭號: 左-右雙向 861">
              <a:extLst>
                <a:ext uri="{FF2B5EF4-FFF2-40B4-BE49-F238E27FC236}">
                  <a16:creationId xmlns:a16="http://schemas.microsoft.com/office/drawing/2014/main" id="{B49297CC-4DE8-4608-B955-C397A3F336E4}"/>
                </a:ext>
              </a:extLst>
            </p:cNvPr>
            <p:cNvSpPr/>
            <p:nvPr/>
          </p:nvSpPr>
          <p:spPr>
            <a:xfrm rot="18900000">
              <a:off x="1212991" y="2676533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63" name="箭號: 左-右雙向 862">
              <a:extLst>
                <a:ext uri="{FF2B5EF4-FFF2-40B4-BE49-F238E27FC236}">
                  <a16:creationId xmlns:a16="http://schemas.microsoft.com/office/drawing/2014/main" id="{8AF69612-1E53-4EC6-B44D-B00DB788CC41}"/>
                </a:ext>
              </a:extLst>
            </p:cNvPr>
            <p:cNvSpPr/>
            <p:nvPr/>
          </p:nvSpPr>
          <p:spPr>
            <a:xfrm rot="18900000">
              <a:off x="601031" y="2422198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64" name="箭號: 左-右雙向 863">
              <a:extLst>
                <a:ext uri="{FF2B5EF4-FFF2-40B4-BE49-F238E27FC236}">
                  <a16:creationId xmlns:a16="http://schemas.microsoft.com/office/drawing/2014/main" id="{4827CBCF-7F5F-4132-BBDA-587AFE490EDD}"/>
                </a:ext>
              </a:extLst>
            </p:cNvPr>
            <p:cNvSpPr/>
            <p:nvPr/>
          </p:nvSpPr>
          <p:spPr>
            <a:xfrm rot="18900000">
              <a:off x="1098571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65" name="箭號: 左-右雙向 864">
              <a:extLst>
                <a:ext uri="{FF2B5EF4-FFF2-40B4-BE49-F238E27FC236}">
                  <a16:creationId xmlns:a16="http://schemas.microsoft.com/office/drawing/2014/main" id="{0DB1A0B6-D5ED-4CAB-9306-A2AB471B39FC}"/>
                </a:ext>
              </a:extLst>
            </p:cNvPr>
            <p:cNvSpPr/>
            <p:nvPr/>
          </p:nvSpPr>
          <p:spPr>
            <a:xfrm rot="18900000">
              <a:off x="601033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66" name="箭號: 左-右雙向 865">
              <a:extLst>
                <a:ext uri="{FF2B5EF4-FFF2-40B4-BE49-F238E27FC236}">
                  <a16:creationId xmlns:a16="http://schemas.microsoft.com/office/drawing/2014/main" id="{CB9A85C0-48FA-46C3-967B-20C99777233B}"/>
                </a:ext>
              </a:extLst>
            </p:cNvPr>
            <p:cNvSpPr/>
            <p:nvPr/>
          </p:nvSpPr>
          <p:spPr>
            <a:xfrm rot="18900000">
              <a:off x="1098571" y="2422198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67" name="箭號: 左-右雙向 866">
              <a:extLst>
                <a:ext uri="{FF2B5EF4-FFF2-40B4-BE49-F238E27FC236}">
                  <a16:creationId xmlns:a16="http://schemas.microsoft.com/office/drawing/2014/main" id="{BD46C8F6-535A-4DD2-8702-A022AABE44DE}"/>
                </a:ext>
              </a:extLst>
            </p:cNvPr>
            <p:cNvSpPr/>
            <p:nvPr/>
          </p:nvSpPr>
          <p:spPr>
            <a:xfrm rot="18900000">
              <a:off x="844160" y="3043671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68" name="箭號: 左-右雙向 867">
              <a:extLst>
                <a:ext uri="{FF2B5EF4-FFF2-40B4-BE49-F238E27FC236}">
                  <a16:creationId xmlns:a16="http://schemas.microsoft.com/office/drawing/2014/main" id="{E5AA8D62-7782-48B3-80A5-4C61DD07E476}"/>
                </a:ext>
              </a:extLst>
            </p:cNvPr>
            <p:cNvSpPr/>
            <p:nvPr/>
          </p:nvSpPr>
          <p:spPr>
            <a:xfrm rot="18900000">
              <a:off x="844160" y="231192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69" name="文字方塊 868">
                <a:extLst>
                  <a:ext uri="{FF2B5EF4-FFF2-40B4-BE49-F238E27FC236}">
                    <a16:creationId xmlns:a16="http://schemas.microsoft.com/office/drawing/2014/main" id="{D6FC09D5-8EB0-4436-AFC3-05E27EC1D1AA}"/>
                  </a:ext>
                </a:extLst>
              </p:cNvPr>
              <p:cNvSpPr txBox="1"/>
              <p:nvPr/>
            </p:nvSpPr>
            <p:spPr>
              <a:xfrm>
                <a:off x="4610414" y="1333266"/>
                <a:ext cx="61212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/>
              </a:p>
            </p:txBody>
          </p:sp>
        </mc:Choice>
        <mc:Fallback xmlns="">
          <p:sp>
            <p:nvSpPr>
              <p:cNvPr id="869" name="文字方塊 868">
                <a:extLst>
                  <a:ext uri="{FF2B5EF4-FFF2-40B4-BE49-F238E27FC236}">
                    <a16:creationId xmlns:a16="http://schemas.microsoft.com/office/drawing/2014/main" id="{D6FC09D5-8EB0-4436-AFC3-05E27EC1D1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0414" y="1333266"/>
                <a:ext cx="612129" cy="276999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70" name="群組 869">
            <a:extLst>
              <a:ext uri="{FF2B5EF4-FFF2-40B4-BE49-F238E27FC236}">
                <a16:creationId xmlns:a16="http://schemas.microsoft.com/office/drawing/2014/main" id="{980B1601-28B2-49CA-AABD-CD8198B63B13}"/>
              </a:ext>
            </a:extLst>
          </p:cNvPr>
          <p:cNvGrpSpPr/>
          <p:nvPr/>
        </p:nvGrpSpPr>
        <p:grpSpPr>
          <a:xfrm>
            <a:off x="4541655" y="1600936"/>
            <a:ext cx="720000" cy="720000"/>
            <a:chOff x="3481679" y="1553308"/>
            <a:chExt cx="1150186" cy="1150186"/>
          </a:xfrm>
        </p:grpSpPr>
        <p:sp>
          <p:nvSpPr>
            <p:cNvPr id="871" name="矩形: 圓角 870">
              <a:extLst>
                <a:ext uri="{FF2B5EF4-FFF2-40B4-BE49-F238E27FC236}">
                  <a16:creationId xmlns:a16="http://schemas.microsoft.com/office/drawing/2014/main" id="{189318A1-A529-42AB-9DFF-A63D0B84806D}"/>
                </a:ext>
              </a:extLst>
            </p:cNvPr>
            <p:cNvSpPr/>
            <p:nvPr/>
          </p:nvSpPr>
          <p:spPr>
            <a:xfrm>
              <a:off x="3481679" y="1553308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 dirty="0"/>
            </a:p>
          </p:txBody>
        </p:sp>
        <p:sp>
          <p:nvSpPr>
            <p:cNvPr id="872" name="橢圓 871">
              <a:extLst>
                <a:ext uri="{FF2B5EF4-FFF2-40B4-BE49-F238E27FC236}">
                  <a16:creationId xmlns:a16="http://schemas.microsoft.com/office/drawing/2014/main" id="{7D4D8871-3A73-490D-AEE2-F5A922ABBD1E}"/>
                </a:ext>
              </a:extLst>
            </p:cNvPr>
            <p:cNvSpPr/>
            <p:nvPr/>
          </p:nvSpPr>
          <p:spPr>
            <a:xfrm>
              <a:off x="3940548" y="164255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873" name="橢圓 872">
              <a:extLst>
                <a:ext uri="{FF2B5EF4-FFF2-40B4-BE49-F238E27FC236}">
                  <a16:creationId xmlns:a16="http://schemas.microsoft.com/office/drawing/2014/main" id="{0B076AFC-F28E-4AF4-90EB-6034AF6BEBF0}"/>
                </a:ext>
              </a:extLst>
            </p:cNvPr>
            <p:cNvSpPr/>
            <p:nvPr/>
          </p:nvSpPr>
          <p:spPr>
            <a:xfrm>
              <a:off x="3940548" y="23780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874" name="橢圓 873">
              <a:extLst>
                <a:ext uri="{FF2B5EF4-FFF2-40B4-BE49-F238E27FC236}">
                  <a16:creationId xmlns:a16="http://schemas.microsoft.com/office/drawing/2014/main" id="{09BECC88-30D3-4B1C-80D4-05FBD0D55281}"/>
                </a:ext>
              </a:extLst>
            </p:cNvPr>
            <p:cNvSpPr/>
            <p:nvPr/>
          </p:nvSpPr>
          <p:spPr>
            <a:xfrm>
              <a:off x="4303801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875" name="橢圓 874">
              <a:extLst>
                <a:ext uri="{FF2B5EF4-FFF2-40B4-BE49-F238E27FC236}">
                  <a16:creationId xmlns:a16="http://schemas.microsoft.com/office/drawing/2014/main" id="{FB708D54-2FC3-4E3C-86D4-8E9BE3EE19A9}"/>
                </a:ext>
              </a:extLst>
            </p:cNvPr>
            <p:cNvSpPr/>
            <p:nvPr/>
          </p:nvSpPr>
          <p:spPr>
            <a:xfrm>
              <a:off x="3566703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876" name="橢圓 875">
              <a:extLst>
                <a:ext uri="{FF2B5EF4-FFF2-40B4-BE49-F238E27FC236}">
                  <a16:creationId xmlns:a16="http://schemas.microsoft.com/office/drawing/2014/main" id="{CCF65321-F738-4CBF-B7C5-A3B5E6A95E5C}"/>
                </a:ext>
              </a:extLst>
            </p:cNvPr>
            <p:cNvSpPr/>
            <p:nvPr/>
          </p:nvSpPr>
          <p:spPr>
            <a:xfrm>
              <a:off x="3677077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877" name="橢圓 876">
              <a:extLst>
                <a:ext uri="{FF2B5EF4-FFF2-40B4-BE49-F238E27FC236}">
                  <a16:creationId xmlns:a16="http://schemas.microsoft.com/office/drawing/2014/main" id="{E1FA40B9-74AE-47EE-BC1C-4B9A749C0A3B}"/>
                </a:ext>
              </a:extLst>
            </p:cNvPr>
            <p:cNvSpPr/>
            <p:nvPr/>
          </p:nvSpPr>
          <p:spPr>
            <a:xfrm>
              <a:off x="3677077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878" name="橢圓 877">
              <a:extLst>
                <a:ext uri="{FF2B5EF4-FFF2-40B4-BE49-F238E27FC236}">
                  <a16:creationId xmlns:a16="http://schemas.microsoft.com/office/drawing/2014/main" id="{4072ED7A-C1EF-4843-B75E-722C9FBA5DC1}"/>
                </a:ext>
              </a:extLst>
            </p:cNvPr>
            <p:cNvSpPr/>
            <p:nvPr/>
          </p:nvSpPr>
          <p:spPr>
            <a:xfrm>
              <a:off x="4201903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 dirty="0"/>
            </a:p>
          </p:txBody>
        </p:sp>
        <p:sp>
          <p:nvSpPr>
            <p:cNvPr id="879" name="橢圓 878">
              <a:extLst>
                <a:ext uri="{FF2B5EF4-FFF2-40B4-BE49-F238E27FC236}">
                  <a16:creationId xmlns:a16="http://schemas.microsoft.com/office/drawing/2014/main" id="{0A3FF694-3B8C-46A8-9BC9-084DC140B263}"/>
                </a:ext>
              </a:extLst>
            </p:cNvPr>
            <p:cNvSpPr/>
            <p:nvPr/>
          </p:nvSpPr>
          <p:spPr>
            <a:xfrm>
              <a:off x="4201903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880" name="等腰三角形 879">
              <a:extLst>
                <a:ext uri="{FF2B5EF4-FFF2-40B4-BE49-F238E27FC236}">
                  <a16:creationId xmlns:a16="http://schemas.microsoft.com/office/drawing/2014/main" id="{333A5456-2238-49E1-AA3A-B3FD56EC2C10}"/>
                </a:ext>
              </a:extLst>
            </p:cNvPr>
            <p:cNvSpPr/>
            <p:nvPr/>
          </p:nvSpPr>
          <p:spPr>
            <a:xfrm rot="16200000">
              <a:off x="4012947" y="161086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881" name="等腰三角形 880">
              <a:extLst>
                <a:ext uri="{FF2B5EF4-FFF2-40B4-BE49-F238E27FC236}">
                  <a16:creationId xmlns:a16="http://schemas.microsoft.com/office/drawing/2014/main" id="{8E343787-35F5-42D6-8D11-3FE3AB04CB25}"/>
                </a:ext>
              </a:extLst>
            </p:cNvPr>
            <p:cNvSpPr/>
            <p:nvPr/>
          </p:nvSpPr>
          <p:spPr>
            <a:xfrm rot="16200000">
              <a:off x="4012947" y="234495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882" name="等腰三角形 881">
              <a:extLst>
                <a:ext uri="{FF2B5EF4-FFF2-40B4-BE49-F238E27FC236}">
                  <a16:creationId xmlns:a16="http://schemas.microsoft.com/office/drawing/2014/main" id="{E0D09351-435F-488E-B185-2956177FED48}"/>
                </a:ext>
              </a:extLst>
            </p:cNvPr>
            <p:cNvSpPr/>
            <p:nvPr/>
          </p:nvSpPr>
          <p:spPr>
            <a:xfrm rot="16200000">
              <a:off x="3639102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883" name="等腰三角形 882">
              <a:extLst>
                <a:ext uri="{FF2B5EF4-FFF2-40B4-BE49-F238E27FC236}">
                  <a16:creationId xmlns:a16="http://schemas.microsoft.com/office/drawing/2014/main" id="{14715AB3-670C-4673-A860-9F620EBEB6B0}"/>
                </a:ext>
              </a:extLst>
            </p:cNvPr>
            <p:cNvSpPr/>
            <p:nvPr/>
          </p:nvSpPr>
          <p:spPr>
            <a:xfrm rot="16200000">
              <a:off x="3749476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884" name="等腰三角形 883">
              <a:extLst>
                <a:ext uri="{FF2B5EF4-FFF2-40B4-BE49-F238E27FC236}">
                  <a16:creationId xmlns:a16="http://schemas.microsoft.com/office/drawing/2014/main" id="{D1DF1BB3-1A13-4A5F-8F18-2D230177A925}"/>
                </a:ext>
              </a:extLst>
            </p:cNvPr>
            <p:cNvSpPr/>
            <p:nvPr/>
          </p:nvSpPr>
          <p:spPr>
            <a:xfrm rot="16200000">
              <a:off x="3749476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885" name="等腰三角形 884">
              <a:extLst>
                <a:ext uri="{FF2B5EF4-FFF2-40B4-BE49-F238E27FC236}">
                  <a16:creationId xmlns:a16="http://schemas.microsoft.com/office/drawing/2014/main" id="{E80909FA-7483-4E49-A527-72DC0014AE8D}"/>
                </a:ext>
              </a:extLst>
            </p:cNvPr>
            <p:cNvSpPr/>
            <p:nvPr/>
          </p:nvSpPr>
          <p:spPr>
            <a:xfrm rot="16200000">
              <a:off x="4274302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886" name="等腰三角形 885">
              <a:extLst>
                <a:ext uri="{FF2B5EF4-FFF2-40B4-BE49-F238E27FC236}">
                  <a16:creationId xmlns:a16="http://schemas.microsoft.com/office/drawing/2014/main" id="{4F3C8BCB-BF38-429C-812A-DCC43EA1EDE1}"/>
                </a:ext>
              </a:extLst>
            </p:cNvPr>
            <p:cNvSpPr/>
            <p:nvPr/>
          </p:nvSpPr>
          <p:spPr>
            <a:xfrm rot="16200000">
              <a:off x="4274302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887" name="等腰三角形 886">
              <a:extLst>
                <a:ext uri="{FF2B5EF4-FFF2-40B4-BE49-F238E27FC236}">
                  <a16:creationId xmlns:a16="http://schemas.microsoft.com/office/drawing/2014/main" id="{19CBA105-F64A-4A1A-B1F5-E33562122B7D}"/>
                </a:ext>
              </a:extLst>
            </p:cNvPr>
            <p:cNvSpPr/>
            <p:nvPr/>
          </p:nvSpPr>
          <p:spPr>
            <a:xfrm rot="16200000">
              <a:off x="4376200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grpSp>
          <p:nvGrpSpPr>
            <p:cNvPr id="888" name="群組 887">
              <a:extLst>
                <a:ext uri="{FF2B5EF4-FFF2-40B4-BE49-F238E27FC236}">
                  <a16:creationId xmlns:a16="http://schemas.microsoft.com/office/drawing/2014/main" id="{E037E6CE-0D45-414E-B142-4226B4F27A54}"/>
                </a:ext>
              </a:extLst>
            </p:cNvPr>
            <p:cNvGrpSpPr/>
            <p:nvPr/>
          </p:nvGrpSpPr>
          <p:grpSpPr>
            <a:xfrm>
              <a:off x="4057671" y="2031019"/>
              <a:ext cx="115586" cy="110880"/>
              <a:chOff x="1373392" y="2391862"/>
              <a:chExt cx="479433" cy="476535"/>
            </a:xfrm>
          </p:grpSpPr>
          <p:sp>
            <p:nvSpPr>
              <p:cNvPr id="891" name="箭號: 向右 890">
                <a:extLst>
                  <a:ext uri="{FF2B5EF4-FFF2-40B4-BE49-F238E27FC236}">
                    <a16:creationId xmlns:a16="http://schemas.microsoft.com/office/drawing/2014/main" id="{19EA852F-578B-4953-BF15-BFB2A60A80CC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bg1"/>
                  </a:solidFill>
                </a:endParaRPr>
              </a:p>
            </p:txBody>
          </p:sp>
          <p:sp>
            <p:nvSpPr>
              <p:cNvPr id="892" name="箭號: 向右 891">
                <a:extLst>
                  <a:ext uri="{FF2B5EF4-FFF2-40B4-BE49-F238E27FC236}">
                    <a16:creationId xmlns:a16="http://schemas.microsoft.com/office/drawing/2014/main" id="{B267EE5E-FCBB-4320-AB29-BEB47BDD4B37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9" name="文字方塊 888">
                  <a:extLst>
                    <a:ext uri="{FF2B5EF4-FFF2-40B4-BE49-F238E27FC236}">
                      <a16:creationId xmlns:a16="http://schemas.microsoft.com/office/drawing/2014/main" id="{4105447F-103C-4885-9378-61E7BFDD8F3C}"/>
                    </a:ext>
                  </a:extLst>
                </p:cNvPr>
                <p:cNvSpPr txBox="1"/>
                <p:nvPr/>
              </p:nvSpPr>
              <p:spPr>
                <a:xfrm>
                  <a:off x="3832700" y="1616345"/>
                  <a:ext cx="411859" cy="45243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433" name="文字方塊 432">
                  <a:extLst>
                    <a:ext uri="{FF2B5EF4-FFF2-40B4-BE49-F238E27FC236}">
                      <a16:creationId xmlns:a16="http://schemas.microsoft.com/office/drawing/2014/main" id="{7F648B6D-9770-4F7A-A488-9B163D15E7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2700" y="1616345"/>
                  <a:ext cx="411859" cy="452437"/>
                </a:xfrm>
                <a:prstGeom prst="rect">
                  <a:avLst/>
                </a:prstGeom>
                <a:blipFill>
                  <a:blip r:embed="rId61"/>
                  <a:stretch>
                    <a:fillRect r="-697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0" name="文字方塊 889">
                  <a:extLst>
                    <a:ext uri="{FF2B5EF4-FFF2-40B4-BE49-F238E27FC236}">
                      <a16:creationId xmlns:a16="http://schemas.microsoft.com/office/drawing/2014/main" id="{8A93B547-DD38-4986-98A6-9A1B7460A3CE}"/>
                    </a:ext>
                  </a:extLst>
                </p:cNvPr>
                <p:cNvSpPr txBox="1"/>
                <p:nvPr/>
              </p:nvSpPr>
              <p:spPr>
                <a:xfrm>
                  <a:off x="4088416" y="1839893"/>
                  <a:ext cx="521830" cy="4302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13" name="文字方塊 212">
                  <a:extLst>
                    <a:ext uri="{FF2B5EF4-FFF2-40B4-BE49-F238E27FC236}">
                      <a16:creationId xmlns:a16="http://schemas.microsoft.com/office/drawing/2014/main" id="{6F76D634-24B5-4B81-891A-25B936FE3E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8416" y="1839893"/>
                  <a:ext cx="521830" cy="430208"/>
                </a:xfrm>
                <a:prstGeom prst="rect">
                  <a:avLst/>
                </a:prstGeom>
                <a:blipFill>
                  <a:blip r:embed="rId6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893" name="直線接點 892">
            <a:extLst>
              <a:ext uri="{FF2B5EF4-FFF2-40B4-BE49-F238E27FC236}">
                <a16:creationId xmlns:a16="http://schemas.microsoft.com/office/drawing/2014/main" id="{E16DCBBF-03F9-4F4A-9C45-5C2021A5C2E3}"/>
              </a:ext>
            </a:extLst>
          </p:cNvPr>
          <p:cNvCxnSpPr>
            <a:cxnSpLocks/>
          </p:cNvCxnSpPr>
          <p:nvPr/>
        </p:nvCxnSpPr>
        <p:spPr>
          <a:xfrm flipV="1">
            <a:off x="5365974" y="2865900"/>
            <a:ext cx="252473" cy="244255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94" name="文字方塊 893">
                <a:extLst>
                  <a:ext uri="{FF2B5EF4-FFF2-40B4-BE49-F238E27FC236}">
                    <a16:creationId xmlns:a16="http://schemas.microsoft.com/office/drawing/2014/main" id="{38BEE89B-D48D-4821-AF74-C66F8D1977D0}"/>
                  </a:ext>
                </a:extLst>
              </p:cNvPr>
              <p:cNvSpPr txBox="1"/>
              <p:nvPr/>
            </p:nvSpPr>
            <p:spPr>
              <a:xfrm>
                <a:off x="4575627" y="2481484"/>
                <a:ext cx="7155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894" name="文字方塊 893">
                <a:extLst>
                  <a:ext uri="{FF2B5EF4-FFF2-40B4-BE49-F238E27FC236}">
                    <a16:creationId xmlns:a16="http://schemas.microsoft.com/office/drawing/2014/main" id="{38BEE89B-D48D-4821-AF74-C66F8D1977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5627" y="2481484"/>
                <a:ext cx="715550" cy="276999"/>
              </a:xfrm>
              <a:prstGeom prst="rect">
                <a:avLst/>
              </a:prstGeom>
              <a:blipFill>
                <a:blip r:embed="rId63"/>
                <a:stretch>
                  <a:fillRect t="-97826" r="-29060" b="-15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5" name="文字方塊 894">
                <a:extLst>
                  <a:ext uri="{FF2B5EF4-FFF2-40B4-BE49-F238E27FC236}">
                    <a16:creationId xmlns:a16="http://schemas.microsoft.com/office/drawing/2014/main" id="{62AA55DE-E703-4B3F-B460-1BF3C87A598F}"/>
                  </a:ext>
                </a:extLst>
              </p:cNvPr>
              <p:cNvSpPr txBox="1"/>
              <p:nvPr/>
            </p:nvSpPr>
            <p:spPr>
              <a:xfrm>
                <a:off x="4526925" y="3541914"/>
                <a:ext cx="81295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−1, 0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895" name="文字方塊 894">
                <a:extLst>
                  <a:ext uri="{FF2B5EF4-FFF2-40B4-BE49-F238E27FC236}">
                    <a16:creationId xmlns:a16="http://schemas.microsoft.com/office/drawing/2014/main" id="{62AA55DE-E703-4B3F-B460-1BF3C87A59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6925" y="3541914"/>
                <a:ext cx="812954" cy="276999"/>
              </a:xfrm>
              <a:prstGeom prst="rect">
                <a:avLst/>
              </a:prstGeom>
              <a:blipFill>
                <a:blip r:embed="rId64"/>
                <a:stretch>
                  <a:fillRect t="-100000" r="-26316" b="-16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96" name="圖片 895">
            <a:extLst>
              <a:ext uri="{FF2B5EF4-FFF2-40B4-BE49-F238E27FC236}">
                <a16:creationId xmlns:a16="http://schemas.microsoft.com/office/drawing/2014/main" id="{3A842839-68C6-418C-99A9-97598D9690DC}"/>
              </a:ext>
            </a:extLst>
      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4030946" y="156181"/>
            <a:ext cx="847725" cy="361009"/>
          </a:xfrm>
          <a:prstGeom prst="rect">
            <a:avLst/>
          </a:prstGeom>
        </p:spPr>
      </p:pic>
      <p:pic>
        <p:nvPicPr>
          <p:cNvPr id="897" name="圖片 896">
            <a:extLst>
              <a:ext uri="{FF2B5EF4-FFF2-40B4-BE49-F238E27FC236}">
                <a16:creationId xmlns:a16="http://schemas.microsoft.com/office/drawing/2014/main" id="{BA3D2FC4-FE05-4B11-AE53-712C9294BC65}"/>
              </a:ext>
            </a:extLst>
      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688102" y="126375"/>
            <a:ext cx="933166" cy="388531"/>
          </a:xfrm>
          <a:prstGeom prst="rect">
            <a:avLst/>
          </a:prstGeom>
        </p:spPr>
      </p:pic>
      <p:pic>
        <p:nvPicPr>
          <p:cNvPr id="898" name="圖片 897">
            <a:extLst>
              <a:ext uri="{FF2B5EF4-FFF2-40B4-BE49-F238E27FC236}">
                <a16:creationId xmlns:a16="http://schemas.microsoft.com/office/drawing/2014/main" id="{DEC5B134-AB64-48B7-8369-DBD6042F3136}"/>
              </a:ext>
            </a:extLst>
      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7272018" y="129653"/>
            <a:ext cx="963886" cy="3647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99" name="文字方塊 898">
                <a:extLst>
                  <a:ext uri="{FF2B5EF4-FFF2-40B4-BE49-F238E27FC236}">
                    <a16:creationId xmlns:a16="http://schemas.microsoft.com/office/drawing/2014/main" id="{BF3337CD-5F44-4B0A-8B5D-88A822712C7B}"/>
                  </a:ext>
                </a:extLst>
              </p:cNvPr>
              <p:cNvSpPr txBox="1"/>
              <p:nvPr/>
            </p:nvSpPr>
            <p:spPr>
              <a:xfrm>
                <a:off x="808735" y="5711402"/>
                <a:ext cx="16735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smtClean="0">
                          <a:latin typeface="Cambria Math" panose="02040503050406030204" pitchFamily="18" charset="0"/>
                        </a:rPr>
                        <m:t>ℓ=−1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899" name="文字方塊 898">
                <a:extLst>
                  <a:ext uri="{FF2B5EF4-FFF2-40B4-BE49-F238E27FC236}">
                    <a16:creationId xmlns:a16="http://schemas.microsoft.com/office/drawing/2014/main" id="{BF3337CD-5F44-4B0A-8B5D-88A822712C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35" y="5711402"/>
                <a:ext cx="1673596" cy="400110"/>
              </a:xfrm>
              <a:prstGeom prst="rect">
                <a:avLst/>
              </a:prstGeom>
              <a:blipFill>
                <a:blip r:embed="rId6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0" name="文字方塊 899">
                <a:extLst>
                  <a:ext uri="{FF2B5EF4-FFF2-40B4-BE49-F238E27FC236}">
                    <a16:creationId xmlns:a16="http://schemas.microsoft.com/office/drawing/2014/main" id="{4548F6A3-77DC-4C50-92EC-1A4315A73201}"/>
                  </a:ext>
                </a:extLst>
              </p:cNvPr>
              <p:cNvSpPr txBox="1"/>
              <p:nvPr/>
            </p:nvSpPr>
            <p:spPr>
              <a:xfrm>
                <a:off x="4099849" y="5711402"/>
                <a:ext cx="16735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ℓ=0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900" name="文字方塊 899">
                <a:extLst>
                  <a:ext uri="{FF2B5EF4-FFF2-40B4-BE49-F238E27FC236}">
                    <a16:creationId xmlns:a16="http://schemas.microsoft.com/office/drawing/2014/main" id="{4548F6A3-77DC-4C50-92EC-1A4315A732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9849" y="5711402"/>
                <a:ext cx="1673596" cy="400110"/>
              </a:xfrm>
              <a:prstGeom prst="rect">
                <a:avLst/>
              </a:prstGeom>
              <a:blipFill>
                <a:blip r:embed="rId6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1" name="文字方塊 900">
                <a:extLst>
                  <a:ext uri="{FF2B5EF4-FFF2-40B4-BE49-F238E27FC236}">
                    <a16:creationId xmlns:a16="http://schemas.microsoft.com/office/drawing/2014/main" id="{E3EC5A6A-8DD7-4AF0-BB5D-16D4A5199B9B}"/>
                  </a:ext>
                </a:extLst>
              </p:cNvPr>
              <p:cNvSpPr txBox="1"/>
              <p:nvPr/>
            </p:nvSpPr>
            <p:spPr>
              <a:xfrm>
                <a:off x="7402302" y="5711402"/>
                <a:ext cx="16735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ℓ=2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901" name="文字方塊 900">
                <a:extLst>
                  <a:ext uri="{FF2B5EF4-FFF2-40B4-BE49-F238E27FC236}">
                    <a16:creationId xmlns:a16="http://schemas.microsoft.com/office/drawing/2014/main" id="{E3EC5A6A-8DD7-4AF0-BB5D-16D4A5199B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2302" y="5711402"/>
                <a:ext cx="1673596" cy="400110"/>
              </a:xfrm>
              <a:prstGeom prst="rect">
                <a:avLst/>
              </a:prstGeom>
              <a:blipFill>
                <a:blip r:embed="rId7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1151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矩形: 圓角 349">
            <a:extLst>
              <a:ext uri="{FF2B5EF4-FFF2-40B4-BE49-F238E27FC236}">
                <a16:creationId xmlns:a16="http://schemas.microsoft.com/office/drawing/2014/main" id="{8448B8E5-4BF4-4A28-8890-DD4BE33F2D81}"/>
              </a:ext>
            </a:extLst>
          </p:cNvPr>
          <p:cNvSpPr/>
          <p:nvPr/>
        </p:nvSpPr>
        <p:spPr>
          <a:xfrm>
            <a:off x="6592100" y="914400"/>
            <a:ext cx="3294000" cy="5178126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351" name="圖片 350">
            <a:extLst>
              <a:ext uri="{FF2B5EF4-FFF2-40B4-BE49-F238E27FC236}">
                <a16:creationId xmlns:a16="http://schemas.microsoft.com/office/drawing/2014/main" id="{B4F801A1-EDA3-4F58-8AB1-88610B7E2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6486" y="1936642"/>
            <a:ext cx="720000" cy="720000"/>
          </a:xfrm>
          <a:prstGeom prst="rect">
            <a:avLst/>
          </a:prstGeom>
        </p:spPr>
      </p:pic>
      <p:pic>
        <p:nvPicPr>
          <p:cNvPr id="448" name="圖片 447">
            <a:extLst>
              <a:ext uri="{FF2B5EF4-FFF2-40B4-BE49-F238E27FC236}">
                <a16:creationId xmlns:a16="http://schemas.microsoft.com/office/drawing/2014/main" id="{816E8C08-6B08-4831-930B-CDBA224C8A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6617" y="1938235"/>
            <a:ext cx="720000" cy="716814"/>
          </a:xfrm>
          <a:prstGeom prst="rect">
            <a:avLst/>
          </a:prstGeom>
        </p:spPr>
      </p:pic>
      <p:pic>
        <p:nvPicPr>
          <p:cNvPr id="449" name="圖片 448">
            <a:extLst>
              <a:ext uri="{FF2B5EF4-FFF2-40B4-BE49-F238E27FC236}">
                <a16:creationId xmlns:a16="http://schemas.microsoft.com/office/drawing/2014/main" id="{87ADA95A-E4A9-441A-A91D-00D8B79214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6617" y="3817753"/>
            <a:ext cx="720000" cy="721597"/>
          </a:xfrm>
          <a:prstGeom prst="rect">
            <a:avLst/>
          </a:prstGeom>
        </p:spPr>
      </p:pic>
      <p:pic>
        <p:nvPicPr>
          <p:cNvPr id="450" name="圖片 449">
            <a:extLst>
              <a:ext uri="{FF2B5EF4-FFF2-40B4-BE49-F238E27FC236}">
                <a16:creationId xmlns:a16="http://schemas.microsoft.com/office/drawing/2014/main" id="{DB827194-44B2-4797-8BCC-67CD58E29A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6486" y="3816146"/>
            <a:ext cx="720000" cy="724811"/>
          </a:xfrm>
          <a:prstGeom prst="rect">
            <a:avLst/>
          </a:prstGeom>
        </p:spPr>
      </p:pic>
      <p:pic>
        <p:nvPicPr>
          <p:cNvPr id="451" name="圖片 450">
            <a:extLst>
              <a:ext uri="{FF2B5EF4-FFF2-40B4-BE49-F238E27FC236}">
                <a16:creationId xmlns:a16="http://schemas.microsoft.com/office/drawing/2014/main" id="{F3CBB32C-B243-43C9-8C02-6CCD49777E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7272" y="1287777"/>
            <a:ext cx="720000" cy="721593"/>
          </a:xfrm>
          <a:prstGeom prst="rect">
            <a:avLst/>
          </a:prstGeom>
        </p:spPr>
      </p:pic>
      <p:pic>
        <p:nvPicPr>
          <p:cNvPr id="452" name="圖片 451">
            <a:extLst>
              <a:ext uri="{FF2B5EF4-FFF2-40B4-BE49-F238E27FC236}">
                <a16:creationId xmlns:a16="http://schemas.microsoft.com/office/drawing/2014/main" id="{4247846E-B178-4CE7-A999-4B09619895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7272" y="4527804"/>
            <a:ext cx="720000" cy="721596"/>
          </a:xfrm>
          <a:prstGeom prst="rect">
            <a:avLst/>
          </a:prstGeom>
        </p:spPr>
      </p:pic>
      <p:sp>
        <p:nvSpPr>
          <p:cNvPr id="453" name="矩形: 圓角 452">
            <a:extLst>
              <a:ext uri="{FF2B5EF4-FFF2-40B4-BE49-F238E27FC236}">
                <a16:creationId xmlns:a16="http://schemas.microsoft.com/office/drawing/2014/main" id="{AF796E9D-26E5-4D66-970B-3A43D71D5737}"/>
              </a:ext>
            </a:extLst>
          </p:cNvPr>
          <p:cNvSpPr/>
          <p:nvPr/>
        </p:nvSpPr>
        <p:spPr>
          <a:xfrm>
            <a:off x="-1467" y="914400"/>
            <a:ext cx="3294000" cy="5178126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527" name="圖片 526">
            <a:extLst>
              <a:ext uri="{FF2B5EF4-FFF2-40B4-BE49-F238E27FC236}">
                <a16:creationId xmlns:a16="http://schemas.microsoft.com/office/drawing/2014/main" id="{7920FEA7-E123-4754-9F2B-39475E89E2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4856" y="4527806"/>
            <a:ext cx="720000" cy="721593"/>
          </a:xfrm>
          <a:prstGeom prst="rect">
            <a:avLst/>
          </a:prstGeom>
        </p:spPr>
      </p:pic>
      <p:pic>
        <p:nvPicPr>
          <p:cNvPr id="528" name="圖片 527">
            <a:extLst>
              <a:ext uri="{FF2B5EF4-FFF2-40B4-BE49-F238E27FC236}">
                <a16:creationId xmlns:a16="http://schemas.microsoft.com/office/drawing/2014/main" id="{D77AFE56-FA0A-4849-8C67-4B4229205ED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4856" y="1286973"/>
            <a:ext cx="720000" cy="723200"/>
          </a:xfrm>
          <a:prstGeom prst="rect">
            <a:avLst/>
          </a:prstGeom>
        </p:spPr>
      </p:pic>
      <p:pic>
        <p:nvPicPr>
          <p:cNvPr id="529" name="圖片 528">
            <a:extLst>
              <a:ext uri="{FF2B5EF4-FFF2-40B4-BE49-F238E27FC236}">
                <a16:creationId xmlns:a16="http://schemas.microsoft.com/office/drawing/2014/main" id="{CBCEBD33-D47A-440A-9BC9-85F12F9AA4D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8715" y="1937439"/>
            <a:ext cx="720000" cy="718407"/>
          </a:xfrm>
          <a:prstGeom prst="rect">
            <a:avLst/>
          </a:prstGeom>
        </p:spPr>
      </p:pic>
      <p:pic>
        <p:nvPicPr>
          <p:cNvPr id="531" name="圖片 530">
            <a:extLst>
              <a:ext uri="{FF2B5EF4-FFF2-40B4-BE49-F238E27FC236}">
                <a16:creationId xmlns:a16="http://schemas.microsoft.com/office/drawing/2014/main" id="{6271586E-D79A-434E-9498-8C1E3D8D586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8715" y="3817753"/>
            <a:ext cx="720000" cy="721596"/>
          </a:xfrm>
          <a:prstGeom prst="rect">
            <a:avLst/>
          </a:prstGeom>
        </p:spPr>
      </p:pic>
      <p:pic>
        <p:nvPicPr>
          <p:cNvPr id="532" name="圖片 531">
            <a:extLst>
              <a:ext uri="{FF2B5EF4-FFF2-40B4-BE49-F238E27FC236}">
                <a16:creationId xmlns:a16="http://schemas.microsoft.com/office/drawing/2014/main" id="{6CF22453-0DB7-4BC8-8D9F-FDF46B0A5A2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72920" y="3819348"/>
            <a:ext cx="720000" cy="718407"/>
          </a:xfrm>
          <a:prstGeom prst="rect">
            <a:avLst/>
          </a:prstGeom>
        </p:spPr>
      </p:pic>
      <p:pic>
        <p:nvPicPr>
          <p:cNvPr id="533" name="圖片 532">
            <a:extLst>
              <a:ext uri="{FF2B5EF4-FFF2-40B4-BE49-F238E27FC236}">
                <a16:creationId xmlns:a16="http://schemas.microsoft.com/office/drawing/2014/main" id="{961368D1-B690-407A-ACE5-B542A754025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72920" y="1935842"/>
            <a:ext cx="720000" cy="721600"/>
          </a:xfrm>
          <a:prstGeom prst="rect">
            <a:avLst/>
          </a:prstGeom>
        </p:spPr>
      </p:pic>
      <p:sp>
        <p:nvSpPr>
          <p:cNvPr id="534" name="矩形: 圓角 533">
            <a:extLst>
              <a:ext uri="{FF2B5EF4-FFF2-40B4-BE49-F238E27FC236}">
                <a16:creationId xmlns:a16="http://schemas.microsoft.com/office/drawing/2014/main" id="{8EC46454-5FE0-420F-AE13-CA1B07F2E594}"/>
              </a:ext>
            </a:extLst>
          </p:cNvPr>
          <p:cNvSpPr/>
          <p:nvPr/>
        </p:nvSpPr>
        <p:spPr>
          <a:xfrm>
            <a:off x="3289647" y="914400"/>
            <a:ext cx="3294000" cy="5178126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535" name="圖片 534">
            <a:extLst>
              <a:ext uri="{FF2B5EF4-FFF2-40B4-BE49-F238E27FC236}">
                <a16:creationId xmlns:a16="http://schemas.microsoft.com/office/drawing/2014/main" id="{8B534E04-8474-48AE-967A-AC542E926F4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02370" y="3816944"/>
            <a:ext cx="720000" cy="723214"/>
          </a:xfrm>
          <a:prstGeom prst="rect">
            <a:avLst/>
          </a:prstGeom>
        </p:spPr>
      </p:pic>
      <p:pic>
        <p:nvPicPr>
          <p:cNvPr id="536" name="圖片 535">
            <a:extLst>
              <a:ext uri="{FF2B5EF4-FFF2-40B4-BE49-F238E27FC236}">
                <a16:creationId xmlns:a16="http://schemas.microsoft.com/office/drawing/2014/main" id="{6C8F466A-B5BC-4BB8-A454-ECCBA8F1C0F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40027" y="3820137"/>
            <a:ext cx="720000" cy="716828"/>
          </a:xfrm>
          <a:prstGeom prst="rect">
            <a:avLst/>
          </a:prstGeom>
        </p:spPr>
      </p:pic>
      <p:pic>
        <p:nvPicPr>
          <p:cNvPr id="537" name="圖片 536">
            <a:extLst>
              <a:ext uri="{FF2B5EF4-FFF2-40B4-BE49-F238E27FC236}">
                <a16:creationId xmlns:a16="http://schemas.microsoft.com/office/drawing/2014/main" id="{FA2CA6CE-ED1A-4BCA-A308-759D73F482D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640027" y="1936642"/>
            <a:ext cx="720000" cy="720000"/>
          </a:xfrm>
          <a:prstGeom prst="rect">
            <a:avLst/>
          </a:prstGeom>
        </p:spPr>
      </p:pic>
      <p:pic>
        <p:nvPicPr>
          <p:cNvPr id="538" name="圖片 537">
            <a:extLst>
              <a:ext uri="{FF2B5EF4-FFF2-40B4-BE49-F238E27FC236}">
                <a16:creationId xmlns:a16="http://schemas.microsoft.com/office/drawing/2014/main" id="{901E343D-FFEF-4F31-98AC-EFE23945690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402370" y="1936642"/>
            <a:ext cx="720000" cy="720000"/>
          </a:xfrm>
          <a:prstGeom prst="rect">
            <a:avLst/>
          </a:prstGeom>
        </p:spPr>
      </p:pic>
      <p:pic>
        <p:nvPicPr>
          <p:cNvPr id="539" name="圖片 538">
            <a:extLst>
              <a:ext uri="{FF2B5EF4-FFF2-40B4-BE49-F238E27FC236}">
                <a16:creationId xmlns:a16="http://schemas.microsoft.com/office/drawing/2014/main" id="{933FBFC6-4EAC-436E-82D5-592E69C5A5B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41655" y="1289368"/>
            <a:ext cx="720000" cy="718411"/>
          </a:xfrm>
          <a:prstGeom prst="rect">
            <a:avLst/>
          </a:prstGeom>
        </p:spPr>
      </p:pic>
      <p:pic>
        <p:nvPicPr>
          <p:cNvPr id="540" name="圖片 539">
            <a:extLst>
              <a:ext uri="{FF2B5EF4-FFF2-40B4-BE49-F238E27FC236}">
                <a16:creationId xmlns:a16="http://schemas.microsoft.com/office/drawing/2014/main" id="{CF2F49BC-BAEB-43EA-86FF-526C1B39F3B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41655" y="4527806"/>
            <a:ext cx="720000" cy="721593"/>
          </a:xfrm>
          <a:prstGeom prst="rect">
            <a:avLst/>
          </a:prstGeom>
        </p:spPr>
      </p:pic>
      <p:grpSp>
        <p:nvGrpSpPr>
          <p:cNvPr id="541" name="群組 540">
            <a:extLst>
              <a:ext uri="{FF2B5EF4-FFF2-40B4-BE49-F238E27FC236}">
                <a16:creationId xmlns:a16="http://schemas.microsoft.com/office/drawing/2014/main" id="{5C746159-0554-4549-9C6B-6C91DD0034BD}"/>
              </a:ext>
            </a:extLst>
          </p:cNvPr>
          <p:cNvGrpSpPr/>
          <p:nvPr/>
        </p:nvGrpSpPr>
        <p:grpSpPr>
          <a:xfrm>
            <a:off x="1486414" y="1321843"/>
            <a:ext cx="398236" cy="439953"/>
            <a:chOff x="7963356" y="-570952"/>
            <a:chExt cx="398236" cy="439953"/>
          </a:xfrm>
        </p:grpSpPr>
        <p:grpSp>
          <p:nvGrpSpPr>
            <p:cNvPr id="542" name="群組 541">
              <a:extLst>
                <a:ext uri="{FF2B5EF4-FFF2-40B4-BE49-F238E27FC236}">
                  <a16:creationId xmlns:a16="http://schemas.microsoft.com/office/drawing/2014/main" id="{88DCF057-9A22-4E70-A71D-05865B7CC263}"/>
                </a:ext>
              </a:extLst>
            </p:cNvPr>
            <p:cNvGrpSpPr/>
            <p:nvPr/>
          </p:nvGrpSpPr>
          <p:grpSpPr>
            <a:xfrm>
              <a:off x="8100260" y="-309536"/>
              <a:ext cx="76622" cy="73502"/>
              <a:chOff x="1373392" y="2391862"/>
              <a:chExt cx="479433" cy="476535"/>
            </a:xfrm>
          </p:grpSpPr>
          <p:sp>
            <p:nvSpPr>
              <p:cNvPr id="547" name="箭號: 向右 546">
                <a:extLst>
                  <a:ext uri="{FF2B5EF4-FFF2-40B4-BE49-F238E27FC236}">
                    <a16:creationId xmlns:a16="http://schemas.microsoft.com/office/drawing/2014/main" id="{C015BAF9-41ED-40A3-845A-7ECE87E85A13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548" name="箭號: 向右 547">
                <a:extLst>
                  <a:ext uri="{FF2B5EF4-FFF2-40B4-BE49-F238E27FC236}">
                    <a16:creationId xmlns:a16="http://schemas.microsoft.com/office/drawing/2014/main" id="{A109C38A-2194-4235-B296-37DBB5F8D834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3" name="文字方塊 542">
                  <a:extLst>
                    <a:ext uri="{FF2B5EF4-FFF2-40B4-BE49-F238E27FC236}">
                      <a16:creationId xmlns:a16="http://schemas.microsoft.com/office/drawing/2014/main" id="{A4F748E2-3E47-499F-99E1-6943C855B13A}"/>
                    </a:ext>
                  </a:extLst>
                </p:cNvPr>
                <p:cNvSpPr txBox="1"/>
                <p:nvPr/>
              </p:nvSpPr>
              <p:spPr>
                <a:xfrm>
                  <a:off x="7963356" y="-570952"/>
                  <a:ext cx="290616" cy="2916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456" name="文字方塊 455">
                  <a:extLst>
                    <a:ext uri="{FF2B5EF4-FFF2-40B4-BE49-F238E27FC236}">
                      <a16:creationId xmlns:a16="http://schemas.microsoft.com/office/drawing/2014/main" id="{319A5377-32D5-464B-B1AA-2D677062A5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3356" y="-570952"/>
                  <a:ext cx="290616" cy="291618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4" name="文字方塊 543">
                  <a:extLst>
                    <a:ext uri="{FF2B5EF4-FFF2-40B4-BE49-F238E27FC236}">
                      <a16:creationId xmlns:a16="http://schemas.microsoft.com/office/drawing/2014/main" id="{DC7F1D4D-8935-4F87-BE9D-2D49499C6B11}"/>
                    </a:ext>
                  </a:extLst>
                </p:cNvPr>
                <p:cNvSpPr txBox="1"/>
                <p:nvPr/>
              </p:nvSpPr>
              <p:spPr>
                <a:xfrm>
                  <a:off x="8104102" y="-407998"/>
                  <a:ext cx="25749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457" name="文字方塊 456">
                  <a:extLst>
                    <a:ext uri="{FF2B5EF4-FFF2-40B4-BE49-F238E27FC236}">
                      <a16:creationId xmlns:a16="http://schemas.microsoft.com/office/drawing/2014/main" id="{6EB068FD-BDD9-4797-95C9-1A688D153E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4102" y="-407998"/>
                  <a:ext cx="257490" cy="276999"/>
                </a:xfrm>
                <a:prstGeom prst="rect">
                  <a:avLst/>
                </a:prstGeom>
                <a:blipFill>
                  <a:blip r:embed="rId21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49" name="文字方塊 548">
                <a:extLst>
                  <a:ext uri="{FF2B5EF4-FFF2-40B4-BE49-F238E27FC236}">
                    <a16:creationId xmlns:a16="http://schemas.microsoft.com/office/drawing/2014/main" id="{62DE7AAB-BCD5-44F7-938C-26FA29C28E52}"/>
                  </a:ext>
                </a:extLst>
              </p:cNvPr>
              <p:cNvSpPr txBox="1"/>
              <p:nvPr/>
            </p:nvSpPr>
            <p:spPr>
              <a:xfrm>
                <a:off x="798058" y="1018451"/>
                <a:ext cx="167359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549" name="文字方塊 548">
                <a:extLst>
                  <a:ext uri="{FF2B5EF4-FFF2-40B4-BE49-F238E27FC236}">
                    <a16:creationId xmlns:a16="http://schemas.microsoft.com/office/drawing/2014/main" id="{62DE7AAB-BCD5-44F7-938C-26FA29C28E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058" y="1018451"/>
                <a:ext cx="1673596" cy="276999"/>
              </a:xfrm>
              <a:prstGeom prst="rect">
                <a:avLst/>
              </a:prstGeom>
              <a:blipFill>
                <a:blip r:embed="rId22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0" name="文字方塊 549">
                <a:extLst>
                  <a:ext uri="{FF2B5EF4-FFF2-40B4-BE49-F238E27FC236}">
                    <a16:creationId xmlns:a16="http://schemas.microsoft.com/office/drawing/2014/main" id="{AA5A9DC1-CC7D-468E-9DCE-5642B00DD6D4}"/>
                  </a:ext>
                </a:extLst>
              </p:cNvPr>
              <p:cNvSpPr txBox="1"/>
              <p:nvPr/>
            </p:nvSpPr>
            <p:spPr>
              <a:xfrm>
                <a:off x="107186" y="3585530"/>
                <a:ext cx="8430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550" name="文字方塊 549">
                <a:extLst>
                  <a:ext uri="{FF2B5EF4-FFF2-40B4-BE49-F238E27FC236}">
                    <a16:creationId xmlns:a16="http://schemas.microsoft.com/office/drawing/2014/main" id="{AA5A9DC1-CC7D-468E-9DCE-5642B00DD6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86" y="3585530"/>
                <a:ext cx="843058" cy="276999"/>
              </a:xfrm>
              <a:prstGeom prst="rect">
                <a:avLst/>
              </a:prstGeom>
              <a:blipFill>
                <a:blip r:embed="rId23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1" name="文字方塊 590">
                <a:extLst>
                  <a:ext uri="{FF2B5EF4-FFF2-40B4-BE49-F238E27FC236}">
                    <a16:creationId xmlns:a16="http://schemas.microsoft.com/office/drawing/2014/main" id="{61991380-E695-4E32-87A6-DCE41311E6D3}"/>
                  </a:ext>
                </a:extLst>
              </p:cNvPr>
              <p:cNvSpPr txBox="1"/>
              <p:nvPr/>
            </p:nvSpPr>
            <p:spPr>
              <a:xfrm>
                <a:off x="2157827" y="1706832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591" name="文字方塊 590">
                <a:extLst>
                  <a:ext uri="{FF2B5EF4-FFF2-40B4-BE49-F238E27FC236}">
                    <a16:creationId xmlns:a16="http://schemas.microsoft.com/office/drawing/2014/main" id="{61991380-E695-4E32-87A6-DCE41311E6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7827" y="1706832"/>
                <a:ext cx="1150186" cy="276999"/>
              </a:xfrm>
              <a:prstGeom prst="rect">
                <a:avLst/>
              </a:prstGeom>
              <a:blipFill>
                <a:blip r:embed="rId24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2" name="文字方塊 591">
                <a:extLst>
                  <a:ext uri="{FF2B5EF4-FFF2-40B4-BE49-F238E27FC236}">
                    <a16:creationId xmlns:a16="http://schemas.microsoft.com/office/drawing/2014/main" id="{4E1C1A91-6D83-415D-87CA-7EDE05D3CA93}"/>
                  </a:ext>
                </a:extLst>
              </p:cNvPr>
              <p:cNvSpPr txBox="1"/>
              <p:nvPr/>
            </p:nvSpPr>
            <p:spPr>
              <a:xfrm>
                <a:off x="1071490" y="4302268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592" name="文字方塊 591">
                <a:extLst>
                  <a:ext uri="{FF2B5EF4-FFF2-40B4-BE49-F238E27FC236}">
                    <a16:creationId xmlns:a16="http://schemas.microsoft.com/office/drawing/2014/main" id="{4E1C1A91-6D83-415D-87CA-7EDE05D3CA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490" y="4302268"/>
                <a:ext cx="1150186" cy="276999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93" name="圖片 592">
            <a:extLst>
              <a:ext uri="{FF2B5EF4-FFF2-40B4-BE49-F238E27FC236}">
                <a16:creationId xmlns:a16="http://schemas.microsoft.com/office/drawing/2014/main" id="{40658007-4DD8-4A33-8919-2924F95256FE}"/>
              </a:ext>
            </a:extLst>
          </p:cNvPr>
          <p:cNvPicPr>
            <a:picLocks noChangeAspect="1"/>
          </p:cNvPicPr>
          <p:nvPr/>
        </p:nvPicPr>
        <p:blipFill rotWithShape="1">
          <a:blip r:embed="rId2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81" t="8908" r="4868" b="70278"/>
          <a:stretch/>
        </p:blipFill>
        <p:spPr>
          <a:xfrm>
            <a:off x="1989730" y="1269722"/>
            <a:ext cx="236737" cy="75499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94" name="文字方塊 593">
                <a:extLst>
                  <a:ext uri="{FF2B5EF4-FFF2-40B4-BE49-F238E27FC236}">
                    <a16:creationId xmlns:a16="http://schemas.microsoft.com/office/drawing/2014/main" id="{830E3056-2F9F-4770-BC7F-7307FB3BD5B6}"/>
                  </a:ext>
                </a:extLst>
              </p:cNvPr>
              <p:cNvSpPr txBox="1"/>
              <p:nvPr/>
            </p:nvSpPr>
            <p:spPr>
              <a:xfrm rot="5400000">
                <a:off x="1881992" y="1641897"/>
                <a:ext cx="3995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594" name="文字方塊 593">
                <a:extLst>
                  <a:ext uri="{FF2B5EF4-FFF2-40B4-BE49-F238E27FC236}">
                    <a16:creationId xmlns:a16="http://schemas.microsoft.com/office/drawing/2014/main" id="{830E3056-2F9F-4770-BC7F-7307FB3BD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1881992" y="1641897"/>
                <a:ext cx="399520" cy="307777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5" name="直線接點 594">
            <a:extLst>
              <a:ext uri="{FF2B5EF4-FFF2-40B4-BE49-F238E27FC236}">
                <a16:creationId xmlns:a16="http://schemas.microsoft.com/office/drawing/2014/main" id="{A18B21A3-7F1F-4445-9613-5000F74759A3}"/>
              </a:ext>
            </a:extLst>
          </p:cNvPr>
          <p:cNvCxnSpPr>
            <a:cxnSpLocks/>
          </p:cNvCxnSpPr>
          <p:nvPr/>
        </p:nvCxnSpPr>
        <p:spPr>
          <a:xfrm>
            <a:off x="781960" y="3416684"/>
            <a:ext cx="650875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6" name="直線接點 595">
            <a:extLst>
              <a:ext uri="{FF2B5EF4-FFF2-40B4-BE49-F238E27FC236}">
                <a16:creationId xmlns:a16="http://schemas.microsoft.com/office/drawing/2014/main" id="{D161C032-6842-4A2D-8EAD-38915B714D7F}"/>
              </a:ext>
            </a:extLst>
          </p:cNvPr>
          <p:cNvCxnSpPr>
            <a:cxnSpLocks/>
          </p:cNvCxnSpPr>
          <p:nvPr/>
        </p:nvCxnSpPr>
        <p:spPr>
          <a:xfrm>
            <a:off x="1879240" y="3745297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7" name="直線接點 596">
            <a:extLst>
              <a:ext uri="{FF2B5EF4-FFF2-40B4-BE49-F238E27FC236}">
                <a16:creationId xmlns:a16="http://schemas.microsoft.com/office/drawing/2014/main" id="{F7C148A1-59FA-48DC-9F8E-8245DCF1D231}"/>
              </a:ext>
            </a:extLst>
          </p:cNvPr>
          <p:cNvCxnSpPr>
            <a:cxnSpLocks/>
          </p:cNvCxnSpPr>
          <p:nvPr/>
        </p:nvCxnSpPr>
        <p:spPr>
          <a:xfrm flipV="1">
            <a:off x="887648" y="3630340"/>
            <a:ext cx="332143" cy="3213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98" name="文字方塊 597">
                <a:extLst>
                  <a:ext uri="{FF2B5EF4-FFF2-40B4-BE49-F238E27FC236}">
                    <a16:creationId xmlns:a16="http://schemas.microsoft.com/office/drawing/2014/main" id="{5DF1BCB7-5D01-4B69-BC32-446DAA3AA312}"/>
                  </a:ext>
                </a:extLst>
              </p:cNvPr>
              <p:cNvSpPr txBox="1"/>
              <p:nvPr/>
            </p:nvSpPr>
            <p:spPr>
              <a:xfrm>
                <a:off x="43970" y="1706832"/>
                <a:ext cx="9694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598" name="文字方塊 597">
                <a:extLst>
                  <a:ext uri="{FF2B5EF4-FFF2-40B4-BE49-F238E27FC236}">
                    <a16:creationId xmlns:a16="http://schemas.microsoft.com/office/drawing/2014/main" id="{5DF1BCB7-5D01-4B69-BC32-446DAA3AA3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70" y="1706832"/>
                <a:ext cx="969490" cy="276999"/>
              </a:xfrm>
              <a:prstGeom prst="rect">
                <a:avLst/>
              </a:prstGeom>
              <a:blipFill>
                <a:blip r:embed="rId28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9" name="文字方塊 598">
                <a:extLst>
                  <a:ext uri="{FF2B5EF4-FFF2-40B4-BE49-F238E27FC236}">
                    <a16:creationId xmlns:a16="http://schemas.microsoft.com/office/drawing/2014/main" id="{FF89C54A-63F5-4D36-A6A3-E788BCEFDEB4}"/>
                  </a:ext>
                </a:extLst>
              </p:cNvPr>
              <p:cNvSpPr txBox="1"/>
              <p:nvPr/>
            </p:nvSpPr>
            <p:spPr>
              <a:xfrm>
                <a:off x="2238820" y="3585530"/>
                <a:ext cx="988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599" name="文字方塊 598">
                <a:extLst>
                  <a:ext uri="{FF2B5EF4-FFF2-40B4-BE49-F238E27FC236}">
                    <a16:creationId xmlns:a16="http://schemas.microsoft.com/office/drawing/2014/main" id="{FF89C54A-63F5-4D36-A6A3-E788BCEFDE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820" y="3585530"/>
                <a:ext cx="988200" cy="276999"/>
              </a:xfrm>
              <a:prstGeom prst="rect">
                <a:avLst/>
              </a:prstGeom>
              <a:blipFill>
                <a:blip r:embed="rId29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00" name="圖片 599">
            <a:extLst>
              <a:ext uri="{FF2B5EF4-FFF2-40B4-BE49-F238E27FC236}">
                <a16:creationId xmlns:a16="http://schemas.microsoft.com/office/drawing/2014/main" id="{4C8D2E52-61C4-46BF-A27C-A3F4364CA5D0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211381" y="3127186"/>
            <a:ext cx="868304" cy="901700"/>
          </a:xfrm>
          <a:prstGeom prst="rect">
            <a:avLst/>
          </a:prstGeom>
        </p:spPr>
      </p:pic>
      <p:grpSp>
        <p:nvGrpSpPr>
          <p:cNvPr id="601" name="群組 600">
            <a:extLst>
              <a:ext uri="{FF2B5EF4-FFF2-40B4-BE49-F238E27FC236}">
                <a16:creationId xmlns:a16="http://schemas.microsoft.com/office/drawing/2014/main" id="{9C4CFDAD-2D31-4676-9ABB-ED8082CD1AC3}"/>
              </a:ext>
            </a:extLst>
          </p:cNvPr>
          <p:cNvGrpSpPr/>
          <p:nvPr/>
        </p:nvGrpSpPr>
        <p:grpSpPr>
          <a:xfrm>
            <a:off x="1274856" y="5270842"/>
            <a:ext cx="720000" cy="720000"/>
            <a:chOff x="801581" y="4966326"/>
            <a:chExt cx="1150186" cy="1150186"/>
          </a:xfrm>
        </p:grpSpPr>
        <p:sp>
          <p:nvSpPr>
            <p:cNvPr id="602" name="矩形: 圓角 601">
              <a:extLst>
                <a:ext uri="{FF2B5EF4-FFF2-40B4-BE49-F238E27FC236}">
                  <a16:creationId xmlns:a16="http://schemas.microsoft.com/office/drawing/2014/main" id="{EABD2CA2-6A32-49B5-8039-2A3135CE3536}"/>
                </a:ext>
              </a:extLst>
            </p:cNvPr>
            <p:cNvSpPr/>
            <p:nvPr/>
          </p:nvSpPr>
          <p:spPr>
            <a:xfrm>
              <a:off x="801581" y="4966326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603" name="橢圓 602">
              <a:extLst>
                <a:ext uri="{FF2B5EF4-FFF2-40B4-BE49-F238E27FC236}">
                  <a16:creationId xmlns:a16="http://schemas.microsoft.com/office/drawing/2014/main" id="{AAC6052D-45CC-4D6D-BCA0-40BBBB055F9D}"/>
                </a:ext>
              </a:extLst>
            </p:cNvPr>
            <p:cNvSpPr/>
            <p:nvPr/>
          </p:nvSpPr>
          <p:spPr>
            <a:xfrm>
              <a:off x="1269795" y="5070149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04" name="橢圓 603">
              <a:extLst>
                <a:ext uri="{FF2B5EF4-FFF2-40B4-BE49-F238E27FC236}">
                  <a16:creationId xmlns:a16="http://schemas.microsoft.com/office/drawing/2014/main" id="{C25C3098-6775-4330-8A0D-9172BF9FE597}"/>
                </a:ext>
              </a:extLst>
            </p:cNvPr>
            <p:cNvSpPr/>
            <p:nvPr/>
          </p:nvSpPr>
          <p:spPr>
            <a:xfrm>
              <a:off x="1269795" y="580560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05" name="橢圓 604">
              <a:extLst>
                <a:ext uri="{FF2B5EF4-FFF2-40B4-BE49-F238E27FC236}">
                  <a16:creationId xmlns:a16="http://schemas.microsoft.com/office/drawing/2014/main" id="{45B5485A-837F-46B3-B4A7-C546BC307BDF}"/>
                </a:ext>
              </a:extLst>
            </p:cNvPr>
            <p:cNvSpPr/>
            <p:nvPr/>
          </p:nvSpPr>
          <p:spPr>
            <a:xfrm>
              <a:off x="1633048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06" name="橢圓 605">
              <a:extLst>
                <a:ext uri="{FF2B5EF4-FFF2-40B4-BE49-F238E27FC236}">
                  <a16:creationId xmlns:a16="http://schemas.microsoft.com/office/drawing/2014/main" id="{65597A7C-2EF3-4549-92D9-CB14B5C48597}"/>
                </a:ext>
              </a:extLst>
            </p:cNvPr>
            <p:cNvSpPr/>
            <p:nvPr/>
          </p:nvSpPr>
          <p:spPr>
            <a:xfrm>
              <a:off x="895950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07" name="橢圓 606">
              <a:extLst>
                <a:ext uri="{FF2B5EF4-FFF2-40B4-BE49-F238E27FC236}">
                  <a16:creationId xmlns:a16="http://schemas.microsoft.com/office/drawing/2014/main" id="{54BD5516-58DF-420C-9E20-136DCC686DBC}"/>
                </a:ext>
              </a:extLst>
            </p:cNvPr>
            <p:cNvSpPr/>
            <p:nvPr/>
          </p:nvSpPr>
          <p:spPr>
            <a:xfrm>
              <a:off x="1006324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08" name="橢圓 607">
              <a:extLst>
                <a:ext uri="{FF2B5EF4-FFF2-40B4-BE49-F238E27FC236}">
                  <a16:creationId xmlns:a16="http://schemas.microsoft.com/office/drawing/2014/main" id="{F9D9FEC6-46A3-41B8-B88D-8B27087E3D4C}"/>
                </a:ext>
              </a:extLst>
            </p:cNvPr>
            <p:cNvSpPr/>
            <p:nvPr/>
          </p:nvSpPr>
          <p:spPr>
            <a:xfrm>
              <a:off x="1006324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09" name="橢圓 608">
              <a:extLst>
                <a:ext uri="{FF2B5EF4-FFF2-40B4-BE49-F238E27FC236}">
                  <a16:creationId xmlns:a16="http://schemas.microsoft.com/office/drawing/2014/main" id="{67891C87-BA1A-4470-A0A8-D80997ABA59C}"/>
                </a:ext>
              </a:extLst>
            </p:cNvPr>
            <p:cNvSpPr/>
            <p:nvPr/>
          </p:nvSpPr>
          <p:spPr>
            <a:xfrm>
              <a:off x="1531150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610" name="橢圓 609">
              <a:extLst>
                <a:ext uri="{FF2B5EF4-FFF2-40B4-BE49-F238E27FC236}">
                  <a16:creationId xmlns:a16="http://schemas.microsoft.com/office/drawing/2014/main" id="{8EF52A3E-524F-4691-9B90-87CCD6237DA1}"/>
                </a:ext>
              </a:extLst>
            </p:cNvPr>
            <p:cNvSpPr/>
            <p:nvPr/>
          </p:nvSpPr>
          <p:spPr>
            <a:xfrm>
              <a:off x="1531150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11" name="等腰三角形 610">
              <a:extLst>
                <a:ext uri="{FF2B5EF4-FFF2-40B4-BE49-F238E27FC236}">
                  <a16:creationId xmlns:a16="http://schemas.microsoft.com/office/drawing/2014/main" id="{E9FF14CD-D5AD-42E5-9034-3DF3CAA2AC79}"/>
                </a:ext>
              </a:extLst>
            </p:cNvPr>
            <p:cNvSpPr/>
            <p:nvPr/>
          </p:nvSpPr>
          <p:spPr>
            <a:xfrm rot="5400000" flipH="1">
              <a:off x="1342194" y="5038456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12" name="等腰三角形 611">
              <a:extLst>
                <a:ext uri="{FF2B5EF4-FFF2-40B4-BE49-F238E27FC236}">
                  <a16:creationId xmlns:a16="http://schemas.microsoft.com/office/drawing/2014/main" id="{4C0947BE-BD96-4C09-A716-FB865EB711A0}"/>
                </a:ext>
              </a:extLst>
            </p:cNvPr>
            <p:cNvSpPr/>
            <p:nvPr/>
          </p:nvSpPr>
          <p:spPr>
            <a:xfrm rot="5400000" flipH="1">
              <a:off x="1342194" y="577254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13" name="等腰三角形 612">
              <a:extLst>
                <a:ext uri="{FF2B5EF4-FFF2-40B4-BE49-F238E27FC236}">
                  <a16:creationId xmlns:a16="http://schemas.microsoft.com/office/drawing/2014/main" id="{2CDA545D-AEF5-49CA-AA00-7A79361ABAAE}"/>
                </a:ext>
              </a:extLst>
            </p:cNvPr>
            <p:cNvSpPr/>
            <p:nvPr/>
          </p:nvSpPr>
          <p:spPr>
            <a:xfrm rot="5400000" flipH="1">
              <a:off x="968349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14" name="等腰三角形 613">
              <a:extLst>
                <a:ext uri="{FF2B5EF4-FFF2-40B4-BE49-F238E27FC236}">
                  <a16:creationId xmlns:a16="http://schemas.microsoft.com/office/drawing/2014/main" id="{D4EEBCBF-5BEC-47FE-9F8E-554ED3937946}"/>
                </a:ext>
              </a:extLst>
            </p:cNvPr>
            <p:cNvSpPr/>
            <p:nvPr/>
          </p:nvSpPr>
          <p:spPr>
            <a:xfrm rot="5400000" flipH="1">
              <a:off x="1078723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15" name="等腰三角形 614">
              <a:extLst>
                <a:ext uri="{FF2B5EF4-FFF2-40B4-BE49-F238E27FC236}">
                  <a16:creationId xmlns:a16="http://schemas.microsoft.com/office/drawing/2014/main" id="{694159AA-073F-4502-8C15-8A35808E46BA}"/>
                </a:ext>
              </a:extLst>
            </p:cNvPr>
            <p:cNvSpPr/>
            <p:nvPr/>
          </p:nvSpPr>
          <p:spPr>
            <a:xfrm rot="5400000" flipH="1">
              <a:off x="1078723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16" name="等腰三角形 615">
              <a:extLst>
                <a:ext uri="{FF2B5EF4-FFF2-40B4-BE49-F238E27FC236}">
                  <a16:creationId xmlns:a16="http://schemas.microsoft.com/office/drawing/2014/main" id="{1566BD20-94E9-42EE-BCA2-F53E3CB20FE5}"/>
                </a:ext>
              </a:extLst>
            </p:cNvPr>
            <p:cNvSpPr/>
            <p:nvPr/>
          </p:nvSpPr>
          <p:spPr>
            <a:xfrm rot="5400000" flipH="1">
              <a:off x="1603549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17" name="等腰三角形 616">
              <a:extLst>
                <a:ext uri="{FF2B5EF4-FFF2-40B4-BE49-F238E27FC236}">
                  <a16:creationId xmlns:a16="http://schemas.microsoft.com/office/drawing/2014/main" id="{8C2409F5-5A53-41F3-8855-5178AB50F860}"/>
                </a:ext>
              </a:extLst>
            </p:cNvPr>
            <p:cNvSpPr/>
            <p:nvPr/>
          </p:nvSpPr>
          <p:spPr>
            <a:xfrm rot="5400000" flipH="1">
              <a:off x="1603549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18" name="等腰三角形 617">
              <a:extLst>
                <a:ext uri="{FF2B5EF4-FFF2-40B4-BE49-F238E27FC236}">
                  <a16:creationId xmlns:a16="http://schemas.microsoft.com/office/drawing/2014/main" id="{9D35255D-D5C8-4F69-B364-9D278EB5E59D}"/>
                </a:ext>
              </a:extLst>
            </p:cNvPr>
            <p:cNvSpPr/>
            <p:nvPr/>
          </p:nvSpPr>
          <p:spPr>
            <a:xfrm rot="5400000" flipH="1">
              <a:off x="1705447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19" name="文字方塊 618">
                <a:extLst>
                  <a:ext uri="{FF2B5EF4-FFF2-40B4-BE49-F238E27FC236}">
                    <a16:creationId xmlns:a16="http://schemas.microsoft.com/office/drawing/2014/main" id="{33725C3F-F079-422C-9757-84FEB62A6079}"/>
                  </a:ext>
                </a:extLst>
              </p:cNvPr>
              <p:cNvSpPr txBox="1"/>
              <p:nvPr/>
            </p:nvSpPr>
            <p:spPr>
              <a:xfrm>
                <a:off x="1337556" y="1759986"/>
                <a:ext cx="61212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/>
              </a:p>
            </p:txBody>
          </p:sp>
        </mc:Choice>
        <mc:Fallback>
          <p:sp>
            <p:nvSpPr>
              <p:cNvPr id="619" name="文字方塊 618">
                <a:extLst>
                  <a:ext uri="{FF2B5EF4-FFF2-40B4-BE49-F238E27FC236}">
                    <a16:creationId xmlns:a16="http://schemas.microsoft.com/office/drawing/2014/main" id="{33725C3F-F079-422C-9757-84FEB62A60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7556" y="1759986"/>
                <a:ext cx="612129" cy="276999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20" name="群組 619">
            <a:extLst>
              <a:ext uri="{FF2B5EF4-FFF2-40B4-BE49-F238E27FC236}">
                <a16:creationId xmlns:a16="http://schemas.microsoft.com/office/drawing/2014/main" id="{63B65894-E39B-4543-9285-81EE576BE40D}"/>
              </a:ext>
            </a:extLst>
          </p:cNvPr>
          <p:cNvGrpSpPr/>
          <p:nvPr/>
        </p:nvGrpSpPr>
        <p:grpSpPr>
          <a:xfrm>
            <a:off x="1274856" y="2027656"/>
            <a:ext cx="720000" cy="720000"/>
            <a:chOff x="3481679" y="1553308"/>
            <a:chExt cx="1150186" cy="1150186"/>
          </a:xfrm>
        </p:grpSpPr>
        <p:sp>
          <p:nvSpPr>
            <p:cNvPr id="621" name="矩形: 圓角 620">
              <a:extLst>
                <a:ext uri="{FF2B5EF4-FFF2-40B4-BE49-F238E27FC236}">
                  <a16:creationId xmlns:a16="http://schemas.microsoft.com/office/drawing/2014/main" id="{E758BCB7-1E16-448A-87F9-4296A0A387D6}"/>
                </a:ext>
              </a:extLst>
            </p:cNvPr>
            <p:cNvSpPr/>
            <p:nvPr/>
          </p:nvSpPr>
          <p:spPr>
            <a:xfrm>
              <a:off x="3481679" y="1553308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 dirty="0"/>
            </a:p>
          </p:txBody>
        </p:sp>
        <p:sp>
          <p:nvSpPr>
            <p:cNvPr id="622" name="橢圓 621">
              <a:extLst>
                <a:ext uri="{FF2B5EF4-FFF2-40B4-BE49-F238E27FC236}">
                  <a16:creationId xmlns:a16="http://schemas.microsoft.com/office/drawing/2014/main" id="{52AFE9BE-1167-4AA8-BC97-F41FE488B02D}"/>
                </a:ext>
              </a:extLst>
            </p:cNvPr>
            <p:cNvSpPr/>
            <p:nvPr/>
          </p:nvSpPr>
          <p:spPr>
            <a:xfrm>
              <a:off x="3940548" y="164255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623" name="橢圓 622">
              <a:extLst>
                <a:ext uri="{FF2B5EF4-FFF2-40B4-BE49-F238E27FC236}">
                  <a16:creationId xmlns:a16="http://schemas.microsoft.com/office/drawing/2014/main" id="{AE331C10-C653-4819-8FEC-022BE745A364}"/>
                </a:ext>
              </a:extLst>
            </p:cNvPr>
            <p:cNvSpPr/>
            <p:nvPr/>
          </p:nvSpPr>
          <p:spPr>
            <a:xfrm>
              <a:off x="3940548" y="23780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624" name="橢圓 623">
              <a:extLst>
                <a:ext uri="{FF2B5EF4-FFF2-40B4-BE49-F238E27FC236}">
                  <a16:creationId xmlns:a16="http://schemas.microsoft.com/office/drawing/2014/main" id="{D0849D07-95B1-4680-A401-C8F96BB35CD0}"/>
                </a:ext>
              </a:extLst>
            </p:cNvPr>
            <p:cNvSpPr/>
            <p:nvPr/>
          </p:nvSpPr>
          <p:spPr>
            <a:xfrm>
              <a:off x="4303801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625" name="橢圓 624">
              <a:extLst>
                <a:ext uri="{FF2B5EF4-FFF2-40B4-BE49-F238E27FC236}">
                  <a16:creationId xmlns:a16="http://schemas.microsoft.com/office/drawing/2014/main" id="{29A2CBC0-1411-417F-AB5F-D34B339BE43F}"/>
                </a:ext>
              </a:extLst>
            </p:cNvPr>
            <p:cNvSpPr/>
            <p:nvPr/>
          </p:nvSpPr>
          <p:spPr>
            <a:xfrm>
              <a:off x="3566703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626" name="橢圓 625">
              <a:extLst>
                <a:ext uri="{FF2B5EF4-FFF2-40B4-BE49-F238E27FC236}">
                  <a16:creationId xmlns:a16="http://schemas.microsoft.com/office/drawing/2014/main" id="{D07D982A-57D7-4DDB-9B6F-E39483522583}"/>
                </a:ext>
              </a:extLst>
            </p:cNvPr>
            <p:cNvSpPr/>
            <p:nvPr/>
          </p:nvSpPr>
          <p:spPr>
            <a:xfrm>
              <a:off x="3677077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627" name="橢圓 626">
              <a:extLst>
                <a:ext uri="{FF2B5EF4-FFF2-40B4-BE49-F238E27FC236}">
                  <a16:creationId xmlns:a16="http://schemas.microsoft.com/office/drawing/2014/main" id="{F5ABAD10-37B2-4978-9BC4-1FE1A756FE5B}"/>
                </a:ext>
              </a:extLst>
            </p:cNvPr>
            <p:cNvSpPr/>
            <p:nvPr/>
          </p:nvSpPr>
          <p:spPr>
            <a:xfrm>
              <a:off x="3677077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628" name="橢圓 627">
              <a:extLst>
                <a:ext uri="{FF2B5EF4-FFF2-40B4-BE49-F238E27FC236}">
                  <a16:creationId xmlns:a16="http://schemas.microsoft.com/office/drawing/2014/main" id="{DA9D8F69-424D-4B60-9B73-86D7AB3A1C01}"/>
                </a:ext>
              </a:extLst>
            </p:cNvPr>
            <p:cNvSpPr/>
            <p:nvPr/>
          </p:nvSpPr>
          <p:spPr>
            <a:xfrm>
              <a:off x="4201903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 dirty="0"/>
            </a:p>
          </p:txBody>
        </p:sp>
        <p:sp>
          <p:nvSpPr>
            <p:cNvPr id="629" name="橢圓 628">
              <a:extLst>
                <a:ext uri="{FF2B5EF4-FFF2-40B4-BE49-F238E27FC236}">
                  <a16:creationId xmlns:a16="http://schemas.microsoft.com/office/drawing/2014/main" id="{132F0491-8D1B-40C9-8B9C-924ECBC599FA}"/>
                </a:ext>
              </a:extLst>
            </p:cNvPr>
            <p:cNvSpPr/>
            <p:nvPr/>
          </p:nvSpPr>
          <p:spPr>
            <a:xfrm>
              <a:off x="4201903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630" name="等腰三角形 629">
              <a:extLst>
                <a:ext uri="{FF2B5EF4-FFF2-40B4-BE49-F238E27FC236}">
                  <a16:creationId xmlns:a16="http://schemas.microsoft.com/office/drawing/2014/main" id="{3D2E8EFF-BBE4-4F32-8216-06A38C0BB567}"/>
                </a:ext>
              </a:extLst>
            </p:cNvPr>
            <p:cNvSpPr/>
            <p:nvPr/>
          </p:nvSpPr>
          <p:spPr>
            <a:xfrm rot="16200000">
              <a:off x="4012947" y="161086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631" name="等腰三角形 630">
              <a:extLst>
                <a:ext uri="{FF2B5EF4-FFF2-40B4-BE49-F238E27FC236}">
                  <a16:creationId xmlns:a16="http://schemas.microsoft.com/office/drawing/2014/main" id="{1CEBCBEF-9F4D-4A96-B16F-20D1435E63BC}"/>
                </a:ext>
              </a:extLst>
            </p:cNvPr>
            <p:cNvSpPr/>
            <p:nvPr/>
          </p:nvSpPr>
          <p:spPr>
            <a:xfrm rot="16200000">
              <a:off x="4012947" y="234495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632" name="等腰三角形 631">
              <a:extLst>
                <a:ext uri="{FF2B5EF4-FFF2-40B4-BE49-F238E27FC236}">
                  <a16:creationId xmlns:a16="http://schemas.microsoft.com/office/drawing/2014/main" id="{BF15E1B6-BE18-40D0-AF8F-826DF9F78F74}"/>
                </a:ext>
              </a:extLst>
            </p:cNvPr>
            <p:cNvSpPr/>
            <p:nvPr/>
          </p:nvSpPr>
          <p:spPr>
            <a:xfrm rot="16200000">
              <a:off x="3639102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633" name="等腰三角形 632">
              <a:extLst>
                <a:ext uri="{FF2B5EF4-FFF2-40B4-BE49-F238E27FC236}">
                  <a16:creationId xmlns:a16="http://schemas.microsoft.com/office/drawing/2014/main" id="{CE10B8F1-E38A-4660-AEF7-B7CD7345CB11}"/>
                </a:ext>
              </a:extLst>
            </p:cNvPr>
            <p:cNvSpPr/>
            <p:nvPr/>
          </p:nvSpPr>
          <p:spPr>
            <a:xfrm rot="16200000">
              <a:off x="3749476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634" name="等腰三角形 633">
              <a:extLst>
                <a:ext uri="{FF2B5EF4-FFF2-40B4-BE49-F238E27FC236}">
                  <a16:creationId xmlns:a16="http://schemas.microsoft.com/office/drawing/2014/main" id="{68DDEFB8-89C8-4D0B-BF0B-AE9277DA405E}"/>
                </a:ext>
              </a:extLst>
            </p:cNvPr>
            <p:cNvSpPr/>
            <p:nvPr/>
          </p:nvSpPr>
          <p:spPr>
            <a:xfrm rot="16200000">
              <a:off x="3749476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635" name="等腰三角形 634">
              <a:extLst>
                <a:ext uri="{FF2B5EF4-FFF2-40B4-BE49-F238E27FC236}">
                  <a16:creationId xmlns:a16="http://schemas.microsoft.com/office/drawing/2014/main" id="{492D679B-CEB5-4B75-8668-C09CC32B016E}"/>
                </a:ext>
              </a:extLst>
            </p:cNvPr>
            <p:cNvSpPr/>
            <p:nvPr/>
          </p:nvSpPr>
          <p:spPr>
            <a:xfrm rot="16200000">
              <a:off x="4274302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636" name="等腰三角形 635">
              <a:extLst>
                <a:ext uri="{FF2B5EF4-FFF2-40B4-BE49-F238E27FC236}">
                  <a16:creationId xmlns:a16="http://schemas.microsoft.com/office/drawing/2014/main" id="{9042B80C-6E76-4F0A-83CA-969803E508FD}"/>
                </a:ext>
              </a:extLst>
            </p:cNvPr>
            <p:cNvSpPr/>
            <p:nvPr/>
          </p:nvSpPr>
          <p:spPr>
            <a:xfrm rot="16200000">
              <a:off x="4274302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637" name="等腰三角形 636">
              <a:extLst>
                <a:ext uri="{FF2B5EF4-FFF2-40B4-BE49-F238E27FC236}">
                  <a16:creationId xmlns:a16="http://schemas.microsoft.com/office/drawing/2014/main" id="{6A8DAF22-B841-4796-9337-3A782EFEB54C}"/>
                </a:ext>
              </a:extLst>
            </p:cNvPr>
            <p:cNvSpPr/>
            <p:nvPr/>
          </p:nvSpPr>
          <p:spPr>
            <a:xfrm rot="16200000">
              <a:off x="4376200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grpSp>
          <p:nvGrpSpPr>
            <p:cNvPr id="638" name="群組 637">
              <a:extLst>
                <a:ext uri="{FF2B5EF4-FFF2-40B4-BE49-F238E27FC236}">
                  <a16:creationId xmlns:a16="http://schemas.microsoft.com/office/drawing/2014/main" id="{C0F9638A-57D3-4DEF-AE2E-681C47D6AD5B}"/>
                </a:ext>
              </a:extLst>
            </p:cNvPr>
            <p:cNvGrpSpPr/>
            <p:nvPr/>
          </p:nvGrpSpPr>
          <p:grpSpPr>
            <a:xfrm>
              <a:off x="4057671" y="2031019"/>
              <a:ext cx="115586" cy="110880"/>
              <a:chOff x="1373392" y="2391862"/>
              <a:chExt cx="479433" cy="476535"/>
            </a:xfrm>
          </p:grpSpPr>
          <p:sp>
            <p:nvSpPr>
              <p:cNvPr id="641" name="箭號: 向右 640">
                <a:extLst>
                  <a:ext uri="{FF2B5EF4-FFF2-40B4-BE49-F238E27FC236}">
                    <a16:creationId xmlns:a16="http://schemas.microsoft.com/office/drawing/2014/main" id="{DAE158F4-22CC-48D0-9CE2-69DFA65BB8E8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bg1"/>
                  </a:solidFill>
                </a:endParaRPr>
              </a:p>
            </p:txBody>
          </p:sp>
          <p:sp>
            <p:nvSpPr>
              <p:cNvPr id="642" name="箭號: 向右 641">
                <a:extLst>
                  <a:ext uri="{FF2B5EF4-FFF2-40B4-BE49-F238E27FC236}">
                    <a16:creationId xmlns:a16="http://schemas.microsoft.com/office/drawing/2014/main" id="{C1144557-5C08-4E13-9EBD-3CC39FCA9A79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9" name="文字方塊 638">
                  <a:extLst>
                    <a:ext uri="{FF2B5EF4-FFF2-40B4-BE49-F238E27FC236}">
                      <a16:creationId xmlns:a16="http://schemas.microsoft.com/office/drawing/2014/main" id="{C6D6A490-E8EF-4272-9E6B-A0D3F8D14F1F}"/>
                    </a:ext>
                  </a:extLst>
                </p:cNvPr>
                <p:cNvSpPr txBox="1"/>
                <p:nvPr/>
              </p:nvSpPr>
              <p:spPr>
                <a:xfrm>
                  <a:off x="3836505" y="1616345"/>
                  <a:ext cx="411859" cy="4658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20" name="文字方塊 519">
                  <a:extLst>
                    <a:ext uri="{FF2B5EF4-FFF2-40B4-BE49-F238E27FC236}">
                      <a16:creationId xmlns:a16="http://schemas.microsoft.com/office/drawing/2014/main" id="{CC9B5CC6-C2A6-4889-A719-60DFBA75F0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6505" y="1616345"/>
                  <a:ext cx="411859" cy="465854"/>
                </a:xfrm>
                <a:prstGeom prst="rect">
                  <a:avLst/>
                </a:prstGeom>
                <a:blipFill>
                  <a:blip r:embed="rId32"/>
                  <a:stretch>
                    <a:fillRect r="-697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0" name="文字方塊 639">
                  <a:extLst>
                    <a:ext uri="{FF2B5EF4-FFF2-40B4-BE49-F238E27FC236}">
                      <a16:creationId xmlns:a16="http://schemas.microsoft.com/office/drawing/2014/main" id="{440D068F-2C9A-403F-A807-6A87FF4FC8DD}"/>
                    </a:ext>
                  </a:extLst>
                </p:cNvPr>
                <p:cNvSpPr txBox="1"/>
                <p:nvPr/>
              </p:nvSpPr>
              <p:spPr>
                <a:xfrm>
                  <a:off x="4088416" y="1839893"/>
                  <a:ext cx="521830" cy="44250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21" name="文字方塊 520">
                  <a:extLst>
                    <a:ext uri="{FF2B5EF4-FFF2-40B4-BE49-F238E27FC236}">
                      <a16:creationId xmlns:a16="http://schemas.microsoft.com/office/drawing/2014/main" id="{C1B85C49-8CE2-4FAE-93E2-BD2214232C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8416" y="1839893"/>
                  <a:ext cx="521830" cy="442501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44" name="直線接點 643">
            <a:extLst>
              <a:ext uri="{FF2B5EF4-FFF2-40B4-BE49-F238E27FC236}">
                <a16:creationId xmlns:a16="http://schemas.microsoft.com/office/drawing/2014/main" id="{4F1A0F2A-3849-4016-AB3B-660DA7B6E13F}"/>
              </a:ext>
            </a:extLst>
          </p:cNvPr>
          <p:cNvCxnSpPr>
            <a:cxnSpLocks/>
          </p:cNvCxnSpPr>
          <p:nvPr/>
        </p:nvCxnSpPr>
        <p:spPr>
          <a:xfrm flipV="1">
            <a:off x="2074860" y="3295160"/>
            <a:ext cx="252473" cy="244255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45" name="文字方塊 644">
                <a:extLst>
                  <a:ext uri="{FF2B5EF4-FFF2-40B4-BE49-F238E27FC236}">
                    <a16:creationId xmlns:a16="http://schemas.microsoft.com/office/drawing/2014/main" id="{39455B8E-E097-4442-B12F-2F9B851FACF8}"/>
                  </a:ext>
                </a:extLst>
              </p:cNvPr>
              <p:cNvSpPr txBox="1"/>
              <p:nvPr/>
            </p:nvSpPr>
            <p:spPr>
              <a:xfrm>
                <a:off x="1284513" y="2908204"/>
                <a:ext cx="7155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1, −1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645" name="文字方塊 644">
                <a:extLst>
                  <a:ext uri="{FF2B5EF4-FFF2-40B4-BE49-F238E27FC236}">
                    <a16:creationId xmlns:a16="http://schemas.microsoft.com/office/drawing/2014/main" id="{39455B8E-E097-4442-B12F-2F9B851FAC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4513" y="2908204"/>
                <a:ext cx="715550" cy="276999"/>
              </a:xfrm>
              <a:prstGeom prst="rect">
                <a:avLst/>
              </a:prstGeom>
              <a:blipFill>
                <a:blip r:embed="rId34"/>
                <a:stretch>
                  <a:fillRect t="-97826" r="-36752" b="-15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6" name="文字方塊 645">
                <a:extLst>
                  <a:ext uri="{FF2B5EF4-FFF2-40B4-BE49-F238E27FC236}">
                    <a16:creationId xmlns:a16="http://schemas.microsoft.com/office/drawing/2014/main" id="{DD900C51-2FF4-41F2-999F-CB11BDCEBEE4}"/>
                  </a:ext>
                </a:extLst>
              </p:cNvPr>
              <p:cNvSpPr txBox="1"/>
              <p:nvPr/>
            </p:nvSpPr>
            <p:spPr>
              <a:xfrm>
                <a:off x="1235811" y="3968634"/>
                <a:ext cx="81295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−1, 1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646" name="文字方塊 645">
                <a:extLst>
                  <a:ext uri="{FF2B5EF4-FFF2-40B4-BE49-F238E27FC236}">
                    <a16:creationId xmlns:a16="http://schemas.microsoft.com/office/drawing/2014/main" id="{DD900C51-2FF4-41F2-999F-CB11BDCEBE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5811" y="3968634"/>
                <a:ext cx="812954" cy="276999"/>
              </a:xfrm>
              <a:prstGeom prst="rect">
                <a:avLst/>
              </a:prstGeom>
              <a:blipFill>
                <a:blip r:embed="rId35"/>
                <a:stretch>
                  <a:fillRect t="-100000" r="-26316" b="-16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47" name="群組 646">
            <a:extLst>
              <a:ext uri="{FF2B5EF4-FFF2-40B4-BE49-F238E27FC236}">
                <a16:creationId xmlns:a16="http://schemas.microsoft.com/office/drawing/2014/main" id="{3DB8179F-65F8-46E8-AD5D-2F57EAB69B60}"/>
              </a:ext>
            </a:extLst>
          </p:cNvPr>
          <p:cNvGrpSpPr/>
          <p:nvPr/>
        </p:nvGrpSpPr>
        <p:grpSpPr>
          <a:xfrm>
            <a:off x="2372920" y="4559570"/>
            <a:ext cx="720000" cy="720000"/>
            <a:chOff x="389151" y="2161357"/>
            <a:chExt cx="1150186" cy="1150186"/>
          </a:xfrm>
        </p:grpSpPr>
        <p:sp>
          <p:nvSpPr>
            <p:cNvPr id="648" name="矩形: 圓角 647">
              <a:extLst>
                <a:ext uri="{FF2B5EF4-FFF2-40B4-BE49-F238E27FC236}">
                  <a16:creationId xmlns:a16="http://schemas.microsoft.com/office/drawing/2014/main" id="{3606B911-6EE4-4A22-9515-B6A12CCDADEC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649" name="箭號: 左-右雙向 648">
              <a:extLst>
                <a:ext uri="{FF2B5EF4-FFF2-40B4-BE49-F238E27FC236}">
                  <a16:creationId xmlns:a16="http://schemas.microsoft.com/office/drawing/2014/main" id="{5888583C-9752-4252-AF08-D509A14CCCD0}"/>
                </a:ext>
              </a:extLst>
            </p:cNvPr>
            <p:cNvSpPr/>
            <p:nvPr/>
          </p:nvSpPr>
          <p:spPr>
            <a:xfrm rot="18900000">
              <a:off x="494862" y="267653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650" name="箭號: 左-右雙向 649">
              <a:extLst>
                <a:ext uri="{FF2B5EF4-FFF2-40B4-BE49-F238E27FC236}">
                  <a16:creationId xmlns:a16="http://schemas.microsoft.com/office/drawing/2014/main" id="{DF215F24-CC3B-4AFA-AEFC-8181747DB467}"/>
                </a:ext>
              </a:extLst>
            </p:cNvPr>
            <p:cNvSpPr/>
            <p:nvPr/>
          </p:nvSpPr>
          <p:spPr>
            <a:xfrm rot="18900000">
              <a:off x="1212991" y="267653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51" name="箭號: 左-右雙向 650">
              <a:extLst>
                <a:ext uri="{FF2B5EF4-FFF2-40B4-BE49-F238E27FC236}">
                  <a16:creationId xmlns:a16="http://schemas.microsoft.com/office/drawing/2014/main" id="{D7BD54C1-6076-471F-BA6D-41D612189DBD}"/>
                </a:ext>
              </a:extLst>
            </p:cNvPr>
            <p:cNvSpPr/>
            <p:nvPr/>
          </p:nvSpPr>
          <p:spPr>
            <a:xfrm>
              <a:off x="601032" y="242219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52" name="箭號: 左-右雙向 651">
              <a:extLst>
                <a:ext uri="{FF2B5EF4-FFF2-40B4-BE49-F238E27FC236}">
                  <a16:creationId xmlns:a16="http://schemas.microsoft.com/office/drawing/2014/main" id="{B059DBF7-7839-460A-9E04-2CAD3B43FD35}"/>
                </a:ext>
              </a:extLst>
            </p:cNvPr>
            <p:cNvSpPr/>
            <p:nvPr/>
          </p:nvSpPr>
          <p:spPr>
            <a:xfrm>
              <a:off x="1098572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53" name="箭號: 左-右雙向 652">
              <a:extLst>
                <a:ext uri="{FF2B5EF4-FFF2-40B4-BE49-F238E27FC236}">
                  <a16:creationId xmlns:a16="http://schemas.microsoft.com/office/drawing/2014/main" id="{73B030D2-8AC2-4408-A9AD-C1B97D44028D}"/>
                </a:ext>
              </a:extLst>
            </p:cNvPr>
            <p:cNvSpPr/>
            <p:nvPr/>
          </p:nvSpPr>
          <p:spPr>
            <a:xfrm rot="5400000">
              <a:off x="601034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654" name="箭號: 左-右雙向 653">
              <a:extLst>
                <a:ext uri="{FF2B5EF4-FFF2-40B4-BE49-F238E27FC236}">
                  <a16:creationId xmlns:a16="http://schemas.microsoft.com/office/drawing/2014/main" id="{2B072DFC-8EDC-453E-A082-18AF0A48EA04}"/>
                </a:ext>
              </a:extLst>
            </p:cNvPr>
            <p:cNvSpPr/>
            <p:nvPr/>
          </p:nvSpPr>
          <p:spPr>
            <a:xfrm rot="5400000">
              <a:off x="1098570" y="242219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55" name="箭號: 左-右雙向 654">
              <a:extLst>
                <a:ext uri="{FF2B5EF4-FFF2-40B4-BE49-F238E27FC236}">
                  <a16:creationId xmlns:a16="http://schemas.microsoft.com/office/drawing/2014/main" id="{99220ED0-CDB8-466E-930B-9415F8F782F1}"/>
                </a:ext>
              </a:extLst>
            </p:cNvPr>
            <p:cNvSpPr/>
            <p:nvPr/>
          </p:nvSpPr>
          <p:spPr>
            <a:xfrm rot="2700000">
              <a:off x="844159" y="3043671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56" name="箭號: 左-右雙向 655">
              <a:extLst>
                <a:ext uri="{FF2B5EF4-FFF2-40B4-BE49-F238E27FC236}">
                  <a16:creationId xmlns:a16="http://schemas.microsoft.com/office/drawing/2014/main" id="{94CF37C6-2355-4D21-8427-AAA5F9394720}"/>
                </a:ext>
              </a:extLst>
            </p:cNvPr>
            <p:cNvSpPr/>
            <p:nvPr/>
          </p:nvSpPr>
          <p:spPr>
            <a:xfrm rot="2700000">
              <a:off x="844159" y="231192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657" name="群組 656">
            <a:extLst>
              <a:ext uri="{FF2B5EF4-FFF2-40B4-BE49-F238E27FC236}">
                <a16:creationId xmlns:a16="http://schemas.microsoft.com/office/drawing/2014/main" id="{550EDB1B-3488-4BE2-B377-19279D4DFAE6}"/>
              </a:ext>
            </a:extLst>
          </p:cNvPr>
          <p:cNvGrpSpPr/>
          <p:nvPr/>
        </p:nvGrpSpPr>
        <p:grpSpPr>
          <a:xfrm>
            <a:off x="168715" y="4559570"/>
            <a:ext cx="720000" cy="720000"/>
            <a:chOff x="-756975" y="5254023"/>
            <a:chExt cx="2090057" cy="2090057"/>
          </a:xfrm>
        </p:grpSpPr>
        <p:sp>
          <p:nvSpPr>
            <p:cNvPr id="658" name="矩形: 圓角 657">
              <a:extLst>
                <a:ext uri="{FF2B5EF4-FFF2-40B4-BE49-F238E27FC236}">
                  <a16:creationId xmlns:a16="http://schemas.microsoft.com/office/drawing/2014/main" id="{9098B5C0-C485-4E1D-8C3E-C9AC31A92A44}"/>
                </a:ext>
              </a:extLst>
            </p:cNvPr>
            <p:cNvSpPr/>
            <p:nvPr/>
          </p:nvSpPr>
          <p:spPr>
            <a:xfrm>
              <a:off x="-756975" y="5254023"/>
              <a:ext cx="2090057" cy="20900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659" name="箭號: 左-右雙向 658">
              <a:extLst>
                <a:ext uri="{FF2B5EF4-FFF2-40B4-BE49-F238E27FC236}">
                  <a16:creationId xmlns:a16="http://schemas.microsoft.com/office/drawing/2014/main" id="{F50CC66E-6C5D-4FBF-97B6-D7A370F69782}"/>
                </a:ext>
              </a:extLst>
            </p:cNvPr>
            <p:cNvSpPr/>
            <p:nvPr/>
          </p:nvSpPr>
          <p:spPr>
            <a:xfrm rot="10800000">
              <a:off x="-564882" y="619017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660" name="箭號: 左-右雙向 659">
              <a:extLst>
                <a:ext uri="{FF2B5EF4-FFF2-40B4-BE49-F238E27FC236}">
                  <a16:creationId xmlns:a16="http://schemas.microsoft.com/office/drawing/2014/main" id="{EEE9BC95-2433-46B7-8FD5-F234985667D7}"/>
                </a:ext>
              </a:extLst>
            </p:cNvPr>
            <p:cNvSpPr/>
            <p:nvPr/>
          </p:nvSpPr>
          <p:spPr>
            <a:xfrm rot="10800000">
              <a:off x="740063" y="619017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61" name="箭號: 左-右雙向 660">
              <a:extLst>
                <a:ext uri="{FF2B5EF4-FFF2-40B4-BE49-F238E27FC236}">
                  <a16:creationId xmlns:a16="http://schemas.microsoft.com/office/drawing/2014/main" id="{E26C52BD-261D-4F52-8259-1BE304489A0C}"/>
                </a:ext>
              </a:extLst>
            </p:cNvPr>
            <p:cNvSpPr/>
            <p:nvPr/>
          </p:nvSpPr>
          <p:spPr>
            <a:xfrm rot="2700000">
              <a:off x="-371956" y="5728012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62" name="箭號: 左-右雙向 661">
              <a:extLst>
                <a:ext uri="{FF2B5EF4-FFF2-40B4-BE49-F238E27FC236}">
                  <a16:creationId xmlns:a16="http://schemas.microsoft.com/office/drawing/2014/main" id="{56B478B3-90AC-4A09-80A4-40F0B4278893}"/>
                </a:ext>
              </a:extLst>
            </p:cNvPr>
            <p:cNvSpPr/>
            <p:nvPr/>
          </p:nvSpPr>
          <p:spPr>
            <a:xfrm rot="2700000">
              <a:off x="532147" y="6669520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63" name="箭號: 左-右雙向 662">
              <a:extLst>
                <a:ext uri="{FF2B5EF4-FFF2-40B4-BE49-F238E27FC236}">
                  <a16:creationId xmlns:a16="http://schemas.microsoft.com/office/drawing/2014/main" id="{921BA10F-A852-4C23-901C-A314F4320B34}"/>
                </a:ext>
              </a:extLst>
            </p:cNvPr>
            <p:cNvSpPr/>
            <p:nvPr/>
          </p:nvSpPr>
          <p:spPr>
            <a:xfrm rot="18900000">
              <a:off x="-371955" y="666952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664" name="箭號: 左-右雙向 663">
              <a:extLst>
                <a:ext uri="{FF2B5EF4-FFF2-40B4-BE49-F238E27FC236}">
                  <a16:creationId xmlns:a16="http://schemas.microsoft.com/office/drawing/2014/main" id="{49231063-56B7-42AA-90DE-A37EDF1029D0}"/>
                </a:ext>
              </a:extLst>
            </p:cNvPr>
            <p:cNvSpPr/>
            <p:nvPr/>
          </p:nvSpPr>
          <p:spPr>
            <a:xfrm rot="18900000">
              <a:off x="532146" y="572801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65" name="箭號: 左-右雙向 664">
              <a:extLst>
                <a:ext uri="{FF2B5EF4-FFF2-40B4-BE49-F238E27FC236}">
                  <a16:creationId xmlns:a16="http://schemas.microsoft.com/office/drawing/2014/main" id="{753F7A93-D18E-437B-9920-F5073D9F1ED6}"/>
                </a:ext>
              </a:extLst>
            </p:cNvPr>
            <p:cNvSpPr/>
            <p:nvPr/>
          </p:nvSpPr>
          <p:spPr>
            <a:xfrm rot="5400000">
              <a:off x="69843" y="6857317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66" name="箭號: 左-右雙向 665">
              <a:extLst>
                <a:ext uri="{FF2B5EF4-FFF2-40B4-BE49-F238E27FC236}">
                  <a16:creationId xmlns:a16="http://schemas.microsoft.com/office/drawing/2014/main" id="{80FD7C05-F11A-4185-BEAA-DDD25F943543}"/>
                </a:ext>
              </a:extLst>
            </p:cNvPr>
            <p:cNvSpPr/>
            <p:nvPr/>
          </p:nvSpPr>
          <p:spPr>
            <a:xfrm rot="5400000">
              <a:off x="69843" y="552763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grpSp>
        <p:nvGrpSpPr>
          <p:cNvPr id="667" name="群組 666">
            <a:extLst>
              <a:ext uri="{FF2B5EF4-FFF2-40B4-BE49-F238E27FC236}">
                <a16:creationId xmlns:a16="http://schemas.microsoft.com/office/drawing/2014/main" id="{85B4443E-68E5-4011-A6A9-1E42ECBBA87A}"/>
              </a:ext>
            </a:extLst>
          </p:cNvPr>
          <p:cNvGrpSpPr/>
          <p:nvPr/>
        </p:nvGrpSpPr>
        <p:grpSpPr>
          <a:xfrm>
            <a:off x="168715" y="2689607"/>
            <a:ext cx="720000" cy="720000"/>
            <a:chOff x="389151" y="2161357"/>
            <a:chExt cx="1150186" cy="1150186"/>
          </a:xfrm>
        </p:grpSpPr>
        <p:sp>
          <p:nvSpPr>
            <p:cNvPr id="668" name="矩形: 圓角 667">
              <a:extLst>
                <a:ext uri="{FF2B5EF4-FFF2-40B4-BE49-F238E27FC236}">
                  <a16:creationId xmlns:a16="http://schemas.microsoft.com/office/drawing/2014/main" id="{587B49B5-3D3C-4A3C-8DC6-E462D5A1A6B9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669" name="箭號: 左-右雙向 668">
              <a:extLst>
                <a:ext uri="{FF2B5EF4-FFF2-40B4-BE49-F238E27FC236}">
                  <a16:creationId xmlns:a16="http://schemas.microsoft.com/office/drawing/2014/main" id="{CDA88036-7013-4020-907A-18975572BD59}"/>
                </a:ext>
              </a:extLst>
            </p:cNvPr>
            <p:cNvSpPr/>
            <p:nvPr/>
          </p:nvSpPr>
          <p:spPr>
            <a:xfrm rot="2700000">
              <a:off x="494862" y="267653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670" name="箭號: 左-右雙向 669">
              <a:extLst>
                <a:ext uri="{FF2B5EF4-FFF2-40B4-BE49-F238E27FC236}">
                  <a16:creationId xmlns:a16="http://schemas.microsoft.com/office/drawing/2014/main" id="{84C38106-21EE-450B-96E2-D0B206E708BD}"/>
                </a:ext>
              </a:extLst>
            </p:cNvPr>
            <p:cNvSpPr/>
            <p:nvPr/>
          </p:nvSpPr>
          <p:spPr>
            <a:xfrm rot="2700000">
              <a:off x="1212991" y="267653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71" name="箭號: 左-右雙向 670">
              <a:extLst>
                <a:ext uri="{FF2B5EF4-FFF2-40B4-BE49-F238E27FC236}">
                  <a16:creationId xmlns:a16="http://schemas.microsoft.com/office/drawing/2014/main" id="{AC943D46-E25C-42D4-98D5-02BCEF20F60C}"/>
                </a:ext>
              </a:extLst>
            </p:cNvPr>
            <p:cNvSpPr/>
            <p:nvPr/>
          </p:nvSpPr>
          <p:spPr>
            <a:xfrm rot="5400000">
              <a:off x="601032" y="242219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72" name="箭號: 左-右雙向 671">
              <a:extLst>
                <a:ext uri="{FF2B5EF4-FFF2-40B4-BE49-F238E27FC236}">
                  <a16:creationId xmlns:a16="http://schemas.microsoft.com/office/drawing/2014/main" id="{E9B0A58A-8F1C-4D36-B804-25522841BC36}"/>
                </a:ext>
              </a:extLst>
            </p:cNvPr>
            <p:cNvSpPr/>
            <p:nvPr/>
          </p:nvSpPr>
          <p:spPr>
            <a:xfrm rot="5400000">
              <a:off x="1098572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73" name="箭號: 左-右雙向 672">
              <a:extLst>
                <a:ext uri="{FF2B5EF4-FFF2-40B4-BE49-F238E27FC236}">
                  <a16:creationId xmlns:a16="http://schemas.microsoft.com/office/drawing/2014/main" id="{502FDFDF-81D1-4FA2-8E24-49D6CC01265D}"/>
                </a:ext>
              </a:extLst>
            </p:cNvPr>
            <p:cNvSpPr/>
            <p:nvPr/>
          </p:nvSpPr>
          <p:spPr>
            <a:xfrm>
              <a:off x="601034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674" name="箭號: 左-右雙向 673">
              <a:extLst>
                <a:ext uri="{FF2B5EF4-FFF2-40B4-BE49-F238E27FC236}">
                  <a16:creationId xmlns:a16="http://schemas.microsoft.com/office/drawing/2014/main" id="{FA27D2E4-E0F3-4A80-B7A5-764C103C2AA8}"/>
                </a:ext>
              </a:extLst>
            </p:cNvPr>
            <p:cNvSpPr/>
            <p:nvPr/>
          </p:nvSpPr>
          <p:spPr>
            <a:xfrm>
              <a:off x="1098570" y="242219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75" name="箭號: 左-右雙向 674">
              <a:extLst>
                <a:ext uri="{FF2B5EF4-FFF2-40B4-BE49-F238E27FC236}">
                  <a16:creationId xmlns:a16="http://schemas.microsoft.com/office/drawing/2014/main" id="{D634F37F-D7DC-4992-8883-0622836E629F}"/>
                </a:ext>
              </a:extLst>
            </p:cNvPr>
            <p:cNvSpPr/>
            <p:nvPr/>
          </p:nvSpPr>
          <p:spPr>
            <a:xfrm rot="18900000">
              <a:off x="844159" y="3043671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76" name="箭號: 左-右雙向 675">
              <a:extLst>
                <a:ext uri="{FF2B5EF4-FFF2-40B4-BE49-F238E27FC236}">
                  <a16:creationId xmlns:a16="http://schemas.microsoft.com/office/drawing/2014/main" id="{4E23E4FC-1A33-42B8-8336-F9DC4F423729}"/>
                </a:ext>
              </a:extLst>
            </p:cNvPr>
            <p:cNvSpPr/>
            <p:nvPr/>
          </p:nvSpPr>
          <p:spPr>
            <a:xfrm rot="18900000">
              <a:off x="844159" y="231192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677" name="群組 676">
            <a:extLst>
              <a:ext uri="{FF2B5EF4-FFF2-40B4-BE49-F238E27FC236}">
                <a16:creationId xmlns:a16="http://schemas.microsoft.com/office/drawing/2014/main" id="{C848C1CF-BA1D-46FA-89CE-A44B275A879F}"/>
              </a:ext>
            </a:extLst>
          </p:cNvPr>
          <p:cNvGrpSpPr/>
          <p:nvPr/>
        </p:nvGrpSpPr>
        <p:grpSpPr>
          <a:xfrm>
            <a:off x="2372920" y="2689607"/>
            <a:ext cx="720000" cy="720000"/>
            <a:chOff x="6578505" y="2619036"/>
            <a:chExt cx="763200" cy="763200"/>
          </a:xfrm>
        </p:grpSpPr>
        <p:sp>
          <p:nvSpPr>
            <p:cNvPr id="678" name="矩形: 圓角 677">
              <a:extLst>
                <a:ext uri="{FF2B5EF4-FFF2-40B4-BE49-F238E27FC236}">
                  <a16:creationId xmlns:a16="http://schemas.microsoft.com/office/drawing/2014/main" id="{E1CDE2AC-FD0C-4F8E-A5A9-D86FF383391B}"/>
                </a:ext>
              </a:extLst>
            </p:cNvPr>
            <p:cNvSpPr/>
            <p:nvPr/>
          </p:nvSpPr>
          <p:spPr>
            <a:xfrm>
              <a:off x="6578505" y="2619036"/>
              <a:ext cx="763200" cy="7632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679" name="箭號: 左-右雙向 678">
              <a:extLst>
                <a:ext uri="{FF2B5EF4-FFF2-40B4-BE49-F238E27FC236}">
                  <a16:creationId xmlns:a16="http://schemas.microsoft.com/office/drawing/2014/main" id="{A20439C4-40D7-41AE-9836-7CC665180141}"/>
                </a:ext>
              </a:extLst>
            </p:cNvPr>
            <p:cNvSpPr/>
            <p:nvPr/>
          </p:nvSpPr>
          <p:spPr>
            <a:xfrm rot="5400000">
              <a:off x="6649457" y="2968181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680" name="箭號: 左-右雙向 679">
              <a:extLst>
                <a:ext uri="{FF2B5EF4-FFF2-40B4-BE49-F238E27FC236}">
                  <a16:creationId xmlns:a16="http://schemas.microsoft.com/office/drawing/2014/main" id="{C66C83F9-351A-40A9-B9E0-38CE0A532C23}"/>
                </a:ext>
              </a:extLst>
            </p:cNvPr>
            <p:cNvSpPr/>
            <p:nvPr/>
          </p:nvSpPr>
          <p:spPr>
            <a:xfrm rot="5400000">
              <a:off x="7125967" y="2968181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81" name="箭號: 左-右雙向 680">
              <a:extLst>
                <a:ext uri="{FF2B5EF4-FFF2-40B4-BE49-F238E27FC236}">
                  <a16:creationId xmlns:a16="http://schemas.microsoft.com/office/drawing/2014/main" id="{A8352FA4-7AF2-4665-93B3-6E948972F842}"/>
                </a:ext>
              </a:extLst>
            </p:cNvPr>
            <p:cNvSpPr/>
            <p:nvPr/>
          </p:nvSpPr>
          <p:spPr>
            <a:xfrm rot="18900000">
              <a:off x="6719905" y="2799419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682" name="箭號: 左-右雙向 681">
              <a:extLst>
                <a:ext uri="{FF2B5EF4-FFF2-40B4-BE49-F238E27FC236}">
                  <a16:creationId xmlns:a16="http://schemas.microsoft.com/office/drawing/2014/main" id="{8AC34A7D-6522-4317-9A8C-46CBE65410F5}"/>
                </a:ext>
              </a:extLst>
            </p:cNvPr>
            <p:cNvSpPr/>
            <p:nvPr/>
          </p:nvSpPr>
          <p:spPr>
            <a:xfrm rot="18900000">
              <a:off x="7050045" y="3143217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83" name="箭號: 左-右雙向 682">
              <a:extLst>
                <a:ext uri="{FF2B5EF4-FFF2-40B4-BE49-F238E27FC236}">
                  <a16:creationId xmlns:a16="http://schemas.microsoft.com/office/drawing/2014/main" id="{ECD04EED-2784-434D-A96E-44CB140568E8}"/>
                </a:ext>
              </a:extLst>
            </p:cNvPr>
            <p:cNvSpPr/>
            <p:nvPr/>
          </p:nvSpPr>
          <p:spPr>
            <a:xfrm rot="2700000">
              <a:off x="6719905" y="3143218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684" name="箭號: 左-右雙向 683">
              <a:extLst>
                <a:ext uri="{FF2B5EF4-FFF2-40B4-BE49-F238E27FC236}">
                  <a16:creationId xmlns:a16="http://schemas.microsoft.com/office/drawing/2014/main" id="{49E16BC5-B705-4FDA-B999-82759098C4E9}"/>
                </a:ext>
              </a:extLst>
            </p:cNvPr>
            <p:cNvSpPr/>
            <p:nvPr/>
          </p:nvSpPr>
          <p:spPr>
            <a:xfrm rot="2700000">
              <a:off x="7050045" y="2799418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85" name="箭號: 左-右雙向 684">
              <a:extLst>
                <a:ext uri="{FF2B5EF4-FFF2-40B4-BE49-F238E27FC236}">
                  <a16:creationId xmlns:a16="http://schemas.microsoft.com/office/drawing/2014/main" id="{30A15BB5-A4A2-4AFC-AE12-96AD5E49CFC3}"/>
                </a:ext>
              </a:extLst>
            </p:cNvPr>
            <p:cNvSpPr/>
            <p:nvPr/>
          </p:nvSpPr>
          <p:spPr>
            <a:xfrm>
              <a:off x="6881231" y="3211793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86" name="箭號: 左-右雙向 685">
              <a:extLst>
                <a:ext uri="{FF2B5EF4-FFF2-40B4-BE49-F238E27FC236}">
                  <a16:creationId xmlns:a16="http://schemas.microsoft.com/office/drawing/2014/main" id="{8806B4F5-9A19-4EB5-B1A7-6B5949FFBDFE}"/>
                </a:ext>
              </a:extLst>
            </p:cNvPr>
            <p:cNvSpPr/>
            <p:nvPr/>
          </p:nvSpPr>
          <p:spPr>
            <a:xfrm>
              <a:off x="6881231" y="2726249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grpSp>
        <p:nvGrpSpPr>
          <p:cNvPr id="688" name="群組 687">
            <a:extLst>
              <a:ext uri="{FF2B5EF4-FFF2-40B4-BE49-F238E27FC236}">
                <a16:creationId xmlns:a16="http://schemas.microsoft.com/office/drawing/2014/main" id="{052746E7-C4D3-4D34-A1EB-76705BC8E325}"/>
              </a:ext>
            </a:extLst>
          </p:cNvPr>
          <p:cNvGrpSpPr/>
          <p:nvPr/>
        </p:nvGrpSpPr>
        <p:grpSpPr>
          <a:xfrm>
            <a:off x="8081569" y="1329781"/>
            <a:ext cx="406967" cy="400266"/>
            <a:chOff x="7976850" y="-563015"/>
            <a:chExt cx="406967" cy="400266"/>
          </a:xfrm>
        </p:grpSpPr>
        <p:grpSp>
          <p:nvGrpSpPr>
            <p:cNvPr id="689" name="群組 688">
              <a:extLst>
                <a:ext uri="{FF2B5EF4-FFF2-40B4-BE49-F238E27FC236}">
                  <a16:creationId xmlns:a16="http://schemas.microsoft.com/office/drawing/2014/main" id="{56200ADB-781A-486C-8393-AFC649308871}"/>
                </a:ext>
              </a:extLst>
            </p:cNvPr>
            <p:cNvGrpSpPr/>
            <p:nvPr/>
          </p:nvGrpSpPr>
          <p:grpSpPr>
            <a:xfrm>
              <a:off x="8100260" y="-309536"/>
              <a:ext cx="76622" cy="73502"/>
              <a:chOff x="1373392" y="2391862"/>
              <a:chExt cx="479433" cy="476535"/>
            </a:xfrm>
          </p:grpSpPr>
          <p:sp>
            <p:nvSpPr>
              <p:cNvPr id="692" name="箭號: 向右 691">
                <a:extLst>
                  <a:ext uri="{FF2B5EF4-FFF2-40B4-BE49-F238E27FC236}">
                    <a16:creationId xmlns:a16="http://schemas.microsoft.com/office/drawing/2014/main" id="{5B734366-4664-47A7-8CE5-EEB055F943E6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693" name="箭號: 向右 692">
                <a:extLst>
                  <a:ext uri="{FF2B5EF4-FFF2-40B4-BE49-F238E27FC236}">
                    <a16:creationId xmlns:a16="http://schemas.microsoft.com/office/drawing/2014/main" id="{ABE70F2A-6D59-4218-83C4-37343A46EF89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0" name="文字方塊 689">
                  <a:extLst>
                    <a:ext uri="{FF2B5EF4-FFF2-40B4-BE49-F238E27FC236}">
                      <a16:creationId xmlns:a16="http://schemas.microsoft.com/office/drawing/2014/main" id="{13F46FC1-2322-441A-A61F-9A187FAE8F6E}"/>
                    </a:ext>
                  </a:extLst>
                </p:cNvPr>
                <p:cNvSpPr txBox="1"/>
                <p:nvPr/>
              </p:nvSpPr>
              <p:spPr>
                <a:xfrm>
                  <a:off x="7976850" y="-563015"/>
                  <a:ext cx="290616" cy="2916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456" name="文字方塊 455">
                  <a:extLst>
                    <a:ext uri="{FF2B5EF4-FFF2-40B4-BE49-F238E27FC236}">
                      <a16:creationId xmlns:a16="http://schemas.microsoft.com/office/drawing/2014/main" id="{319A5377-32D5-464B-B1AA-2D677062A5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76850" y="-563015"/>
                  <a:ext cx="290616" cy="291618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1" name="文字方塊 690">
                  <a:extLst>
                    <a:ext uri="{FF2B5EF4-FFF2-40B4-BE49-F238E27FC236}">
                      <a16:creationId xmlns:a16="http://schemas.microsoft.com/office/drawing/2014/main" id="{2440D7CF-E333-4535-8039-52672B675E88}"/>
                    </a:ext>
                  </a:extLst>
                </p:cNvPr>
                <p:cNvSpPr txBox="1"/>
                <p:nvPr/>
              </p:nvSpPr>
              <p:spPr>
                <a:xfrm>
                  <a:off x="8126327" y="-439748"/>
                  <a:ext cx="25749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457" name="文字方塊 456">
                  <a:extLst>
                    <a:ext uri="{FF2B5EF4-FFF2-40B4-BE49-F238E27FC236}">
                      <a16:creationId xmlns:a16="http://schemas.microsoft.com/office/drawing/2014/main" id="{6EB068FD-BDD9-4797-95C9-1A688D153E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6327" y="-439748"/>
                  <a:ext cx="257490" cy="276999"/>
                </a:xfrm>
                <a:prstGeom prst="rect">
                  <a:avLst/>
                </a:prstGeom>
                <a:blipFill>
                  <a:blip r:embed="rId38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94" name="文字方塊 693">
                <a:extLst>
                  <a:ext uri="{FF2B5EF4-FFF2-40B4-BE49-F238E27FC236}">
                    <a16:creationId xmlns:a16="http://schemas.microsoft.com/office/drawing/2014/main" id="{38B0075C-02D3-40FD-88F9-A350265CA6D9}"/>
                  </a:ext>
                </a:extLst>
              </p:cNvPr>
              <p:cNvSpPr txBox="1"/>
              <p:nvPr/>
            </p:nvSpPr>
            <p:spPr>
              <a:xfrm>
                <a:off x="7380474" y="1018451"/>
                <a:ext cx="167359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694" name="文字方塊 693">
                <a:extLst>
                  <a:ext uri="{FF2B5EF4-FFF2-40B4-BE49-F238E27FC236}">
                    <a16:creationId xmlns:a16="http://schemas.microsoft.com/office/drawing/2014/main" id="{38B0075C-02D3-40FD-88F9-A350265CA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0474" y="1018451"/>
                <a:ext cx="1673596" cy="276999"/>
              </a:xfrm>
              <a:prstGeom prst="rect">
                <a:avLst/>
              </a:prstGeom>
              <a:blipFill>
                <a:blip r:embed="rId39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5" name="文字方塊 694">
                <a:extLst>
                  <a:ext uri="{FF2B5EF4-FFF2-40B4-BE49-F238E27FC236}">
                    <a16:creationId xmlns:a16="http://schemas.microsoft.com/office/drawing/2014/main" id="{5F9137D3-2322-4BC4-B3A1-06B038EF0836}"/>
                  </a:ext>
                </a:extLst>
              </p:cNvPr>
              <p:cNvSpPr txBox="1"/>
              <p:nvPr/>
            </p:nvSpPr>
            <p:spPr>
              <a:xfrm>
                <a:off x="6521524" y="3585530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695" name="文字方塊 694">
                <a:extLst>
                  <a:ext uri="{FF2B5EF4-FFF2-40B4-BE49-F238E27FC236}">
                    <a16:creationId xmlns:a16="http://schemas.microsoft.com/office/drawing/2014/main" id="{5F9137D3-2322-4BC4-B3A1-06B038EF08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1524" y="3585530"/>
                <a:ext cx="1150186" cy="276999"/>
              </a:xfrm>
              <a:prstGeom prst="rect">
                <a:avLst/>
              </a:prstGeom>
              <a:blipFill>
                <a:blip r:embed="rId40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6" name="文字方塊 695">
                <a:extLst>
                  <a:ext uri="{FF2B5EF4-FFF2-40B4-BE49-F238E27FC236}">
                    <a16:creationId xmlns:a16="http://schemas.microsoft.com/office/drawing/2014/main" id="{88932417-A4D8-453F-9AB1-220FB9CB484C}"/>
                  </a:ext>
                </a:extLst>
              </p:cNvPr>
              <p:cNvSpPr txBox="1"/>
              <p:nvPr/>
            </p:nvSpPr>
            <p:spPr>
              <a:xfrm>
                <a:off x="8966486" y="1706832"/>
                <a:ext cx="7200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696" name="文字方塊 695">
                <a:extLst>
                  <a:ext uri="{FF2B5EF4-FFF2-40B4-BE49-F238E27FC236}">
                    <a16:creationId xmlns:a16="http://schemas.microsoft.com/office/drawing/2014/main" id="{88932417-A4D8-453F-9AB1-220FB9CB48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6486" y="1706832"/>
                <a:ext cx="720000" cy="276999"/>
              </a:xfrm>
              <a:prstGeom prst="rect">
                <a:avLst/>
              </a:prstGeom>
              <a:blipFill>
                <a:blip r:embed="rId41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7" name="文字方塊 696">
                <a:extLst>
                  <a:ext uri="{FF2B5EF4-FFF2-40B4-BE49-F238E27FC236}">
                    <a16:creationId xmlns:a16="http://schemas.microsoft.com/office/drawing/2014/main" id="{00A4A3C9-828D-4754-9C59-6C3F951B8870}"/>
                  </a:ext>
                </a:extLst>
              </p:cNvPr>
              <p:cNvSpPr txBox="1"/>
              <p:nvPr/>
            </p:nvSpPr>
            <p:spPr>
              <a:xfrm>
                <a:off x="7642179" y="4302268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697" name="文字方塊 696">
                <a:extLst>
                  <a:ext uri="{FF2B5EF4-FFF2-40B4-BE49-F238E27FC236}">
                    <a16:creationId xmlns:a16="http://schemas.microsoft.com/office/drawing/2014/main" id="{00A4A3C9-828D-4754-9C59-6C3F951B88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2179" y="4302268"/>
                <a:ext cx="1150186" cy="276999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98" name="圖片 697">
            <a:extLst>
              <a:ext uri="{FF2B5EF4-FFF2-40B4-BE49-F238E27FC236}">
                <a16:creationId xmlns:a16="http://schemas.microsoft.com/office/drawing/2014/main" id="{87459AA1-F767-4DD2-9506-D89257CAB44E}"/>
              </a:ext>
            </a:extLst>
          </p:cNvPr>
          <p:cNvPicPr>
            <a:picLocks noChangeAspect="1"/>
          </p:cNvPicPr>
          <p:nvPr/>
        </p:nvPicPr>
        <p:blipFill rotWithShape="1">
          <a:blip r:embed="rId2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81" t="8908" r="4868" b="70278"/>
          <a:stretch/>
        </p:blipFill>
        <p:spPr>
          <a:xfrm>
            <a:off x="8583297" y="1269722"/>
            <a:ext cx="236737" cy="75499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99" name="文字方塊 698">
                <a:extLst>
                  <a:ext uri="{FF2B5EF4-FFF2-40B4-BE49-F238E27FC236}">
                    <a16:creationId xmlns:a16="http://schemas.microsoft.com/office/drawing/2014/main" id="{44B7F61C-F646-4855-B9B9-8012462813A3}"/>
                  </a:ext>
                </a:extLst>
              </p:cNvPr>
              <p:cNvSpPr txBox="1"/>
              <p:nvPr/>
            </p:nvSpPr>
            <p:spPr>
              <a:xfrm rot="5400000">
                <a:off x="8475559" y="1641897"/>
                <a:ext cx="3995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699" name="文字方塊 698">
                <a:extLst>
                  <a:ext uri="{FF2B5EF4-FFF2-40B4-BE49-F238E27FC236}">
                    <a16:creationId xmlns:a16="http://schemas.microsoft.com/office/drawing/2014/main" id="{44B7F61C-F646-4855-B9B9-8012462813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8475559" y="1641897"/>
                <a:ext cx="399520" cy="307777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0" name="直線接點 699">
            <a:extLst>
              <a:ext uri="{FF2B5EF4-FFF2-40B4-BE49-F238E27FC236}">
                <a16:creationId xmlns:a16="http://schemas.microsoft.com/office/drawing/2014/main" id="{15CBB439-BA08-4223-A789-5D6BC2F9BD01}"/>
              </a:ext>
            </a:extLst>
          </p:cNvPr>
          <p:cNvCxnSpPr>
            <a:cxnSpLocks/>
          </p:cNvCxnSpPr>
          <p:nvPr/>
        </p:nvCxnSpPr>
        <p:spPr>
          <a:xfrm>
            <a:off x="7375527" y="3416684"/>
            <a:ext cx="650875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01" name="直線接點 700">
            <a:extLst>
              <a:ext uri="{FF2B5EF4-FFF2-40B4-BE49-F238E27FC236}">
                <a16:creationId xmlns:a16="http://schemas.microsoft.com/office/drawing/2014/main" id="{86F6AFEB-A72E-47E3-A620-472D468A1EAC}"/>
              </a:ext>
            </a:extLst>
          </p:cNvPr>
          <p:cNvCxnSpPr>
            <a:cxnSpLocks/>
          </p:cNvCxnSpPr>
          <p:nvPr/>
        </p:nvCxnSpPr>
        <p:spPr>
          <a:xfrm>
            <a:off x="8472807" y="3745297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02" name="直線接點 701">
            <a:extLst>
              <a:ext uri="{FF2B5EF4-FFF2-40B4-BE49-F238E27FC236}">
                <a16:creationId xmlns:a16="http://schemas.microsoft.com/office/drawing/2014/main" id="{40925FFB-62BE-455C-BC46-FB39843B2A08}"/>
              </a:ext>
            </a:extLst>
          </p:cNvPr>
          <p:cNvCxnSpPr>
            <a:cxnSpLocks/>
          </p:cNvCxnSpPr>
          <p:nvPr/>
        </p:nvCxnSpPr>
        <p:spPr>
          <a:xfrm flipV="1">
            <a:off x="7481215" y="3630340"/>
            <a:ext cx="332143" cy="3213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03" name="文字方塊 702">
                <a:extLst>
                  <a:ext uri="{FF2B5EF4-FFF2-40B4-BE49-F238E27FC236}">
                    <a16:creationId xmlns:a16="http://schemas.microsoft.com/office/drawing/2014/main" id="{B94663AE-27C6-454A-A10E-12E9602900C9}"/>
                  </a:ext>
                </a:extLst>
              </p:cNvPr>
              <p:cNvSpPr txBox="1"/>
              <p:nvPr/>
            </p:nvSpPr>
            <p:spPr>
              <a:xfrm>
                <a:off x="6521524" y="1706832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703" name="文字方塊 702">
                <a:extLst>
                  <a:ext uri="{FF2B5EF4-FFF2-40B4-BE49-F238E27FC236}">
                    <a16:creationId xmlns:a16="http://schemas.microsoft.com/office/drawing/2014/main" id="{B94663AE-27C6-454A-A10E-12E9602900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1524" y="1706832"/>
                <a:ext cx="1150186" cy="276999"/>
              </a:xfrm>
              <a:prstGeom prst="rect">
                <a:avLst/>
              </a:prstGeom>
              <a:blipFill>
                <a:blip r:embed="rId44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4" name="文字方塊 703">
                <a:extLst>
                  <a:ext uri="{FF2B5EF4-FFF2-40B4-BE49-F238E27FC236}">
                    <a16:creationId xmlns:a16="http://schemas.microsoft.com/office/drawing/2014/main" id="{E7E146B5-FA6A-48CC-911A-2EEA343955BA}"/>
                  </a:ext>
                </a:extLst>
              </p:cNvPr>
              <p:cNvSpPr txBox="1"/>
              <p:nvPr/>
            </p:nvSpPr>
            <p:spPr>
              <a:xfrm>
                <a:off x="8854158" y="3585530"/>
                <a:ext cx="9446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704" name="文字方塊 703">
                <a:extLst>
                  <a:ext uri="{FF2B5EF4-FFF2-40B4-BE49-F238E27FC236}">
                    <a16:creationId xmlns:a16="http://schemas.microsoft.com/office/drawing/2014/main" id="{E7E146B5-FA6A-48CC-911A-2EEA343955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4158" y="3585530"/>
                <a:ext cx="944656" cy="276999"/>
              </a:xfrm>
              <a:prstGeom prst="rect">
                <a:avLst/>
              </a:prstGeom>
              <a:blipFill>
                <a:blip r:embed="rId45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05" name="圖片 704">
            <a:extLst>
              <a:ext uri="{FF2B5EF4-FFF2-40B4-BE49-F238E27FC236}">
                <a16:creationId xmlns:a16="http://schemas.microsoft.com/office/drawing/2014/main" id="{1B4C13DC-AEF0-4DEB-B9E2-FC2934CE2519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804948" y="3127186"/>
            <a:ext cx="868304" cy="901700"/>
          </a:xfrm>
          <a:prstGeom prst="rect">
            <a:avLst/>
          </a:prstGeom>
        </p:spPr>
      </p:pic>
      <p:grpSp>
        <p:nvGrpSpPr>
          <p:cNvPr id="706" name="群組 705">
            <a:extLst>
              <a:ext uri="{FF2B5EF4-FFF2-40B4-BE49-F238E27FC236}">
                <a16:creationId xmlns:a16="http://schemas.microsoft.com/office/drawing/2014/main" id="{53477D8A-A0EF-47F7-9F87-E3A20A4CCF22}"/>
              </a:ext>
            </a:extLst>
          </p:cNvPr>
          <p:cNvGrpSpPr/>
          <p:nvPr/>
        </p:nvGrpSpPr>
        <p:grpSpPr>
          <a:xfrm>
            <a:off x="7857272" y="5270842"/>
            <a:ext cx="720000" cy="720000"/>
            <a:chOff x="801581" y="4966326"/>
            <a:chExt cx="1150186" cy="1150186"/>
          </a:xfrm>
        </p:grpSpPr>
        <p:sp>
          <p:nvSpPr>
            <p:cNvPr id="707" name="矩形: 圓角 706">
              <a:extLst>
                <a:ext uri="{FF2B5EF4-FFF2-40B4-BE49-F238E27FC236}">
                  <a16:creationId xmlns:a16="http://schemas.microsoft.com/office/drawing/2014/main" id="{80CB3215-353F-422E-B676-642369AB7A7C}"/>
                </a:ext>
              </a:extLst>
            </p:cNvPr>
            <p:cNvSpPr/>
            <p:nvPr/>
          </p:nvSpPr>
          <p:spPr>
            <a:xfrm>
              <a:off x="801581" y="4966326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708" name="橢圓 707">
              <a:extLst>
                <a:ext uri="{FF2B5EF4-FFF2-40B4-BE49-F238E27FC236}">
                  <a16:creationId xmlns:a16="http://schemas.microsoft.com/office/drawing/2014/main" id="{DAD99887-C6C7-4998-8283-758C2CC2286F}"/>
                </a:ext>
              </a:extLst>
            </p:cNvPr>
            <p:cNvSpPr/>
            <p:nvPr/>
          </p:nvSpPr>
          <p:spPr>
            <a:xfrm>
              <a:off x="1269795" y="5070149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09" name="橢圓 708">
              <a:extLst>
                <a:ext uri="{FF2B5EF4-FFF2-40B4-BE49-F238E27FC236}">
                  <a16:creationId xmlns:a16="http://schemas.microsoft.com/office/drawing/2014/main" id="{D2C413DD-47DC-4E4D-9DAF-AB6C3898AD66}"/>
                </a:ext>
              </a:extLst>
            </p:cNvPr>
            <p:cNvSpPr/>
            <p:nvPr/>
          </p:nvSpPr>
          <p:spPr>
            <a:xfrm>
              <a:off x="1269795" y="580560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10" name="橢圓 709">
              <a:extLst>
                <a:ext uri="{FF2B5EF4-FFF2-40B4-BE49-F238E27FC236}">
                  <a16:creationId xmlns:a16="http://schemas.microsoft.com/office/drawing/2014/main" id="{FBFAF9BE-C72A-4541-B75B-24164939BAB8}"/>
                </a:ext>
              </a:extLst>
            </p:cNvPr>
            <p:cNvSpPr/>
            <p:nvPr/>
          </p:nvSpPr>
          <p:spPr>
            <a:xfrm>
              <a:off x="1633048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11" name="橢圓 710">
              <a:extLst>
                <a:ext uri="{FF2B5EF4-FFF2-40B4-BE49-F238E27FC236}">
                  <a16:creationId xmlns:a16="http://schemas.microsoft.com/office/drawing/2014/main" id="{CA2032D4-AA47-4FD7-87BA-E58EE6D11A4B}"/>
                </a:ext>
              </a:extLst>
            </p:cNvPr>
            <p:cNvSpPr/>
            <p:nvPr/>
          </p:nvSpPr>
          <p:spPr>
            <a:xfrm>
              <a:off x="895950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12" name="橢圓 711">
              <a:extLst>
                <a:ext uri="{FF2B5EF4-FFF2-40B4-BE49-F238E27FC236}">
                  <a16:creationId xmlns:a16="http://schemas.microsoft.com/office/drawing/2014/main" id="{0ADAA0A9-B9BC-4F5B-93A2-FF4EB68B5EDD}"/>
                </a:ext>
              </a:extLst>
            </p:cNvPr>
            <p:cNvSpPr/>
            <p:nvPr/>
          </p:nvSpPr>
          <p:spPr>
            <a:xfrm>
              <a:off x="1006324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13" name="橢圓 712">
              <a:extLst>
                <a:ext uri="{FF2B5EF4-FFF2-40B4-BE49-F238E27FC236}">
                  <a16:creationId xmlns:a16="http://schemas.microsoft.com/office/drawing/2014/main" id="{9DD8A3B8-CFB6-48D3-9B49-8E18F7E8EF57}"/>
                </a:ext>
              </a:extLst>
            </p:cNvPr>
            <p:cNvSpPr/>
            <p:nvPr/>
          </p:nvSpPr>
          <p:spPr>
            <a:xfrm>
              <a:off x="1006324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14" name="橢圓 713">
              <a:extLst>
                <a:ext uri="{FF2B5EF4-FFF2-40B4-BE49-F238E27FC236}">
                  <a16:creationId xmlns:a16="http://schemas.microsoft.com/office/drawing/2014/main" id="{80426D55-68CB-4FA9-9F0C-DDD6FD8C5277}"/>
                </a:ext>
              </a:extLst>
            </p:cNvPr>
            <p:cNvSpPr/>
            <p:nvPr/>
          </p:nvSpPr>
          <p:spPr>
            <a:xfrm>
              <a:off x="1531150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715" name="橢圓 714">
              <a:extLst>
                <a:ext uri="{FF2B5EF4-FFF2-40B4-BE49-F238E27FC236}">
                  <a16:creationId xmlns:a16="http://schemas.microsoft.com/office/drawing/2014/main" id="{623548A1-12FD-4BED-9DB0-2301D6F2B4AA}"/>
                </a:ext>
              </a:extLst>
            </p:cNvPr>
            <p:cNvSpPr/>
            <p:nvPr/>
          </p:nvSpPr>
          <p:spPr>
            <a:xfrm>
              <a:off x="1531150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16" name="等腰三角形 715">
              <a:extLst>
                <a:ext uri="{FF2B5EF4-FFF2-40B4-BE49-F238E27FC236}">
                  <a16:creationId xmlns:a16="http://schemas.microsoft.com/office/drawing/2014/main" id="{D85C3EE8-0562-4B09-B7A2-5AFE42A5CB0B}"/>
                </a:ext>
              </a:extLst>
            </p:cNvPr>
            <p:cNvSpPr/>
            <p:nvPr/>
          </p:nvSpPr>
          <p:spPr>
            <a:xfrm rot="5400000" flipH="1">
              <a:off x="1342194" y="5038456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17" name="等腰三角形 716">
              <a:extLst>
                <a:ext uri="{FF2B5EF4-FFF2-40B4-BE49-F238E27FC236}">
                  <a16:creationId xmlns:a16="http://schemas.microsoft.com/office/drawing/2014/main" id="{936FF0C6-1CE7-4784-A88F-0A096A545107}"/>
                </a:ext>
              </a:extLst>
            </p:cNvPr>
            <p:cNvSpPr/>
            <p:nvPr/>
          </p:nvSpPr>
          <p:spPr>
            <a:xfrm rot="5400000" flipH="1">
              <a:off x="1342194" y="577254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18" name="等腰三角形 717">
              <a:extLst>
                <a:ext uri="{FF2B5EF4-FFF2-40B4-BE49-F238E27FC236}">
                  <a16:creationId xmlns:a16="http://schemas.microsoft.com/office/drawing/2014/main" id="{BC0741C8-2F93-4690-99FB-F91DB5CEFA7C}"/>
                </a:ext>
              </a:extLst>
            </p:cNvPr>
            <p:cNvSpPr/>
            <p:nvPr/>
          </p:nvSpPr>
          <p:spPr>
            <a:xfrm rot="5400000" flipH="1">
              <a:off x="968349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19" name="等腰三角形 718">
              <a:extLst>
                <a:ext uri="{FF2B5EF4-FFF2-40B4-BE49-F238E27FC236}">
                  <a16:creationId xmlns:a16="http://schemas.microsoft.com/office/drawing/2014/main" id="{78360264-A459-4C8B-9732-4ACE5A146763}"/>
                </a:ext>
              </a:extLst>
            </p:cNvPr>
            <p:cNvSpPr/>
            <p:nvPr/>
          </p:nvSpPr>
          <p:spPr>
            <a:xfrm rot="5400000" flipH="1">
              <a:off x="1078723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20" name="等腰三角形 719">
              <a:extLst>
                <a:ext uri="{FF2B5EF4-FFF2-40B4-BE49-F238E27FC236}">
                  <a16:creationId xmlns:a16="http://schemas.microsoft.com/office/drawing/2014/main" id="{AC90FAB1-5D2A-4F83-81F1-8C6A8F87D11D}"/>
                </a:ext>
              </a:extLst>
            </p:cNvPr>
            <p:cNvSpPr/>
            <p:nvPr/>
          </p:nvSpPr>
          <p:spPr>
            <a:xfrm rot="5400000" flipH="1">
              <a:off x="1078723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21" name="等腰三角形 720">
              <a:extLst>
                <a:ext uri="{FF2B5EF4-FFF2-40B4-BE49-F238E27FC236}">
                  <a16:creationId xmlns:a16="http://schemas.microsoft.com/office/drawing/2014/main" id="{6A4165C3-94D5-49C0-A615-5D2A9E333B3E}"/>
                </a:ext>
              </a:extLst>
            </p:cNvPr>
            <p:cNvSpPr/>
            <p:nvPr/>
          </p:nvSpPr>
          <p:spPr>
            <a:xfrm rot="5400000" flipH="1">
              <a:off x="1603549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22" name="等腰三角形 721">
              <a:extLst>
                <a:ext uri="{FF2B5EF4-FFF2-40B4-BE49-F238E27FC236}">
                  <a16:creationId xmlns:a16="http://schemas.microsoft.com/office/drawing/2014/main" id="{65FE8305-29D7-400A-B712-9D52A7C0EBD4}"/>
                </a:ext>
              </a:extLst>
            </p:cNvPr>
            <p:cNvSpPr/>
            <p:nvPr/>
          </p:nvSpPr>
          <p:spPr>
            <a:xfrm rot="5400000" flipH="1">
              <a:off x="1603549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23" name="等腰三角形 722">
              <a:extLst>
                <a:ext uri="{FF2B5EF4-FFF2-40B4-BE49-F238E27FC236}">
                  <a16:creationId xmlns:a16="http://schemas.microsoft.com/office/drawing/2014/main" id="{E2C706C1-273E-4E16-BEFF-2A53D1B17403}"/>
                </a:ext>
              </a:extLst>
            </p:cNvPr>
            <p:cNvSpPr/>
            <p:nvPr/>
          </p:nvSpPr>
          <p:spPr>
            <a:xfrm rot="5400000" flipH="1">
              <a:off x="1705447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24" name="文字方塊 723">
                <a:extLst>
                  <a:ext uri="{FF2B5EF4-FFF2-40B4-BE49-F238E27FC236}">
                    <a16:creationId xmlns:a16="http://schemas.microsoft.com/office/drawing/2014/main" id="{3083487E-E816-4A39-8105-8E56AF66A957}"/>
                  </a:ext>
                </a:extLst>
              </p:cNvPr>
              <p:cNvSpPr txBox="1"/>
              <p:nvPr/>
            </p:nvSpPr>
            <p:spPr>
              <a:xfrm>
                <a:off x="7921598" y="1759986"/>
                <a:ext cx="61212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/>
              </a:p>
            </p:txBody>
          </p:sp>
        </mc:Choice>
        <mc:Fallback>
          <p:sp>
            <p:nvSpPr>
              <p:cNvPr id="724" name="文字方塊 723">
                <a:extLst>
                  <a:ext uri="{FF2B5EF4-FFF2-40B4-BE49-F238E27FC236}">
                    <a16:creationId xmlns:a16="http://schemas.microsoft.com/office/drawing/2014/main" id="{3083487E-E816-4A39-8105-8E56AF66A9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1598" y="1759986"/>
                <a:ext cx="612129" cy="276999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25" name="群組 724">
            <a:extLst>
              <a:ext uri="{FF2B5EF4-FFF2-40B4-BE49-F238E27FC236}">
                <a16:creationId xmlns:a16="http://schemas.microsoft.com/office/drawing/2014/main" id="{88F20D45-528C-4F74-88C8-7CA9CF4F85D9}"/>
              </a:ext>
            </a:extLst>
          </p:cNvPr>
          <p:cNvGrpSpPr/>
          <p:nvPr/>
        </p:nvGrpSpPr>
        <p:grpSpPr>
          <a:xfrm>
            <a:off x="7857272" y="2027656"/>
            <a:ext cx="720000" cy="720000"/>
            <a:chOff x="3481679" y="1553308"/>
            <a:chExt cx="1150186" cy="1150186"/>
          </a:xfrm>
        </p:grpSpPr>
        <p:sp>
          <p:nvSpPr>
            <p:cNvPr id="726" name="矩形: 圓角 725">
              <a:extLst>
                <a:ext uri="{FF2B5EF4-FFF2-40B4-BE49-F238E27FC236}">
                  <a16:creationId xmlns:a16="http://schemas.microsoft.com/office/drawing/2014/main" id="{AD6752DB-DE5C-4D26-BA6B-007F4F378C81}"/>
                </a:ext>
              </a:extLst>
            </p:cNvPr>
            <p:cNvSpPr/>
            <p:nvPr/>
          </p:nvSpPr>
          <p:spPr>
            <a:xfrm>
              <a:off x="3481679" y="1553308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 dirty="0"/>
            </a:p>
          </p:txBody>
        </p:sp>
        <p:sp>
          <p:nvSpPr>
            <p:cNvPr id="727" name="橢圓 726">
              <a:extLst>
                <a:ext uri="{FF2B5EF4-FFF2-40B4-BE49-F238E27FC236}">
                  <a16:creationId xmlns:a16="http://schemas.microsoft.com/office/drawing/2014/main" id="{F47D83C0-4030-487B-AE2B-3B27368DBCD5}"/>
                </a:ext>
              </a:extLst>
            </p:cNvPr>
            <p:cNvSpPr/>
            <p:nvPr/>
          </p:nvSpPr>
          <p:spPr>
            <a:xfrm>
              <a:off x="3940548" y="164255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728" name="橢圓 727">
              <a:extLst>
                <a:ext uri="{FF2B5EF4-FFF2-40B4-BE49-F238E27FC236}">
                  <a16:creationId xmlns:a16="http://schemas.microsoft.com/office/drawing/2014/main" id="{4AD8EE7E-F06E-4C7B-99AE-09B5F9513136}"/>
                </a:ext>
              </a:extLst>
            </p:cNvPr>
            <p:cNvSpPr/>
            <p:nvPr/>
          </p:nvSpPr>
          <p:spPr>
            <a:xfrm>
              <a:off x="3940548" y="23780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729" name="橢圓 728">
              <a:extLst>
                <a:ext uri="{FF2B5EF4-FFF2-40B4-BE49-F238E27FC236}">
                  <a16:creationId xmlns:a16="http://schemas.microsoft.com/office/drawing/2014/main" id="{AC7BB4E1-48D2-4F21-8D96-40B89BE0C379}"/>
                </a:ext>
              </a:extLst>
            </p:cNvPr>
            <p:cNvSpPr/>
            <p:nvPr/>
          </p:nvSpPr>
          <p:spPr>
            <a:xfrm>
              <a:off x="4303801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730" name="橢圓 729">
              <a:extLst>
                <a:ext uri="{FF2B5EF4-FFF2-40B4-BE49-F238E27FC236}">
                  <a16:creationId xmlns:a16="http://schemas.microsoft.com/office/drawing/2014/main" id="{9DD224C7-7D29-4968-BDF3-7B997438BAC1}"/>
                </a:ext>
              </a:extLst>
            </p:cNvPr>
            <p:cNvSpPr/>
            <p:nvPr/>
          </p:nvSpPr>
          <p:spPr>
            <a:xfrm>
              <a:off x="3566703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731" name="橢圓 730">
              <a:extLst>
                <a:ext uri="{FF2B5EF4-FFF2-40B4-BE49-F238E27FC236}">
                  <a16:creationId xmlns:a16="http://schemas.microsoft.com/office/drawing/2014/main" id="{656FAAB9-B5AC-4A50-AE58-5D3040E5357E}"/>
                </a:ext>
              </a:extLst>
            </p:cNvPr>
            <p:cNvSpPr/>
            <p:nvPr/>
          </p:nvSpPr>
          <p:spPr>
            <a:xfrm>
              <a:off x="3677077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732" name="橢圓 731">
              <a:extLst>
                <a:ext uri="{FF2B5EF4-FFF2-40B4-BE49-F238E27FC236}">
                  <a16:creationId xmlns:a16="http://schemas.microsoft.com/office/drawing/2014/main" id="{013CFC94-2898-402C-8805-4E88365405FF}"/>
                </a:ext>
              </a:extLst>
            </p:cNvPr>
            <p:cNvSpPr/>
            <p:nvPr/>
          </p:nvSpPr>
          <p:spPr>
            <a:xfrm>
              <a:off x="3677077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733" name="橢圓 732">
              <a:extLst>
                <a:ext uri="{FF2B5EF4-FFF2-40B4-BE49-F238E27FC236}">
                  <a16:creationId xmlns:a16="http://schemas.microsoft.com/office/drawing/2014/main" id="{ACE7D602-5AAD-475B-AEC3-C302C5E68356}"/>
                </a:ext>
              </a:extLst>
            </p:cNvPr>
            <p:cNvSpPr/>
            <p:nvPr/>
          </p:nvSpPr>
          <p:spPr>
            <a:xfrm>
              <a:off x="4201903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 dirty="0"/>
            </a:p>
          </p:txBody>
        </p:sp>
        <p:sp>
          <p:nvSpPr>
            <p:cNvPr id="734" name="橢圓 733">
              <a:extLst>
                <a:ext uri="{FF2B5EF4-FFF2-40B4-BE49-F238E27FC236}">
                  <a16:creationId xmlns:a16="http://schemas.microsoft.com/office/drawing/2014/main" id="{FBC1BE7A-7391-48A1-B1C4-75CFC7F18520}"/>
                </a:ext>
              </a:extLst>
            </p:cNvPr>
            <p:cNvSpPr/>
            <p:nvPr/>
          </p:nvSpPr>
          <p:spPr>
            <a:xfrm>
              <a:off x="4201903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735" name="等腰三角形 734">
              <a:extLst>
                <a:ext uri="{FF2B5EF4-FFF2-40B4-BE49-F238E27FC236}">
                  <a16:creationId xmlns:a16="http://schemas.microsoft.com/office/drawing/2014/main" id="{650A6903-25DC-4500-87D5-4329651924EA}"/>
                </a:ext>
              </a:extLst>
            </p:cNvPr>
            <p:cNvSpPr/>
            <p:nvPr/>
          </p:nvSpPr>
          <p:spPr>
            <a:xfrm rot="16200000">
              <a:off x="4012947" y="161086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736" name="等腰三角形 735">
              <a:extLst>
                <a:ext uri="{FF2B5EF4-FFF2-40B4-BE49-F238E27FC236}">
                  <a16:creationId xmlns:a16="http://schemas.microsoft.com/office/drawing/2014/main" id="{8E023460-991F-4E6C-AA5C-7AF9E3589AD5}"/>
                </a:ext>
              </a:extLst>
            </p:cNvPr>
            <p:cNvSpPr/>
            <p:nvPr/>
          </p:nvSpPr>
          <p:spPr>
            <a:xfrm rot="16200000">
              <a:off x="4012947" y="234495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737" name="等腰三角形 736">
              <a:extLst>
                <a:ext uri="{FF2B5EF4-FFF2-40B4-BE49-F238E27FC236}">
                  <a16:creationId xmlns:a16="http://schemas.microsoft.com/office/drawing/2014/main" id="{3DBE938F-074B-4ACA-9250-C691D83B7A88}"/>
                </a:ext>
              </a:extLst>
            </p:cNvPr>
            <p:cNvSpPr/>
            <p:nvPr/>
          </p:nvSpPr>
          <p:spPr>
            <a:xfrm rot="16200000">
              <a:off x="3639102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738" name="等腰三角形 737">
              <a:extLst>
                <a:ext uri="{FF2B5EF4-FFF2-40B4-BE49-F238E27FC236}">
                  <a16:creationId xmlns:a16="http://schemas.microsoft.com/office/drawing/2014/main" id="{F11B7E1D-BCD7-4946-A649-E23498F696B7}"/>
                </a:ext>
              </a:extLst>
            </p:cNvPr>
            <p:cNvSpPr/>
            <p:nvPr/>
          </p:nvSpPr>
          <p:spPr>
            <a:xfrm rot="16200000">
              <a:off x="3749476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739" name="等腰三角形 738">
              <a:extLst>
                <a:ext uri="{FF2B5EF4-FFF2-40B4-BE49-F238E27FC236}">
                  <a16:creationId xmlns:a16="http://schemas.microsoft.com/office/drawing/2014/main" id="{CE83D8AB-DFFC-4C84-AE9C-CD8881344598}"/>
                </a:ext>
              </a:extLst>
            </p:cNvPr>
            <p:cNvSpPr/>
            <p:nvPr/>
          </p:nvSpPr>
          <p:spPr>
            <a:xfrm rot="16200000">
              <a:off x="3749476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740" name="等腰三角形 739">
              <a:extLst>
                <a:ext uri="{FF2B5EF4-FFF2-40B4-BE49-F238E27FC236}">
                  <a16:creationId xmlns:a16="http://schemas.microsoft.com/office/drawing/2014/main" id="{B0057E23-849F-4EFD-AA2C-C03BEEF6B285}"/>
                </a:ext>
              </a:extLst>
            </p:cNvPr>
            <p:cNvSpPr/>
            <p:nvPr/>
          </p:nvSpPr>
          <p:spPr>
            <a:xfrm rot="16200000">
              <a:off x="4274302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741" name="等腰三角形 740">
              <a:extLst>
                <a:ext uri="{FF2B5EF4-FFF2-40B4-BE49-F238E27FC236}">
                  <a16:creationId xmlns:a16="http://schemas.microsoft.com/office/drawing/2014/main" id="{06E3FBC2-A5F5-436B-97DE-C729C3835B3F}"/>
                </a:ext>
              </a:extLst>
            </p:cNvPr>
            <p:cNvSpPr/>
            <p:nvPr/>
          </p:nvSpPr>
          <p:spPr>
            <a:xfrm rot="16200000">
              <a:off x="4274302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742" name="等腰三角形 741">
              <a:extLst>
                <a:ext uri="{FF2B5EF4-FFF2-40B4-BE49-F238E27FC236}">
                  <a16:creationId xmlns:a16="http://schemas.microsoft.com/office/drawing/2014/main" id="{F56FC14C-3095-4323-80EA-D8A4A33BBC8C}"/>
                </a:ext>
              </a:extLst>
            </p:cNvPr>
            <p:cNvSpPr/>
            <p:nvPr/>
          </p:nvSpPr>
          <p:spPr>
            <a:xfrm rot="16200000">
              <a:off x="4376200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grpSp>
          <p:nvGrpSpPr>
            <p:cNvPr id="743" name="群組 742">
              <a:extLst>
                <a:ext uri="{FF2B5EF4-FFF2-40B4-BE49-F238E27FC236}">
                  <a16:creationId xmlns:a16="http://schemas.microsoft.com/office/drawing/2014/main" id="{E627EE03-0F79-4023-9162-917FFE22E0C5}"/>
                </a:ext>
              </a:extLst>
            </p:cNvPr>
            <p:cNvGrpSpPr/>
            <p:nvPr/>
          </p:nvGrpSpPr>
          <p:grpSpPr>
            <a:xfrm>
              <a:off x="4057671" y="2031019"/>
              <a:ext cx="115586" cy="110880"/>
              <a:chOff x="1373392" y="2391862"/>
              <a:chExt cx="479433" cy="476535"/>
            </a:xfrm>
          </p:grpSpPr>
          <p:sp>
            <p:nvSpPr>
              <p:cNvPr id="746" name="箭號: 向右 745">
                <a:extLst>
                  <a:ext uri="{FF2B5EF4-FFF2-40B4-BE49-F238E27FC236}">
                    <a16:creationId xmlns:a16="http://schemas.microsoft.com/office/drawing/2014/main" id="{223ED27B-C72B-49FB-BB3F-E7CDB78F9EC6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bg1"/>
                  </a:solidFill>
                </a:endParaRPr>
              </a:p>
            </p:txBody>
          </p:sp>
          <p:sp>
            <p:nvSpPr>
              <p:cNvPr id="747" name="箭號: 向右 746">
                <a:extLst>
                  <a:ext uri="{FF2B5EF4-FFF2-40B4-BE49-F238E27FC236}">
                    <a16:creationId xmlns:a16="http://schemas.microsoft.com/office/drawing/2014/main" id="{FF4CA3AD-922B-49C6-9C82-F1BC4FD0D364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4" name="文字方塊 743">
                  <a:extLst>
                    <a:ext uri="{FF2B5EF4-FFF2-40B4-BE49-F238E27FC236}">
                      <a16:creationId xmlns:a16="http://schemas.microsoft.com/office/drawing/2014/main" id="{1F53103D-65C6-44E2-8519-A5F8D6A19FFA}"/>
                    </a:ext>
                  </a:extLst>
                </p:cNvPr>
                <p:cNvSpPr txBox="1"/>
                <p:nvPr/>
              </p:nvSpPr>
              <p:spPr>
                <a:xfrm>
                  <a:off x="3846649" y="1611273"/>
                  <a:ext cx="411859" cy="4658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81" name="文字方塊 280">
                  <a:extLst>
                    <a:ext uri="{FF2B5EF4-FFF2-40B4-BE49-F238E27FC236}">
                      <a16:creationId xmlns:a16="http://schemas.microsoft.com/office/drawing/2014/main" id="{357E4E1B-4A41-4D4A-A176-928D46A996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6649" y="1611273"/>
                  <a:ext cx="411859" cy="465854"/>
                </a:xfrm>
                <a:prstGeom prst="rect">
                  <a:avLst/>
                </a:prstGeom>
                <a:blipFill>
                  <a:blip r:embed="rId47"/>
                  <a:stretch>
                    <a:fillRect r="-952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5" name="文字方塊 744">
                  <a:extLst>
                    <a:ext uri="{FF2B5EF4-FFF2-40B4-BE49-F238E27FC236}">
                      <a16:creationId xmlns:a16="http://schemas.microsoft.com/office/drawing/2014/main" id="{E55B8157-FEF0-42A0-BAFC-63542C80BE96}"/>
                    </a:ext>
                  </a:extLst>
                </p:cNvPr>
                <p:cNvSpPr txBox="1"/>
                <p:nvPr/>
              </p:nvSpPr>
              <p:spPr>
                <a:xfrm>
                  <a:off x="4088416" y="1839893"/>
                  <a:ext cx="521830" cy="44250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21" name="文字方塊 520">
                  <a:extLst>
                    <a:ext uri="{FF2B5EF4-FFF2-40B4-BE49-F238E27FC236}">
                      <a16:creationId xmlns:a16="http://schemas.microsoft.com/office/drawing/2014/main" id="{C1B85C49-8CE2-4FAE-93E2-BD2214232C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8416" y="1839893"/>
                  <a:ext cx="521830" cy="442501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48" name="直線接點 747">
            <a:extLst>
              <a:ext uri="{FF2B5EF4-FFF2-40B4-BE49-F238E27FC236}">
                <a16:creationId xmlns:a16="http://schemas.microsoft.com/office/drawing/2014/main" id="{1DB49816-A4F6-42C1-94C7-190E07524227}"/>
              </a:ext>
            </a:extLst>
          </p:cNvPr>
          <p:cNvCxnSpPr>
            <a:cxnSpLocks/>
          </p:cNvCxnSpPr>
          <p:nvPr/>
        </p:nvCxnSpPr>
        <p:spPr>
          <a:xfrm flipV="1">
            <a:off x="8668427" y="3295160"/>
            <a:ext cx="252473" cy="244255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49" name="文字方塊 748">
                <a:extLst>
                  <a:ext uri="{FF2B5EF4-FFF2-40B4-BE49-F238E27FC236}">
                    <a16:creationId xmlns:a16="http://schemas.microsoft.com/office/drawing/2014/main" id="{686DB17F-EB5D-4328-A01A-A6A6330E9C1C}"/>
                  </a:ext>
                </a:extLst>
              </p:cNvPr>
              <p:cNvSpPr txBox="1"/>
              <p:nvPr/>
            </p:nvSpPr>
            <p:spPr>
              <a:xfrm>
                <a:off x="7878080" y="2908204"/>
                <a:ext cx="7155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1, 2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749" name="文字方塊 748">
                <a:extLst>
                  <a:ext uri="{FF2B5EF4-FFF2-40B4-BE49-F238E27FC236}">
                    <a16:creationId xmlns:a16="http://schemas.microsoft.com/office/drawing/2014/main" id="{686DB17F-EB5D-4328-A01A-A6A6330E9C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8080" y="2908204"/>
                <a:ext cx="715550" cy="276999"/>
              </a:xfrm>
              <a:prstGeom prst="rect">
                <a:avLst/>
              </a:prstGeom>
              <a:blipFill>
                <a:blip r:embed="rId49"/>
                <a:stretch>
                  <a:fillRect t="-97826" r="-28814" b="-15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0" name="文字方塊 749">
                <a:extLst>
                  <a:ext uri="{FF2B5EF4-FFF2-40B4-BE49-F238E27FC236}">
                    <a16:creationId xmlns:a16="http://schemas.microsoft.com/office/drawing/2014/main" id="{1A3B7402-1892-4487-8B5E-9AF871E877CC}"/>
                  </a:ext>
                </a:extLst>
              </p:cNvPr>
              <p:cNvSpPr txBox="1"/>
              <p:nvPr/>
            </p:nvSpPr>
            <p:spPr>
              <a:xfrm>
                <a:off x="7829378" y="3968634"/>
                <a:ext cx="81295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−1, −2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750" name="文字方塊 749">
                <a:extLst>
                  <a:ext uri="{FF2B5EF4-FFF2-40B4-BE49-F238E27FC236}">
                    <a16:creationId xmlns:a16="http://schemas.microsoft.com/office/drawing/2014/main" id="{1A3B7402-1892-4487-8B5E-9AF871E877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9378" y="3968634"/>
                <a:ext cx="812954" cy="276999"/>
              </a:xfrm>
              <a:prstGeom prst="rect">
                <a:avLst/>
              </a:prstGeom>
              <a:blipFill>
                <a:blip r:embed="rId50"/>
                <a:stretch>
                  <a:fillRect t="-100000" r="-33582" b="-16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51" name="群組 750">
            <a:extLst>
              <a:ext uri="{FF2B5EF4-FFF2-40B4-BE49-F238E27FC236}">
                <a16:creationId xmlns:a16="http://schemas.microsoft.com/office/drawing/2014/main" id="{466C0129-F676-43B5-8FE2-47ED16AB7811}"/>
              </a:ext>
            </a:extLst>
          </p:cNvPr>
          <p:cNvGrpSpPr/>
          <p:nvPr/>
        </p:nvGrpSpPr>
        <p:grpSpPr>
          <a:xfrm>
            <a:off x="8966486" y="4559570"/>
            <a:ext cx="720000" cy="720000"/>
            <a:chOff x="389151" y="2161357"/>
            <a:chExt cx="1150186" cy="1150186"/>
          </a:xfrm>
        </p:grpSpPr>
        <p:sp>
          <p:nvSpPr>
            <p:cNvPr id="752" name="矩形: 圓角 751">
              <a:extLst>
                <a:ext uri="{FF2B5EF4-FFF2-40B4-BE49-F238E27FC236}">
                  <a16:creationId xmlns:a16="http://schemas.microsoft.com/office/drawing/2014/main" id="{F469B8D9-F948-4EA5-A451-D26F03786B70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753" name="箭號: 左-右雙向 752">
              <a:extLst>
                <a:ext uri="{FF2B5EF4-FFF2-40B4-BE49-F238E27FC236}">
                  <a16:creationId xmlns:a16="http://schemas.microsoft.com/office/drawing/2014/main" id="{E781EE28-4078-4591-96D0-AA2AE80A1786}"/>
                </a:ext>
              </a:extLst>
            </p:cNvPr>
            <p:cNvSpPr/>
            <p:nvPr/>
          </p:nvSpPr>
          <p:spPr>
            <a:xfrm rot="18900000">
              <a:off x="494863" y="2676533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754" name="箭號: 左-右雙向 753">
              <a:extLst>
                <a:ext uri="{FF2B5EF4-FFF2-40B4-BE49-F238E27FC236}">
                  <a16:creationId xmlns:a16="http://schemas.microsoft.com/office/drawing/2014/main" id="{A69A4A40-0B2A-4CF9-BF1C-00275C5285C1}"/>
                </a:ext>
              </a:extLst>
            </p:cNvPr>
            <p:cNvSpPr/>
            <p:nvPr/>
          </p:nvSpPr>
          <p:spPr>
            <a:xfrm rot="18900000">
              <a:off x="1212991" y="2676533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55" name="箭號: 左-右雙向 754">
              <a:extLst>
                <a:ext uri="{FF2B5EF4-FFF2-40B4-BE49-F238E27FC236}">
                  <a16:creationId xmlns:a16="http://schemas.microsoft.com/office/drawing/2014/main" id="{B28983DC-698D-40A8-98EB-D2B8D9AC2B45}"/>
                </a:ext>
              </a:extLst>
            </p:cNvPr>
            <p:cNvSpPr/>
            <p:nvPr/>
          </p:nvSpPr>
          <p:spPr>
            <a:xfrm rot="2700000">
              <a:off x="601031" y="2422198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56" name="箭號: 左-右雙向 755">
              <a:extLst>
                <a:ext uri="{FF2B5EF4-FFF2-40B4-BE49-F238E27FC236}">
                  <a16:creationId xmlns:a16="http://schemas.microsoft.com/office/drawing/2014/main" id="{973CC3AE-EED9-45A8-AC1D-2BBD2D9A72BB}"/>
                </a:ext>
              </a:extLst>
            </p:cNvPr>
            <p:cNvSpPr/>
            <p:nvPr/>
          </p:nvSpPr>
          <p:spPr>
            <a:xfrm rot="2700000">
              <a:off x="1098571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57" name="箭號: 左-右雙向 756">
              <a:extLst>
                <a:ext uri="{FF2B5EF4-FFF2-40B4-BE49-F238E27FC236}">
                  <a16:creationId xmlns:a16="http://schemas.microsoft.com/office/drawing/2014/main" id="{34E7612F-BFF3-413D-9D38-1434759F16AE}"/>
                </a:ext>
              </a:extLst>
            </p:cNvPr>
            <p:cNvSpPr/>
            <p:nvPr/>
          </p:nvSpPr>
          <p:spPr>
            <a:xfrm rot="2700000">
              <a:off x="601034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758" name="箭號: 左-右雙向 757">
              <a:extLst>
                <a:ext uri="{FF2B5EF4-FFF2-40B4-BE49-F238E27FC236}">
                  <a16:creationId xmlns:a16="http://schemas.microsoft.com/office/drawing/2014/main" id="{232A95C9-736C-4BAC-A2EA-2AB7D744DAE0}"/>
                </a:ext>
              </a:extLst>
            </p:cNvPr>
            <p:cNvSpPr/>
            <p:nvPr/>
          </p:nvSpPr>
          <p:spPr>
            <a:xfrm rot="2700000">
              <a:off x="1098570" y="2422198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59" name="箭號: 左-右雙向 758">
              <a:extLst>
                <a:ext uri="{FF2B5EF4-FFF2-40B4-BE49-F238E27FC236}">
                  <a16:creationId xmlns:a16="http://schemas.microsoft.com/office/drawing/2014/main" id="{106D1BE7-31E8-468D-8A2F-B9B72D818C3F}"/>
                </a:ext>
              </a:extLst>
            </p:cNvPr>
            <p:cNvSpPr/>
            <p:nvPr/>
          </p:nvSpPr>
          <p:spPr>
            <a:xfrm rot="18900000">
              <a:off x="844160" y="3043671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60" name="箭號: 左-右雙向 759">
              <a:extLst>
                <a:ext uri="{FF2B5EF4-FFF2-40B4-BE49-F238E27FC236}">
                  <a16:creationId xmlns:a16="http://schemas.microsoft.com/office/drawing/2014/main" id="{56F25E0D-44D3-4454-A5F3-3D0ECCC4B51A}"/>
                </a:ext>
              </a:extLst>
            </p:cNvPr>
            <p:cNvSpPr/>
            <p:nvPr/>
          </p:nvSpPr>
          <p:spPr>
            <a:xfrm rot="18900000">
              <a:off x="844160" y="231192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761" name="群組 760">
            <a:extLst>
              <a:ext uri="{FF2B5EF4-FFF2-40B4-BE49-F238E27FC236}">
                <a16:creationId xmlns:a16="http://schemas.microsoft.com/office/drawing/2014/main" id="{2AC67D5E-B89B-4F3D-92FF-0A18997ECA9C}"/>
              </a:ext>
            </a:extLst>
          </p:cNvPr>
          <p:cNvGrpSpPr/>
          <p:nvPr/>
        </p:nvGrpSpPr>
        <p:grpSpPr>
          <a:xfrm>
            <a:off x="6736617" y="4559570"/>
            <a:ext cx="720000" cy="720000"/>
            <a:chOff x="-756975" y="5254023"/>
            <a:chExt cx="2090057" cy="2090057"/>
          </a:xfrm>
        </p:grpSpPr>
        <p:sp>
          <p:nvSpPr>
            <p:cNvPr id="762" name="矩形: 圓角 761">
              <a:extLst>
                <a:ext uri="{FF2B5EF4-FFF2-40B4-BE49-F238E27FC236}">
                  <a16:creationId xmlns:a16="http://schemas.microsoft.com/office/drawing/2014/main" id="{6A7D2D1C-3FC4-44AD-8E32-BD31ED0DDE4D}"/>
                </a:ext>
              </a:extLst>
            </p:cNvPr>
            <p:cNvSpPr/>
            <p:nvPr/>
          </p:nvSpPr>
          <p:spPr>
            <a:xfrm>
              <a:off x="-756975" y="5254023"/>
              <a:ext cx="2090057" cy="20900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763" name="箭號: 左-右雙向 762">
              <a:extLst>
                <a:ext uri="{FF2B5EF4-FFF2-40B4-BE49-F238E27FC236}">
                  <a16:creationId xmlns:a16="http://schemas.microsoft.com/office/drawing/2014/main" id="{0C0E0F90-09AF-442F-A94B-5FB5FEF9750B}"/>
                </a:ext>
              </a:extLst>
            </p:cNvPr>
            <p:cNvSpPr/>
            <p:nvPr/>
          </p:nvSpPr>
          <p:spPr>
            <a:xfrm rot="10800000">
              <a:off x="-564881" y="6190174"/>
              <a:ext cx="432000" cy="21775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764" name="箭號: 左-右雙向 763">
              <a:extLst>
                <a:ext uri="{FF2B5EF4-FFF2-40B4-BE49-F238E27FC236}">
                  <a16:creationId xmlns:a16="http://schemas.microsoft.com/office/drawing/2014/main" id="{5508F12D-30FA-4BDA-AB5E-8427611302B9}"/>
                </a:ext>
              </a:extLst>
            </p:cNvPr>
            <p:cNvSpPr/>
            <p:nvPr/>
          </p:nvSpPr>
          <p:spPr>
            <a:xfrm rot="10800000">
              <a:off x="740063" y="6190174"/>
              <a:ext cx="432000" cy="21775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65" name="箭號: 左-右雙向 764">
              <a:extLst>
                <a:ext uri="{FF2B5EF4-FFF2-40B4-BE49-F238E27FC236}">
                  <a16:creationId xmlns:a16="http://schemas.microsoft.com/office/drawing/2014/main" id="{3193F649-3786-48A2-8585-67B24DBCE6B3}"/>
                </a:ext>
              </a:extLst>
            </p:cNvPr>
            <p:cNvSpPr/>
            <p:nvPr/>
          </p:nvSpPr>
          <p:spPr>
            <a:xfrm rot="5400000">
              <a:off x="-371955" y="5728013"/>
              <a:ext cx="432000" cy="21775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66" name="箭號: 左-右雙向 765">
              <a:extLst>
                <a:ext uri="{FF2B5EF4-FFF2-40B4-BE49-F238E27FC236}">
                  <a16:creationId xmlns:a16="http://schemas.microsoft.com/office/drawing/2014/main" id="{3A00A83E-0FC4-4CF7-9058-70E0971371F8}"/>
                </a:ext>
              </a:extLst>
            </p:cNvPr>
            <p:cNvSpPr/>
            <p:nvPr/>
          </p:nvSpPr>
          <p:spPr>
            <a:xfrm rot="5400000">
              <a:off x="532146" y="6669520"/>
              <a:ext cx="432000" cy="21775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67" name="箭號: 左-右雙向 766">
              <a:extLst>
                <a:ext uri="{FF2B5EF4-FFF2-40B4-BE49-F238E27FC236}">
                  <a16:creationId xmlns:a16="http://schemas.microsoft.com/office/drawing/2014/main" id="{986088A0-3D2C-4DE1-A9AA-A7487C36632B}"/>
                </a:ext>
              </a:extLst>
            </p:cNvPr>
            <p:cNvSpPr/>
            <p:nvPr/>
          </p:nvSpPr>
          <p:spPr>
            <a:xfrm rot="5400000">
              <a:off x="-371955" y="6669520"/>
              <a:ext cx="432000" cy="21775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768" name="箭號: 左-右雙向 767">
              <a:extLst>
                <a:ext uri="{FF2B5EF4-FFF2-40B4-BE49-F238E27FC236}">
                  <a16:creationId xmlns:a16="http://schemas.microsoft.com/office/drawing/2014/main" id="{B24F2220-EA9A-403F-B8E3-3010CF9D77B1}"/>
                </a:ext>
              </a:extLst>
            </p:cNvPr>
            <p:cNvSpPr/>
            <p:nvPr/>
          </p:nvSpPr>
          <p:spPr>
            <a:xfrm rot="5400000">
              <a:off x="532146" y="5728010"/>
              <a:ext cx="432000" cy="21775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69" name="箭號: 左-右雙向 768">
              <a:extLst>
                <a:ext uri="{FF2B5EF4-FFF2-40B4-BE49-F238E27FC236}">
                  <a16:creationId xmlns:a16="http://schemas.microsoft.com/office/drawing/2014/main" id="{C9088BAF-CF9A-42A7-A68F-60C81177F46A}"/>
                </a:ext>
              </a:extLst>
            </p:cNvPr>
            <p:cNvSpPr/>
            <p:nvPr/>
          </p:nvSpPr>
          <p:spPr>
            <a:xfrm>
              <a:off x="69843" y="6857317"/>
              <a:ext cx="432000" cy="21775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70" name="箭號: 左-右雙向 769">
              <a:extLst>
                <a:ext uri="{FF2B5EF4-FFF2-40B4-BE49-F238E27FC236}">
                  <a16:creationId xmlns:a16="http://schemas.microsoft.com/office/drawing/2014/main" id="{B01A8FA9-AB0C-4ABE-A4CB-133F5BB4DC77}"/>
                </a:ext>
              </a:extLst>
            </p:cNvPr>
            <p:cNvSpPr/>
            <p:nvPr/>
          </p:nvSpPr>
          <p:spPr>
            <a:xfrm>
              <a:off x="69843" y="5527635"/>
              <a:ext cx="432000" cy="21775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grpSp>
        <p:nvGrpSpPr>
          <p:cNvPr id="771" name="群組 770">
            <a:extLst>
              <a:ext uri="{FF2B5EF4-FFF2-40B4-BE49-F238E27FC236}">
                <a16:creationId xmlns:a16="http://schemas.microsoft.com/office/drawing/2014/main" id="{371EC339-79E8-441D-B701-4B278B43DEB5}"/>
              </a:ext>
            </a:extLst>
          </p:cNvPr>
          <p:cNvGrpSpPr/>
          <p:nvPr/>
        </p:nvGrpSpPr>
        <p:grpSpPr>
          <a:xfrm>
            <a:off x="6736617" y="2689607"/>
            <a:ext cx="720000" cy="720000"/>
            <a:chOff x="389151" y="2161357"/>
            <a:chExt cx="1150186" cy="1150186"/>
          </a:xfrm>
        </p:grpSpPr>
        <p:sp>
          <p:nvSpPr>
            <p:cNvPr id="772" name="矩形: 圓角 771">
              <a:extLst>
                <a:ext uri="{FF2B5EF4-FFF2-40B4-BE49-F238E27FC236}">
                  <a16:creationId xmlns:a16="http://schemas.microsoft.com/office/drawing/2014/main" id="{DDF3B3DE-CC7A-4E1A-8908-2E703453ACFF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773" name="箭號: 左-右雙向 772">
              <a:extLst>
                <a:ext uri="{FF2B5EF4-FFF2-40B4-BE49-F238E27FC236}">
                  <a16:creationId xmlns:a16="http://schemas.microsoft.com/office/drawing/2014/main" id="{DCA3AEB6-14E5-4EEE-A2BD-203676775003}"/>
                </a:ext>
              </a:extLst>
            </p:cNvPr>
            <p:cNvSpPr/>
            <p:nvPr/>
          </p:nvSpPr>
          <p:spPr>
            <a:xfrm rot="2700000">
              <a:off x="494863" y="2676533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774" name="箭號: 左-右雙向 773">
              <a:extLst>
                <a:ext uri="{FF2B5EF4-FFF2-40B4-BE49-F238E27FC236}">
                  <a16:creationId xmlns:a16="http://schemas.microsoft.com/office/drawing/2014/main" id="{03E3E493-0134-4200-B85F-BFFD26CD3EC8}"/>
                </a:ext>
              </a:extLst>
            </p:cNvPr>
            <p:cNvSpPr/>
            <p:nvPr/>
          </p:nvSpPr>
          <p:spPr>
            <a:xfrm rot="2700000">
              <a:off x="1212991" y="2676533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75" name="箭號: 左-右雙向 774">
              <a:extLst>
                <a:ext uri="{FF2B5EF4-FFF2-40B4-BE49-F238E27FC236}">
                  <a16:creationId xmlns:a16="http://schemas.microsoft.com/office/drawing/2014/main" id="{36D4C8DE-B4FC-49F0-A37C-52FBE3B31B36}"/>
                </a:ext>
              </a:extLst>
            </p:cNvPr>
            <p:cNvSpPr/>
            <p:nvPr/>
          </p:nvSpPr>
          <p:spPr>
            <a:xfrm rot="18900000">
              <a:off x="601031" y="2422198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76" name="箭號: 左-右雙向 775">
              <a:extLst>
                <a:ext uri="{FF2B5EF4-FFF2-40B4-BE49-F238E27FC236}">
                  <a16:creationId xmlns:a16="http://schemas.microsoft.com/office/drawing/2014/main" id="{CC4102DB-6259-4EE6-B633-2F50C67E7968}"/>
                </a:ext>
              </a:extLst>
            </p:cNvPr>
            <p:cNvSpPr/>
            <p:nvPr/>
          </p:nvSpPr>
          <p:spPr>
            <a:xfrm rot="18900000">
              <a:off x="1098571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77" name="箭號: 左-右雙向 776">
              <a:extLst>
                <a:ext uri="{FF2B5EF4-FFF2-40B4-BE49-F238E27FC236}">
                  <a16:creationId xmlns:a16="http://schemas.microsoft.com/office/drawing/2014/main" id="{3CBB2272-A1BC-40A7-BDA5-11E8F75EEFA3}"/>
                </a:ext>
              </a:extLst>
            </p:cNvPr>
            <p:cNvSpPr/>
            <p:nvPr/>
          </p:nvSpPr>
          <p:spPr>
            <a:xfrm rot="18900000">
              <a:off x="601034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778" name="箭號: 左-右雙向 777">
              <a:extLst>
                <a:ext uri="{FF2B5EF4-FFF2-40B4-BE49-F238E27FC236}">
                  <a16:creationId xmlns:a16="http://schemas.microsoft.com/office/drawing/2014/main" id="{2AC2247E-29B3-4EFE-B688-1C3B50FA98C0}"/>
                </a:ext>
              </a:extLst>
            </p:cNvPr>
            <p:cNvSpPr/>
            <p:nvPr/>
          </p:nvSpPr>
          <p:spPr>
            <a:xfrm rot="18900000">
              <a:off x="1098570" y="2422198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79" name="箭號: 左-右雙向 778">
              <a:extLst>
                <a:ext uri="{FF2B5EF4-FFF2-40B4-BE49-F238E27FC236}">
                  <a16:creationId xmlns:a16="http://schemas.microsoft.com/office/drawing/2014/main" id="{F61BE564-4E33-4069-BFD8-2798A3A87CD4}"/>
                </a:ext>
              </a:extLst>
            </p:cNvPr>
            <p:cNvSpPr/>
            <p:nvPr/>
          </p:nvSpPr>
          <p:spPr>
            <a:xfrm rot="2700000">
              <a:off x="844160" y="3043671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80" name="箭號: 左-右雙向 779">
              <a:extLst>
                <a:ext uri="{FF2B5EF4-FFF2-40B4-BE49-F238E27FC236}">
                  <a16:creationId xmlns:a16="http://schemas.microsoft.com/office/drawing/2014/main" id="{302F4DB2-9407-4602-BBCB-AD547E916DED}"/>
                </a:ext>
              </a:extLst>
            </p:cNvPr>
            <p:cNvSpPr/>
            <p:nvPr/>
          </p:nvSpPr>
          <p:spPr>
            <a:xfrm rot="2700000">
              <a:off x="844160" y="231192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781" name="群組 780">
            <a:extLst>
              <a:ext uri="{FF2B5EF4-FFF2-40B4-BE49-F238E27FC236}">
                <a16:creationId xmlns:a16="http://schemas.microsoft.com/office/drawing/2014/main" id="{9704622D-0396-4542-AAC6-56F5E56FB4B6}"/>
              </a:ext>
            </a:extLst>
          </p:cNvPr>
          <p:cNvGrpSpPr/>
          <p:nvPr/>
        </p:nvGrpSpPr>
        <p:grpSpPr>
          <a:xfrm>
            <a:off x="8966486" y="2689607"/>
            <a:ext cx="720000" cy="720000"/>
            <a:chOff x="6578505" y="2619036"/>
            <a:chExt cx="763200" cy="763200"/>
          </a:xfrm>
        </p:grpSpPr>
        <p:sp>
          <p:nvSpPr>
            <p:cNvPr id="782" name="矩形: 圓角 781">
              <a:extLst>
                <a:ext uri="{FF2B5EF4-FFF2-40B4-BE49-F238E27FC236}">
                  <a16:creationId xmlns:a16="http://schemas.microsoft.com/office/drawing/2014/main" id="{68F0F3CB-9404-4E9A-AE49-433D3B8B5917}"/>
                </a:ext>
              </a:extLst>
            </p:cNvPr>
            <p:cNvSpPr/>
            <p:nvPr/>
          </p:nvSpPr>
          <p:spPr>
            <a:xfrm>
              <a:off x="6578505" y="2619036"/>
              <a:ext cx="763200" cy="7632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783" name="箭號: 左-右雙向 782">
              <a:extLst>
                <a:ext uri="{FF2B5EF4-FFF2-40B4-BE49-F238E27FC236}">
                  <a16:creationId xmlns:a16="http://schemas.microsoft.com/office/drawing/2014/main" id="{C0F08EDE-C953-4B86-9974-2D2748FDE13B}"/>
                </a:ext>
              </a:extLst>
            </p:cNvPr>
            <p:cNvSpPr/>
            <p:nvPr/>
          </p:nvSpPr>
          <p:spPr>
            <a:xfrm rot="5400000">
              <a:off x="6649457" y="2968181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784" name="箭號: 左-右雙向 783">
              <a:extLst>
                <a:ext uri="{FF2B5EF4-FFF2-40B4-BE49-F238E27FC236}">
                  <a16:creationId xmlns:a16="http://schemas.microsoft.com/office/drawing/2014/main" id="{5854EEB2-5C98-4C86-B70F-36043A2A9AA8}"/>
                </a:ext>
              </a:extLst>
            </p:cNvPr>
            <p:cNvSpPr/>
            <p:nvPr/>
          </p:nvSpPr>
          <p:spPr>
            <a:xfrm rot="5400000">
              <a:off x="7125967" y="2968181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85" name="箭號: 左-右雙向 784">
              <a:extLst>
                <a:ext uri="{FF2B5EF4-FFF2-40B4-BE49-F238E27FC236}">
                  <a16:creationId xmlns:a16="http://schemas.microsoft.com/office/drawing/2014/main" id="{86039905-77B3-4554-A03C-F2926C1E2107}"/>
                </a:ext>
              </a:extLst>
            </p:cNvPr>
            <p:cNvSpPr/>
            <p:nvPr/>
          </p:nvSpPr>
          <p:spPr>
            <a:xfrm>
              <a:off x="6719905" y="2799419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786" name="箭號: 左-右雙向 785">
              <a:extLst>
                <a:ext uri="{FF2B5EF4-FFF2-40B4-BE49-F238E27FC236}">
                  <a16:creationId xmlns:a16="http://schemas.microsoft.com/office/drawing/2014/main" id="{198F83E0-9711-4FD4-A348-A69582B1D968}"/>
                </a:ext>
              </a:extLst>
            </p:cNvPr>
            <p:cNvSpPr/>
            <p:nvPr/>
          </p:nvSpPr>
          <p:spPr>
            <a:xfrm>
              <a:off x="7050045" y="3143217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87" name="箭號: 左-右雙向 786">
              <a:extLst>
                <a:ext uri="{FF2B5EF4-FFF2-40B4-BE49-F238E27FC236}">
                  <a16:creationId xmlns:a16="http://schemas.microsoft.com/office/drawing/2014/main" id="{B455BDBB-D147-4911-A2E2-42A343459D96}"/>
                </a:ext>
              </a:extLst>
            </p:cNvPr>
            <p:cNvSpPr/>
            <p:nvPr/>
          </p:nvSpPr>
          <p:spPr>
            <a:xfrm>
              <a:off x="6719905" y="3143218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788" name="箭號: 左-右雙向 787">
              <a:extLst>
                <a:ext uri="{FF2B5EF4-FFF2-40B4-BE49-F238E27FC236}">
                  <a16:creationId xmlns:a16="http://schemas.microsoft.com/office/drawing/2014/main" id="{6A5830DC-34AB-4B37-8B40-80425FCDFB74}"/>
                </a:ext>
              </a:extLst>
            </p:cNvPr>
            <p:cNvSpPr/>
            <p:nvPr/>
          </p:nvSpPr>
          <p:spPr>
            <a:xfrm>
              <a:off x="7050045" y="2799418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89" name="箭號: 左-右雙向 788">
              <a:extLst>
                <a:ext uri="{FF2B5EF4-FFF2-40B4-BE49-F238E27FC236}">
                  <a16:creationId xmlns:a16="http://schemas.microsoft.com/office/drawing/2014/main" id="{55014FF8-6E4F-4FA2-87A0-935C369903FA}"/>
                </a:ext>
              </a:extLst>
            </p:cNvPr>
            <p:cNvSpPr/>
            <p:nvPr/>
          </p:nvSpPr>
          <p:spPr>
            <a:xfrm rot="5400000">
              <a:off x="6881231" y="3211793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90" name="箭號: 左-右雙向 789">
              <a:extLst>
                <a:ext uri="{FF2B5EF4-FFF2-40B4-BE49-F238E27FC236}">
                  <a16:creationId xmlns:a16="http://schemas.microsoft.com/office/drawing/2014/main" id="{045A53CD-AE85-489E-AB28-47270570B0CA}"/>
                </a:ext>
              </a:extLst>
            </p:cNvPr>
            <p:cNvSpPr/>
            <p:nvPr/>
          </p:nvSpPr>
          <p:spPr>
            <a:xfrm rot="5400000">
              <a:off x="6881231" y="2726249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</p:grpSp>
      <p:grpSp>
        <p:nvGrpSpPr>
          <p:cNvPr id="792" name="群組 791">
            <a:extLst>
              <a:ext uri="{FF2B5EF4-FFF2-40B4-BE49-F238E27FC236}">
                <a16:creationId xmlns:a16="http://schemas.microsoft.com/office/drawing/2014/main" id="{AD97ECF3-8E4E-4087-8814-E6C9D8943CBB}"/>
              </a:ext>
            </a:extLst>
          </p:cNvPr>
          <p:cNvGrpSpPr/>
          <p:nvPr/>
        </p:nvGrpSpPr>
        <p:grpSpPr>
          <a:xfrm>
            <a:off x="4751334" y="1313746"/>
            <a:ext cx="410936" cy="425908"/>
            <a:chOff x="7960181" y="-570952"/>
            <a:chExt cx="410936" cy="425908"/>
          </a:xfrm>
        </p:grpSpPr>
        <p:grpSp>
          <p:nvGrpSpPr>
            <p:cNvPr id="793" name="群組 792">
              <a:extLst>
                <a:ext uri="{FF2B5EF4-FFF2-40B4-BE49-F238E27FC236}">
                  <a16:creationId xmlns:a16="http://schemas.microsoft.com/office/drawing/2014/main" id="{3FBF50C1-E122-4678-90A7-F42FD4659295}"/>
                </a:ext>
              </a:extLst>
            </p:cNvPr>
            <p:cNvGrpSpPr/>
            <p:nvPr/>
          </p:nvGrpSpPr>
          <p:grpSpPr>
            <a:xfrm>
              <a:off x="8100260" y="-309536"/>
              <a:ext cx="76622" cy="73502"/>
              <a:chOff x="1373392" y="2391862"/>
              <a:chExt cx="479433" cy="476535"/>
            </a:xfrm>
          </p:grpSpPr>
          <p:sp>
            <p:nvSpPr>
              <p:cNvPr id="796" name="箭號: 向右 795">
                <a:extLst>
                  <a:ext uri="{FF2B5EF4-FFF2-40B4-BE49-F238E27FC236}">
                    <a16:creationId xmlns:a16="http://schemas.microsoft.com/office/drawing/2014/main" id="{A2B1256B-73B0-4FEE-925F-FA62E28A431E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797" name="箭號: 向右 796">
                <a:extLst>
                  <a:ext uri="{FF2B5EF4-FFF2-40B4-BE49-F238E27FC236}">
                    <a16:creationId xmlns:a16="http://schemas.microsoft.com/office/drawing/2014/main" id="{90136903-3F01-45E8-B29B-33E72838D7D7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4" name="文字方塊 793">
                  <a:extLst>
                    <a:ext uri="{FF2B5EF4-FFF2-40B4-BE49-F238E27FC236}">
                      <a16:creationId xmlns:a16="http://schemas.microsoft.com/office/drawing/2014/main" id="{7CCE8AFC-6296-449E-9C2D-3E8DD4FAC989}"/>
                    </a:ext>
                  </a:extLst>
                </p:cNvPr>
                <p:cNvSpPr txBox="1"/>
                <p:nvPr/>
              </p:nvSpPr>
              <p:spPr>
                <a:xfrm>
                  <a:off x="7960181" y="-570952"/>
                  <a:ext cx="290616" cy="2832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336" name="文字方塊 335">
                  <a:extLst>
                    <a:ext uri="{FF2B5EF4-FFF2-40B4-BE49-F238E27FC236}">
                      <a16:creationId xmlns:a16="http://schemas.microsoft.com/office/drawing/2014/main" id="{98FFEB17-4683-4E4A-8B51-31205C20D1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0181" y="-570952"/>
                  <a:ext cx="290616" cy="283219"/>
                </a:xfrm>
                <a:prstGeom prst="rect">
                  <a:avLst/>
                </a:prstGeom>
                <a:blipFill>
                  <a:blip r:embed="rId5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5" name="文字方塊 794">
                  <a:extLst>
                    <a:ext uri="{FF2B5EF4-FFF2-40B4-BE49-F238E27FC236}">
                      <a16:creationId xmlns:a16="http://schemas.microsoft.com/office/drawing/2014/main" id="{A6939A8A-44B3-4F4D-A0AB-0315288F6630}"/>
                    </a:ext>
                  </a:extLst>
                </p:cNvPr>
                <p:cNvSpPr txBox="1"/>
                <p:nvPr/>
              </p:nvSpPr>
              <p:spPr>
                <a:xfrm>
                  <a:off x="8113627" y="-414348"/>
                  <a:ext cx="257490" cy="2693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337" name="文字方塊 336">
                  <a:extLst>
                    <a:ext uri="{FF2B5EF4-FFF2-40B4-BE49-F238E27FC236}">
                      <a16:creationId xmlns:a16="http://schemas.microsoft.com/office/drawing/2014/main" id="{BF77865C-B228-4F50-8038-46389ADA4E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13627" y="-414348"/>
                  <a:ext cx="257490" cy="269304"/>
                </a:xfrm>
                <a:prstGeom prst="rect">
                  <a:avLst/>
                </a:prstGeom>
                <a:blipFill>
                  <a:blip r:embed="rId52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98" name="文字方塊 797">
                <a:extLst>
                  <a:ext uri="{FF2B5EF4-FFF2-40B4-BE49-F238E27FC236}">
                    <a16:creationId xmlns:a16="http://schemas.microsoft.com/office/drawing/2014/main" id="{4BEF5688-78F2-4297-A73C-92BA15D26AD7}"/>
                  </a:ext>
                </a:extLst>
              </p:cNvPr>
              <p:cNvSpPr txBox="1"/>
              <p:nvPr/>
            </p:nvSpPr>
            <p:spPr>
              <a:xfrm>
                <a:off x="4064857" y="1018451"/>
                <a:ext cx="167359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798" name="文字方塊 797">
                <a:extLst>
                  <a:ext uri="{FF2B5EF4-FFF2-40B4-BE49-F238E27FC236}">
                    <a16:creationId xmlns:a16="http://schemas.microsoft.com/office/drawing/2014/main" id="{4BEF5688-78F2-4297-A73C-92BA15D26A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857" y="1018451"/>
                <a:ext cx="1673596" cy="276999"/>
              </a:xfrm>
              <a:prstGeom prst="rect">
                <a:avLst/>
              </a:prstGeom>
              <a:blipFill>
                <a:blip r:embed="rId53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99" name="文字方塊 798">
                <a:extLst>
                  <a:ext uri="{FF2B5EF4-FFF2-40B4-BE49-F238E27FC236}">
                    <a16:creationId xmlns:a16="http://schemas.microsoft.com/office/drawing/2014/main" id="{B12D4A1C-4E9B-48F2-9DBC-647FF2CE6FE6}"/>
                  </a:ext>
                </a:extLst>
              </p:cNvPr>
              <p:cNvSpPr txBox="1"/>
              <p:nvPr/>
            </p:nvSpPr>
            <p:spPr>
              <a:xfrm>
                <a:off x="3187277" y="3585530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799" name="文字方塊 798">
                <a:extLst>
                  <a:ext uri="{FF2B5EF4-FFF2-40B4-BE49-F238E27FC236}">
                    <a16:creationId xmlns:a16="http://schemas.microsoft.com/office/drawing/2014/main" id="{B12D4A1C-4E9B-48F2-9DBC-647FF2CE6F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7277" y="3585530"/>
                <a:ext cx="1150186" cy="276999"/>
              </a:xfrm>
              <a:prstGeom prst="rect">
                <a:avLst/>
              </a:prstGeom>
              <a:blipFill>
                <a:blip r:embed="rId54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00" name="文字方塊 799">
                <a:extLst>
                  <a:ext uri="{FF2B5EF4-FFF2-40B4-BE49-F238E27FC236}">
                    <a16:creationId xmlns:a16="http://schemas.microsoft.com/office/drawing/2014/main" id="{01D3F9FC-168D-4E0E-A864-F432C874A58A}"/>
                  </a:ext>
                </a:extLst>
              </p:cNvPr>
              <p:cNvSpPr txBox="1"/>
              <p:nvPr/>
            </p:nvSpPr>
            <p:spPr>
              <a:xfrm>
                <a:off x="5424934" y="1706832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800" name="文字方塊 799">
                <a:extLst>
                  <a:ext uri="{FF2B5EF4-FFF2-40B4-BE49-F238E27FC236}">
                    <a16:creationId xmlns:a16="http://schemas.microsoft.com/office/drawing/2014/main" id="{01D3F9FC-168D-4E0E-A864-F432C874A5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4934" y="1706832"/>
                <a:ext cx="1150186" cy="276999"/>
              </a:xfrm>
              <a:prstGeom prst="rect">
                <a:avLst/>
              </a:prstGeom>
              <a:blipFill>
                <a:blip r:embed="rId55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01" name="文字方塊 800">
                <a:extLst>
                  <a:ext uri="{FF2B5EF4-FFF2-40B4-BE49-F238E27FC236}">
                    <a16:creationId xmlns:a16="http://schemas.microsoft.com/office/drawing/2014/main" id="{452CB5F2-FBAD-44A7-9C31-08E63DEAB69E}"/>
                  </a:ext>
                </a:extLst>
              </p:cNvPr>
              <p:cNvSpPr txBox="1"/>
              <p:nvPr/>
            </p:nvSpPr>
            <p:spPr>
              <a:xfrm>
                <a:off x="4326562" y="4302268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801" name="文字方塊 800">
                <a:extLst>
                  <a:ext uri="{FF2B5EF4-FFF2-40B4-BE49-F238E27FC236}">
                    <a16:creationId xmlns:a16="http://schemas.microsoft.com/office/drawing/2014/main" id="{452CB5F2-FBAD-44A7-9C31-08E63DEAB6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6562" y="4302268"/>
                <a:ext cx="1150186" cy="276999"/>
              </a:xfrm>
              <a:prstGeom prst="rect">
                <a:avLst/>
              </a:prstGeom>
              <a:blipFill>
                <a:blip r:embed="rId5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02" name="圖片 801">
            <a:extLst>
              <a:ext uri="{FF2B5EF4-FFF2-40B4-BE49-F238E27FC236}">
                <a16:creationId xmlns:a16="http://schemas.microsoft.com/office/drawing/2014/main" id="{698729F7-7776-4D7C-84FD-DC3DDEA4C608}"/>
              </a:ext>
            </a:extLst>
          </p:cNvPr>
          <p:cNvPicPr>
            <a:picLocks noChangeAspect="1"/>
          </p:cNvPicPr>
          <p:nvPr/>
        </p:nvPicPr>
        <p:blipFill rotWithShape="1">
          <a:blip r:embed="rId2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81" t="8908" r="4868" b="70278"/>
          <a:stretch/>
        </p:blipFill>
        <p:spPr>
          <a:xfrm>
            <a:off x="5280844" y="1267182"/>
            <a:ext cx="236737" cy="75499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03" name="文字方塊 802">
                <a:extLst>
                  <a:ext uri="{FF2B5EF4-FFF2-40B4-BE49-F238E27FC236}">
                    <a16:creationId xmlns:a16="http://schemas.microsoft.com/office/drawing/2014/main" id="{F36083C2-6960-4179-B5AF-906BB47BA842}"/>
                  </a:ext>
                </a:extLst>
              </p:cNvPr>
              <p:cNvSpPr txBox="1"/>
              <p:nvPr/>
            </p:nvSpPr>
            <p:spPr>
              <a:xfrm rot="5400000">
                <a:off x="5173106" y="1639357"/>
                <a:ext cx="3995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803" name="文字方塊 802">
                <a:extLst>
                  <a:ext uri="{FF2B5EF4-FFF2-40B4-BE49-F238E27FC236}">
                    <a16:creationId xmlns:a16="http://schemas.microsoft.com/office/drawing/2014/main" id="{F36083C2-6960-4179-B5AF-906BB47BA8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5173106" y="1639357"/>
                <a:ext cx="399520" cy="307777"/>
              </a:xfrm>
              <a:prstGeom prst="rect">
                <a:avLst/>
              </a:prstGeom>
              <a:blipFill>
                <a:blip r:embed="rId5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4" name="直線接點 803">
            <a:extLst>
              <a:ext uri="{FF2B5EF4-FFF2-40B4-BE49-F238E27FC236}">
                <a16:creationId xmlns:a16="http://schemas.microsoft.com/office/drawing/2014/main" id="{C0257FBA-AF3B-4822-B33B-84D6C4AEA295}"/>
              </a:ext>
            </a:extLst>
          </p:cNvPr>
          <p:cNvCxnSpPr>
            <a:cxnSpLocks/>
          </p:cNvCxnSpPr>
          <p:nvPr/>
        </p:nvCxnSpPr>
        <p:spPr>
          <a:xfrm>
            <a:off x="4073074" y="3414144"/>
            <a:ext cx="650875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05" name="直線接點 804">
            <a:extLst>
              <a:ext uri="{FF2B5EF4-FFF2-40B4-BE49-F238E27FC236}">
                <a16:creationId xmlns:a16="http://schemas.microsoft.com/office/drawing/2014/main" id="{A8D980CA-FECA-4EA5-935C-0A6DCC13BA79}"/>
              </a:ext>
            </a:extLst>
          </p:cNvPr>
          <p:cNvCxnSpPr>
            <a:cxnSpLocks/>
          </p:cNvCxnSpPr>
          <p:nvPr/>
        </p:nvCxnSpPr>
        <p:spPr>
          <a:xfrm>
            <a:off x="5170354" y="3742757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06" name="直線接點 805">
            <a:extLst>
              <a:ext uri="{FF2B5EF4-FFF2-40B4-BE49-F238E27FC236}">
                <a16:creationId xmlns:a16="http://schemas.microsoft.com/office/drawing/2014/main" id="{CF7738A4-C73B-447B-9B96-822DA2D0FD19}"/>
              </a:ext>
            </a:extLst>
          </p:cNvPr>
          <p:cNvCxnSpPr>
            <a:cxnSpLocks/>
          </p:cNvCxnSpPr>
          <p:nvPr/>
        </p:nvCxnSpPr>
        <p:spPr>
          <a:xfrm flipV="1">
            <a:off x="4178762" y="3627800"/>
            <a:ext cx="332143" cy="3213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08" name="文字方塊 807">
                <a:extLst>
                  <a:ext uri="{FF2B5EF4-FFF2-40B4-BE49-F238E27FC236}">
                    <a16:creationId xmlns:a16="http://schemas.microsoft.com/office/drawing/2014/main" id="{368E2D1B-ED9F-4579-A279-8B4715F5FCD4}"/>
                  </a:ext>
                </a:extLst>
              </p:cNvPr>
              <p:cNvSpPr txBox="1"/>
              <p:nvPr/>
            </p:nvSpPr>
            <p:spPr>
              <a:xfrm>
                <a:off x="3187277" y="1706832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808" name="文字方塊 807">
                <a:extLst>
                  <a:ext uri="{FF2B5EF4-FFF2-40B4-BE49-F238E27FC236}">
                    <a16:creationId xmlns:a16="http://schemas.microsoft.com/office/drawing/2014/main" id="{368E2D1B-ED9F-4579-A279-8B4715F5FC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7277" y="1706832"/>
                <a:ext cx="1150186" cy="276999"/>
              </a:xfrm>
              <a:prstGeom prst="rect">
                <a:avLst/>
              </a:prstGeom>
              <a:blipFill>
                <a:blip r:embed="rId58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09" name="文字方塊 808">
                <a:extLst>
                  <a:ext uri="{FF2B5EF4-FFF2-40B4-BE49-F238E27FC236}">
                    <a16:creationId xmlns:a16="http://schemas.microsoft.com/office/drawing/2014/main" id="{BFC46D1A-C995-4FDE-A12D-184CDA240244}"/>
                  </a:ext>
                </a:extLst>
              </p:cNvPr>
              <p:cNvSpPr txBox="1"/>
              <p:nvPr/>
            </p:nvSpPr>
            <p:spPr>
              <a:xfrm>
                <a:off x="5505927" y="3585530"/>
                <a:ext cx="988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809" name="文字方塊 808">
                <a:extLst>
                  <a:ext uri="{FF2B5EF4-FFF2-40B4-BE49-F238E27FC236}">
                    <a16:creationId xmlns:a16="http://schemas.microsoft.com/office/drawing/2014/main" id="{BFC46D1A-C995-4FDE-A12D-184CDA2402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5927" y="3585530"/>
                <a:ext cx="988200" cy="276999"/>
              </a:xfrm>
              <a:prstGeom prst="rect">
                <a:avLst/>
              </a:prstGeom>
              <a:blipFill>
                <a:blip r:embed="rId59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10" name="圖片 809">
            <a:extLst>
              <a:ext uri="{FF2B5EF4-FFF2-40B4-BE49-F238E27FC236}">
                <a16:creationId xmlns:a16="http://schemas.microsoft.com/office/drawing/2014/main" id="{70D3AA0B-696E-4095-8C4D-1C0C2434A4DD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502495" y="3124646"/>
            <a:ext cx="868304" cy="901700"/>
          </a:xfrm>
          <a:prstGeom prst="rect">
            <a:avLst/>
          </a:prstGeom>
        </p:spPr>
      </p:pic>
      <p:grpSp>
        <p:nvGrpSpPr>
          <p:cNvPr id="811" name="群組 810">
            <a:extLst>
              <a:ext uri="{FF2B5EF4-FFF2-40B4-BE49-F238E27FC236}">
                <a16:creationId xmlns:a16="http://schemas.microsoft.com/office/drawing/2014/main" id="{572DB2C6-99B9-4E59-A3D7-61A6E698250F}"/>
              </a:ext>
            </a:extLst>
          </p:cNvPr>
          <p:cNvGrpSpPr/>
          <p:nvPr/>
        </p:nvGrpSpPr>
        <p:grpSpPr>
          <a:xfrm>
            <a:off x="4541655" y="5270842"/>
            <a:ext cx="720000" cy="720000"/>
            <a:chOff x="801581" y="4966326"/>
            <a:chExt cx="1150186" cy="1150186"/>
          </a:xfrm>
        </p:grpSpPr>
        <p:sp>
          <p:nvSpPr>
            <p:cNvPr id="812" name="矩形: 圓角 811">
              <a:extLst>
                <a:ext uri="{FF2B5EF4-FFF2-40B4-BE49-F238E27FC236}">
                  <a16:creationId xmlns:a16="http://schemas.microsoft.com/office/drawing/2014/main" id="{DFF4FAEC-89D2-47D9-AC02-AE709A232E91}"/>
                </a:ext>
              </a:extLst>
            </p:cNvPr>
            <p:cNvSpPr/>
            <p:nvPr/>
          </p:nvSpPr>
          <p:spPr>
            <a:xfrm>
              <a:off x="801581" y="4966326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13" name="橢圓 812">
              <a:extLst>
                <a:ext uri="{FF2B5EF4-FFF2-40B4-BE49-F238E27FC236}">
                  <a16:creationId xmlns:a16="http://schemas.microsoft.com/office/drawing/2014/main" id="{E7F3C432-EC4E-46AA-B270-E83D10DA6CD8}"/>
                </a:ext>
              </a:extLst>
            </p:cNvPr>
            <p:cNvSpPr/>
            <p:nvPr/>
          </p:nvSpPr>
          <p:spPr>
            <a:xfrm>
              <a:off x="1269795" y="5070149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14" name="橢圓 813">
              <a:extLst>
                <a:ext uri="{FF2B5EF4-FFF2-40B4-BE49-F238E27FC236}">
                  <a16:creationId xmlns:a16="http://schemas.microsoft.com/office/drawing/2014/main" id="{B38174C0-AB07-4BE9-97B8-5727C200452D}"/>
                </a:ext>
              </a:extLst>
            </p:cNvPr>
            <p:cNvSpPr/>
            <p:nvPr/>
          </p:nvSpPr>
          <p:spPr>
            <a:xfrm>
              <a:off x="1269795" y="580560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15" name="橢圓 814">
              <a:extLst>
                <a:ext uri="{FF2B5EF4-FFF2-40B4-BE49-F238E27FC236}">
                  <a16:creationId xmlns:a16="http://schemas.microsoft.com/office/drawing/2014/main" id="{A2C974D9-F5F3-421D-95A7-4FD78FC9C0FF}"/>
                </a:ext>
              </a:extLst>
            </p:cNvPr>
            <p:cNvSpPr/>
            <p:nvPr/>
          </p:nvSpPr>
          <p:spPr>
            <a:xfrm>
              <a:off x="1633048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16" name="橢圓 815">
              <a:extLst>
                <a:ext uri="{FF2B5EF4-FFF2-40B4-BE49-F238E27FC236}">
                  <a16:creationId xmlns:a16="http://schemas.microsoft.com/office/drawing/2014/main" id="{CA5A098E-2E19-4497-A911-085416B1A36E}"/>
                </a:ext>
              </a:extLst>
            </p:cNvPr>
            <p:cNvSpPr/>
            <p:nvPr/>
          </p:nvSpPr>
          <p:spPr>
            <a:xfrm>
              <a:off x="895950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17" name="橢圓 816">
              <a:extLst>
                <a:ext uri="{FF2B5EF4-FFF2-40B4-BE49-F238E27FC236}">
                  <a16:creationId xmlns:a16="http://schemas.microsoft.com/office/drawing/2014/main" id="{20393FBA-7C15-40A9-93C3-8909DD5ACAC5}"/>
                </a:ext>
              </a:extLst>
            </p:cNvPr>
            <p:cNvSpPr/>
            <p:nvPr/>
          </p:nvSpPr>
          <p:spPr>
            <a:xfrm>
              <a:off x="1006324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18" name="橢圓 817">
              <a:extLst>
                <a:ext uri="{FF2B5EF4-FFF2-40B4-BE49-F238E27FC236}">
                  <a16:creationId xmlns:a16="http://schemas.microsoft.com/office/drawing/2014/main" id="{E5E34C90-F38B-4516-B1CF-5371910F43D3}"/>
                </a:ext>
              </a:extLst>
            </p:cNvPr>
            <p:cNvSpPr/>
            <p:nvPr/>
          </p:nvSpPr>
          <p:spPr>
            <a:xfrm>
              <a:off x="1006324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19" name="橢圓 818">
              <a:extLst>
                <a:ext uri="{FF2B5EF4-FFF2-40B4-BE49-F238E27FC236}">
                  <a16:creationId xmlns:a16="http://schemas.microsoft.com/office/drawing/2014/main" id="{C9DA1F5D-736C-4C09-BDB4-3E2968765E96}"/>
                </a:ext>
              </a:extLst>
            </p:cNvPr>
            <p:cNvSpPr/>
            <p:nvPr/>
          </p:nvSpPr>
          <p:spPr>
            <a:xfrm>
              <a:off x="1531150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20" name="橢圓 819">
              <a:extLst>
                <a:ext uri="{FF2B5EF4-FFF2-40B4-BE49-F238E27FC236}">
                  <a16:creationId xmlns:a16="http://schemas.microsoft.com/office/drawing/2014/main" id="{7FE19ADC-D3ED-497B-9C6F-A27745F70650}"/>
                </a:ext>
              </a:extLst>
            </p:cNvPr>
            <p:cNvSpPr/>
            <p:nvPr/>
          </p:nvSpPr>
          <p:spPr>
            <a:xfrm>
              <a:off x="1531150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21" name="等腰三角形 820">
              <a:extLst>
                <a:ext uri="{FF2B5EF4-FFF2-40B4-BE49-F238E27FC236}">
                  <a16:creationId xmlns:a16="http://schemas.microsoft.com/office/drawing/2014/main" id="{31838CAC-AF0A-4EA1-A089-2696E3D5567D}"/>
                </a:ext>
              </a:extLst>
            </p:cNvPr>
            <p:cNvSpPr/>
            <p:nvPr/>
          </p:nvSpPr>
          <p:spPr>
            <a:xfrm rot="5400000" flipH="1">
              <a:off x="1342194" y="5038456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22" name="等腰三角形 821">
              <a:extLst>
                <a:ext uri="{FF2B5EF4-FFF2-40B4-BE49-F238E27FC236}">
                  <a16:creationId xmlns:a16="http://schemas.microsoft.com/office/drawing/2014/main" id="{7359E3FA-FAA0-41D5-A4FD-D63EA4F70701}"/>
                </a:ext>
              </a:extLst>
            </p:cNvPr>
            <p:cNvSpPr/>
            <p:nvPr/>
          </p:nvSpPr>
          <p:spPr>
            <a:xfrm rot="5400000" flipH="1">
              <a:off x="1342194" y="577254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23" name="等腰三角形 822">
              <a:extLst>
                <a:ext uri="{FF2B5EF4-FFF2-40B4-BE49-F238E27FC236}">
                  <a16:creationId xmlns:a16="http://schemas.microsoft.com/office/drawing/2014/main" id="{2A415FDD-3550-4878-97C5-6FCEE1D6F475}"/>
                </a:ext>
              </a:extLst>
            </p:cNvPr>
            <p:cNvSpPr/>
            <p:nvPr/>
          </p:nvSpPr>
          <p:spPr>
            <a:xfrm rot="5400000" flipH="1">
              <a:off x="968349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24" name="等腰三角形 823">
              <a:extLst>
                <a:ext uri="{FF2B5EF4-FFF2-40B4-BE49-F238E27FC236}">
                  <a16:creationId xmlns:a16="http://schemas.microsoft.com/office/drawing/2014/main" id="{4A2E90C1-F639-41CD-8FEC-062261AB3B43}"/>
                </a:ext>
              </a:extLst>
            </p:cNvPr>
            <p:cNvSpPr/>
            <p:nvPr/>
          </p:nvSpPr>
          <p:spPr>
            <a:xfrm rot="5400000" flipH="1">
              <a:off x="1078723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25" name="等腰三角形 824">
              <a:extLst>
                <a:ext uri="{FF2B5EF4-FFF2-40B4-BE49-F238E27FC236}">
                  <a16:creationId xmlns:a16="http://schemas.microsoft.com/office/drawing/2014/main" id="{989475B1-7C4C-460E-8CB1-A19E6F109275}"/>
                </a:ext>
              </a:extLst>
            </p:cNvPr>
            <p:cNvSpPr/>
            <p:nvPr/>
          </p:nvSpPr>
          <p:spPr>
            <a:xfrm rot="5400000" flipH="1">
              <a:off x="1078723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26" name="等腰三角形 825">
              <a:extLst>
                <a:ext uri="{FF2B5EF4-FFF2-40B4-BE49-F238E27FC236}">
                  <a16:creationId xmlns:a16="http://schemas.microsoft.com/office/drawing/2014/main" id="{C2A36FDE-27AF-41F1-BFA6-749CDA29D96F}"/>
                </a:ext>
              </a:extLst>
            </p:cNvPr>
            <p:cNvSpPr/>
            <p:nvPr/>
          </p:nvSpPr>
          <p:spPr>
            <a:xfrm rot="5400000" flipH="1">
              <a:off x="1603549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27" name="等腰三角形 826">
              <a:extLst>
                <a:ext uri="{FF2B5EF4-FFF2-40B4-BE49-F238E27FC236}">
                  <a16:creationId xmlns:a16="http://schemas.microsoft.com/office/drawing/2014/main" id="{EEA3CEDC-2E56-4081-A917-6AB390D7FF29}"/>
                </a:ext>
              </a:extLst>
            </p:cNvPr>
            <p:cNvSpPr/>
            <p:nvPr/>
          </p:nvSpPr>
          <p:spPr>
            <a:xfrm rot="5400000" flipH="1">
              <a:off x="1603549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28" name="等腰三角形 827">
              <a:extLst>
                <a:ext uri="{FF2B5EF4-FFF2-40B4-BE49-F238E27FC236}">
                  <a16:creationId xmlns:a16="http://schemas.microsoft.com/office/drawing/2014/main" id="{FE029850-C9EE-4EE2-8DF9-24C692F12483}"/>
                </a:ext>
              </a:extLst>
            </p:cNvPr>
            <p:cNvSpPr/>
            <p:nvPr/>
          </p:nvSpPr>
          <p:spPr>
            <a:xfrm rot="5400000" flipH="1">
              <a:off x="1705447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829" name="群組 828">
            <a:extLst>
              <a:ext uri="{FF2B5EF4-FFF2-40B4-BE49-F238E27FC236}">
                <a16:creationId xmlns:a16="http://schemas.microsoft.com/office/drawing/2014/main" id="{779D7E49-E7A3-4B11-9903-001419B24642}"/>
              </a:ext>
            </a:extLst>
          </p:cNvPr>
          <p:cNvGrpSpPr/>
          <p:nvPr/>
        </p:nvGrpSpPr>
        <p:grpSpPr>
          <a:xfrm>
            <a:off x="5640027" y="2689607"/>
            <a:ext cx="720000" cy="720000"/>
            <a:chOff x="3463278" y="4507593"/>
            <a:chExt cx="1150186" cy="1150186"/>
          </a:xfrm>
        </p:grpSpPr>
        <p:sp>
          <p:nvSpPr>
            <p:cNvPr id="830" name="矩形: 圓角 829">
              <a:extLst>
                <a:ext uri="{FF2B5EF4-FFF2-40B4-BE49-F238E27FC236}">
                  <a16:creationId xmlns:a16="http://schemas.microsoft.com/office/drawing/2014/main" id="{C53CFC1E-C47E-418E-8FE5-11EF2066FEB6}"/>
                </a:ext>
              </a:extLst>
            </p:cNvPr>
            <p:cNvSpPr/>
            <p:nvPr/>
          </p:nvSpPr>
          <p:spPr>
            <a:xfrm>
              <a:off x="3463278" y="4507593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31" name="箭號: 左-右雙向 830">
              <a:extLst>
                <a:ext uri="{FF2B5EF4-FFF2-40B4-BE49-F238E27FC236}">
                  <a16:creationId xmlns:a16="http://schemas.microsoft.com/office/drawing/2014/main" id="{3572463A-6D13-46C3-BBC9-C8E3FCA46577}"/>
                </a:ext>
              </a:extLst>
            </p:cNvPr>
            <p:cNvSpPr/>
            <p:nvPr/>
          </p:nvSpPr>
          <p:spPr>
            <a:xfrm rot="5400000">
              <a:off x="3570206" y="4997510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32" name="箭號: 左-右雙向 831">
              <a:extLst>
                <a:ext uri="{FF2B5EF4-FFF2-40B4-BE49-F238E27FC236}">
                  <a16:creationId xmlns:a16="http://schemas.microsoft.com/office/drawing/2014/main" id="{F63A6D54-D2FE-421B-AA42-D02DB865D765}"/>
                </a:ext>
              </a:extLst>
            </p:cNvPr>
            <p:cNvSpPr/>
            <p:nvPr/>
          </p:nvSpPr>
          <p:spPr>
            <a:xfrm rot="5400000">
              <a:off x="4288335" y="4997510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33" name="箭號: 左-右雙向 832">
              <a:extLst>
                <a:ext uri="{FF2B5EF4-FFF2-40B4-BE49-F238E27FC236}">
                  <a16:creationId xmlns:a16="http://schemas.microsoft.com/office/drawing/2014/main" id="{F5DF313D-A37A-4565-A5CE-BFDFCF38BCDE}"/>
                </a:ext>
              </a:extLst>
            </p:cNvPr>
            <p:cNvSpPr/>
            <p:nvPr/>
          </p:nvSpPr>
          <p:spPr>
            <a:xfrm rot="5400000">
              <a:off x="3676376" y="4743175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34" name="箭號: 左-右雙向 833">
              <a:extLst>
                <a:ext uri="{FF2B5EF4-FFF2-40B4-BE49-F238E27FC236}">
                  <a16:creationId xmlns:a16="http://schemas.microsoft.com/office/drawing/2014/main" id="{FD8368BB-AD10-43EE-8BAF-3FDF4362D195}"/>
                </a:ext>
              </a:extLst>
            </p:cNvPr>
            <p:cNvSpPr/>
            <p:nvPr/>
          </p:nvSpPr>
          <p:spPr>
            <a:xfrm rot="5400000">
              <a:off x="4173916" y="5261300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35" name="箭號: 左-右雙向 834">
              <a:extLst>
                <a:ext uri="{FF2B5EF4-FFF2-40B4-BE49-F238E27FC236}">
                  <a16:creationId xmlns:a16="http://schemas.microsoft.com/office/drawing/2014/main" id="{2E9DF421-90AC-470D-AE5F-2D5242F780A3}"/>
                </a:ext>
              </a:extLst>
            </p:cNvPr>
            <p:cNvSpPr/>
            <p:nvPr/>
          </p:nvSpPr>
          <p:spPr>
            <a:xfrm rot="5400000">
              <a:off x="3676376" y="5261300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36" name="箭號: 左-右雙向 835">
              <a:extLst>
                <a:ext uri="{FF2B5EF4-FFF2-40B4-BE49-F238E27FC236}">
                  <a16:creationId xmlns:a16="http://schemas.microsoft.com/office/drawing/2014/main" id="{33668C9A-4DBE-4D85-8544-BDECB118B6B4}"/>
                </a:ext>
              </a:extLst>
            </p:cNvPr>
            <p:cNvSpPr/>
            <p:nvPr/>
          </p:nvSpPr>
          <p:spPr>
            <a:xfrm rot="5400000">
              <a:off x="4173915" y="4743175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37" name="箭號: 左-右雙向 836">
              <a:extLst>
                <a:ext uri="{FF2B5EF4-FFF2-40B4-BE49-F238E27FC236}">
                  <a16:creationId xmlns:a16="http://schemas.microsoft.com/office/drawing/2014/main" id="{36674F2E-C526-44A4-ABD9-F1A34BF075CD}"/>
                </a:ext>
              </a:extLst>
            </p:cNvPr>
            <p:cNvSpPr/>
            <p:nvPr/>
          </p:nvSpPr>
          <p:spPr>
            <a:xfrm rot="5400000">
              <a:off x="3919504" y="5364647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38" name="箭號: 左-右雙向 837">
              <a:extLst>
                <a:ext uri="{FF2B5EF4-FFF2-40B4-BE49-F238E27FC236}">
                  <a16:creationId xmlns:a16="http://schemas.microsoft.com/office/drawing/2014/main" id="{22CF05DA-27F1-478B-9FA8-184A3D4DFC7B}"/>
                </a:ext>
              </a:extLst>
            </p:cNvPr>
            <p:cNvSpPr/>
            <p:nvPr/>
          </p:nvSpPr>
          <p:spPr>
            <a:xfrm rot="5400000">
              <a:off x="3919504" y="4632905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839" name="群組 838">
            <a:extLst>
              <a:ext uri="{FF2B5EF4-FFF2-40B4-BE49-F238E27FC236}">
                <a16:creationId xmlns:a16="http://schemas.microsoft.com/office/drawing/2014/main" id="{F9FEA7FB-7469-486D-8C18-80F781F94001}"/>
              </a:ext>
            </a:extLst>
          </p:cNvPr>
          <p:cNvGrpSpPr/>
          <p:nvPr/>
        </p:nvGrpSpPr>
        <p:grpSpPr>
          <a:xfrm>
            <a:off x="3402370" y="4559570"/>
            <a:ext cx="720000" cy="720000"/>
            <a:chOff x="389151" y="2161357"/>
            <a:chExt cx="1150186" cy="1150186"/>
          </a:xfrm>
        </p:grpSpPr>
        <p:sp>
          <p:nvSpPr>
            <p:cNvPr id="840" name="矩形: 圓角 839">
              <a:extLst>
                <a:ext uri="{FF2B5EF4-FFF2-40B4-BE49-F238E27FC236}">
                  <a16:creationId xmlns:a16="http://schemas.microsoft.com/office/drawing/2014/main" id="{9BE8A249-563F-445A-A126-9A02EB1B6209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41" name="箭號: 左-右雙向 840">
              <a:extLst>
                <a:ext uri="{FF2B5EF4-FFF2-40B4-BE49-F238E27FC236}">
                  <a16:creationId xmlns:a16="http://schemas.microsoft.com/office/drawing/2014/main" id="{5AFEC1A5-489C-4458-BF5A-D13FF1400FC6}"/>
                </a:ext>
              </a:extLst>
            </p:cNvPr>
            <p:cNvSpPr/>
            <p:nvPr/>
          </p:nvSpPr>
          <p:spPr>
            <a:xfrm rot="10800000">
              <a:off x="494862" y="267653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42" name="箭號: 左-右雙向 841">
              <a:extLst>
                <a:ext uri="{FF2B5EF4-FFF2-40B4-BE49-F238E27FC236}">
                  <a16:creationId xmlns:a16="http://schemas.microsoft.com/office/drawing/2014/main" id="{4B6F7B1B-79D6-4436-958F-5821A50EA57F}"/>
                </a:ext>
              </a:extLst>
            </p:cNvPr>
            <p:cNvSpPr/>
            <p:nvPr/>
          </p:nvSpPr>
          <p:spPr>
            <a:xfrm rot="10800000">
              <a:off x="1212991" y="267653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43" name="箭號: 左-右雙向 842">
              <a:extLst>
                <a:ext uri="{FF2B5EF4-FFF2-40B4-BE49-F238E27FC236}">
                  <a16:creationId xmlns:a16="http://schemas.microsoft.com/office/drawing/2014/main" id="{5F238417-1A47-45AA-89FE-302A5DA3BA2F}"/>
                </a:ext>
              </a:extLst>
            </p:cNvPr>
            <p:cNvSpPr/>
            <p:nvPr/>
          </p:nvSpPr>
          <p:spPr>
            <a:xfrm>
              <a:off x="601032" y="242219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44" name="箭號: 左-右雙向 843">
              <a:extLst>
                <a:ext uri="{FF2B5EF4-FFF2-40B4-BE49-F238E27FC236}">
                  <a16:creationId xmlns:a16="http://schemas.microsoft.com/office/drawing/2014/main" id="{72DA63A8-0E1A-47A8-ACB0-F04E64F5A611}"/>
                </a:ext>
              </a:extLst>
            </p:cNvPr>
            <p:cNvSpPr/>
            <p:nvPr/>
          </p:nvSpPr>
          <p:spPr>
            <a:xfrm>
              <a:off x="1098572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45" name="箭號: 左-右雙向 844">
              <a:extLst>
                <a:ext uri="{FF2B5EF4-FFF2-40B4-BE49-F238E27FC236}">
                  <a16:creationId xmlns:a16="http://schemas.microsoft.com/office/drawing/2014/main" id="{2062FEDC-F676-49A3-A790-64C637604CCC}"/>
                </a:ext>
              </a:extLst>
            </p:cNvPr>
            <p:cNvSpPr/>
            <p:nvPr/>
          </p:nvSpPr>
          <p:spPr>
            <a:xfrm>
              <a:off x="601033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46" name="箭號: 左-右雙向 845">
              <a:extLst>
                <a:ext uri="{FF2B5EF4-FFF2-40B4-BE49-F238E27FC236}">
                  <a16:creationId xmlns:a16="http://schemas.microsoft.com/office/drawing/2014/main" id="{8477DCEC-7625-4773-9F4A-735AC436E777}"/>
                </a:ext>
              </a:extLst>
            </p:cNvPr>
            <p:cNvSpPr/>
            <p:nvPr/>
          </p:nvSpPr>
          <p:spPr>
            <a:xfrm>
              <a:off x="1098571" y="242219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47" name="箭號: 左-右雙向 846">
              <a:extLst>
                <a:ext uri="{FF2B5EF4-FFF2-40B4-BE49-F238E27FC236}">
                  <a16:creationId xmlns:a16="http://schemas.microsoft.com/office/drawing/2014/main" id="{F947B75E-C0F2-4397-B1ED-4B9763547272}"/>
                </a:ext>
              </a:extLst>
            </p:cNvPr>
            <p:cNvSpPr/>
            <p:nvPr/>
          </p:nvSpPr>
          <p:spPr>
            <a:xfrm>
              <a:off x="844160" y="3043671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48" name="箭號: 左-右雙向 847">
              <a:extLst>
                <a:ext uri="{FF2B5EF4-FFF2-40B4-BE49-F238E27FC236}">
                  <a16:creationId xmlns:a16="http://schemas.microsoft.com/office/drawing/2014/main" id="{3810C513-EC10-4193-B947-79830F4E2F09}"/>
                </a:ext>
              </a:extLst>
            </p:cNvPr>
            <p:cNvSpPr/>
            <p:nvPr/>
          </p:nvSpPr>
          <p:spPr>
            <a:xfrm>
              <a:off x="844160" y="231192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849" name="群組 848">
            <a:extLst>
              <a:ext uri="{FF2B5EF4-FFF2-40B4-BE49-F238E27FC236}">
                <a16:creationId xmlns:a16="http://schemas.microsoft.com/office/drawing/2014/main" id="{32A412ED-99C2-4863-9B04-6F420680E93F}"/>
              </a:ext>
            </a:extLst>
          </p:cNvPr>
          <p:cNvGrpSpPr/>
          <p:nvPr/>
        </p:nvGrpSpPr>
        <p:grpSpPr>
          <a:xfrm>
            <a:off x="3402370" y="2689607"/>
            <a:ext cx="720000" cy="720000"/>
            <a:chOff x="389151" y="2161357"/>
            <a:chExt cx="1150186" cy="1150186"/>
          </a:xfrm>
        </p:grpSpPr>
        <p:sp>
          <p:nvSpPr>
            <p:cNvPr id="850" name="矩形: 圓角 849">
              <a:extLst>
                <a:ext uri="{FF2B5EF4-FFF2-40B4-BE49-F238E27FC236}">
                  <a16:creationId xmlns:a16="http://schemas.microsoft.com/office/drawing/2014/main" id="{1437F10C-5160-46C0-8336-EE9619697B4C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51" name="箭號: 左-右雙向 850">
              <a:extLst>
                <a:ext uri="{FF2B5EF4-FFF2-40B4-BE49-F238E27FC236}">
                  <a16:creationId xmlns:a16="http://schemas.microsoft.com/office/drawing/2014/main" id="{58AF300A-8419-45A7-B14D-6490BF7D1183}"/>
                </a:ext>
              </a:extLst>
            </p:cNvPr>
            <p:cNvSpPr/>
            <p:nvPr/>
          </p:nvSpPr>
          <p:spPr>
            <a:xfrm rot="2700000">
              <a:off x="494863" y="2676533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52" name="箭號: 左-右雙向 851">
              <a:extLst>
                <a:ext uri="{FF2B5EF4-FFF2-40B4-BE49-F238E27FC236}">
                  <a16:creationId xmlns:a16="http://schemas.microsoft.com/office/drawing/2014/main" id="{8DFD5556-C6B0-41E0-8054-992703D49AC4}"/>
                </a:ext>
              </a:extLst>
            </p:cNvPr>
            <p:cNvSpPr/>
            <p:nvPr/>
          </p:nvSpPr>
          <p:spPr>
            <a:xfrm rot="2700000">
              <a:off x="1212991" y="2676533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53" name="箭號: 左-右雙向 852">
              <a:extLst>
                <a:ext uri="{FF2B5EF4-FFF2-40B4-BE49-F238E27FC236}">
                  <a16:creationId xmlns:a16="http://schemas.microsoft.com/office/drawing/2014/main" id="{9364C713-5D80-4DA3-A0C4-C27BC589DCFB}"/>
                </a:ext>
              </a:extLst>
            </p:cNvPr>
            <p:cNvSpPr/>
            <p:nvPr/>
          </p:nvSpPr>
          <p:spPr>
            <a:xfrm rot="2700000">
              <a:off x="601031" y="2422198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54" name="箭號: 左-右雙向 853">
              <a:extLst>
                <a:ext uri="{FF2B5EF4-FFF2-40B4-BE49-F238E27FC236}">
                  <a16:creationId xmlns:a16="http://schemas.microsoft.com/office/drawing/2014/main" id="{6E586AD7-E25E-4659-87E9-400C74571236}"/>
                </a:ext>
              </a:extLst>
            </p:cNvPr>
            <p:cNvSpPr/>
            <p:nvPr/>
          </p:nvSpPr>
          <p:spPr>
            <a:xfrm rot="2700000">
              <a:off x="1098571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55" name="箭號: 左-右雙向 854">
              <a:extLst>
                <a:ext uri="{FF2B5EF4-FFF2-40B4-BE49-F238E27FC236}">
                  <a16:creationId xmlns:a16="http://schemas.microsoft.com/office/drawing/2014/main" id="{AA9A913F-3ECD-49C0-ADF9-C8CCDEF57B89}"/>
                </a:ext>
              </a:extLst>
            </p:cNvPr>
            <p:cNvSpPr/>
            <p:nvPr/>
          </p:nvSpPr>
          <p:spPr>
            <a:xfrm rot="2700000">
              <a:off x="601033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56" name="箭號: 左-右雙向 855">
              <a:extLst>
                <a:ext uri="{FF2B5EF4-FFF2-40B4-BE49-F238E27FC236}">
                  <a16:creationId xmlns:a16="http://schemas.microsoft.com/office/drawing/2014/main" id="{E20337EB-735B-40CD-B42F-ED679BFEBE1E}"/>
                </a:ext>
              </a:extLst>
            </p:cNvPr>
            <p:cNvSpPr/>
            <p:nvPr/>
          </p:nvSpPr>
          <p:spPr>
            <a:xfrm rot="2700000">
              <a:off x="1098571" y="2422198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57" name="箭號: 左-右雙向 856">
              <a:extLst>
                <a:ext uri="{FF2B5EF4-FFF2-40B4-BE49-F238E27FC236}">
                  <a16:creationId xmlns:a16="http://schemas.microsoft.com/office/drawing/2014/main" id="{EB03D8B0-C13A-4A42-AB2C-C9FF776C9605}"/>
                </a:ext>
              </a:extLst>
            </p:cNvPr>
            <p:cNvSpPr/>
            <p:nvPr/>
          </p:nvSpPr>
          <p:spPr>
            <a:xfrm rot="2700000">
              <a:off x="844160" y="3043671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58" name="箭號: 左-右雙向 857">
              <a:extLst>
                <a:ext uri="{FF2B5EF4-FFF2-40B4-BE49-F238E27FC236}">
                  <a16:creationId xmlns:a16="http://schemas.microsoft.com/office/drawing/2014/main" id="{5B740597-D5FF-45FE-8900-AA96FB5A6ACD}"/>
                </a:ext>
              </a:extLst>
            </p:cNvPr>
            <p:cNvSpPr/>
            <p:nvPr/>
          </p:nvSpPr>
          <p:spPr>
            <a:xfrm rot="2700000">
              <a:off x="844160" y="231192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859" name="群組 858">
            <a:extLst>
              <a:ext uri="{FF2B5EF4-FFF2-40B4-BE49-F238E27FC236}">
                <a16:creationId xmlns:a16="http://schemas.microsoft.com/office/drawing/2014/main" id="{63D6189A-9884-4F29-B2B0-F048FCE177F6}"/>
              </a:ext>
            </a:extLst>
          </p:cNvPr>
          <p:cNvGrpSpPr/>
          <p:nvPr/>
        </p:nvGrpSpPr>
        <p:grpSpPr>
          <a:xfrm>
            <a:off x="5640027" y="4559570"/>
            <a:ext cx="720000" cy="720000"/>
            <a:chOff x="389151" y="2161357"/>
            <a:chExt cx="1150186" cy="1150186"/>
          </a:xfrm>
        </p:grpSpPr>
        <p:sp>
          <p:nvSpPr>
            <p:cNvPr id="860" name="矩形: 圓角 859">
              <a:extLst>
                <a:ext uri="{FF2B5EF4-FFF2-40B4-BE49-F238E27FC236}">
                  <a16:creationId xmlns:a16="http://schemas.microsoft.com/office/drawing/2014/main" id="{76B26E1F-89E9-42B4-92E6-607D3C1C5269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61" name="箭號: 左-右雙向 860">
              <a:extLst>
                <a:ext uri="{FF2B5EF4-FFF2-40B4-BE49-F238E27FC236}">
                  <a16:creationId xmlns:a16="http://schemas.microsoft.com/office/drawing/2014/main" id="{F0CB72D5-0BB7-4356-8186-8E58149A8A75}"/>
                </a:ext>
              </a:extLst>
            </p:cNvPr>
            <p:cNvSpPr/>
            <p:nvPr/>
          </p:nvSpPr>
          <p:spPr>
            <a:xfrm rot="18900000">
              <a:off x="494863" y="2676533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62" name="箭號: 左-右雙向 861">
              <a:extLst>
                <a:ext uri="{FF2B5EF4-FFF2-40B4-BE49-F238E27FC236}">
                  <a16:creationId xmlns:a16="http://schemas.microsoft.com/office/drawing/2014/main" id="{B49297CC-4DE8-4608-B955-C397A3F336E4}"/>
                </a:ext>
              </a:extLst>
            </p:cNvPr>
            <p:cNvSpPr/>
            <p:nvPr/>
          </p:nvSpPr>
          <p:spPr>
            <a:xfrm rot="18900000">
              <a:off x="1212991" y="2676533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63" name="箭號: 左-右雙向 862">
              <a:extLst>
                <a:ext uri="{FF2B5EF4-FFF2-40B4-BE49-F238E27FC236}">
                  <a16:creationId xmlns:a16="http://schemas.microsoft.com/office/drawing/2014/main" id="{8AF69612-1E53-4EC6-B44D-B00DB788CC41}"/>
                </a:ext>
              </a:extLst>
            </p:cNvPr>
            <p:cNvSpPr/>
            <p:nvPr/>
          </p:nvSpPr>
          <p:spPr>
            <a:xfrm rot="18900000">
              <a:off x="601031" y="2422198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64" name="箭號: 左-右雙向 863">
              <a:extLst>
                <a:ext uri="{FF2B5EF4-FFF2-40B4-BE49-F238E27FC236}">
                  <a16:creationId xmlns:a16="http://schemas.microsoft.com/office/drawing/2014/main" id="{4827CBCF-7F5F-4132-BBDA-587AFE490EDD}"/>
                </a:ext>
              </a:extLst>
            </p:cNvPr>
            <p:cNvSpPr/>
            <p:nvPr/>
          </p:nvSpPr>
          <p:spPr>
            <a:xfrm rot="18900000">
              <a:off x="1098571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65" name="箭號: 左-右雙向 864">
              <a:extLst>
                <a:ext uri="{FF2B5EF4-FFF2-40B4-BE49-F238E27FC236}">
                  <a16:creationId xmlns:a16="http://schemas.microsoft.com/office/drawing/2014/main" id="{0DB1A0B6-D5ED-4CAB-9306-A2AB471B39FC}"/>
                </a:ext>
              </a:extLst>
            </p:cNvPr>
            <p:cNvSpPr/>
            <p:nvPr/>
          </p:nvSpPr>
          <p:spPr>
            <a:xfrm rot="18900000">
              <a:off x="601033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66" name="箭號: 左-右雙向 865">
              <a:extLst>
                <a:ext uri="{FF2B5EF4-FFF2-40B4-BE49-F238E27FC236}">
                  <a16:creationId xmlns:a16="http://schemas.microsoft.com/office/drawing/2014/main" id="{CB9A85C0-48FA-46C3-967B-20C99777233B}"/>
                </a:ext>
              </a:extLst>
            </p:cNvPr>
            <p:cNvSpPr/>
            <p:nvPr/>
          </p:nvSpPr>
          <p:spPr>
            <a:xfrm rot="18900000">
              <a:off x="1098571" y="2422198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67" name="箭號: 左-右雙向 866">
              <a:extLst>
                <a:ext uri="{FF2B5EF4-FFF2-40B4-BE49-F238E27FC236}">
                  <a16:creationId xmlns:a16="http://schemas.microsoft.com/office/drawing/2014/main" id="{BD46C8F6-535A-4DD2-8702-A022AABE44DE}"/>
                </a:ext>
              </a:extLst>
            </p:cNvPr>
            <p:cNvSpPr/>
            <p:nvPr/>
          </p:nvSpPr>
          <p:spPr>
            <a:xfrm rot="18900000">
              <a:off x="844160" y="3043671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68" name="箭號: 左-右雙向 867">
              <a:extLst>
                <a:ext uri="{FF2B5EF4-FFF2-40B4-BE49-F238E27FC236}">
                  <a16:creationId xmlns:a16="http://schemas.microsoft.com/office/drawing/2014/main" id="{E5AA8D62-7782-48B3-80A5-4C61DD07E476}"/>
                </a:ext>
              </a:extLst>
            </p:cNvPr>
            <p:cNvSpPr/>
            <p:nvPr/>
          </p:nvSpPr>
          <p:spPr>
            <a:xfrm rot="18900000">
              <a:off x="844160" y="231192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69" name="文字方塊 868">
                <a:extLst>
                  <a:ext uri="{FF2B5EF4-FFF2-40B4-BE49-F238E27FC236}">
                    <a16:creationId xmlns:a16="http://schemas.microsoft.com/office/drawing/2014/main" id="{D6FC09D5-8EB0-4436-AFC3-05E27EC1D1AA}"/>
                  </a:ext>
                </a:extLst>
              </p:cNvPr>
              <p:cNvSpPr txBox="1"/>
              <p:nvPr/>
            </p:nvSpPr>
            <p:spPr>
              <a:xfrm>
                <a:off x="4610414" y="1759986"/>
                <a:ext cx="61212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/>
              </a:p>
            </p:txBody>
          </p:sp>
        </mc:Choice>
        <mc:Fallback>
          <p:sp>
            <p:nvSpPr>
              <p:cNvPr id="869" name="文字方塊 868">
                <a:extLst>
                  <a:ext uri="{FF2B5EF4-FFF2-40B4-BE49-F238E27FC236}">
                    <a16:creationId xmlns:a16="http://schemas.microsoft.com/office/drawing/2014/main" id="{D6FC09D5-8EB0-4436-AFC3-05E27EC1D1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0414" y="1759986"/>
                <a:ext cx="612129" cy="276999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70" name="群組 869">
            <a:extLst>
              <a:ext uri="{FF2B5EF4-FFF2-40B4-BE49-F238E27FC236}">
                <a16:creationId xmlns:a16="http://schemas.microsoft.com/office/drawing/2014/main" id="{980B1601-28B2-49CA-AABD-CD8198B63B13}"/>
              </a:ext>
            </a:extLst>
          </p:cNvPr>
          <p:cNvGrpSpPr/>
          <p:nvPr/>
        </p:nvGrpSpPr>
        <p:grpSpPr>
          <a:xfrm>
            <a:off x="4541655" y="2027656"/>
            <a:ext cx="720000" cy="720000"/>
            <a:chOff x="3481679" y="1553308"/>
            <a:chExt cx="1150186" cy="1150186"/>
          </a:xfrm>
        </p:grpSpPr>
        <p:sp>
          <p:nvSpPr>
            <p:cNvPr id="871" name="矩形: 圓角 870">
              <a:extLst>
                <a:ext uri="{FF2B5EF4-FFF2-40B4-BE49-F238E27FC236}">
                  <a16:creationId xmlns:a16="http://schemas.microsoft.com/office/drawing/2014/main" id="{189318A1-A529-42AB-9DFF-A63D0B84806D}"/>
                </a:ext>
              </a:extLst>
            </p:cNvPr>
            <p:cNvSpPr/>
            <p:nvPr/>
          </p:nvSpPr>
          <p:spPr>
            <a:xfrm>
              <a:off x="3481679" y="1553308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 dirty="0"/>
            </a:p>
          </p:txBody>
        </p:sp>
        <p:sp>
          <p:nvSpPr>
            <p:cNvPr id="872" name="橢圓 871">
              <a:extLst>
                <a:ext uri="{FF2B5EF4-FFF2-40B4-BE49-F238E27FC236}">
                  <a16:creationId xmlns:a16="http://schemas.microsoft.com/office/drawing/2014/main" id="{7D4D8871-3A73-490D-AEE2-F5A922ABBD1E}"/>
                </a:ext>
              </a:extLst>
            </p:cNvPr>
            <p:cNvSpPr/>
            <p:nvPr/>
          </p:nvSpPr>
          <p:spPr>
            <a:xfrm>
              <a:off x="3940548" y="164255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873" name="橢圓 872">
              <a:extLst>
                <a:ext uri="{FF2B5EF4-FFF2-40B4-BE49-F238E27FC236}">
                  <a16:creationId xmlns:a16="http://schemas.microsoft.com/office/drawing/2014/main" id="{0B076AFC-F28E-4AF4-90EB-6034AF6BEBF0}"/>
                </a:ext>
              </a:extLst>
            </p:cNvPr>
            <p:cNvSpPr/>
            <p:nvPr/>
          </p:nvSpPr>
          <p:spPr>
            <a:xfrm>
              <a:off x="3940548" y="23780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874" name="橢圓 873">
              <a:extLst>
                <a:ext uri="{FF2B5EF4-FFF2-40B4-BE49-F238E27FC236}">
                  <a16:creationId xmlns:a16="http://schemas.microsoft.com/office/drawing/2014/main" id="{09BECC88-30D3-4B1C-80D4-05FBD0D55281}"/>
                </a:ext>
              </a:extLst>
            </p:cNvPr>
            <p:cNvSpPr/>
            <p:nvPr/>
          </p:nvSpPr>
          <p:spPr>
            <a:xfrm>
              <a:off x="4303801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875" name="橢圓 874">
              <a:extLst>
                <a:ext uri="{FF2B5EF4-FFF2-40B4-BE49-F238E27FC236}">
                  <a16:creationId xmlns:a16="http://schemas.microsoft.com/office/drawing/2014/main" id="{FB708D54-2FC3-4E3C-86D4-8E9BE3EE19A9}"/>
                </a:ext>
              </a:extLst>
            </p:cNvPr>
            <p:cNvSpPr/>
            <p:nvPr/>
          </p:nvSpPr>
          <p:spPr>
            <a:xfrm>
              <a:off x="3566703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876" name="橢圓 875">
              <a:extLst>
                <a:ext uri="{FF2B5EF4-FFF2-40B4-BE49-F238E27FC236}">
                  <a16:creationId xmlns:a16="http://schemas.microsoft.com/office/drawing/2014/main" id="{CCF65321-F738-4CBF-B7C5-A3B5E6A95E5C}"/>
                </a:ext>
              </a:extLst>
            </p:cNvPr>
            <p:cNvSpPr/>
            <p:nvPr/>
          </p:nvSpPr>
          <p:spPr>
            <a:xfrm>
              <a:off x="3677077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877" name="橢圓 876">
              <a:extLst>
                <a:ext uri="{FF2B5EF4-FFF2-40B4-BE49-F238E27FC236}">
                  <a16:creationId xmlns:a16="http://schemas.microsoft.com/office/drawing/2014/main" id="{E1FA40B9-74AE-47EE-BC1C-4B9A749C0A3B}"/>
                </a:ext>
              </a:extLst>
            </p:cNvPr>
            <p:cNvSpPr/>
            <p:nvPr/>
          </p:nvSpPr>
          <p:spPr>
            <a:xfrm>
              <a:off x="3677077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878" name="橢圓 877">
              <a:extLst>
                <a:ext uri="{FF2B5EF4-FFF2-40B4-BE49-F238E27FC236}">
                  <a16:creationId xmlns:a16="http://schemas.microsoft.com/office/drawing/2014/main" id="{4072ED7A-C1EF-4843-B75E-722C9FBA5DC1}"/>
                </a:ext>
              </a:extLst>
            </p:cNvPr>
            <p:cNvSpPr/>
            <p:nvPr/>
          </p:nvSpPr>
          <p:spPr>
            <a:xfrm>
              <a:off x="4201903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 dirty="0"/>
            </a:p>
          </p:txBody>
        </p:sp>
        <p:sp>
          <p:nvSpPr>
            <p:cNvPr id="879" name="橢圓 878">
              <a:extLst>
                <a:ext uri="{FF2B5EF4-FFF2-40B4-BE49-F238E27FC236}">
                  <a16:creationId xmlns:a16="http://schemas.microsoft.com/office/drawing/2014/main" id="{0A3FF694-3B8C-46A8-9BC9-084DC140B263}"/>
                </a:ext>
              </a:extLst>
            </p:cNvPr>
            <p:cNvSpPr/>
            <p:nvPr/>
          </p:nvSpPr>
          <p:spPr>
            <a:xfrm>
              <a:off x="4201903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880" name="等腰三角形 879">
              <a:extLst>
                <a:ext uri="{FF2B5EF4-FFF2-40B4-BE49-F238E27FC236}">
                  <a16:creationId xmlns:a16="http://schemas.microsoft.com/office/drawing/2014/main" id="{333A5456-2238-49E1-AA3A-B3FD56EC2C10}"/>
                </a:ext>
              </a:extLst>
            </p:cNvPr>
            <p:cNvSpPr/>
            <p:nvPr/>
          </p:nvSpPr>
          <p:spPr>
            <a:xfrm rot="16200000">
              <a:off x="4012947" y="161086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881" name="等腰三角形 880">
              <a:extLst>
                <a:ext uri="{FF2B5EF4-FFF2-40B4-BE49-F238E27FC236}">
                  <a16:creationId xmlns:a16="http://schemas.microsoft.com/office/drawing/2014/main" id="{8E343787-35F5-42D6-8D11-3FE3AB04CB25}"/>
                </a:ext>
              </a:extLst>
            </p:cNvPr>
            <p:cNvSpPr/>
            <p:nvPr/>
          </p:nvSpPr>
          <p:spPr>
            <a:xfrm rot="16200000">
              <a:off x="4012947" y="234495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882" name="等腰三角形 881">
              <a:extLst>
                <a:ext uri="{FF2B5EF4-FFF2-40B4-BE49-F238E27FC236}">
                  <a16:creationId xmlns:a16="http://schemas.microsoft.com/office/drawing/2014/main" id="{E0D09351-435F-488E-B185-2956177FED48}"/>
                </a:ext>
              </a:extLst>
            </p:cNvPr>
            <p:cNvSpPr/>
            <p:nvPr/>
          </p:nvSpPr>
          <p:spPr>
            <a:xfrm rot="16200000">
              <a:off x="3639102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883" name="等腰三角形 882">
              <a:extLst>
                <a:ext uri="{FF2B5EF4-FFF2-40B4-BE49-F238E27FC236}">
                  <a16:creationId xmlns:a16="http://schemas.microsoft.com/office/drawing/2014/main" id="{14715AB3-670C-4673-A860-9F620EBEB6B0}"/>
                </a:ext>
              </a:extLst>
            </p:cNvPr>
            <p:cNvSpPr/>
            <p:nvPr/>
          </p:nvSpPr>
          <p:spPr>
            <a:xfrm rot="16200000">
              <a:off x="3749476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884" name="等腰三角形 883">
              <a:extLst>
                <a:ext uri="{FF2B5EF4-FFF2-40B4-BE49-F238E27FC236}">
                  <a16:creationId xmlns:a16="http://schemas.microsoft.com/office/drawing/2014/main" id="{D1DF1BB3-1A13-4A5F-8F18-2D230177A925}"/>
                </a:ext>
              </a:extLst>
            </p:cNvPr>
            <p:cNvSpPr/>
            <p:nvPr/>
          </p:nvSpPr>
          <p:spPr>
            <a:xfrm rot="16200000">
              <a:off x="3749476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885" name="等腰三角形 884">
              <a:extLst>
                <a:ext uri="{FF2B5EF4-FFF2-40B4-BE49-F238E27FC236}">
                  <a16:creationId xmlns:a16="http://schemas.microsoft.com/office/drawing/2014/main" id="{E80909FA-7483-4E49-A527-72DC0014AE8D}"/>
                </a:ext>
              </a:extLst>
            </p:cNvPr>
            <p:cNvSpPr/>
            <p:nvPr/>
          </p:nvSpPr>
          <p:spPr>
            <a:xfrm rot="16200000">
              <a:off x="4274302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886" name="等腰三角形 885">
              <a:extLst>
                <a:ext uri="{FF2B5EF4-FFF2-40B4-BE49-F238E27FC236}">
                  <a16:creationId xmlns:a16="http://schemas.microsoft.com/office/drawing/2014/main" id="{4F3C8BCB-BF38-429C-812A-DCC43EA1EDE1}"/>
                </a:ext>
              </a:extLst>
            </p:cNvPr>
            <p:cNvSpPr/>
            <p:nvPr/>
          </p:nvSpPr>
          <p:spPr>
            <a:xfrm rot="16200000">
              <a:off x="4274302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sp>
          <p:nvSpPr>
            <p:cNvPr id="887" name="等腰三角形 886">
              <a:extLst>
                <a:ext uri="{FF2B5EF4-FFF2-40B4-BE49-F238E27FC236}">
                  <a16:creationId xmlns:a16="http://schemas.microsoft.com/office/drawing/2014/main" id="{19CBA105-F64A-4A1A-B1F5-E33562122B7D}"/>
                </a:ext>
              </a:extLst>
            </p:cNvPr>
            <p:cNvSpPr/>
            <p:nvPr/>
          </p:nvSpPr>
          <p:spPr>
            <a:xfrm rot="16200000">
              <a:off x="4376200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50"/>
            </a:p>
          </p:txBody>
        </p:sp>
        <p:grpSp>
          <p:nvGrpSpPr>
            <p:cNvPr id="888" name="群組 887">
              <a:extLst>
                <a:ext uri="{FF2B5EF4-FFF2-40B4-BE49-F238E27FC236}">
                  <a16:creationId xmlns:a16="http://schemas.microsoft.com/office/drawing/2014/main" id="{E037E6CE-0D45-414E-B142-4226B4F27A54}"/>
                </a:ext>
              </a:extLst>
            </p:cNvPr>
            <p:cNvGrpSpPr/>
            <p:nvPr/>
          </p:nvGrpSpPr>
          <p:grpSpPr>
            <a:xfrm>
              <a:off x="4057671" y="2031019"/>
              <a:ext cx="115586" cy="110880"/>
              <a:chOff x="1373392" y="2391862"/>
              <a:chExt cx="479433" cy="476535"/>
            </a:xfrm>
          </p:grpSpPr>
          <p:sp>
            <p:nvSpPr>
              <p:cNvPr id="891" name="箭號: 向右 890">
                <a:extLst>
                  <a:ext uri="{FF2B5EF4-FFF2-40B4-BE49-F238E27FC236}">
                    <a16:creationId xmlns:a16="http://schemas.microsoft.com/office/drawing/2014/main" id="{19EA852F-578B-4953-BF15-BFB2A60A80CC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bg1"/>
                  </a:solidFill>
                </a:endParaRPr>
              </a:p>
            </p:txBody>
          </p:sp>
          <p:sp>
            <p:nvSpPr>
              <p:cNvPr id="892" name="箭號: 向右 891">
                <a:extLst>
                  <a:ext uri="{FF2B5EF4-FFF2-40B4-BE49-F238E27FC236}">
                    <a16:creationId xmlns:a16="http://schemas.microsoft.com/office/drawing/2014/main" id="{B267EE5E-FCBB-4320-AB29-BEB47BDD4B37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9" name="文字方塊 888">
                  <a:extLst>
                    <a:ext uri="{FF2B5EF4-FFF2-40B4-BE49-F238E27FC236}">
                      <a16:creationId xmlns:a16="http://schemas.microsoft.com/office/drawing/2014/main" id="{4105447F-103C-4885-9378-61E7BFDD8F3C}"/>
                    </a:ext>
                  </a:extLst>
                </p:cNvPr>
                <p:cNvSpPr txBox="1"/>
                <p:nvPr/>
              </p:nvSpPr>
              <p:spPr>
                <a:xfrm>
                  <a:off x="3832700" y="1616345"/>
                  <a:ext cx="411859" cy="45243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433" name="文字方塊 432">
                  <a:extLst>
                    <a:ext uri="{FF2B5EF4-FFF2-40B4-BE49-F238E27FC236}">
                      <a16:creationId xmlns:a16="http://schemas.microsoft.com/office/drawing/2014/main" id="{7F648B6D-9770-4F7A-A488-9B163D15E7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2700" y="1616345"/>
                  <a:ext cx="411859" cy="452437"/>
                </a:xfrm>
                <a:prstGeom prst="rect">
                  <a:avLst/>
                </a:prstGeom>
                <a:blipFill>
                  <a:blip r:embed="rId61"/>
                  <a:stretch>
                    <a:fillRect r="-697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0" name="文字方塊 889">
                  <a:extLst>
                    <a:ext uri="{FF2B5EF4-FFF2-40B4-BE49-F238E27FC236}">
                      <a16:creationId xmlns:a16="http://schemas.microsoft.com/office/drawing/2014/main" id="{8A93B547-DD38-4986-98A6-9A1B7460A3CE}"/>
                    </a:ext>
                  </a:extLst>
                </p:cNvPr>
                <p:cNvSpPr txBox="1"/>
                <p:nvPr/>
              </p:nvSpPr>
              <p:spPr>
                <a:xfrm>
                  <a:off x="4088416" y="1839893"/>
                  <a:ext cx="521830" cy="4302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13" name="文字方塊 212">
                  <a:extLst>
                    <a:ext uri="{FF2B5EF4-FFF2-40B4-BE49-F238E27FC236}">
                      <a16:creationId xmlns:a16="http://schemas.microsoft.com/office/drawing/2014/main" id="{6F76D634-24B5-4B81-891A-25B936FE3E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8416" y="1839893"/>
                  <a:ext cx="521830" cy="430208"/>
                </a:xfrm>
                <a:prstGeom prst="rect">
                  <a:avLst/>
                </a:prstGeom>
                <a:blipFill>
                  <a:blip r:embed="rId6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893" name="直線接點 892">
            <a:extLst>
              <a:ext uri="{FF2B5EF4-FFF2-40B4-BE49-F238E27FC236}">
                <a16:creationId xmlns:a16="http://schemas.microsoft.com/office/drawing/2014/main" id="{E16DCBBF-03F9-4F4A-9C45-5C2021A5C2E3}"/>
              </a:ext>
            </a:extLst>
          </p:cNvPr>
          <p:cNvCxnSpPr>
            <a:cxnSpLocks/>
          </p:cNvCxnSpPr>
          <p:nvPr/>
        </p:nvCxnSpPr>
        <p:spPr>
          <a:xfrm flipV="1">
            <a:off x="5365974" y="3292620"/>
            <a:ext cx="252473" cy="244255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94" name="文字方塊 893">
                <a:extLst>
                  <a:ext uri="{FF2B5EF4-FFF2-40B4-BE49-F238E27FC236}">
                    <a16:creationId xmlns:a16="http://schemas.microsoft.com/office/drawing/2014/main" id="{38BEE89B-D48D-4821-AF74-C66F8D1977D0}"/>
                  </a:ext>
                </a:extLst>
              </p:cNvPr>
              <p:cNvSpPr txBox="1"/>
              <p:nvPr/>
            </p:nvSpPr>
            <p:spPr>
              <a:xfrm>
                <a:off x="4575627" y="2908204"/>
                <a:ext cx="7155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894" name="文字方塊 893">
                <a:extLst>
                  <a:ext uri="{FF2B5EF4-FFF2-40B4-BE49-F238E27FC236}">
                    <a16:creationId xmlns:a16="http://schemas.microsoft.com/office/drawing/2014/main" id="{38BEE89B-D48D-4821-AF74-C66F8D1977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5627" y="2908204"/>
                <a:ext cx="715550" cy="276999"/>
              </a:xfrm>
              <a:prstGeom prst="rect">
                <a:avLst/>
              </a:prstGeom>
              <a:blipFill>
                <a:blip r:embed="rId63"/>
                <a:stretch>
                  <a:fillRect t="-97826" r="-29060" b="-15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95" name="文字方塊 894">
                <a:extLst>
                  <a:ext uri="{FF2B5EF4-FFF2-40B4-BE49-F238E27FC236}">
                    <a16:creationId xmlns:a16="http://schemas.microsoft.com/office/drawing/2014/main" id="{62AA55DE-E703-4B3F-B460-1BF3C87A598F}"/>
                  </a:ext>
                </a:extLst>
              </p:cNvPr>
              <p:cNvSpPr txBox="1"/>
              <p:nvPr/>
            </p:nvSpPr>
            <p:spPr>
              <a:xfrm>
                <a:off x="4526925" y="3968634"/>
                <a:ext cx="81295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−1, 0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895" name="文字方塊 894">
                <a:extLst>
                  <a:ext uri="{FF2B5EF4-FFF2-40B4-BE49-F238E27FC236}">
                    <a16:creationId xmlns:a16="http://schemas.microsoft.com/office/drawing/2014/main" id="{62AA55DE-E703-4B3F-B460-1BF3C87A59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6925" y="3968634"/>
                <a:ext cx="812954" cy="276999"/>
              </a:xfrm>
              <a:prstGeom prst="rect">
                <a:avLst/>
              </a:prstGeom>
              <a:blipFill>
                <a:blip r:embed="rId64"/>
                <a:stretch>
                  <a:fillRect t="-100000" r="-26316" b="-16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00" name="文字方塊 899">
                <a:extLst>
                  <a:ext uri="{FF2B5EF4-FFF2-40B4-BE49-F238E27FC236}">
                    <a16:creationId xmlns:a16="http://schemas.microsoft.com/office/drawing/2014/main" id="{4548F6A3-77DC-4C50-92EC-1A4315A73201}"/>
                  </a:ext>
                </a:extLst>
              </p:cNvPr>
              <p:cNvSpPr txBox="1"/>
              <p:nvPr/>
            </p:nvSpPr>
            <p:spPr>
              <a:xfrm>
                <a:off x="4507320" y="588190"/>
                <a:ext cx="85865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ℓ=0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900" name="文字方塊 899">
                <a:extLst>
                  <a:ext uri="{FF2B5EF4-FFF2-40B4-BE49-F238E27FC236}">
                    <a16:creationId xmlns:a16="http://schemas.microsoft.com/office/drawing/2014/main" id="{4548F6A3-77DC-4C50-92EC-1A4315A732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7320" y="588190"/>
                <a:ext cx="858654" cy="400110"/>
              </a:xfrm>
              <a:prstGeom prst="rect">
                <a:avLst/>
              </a:prstGeom>
              <a:blipFill>
                <a:blip r:embed="rId6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01" name="文字方塊 900">
                <a:extLst>
                  <a:ext uri="{FF2B5EF4-FFF2-40B4-BE49-F238E27FC236}">
                    <a16:creationId xmlns:a16="http://schemas.microsoft.com/office/drawing/2014/main" id="{E3EC5A6A-8DD7-4AF0-BB5D-16D4A5199B9B}"/>
                  </a:ext>
                </a:extLst>
              </p:cNvPr>
              <p:cNvSpPr txBox="1"/>
              <p:nvPr/>
            </p:nvSpPr>
            <p:spPr>
              <a:xfrm>
                <a:off x="7809773" y="588190"/>
                <a:ext cx="85865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ℓ=2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901" name="文字方塊 900">
                <a:extLst>
                  <a:ext uri="{FF2B5EF4-FFF2-40B4-BE49-F238E27FC236}">
                    <a16:creationId xmlns:a16="http://schemas.microsoft.com/office/drawing/2014/main" id="{E3EC5A6A-8DD7-4AF0-BB5D-16D4A5199B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9773" y="588190"/>
                <a:ext cx="858654" cy="400110"/>
              </a:xfrm>
              <a:prstGeom prst="rect">
                <a:avLst/>
              </a:prstGeom>
              <a:blipFill>
                <a:blip r:embed="rId6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1" name="文字方塊 340">
                <a:extLst>
                  <a:ext uri="{FF2B5EF4-FFF2-40B4-BE49-F238E27FC236}">
                    <a16:creationId xmlns:a16="http://schemas.microsoft.com/office/drawing/2014/main" id="{CBA50198-2020-43A7-9113-339268BB1111}"/>
                  </a:ext>
                </a:extLst>
              </p:cNvPr>
              <p:cNvSpPr txBox="1"/>
              <p:nvPr/>
            </p:nvSpPr>
            <p:spPr>
              <a:xfrm>
                <a:off x="1069390" y="588190"/>
                <a:ext cx="115228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smtClean="0">
                          <a:latin typeface="Cambria Math" panose="02040503050406030204" pitchFamily="18" charset="0"/>
                        </a:rPr>
                        <m:t>ℓ=−1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341" name="文字方塊 340">
                <a:extLst>
                  <a:ext uri="{FF2B5EF4-FFF2-40B4-BE49-F238E27FC236}">
                    <a16:creationId xmlns:a16="http://schemas.microsoft.com/office/drawing/2014/main" id="{CBA50198-2020-43A7-9113-339268BB1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390" y="588190"/>
                <a:ext cx="1152286" cy="400110"/>
              </a:xfrm>
              <a:prstGeom prst="rect">
                <a:avLst/>
              </a:prstGeom>
              <a:blipFill>
                <a:blip r:embed="rId6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群組 1">
            <a:extLst>
              <a:ext uri="{FF2B5EF4-FFF2-40B4-BE49-F238E27FC236}">
                <a16:creationId xmlns:a16="http://schemas.microsoft.com/office/drawing/2014/main" id="{1DA70659-442C-4B38-A0F8-90679A551F9B}"/>
              </a:ext>
            </a:extLst>
          </p:cNvPr>
          <p:cNvGrpSpPr/>
          <p:nvPr/>
        </p:nvGrpSpPr>
        <p:grpSpPr>
          <a:xfrm>
            <a:off x="3867528" y="44704"/>
            <a:ext cx="2182954" cy="558358"/>
            <a:chOff x="5186296" y="-10951"/>
            <a:chExt cx="1673596" cy="42807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7" name="文字方塊 336">
                  <a:extLst>
                    <a:ext uri="{FF2B5EF4-FFF2-40B4-BE49-F238E27FC236}">
                      <a16:creationId xmlns:a16="http://schemas.microsoft.com/office/drawing/2014/main" id="{0C10182B-D012-46B1-AE7A-0B82E5200ACE}"/>
                    </a:ext>
                  </a:extLst>
                </p:cNvPr>
                <p:cNvSpPr txBox="1"/>
                <p:nvPr/>
              </p:nvSpPr>
              <p:spPr>
                <a:xfrm>
                  <a:off x="5186296" y="-10951"/>
                  <a:ext cx="1673596" cy="42807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2400" b="0" i="0" smtClean="0">
                            <a:latin typeface="Cambria Math" panose="02040503050406030204" pitchFamily="18" charset="0"/>
                          </a:rPr>
                          <m:t>Re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400" b="0" i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zh-TW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     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sub>
                                <m:r>
                                  <a:rPr lang="en-US" altLang="zh-TW" sz="24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, ℓ,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−ℓ</m:t>
                                </m:r>
                              </m:sub>
                              <m:sup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p>
                            </m:sSubSup>
                          </m:e>
                        </m:d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>
            <p:sp>
              <p:nvSpPr>
                <p:cNvPr id="337" name="文字方塊 336">
                  <a:extLst>
                    <a:ext uri="{FF2B5EF4-FFF2-40B4-BE49-F238E27FC236}">
                      <a16:creationId xmlns:a16="http://schemas.microsoft.com/office/drawing/2014/main" id="{0C10182B-D012-46B1-AE7A-0B82E5200A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6296" y="-10951"/>
                  <a:ext cx="1673596" cy="428074"/>
                </a:xfrm>
                <a:prstGeom prst="rect">
                  <a:avLst/>
                </a:prstGeom>
                <a:blipFill>
                  <a:blip r:embed="rId6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35" name="圖形 102">
              <a:extLst>
                <a:ext uri="{FF2B5EF4-FFF2-40B4-BE49-F238E27FC236}">
                  <a16:creationId xmlns:a16="http://schemas.microsoft.com/office/drawing/2014/main" id="{DD64C0E3-48C4-48BF-9945-DB2A696541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0"/>
                </a:ext>
              </a:extLst>
            </a:blip>
            <a:srcRect l="36397" r="31436"/>
            <a:stretch/>
          </p:blipFill>
          <p:spPr>
            <a:xfrm>
              <a:off x="5660181" y="22994"/>
              <a:ext cx="285008" cy="295353"/>
            </a:xfrm>
            <a:prstGeom prst="rect">
              <a:avLst/>
            </a:prstGeom>
          </p:spPr>
        </p:pic>
      </p:grpSp>
      <p:pic>
        <p:nvPicPr>
          <p:cNvPr id="338" name="圖形 102">
            <a:extLst>
              <a:ext uri="{FF2B5EF4-FFF2-40B4-BE49-F238E27FC236}">
                <a16:creationId xmlns:a16="http://schemas.microsoft.com/office/drawing/2014/main" id="{4FD6AB4A-45DD-4E2D-AF97-C05CF299680E}"/>
              </a:ext>
            </a:extLst>
          </p:cNvPr>
          <p:cNvPicPr>
            <a:picLocks noChangeAspect="1"/>
          </p:cNvPicPr>
          <p:nvPr/>
        </p:nvPicPr>
        <p:blipFill rotWithShape="1">
          <a:blip r:embed="rId6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0"/>
              </a:ext>
            </a:extLst>
          </a:blip>
          <a:srcRect l="-87" r="1"/>
          <a:stretch/>
        </p:blipFill>
        <p:spPr>
          <a:xfrm>
            <a:off x="6736617" y="-632864"/>
            <a:ext cx="632131" cy="210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789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9854</TotalTime>
  <Words>427</Words>
  <Application>Microsoft Office PowerPoint</Application>
  <PresentationFormat>自訂</PresentationFormat>
  <Paragraphs>268</Paragraphs>
  <Slides>8</Slides>
  <Notes>0</Notes>
  <HiddenSlides>6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5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78</cp:revision>
  <dcterms:created xsi:type="dcterms:W3CDTF">2026-04-27T03:03:02Z</dcterms:created>
  <dcterms:modified xsi:type="dcterms:W3CDTF">2026-07-09T13:27:32Z</dcterms:modified>
</cp:coreProperties>
</file>