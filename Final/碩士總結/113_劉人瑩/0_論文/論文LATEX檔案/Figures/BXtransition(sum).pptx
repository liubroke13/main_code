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7" r:id="rId2"/>
    <p:sldId id="256" r:id="rId3"/>
    <p:sldId id="259" r:id="rId4"/>
  </p:sldIdLst>
  <p:sldSz cx="9906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A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>
        <p:scale>
          <a:sx n="125" d="100"/>
          <a:sy n="125" d="100"/>
        </p:scale>
        <p:origin x="-202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89241"/>
            <a:ext cx="74295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891070"/>
            <a:ext cx="74295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16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72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897613"/>
            <a:ext cx="8543925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409468"/>
            <a:ext cx="8543925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69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958453"/>
            <a:ext cx="421005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958453"/>
            <a:ext cx="421005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6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91691"/>
            <a:ext cx="8543925" cy="6959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882610"/>
            <a:ext cx="4190702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315164"/>
            <a:ext cx="4190702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882610"/>
            <a:ext cx="421134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315164"/>
            <a:ext cx="4211340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4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01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85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0030"/>
            <a:ext cx="3194943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518398"/>
            <a:ext cx="5014913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080135"/>
            <a:ext cx="3194943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38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0030"/>
            <a:ext cx="3194943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518398"/>
            <a:ext cx="5014913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080135"/>
            <a:ext cx="3194943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97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0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91691"/>
            <a:ext cx="2135981" cy="305121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91691"/>
            <a:ext cx="6284119" cy="305121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87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91691"/>
            <a:ext cx="8543925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958453"/>
            <a:ext cx="8543925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337084"/>
            <a:ext cx="222885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337084"/>
            <a:ext cx="334327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337084"/>
            <a:ext cx="222885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56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6451F7A-A705-4476-B869-CE8228A681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t="50556" b="30217"/>
          <a:stretch/>
        </p:blipFill>
        <p:spPr>
          <a:xfrm>
            <a:off x="3672608" y="1663201"/>
            <a:ext cx="2719322" cy="56899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D8FE2E0-98B9-4301-8F29-B25ADB27E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612"/>
          <a:stretch/>
        </p:blipFill>
        <p:spPr>
          <a:xfrm>
            <a:off x="10360412" y="1796833"/>
            <a:ext cx="176023" cy="54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0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B48B429-CC76-40FA-B26B-37A791F78423}"/>
              </a:ext>
            </a:extLst>
          </p:cNvPr>
          <p:cNvGrpSpPr/>
          <p:nvPr/>
        </p:nvGrpSpPr>
        <p:grpSpPr>
          <a:xfrm>
            <a:off x="3716733" y="90491"/>
            <a:ext cx="2472543" cy="3419475"/>
            <a:chOff x="-152398" y="1"/>
            <a:chExt cx="7162798" cy="9906000"/>
          </a:xfrm>
        </p:grpSpPr>
        <p:sp>
          <p:nvSpPr>
            <p:cNvPr id="63" name="矩形: 圓角 62">
              <a:extLst>
                <a:ext uri="{FF2B5EF4-FFF2-40B4-BE49-F238E27FC236}">
                  <a16:creationId xmlns:a16="http://schemas.microsoft.com/office/drawing/2014/main" id="{0A201059-CBEA-450E-A194-C87A6FD41662}"/>
                </a:ext>
              </a:extLst>
            </p:cNvPr>
            <p:cNvSpPr/>
            <p:nvPr/>
          </p:nvSpPr>
          <p:spPr>
            <a:xfrm>
              <a:off x="0" y="1"/>
              <a:ext cx="6858000" cy="990600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9094" tIns="9547" rIns="19094" bIns="95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376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D3D2052-6214-4C35-B51A-EFE021F9D527}"/>
                    </a:ext>
                  </a:extLst>
                </p:cNvPr>
                <p:cNvSpPr txBox="1"/>
                <p:nvPr/>
              </p:nvSpPr>
              <p:spPr>
                <a:xfrm>
                  <a:off x="2982199" y="6985507"/>
                  <a:ext cx="893606" cy="5750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69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D3D2052-6214-4C35-B51A-EFE021F9D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199" y="6985507"/>
                  <a:ext cx="893606" cy="575088"/>
                </a:xfrm>
                <a:prstGeom prst="rect">
                  <a:avLst/>
                </a:prstGeom>
                <a:blipFill>
                  <a:blip r:embed="rId2"/>
                  <a:stretch>
                    <a:fillRect t="-66667" r="-92157" b="-1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8F3A2434-589B-45DD-BC80-00550007CDDB}"/>
                    </a:ext>
                  </a:extLst>
                </p:cNvPr>
                <p:cNvSpPr txBox="1"/>
                <p:nvPr/>
              </p:nvSpPr>
              <p:spPr>
                <a:xfrm>
                  <a:off x="2982199" y="3804072"/>
                  <a:ext cx="893606" cy="5750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69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8F3A2434-589B-45DD-BC80-00550007CD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199" y="3804072"/>
                  <a:ext cx="893606" cy="575088"/>
                </a:xfrm>
                <a:prstGeom prst="rect">
                  <a:avLst/>
                </a:prstGeom>
                <a:blipFill>
                  <a:blip r:embed="rId3"/>
                  <a:stretch>
                    <a:fillRect t="-66667" r="-92157" b="-1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C7E16EEE-949D-4FB9-B9CC-266E97587B08}"/>
                    </a:ext>
                  </a:extLst>
                </p:cNvPr>
                <p:cNvSpPr txBox="1"/>
                <p:nvPr/>
              </p:nvSpPr>
              <p:spPr>
                <a:xfrm>
                  <a:off x="2146103" y="1692631"/>
                  <a:ext cx="2565793" cy="5750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69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69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C7E16EEE-949D-4FB9-B9CC-266E9758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6103" y="1692631"/>
                  <a:ext cx="2565793" cy="5750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49CFD1E3-E457-457A-94C6-59EC1688A076}"/>
                    </a:ext>
                  </a:extLst>
                </p:cNvPr>
                <p:cNvSpPr txBox="1"/>
                <p:nvPr/>
              </p:nvSpPr>
              <p:spPr>
                <a:xfrm>
                  <a:off x="542615" y="4406385"/>
                  <a:ext cx="1264292" cy="875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49CFD1E3-E457-457A-94C6-59EC1688A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615" y="4406385"/>
                  <a:ext cx="1264292" cy="875634"/>
                </a:xfrm>
                <a:prstGeom prst="rect">
                  <a:avLst/>
                </a:prstGeom>
                <a:blipFill>
                  <a:blip r:embed="rId5"/>
                  <a:stretch>
                    <a:fillRect l="-5556" t="-44000" r="-16667" b="-7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9AF400-E35B-4842-89CC-28D223ADA2C5}"/>
                    </a:ext>
                  </a:extLst>
                </p:cNvPr>
                <p:cNvSpPr txBox="1"/>
                <p:nvPr/>
              </p:nvSpPr>
              <p:spPr>
                <a:xfrm>
                  <a:off x="5076038" y="4435526"/>
                  <a:ext cx="1264292" cy="875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9AF400-E35B-4842-89CC-28D223ADA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6038" y="4435526"/>
                  <a:ext cx="1264292" cy="875634"/>
                </a:xfrm>
                <a:prstGeom prst="rect">
                  <a:avLst/>
                </a:prstGeom>
                <a:blipFill>
                  <a:blip r:embed="rId6"/>
                  <a:stretch>
                    <a:fillRect l="-8451" t="-44000" r="-15493" b="-7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320078E-860F-4145-89F9-607C0FA3B088}"/>
                    </a:ext>
                  </a:extLst>
                </p:cNvPr>
                <p:cNvSpPr txBox="1"/>
                <p:nvPr/>
              </p:nvSpPr>
              <p:spPr>
                <a:xfrm>
                  <a:off x="2796853" y="7478435"/>
                  <a:ext cx="1264292" cy="5750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6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69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320078E-860F-4145-89F9-607C0FA3B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6853" y="7478435"/>
                  <a:ext cx="1264292" cy="57508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4EC70484-D389-4332-BDD4-D89E28418569}"/>
                </a:ext>
              </a:extLst>
            </p:cNvPr>
            <p:cNvSpPr txBox="1"/>
            <p:nvPr/>
          </p:nvSpPr>
          <p:spPr>
            <a:xfrm>
              <a:off x="-152398" y="279425"/>
              <a:ext cx="7162798" cy="1098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3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 valley-mixed excitons transition rate</a:t>
              </a:r>
              <a:endParaRPr lang="zh-TW" altLang="en-US" sz="932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5" name="圖片 64">
              <a:extLst>
                <a:ext uri="{FF2B5EF4-FFF2-40B4-BE49-F238E27FC236}">
                  <a16:creationId xmlns:a16="http://schemas.microsoft.com/office/drawing/2014/main" id="{30607B89-A69B-4F11-92A2-60E0999B7B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612"/>
            <a:stretch/>
          </p:blipFill>
          <p:spPr>
            <a:xfrm>
              <a:off x="4291832" y="2036989"/>
              <a:ext cx="575443" cy="1792545"/>
            </a:xfrm>
            <a:prstGeom prst="rect">
              <a:avLst/>
            </a:prstGeom>
          </p:spPr>
        </p:pic>
        <p:pic>
          <p:nvPicPr>
            <p:cNvPr id="67" name="圖片 66">
              <a:extLst>
                <a:ext uri="{FF2B5EF4-FFF2-40B4-BE49-F238E27FC236}">
                  <a16:creationId xmlns:a16="http://schemas.microsoft.com/office/drawing/2014/main" id="{2666D247-0A75-4515-A79F-0B13C2EB4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53" t="50556" r="52043" b="30217"/>
            <a:stretch/>
          </p:blipFill>
          <p:spPr>
            <a:xfrm>
              <a:off x="2568860" y="7839465"/>
              <a:ext cx="1677851" cy="1688696"/>
            </a:xfrm>
            <a:prstGeom prst="rect">
              <a:avLst/>
            </a:prstGeom>
          </p:spPr>
        </p:pic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E717851E-39CD-43D8-9935-69035EAE43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31" t="50556" r="31305" b="30217"/>
            <a:stretch/>
          </p:blipFill>
          <p:spPr>
            <a:xfrm>
              <a:off x="330904" y="4809887"/>
              <a:ext cx="1691794" cy="1688696"/>
            </a:xfrm>
            <a:prstGeom prst="rect">
              <a:avLst/>
            </a:prstGeom>
          </p:spPr>
        </p:pic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B97EC7C3-FF24-44C7-888D-EFE2139E18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37" t="50556" r="10680" b="30217"/>
            <a:stretch/>
          </p:blipFill>
          <p:spPr>
            <a:xfrm>
              <a:off x="4875371" y="4823124"/>
              <a:ext cx="1684823" cy="1688696"/>
            </a:xfrm>
            <a:prstGeom prst="rect">
              <a:avLst/>
            </a:prstGeom>
          </p:spPr>
        </p:pic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3D898D8F-9E57-4E60-BC86-BAE9769916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0" t="50556" r="72519" b="30217"/>
            <a:stretch/>
          </p:blipFill>
          <p:spPr>
            <a:xfrm>
              <a:off x="2557134" y="2086702"/>
              <a:ext cx="1701303" cy="168869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CFDDD5B-6879-4A25-AE66-29A2C5AF85CD}"/>
                    </a:ext>
                  </a:extLst>
                </p:cNvPr>
                <p:cNvSpPr txBox="1"/>
                <p:nvPr/>
              </p:nvSpPr>
              <p:spPr>
                <a:xfrm>
                  <a:off x="3546777" y="3306839"/>
                  <a:ext cx="676524" cy="5750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69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69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69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69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CFDDD5B-6879-4A25-AE66-29A2C5AF8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6777" y="3306839"/>
                  <a:ext cx="676524" cy="575088"/>
                </a:xfrm>
                <a:prstGeom prst="rect">
                  <a:avLst/>
                </a:prstGeom>
                <a:blipFill>
                  <a:blip r:embed="rId10"/>
                  <a:stretch>
                    <a:fillRect r="-342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5" name="群組 94">
              <a:extLst>
                <a:ext uri="{FF2B5EF4-FFF2-40B4-BE49-F238E27FC236}">
                  <a16:creationId xmlns:a16="http://schemas.microsoft.com/office/drawing/2014/main" id="{C1A4561A-0AA8-45A3-BC91-D03B53CF0C2F}"/>
                </a:ext>
              </a:extLst>
            </p:cNvPr>
            <p:cNvGrpSpPr/>
            <p:nvPr/>
          </p:nvGrpSpPr>
          <p:grpSpPr>
            <a:xfrm>
              <a:off x="3286540" y="2506845"/>
              <a:ext cx="580224" cy="835202"/>
              <a:chOff x="6529203" y="1366387"/>
              <a:chExt cx="1650677" cy="2376065"/>
            </a:xfrm>
          </p:grpSpPr>
          <p:grpSp>
            <p:nvGrpSpPr>
              <p:cNvPr id="96" name="群組 95">
                <a:extLst>
                  <a:ext uri="{FF2B5EF4-FFF2-40B4-BE49-F238E27FC236}">
                    <a16:creationId xmlns:a16="http://schemas.microsoft.com/office/drawing/2014/main" id="{B2926F22-D316-4D2B-B075-287EA2B92795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99" name="箭號: 向右 98">
                  <a:extLst>
                    <a:ext uri="{FF2B5EF4-FFF2-40B4-BE49-F238E27FC236}">
                      <a16:creationId xmlns:a16="http://schemas.microsoft.com/office/drawing/2014/main" id="{1CAC976D-BD8E-4B43-915B-43388DBCE7F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69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箭號: 向右 99">
                  <a:extLst>
                    <a:ext uri="{FF2B5EF4-FFF2-40B4-BE49-F238E27FC236}">
                      <a16:creationId xmlns:a16="http://schemas.microsoft.com/office/drawing/2014/main" id="{2D4088A4-FFA4-4471-8271-18734CA817BB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69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7" name="文字方塊 96">
                    <a:extLst>
                      <a:ext uri="{FF2B5EF4-FFF2-40B4-BE49-F238E27FC236}">
                        <a16:creationId xmlns:a16="http://schemas.microsoft.com/office/drawing/2014/main" id="{B43E160A-E47C-4AD8-9966-0574C5821350}"/>
                      </a:ext>
                    </a:extLst>
                  </p:cNvPr>
                  <p:cNvSpPr txBox="1"/>
                  <p:nvPr/>
                </p:nvSpPr>
                <p:spPr>
                  <a:xfrm>
                    <a:off x="6529203" y="1366387"/>
                    <a:ext cx="1161957" cy="17052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69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69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69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69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97" name="文字方塊 96">
                    <a:extLst>
                      <a:ext uri="{FF2B5EF4-FFF2-40B4-BE49-F238E27FC236}">
                        <a16:creationId xmlns:a16="http://schemas.microsoft.com/office/drawing/2014/main" id="{B43E160A-E47C-4AD8-9966-0574C58213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9203" y="1366387"/>
                    <a:ext cx="1161957" cy="170529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291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文字方塊 97">
                    <a:extLst>
                      <a:ext uri="{FF2B5EF4-FFF2-40B4-BE49-F238E27FC236}">
                        <a16:creationId xmlns:a16="http://schemas.microsoft.com/office/drawing/2014/main" id="{A4BC9020-083E-4B3E-8000-28AF93EF343F}"/>
                      </a:ext>
                    </a:extLst>
                  </p:cNvPr>
                  <p:cNvSpPr txBox="1"/>
                  <p:nvPr/>
                </p:nvSpPr>
                <p:spPr>
                  <a:xfrm>
                    <a:off x="7111793" y="2106383"/>
                    <a:ext cx="1068087" cy="16360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69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69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69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69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98" name="文字方塊 97">
                    <a:extLst>
                      <a:ext uri="{FF2B5EF4-FFF2-40B4-BE49-F238E27FC236}">
                        <a16:creationId xmlns:a16="http://schemas.microsoft.com/office/drawing/2014/main" id="{A4BC9020-083E-4B3E-8000-28AF93EF3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1793" y="2106383"/>
                    <a:ext cx="1068087" cy="163606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809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D527C12-EAE8-4EE0-8D68-ECF26E347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212405" y="828787"/>
              <a:ext cx="2433192" cy="56182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73096771-9E16-4496-ACDF-1EB348B7A9E5}"/>
                    </a:ext>
                  </a:extLst>
                </p:cNvPr>
                <p:cNvSpPr txBox="1"/>
                <p:nvPr/>
              </p:nvSpPr>
              <p:spPr>
                <a:xfrm>
                  <a:off x="4208252" y="3452424"/>
                  <a:ext cx="513430" cy="5750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69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69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69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69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69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73096771-9E16-4496-ACDF-1EB348B7A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8252" y="3452424"/>
                  <a:ext cx="513430" cy="575088"/>
                </a:xfrm>
                <a:prstGeom prst="rect">
                  <a:avLst/>
                </a:prstGeom>
                <a:blipFill>
                  <a:blip r:embed="rId14"/>
                  <a:stretch>
                    <a:fillRect r="-344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6CC093F2-0354-446F-9566-5591F43F84B1}"/>
                </a:ext>
              </a:extLst>
            </p:cNvPr>
            <p:cNvGrpSpPr/>
            <p:nvPr/>
          </p:nvGrpSpPr>
          <p:grpSpPr>
            <a:xfrm>
              <a:off x="2060850" y="4131594"/>
              <a:ext cx="2781047" cy="2892685"/>
              <a:chOff x="3213282" y="4585869"/>
              <a:chExt cx="2919455" cy="3036650"/>
            </a:xfrm>
          </p:grpSpPr>
          <p:grpSp>
            <p:nvGrpSpPr>
              <p:cNvPr id="64" name="群組 63">
                <a:extLst>
                  <a:ext uri="{FF2B5EF4-FFF2-40B4-BE49-F238E27FC236}">
                    <a16:creationId xmlns:a16="http://schemas.microsoft.com/office/drawing/2014/main" id="{8FE3D37B-D707-42AF-85EE-07B9EB0AB0C6}"/>
                  </a:ext>
                </a:extLst>
              </p:cNvPr>
              <p:cNvGrpSpPr/>
              <p:nvPr/>
            </p:nvGrpSpPr>
            <p:grpSpPr>
              <a:xfrm>
                <a:off x="3213282" y="4585869"/>
                <a:ext cx="2919455" cy="3036650"/>
                <a:chOff x="3909893" y="2121313"/>
                <a:chExt cx="2919455" cy="3036650"/>
              </a:xfrm>
            </p:grpSpPr>
            <p:sp>
              <p:nvSpPr>
                <p:cNvPr id="76" name="Oval 14">
                  <a:extLst>
                    <a:ext uri="{FF2B5EF4-FFF2-40B4-BE49-F238E27FC236}">
                      <a16:creationId xmlns:a16="http://schemas.microsoft.com/office/drawing/2014/main" id="{3FC51EAE-B79D-4D51-9BEB-F576143478FE}"/>
                    </a:ext>
                  </a:extLst>
                </p:cNvPr>
                <p:cNvSpPr/>
                <p:nvPr/>
              </p:nvSpPr>
              <p:spPr>
                <a:xfrm>
                  <a:off x="5222336" y="2135621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Oval 4">
                  <a:extLst>
                    <a:ext uri="{FF2B5EF4-FFF2-40B4-BE49-F238E27FC236}">
                      <a16:creationId xmlns:a16="http://schemas.microsoft.com/office/drawing/2014/main" id="{920D0C0A-F385-4E79-8747-6F0964F435AE}"/>
                    </a:ext>
                  </a:extLst>
                </p:cNvPr>
                <p:cNvSpPr/>
                <p:nvPr/>
              </p:nvSpPr>
              <p:spPr>
                <a:xfrm>
                  <a:off x="4061937" y="2288513"/>
                  <a:ext cx="2623960" cy="2718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Oval 15">
                  <a:extLst>
                    <a:ext uri="{FF2B5EF4-FFF2-40B4-BE49-F238E27FC236}">
                      <a16:creationId xmlns:a16="http://schemas.microsoft.com/office/drawing/2014/main" id="{FA0ECD23-3B74-41C6-8A74-C9BD807C5AAE}"/>
                    </a:ext>
                  </a:extLst>
                </p:cNvPr>
                <p:cNvSpPr/>
                <p:nvPr/>
              </p:nvSpPr>
              <p:spPr>
                <a:xfrm>
                  <a:off x="5222336" y="4852179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SHO">
                  <a:extLst>
                    <a:ext uri="{FF2B5EF4-FFF2-40B4-BE49-F238E27FC236}">
                      <a16:creationId xmlns:a16="http://schemas.microsoft.com/office/drawing/2014/main" id="{6EFB447F-1034-4132-950F-36BF4583D1B9}"/>
                    </a:ext>
                  </a:extLst>
                </p:cNvPr>
                <p:cNvSpPr/>
                <p:nvPr/>
              </p:nvSpPr>
              <p:spPr>
                <a:xfrm rot="16200000">
                  <a:off x="4804171" y="2336484"/>
                  <a:ext cx="1131525" cy="2623960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SVO">
                  <a:extLst>
                    <a:ext uri="{FF2B5EF4-FFF2-40B4-BE49-F238E27FC236}">
                      <a16:creationId xmlns:a16="http://schemas.microsoft.com/office/drawing/2014/main" id="{B54C25F3-63E0-4746-818B-5C51FEA370CC}"/>
                    </a:ext>
                  </a:extLst>
                </p:cNvPr>
                <p:cNvSpPr/>
                <p:nvPr/>
              </p:nvSpPr>
              <p:spPr>
                <a:xfrm>
                  <a:off x="4712309" y="2289422"/>
                  <a:ext cx="1311980" cy="2718084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Oval 6">
                  <a:extLst>
                    <a:ext uri="{FF2B5EF4-FFF2-40B4-BE49-F238E27FC236}">
                      <a16:creationId xmlns:a16="http://schemas.microsoft.com/office/drawing/2014/main" id="{40DBC6F3-367F-4613-8D56-EED1F4AAF83D}"/>
                    </a:ext>
                  </a:extLst>
                </p:cNvPr>
                <p:cNvSpPr/>
                <p:nvPr/>
              </p:nvSpPr>
              <p:spPr>
                <a:xfrm rot="16200000">
                  <a:off x="4804171" y="2336484"/>
                  <a:ext cx="1131525" cy="2623960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2" name="TextBox 11">
                      <a:extLst>
                        <a:ext uri="{FF2B5EF4-FFF2-40B4-BE49-F238E27FC236}">
                          <a16:creationId xmlns:a16="http://schemas.microsoft.com/office/drawing/2014/main" id="{CF23301A-BE1D-4CBC-A75A-592918295E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287" y="3358991"/>
                      <a:ext cx="321506" cy="603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69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69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82" name="TextBox 11">
                      <a:extLst>
                        <a:ext uri="{FF2B5EF4-FFF2-40B4-BE49-F238E27FC236}">
                          <a16:creationId xmlns:a16="http://schemas.microsoft.com/office/drawing/2014/main" id="{CF23301A-BE1D-4CBC-A75A-592918295E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287" y="3358991"/>
                      <a:ext cx="321506" cy="60370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Oval 22">
                  <a:extLst>
                    <a:ext uri="{FF2B5EF4-FFF2-40B4-BE49-F238E27FC236}">
                      <a16:creationId xmlns:a16="http://schemas.microsoft.com/office/drawing/2014/main" id="{0A54AA2F-42DD-4E43-AD29-9665CCE03932}"/>
                    </a:ext>
                  </a:extLst>
                </p:cNvPr>
                <p:cNvSpPr/>
                <p:nvPr/>
              </p:nvSpPr>
              <p:spPr>
                <a:xfrm>
                  <a:off x="5220616" y="4852179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4" name="TextBox 12">
                      <a:extLst>
                        <a:ext uri="{FF2B5EF4-FFF2-40B4-BE49-F238E27FC236}">
                          <a16:creationId xmlns:a16="http://schemas.microsoft.com/office/drawing/2014/main" id="{2BCF2717-7AC2-4DE7-89D1-C847A18AE9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82302" y="3497726"/>
                      <a:ext cx="321506" cy="603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69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69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84" name="TextBox 12">
                      <a:extLst>
                        <a:ext uri="{FF2B5EF4-FFF2-40B4-BE49-F238E27FC236}">
                          <a16:creationId xmlns:a16="http://schemas.microsoft.com/office/drawing/2014/main" id="{2BCF2717-7AC2-4DE7-89D1-C847A18AE9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82302" y="3497726"/>
                      <a:ext cx="321506" cy="60370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2941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5" name="TextBox 13">
                      <a:extLst>
                        <a:ext uri="{FF2B5EF4-FFF2-40B4-BE49-F238E27FC236}">
                          <a16:creationId xmlns:a16="http://schemas.microsoft.com/office/drawing/2014/main" id="{49FBF736-5528-4DB8-8E7A-0345E5CB5A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00614" y="2429548"/>
                      <a:ext cx="321506" cy="603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69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69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85" name="TextBox 13">
                      <a:extLst>
                        <a:ext uri="{FF2B5EF4-FFF2-40B4-BE49-F238E27FC236}">
                          <a16:creationId xmlns:a16="http://schemas.microsoft.com/office/drawing/2014/main" id="{49FBF736-5528-4DB8-8E7A-0345E5CB5A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00614" y="2429548"/>
                      <a:ext cx="321506" cy="60370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r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6" name="DVO">
                  <a:extLst>
                    <a:ext uri="{FF2B5EF4-FFF2-40B4-BE49-F238E27FC236}">
                      <a16:creationId xmlns:a16="http://schemas.microsoft.com/office/drawing/2014/main" id="{5DB119B4-664A-4E0B-B1BF-7E6407C00142}"/>
                    </a:ext>
                  </a:extLst>
                </p:cNvPr>
                <p:cNvSpPr/>
                <p:nvPr/>
              </p:nvSpPr>
              <p:spPr>
                <a:xfrm flipH="1">
                  <a:off x="4712309" y="2289422"/>
                  <a:ext cx="1311980" cy="2718084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Oval 23">
                  <a:extLst>
                    <a:ext uri="{FF2B5EF4-FFF2-40B4-BE49-F238E27FC236}">
                      <a16:creationId xmlns:a16="http://schemas.microsoft.com/office/drawing/2014/main" id="{BFE9E990-C81A-4B2F-A465-7255B756EE45}"/>
                    </a:ext>
                  </a:extLst>
                </p:cNvPr>
                <p:cNvSpPr/>
                <p:nvPr/>
              </p:nvSpPr>
              <p:spPr>
                <a:xfrm>
                  <a:off x="6534153" y="3495572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8" name="Straight Arrow Connector 7">
                  <a:extLst>
                    <a:ext uri="{FF2B5EF4-FFF2-40B4-BE49-F238E27FC236}">
                      <a16:creationId xmlns:a16="http://schemas.microsoft.com/office/drawing/2014/main" id="{0F957251-0951-429D-B2BA-19CD8CF5D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2789" y="2834235"/>
                  <a:ext cx="3083" cy="81024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19">
                  <a:extLst>
                    <a:ext uri="{FF2B5EF4-FFF2-40B4-BE49-F238E27FC236}">
                      <a16:creationId xmlns:a16="http://schemas.microsoft.com/office/drawing/2014/main" id="{E24F5E53-1AB9-4D87-8D77-605A340000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68214" y="3640512"/>
                  <a:ext cx="355802" cy="28486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18">
                  <a:extLst>
                    <a:ext uri="{FF2B5EF4-FFF2-40B4-BE49-F238E27FC236}">
                      <a16:creationId xmlns:a16="http://schemas.microsoft.com/office/drawing/2014/main" id="{F2A62092-EE97-49E8-AE1B-00787B588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5056896" y="3328917"/>
                  <a:ext cx="0" cy="62319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Oval 20">
                  <a:extLst>
                    <a:ext uri="{FF2B5EF4-FFF2-40B4-BE49-F238E27FC236}">
                      <a16:creationId xmlns:a16="http://schemas.microsoft.com/office/drawing/2014/main" id="{720BD991-C3B1-49EE-9062-2151E3AE9BAF}"/>
                    </a:ext>
                  </a:extLst>
                </p:cNvPr>
                <p:cNvSpPr/>
                <p:nvPr/>
              </p:nvSpPr>
              <p:spPr>
                <a:xfrm>
                  <a:off x="3909893" y="3495572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Oval 22">
                  <a:extLst>
                    <a:ext uri="{FF2B5EF4-FFF2-40B4-BE49-F238E27FC236}">
                      <a16:creationId xmlns:a16="http://schemas.microsoft.com/office/drawing/2014/main" id="{8BD9C95A-0E2E-4CC2-87E2-F3DBF4434C03}"/>
                    </a:ext>
                  </a:extLst>
                </p:cNvPr>
                <p:cNvSpPr/>
                <p:nvPr/>
              </p:nvSpPr>
              <p:spPr>
                <a:xfrm>
                  <a:off x="5222764" y="2121313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" name="Partial Circle 9">
                <a:extLst>
                  <a:ext uri="{FF2B5EF4-FFF2-40B4-BE49-F238E27FC236}">
                    <a16:creationId xmlns:a16="http://schemas.microsoft.com/office/drawing/2014/main" id="{12B7D88E-ECA8-4A7F-80B8-764547EF0F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454387" y="5697548"/>
                <a:ext cx="431715" cy="833530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9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TextBox 10">
                    <a:extLst>
                      <a:ext uri="{FF2B5EF4-FFF2-40B4-BE49-F238E27FC236}">
                        <a16:creationId xmlns:a16="http://schemas.microsoft.com/office/drawing/2014/main" id="{FD405E10-4ACC-4169-99F6-2FF60262D0B5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939" y="6032288"/>
                    <a:ext cx="321503" cy="603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690" i="1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69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71" name="TextBox 10">
                    <a:extLst>
                      <a:ext uri="{FF2B5EF4-FFF2-40B4-BE49-F238E27FC236}">
                        <a16:creationId xmlns:a16="http://schemas.microsoft.com/office/drawing/2014/main" id="{FD405E10-4ACC-4169-99F6-2FF60262D0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939" y="6032288"/>
                    <a:ext cx="321503" cy="60370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16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Straight Arrow Connector 17">
                <a:extLst>
                  <a:ext uri="{FF2B5EF4-FFF2-40B4-BE49-F238E27FC236}">
                    <a16:creationId xmlns:a16="http://schemas.microsoft.com/office/drawing/2014/main" id="{6F1FE25D-24D5-43CA-987F-A19D8E6A21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7952" y="6115823"/>
                <a:ext cx="402652" cy="520683"/>
              </a:xfrm>
              <a:prstGeom prst="straightConnector1">
                <a:avLst/>
              </a:prstGeom>
              <a:ln w="53975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73" name="Partial Circle 9">
                <a:extLst>
                  <a:ext uri="{FF2B5EF4-FFF2-40B4-BE49-F238E27FC236}">
                    <a16:creationId xmlns:a16="http://schemas.microsoft.com/office/drawing/2014/main" id="{E56CBD0B-CDE5-4019-A00F-73B2A3A5EB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18126" y="5804915"/>
                <a:ext cx="301557" cy="609055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9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TextBox 10">
                    <a:extLst>
                      <a:ext uri="{FF2B5EF4-FFF2-40B4-BE49-F238E27FC236}">
                        <a16:creationId xmlns:a16="http://schemas.microsoft.com/office/drawing/2014/main" id="{6CF60AAB-69A6-4E51-AC37-9CB8E679B649}"/>
                      </a:ext>
                    </a:extLst>
                  </p:cNvPr>
                  <p:cNvSpPr txBox="1"/>
                  <p:nvPr/>
                </p:nvSpPr>
                <p:spPr>
                  <a:xfrm>
                    <a:off x="4721956" y="5460426"/>
                    <a:ext cx="321503" cy="603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690" i="1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69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74" name="TextBox 10">
                    <a:extLst>
                      <a:ext uri="{FF2B5EF4-FFF2-40B4-BE49-F238E27FC236}">
                        <a16:creationId xmlns:a16="http://schemas.microsoft.com/office/drawing/2014/main" id="{6CF60AAB-69A6-4E51-AC37-9CB8E679B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1956" y="5460426"/>
                    <a:ext cx="321503" cy="60370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5" name="Straight Arrow Connector 17">
                <a:extLst>
                  <a:ext uri="{FF2B5EF4-FFF2-40B4-BE49-F238E27FC236}">
                    <a16:creationId xmlns:a16="http://schemas.microsoft.com/office/drawing/2014/main" id="{BE1D0E6C-9D40-4EC5-9567-2D01941AB9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5909" y="5305876"/>
                <a:ext cx="1039268" cy="817070"/>
              </a:xfrm>
              <a:prstGeom prst="straightConnector1">
                <a:avLst/>
              </a:prstGeom>
              <a:ln w="53975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E7A360FC-F1F7-4B58-94F0-E983BE774A53}"/>
              </a:ext>
            </a:extLst>
          </p:cNvPr>
          <p:cNvGrpSpPr/>
          <p:nvPr/>
        </p:nvGrpSpPr>
        <p:grpSpPr>
          <a:xfrm>
            <a:off x="64286" y="50154"/>
            <a:ext cx="9777428" cy="3500142"/>
            <a:chOff x="64286" y="52553"/>
            <a:chExt cx="9777428" cy="3500142"/>
          </a:xfrm>
        </p:grpSpPr>
        <p:sp>
          <p:nvSpPr>
            <p:cNvPr id="103" name="矩形: 圓角 102">
              <a:extLst>
                <a:ext uri="{FF2B5EF4-FFF2-40B4-BE49-F238E27FC236}">
                  <a16:creationId xmlns:a16="http://schemas.microsoft.com/office/drawing/2014/main" id="{E219AC5D-1719-4ED0-835A-16FA49248039}"/>
                </a:ext>
              </a:extLst>
            </p:cNvPr>
            <p:cNvSpPr/>
            <p:nvPr/>
          </p:nvSpPr>
          <p:spPr>
            <a:xfrm>
              <a:off x="64286" y="52553"/>
              <a:ext cx="9777428" cy="3500142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5651" tIns="22825" rIns="45651" bIns="228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899" dirty="0"/>
            </a:p>
          </p:txBody>
        </p:sp>
        <p:sp>
          <p:nvSpPr>
            <p:cNvPr id="116" name="Oval 4">
              <a:extLst>
                <a:ext uri="{FF2B5EF4-FFF2-40B4-BE49-F238E27FC236}">
                  <a16:creationId xmlns:a16="http://schemas.microsoft.com/office/drawing/2014/main" id="{99D913F1-E0EF-46E8-A35D-B978489366CE}"/>
                </a:ext>
              </a:extLst>
            </p:cNvPr>
            <p:cNvSpPr/>
            <p:nvPr/>
          </p:nvSpPr>
          <p:spPr>
            <a:xfrm>
              <a:off x="155134" y="1432871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6" name="Oval 6">
              <a:extLst>
                <a:ext uri="{FF2B5EF4-FFF2-40B4-BE49-F238E27FC236}">
                  <a16:creationId xmlns:a16="http://schemas.microsoft.com/office/drawing/2014/main" id="{6E546C9C-9F47-4E3C-AFA4-2539DA2722BF}"/>
                </a:ext>
              </a:extLst>
            </p:cNvPr>
            <p:cNvSpPr/>
            <p:nvPr/>
          </p:nvSpPr>
          <p:spPr>
            <a:xfrm>
              <a:off x="155210" y="1433065"/>
              <a:ext cx="1443600" cy="1497600"/>
            </a:xfrm>
            <a:prstGeom prst="ellipse">
              <a:avLst/>
            </a:prstGeom>
            <a:noFill/>
            <a:ln w="38100">
              <a:solidFill>
                <a:srgbClr val="6CAE3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E70D29FF-92A9-4F55-992C-2250D39FAAA9}"/>
                </a:ext>
              </a:extLst>
            </p:cNvPr>
            <p:cNvSpPr txBox="1"/>
            <p:nvPr/>
          </p:nvSpPr>
          <p:spPr>
            <a:xfrm>
              <a:off x="1729492" y="189942"/>
              <a:ext cx="537871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Valley-mixed excitons transition rate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箭號: 向右 4">
              <a:extLst>
                <a:ext uri="{FF2B5EF4-FFF2-40B4-BE49-F238E27FC236}">
                  <a16:creationId xmlns:a16="http://schemas.microsoft.com/office/drawing/2014/main" id="{AEEADC43-B87A-4694-AABA-86958BDC8DEB}"/>
                </a:ext>
              </a:extLst>
            </p:cNvPr>
            <p:cNvSpPr/>
            <p:nvPr/>
          </p:nvSpPr>
          <p:spPr>
            <a:xfrm>
              <a:off x="2484826" y="2648714"/>
              <a:ext cx="7283289" cy="627605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059EF753-76E4-4F46-A4B2-3984511FB813}"/>
                    </a:ext>
                  </a:extLst>
                </p:cNvPr>
                <p:cNvSpPr txBox="1"/>
                <p:nvPr/>
              </p:nvSpPr>
              <p:spPr>
                <a:xfrm>
                  <a:off x="2203626" y="978673"/>
                  <a:ext cx="12066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059EF753-76E4-4F46-A4B2-3984511FB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626" y="978673"/>
                  <a:ext cx="1206650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F6089231-4CF6-4B5D-BA6A-147162E12CBA}"/>
                    </a:ext>
                  </a:extLst>
                </p:cNvPr>
                <p:cNvSpPr txBox="1"/>
                <p:nvPr/>
              </p:nvSpPr>
              <p:spPr>
                <a:xfrm>
                  <a:off x="3686831" y="824785"/>
                  <a:ext cx="152891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altLang="zh-TW" sz="20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F6089231-4CF6-4B5D-BA6A-147162E12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6831" y="824785"/>
                  <a:ext cx="1528916" cy="7078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D706AA0-9BC9-4681-ADC6-2C6CB63824D4}"/>
                    </a:ext>
                  </a:extLst>
                </p:cNvPr>
                <p:cNvSpPr txBox="1"/>
                <p:nvPr/>
              </p:nvSpPr>
              <p:spPr>
                <a:xfrm>
                  <a:off x="5429334" y="978673"/>
                  <a:ext cx="152891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D706AA0-9BC9-4681-ADC6-2C6CB6382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9334" y="978673"/>
                  <a:ext cx="1528916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4288506E-2488-4EE1-85F4-71FE41A397F2}"/>
                    </a:ext>
                  </a:extLst>
                </p:cNvPr>
                <p:cNvSpPr txBox="1"/>
                <p:nvPr/>
              </p:nvSpPr>
              <p:spPr>
                <a:xfrm>
                  <a:off x="6917995" y="824785"/>
                  <a:ext cx="186986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altLang="zh-TW" sz="20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4288506E-2488-4EE1-85F4-71FE41A39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7995" y="824785"/>
                  <a:ext cx="1869862" cy="7078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DD11DB18-DAD7-4F8A-90F2-F185E1B8F1D9}"/>
                    </a:ext>
                  </a:extLst>
                </p:cNvPr>
                <p:cNvSpPr txBox="1"/>
                <p:nvPr/>
              </p:nvSpPr>
              <p:spPr>
                <a:xfrm>
                  <a:off x="446951" y="2998044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DD11DB18-DAD7-4F8A-90F2-F185E1B8F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51" y="2998044"/>
                  <a:ext cx="812954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108929" r="-46269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AA0071A4-0DA4-44B4-A41D-67D31117A474}"/>
                    </a:ext>
                  </a:extLst>
                </p:cNvPr>
                <p:cNvSpPr txBox="1"/>
                <p:nvPr/>
              </p:nvSpPr>
              <p:spPr>
                <a:xfrm>
                  <a:off x="463747" y="1052452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AA0071A4-0DA4-44B4-A41D-67D31117A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747" y="1052452"/>
                  <a:ext cx="812954" cy="338554"/>
                </a:xfrm>
                <a:prstGeom prst="rect">
                  <a:avLst/>
                </a:prstGeom>
                <a:blipFill>
                  <a:blip r:embed="rId7"/>
                  <a:stretch>
                    <a:fillRect t="-108929" r="-47368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Oval 14">
              <a:extLst>
                <a:ext uri="{FF2B5EF4-FFF2-40B4-BE49-F238E27FC236}">
                  <a16:creationId xmlns:a16="http://schemas.microsoft.com/office/drawing/2014/main" id="{3CD4EDBA-AD74-4040-9A38-A7D80DE9B38B}"/>
                </a:ext>
              </a:extLst>
            </p:cNvPr>
            <p:cNvSpPr/>
            <p:nvPr/>
          </p:nvSpPr>
          <p:spPr>
            <a:xfrm>
              <a:off x="793714" y="1348733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117" name="Oval 15">
              <a:extLst>
                <a:ext uri="{FF2B5EF4-FFF2-40B4-BE49-F238E27FC236}">
                  <a16:creationId xmlns:a16="http://schemas.microsoft.com/office/drawing/2014/main" id="{CB037210-0447-4066-A0B0-0A3DC0DCF8F5}"/>
                </a:ext>
              </a:extLst>
            </p:cNvPr>
            <p:cNvSpPr/>
            <p:nvPr/>
          </p:nvSpPr>
          <p:spPr>
            <a:xfrm>
              <a:off x="793714" y="2843690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19" name="SHO">
              <a:extLst>
                <a:ext uri="{FF2B5EF4-FFF2-40B4-BE49-F238E27FC236}">
                  <a16:creationId xmlns:a16="http://schemas.microsoft.com/office/drawing/2014/main" id="{5B497D02-F77C-4F12-8A46-854E68955ECA}"/>
                </a:ext>
              </a:extLst>
            </p:cNvPr>
            <p:cNvSpPr/>
            <p:nvPr/>
          </p:nvSpPr>
          <p:spPr>
            <a:xfrm rot="16200000">
              <a:off x="563595" y="1459270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22" name="SVO">
              <a:extLst>
                <a:ext uri="{FF2B5EF4-FFF2-40B4-BE49-F238E27FC236}">
                  <a16:creationId xmlns:a16="http://schemas.microsoft.com/office/drawing/2014/main" id="{8B75E00D-C581-45A8-8785-C8CD8ED5D499}"/>
                </a:ext>
              </a:extLst>
            </p:cNvPr>
            <p:cNvSpPr/>
            <p:nvPr/>
          </p:nvSpPr>
          <p:spPr>
            <a:xfrm>
              <a:off x="513040" y="1433372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4" name="Oval 6">
              <a:extLst>
                <a:ext uri="{FF2B5EF4-FFF2-40B4-BE49-F238E27FC236}">
                  <a16:creationId xmlns:a16="http://schemas.microsoft.com/office/drawing/2014/main" id="{40DEA46A-5F13-4763-9AB9-C9EB3D202420}"/>
                </a:ext>
              </a:extLst>
            </p:cNvPr>
            <p:cNvSpPr/>
            <p:nvPr/>
          </p:nvSpPr>
          <p:spPr>
            <a:xfrm rot="16200000">
              <a:off x="563595" y="1459270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1">
                  <a:extLst>
                    <a:ext uri="{FF2B5EF4-FFF2-40B4-BE49-F238E27FC236}">
                      <a16:creationId xmlns:a16="http://schemas.microsoft.com/office/drawing/2014/main" id="{115660D2-D291-4CC2-9F64-AC685B91012F}"/>
                    </a:ext>
                  </a:extLst>
                </p:cNvPr>
                <p:cNvSpPr txBox="1"/>
                <p:nvPr/>
              </p:nvSpPr>
              <p:spPr>
                <a:xfrm>
                  <a:off x="325242" y="2002917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25" name="TextBox 11">
                  <a:extLst>
                    <a:ext uri="{FF2B5EF4-FFF2-40B4-BE49-F238E27FC236}">
                      <a16:creationId xmlns:a16="http://schemas.microsoft.com/office/drawing/2014/main" id="{115660D2-D291-4CC2-9F64-AC685B910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242" y="2002917"/>
                  <a:ext cx="176928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Oval 22">
              <a:extLst>
                <a:ext uri="{FF2B5EF4-FFF2-40B4-BE49-F238E27FC236}">
                  <a16:creationId xmlns:a16="http://schemas.microsoft.com/office/drawing/2014/main" id="{FDB9E581-2160-41C0-A18D-E850D2ED97B1}"/>
                </a:ext>
              </a:extLst>
            </p:cNvPr>
            <p:cNvSpPr/>
            <p:nvPr/>
          </p:nvSpPr>
          <p:spPr>
            <a:xfrm>
              <a:off x="792768" y="2843690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12">
                  <a:extLst>
                    <a:ext uri="{FF2B5EF4-FFF2-40B4-BE49-F238E27FC236}">
                      <a16:creationId xmlns:a16="http://schemas.microsoft.com/office/drawing/2014/main" id="{3BFF9703-6F9D-4BE1-800D-35E8D1FA7574}"/>
                    </a:ext>
                  </a:extLst>
                </p:cNvPr>
                <p:cNvSpPr txBox="1"/>
                <p:nvPr/>
              </p:nvSpPr>
              <p:spPr>
                <a:xfrm>
                  <a:off x="980165" y="2098314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27" name="TextBox 12">
                  <a:extLst>
                    <a:ext uri="{FF2B5EF4-FFF2-40B4-BE49-F238E27FC236}">
                      <a16:creationId xmlns:a16="http://schemas.microsoft.com/office/drawing/2014/main" id="{3BFF9703-6F9D-4BE1-800D-35E8D1FA7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165" y="2098314"/>
                  <a:ext cx="176928" cy="338554"/>
                </a:xfrm>
                <a:prstGeom prst="rect">
                  <a:avLst/>
                </a:prstGeom>
                <a:blipFill>
                  <a:blip r:embed="rId9"/>
                  <a:stretch>
                    <a:fillRect r="-51724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Box 13">
                  <a:extLst>
                    <a:ext uri="{FF2B5EF4-FFF2-40B4-BE49-F238E27FC236}">
                      <a16:creationId xmlns:a16="http://schemas.microsoft.com/office/drawing/2014/main" id="{006DB87D-4747-446D-A81F-C70C343CD78F}"/>
                    </a:ext>
                  </a:extLst>
                </p:cNvPr>
                <p:cNvSpPr txBox="1"/>
                <p:nvPr/>
              </p:nvSpPr>
              <p:spPr>
                <a:xfrm>
                  <a:off x="736042" y="1468572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29" name="TextBox 13">
                  <a:extLst>
                    <a:ext uri="{FF2B5EF4-FFF2-40B4-BE49-F238E27FC236}">
                      <a16:creationId xmlns:a16="http://schemas.microsoft.com/office/drawing/2014/main" id="{006DB87D-4747-446D-A81F-C70C343CD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42" y="1468572"/>
                  <a:ext cx="256967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DVO">
              <a:extLst>
                <a:ext uri="{FF2B5EF4-FFF2-40B4-BE49-F238E27FC236}">
                  <a16:creationId xmlns:a16="http://schemas.microsoft.com/office/drawing/2014/main" id="{A7087ED3-BF64-4F25-B648-EC2D61488357}"/>
                </a:ext>
              </a:extLst>
            </p:cNvPr>
            <p:cNvSpPr/>
            <p:nvPr/>
          </p:nvSpPr>
          <p:spPr>
            <a:xfrm flipH="1">
              <a:off x="513040" y="1433372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33" name="Oval 23">
              <a:extLst>
                <a:ext uri="{FF2B5EF4-FFF2-40B4-BE49-F238E27FC236}">
                  <a16:creationId xmlns:a16="http://schemas.microsoft.com/office/drawing/2014/main" id="{AAB0988F-6DF2-4205-B847-B52E2279E14D}"/>
                </a:ext>
              </a:extLst>
            </p:cNvPr>
            <p:cNvSpPr/>
            <p:nvPr/>
          </p:nvSpPr>
          <p:spPr>
            <a:xfrm>
              <a:off x="1515624" y="2097132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134" name="Straight Arrow Connector 7">
              <a:extLst>
                <a:ext uri="{FF2B5EF4-FFF2-40B4-BE49-F238E27FC236}">
                  <a16:creationId xmlns:a16="http://schemas.microsoft.com/office/drawing/2014/main" id="{B8669B19-14BD-412B-AA85-E424E7F9D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010" y="1733187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9">
              <a:extLst>
                <a:ext uri="{FF2B5EF4-FFF2-40B4-BE49-F238E27FC236}">
                  <a16:creationId xmlns:a16="http://schemas.microsoft.com/office/drawing/2014/main" id="{947FE6BA-9C08-4366-95B1-A0157D7B9A70}"/>
                </a:ext>
              </a:extLst>
            </p:cNvPr>
            <p:cNvCxnSpPr>
              <a:cxnSpLocks/>
            </p:cNvCxnSpPr>
            <p:nvPr/>
          </p:nvCxnSpPr>
          <p:spPr>
            <a:xfrm>
              <a:off x="873993" y="2176894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8">
              <a:extLst>
                <a:ext uri="{FF2B5EF4-FFF2-40B4-BE49-F238E27FC236}">
                  <a16:creationId xmlns:a16="http://schemas.microsoft.com/office/drawing/2014/main" id="{FE4F41C0-1AC6-44D1-B3C5-B077CB032720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02671" y="2005417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 20">
              <a:extLst>
                <a:ext uri="{FF2B5EF4-FFF2-40B4-BE49-F238E27FC236}">
                  <a16:creationId xmlns:a16="http://schemas.microsoft.com/office/drawing/2014/main" id="{E471D011-C8B6-4BBA-AD16-FD575F82BA6D}"/>
                </a:ext>
              </a:extLst>
            </p:cNvPr>
            <p:cNvSpPr/>
            <p:nvPr/>
          </p:nvSpPr>
          <p:spPr>
            <a:xfrm>
              <a:off x="71460" y="2097132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1" name="Oval 22">
              <a:extLst>
                <a:ext uri="{FF2B5EF4-FFF2-40B4-BE49-F238E27FC236}">
                  <a16:creationId xmlns:a16="http://schemas.microsoft.com/office/drawing/2014/main" id="{11F7A701-4E70-4E57-A7EC-008773ED045B}"/>
                </a:ext>
              </a:extLst>
            </p:cNvPr>
            <p:cNvSpPr/>
            <p:nvPr/>
          </p:nvSpPr>
          <p:spPr>
            <a:xfrm>
              <a:off x="793950" y="1340859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142" name="Partial Circle 9">
              <a:extLst>
                <a:ext uri="{FF2B5EF4-FFF2-40B4-BE49-F238E27FC236}">
                  <a16:creationId xmlns:a16="http://schemas.microsoft.com/office/drawing/2014/main" id="{9AC64BA0-CAFE-4602-90B9-B3DBAB87A7D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08607" y="2082740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TextBox 10">
                  <a:extLst>
                    <a:ext uri="{FF2B5EF4-FFF2-40B4-BE49-F238E27FC236}">
                      <a16:creationId xmlns:a16="http://schemas.microsoft.com/office/drawing/2014/main" id="{F4BA87A4-FF23-4612-80FF-80921F92BB65}"/>
                    </a:ext>
                  </a:extLst>
                </p:cNvPr>
                <p:cNvSpPr txBox="1"/>
                <p:nvPr/>
              </p:nvSpPr>
              <p:spPr>
                <a:xfrm>
                  <a:off x="444591" y="2117790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43" name="TextBox 10">
                  <a:extLst>
                    <a:ext uri="{FF2B5EF4-FFF2-40B4-BE49-F238E27FC236}">
                      <a16:creationId xmlns:a16="http://schemas.microsoft.com/office/drawing/2014/main" id="{F4BA87A4-FF23-4612-80FF-80921F92B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91" y="2117790"/>
                  <a:ext cx="31523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Straight Arrow Connector 17">
              <a:extLst>
                <a:ext uri="{FF2B5EF4-FFF2-40B4-BE49-F238E27FC236}">
                  <a16:creationId xmlns:a16="http://schemas.microsoft.com/office/drawing/2014/main" id="{7EB6597C-C881-4F18-9B47-83683D4AF3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861" y="2182813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5" name="Partial Circle 9">
              <a:extLst>
                <a:ext uri="{FF2B5EF4-FFF2-40B4-BE49-F238E27FC236}">
                  <a16:creationId xmlns:a16="http://schemas.microsoft.com/office/drawing/2014/main" id="{6665CDF3-4625-42FB-84E0-3C96C4A5D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5884" y="2045519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TextBox 10">
                  <a:extLst>
                    <a:ext uri="{FF2B5EF4-FFF2-40B4-BE49-F238E27FC236}">
                      <a16:creationId xmlns:a16="http://schemas.microsoft.com/office/drawing/2014/main" id="{18AA10A0-393A-4B71-8D8A-7D5D0CD59BF5}"/>
                    </a:ext>
                  </a:extLst>
                </p:cNvPr>
                <p:cNvSpPr txBox="1"/>
                <p:nvPr/>
              </p:nvSpPr>
              <p:spPr>
                <a:xfrm>
                  <a:off x="835662" y="1797372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46" name="TextBox 10">
                  <a:extLst>
                    <a:ext uri="{FF2B5EF4-FFF2-40B4-BE49-F238E27FC236}">
                      <a16:creationId xmlns:a16="http://schemas.microsoft.com/office/drawing/2014/main" id="{18AA10A0-393A-4B71-8D8A-7D5D0CD59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662" y="1797372"/>
                  <a:ext cx="297046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4082"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Straight Arrow Connector 17">
              <a:extLst>
                <a:ext uri="{FF2B5EF4-FFF2-40B4-BE49-F238E27FC236}">
                  <a16:creationId xmlns:a16="http://schemas.microsoft.com/office/drawing/2014/main" id="{6A2A4286-7281-4D37-A09A-D09693710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358" y="1737086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724299CC-ACFF-4DA2-A7A6-DC7E7D1BAC58}"/>
                </a:ext>
              </a:extLst>
            </p:cNvPr>
            <p:cNvSpPr/>
            <p:nvPr/>
          </p:nvSpPr>
          <p:spPr>
            <a:xfrm rot="18689988">
              <a:off x="1094853" y="1446159"/>
              <a:ext cx="329835" cy="221179"/>
            </a:xfrm>
            <a:prstGeom prst="triangl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415" dirty="0"/>
            </a:p>
          </p:txBody>
        </p: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E0126937-C336-43FE-A429-7EC671EC6B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53" t="50556" r="52043" b="30217"/>
            <a:stretch/>
          </p:blipFill>
          <p:spPr>
            <a:xfrm>
              <a:off x="5388326" y="1530132"/>
              <a:ext cx="1498251" cy="1507936"/>
            </a:xfrm>
            <a:prstGeom prst="rect">
              <a:avLst/>
            </a:prstGeom>
          </p:spPr>
        </p:pic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00672F15-B2F5-4425-A664-275574E524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31" t="50556" r="31305" b="30217"/>
            <a:stretch/>
          </p:blipFill>
          <p:spPr>
            <a:xfrm>
              <a:off x="3700856" y="1526382"/>
              <a:ext cx="1510702" cy="1507936"/>
            </a:xfrm>
            <a:prstGeom prst="rect">
              <a:avLst/>
            </a:prstGeom>
          </p:spPr>
        </p:pic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9114C173-5075-43F6-8535-F1D402445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37" t="50556" r="10680" b="30217"/>
            <a:stretch/>
          </p:blipFill>
          <p:spPr>
            <a:xfrm>
              <a:off x="7063345" y="1526382"/>
              <a:ext cx="1504477" cy="1507936"/>
            </a:xfrm>
            <a:prstGeom prst="rect">
              <a:avLst/>
            </a:prstGeom>
          </p:spPr>
        </p:pic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38874CE3-919F-4977-9D6A-669D42C783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0" t="50556" r="72519" b="30217"/>
            <a:stretch/>
          </p:blipFill>
          <p:spPr>
            <a:xfrm>
              <a:off x="2004895" y="1530131"/>
              <a:ext cx="1519194" cy="1507937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C2F7FA1-8515-486B-A52B-11405C691842}"/>
                </a:ext>
              </a:extLst>
            </p:cNvPr>
            <p:cNvSpPr/>
            <p:nvPr/>
          </p:nvSpPr>
          <p:spPr>
            <a:xfrm>
              <a:off x="1681796" y="2972992"/>
              <a:ext cx="1093569" cy="40011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meridian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p:pic>
          <p:nvPicPr>
            <p:cNvPr id="65" name="圖片 64">
              <a:extLst>
                <a:ext uri="{FF2B5EF4-FFF2-40B4-BE49-F238E27FC236}">
                  <a16:creationId xmlns:a16="http://schemas.microsoft.com/office/drawing/2014/main" id="{98B4C524-8031-4989-8914-5FA727109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33191" y="173942"/>
              <a:ext cx="2491449" cy="575278"/>
            </a:xfrm>
            <a:prstGeom prst="rect">
              <a:avLst/>
            </a:prstGeom>
          </p:spPr>
        </p:pic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E480586A-2202-49A0-A95F-32C06DCF99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819"/>
            <a:stretch/>
          </p:blipFill>
          <p:spPr>
            <a:xfrm>
              <a:off x="8629651" y="1489871"/>
              <a:ext cx="507351" cy="156448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3C67AA4-E626-47DD-88F8-4694EF3F8830}"/>
                  </a:ext>
                </a:extLst>
              </p:cNvPr>
              <p:cNvSpPr txBox="1"/>
              <p:nvPr/>
            </p:nvSpPr>
            <p:spPr>
              <a:xfrm>
                <a:off x="8560089" y="2762412"/>
                <a:ext cx="4798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3C67AA4-E626-47DD-88F8-4694EF3F8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089" y="2762412"/>
                <a:ext cx="479853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75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1365</TotalTime>
  <Words>67</Words>
  <Application>Microsoft Office PowerPoint</Application>
  <PresentationFormat>自訂</PresentationFormat>
  <Paragraphs>32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25</cp:revision>
  <dcterms:created xsi:type="dcterms:W3CDTF">2026-04-28T04:34:15Z</dcterms:created>
  <dcterms:modified xsi:type="dcterms:W3CDTF">2026-05-22T04:51:03Z</dcterms:modified>
</cp:coreProperties>
</file>