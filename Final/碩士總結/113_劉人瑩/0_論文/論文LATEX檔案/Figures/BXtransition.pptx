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69" r:id="rId3"/>
    <p:sldId id="270" r:id="rId4"/>
    <p:sldId id="271" r:id="rId5"/>
    <p:sldId id="272" r:id="rId6"/>
    <p:sldId id="261" r:id="rId7"/>
    <p:sldId id="262" r:id="rId8"/>
    <p:sldId id="263" r:id="rId9"/>
    <p:sldId id="264" r:id="rId10"/>
    <p:sldId id="273" r:id="rId11"/>
    <p:sldId id="265" r:id="rId12"/>
    <p:sldId id="266" r:id="rId13"/>
    <p:sldId id="267" r:id="rId14"/>
    <p:sldId id="268" r:id="rId15"/>
    <p:sldId id="274" r:id="rId16"/>
    <p:sldId id="257" r:id="rId17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EF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36" autoAdjust="0"/>
    <p:restoredTop sz="94571" autoAdjust="0"/>
  </p:normalViewPr>
  <p:slideViewPr>
    <p:cSldViewPr snapToGrid="0">
      <p:cViewPr>
        <p:scale>
          <a:sx n="66" d="100"/>
          <a:sy n="66" d="100"/>
        </p:scale>
        <p:origin x="15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4017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2663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13121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4593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27893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5022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52150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472490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69451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73931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258846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C44D4F-D6DB-48D1-8C0A-431A4767C007}" type="datetimeFigureOut">
              <a:rPr lang="zh-TW" altLang="en-US" smtClean="0"/>
              <a:t>2026/7/1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C2131-DB9B-4CA0-89D2-280927E879C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52268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3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2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1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8" Type="http://schemas.openxmlformats.org/officeDocument/2006/relationships/image" Target="../media/image17.png"/><Relationship Id="rId26" Type="http://schemas.openxmlformats.org/officeDocument/2006/relationships/image" Target="../media/image28.png"/><Relationship Id="rId3" Type="http://schemas.openxmlformats.org/officeDocument/2006/relationships/image" Target="../media/image25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1.png"/><Relationship Id="rId2" Type="http://schemas.openxmlformats.org/officeDocument/2006/relationships/image" Target="../media/image24.png"/><Relationship Id="rId16" Type="http://schemas.openxmlformats.org/officeDocument/2006/relationships/image" Target="../media/image27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4.png"/><Relationship Id="rId15" Type="http://schemas.openxmlformats.org/officeDocument/2006/relationships/image" Target="../media/image26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8" Type="http://schemas.openxmlformats.org/officeDocument/2006/relationships/image" Target="../media/image17.png"/><Relationship Id="rId26" Type="http://schemas.openxmlformats.org/officeDocument/2006/relationships/image" Target="../media/image31.png"/><Relationship Id="rId3" Type="http://schemas.openxmlformats.org/officeDocument/2006/relationships/image" Target="../media/image3.png"/><Relationship Id="rId21" Type="http://schemas.openxmlformats.org/officeDocument/2006/relationships/image" Target="../media/image20.png"/><Relationship Id="rId7" Type="http://schemas.openxmlformats.org/officeDocument/2006/relationships/image" Target="../media/image7.png"/><Relationship Id="rId17" Type="http://schemas.openxmlformats.org/officeDocument/2006/relationships/image" Target="../media/image16.png"/><Relationship Id="rId25" Type="http://schemas.openxmlformats.org/officeDocument/2006/relationships/image" Target="../media/image1.png"/><Relationship Id="rId2" Type="http://schemas.openxmlformats.org/officeDocument/2006/relationships/image" Target="../media/image29.png"/><Relationship Id="rId16" Type="http://schemas.openxmlformats.org/officeDocument/2006/relationships/image" Target="../media/image27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0.png"/><Relationship Id="rId23" Type="http://schemas.openxmlformats.org/officeDocument/2006/relationships/image" Target="../media/image22.png"/><Relationship Id="rId28" Type="http://schemas.openxmlformats.org/officeDocument/2006/relationships/image" Target="../media/image33.png"/><Relationship Id="rId10" Type="http://schemas.openxmlformats.org/officeDocument/2006/relationships/image" Target="../media/image10.png"/><Relationship Id="rId19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Relationship Id="rId22" Type="http://schemas.openxmlformats.org/officeDocument/2006/relationships/image" Target="../media/image12.png"/><Relationship Id="rId27" Type="http://schemas.openxmlformats.org/officeDocument/2006/relationships/image" Target="../media/image3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8" Type="http://schemas.openxmlformats.org/officeDocument/2006/relationships/image" Target="../media/image17.png"/><Relationship Id="rId26" Type="http://schemas.openxmlformats.org/officeDocument/2006/relationships/image" Target="../media/image35.png"/><Relationship Id="rId3" Type="http://schemas.openxmlformats.org/officeDocument/2006/relationships/image" Target="../media/image3.png"/><Relationship Id="rId21" Type="http://schemas.openxmlformats.org/officeDocument/2006/relationships/image" Target="../media/image20.png"/><Relationship Id="rId7" Type="http://schemas.openxmlformats.org/officeDocument/2006/relationships/image" Target="../media/image7.png"/><Relationship Id="rId17" Type="http://schemas.openxmlformats.org/officeDocument/2006/relationships/image" Target="../media/image16.png"/><Relationship Id="rId25" Type="http://schemas.openxmlformats.org/officeDocument/2006/relationships/image" Target="../media/image1.png"/><Relationship Id="rId2" Type="http://schemas.openxmlformats.org/officeDocument/2006/relationships/image" Target="../media/image34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24" Type="http://schemas.openxmlformats.org/officeDocument/2006/relationships/image" Target="../media/image23.png"/><Relationship Id="rId5" Type="http://schemas.openxmlformats.org/officeDocument/2006/relationships/image" Target="../media/image5.png"/><Relationship Id="rId15" Type="http://schemas.openxmlformats.org/officeDocument/2006/relationships/image" Target="../media/image30.png"/><Relationship Id="rId23" Type="http://schemas.openxmlformats.org/officeDocument/2006/relationships/image" Target="../media/image22.png"/><Relationship Id="rId10" Type="http://schemas.openxmlformats.org/officeDocument/2006/relationships/image" Target="../media/image10.png"/><Relationship Id="rId19" Type="http://schemas.openxmlformats.org/officeDocument/2006/relationships/image" Target="../media/image18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3.png"/><Relationship Id="rId22" Type="http://schemas.openxmlformats.org/officeDocument/2006/relationships/image" Target="../media/image12.png"/><Relationship Id="rId27" Type="http://schemas.openxmlformats.org/officeDocument/2006/relationships/image" Target="../media/image36.png"/></Relationships>
</file>

<file path=ppt/slides/_rels/slide5.xml.rels><?xml version="1.0" encoding="UTF-8" standalone="yes"?>
<Relationships xmlns="http://schemas.openxmlformats.org/package/2006/relationships"><Relationship Id="rId26" Type="http://schemas.openxmlformats.org/officeDocument/2006/relationships/image" Target="../media/image57.png"/><Relationship Id="rId21" Type="http://schemas.openxmlformats.org/officeDocument/2006/relationships/image" Target="../media/image53.png"/><Relationship Id="rId42" Type="http://schemas.openxmlformats.org/officeDocument/2006/relationships/image" Target="../media/image71.png"/><Relationship Id="rId47" Type="http://schemas.openxmlformats.org/officeDocument/2006/relationships/image" Target="../media/image29.png"/><Relationship Id="rId63" Type="http://schemas.openxmlformats.org/officeDocument/2006/relationships/image" Target="../media/image86.png"/><Relationship Id="rId68" Type="http://schemas.openxmlformats.org/officeDocument/2006/relationships/image" Target="../media/image91.png"/><Relationship Id="rId2" Type="http://schemas.openxmlformats.org/officeDocument/2006/relationships/image" Target="../media/image1.png"/><Relationship Id="rId16" Type="http://schemas.openxmlformats.org/officeDocument/2006/relationships/image" Target="../media/image48.png"/><Relationship Id="rId29" Type="http://schemas.openxmlformats.org/officeDocument/2006/relationships/image" Target="../media/image58.png"/><Relationship Id="rId11" Type="http://schemas.openxmlformats.org/officeDocument/2006/relationships/image" Target="../media/image43.png"/><Relationship Id="rId24" Type="http://schemas.openxmlformats.org/officeDocument/2006/relationships/image" Target="../media/image21.png"/><Relationship Id="rId32" Type="http://schemas.openxmlformats.org/officeDocument/2006/relationships/image" Target="../media/image61.png"/><Relationship Id="rId37" Type="http://schemas.openxmlformats.org/officeDocument/2006/relationships/image" Target="../media/image66.png"/><Relationship Id="rId40" Type="http://schemas.openxmlformats.org/officeDocument/2006/relationships/image" Target="../media/image69.png"/><Relationship Id="rId45" Type="http://schemas.openxmlformats.org/officeDocument/2006/relationships/image" Target="../media/image74.png"/><Relationship Id="rId53" Type="http://schemas.openxmlformats.org/officeDocument/2006/relationships/image" Target="../media/image80.png"/><Relationship Id="rId58" Type="http://schemas.openxmlformats.org/officeDocument/2006/relationships/image" Target="../media/image32.png"/><Relationship Id="rId66" Type="http://schemas.openxmlformats.org/officeDocument/2006/relationships/image" Target="../media/image89.png"/><Relationship Id="rId74" Type="http://schemas.openxmlformats.org/officeDocument/2006/relationships/image" Target="../media/image97.png"/><Relationship Id="rId5" Type="http://schemas.openxmlformats.org/officeDocument/2006/relationships/image" Target="../media/image38.png"/><Relationship Id="rId61" Type="http://schemas.openxmlformats.org/officeDocument/2006/relationships/image" Target="../media/image84.png"/><Relationship Id="rId19" Type="http://schemas.openxmlformats.org/officeDocument/2006/relationships/image" Target="../media/image51.png"/><Relationship Id="rId14" Type="http://schemas.openxmlformats.org/officeDocument/2006/relationships/image" Target="../media/image46.png"/><Relationship Id="rId22" Type="http://schemas.openxmlformats.org/officeDocument/2006/relationships/image" Target="../media/image54.png"/><Relationship Id="rId27" Type="http://schemas.openxmlformats.org/officeDocument/2006/relationships/image" Target="../media/image24.png"/><Relationship Id="rId30" Type="http://schemas.openxmlformats.org/officeDocument/2006/relationships/image" Target="../media/image59.png"/><Relationship Id="rId35" Type="http://schemas.openxmlformats.org/officeDocument/2006/relationships/image" Target="../media/image64.png"/><Relationship Id="rId43" Type="http://schemas.openxmlformats.org/officeDocument/2006/relationships/image" Target="../media/image72.png"/><Relationship Id="rId48" Type="http://schemas.openxmlformats.org/officeDocument/2006/relationships/image" Target="../media/image75.png"/><Relationship Id="rId56" Type="http://schemas.openxmlformats.org/officeDocument/2006/relationships/image" Target="../media/image83.png"/><Relationship Id="rId64" Type="http://schemas.openxmlformats.org/officeDocument/2006/relationships/image" Target="../media/image87.png"/><Relationship Id="rId69" Type="http://schemas.openxmlformats.org/officeDocument/2006/relationships/image" Target="../media/image92.png"/><Relationship Id="rId8" Type="http://schemas.openxmlformats.org/officeDocument/2006/relationships/image" Target="../media/image41.png"/><Relationship Id="rId51" Type="http://schemas.openxmlformats.org/officeDocument/2006/relationships/image" Target="../media/image78.png"/><Relationship Id="rId72" Type="http://schemas.openxmlformats.org/officeDocument/2006/relationships/image" Target="../media/image95.png"/><Relationship Id="rId3" Type="http://schemas.openxmlformats.org/officeDocument/2006/relationships/image" Target="../media/image2.png"/><Relationship Id="rId12" Type="http://schemas.openxmlformats.org/officeDocument/2006/relationships/image" Target="../media/image44.png"/><Relationship Id="rId17" Type="http://schemas.openxmlformats.org/officeDocument/2006/relationships/image" Target="../media/image49.png"/><Relationship Id="rId25" Type="http://schemas.openxmlformats.org/officeDocument/2006/relationships/image" Target="../media/image56.png"/><Relationship Id="rId33" Type="http://schemas.openxmlformats.org/officeDocument/2006/relationships/image" Target="../media/image62.png"/><Relationship Id="rId38" Type="http://schemas.openxmlformats.org/officeDocument/2006/relationships/image" Target="../media/image67.png"/><Relationship Id="rId46" Type="http://schemas.openxmlformats.org/officeDocument/2006/relationships/image" Target="../media/image28.png"/><Relationship Id="rId59" Type="http://schemas.openxmlformats.org/officeDocument/2006/relationships/image" Target="../media/image33.png"/><Relationship Id="rId67" Type="http://schemas.openxmlformats.org/officeDocument/2006/relationships/image" Target="../media/image90.png"/><Relationship Id="rId20" Type="http://schemas.openxmlformats.org/officeDocument/2006/relationships/image" Target="../media/image52.png"/><Relationship Id="rId41" Type="http://schemas.openxmlformats.org/officeDocument/2006/relationships/image" Target="../media/image70.png"/><Relationship Id="rId54" Type="http://schemas.openxmlformats.org/officeDocument/2006/relationships/image" Target="../media/image81.png"/><Relationship Id="rId62" Type="http://schemas.openxmlformats.org/officeDocument/2006/relationships/image" Target="../media/image85.png"/><Relationship Id="rId70" Type="http://schemas.openxmlformats.org/officeDocument/2006/relationships/image" Target="../media/image93.png"/><Relationship Id="rId75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5" Type="http://schemas.openxmlformats.org/officeDocument/2006/relationships/image" Target="../media/image47.png"/><Relationship Id="rId23" Type="http://schemas.openxmlformats.org/officeDocument/2006/relationships/image" Target="../media/image55.png"/><Relationship Id="rId28" Type="http://schemas.openxmlformats.org/officeDocument/2006/relationships/image" Target="../media/image25.png"/><Relationship Id="rId36" Type="http://schemas.openxmlformats.org/officeDocument/2006/relationships/image" Target="../media/image65.png"/><Relationship Id="rId49" Type="http://schemas.openxmlformats.org/officeDocument/2006/relationships/image" Target="../media/image76.png"/><Relationship Id="rId57" Type="http://schemas.openxmlformats.org/officeDocument/2006/relationships/image" Target="../media/image31.png"/><Relationship Id="rId10" Type="http://schemas.openxmlformats.org/officeDocument/2006/relationships/image" Target="../media/image8.png"/><Relationship Id="rId31" Type="http://schemas.openxmlformats.org/officeDocument/2006/relationships/image" Target="../media/image60.png"/><Relationship Id="rId44" Type="http://schemas.openxmlformats.org/officeDocument/2006/relationships/image" Target="../media/image73.png"/><Relationship Id="rId52" Type="http://schemas.openxmlformats.org/officeDocument/2006/relationships/image" Target="../media/image79.png"/><Relationship Id="rId60" Type="http://schemas.openxmlformats.org/officeDocument/2006/relationships/image" Target="../media/image34.png"/><Relationship Id="rId65" Type="http://schemas.openxmlformats.org/officeDocument/2006/relationships/image" Target="../media/image88.png"/><Relationship Id="rId73" Type="http://schemas.openxmlformats.org/officeDocument/2006/relationships/image" Target="../media/image96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3" Type="http://schemas.openxmlformats.org/officeDocument/2006/relationships/image" Target="../media/image45.png"/><Relationship Id="rId18" Type="http://schemas.openxmlformats.org/officeDocument/2006/relationships/image" Target="../media/image50.png"/><Relationship Id="rId39" Type="http://schemas.openxmlformats.org/officeDocument/2006/relationships/image" Target="../media/image68.png"/><Relationship Id="rId34" Type="http://schemas.openxmlformats.org/officeDocument/2006/relationships/image" Target="../media/image63.png"/><Relationship Id="rId50" Type="http://schemas.openxmlformats.org/officeDocument/2006/relationships/image" Target="../media/image77.png"/><Relationship Id="rId55" Type="http://schemas.openxmlformats.org/officeDocument/2006/relationships/image" Target="../media/image82.png"/><Relationship Id="rId76" Type="http://schemas.openxmlformats.org/officeDocument/2006/relationships/image" Target="../media/image36.png"/><Relationship Id="rId7" Type="http://schemas.openxmlformats.org/officeDocument/2006/relationships/image" Target="../media/image40.png"/><Relationship Id="rId71" Type="http://schemas.openxmlformats.org/officeDocument/2006/relationships/image" Target="../media/image9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6.png"/><Relationship Id="rId18" Type="http://schemas.openxmlformats.org/officeDocument/2006/relationships/image" Target="../media/image411.png"/><Relationship Id="rId3" Type="http://schemas.openxmlformats.org/officeDocument/2006/relationships/image" Target="../media/image99.png"/><Relationship Id="rId21" Type="http://schemas.openxmlformats.org/officeDocument/2006/relationships/image" Target="../media/image35.png"/><Relationship Id="rId7" Type="http://schemas.openxmlformats.org/officeDocument/2006/relationships/image" Target="../media/image100.png"/><Relationship Id="rId12" Type="http://schemas.openxmlformats.org/officeDocument/2006/relationships/image" Target="../media/image15.png"/><Relationship Id="rId17" Type="http://schemas.openxmlformats.org/officeDocument/2006/relationships/image" Target="../media/image20.png"/><Relationship Id="rId2" Type="http://schemas.openxmlformats.org/officeDocument/2006/relationships/image" Target="../media/image98.png"/><Relationship Id="rId16" Type="http://schemas.openxmlformats.org/officeDocument/2006/relationships/image" Target="../media/image19.png"/><Relationship Id="rId20" Type="http://schemas.openxmlformats.org/officeDocument/2006/relationships/image" Target="../media/image43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0.png"/><Relationship Id="rId11" Type="http://schemas.openxmlformats.org/officeDocument/2006/relationships/image" Target="../media/image14.png"/><Relationship Id="rId24" Type="http://schemas.openxmlformats.org/officeDocument/2006/relationships/image" Target="../media/image103.png"/><Relationship Id="rId5" Type="http://schemas.openxmlformats.org/officeDocument/2006/relationships/image" Target="../media/image510.png"/><Relationship Id="rId15" Type="http://schemas.openxmlformats.org/officeDocument/2006/relationships/image" Target="../media/image18.png"/><Relationship Id="rId23" Type="http://schemas.openxmlformats.org/officeDocument/2006/relationships/image" Target="../media/image102.png"/><Relationship Id="rId10" Type="http://schemas.openxmlformats.org/officeDocument/2006/relationships/image" Target="../media/image400.png"/><Relationship Id="rId19" Type="http://schemas.openxmlformats.org/officeDocument/2006/relationships/image" Target="../media/image420.png"/><Relationship Id="rId4" Type="http://schemas.openxmlformats.org/officeDocument/2006/relationships/image" Target="../media/image311.png"/><Relationship Id="rId9" Type="http://schemas.openxmlformats.org/officeDocument/2006/relationships/image" Target="../media/image390.png"/><Relationship Id="rId14" Type="http://schemas.openxmlformats.org/officeDocument/2006/relationships/image" Target="../media/image17.png"/><Relationship Id="rId22" Type="http://schemas.openxmlformats.org/officeDocument/2006/relationships/image" Target="../media/image10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6.png"/><Relationship Id="rId18" Type="http://schemas.openxmlformats.org/officeDocument/2006/relationships/image" Target="../media/image490.png"/><Relationship Id="rId3" Type="http://schemas.openxmlformats.org/officeDocument/2006/relationships/image" Target="../media/image99.png"/><Relationship Id="rId21" Type="http://schemas.openxmlformats.org/officeDocument/2006/relationships/image" Target="../media/image106.png"/><Relationship Id="rId7" Type="http://schemas.openxmlformats.org/officeDocument/2006/relationships/image" Target="../media/image100.png"/><Relationship Id="rId12" Type="http://schemas.openxmlformats.org/officeDocument/2006/relationships/image" Target="../media/image270.png"/><Relationship Id="rId17" Type="http://schemas.openxmlformats.org/officeDocument/2006/relationships/image" Target="../media/image20.png"/><Relationship Id="rId25" Type="http://schemas.openxmlformats.org/officeDocument/2006/relationships/image" Target="../media/image107.png"/><Relationship Id="rId2" Type="http://schemas.openxmlformats.org/officeDocument/2006/relationships/image" Target="../media/image104.png"/><Relationship Id="rId16" Type="http://schemas.openxmlformats.org/officeDocument/2006/relationships/image" Target="../media/image19.png"/><Relationship Id="rId20" Type="http://schemas.openxmlformats.org/officeDocument/2006/relationships/image" Target="../media/image5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0.png"/><Relationship Id="rId11" Type="http://schemas.openxmlformats.org/officeDocument/2006/relationships/image" Target="../media/image260.png"/><Relationship Id="rId24" Type="http://schemas.openxmlformats.org/officeDocument/2006/relationships/image" Target="../media/image106.png"/><Relationship Id="rId5" Type="http://schemas.openxmlformats.org/officeDocument/2006/relationships/image" Target="../media/image510.png"/><Relationship Id="rId15" Type="http://schemas.openxmlformats.org/officeDocument/2006/relationships/image" Target="../media/image18.png"/><Relationship Id="rId23" Type="http://schemas.openxmlformats.org/officeDocument/2006/relationships/image" Target="../media/image105.png"/><Relationship Id="rId10" Type="http://schemas.openxmlformats.org/officeDocument/2006/relationships/image" Target="../media/image400.png"/><Relationship Id="rId19" Type="http://schemas.openxmlformats.org/officeDocument/2006/relationships/image" Target="../media/image500.png"/><Relationship Id="rId4" Type="http://schemas.openxmlformats.org/officeDocument/2006/relationships/image" Target="../media/image311.png"/><Relationship Id="rId9" Type="http://schemas.openxmlformats.org/officeDocument/2006/relationships/image" Target="../media/image480.png"/><Relationship Id="rId14" Type="http://schemas.openxmlformats.org/officeDocument/2006/relationships/image" Target="../media/image17.png"/><Relationship Id="rId22" Type="http://schemas.openxmlformats.org/officeDocument/2006/relationships/image" Target="../media/image10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6.png"/><Relationship Id="rId18" Type="http://schemas.openxmlformats.org/officeDocument/2006/relationships/image" Target="../media/image571.png"/><Relationship Id="rId3" Type="http://schemas.openxmlformats.org/officeDocument/2006/relationships/image" Target="../media/image99.png"/><Relationship Id="rId21" Type="http://schemas.openxmlformats.org/officeDocument/2006/relationships/image" Target="../media/image31.png"/><Relationship Id="rId7" Type="http://schemas.openxmlformats.org/officeDocument/2006/relationships/image" Target="../media/image100.png"/><Relationship Id="rId12" Type="http://schemas.openxmlformats.org/officeDocument/2006/relationships/image" Target="../media/image270.png"/><Relationship Id="rId17" Type="http://schemas.openxmlformats.org/officeDocument/2006/relationships/image" Target="../media/image20.png"/><Relationship Id="rId2" Type="http://schemas.openxmlformats.org/officeDocument/2006/relationships/image" Target="../media/image108.png"/><Relationship Id="rId16" Type="http://schemas.openxmlformats.org/officeDocument/2006/relationships/image" Target="../media/image19.png"/><Relationship Id="rId20" Type="http://schemas.openxmlformats.org/officeDocument/2006/relationships/image" Target="../media/image10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10.png"/><Relationship Id="rId11" Type="http://schemas.openxmlformats.org/officeDocument/2006/relationships/image" Target="../media/image30.png"/><Relationship Id="rId5" Type="http://schemas.openxmlformats.org/officeDocument/2006/relationships/image" Target="../media/image510.png"/><Relationship Id="rId15" Type="http://schemas.openxmlformats.org/officeDocument/2006/relationships/image" Target="../media/image18.png"/><Relationship Id="rId23" Type="http://schemas.openxmlformats.org/officeDocument/2006/relationships/image" Target="../media/image111.png"/><Relationship Id="rId10" Type="http://schemas.openxmlformats.org/officeDocument/2006/relationships/image" Target="../media/image400.png"/><Relationship Id="rId19" Type="http://schemas.openxmlformats.org/officeDocument/2006/relationships/image" Target="../media/image581.png"/><Relationship Id="rId4" Type="http://schemas.openxmlformats.org/officeDocument/2006/relationships/image" Target="../media/image311.png"/><Relationship Id="rId9" Type="http://schemas.openxmlformats.org/officeDocument/2006/relationships/image" Target="../media/image561.png"/><Relationship Id="rId14" Type="http://schemas.openxmlformats.org/officeDocument/2006/relationships/image" Target="../media/image17.png"/><Relationship Id="rId22" Type="http://schemas.openxmlformats.org/officeDocument/2006/relationships/image" Target="../media/image10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0.png"/><Relationship Id="rId13" Type="http://schemas.openxmlformats.org/officeDocument/2006/relationships/image" Target="../media/image400.png"/><Relationship Id="rId18" Type="http://schemas.openxmlformats.org/officeDocument/2006/relationships/image" Target="../media/image18.png"/><Relationship Id="rId26" Type="http://schemas.openxmlformats.org/officeDocument/2006/relationships/image" Target="../media/image114.png"/><Relationship Id="rId3" Type="http://schemas.openxmlformats.org/officeDocument/2006/relationships/image" Target="../media/image113.png"/><Relationship Id="rId21" Type="http://schemas.openxmlformats.org/officeDocument/2006/relationships/image" Target="../media/image571.png"/><Relationship Id="rId7" Type="http://schemas.openxmlformats.org/officeDocument/2006/relationships/image" Target="../media/image311.png"/><Relationship Id="rId12" Type="http://schemas.openxmlformats.org/officeDocument/2006/relationships/image" Target="../media/image390.png"/><Relationship Id="rId17" Type="http://schemas.openxmlformats.org/officeDocument/2006/relationships/image" Target="../media/image17.png"/><Relationship Id="rId25" Type="http://schemas.openxmlformats.org/officeDocument/2006/relationships/image" Target="../media/image101.png"/><Relationship Id="rId2" Type="http://schemas.openxmlformats.org/officeDocument/2006/relationships/image" Target="../media/image11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11" Type="http://schemas.openxmlformats.org/officeDocument/2006/relationships/image" Target="../media/image110.png"/><Relationship Id="rId24" Type="http://schemas.openxmlformats.org/officeDocument/2006/relationships/image" Target="../media/image35.png"/><Relationship Id="rId5" Type="http://schemas.openxmlformats.org/officeDocument/2006/relationships/image" Target="../media/image99.png"/><Relationship Id="rId15" Type="http://schemas.openxmlformats.org/officeDocument/2006/relationships/image" Target="../media/image15.png"/><Relationship Id="rId23" Type="http://schemas.openxmlformats.org/officeDocument/2006/relationships/image" Target="../media/image651.png"/><Relationship Id="rId10" Type="http://schemas.openxmlformats.org/officeDocument/2006/relationships/image" Target="../media/image100.png"/><Relationship Id="rId19" Type="http://schemas.openxmlformats.org/officeDocument/2006/relationships/image" Target="../media/image19.png"/><Relationship Id="rId4" Type="http://schemas.openxmlformats.org/officeDocument/2006/relationships/image" Target="../media/image108.png"/><Relationship Id="rId9" Type="http://schemas.openxmlformats.org/officeDocument/2006/relationships/image" Target="../media/image710.png"/><Relationship Id="rId14" Type="http://schemas.openxmlformats.org/officeDocument/2006/relationships/image" Target="../media/image30.png"/><Relationship Id="rId22" Type="http://schemas.openxmlformats.org/officeDocument/2006/relationships/image" Target="../media/image641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image" Target="../media/image98.png"/><Relationship Id="rId21" Type="http://schemas.openxmlformats.org/officeDocument/2006/relationships/image" Target="../media/image120.png"/><Relationship Id="rId34" Type="http://schemas.openxmlformats.org/officeDocument/2006/relationships/image" Target="../media/image126.png"/><Relationship Id="rId42" Type="http://schemas.openxmlformats.org/officeDocument/2006/relationships/image" Target="../media/image131.png"/><Relationship Id="rId47" Type="http://schemas.openxmlformats.org/officeDocument/2006/relationships/image" Target="../media/image133.png"/><Relationship Id="rId50" Type="http://schemas.openxmlformats.org/officeDocument/2006/relationships/image" Target="../media/image65.png"/><Relationship Id="rId55" Type="http://schemas.openxmlformats.org/officeDocument/2006/relationships/image" Target="../media/image105.png"/><Relationship Id="rId63" Type="http://schemas.openxmlformats.org/officeDocument/2006/relationships/image" Target="../media/image109.png"/><Relationship Id="rId7" Type="http://schemas.openxmlformats.org/officeDocument/2006/relationships/image" Target="../media/image41.png"/><Relationship Id="rId2" Type="http://schemas.openxmlformats.org/officeDocument/2006/relationships/image" Target="../media/image112.png"/><Relationship Id="rId16" Type="http://schemas.openxmlformats.org/officeDocument/2006/relationships/image" Target="../media/image118.png"/><Relationship Id="rId29" Type="http://schemas.openxmlformats.org/officeDocument/2006/relationships/image" Target="../media/image122.png"/><Relationship Id="rId11" Type="http://schemas.openxmlformats.org/officeDocument/2006/relationships/image" Target="../media/image116.png"/><Relationship Id="rId24" Type="http://schemas.openxmlformats.org/officeDocument/2006/relationships/image" Target="../media/image35.png"/><Relationship Id="rId32" Type="http://schemas.openxmlformats.org/officeDocument/2006/relationships/image" Target="../media/image124.png"/><Relationship Id="rId37" Type="http://schemas.openxmlformats.org/officeDocument/2006/relationships/image" Target="../media/image128.png"/><Relationship Id="rId40" Type="http://schemas.openxmlformats.org/officeDocument/2006/relationships/image" Target="../media/image71.png"/><Relationship Id="rId45" Type="http://schemas.openxmlformats.org/officeDocument/2006/relationships/image" Target="../media/image103.png"/><Relationship Id="rId53" Type="http://schemas.openxmlformats.org/officeDocument/2006/relationships/image" Target="../media/image137.png"/><Relationship Id="rId58" Type="http://schemas.openxmlformats.org/officeDocument/2006/relationships/image" Target="../media/image139.png"/><Relationship Id="rId5" Type="http://schemas.openxmlformats.org/officeDocument/2006/relationships/image" Target="../media/image99.png"/><Relationship Id="rId61" Type="http://schemas.openxmlformats.org/officeDocument/2006/relationships/image" Target="../media/image142.png"/><Relationship Id="rId19" Type="http://schemas.openxmlformats.org/officeDocument/2006/relationships/image" Target="../media/image54.png"/><Relationship Id="rId14" Type="http://schemas.openxmlformats.org/officeDocument/2006/relationships/image" Target="../media/image49.png"/><Relationship Id="rId22" Type="http://schemas.openxmlformats.org/officeDocument/2006/relationships/image" Target="../media/image121.png"/><Relationship Id="rId27" Type="http://schemas.openxmlformats.org/officeDocument/2006/relationships/image" Target="../media/image58.png"/><Relationship Id="rId30" Type="http://schemas.openxmlformats.org/officeDocument/2006/relationships/image" Target="../media/image86.png"/><Relationship Id="rId35" Type="http://schemas.openxmlformats.org/officeDocument/2006/relationships/image" Target="../media/image127.png"/><Relationship Id="rId43" Type="http://schemas.openxmlformats.org/officeDocument/2006/relationships/image" Target="../media/image132.png"/><Relationship Id="rId48" Type="http://schemas.openxmlformats.org/officeDocument/2006/relationships/image" Target="../media/image134.png"/><Relationship Id="rId56" Type="http://schemas.openxmlformats.org/officeDocument/2006/relationships/image" Target="../media/image106.png"/><Relationship Id="rId64" Type="http://schemas.openxmlformats.org/officeDocument/2006/relationships/image" Target="../media/image31.png"/><Relationship Id="rId8" Type="http://schemas.openxmlformats.org/officeDocument/2006/relationships/image" Target="../media/image42.png"/><Relationship Id="rId51" Type="http://schemas.openxmlformats.org/officeDocument/2006/relationships/image" Target="../media/image66.png"/><Relationship Id="rId3" Type="http://schemas.openxmlformats.org/officeDocument/2006/relationships/image" Target="../media/image113.png"/><Relationship Id="rId12" Type="http://schemas.openxmlformats.org/officeDocument/2006/relationships/image" Target="../media/image117.png"/><Relationship Id="rId17" Type="http://schemas.openxmlformats.org/officeDocument/2006/relationships/image" Target="../media/image52.png"/><Relationship Id="rId25" Type="http://schemas.openxmlformats.org/officeDocument/2006/relationships/image" Target="../media/image114.png"/><Relationship Id="rId33" Type="http://schemas.openxmlformats.org/officeDocument/2006/relationships/image" Target="../media/image125.png"/><Relationship Id="rId38" Type="http://schemas.openxmlformats.org/officeDocument/2006/relationships/image" Target="../media/image129.png"/><Relationship Id="rId46" Type="http://schemas.openxmlformats.org/officeDocument/2006/relationships/image" Target="../media/image104.png"/><Relationship Id="rId59" Type="http://schemas.openxmlformats.org/officeDocument/2006/relationships/image" Target="../media/image140.png"/><Relationship Id="rId20" Type="http://schemas.openxmlformats.org/officeDocument/2006/relationships/image" Target="../media/image119.png"/><Relationship Id="rId41" Type="http://schemas.openxmlformats.org/officeDocument/2006/relationships/image" Target="../media/image130.png"/><Relationship Id="rId54" Type="http://schemas.openxmlformats.org/officeDocument/2006/relationships/image" Target="../media/image138.png"/><Relationship Id="rId62" Type="http://schemas.openxmlformats.org/officeDocument/2006/relationships/image" Target="../media/image1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15" Type="http://schemas.openxmlformats.org/officeDocument/2006/relationships/image" Target="../media/image50.png"/><Relationship Id="rId23" Type="http://schemas.openxmlformats.org/officeDocument/2006/relationships/image" Target="../media/image101.png"/><Relationship Id="rId28" Type="http://schemas.openxmlformats.org/officeDocument/2006/relationships/image" Target="../media/image60.png"/><Relationship Id="rId36" Type="http://schemas.openxmlformats.org/officeDocument/2006/relationships/image" Target="../media/image67.png"/><Relationship Id="rId49" Type="http://schemas.openxmlformats.org/officeDocument/2006/relationships/image" Target="../media/image135.png"/><Relationship Id="rId57" Type="http://schemas.openxmlformats.org/officeDocument/2006/relationships/image" Target="../media/image107.png"/><Relationship Id="rId10" Type="http://schemas.openxmlformats.org/officeDocument/2006/relationships/image" Target="../media/image115.png"/><Relationship Id="rId31" Type="http://schemas.openxmlformats.org/officeDocument/2006/relationships/image" Target="../media/image123.png"/><Relationship Id="rId44" Type="http://schemas.openxmlformats.org/officeDocument/2006/relationships/image" Target="../media/image102.png"/><Relationship Id="rId52" Type="http://schemas.openxmlformats.org/officeDocument/2006/relationships/image" Target="../media/image136.png"/><Relationship Id="rId60" Type="http://schemas.openxmlformats.org/officeDocument/2006/relationships/image" Target="../media/image141.png"/><Relationship Id="rId65" Type="http://schemas.openxmlformats.org/officeDocument/2006/relationships/image" Target="../media/image111.png"/><Relationship Id="rId4" Type="http://schemas.openxmlformats.org/officeDocument/2006/relationships/image" Target="../media/image108.png"/><Relationship Id="rId9" Type="http://schemas.openxmlformats.org/officeDocument/2006/relationships/image" Target="../media/image44.png"/><Relationship Id="rId13" Type="http://schemas.openxmlformats.org/officeDocument/2006/relationships/image" Target="../media/image90.png"/><Relationship Id="rId18" Type="http://schemas.openxmlformats.org/officeDocument/2006/relationships/image" Target="../media/image93.png"/><Relationship Id="rId39" Type="http://schemas.openxmlformats.org/officeDocument/2006/relationships/image" Target="../media/image7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8" Type="http://schemas.openxmlformats.org/officeDocument/2006/relationships/image" Target="../media/image17.png"/><Relationship Id="rId26" Type="http://schemas.openxmlformats.org/officeDocument/2006/relationships/image" Target="../media/image700.png"/><Relationship Id="rId3" Type="http://schemas.openxmlformats.org/officeDocument/2006/relationships/image" Target="../media/image145.png"/><Relationship Id="rId21" Type="http://schemas.openxmlformats.org/officeDocument/2006/relationships/image" Target="../media/image20.png"/><Relationship Id="rId17" Type="http://schemas.openxmlformats.org/officeDocument/2006/relationships/image" Target="../media/image16.png"/><Relationship Id="rId25" Type="http://schemas.openxmlformats.org/officeDocument/2006/relationships/image" Target="../media/image690.png"/><Relationship Id="rId2" Type="http://schemas.openxmlformats.org/officeDocument/2006/relationships/image" Target="../media/image144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7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11" Type="http://schemas.openxmlformats.org/officeDocument/2006/relationships/image" Target="../media/image100.png"/><Relationship Id="rId24" Type="http://schemas.openxmlformats.org/officeDocument/2006/relationships/image" Target="../media/image680.png"/><Relationship Id="rId5" Type="http://schemas.openxmlformats.org/officeDocument/2006/relationships/image" Target="../media/image311.png"/><Relationship Id="rId15" Type="http://schemas.openxmlformats.org/officeDocument/2006/relationships/image" Target="../media/image14.png"/><Relationship Id="rId23" Type="http://schemas.openxmlformats.org/officeDocument/2006/relationships/image" Target="../media/image112.png"/><Relationship Id="rId28" Type="http://schemas.openxmlformats.org/officeDocument/2006/relationships/image" Target="../media/image711.png"/><Relationship Id="rId19" Type="http://schemas.openxmlformats.org/officeDocument/2006/relationships/image" Target="../media/image18.png"/><Relationship Id="rId4" Type="http://schemas.openxmlformats.org/officeDocument/2006/relationships/image" Target="../media/image1.png"/><Relationship Id="rId22" Type="http://schemas.openxmlformats.org/officeDocument/2006/relationships/image" Target="../media/image113.png"/><Relationship Id="rId27" Type="http://schemas.openxmlformats.org/officeDocument/2006/relationships/image" Target="../media/image411.png"/><Relationship Id="rId30" Type="http://schemas.openxmlformats.org/officeDocument/2006/relationships/image" Target="../media/image14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0.png"/><Relationship Id="rId13" Type="http://schemas.openxmlformats.org/officeDocument/2006/relationships/image" Target="../media/image27.png"/><Relationship Id="rId18" Type="http://schemas.openxmlformats.org/officeDocument/2006/relationships/image" Target="../media/image17.png"/><Relationship Id="rId26" Type="http://schemas.openxmlformats.org/officeDocument/2006/relationships/image" Target="../media/image760.png"/><Relationship Id="rId3" Type="http://schemas.openxmlformats.org/officeDocument/2006/relationships/image" Target="../media/image144.png"/><Relationship Id="rId21" Type="http://schemas.openxmlformats.org/officeDocument/2006/relationships/image" Target="../media/image20.png"/><Relationship Id="rId12" Type="http://schemas.openxmlformats.org/officeDocument/2006/relationships/image" Target="../media/image26.png"/><Relationship Id="rId17" Type="http://schemas.openxmlformats.org/officeDocument/2006/relationships/image" Target="../media/image16.png"/><Relationship Id="rId25" Type="http://schemas.openxmlformats.org/officeDocument/2006/relationships/image" Target="../media/image750.png"/><Relationship Id="rId2" Type="http://schemas.openxmlformats.org/officeDocument/2006/relationships/image" Target="../media/image147.png"/><Relationship Id="rId20" Type="http://schemas.openxmlformats.org/officeDocument/2006/relationships/image" Target="../media/image19.png"/><Relationship Id="rId29" Type="http://schemas.openxmlformats.org/officeDocument/2006/relationships/image" Target="../media/image14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11" Type="http://schemas.openxmlformats.org/officeDocument/2006/relationships/image" Target="../media/image100.png"/><Relationship Id="rId24" Type="http://schemas.openxmlformats.org/officeDocument/2006/relationships/image" Target="../media/image700.png"/><Relationship Id="rId5" Type="http://schemas.openxmlformats.org/officeDocument/2006/relationships/image" Target="../media/image311.png"/><Relationship Id="rId23" Type="http://schemas.openxmlformats.org/officeDocument/2006/relationships/image" Target="../media/image740.png"/><Relationship Id="rId28" Type="http://schemas.openxmlformats.org/officeDocument/2006/relationships/image" Target="../media/image106.png"/><Relationship Id="rId19" Type="http://schemas.openxmlformats.org/officeDocument/2006/relationships/image" Target="../media/image18.png"/><Relationship Id="rId4" Type="http://schemas.openxmlformats.org/officeDocument/2006/relationships/image" Target="../media/image1.png"/><Relationship Id="rId22" Type="http://schemas.openxmlformats.org/officeDocument/2006/relationships/image" Target="../media/image680.png"/><Relationship Id="rId27" Type="http://schemas.openxmlformats.org/officeDocument/2006/relationships/image" Target="../media/image77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270.png"/><Relationship Id="rId18" Type="http://schemas.openxmlformats.org/officeDocument/2006/relationships/image" Target="../media/image20.png"/><Relationship Id="rId3" Type="http://schemas.openxmlformats.org/officeDocument/2006/relationships/image" Target="../media/image144.png"/><Relationship Id="rId21" Type="http://schemas.openxmlformats.org/officeDocument/2006/relationships/image" Target="../media/image830.png"/><Relationship Id="rId7" Type="http://schemas.openxmlformats.org/officeDocument/2006/relationships/image" Target="../media/image710.png"/><Relationship Id="rId12" Type="http://schemas.openxmlformats.org/officeDocument/2006/relationships/image" Target="../media/image30.png"/><Relationship Id="rId17" Type="http://schemas.openxmlformats.org/officeDocument/2006/relationships/image" Target="../media/image19.png"/><Relationship Id="rId2" Type="http://schemas.openxmlformats.org/officeDocument/2006/relationships/image" Target="../media/image149.png"/><Relationship Id="rId16" Type="http://schemas.openxmlformats.org/officeDocument/2006/relationships/image" Target="../media/image18.png"/><Relationship Id="rId20" Type="http://schemas.openxmlformats.org/officeDocument/2006/relationships/image" Target="../media/image8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11" Type="http://schemas.openxmlformats.org/officeDocument/2006/relationships/image" Target="../media/image400.png"/><Relationship Id="rId24" Type="http://schemas.openxmlformats.org/officeDocument/2006/relationships/image" Target="../media/image150.png"/><Relationship Id="rId5" Type="http://schemas.openxmlformats.org/officeDocument/2006/relationships/image" Target="../media/image311.png"/><Relationship Id="rId15" Type="http://schemas.openxmlformats.org/officeDocument/2006/relationships/image" Target="../media/image17.png"/><Relationship Id="rId23" Type="http://schemas.openxmlformats.org/officeDocument/2006/relationships/image" Target="../media/image31.png"/><Relationship Id="rId10" Type="http://schemas.openxmlformats.org/officeDocument/2006/relationships/image" Target="../media/image800.png"/><Relationship Id="rId19" Type="http://schemas.openxmlformats.org/officeDocument/2006/relationships/image" Target="../media/image810.png"/><Relationship Id="rId4" Type="http://schemas.openxmlformats.org/officeDocument/2006/relationships/image" Target="../media/image1.png"/><Relationship Id="rId9" Type="http://schemas.openxmlformats.org/officeDocument/2006/relationships/image" Target="../media/image110.png"/><Relationship Id="rId14" Type="http://schemas.openxmlformats.org/officeDocument/2006/relationships/image" Target="../media/image16.png"/><Relationship Id="rId22" Type="http://schemas.openxmlformats.org/officeDocument/2006/relationships/image" Target="../media/image84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870.png"/><Relationship Id="rId18" Type="http://schemas.openxmlformats.org/officeDocument/2006/relationships/image" Target="../media/image20.png"/><Relationship Id="rId26" Type="http://schemas.openxmlformats.org/officeDocument/2006/relationships/image" Target="../media/image152.png"/><Relationship Id="rId3" Type="http://schemas.openxmlformats.org/officeDocument/2006/relationships/image" Target="../media/image144.png"/><Relationship Id="rId21" Type="http://schemas.openxmlformats.org/officeDocument/2006/relationships/image" Target="../media/image880.png"/><Relationship Id="rId7" Type="http://schemas.openxmlformats.org/officeDocument/2006/relationships/image" Target="../media/image710.png"/><Relationship Id="rId12" Type="http://schemas.openxmlformats.org/officeDocument/2006/relationships/image" Target="../media/image30.png"/><Relationship Id="rId17" Type="http://schemas.openxmlformats.org/officeDocument/2006/relationships/image" Target="../media/image19.png"/><Relationship Id="rId25" Type="http://schemas.openxmlformats.org/officeDocument/2006/relationships/image" Target="../media/image900.png"/><Relationship Id="rId2" Type="http://schemas.openxmlformats.org/officeDocument/2006/relationships/image" Target="../media/image151.png"/><Relationship Id="rId16" Type="http://schemas.openxmlformats.org/officeDocument/2006/relationships/image" Target="../media/image18.png"/><Relationship Id="rId20" Type="http://schemas.openxmlformats.org/officeDocument/2006/relationships/image" Target="../media/image7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0.png"/><Relationship Id="rId11" Type="http://schemas.openxmlformats.org/officeDocument/2006/relationships/image" Target="../media/image400.png"/><Relationship Id="rId24" Type="http://schemas.openxmlformats.org/officeDocument/2006/relationships/image" Target="../media/image890.png"/><Relationship Id="rId5" Type="http://schemas.openxmlformats.org/officeDocument/2006/relationships/image" Target="../media/image311.png"/><Relationship Id="rId15" Type="http://schemas.openxmlformats.org/officeDocument/2006/relationships/image" Target="../media/image17.png"/><Relationship Id="rId23" Type="http://schemas.openxmlformats.org/officeDocument/2006/relationships/image" Target="../media/image35.png"/><Relationship Id="rId10" Type="http://schemas.openxmlformats.org/officeDocument/2006/relationships/image" Target="../media/image800.png"/><Relationship Id="rId19" Type="http://schemas.openxmlformats.org/officeDocument/2006/relationships/image" Target="../media/image810.png"/><Relationship Id="rId4" Type="http://schemas.openxmlformats.org/officeDocument/2006/relationships/image" Target="../media/image1.png"/><Relationship Id="rId9" Type="http://schemas.openxmlformats.org/officeDocument/2006/relationships/image" Target="../media/image110.png"/><Relationship Id="rId14" Type="http://schemas.openxmlformats.org/officeDocument/2006/relationships/image" Target="../media/image16.png"/><Relationship Id="rId22" Type="http://schemas.openxmlformats.org/officeDocument/2006/relationships/image" Target="../media/image840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7.png"/><Relationship Id="rId18" Type="http://schemas.openxmlformats.org/officeDocument/2006/relationships/image" Target="../media/image71.png"/><Relationship Id="rId26" Type="http://schemas.openxmlformats.org/officeDocument/2006/relationships/image" Target="../media/image157.png"/><Relationship Id="rId39" Type="http://schemas.openxmlformats.org/officeDocument/2006/relationships/image" Target="../media/image165.png"/><Relationship Id="rId21" Type="http://schemas.openxmlformats.org/officeDocument/2006/relationships/image" Target="../media/image156.png"/><Relationship Id="rId34" Type="http://schemas.openxmlformats.org/officeDocument/2006/relationships/image" Target="../media/image112.png"/><Relationship Id="rId42" Type="http://schemas.openxmlformats.org/officeDocument/2006/relationships/image" Target="../media/image147.png"/><Relationship Id="rId47" Type="http://schemas.openxmlformats.org/officeDocument/2006/relationships/image" Target="../media/image170.png"/><Relationship Id="rId7" Type="http://schemas.openxmlformats.org/officeDocument/2006/relationships/image" Target="../media/image122.png"/><Relationship Id="rId2" Type="http://schemas.openxmlformats.org/officeDocument/2006/relationships/image" Target="../media/image151.png"/><Relationship Id="rId16" Type="http://schemas.openxmlformats.org/officeDocument/2006/relationships/image" Target="../media/image129.png"/><Relationship Id="rId29" Type="http://schemas.openxmlformats.org/officeDocument/2006/relationships/image" Target="../media/image150.png"/><Relationship Id="rId11" Type="http://schemas.openxmlformats.org/officeDocument/2006/relationships/image" Target="../media/image125.png"/><Relationship Id="rId24" Type="http://schemas.openxmlformats.org/officeDocument/2006/relationships/image" Target="../media/image149.png"/><Relationship Id="rId32" Type="http://schemas.openxmlformats.org/officeDocument/2006/relationships/image" Target="../media/image160.png"/><Relationship Id="rId37" Type="http://schemas.openxmlformats.org/officeDocument/2006/relationships/image" Target="../media/image163.png"/><Relationship Id="rId40" Type="http://schemas.openxmlformats.org/officeDocument/2006/relationships/image" Target="../media/image166.png"/><Relationship Id="rId45" Type="http://schemas.openxmlformats.org/officeDocument/2006/relationships/image" Target="../media/image168.png"/><Relationship Id="rId5" Type="http://schemas.openxmlformats.org/officeDocument/2006/relationships/image" Target="../media/image58.png"/><Relationship Id="rId15" Type="http://schemas.openxmlformats.org/officeDocument/2006/relationships/image" Target="../media/image128.png"/><Relationship Id="rId23" Type="http://schemas.openxmlformats.org/officeDocument/2006/relationships/image" Target="../media/image152.png"/><Relationship Id="rId28" Type="http://schemas.openxmlformats.org/officeDocument/2006/relationships/image" Target="../media/image31.png"/><Relationship Id="rId36" Type="http://schemas.openxmlformats.org/officeDocument/2006/relationships/image" Target="../media/image162.png"/><Relationship Id="rId49" Type="http://schemas.openxmlformats.org/officeDocument/2006/relationships/image" Target="../media/image148.png"/><Relationship Id="rId10" Type="http://schemas.openxmlformats.org/officeDocument/2006/relationships/image" Target="../media/image153.png"/><Relationship Id="rId19" Type="http://schemas.openxmlformats.org/officeDocument/2006/relationships/image" Target="../media/image154.png"/><Relationship Id="rId31" Type="http://schemas.openxmlformats.org/officeDocument/2006/relationships/image" Target="../media/image159.png"/><Relationship Id="rId44" Type="http://schemas.openxmlformats.org/officeDocument/2006/relationships/image" Target="../media/image167.png"/><Relationship Id="rId4" Type="http://schemas.openxmlformats.org/officeDocument/2006/relationships/image" Target="../media/image1.png"/><Relationship Id="rId9" Type="http://schemas.openxmlformats.org/officeDocument/2006/relationships/image" Target="../media/image123.png"/><Relationship Id="rId14" Type="http://schemas.openxmlformats.org/officeDocument/2006/relationships/image" Target="../media/image67.png"/><Relationship Id="rId22" Type="http://schemas.openxmlformats.org/officeDocument/2006/relationships/image" Target="../media/image35.png"/><Relationship Id="rId27" Type="http://schemas.openxmlformats.org/officeDocument/2006/relationships/image" Target="../media/image158.png"/><Relationship Id="rId30" Type="http://schemas.openxmlformats.org/officeDocument/2006/relationships/image" Target="../media/image145.png"/><Relationship Id="rId35" Type="http://schemas.openxmlformats.org/officeDocument/2006/relationships/image" Target="../media/image161.png"/><Relationship Id="rId43" Type="http://schemas.openxmlformats.org/officeDocument/2006/relationships/image" Target="../media/image65.png"/><Relationship Id="rId48" Type="http://schemas.openxmlformats.org/officeDocument/2006/relationships/image" Target="../media/image106.png"/><Relationship Id="rId8" Type="http://schemas.openxmlformats.org/officeDocument/2006/relationships/image" Target="../media/image86.png"/><Relationship Id="rId3" Type="http://schemas.openxmlformats.org/officeDocument/2006/relationships/image" Target="../media/image144.png"/><Relationship Id="rId12" Type="http://schemas.openxmlformats.org/officeDocument/2006/relationships/image" Target="../media/image140.png"/><Relationship Id="rId17" Type="http://schemas.openxmlformats.org/officeDocument/2006/relationships/image" Target="../media/image70.png"/><Relationship Id="rId25" Type="http://schemas.openxmlformats.org/officeDocument/2006/relationships/image" Target="../media/image66.png"/><Relationship Id="rId33" Type="http://schemas.openxmlformats.org/officeDocument/2006/relationships/image" Target="../media/image113.png"/><Relationship Id="rId38" Type="http://schemas.openxmlformats.org/officeDocument/2006/relationships/image" Target="../media/image164.png"/><Relationship Id="rId46" Type="http://schemas.openxmlformats.org/officeDocument/2006/relationships/image" Target="../media/image169.png"/><Relationship Id="rId20" Type="http://schemas.openxmlformats.org/officeDocument/2006/relationships/image" Target="../media/image155.png"/><Relationship Id="rId41" Type="http://schemas.openxmlformats.org/officeDocument/2006/relationships/image" Target="../media/image14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600.png"/><Relationship Id="rId18" Type="http://schemas.openxmlformats.org/officeDocument/2006/relationships/image" Target="../media/image640.png"/><Relationship Id="rId3" Type="http://schemas.openxmlformats.org/officeDocument/2006/relationships/image" Target="../media/image1.png"/><Relationship Id="rId7" Type="http://schemas.openxmlformats.org/officeDocument/2006/relationships/image" Target="../media/image550.png"/><Relationship Id="rId12" Type="http://schemas.openxmlformats.org/officeDocument/2006/relationships/image" Target="../media/image590.png"/><Relationship Id="rId17" Type="http://schemas.openxmlformats.org/officeDocument/2006/relationships/image" Target="../media/image630.png"/><Relationship Id="rId2" Type="http://schemas.openxmlformats.org/officeDocument/2006/relationships/image" Target="../media/image2.png"/><Relationship Id="rId16" Type="http://schemas.openxmlformats.org/officeDocument/2006/relationships/image" Target="../media/image620.png"/><Relationship Id="rId20" Type="http://schemas.openxmlformats.org/officeDocument/2006/relationships/image" Target="../media/image66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0.png"/><Relationship Id="rId11" Type="http://schemas.openxmlformats.org/officeDocument/2006/relationships/image" Target="../media/image580.png"/><Relationship Id="rId5" Type="http://schemas.openxmlformats.org/officeDocument/2006/relationships/image" Target="../media/image530.png"/><Relationship Id="rId15" Type="http://schemas.openxmlformats.org/officeDocument/2006/relationships/image" Target="../media/image15.png"/><Relationship Id="rId10" Type="http://schemas.openxmlformats.org/officeDocument/2006/relationships/image" Target="../media/image570.png"/><Relationship Id="rId19" Type="http://schemas.openxmlformats.org/officeDocument/2006/relationships/image" Target="../media/image650.png"/><Relationship Id="rId4" Type="http://schemas.openxmlformats.org/officeDocument/2006/relationships/image" Target="../media/image410.png"/><Relationship Id="rId9" Type="http://schemas.openxmlformats.org/officeDocument/2006/relationships/image" Target="../media/image560.png"/><Relationship Id="rId14" Type="http://schemas.openxmlformats.org/officeDocument/2006/relationships/image" Target="../media/image6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1752599" y="1965815"/>
            <a:ext cx="3638551" cy="638354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grpSp>
        <p:nvGrpSpPr>
          <p:cNvPr id="74" name="群組 73">
            <a:extLst>
              <a:ext uri="{FF2B5EF4-FFF2-40B4-BE49-F238E27FC236}">
                <a16:creationId xmlns:a16="http://schemas.microsoft.com/office/drawing/2014/main" id="{6C0DC6D9-C042-48D2-8312-53B3F28BF5FE}"/>
              </a:ext>
            </a:extLst>
          </p:cNvPr>
          <p:cNvGrpSpPr/>
          <p:nvPr/>
        </p:nvGrpSpPr>
        <p:grpSpPr>
          <a:xfrm>
            <a:off x="3963294" y="2462377"/>
            <a:ext cx="1234633" cy="1131724"/>
            <a:chOff x="4207769" y="2691196"/>
            <a:chExt cx="1323709" cy="1213375"/>
          </a:xfrm>
        </p:grpSpPr>
        <p:pic>
          <p:nvPicPr>
            <p:cNvPr id="75" name="圖片 74">
              <a:extLst>
                <a:ext uri="{FF2B5EF4-FFF2-40B4-BE49-F238E27FC236}">
                  <a16:creationId xmlns:a16="http://schemas.microsoft.com/office/drawing/2014/main" id="{3A1C1728-593F-44C5-8C68-404359F21E5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76" name="圖片 75">
              <a:extLst>
                <a:ext uri="{FF2B5EF4-FFF2-40B4-BE49-F238E27FC236}">
                  <a16:creationId xmlns:a16="http://schemas.microsoft.com/office/drawing/2014/main" id="{1A5BCBC6-47C2-4ECD-B7B7-31F7823C01D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</p:grpSp>
      <p:pic>
        <p:nvPicPr>
          <p:cNvPr id="10" name="圖片 9">
            <a:extLst>
              <a:ext uri="{FF2B5EF4-FFF2-40B4-BE49-F238E27FC236}">
                <a16:creationId xmlns:a16="http://schemas.microsoft.com/office/drawing/2014/main" id="{AB9437CA-8479-430F-94F9-F829496544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9901" r="79196" b="70805"/>
          <a:stretch/>
        </p:blipFill>
        <p:spPr>
          <a:xfrm>
            <a:off x="2855368" y="2441615"/>
            <a:ext cx="818361" cy="820842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E439B64-4C39-4DC3-A808-9F71E101D24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9936" r="65451" b="70772"/>
          <a:stretch/>
        </p:blipFill>
        <p:spPr>
          <a:xfrm>
            <a:off x="2996379" y="6275050"/>
            <a:ext cx="822081" cy="820842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CEA8C1C-2566-4F1A-893A-AC03A79BD93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t="30231" r="79166" b="50417"/>
          <a:stretch/>
        </p:blipFill>
        <p:spPr>
          <a:xfrm>
            <a:off x="2857776" y="3325864"/>
            <a:ext cx="820839" cy="82332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E2EB9CE-E8BF-48FD-8E8F-D57D018CDA2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2" t="30180" r="65466" b="50469"/>
          <a:stretch/>
        </p:blipFill>
        <p:spPr>
          <a:xfrm>
            <a:off x="2997754" y="7159302"/>
            <a:ext cx="819602" cy="823321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1902277" y="2072285"/>
            <a:ext cx="333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220262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262" y="3874967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3230927" y="299300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927" y="2993002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3262323" y="2801079"/>
            <a:ext cx="50518" cy="48461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3138098" y="2557564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098" y="2557564"/>
                <a:ext cx="198362" cy="276614"/>
              </a:xfrm>
              <a:prstGeom prst="rect">
                <a:avLst/>
              </a:prstGeom>
              <a:blipFill>
                <a:blip r:embed="rId6"/>
                <a:stretch>
                  <a:fillRect r="-468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3227645" y="2753398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645" y="2753398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267015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142785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785" y="3443243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620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273613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613" y="3600976"/>
                <a:ext cx="149279" cy="262829"/>
              </a:xfrm>
              <a:prstGeom prst="rect">
                <a:avLst/>
              </a:prstGeom>
              <a:blipFill>
                <a:blip r:embed="rId8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3716343" y="3292931"/>
            <a:ext cx="260536" cy="871126"/>
          </a:xfrm>
          <a:prstGeom prst="rect">
            <a:avLst/>
          </a:prstGeom>
        </p:spPr>
      </p:pic>
      <p:pic>
        <p:nvPicPr>
          <p:cNvPr id="141" name="圖片 140">
            <a:extLst>
              <a:ext uri="{FF2B5EF4-FFF2-40B4-BE49-F238E27FC236}">
                <a16:creationId xmlns:a16="http://schemas.microsoft.com/office/drawing/2014/main" id="{54D58104-A6B2-4314-B0D5-EFF445DE619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1914948" y="5625899"/>
            <a:ext cx="815055" cy="820015"/>
          </a:xfrm>
          <a:prstGeom prst="rect">
            <a:avLst/>
          </a:prstGeom>
        </p:spPr>
      </p:pic>
      <p:pic>
        <p:nvPicPr>
          <p:cNvPr id="142" name="圖片 141">
            <a:extLst>
              <a:ext uri="{FF2B5EF4-FFF2-40B4-BE49-F238E27FC236}">
                <a16:creationId xmlns:a16="http://schemas.microsoft.com/office/drawing/2014/main" id="{5C9A896D-E956-4B65-B6D0-476A3CAF2D3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1912675" y="6511110"/>
            <a:ext cx="819600" cy="820839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3714991" y="2414378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3660888" y="3082237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888" y="3082237"/>
                <a:ext cx="204146" cy="245324"/>
              </a:xfrm>
              <a:prstGeom prst="rect">
                <a:avLst/>
              </a:prstGeom>
              <a:blipFill>
                <a:blip r:embed="rId10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668641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641" y="3967915"/>
                <a:ext cx="204146" cy="245324"/>
              </a:xfrm>
              <a:prstGeom prst="rect">
                <a:avLst/>
              </a:prstGeom>
              <a:blipFill>
                <a:blip r:embed="rId10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789821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821" y="4124924"/>
                <a:ext cx="1082966" cy="262829"/>
              </a:xfrm>
              <a:prstGeom prst="rect">
                <a:avLst/>
              </a:prstGeom>
              <a:blipFill>
                <a:blip r:embed="rId1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732762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7327627"/>
                <a:ext cx="1100937" cy="262829"/>
              </a:xfrm>
              <a:prstGeom prst="rect">
                <a:avLst/>
              </a:prstGeom>
              <a:blipFill>
                <a:blip r:embed="rId1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9893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989335"/>
                <a:ext cx="1021987" cy="2628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5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6"/>
                <a:stretch>
                  <a:fillRect t="-90909" r="-5217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9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21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323567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323567"/>
                <a:ext cx="974158" cy="262829"/>
              </a:xfrm>
              <a:prstGeom prst="rect">
                <a:avLst/>
              </a:prstGeom>
              <a:blipFill>
                <a:blip r:embed="rId2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7" name="圖片 66">
            <a:extLst>
              <a:ext uri="{FF2B5EF4-FFF2-40B4-BE49-F238E27FC236}">
                <a16:creationId xmlns:a16="http://schemas.microsoft.com/office/drawing/2014/main" id="{ED150B49-3B48-4303-A3BD-D7CE4EFB3C2E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t="51281" r="51003"/>
          <a:stretch/>
        </p:blipFill>
        <p:spPr>
          <a:xfrm>
            <a:off x="1905346" y="4511576"/>
            <a:ext cx="834259" cy="822637"/>
          </a:xfrm>
          <a:prstGeom prst="rect">
            <a:avLst/>
          </a:prstGeom>
        </p:spPr>
      </p:pic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4" name="圖片 143">
            <a:extLst>
              <a:ext uri="{FF2B5EF4-FFF2-40B4-BE49-F238E27FC236}">
                <a16:creationId xmlns:a16="http://schemas.microsoft.com/office/drawing/2014/main" id="{35BF13E5-71D9-475C-8AF1-2A3C4134965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4087510" y="3644069"/>
            <a:ext cx="822081" cy="823321"/>
          </a:xfrm>
          <a:prstGeom prst="rect">
            <a:avLst/>
          </a:prstGeom>
        </p:spPr>
      </p:pic>
      <p:pic>
        <p:nvPicPr>
          <p:cNvPr id="145" name="圖片 144">
            <a:extLst>
              <a:ext uri="{FF2B5EF4-FFF2-40B4-BE49-F238E27FC236}">
                <a16:creationId xmlns:a16="http://schemas.microsoft.com/office/drawing/2014/main" id="{A42122A8-C527-4EFD-9116-C124C9D0476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4088130" y="4528323"/>
            <a:ext cx="820841" cy="82580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48082" y="533245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82" y="5332457"/>
                <a:ext cx="1100937" cy="262829"/>
              </a:xfrm>
              <a:prstGeom prst="rect">
                <a:avLst/>
              </a:prstGeom>
              <a:blipFill>
                <a:blip r:embed="rId2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48082" y="724956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82" y="7249560"/>
                <a:ext cx="1100937" cy="262829"/>
              </a:xfrm>
              <a:prstGeom prst="rect">
                <a:avLst/>
              </a:prstGeom>
              <a:blipFill>
                <a:blip r:embed="rId25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6" name="圖片 65">
            <a:extLst>
              <a:ext uri="{FF2B5EF4-FFF2-40B4-BE49-F238E27FC236}">
                <a16:creationId xmlns:a16="http://schemas.microsoft.com/office/drawing/2014/main" id="{736C0ACC-C173-4013-BFDA-40CFF22EE3A8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1236" b="50807"/>
          <a:stretch/>
        </p:blipFill>
        <p:spPr>
          <a:xfrm>
            <a:off x="4083397" y="5549845"/>
            <a:ext cx="830307" cy="830640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1630767B-2271-4A2C-BDD9-E2716DA6C262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1236" t="50810"/>
          <a:stretch/>
        </p:blipFill>
        <p:spPr>
          <a:xfrm>
            <a:off x="4083397" y="6439535"/>
            <a:ext cx="830306" cy="830580"/>
          </a:xfrm>
          <a:prstGeom prst="rect">
            <a:avLst/>
          </a:prstGeom>
        </p:spPr>
      </p:pic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2546785" y="4195675"/>
            <a:ext cx="607387" cy="8678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" name="圖片 1">
            <a:extLst>
              <a:ext uri="{FF2B5EF4-FFF2-40B4-BE49-F238E27FC236}">
                <a16:creationId xmlns:a16="http://schemas.microsoft.com/office/drawing/2014/main" id="{66910F86-E065-4D04-A1F1-55349DB6A13A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r="51003" b="50581"/>
          <a:stretch/>
        </p:blipFill>
        <p:spPr>
          <a:xfrm>
            <a:off x="1905345" y="3658480"/>
            <a:ext cx="834260" cy="834450"/>
          </a:xfrm>
          <a:prstGeom prst="rect">
            <a:avLst/>
          </a:prstGeom>
        </p:spPr>
      </p:pic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CACA4E4E-C54C-4649-B245-F7E917A73438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25B9AB08-75C4-4B5D-BCB0-F5A4F049AB8B}"/>
              </a:ext>
            </a:extLst>
          </p:cNvPr>
          <p:cNvCxnSpPr>
            <a:cxnSpLocks/>
          </p:cNvCxnSpPr>
          <p:nvPr/>
        </p:nvCxnSpPr>
        <p:spPr>
          <a:xfrm flipV="1">
            <a:off x="3959225" y="4946651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04012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1752599" y="1965815"/>
            <a:ext cx="3638551" cy="638354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92" name="圖片 91">
            <a:extLst>
              <a:ext uri="{FF2B5EF4-FFF2-40B4-BE49-F238E27FC236}">
                <a16:creationId xmlns:a16="http://schemas.microsoft.com/office/drawing/2014/main" id="{DE55028B-C902-4300-BAF9-E77F082AAEF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0"/>
          <a:stretch/>
        </p:blipFill>
        <p:spPr>
          <a:xfrm>
            <a:off x="2854600" y="2437786"/>
            <a:ext cx="865537" cy="1702836"/>
          </a:xfrm>
          <a:prstGeom prst="rect">
            <a:avLst/>
          </a:prstGeom>
        </p:spPr>
      </p:pic>
      <p:pic>
        <p:nvPicPr>
          <p:cNvPr id="93" name="圖片 92">
            <a:extLst>
              <a:ext uri="{FF2B5EF4-FFF2-40B4-BE49-F238E27FC236}">
                <a16:creationId xmlns:a16="http://schemas.microsoft.com/office/drawing/2014/main" id="{C4FA81F1-EA15-4F03-A4B7-B3B16342BD1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445"/>
          <a:stretch/>
        </p:blipFill>
        <p:spPr>
          <a:xfrm>
            <a:off x="4059773" y="3637915"/>
            <a:ext cx="857330" cy="1702837"/>
          </a:xfrm>
          <a:prstGeom prst="rect">
            <a:avLst/>
          </a:prstGeom>
        </p:spPr>
      </p:pic>
      <p:pic>
        <p:nvPicPr>
          <p:cNvPr id="94" name="圖片 93">
            <a:extLst>
              <a:ext uri="{FF2B5EF4-FFF2-40B4-BE49-F238E27FC236}">
                <a16:creationId xmlns:a16="http://schemas.microsoft.com/office/drawing/2014/main" id="{145D7180-B4C8-4258-B8ED-01F7B76E19D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975" r="24608"/>
          <a:stretch/>
        </p:blipFill>
        <p:spPr>
          <a:xfrm>
            <a:off x="1878768" y="5606440"/>
            <a:ext cx="887430" cy="1702836"/>
          </a:xfrm>
          <a:prstGeom prst="rect">
            <a:avLst/>
          </a:prstGeom>
        </p:spPr>
      </p:pic>
      <p:pic>
        <p:nvPicPr>
          <p:cNvPr id="95" name="圖片 94">
            <a:extLst>
              <a:ext uri="{FF2B5EF4-FFF2-40B4-BE49-F238E27FC236}">
                <a16:creationId xmlns:a16="http://schemas.microsoft.com/office/drawing/2014/main" id="{51D3BEA8-5028-49BB-98F4-24CA8A5BA4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430" r="49783"/>
          <a:stretch/>
        </p:blipFill>
        <p:spPr>
          <a:xfrm>
            <a:off x="2970570" y="6271854"/>
            <a:ext cx="900332" cy="1702837"/>
          </a:xfrm>
          <a:prstGeom prst="rect">
            <a:avLst/>
          </a:prstGeom>
        </p:spPr>
      </p:pic>
      <p:pic>
        <p:nvPicPr>
          <p:cNvPr id="96" name="圖片 95">
            <a:extLst>
              <a:ext uri="{FF2B5EF4-FFF2-40B4-BE49-F238E27FC236}">
                <a16:creationId xmlns:a16="http://schemas.microsoft.com/office/drawing/2014/main" id="{63E7967E-EF0D-4FFF-91B8-97CE70A58AB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542"/>
          <a:stretch/>
        </p:blipFill>
        <p:spPr>
          <a:xfrm>
            <a:off x="4070136" y="5548630"/>
            <a:ext cx="852783" cy="1717087"/>
          </a:xfrm>
          <a:prstGeom prst="rect">
            <a:avLst/>
          </a:prstGeom>
        </p:spPr>
      </p:pic>
      <p:pic>
        <p:nvPicPr>
          <p:cNvPr id="97" name="圖片 96">
            <a:extLst>
              <a:ext uri="{FF2B5EF4-FFF2-40B4-BE49-F238E27FC236}">
                <a16:creationId xmlns:a16="http://schemas.microsoft.com/office/drawing/2014/main" id="{C8F0DC94-8CD7-4F5C-9C50-3B09EB01196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277"/>
          <a:stretch/>
        </p:blipFill>
        <p:spPr>
          <a:xfrm>
            <a:off x="1914206" y="3636104"/>
            <a:ext cx="857349" cy="1717087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1902277" y="2072285"/>
            <a:ext cx="333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220262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262" y="3874967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3230927" y="299300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927" y="2993002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3262323" y="2801079"/>
            <a:ext cx="50518" cy="48461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3138098" y="2557564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098" y="2557564"/>
                <a:ext cx="198362" cy="276614"/>
              </a:xfrm>
              <a:prstGeom prst="rect">
                <a:avLst/>
              </a:prstGeom>
              <a:blipFill>
                <a:blip r:embed="rId6"/>
                <a:stretch>
                  <a:fillRect r="-468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3227645" y="2753398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645" y="2753398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267015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142785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785" y="3443243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620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273613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613" y="3600976"/>
                <a:ext cx="149279" cy="262829"/>
              </a:xfrm>
              <a:prstGeom prst="rect">
                <a:avLst/>
              </a:prstGeom>
              <a:blipFill>
                <a:blip r:embed="rId8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3716343" y="3292931"/>
            <a:ext cx="260536" cy="871126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3714991" y="2414378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3660888" y="3082237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888" y="3082237"/>
                <a:ext cx="204146" cy="245324"/>
              </a:xfrm>
              <a:prstGeom prst="rect">
                <a:avLst/>
              </a:prstGeom>
              <a:blipFill>
                <a:blip r:embed="rId10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668641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641" y="3967915"/>
                <a:ext cx="204146" cy="245324"/>
              </a:xfrm>
              <a:prstGeom prst="rect">
                <a:avLst/>
              </a:prstGeom>
              <a:blipFill>
                <a:blip r:embed="rId10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789821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821" y="4124924"/>
                <a:ext cx="1082966" cy="262829"/>
              </a:xfrm>
              <a:prstGeom prst="rect">
                <a:avLst/>
              </a:prstGeom>
              <a:blipFill>
                <a:blip r:embed="rId1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732762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7327627"/>
                <a:ext cx="1100937" cy="262829"/>
              </a:xfrm>
              <a:prstGeom prst="rect">
                <a:avLst/>
              </a:prstGeom>
              <a:blipFill>
                <a:blip r:embed="rId1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9893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989335"/>
                <a:ext cx="1021987" cy="2628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5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6"/>
                <a:stretch>
                  <a:fillRect t="-90909" r="-40217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9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21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323567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323567"/>
                <a:ext cx="974158" cy="262829"/>
              </a:xfrm>
              <a:prstGeom prst="rect">
                <a:avLst/>
              </a:prstGeom>
              <a:blipFill>
                <a:blip r:embed="rId2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48082" y="533245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82" y="5332457"/>
                <a:ext cx="1100937" cy="262829"/>
              </a:xfrm>
              <a:prstGeom prst="rect">
                <a:avLst/>
              </a:prstGeom>
              <a:blipFill>
                <a:blip r:embed="rId2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48082" y="724956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82" y="7249560"/>
                <a:ext cx="1100937" cy="262829"/>
              </a:xfrm>
              <a:prstGeom prst="rect">
                <a:avLst/>
              </a:prstGeom>
              <a:blipFill>
                <a:blip r:embed="rId2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98" name="群組 97">
            <a:extLst>
              <a:ext uri="{FF2B5EF4-FFF2-40B4-BE49-F238E27FC236}">
                <a16:creationId xmlns:a16="http://schemas.microsoft.com/office/drawing/2014/main" id="{E7149377-9A12-481F-B27F-13C99B2FA29A}"/>
              </a:ext>
            </a:extLst>
          </p:cNvPr>
          <p:cNvGrpSpPr/>
          <p:nvPr/>
        </p:nvGrpSpPr>
        <p:grpSpPr>
          <a:xfrm>
            <a:off x="3962331" y="2461675"/>
            <a:ext cx="1234633" cy="1134769"/>
            <a:chOff x="4207769" y="2687931"/>
            <a:chExt cx="1323709" cy="1216640"/>
          </a:xfrm>
        </p:grpSpPr>
        <p:pic>
          <p:nvPicPr>
            <p:cNvPr id="99" name="圖片 98">
              <a:extLst>
                <a:ext uri="{FF2B5EF4-FFF2-40B4-BE49-F238E27FC236}">
                  <a16:creationId xmlns:a16="http://schemas.microsoft.com/office/drawing/2014/main" id="{5D1374BB-C46D-4969-9F09-3CC6310FB8C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100" name="圖片 99">
              <a:extLst>
                <a:ext uri="{FF2B5EF4-FFF2-40B4-BE49-F238E27FC236}">
                  <a16:creationId xmlns:a16="http://schemas.microsoft.com/office/drawing/2014/main" id="{83F27FDC-B4DE-4883-A140-18C194554C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  <p:pic>
          <p:nvPicPr>
            <p:cNvPr id="101" name="圖片 100">
              <a:extLst>
                <a:ext uri="{FF2B5EF4-FFF2-40B4-BE49-F238E27FC236}">
                  <a16:creationId xmlns:a16="http://schemas.microsoft.com/office/drawing/2014/main" id="{B61DC5E0-08F4-4462-96A6-0CED4604D25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/>
            <a:srcRect l="11507" t="21184" r="9434" b="16673"/>
            <a:stretch/>
          </p:blipFill>
          <p:spPr>
            <a:xfrm>
              <a:off x="4326730" y="3647575"/>
              <a:ext cx="531019" cy="129089"/>
            </a:xfrm>
            <a:prstGeom prst="rect">
              <a:avLst/>
            </a:prstGeom>
          </p:spPr>
        </p:pic>
        <p:pic>
          <p:nvPicPr>
            <p:cNvPr id="102" name="圖片 101">
              <a:extLst>
                <a:ext uri="{FF2B5EF4-FFF2-40B4-BE49-F238E27FC236}">
                  <a16:creationId xmlns:a16="http://schemas.microsoft.com/office/drawing/2014/main" id="{37DBEF56-7C33-4BEF-9F1D-EE2FC451FD2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6"/>
            <a:srcRect l="11507" t="21184" r="9434" b="16673"/>
            <a:stretch/>
          </p:blipFill>
          <p:spPr>
            <a:xfrm>
              <a:off x="4326730" y="2687931"/>
              <a:ext cx="531019" cy="129089"/>
            </a:xfrm>
            <a:prstGeom prst="rect">
              <a:avLst/>
            </a:prstGeom>
          </p:spPr>
        </p:pic>
      </p:grpSp>
      <p:cxnSp>
        <p:nvCxnSpPr>
          <p:cNvPr id="103" name="直線接點 102">
            <a:extLst>
              <a:ext uri="{FF2B5EF4-FFF2-40B4-BE49-F238E27FC236}">
                <a16:creationId xmlns:a16="http://schemas.microsoft.com/office/drawing/2014/main" id="{9259F10B-626A-4111-8419-6CDF2504BD93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4" name="直線接點 103">
            <a:extLst>
              <a:ext uri="{FF2B5EF4-FFF2-40B4-BE49-F238E27FC236}">
                <a16:creationId xmlns:a16="http://schemas.microsoft.com/office/drawing/2014/main" id="{A5EB14A0-8F46-4D4F-9C49-614A1630770A}"/>
              </a:ext>
            </a:extLst>
          </p:cNvPr>
          <p:cNvCxnSpPr>
            <a:cxnSpLocks/>
          </p:cNvCxnSpPr>
          <p:nvPr/>
        </p:nvCxnSpPr>
        <p:spPr>
          <a:xfrm flipV="1">
            <a:off x="3959225" y="4946651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4380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1752599" y="1965815"/>
            <a:ext cx="3638551" cy="638354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111" name="圖片 110">
            <a:extLst>
              <a:ext uri="{FF2B5EF4-FFF2-40B4-BE49-F238E27FC236}">
                <a16:creationId xmlns:a16="http://schemas.microsoft.com/office/drawing/2014/main" id="{58B22980-8775-42D9-99FD-9696A1CBE57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31"/>
          <a:stretch/>
        </p:blipFill>
        <p:spPr>
          <a:xfrm>
            <a:off x="2865026" y="2443638"/>
            <a:ext cx="859130" cy="1696981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1902277" y="2072285"/>
            <a:ext cx="333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220262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262" y="3874967"/>
                <a:ext cx="268993" cy="272254"/>
              </a:xfrm>
              <a:prstGeom prst="rect">
                <a:avLst/>
              </a:prstGeom>
              <a:blipFill>
                <a:blip r:embed="rId3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3230927" y="299300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927" y="2993002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3262323" y="2801079"/>
            <a:ext cx="50518" cy="48461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3138098" y="2557564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098" y="2557564"/>
                <a:ext cx="198362" cy="276614"/>
              </a:xfrm>
              <a:prstGeom prst="rect">
                <a:avLst/>
              </a:prstGeom>
              <a:blipFill>
                <a:blip r:embed="rId5"/>
                <a:stretch>
                  <a:fillRect r="-468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3227645" y="2753398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645" y="2753398"/>
                <a:ext cx="149279" cy="262829"/>
              </a:xfrm>
              <a:prstGeom prst="rect">
                <a:avLst/>
              </a:prstGeom>
              <a:blipFill>
                <a:blip r:embed="rId6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267015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142785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785" y="3443243"/>
                <a:ext cx="182571" cy="276614"/>
              </a:xfrm>
              <a:prstGeom prst="rect">
                <a:avLst/>
              </a:prstGeom>
              <a:blipFill>
                <a:blip r:embed="rId5"/>
                <a:stretch>
                  <a:fillRect r="-620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273613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613" y="3600976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3716343" y="3292931"/>
            <a:ext cx="260536" cy="871126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3714991" y="2414378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3660888" y="3082237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888" y="3082237"/>
                <a:ext cx="204146" cy="245324"/>
              </a:xfrm>
              <a:prstGeom prst="rect">
                <a:avLst/>
              </a:prstGeom>
              <a:blipFill>
                <a:blip r:embed="rId9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668641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641" y="3967915"/>
                <a:ext cx="204146" cy="245324"/>
              </a:xfrm>
              <a:prstGeom prst="rect">
                <a:avLst/>
              </a:prstGeom>
              <a:blipFill>
                <a:blip r:embed="rId9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789821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821" y="4124924"/>
                <a:ext cx="1082966" cy="262829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732762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7327627"/>
                <a:ext cx="1100937" cy="262829"/>
              </a:xfrm>
              <a:prstGeom prst="rect">
                <a:avLst/>
              </a:prstGeom>
              <a:blipFill>
                <a:blip r:embed="rId11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9893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989335"/>
                <a:ext cx="1021987" cy="2628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5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6"/>
                <a:stretch>
                  <a:fillRect t="-90909" r="-40217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9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21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323567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323567"/>
                <a:ext cx="974158" cy="262829"/>
              </a:xfrm>
              <a:prstGeom prst="rect">
                <a:avLst/>
              </a:prstGeom>
              <a:blipFill>
                <a:blip r:embed="rId2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48082" y="533245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82" y="5332457"/>
                <a:ext cx="1100937" cy="262829"/>
              </a:xfrm>
              <a:prstGeom prst="rect">
                <a:avLst/>
              </a:prstGeom>
              <a:blipFill>
                <a:blip r:embed="rId2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48082" y="724956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82" y="7249560"/>
                <a:ext cx="1100937" cy="262829"/>
              </a:xfrm>
              <a:prstGeom prst="rect">
                <a:avLst/>
              </a:prstGeom>
              <a:blipFill>
                <a:blip r:embed="rId2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2546785" y="4195675"/>
            <a:ext cx="607387" cy="8678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4" name="圖片 103">
            <a:extLst>
              <a:ext uri="{FF2B5EF4-FFF2-40B4-BE49-F238E27FC236}">
                <a16:creationId xmlns:a16="http://schemas.microsoft.com/office/drawing/2014/main" id="{73F7218C-6ADE-48A8-AD46-409E05AC0F35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3960119" y="2465551"/>
            <a:ext cx="1234633" cy="240163"/>
          </a:xfrm>
          <a:prstGeom prst="rect">
            <a:avLst/>
          </a:prstGeom>
        </p:spPr>
      </p:pic>
      <p:pic>
        <p:nvPicPr>
          <p:cNvPr id="105" name="圖片 104">
            <a:extLst>
              <a:ext uri="{FF2B5EF4-FFF2-40B4-BE49-F238E27FC236}">
                <a16:creationId xmlns:a16="http://schemas.microsoft.com/office/drawing/2014/main" id="{8BF9914A-7206-4E04-83B1-FA0D8868C934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3960119" y="3300047"/>
            <a:ext cx="1234633" cy="297228"/>
          </a:xfrm>
          <a:prstGeom prst="rect">
            <a:avLst/>
          </a:prstGeom>
        </p:spPr>
      </p:pic>
      <p:pic>
        <p:nvPicPr>
          <p:cNvPr id="106" name="圖片 105">
            <a:extLst>
              <a:ext uri="{FF2B5EF4-FFF2-40B4-BE49-F238E27FC236}">
                <a16:creationId xmlns:a16="http://schemas.microsoft.com/office/drawing/2014/main" id="{C74EEC17-67C4-4A39-99E7-EBC55D3996BE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11115" t="22564" r="9694" b="19380"/>
          <a:stretch/>
        </p:blipFill>
        <p:spPr>
          <a:xfrm>
            <a:off x="4060825" y="3358185"/>
            <a:ext cx="510381" cy="117647"/>
          </a:xfrm>
          <a:prstGeom prst="rect">
            <a:avLst/>
          </a:prstGeom>
        </p:spPr>
      </p:pic>
      <p:pic>
        <p:nvPicPr>
          <p:cNvPr id="107" name="圖片 106">
            <a:extLst>
              <a:ext uri="{FF2B5EF4-FFF2-40B4-BE49-F238E27FC236}">
                <a16:creationId xmlns:a16="http://schemas.microsoft.com/office/drawing/2014/main" id="{41F113BA-8A54-41F1-9974-A3F0DF726DBF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11115" t="22564" r="9694" b="19380"/>
          <a:stretch/>
        </p:blipFill>
        <p:spPr>
          <a:xfrm>
            <a:off x="4058444" y="2465216"/>
            <a:ext cx="510381" cy="117647"/>
          </a:xfrm>
          <a:prstGeom prst="rect">
            <a:avLst/>
          </a:prstGeom>
        </p:spPr>
      </p:pic>
      <p:pic>
        <p:nvPicPr>
          <p:cNvPr id="112" name="圖片 111">
            <a:extLst>
              <a:ext uri="{FF2B5EF4-FFF2-40B4-BE49-F238E27FC236}">
                <a16:creationId xmlns:a16="http://schemas.microsoft.com/office/drawing/2014/main" id="{EAED27BB-EFC0-4736-B630-90BCAEE4864C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1200"/>
          <a:stretch/>
        </p:blipFill>
        <p:spPr>
          <a:xfrm>
            <a:off x="4053110" y="5549269"/>
            <a:ext cx="839905" cy="1710426"/>
          </a:xfrm>
          <a:prstGeom prst="rect">
            <a:avLst/>
          </a:prstGeom>
        </p:spPr>
      </p:pic>
      <p:pic>
        <p:nvPicPr>
          <p:cNvPr id="113" name="圖片 112">
            <a:extLst>
              <a:ext uri="{FF2B5EF4-FFF2-40B4-BE49-F238E27FC236}">
                <a16:creationId xmlns:a16="http://schemas.microsoft.com/office/drawing/2014/main" id="{8A329DBC-2F9B-495B-AD94-394D5E5315B0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196"/>
          <a:stretch/>
        </p:blipFill>
        <p:spPr>
          <a:xfrm>
            <a:off x="1909261" y="3629500"/>
            <a:ext cx="857085" cy="1710221"/>
          </a:xfrm>
          <a:prstGeom prst="rect">
            <a:avLst/>
          </a:prstGeom>
        </p:spPr>
      </p:pic>
      <p:cxnSp>
        <p:nvCxnSpPr>
          <p:cNvPr id="114" name="直線接點 113">
            <a:extLst>
              <a:ext uri="{FF2B5EF4-FFF2-40B4-BE49-F238E27FC236}">
                <a16:creationId xmlns:a16="http://schemas.microsoft.com/office/drawing/2014/main" id="{9418BC3C-6FA7-4197-9E0F-68E4A2F8C071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5" name="直線接點 114">
            <a:extLst>
              <a:ext uri="{FF2B5EF4-FFF2-40B4-BE49-F238E27FC236}">
                <a16:creationId xmlns:a16="http://schemas.microsoft.com/office/drawing/2014/main" id="{84DEA2CA-6C9A-46E1-AD52-4DCBF01CFB94}"/>
              </a:ext>
            </a:extLst>
          </p:cNvPr>
          <p:cNvCxnSpPr>
            <a:cxnSpLocks/>
          </p:cNvCxnSpPr>
          <p:nvPr/>
        </p:nvCxnSpPr>
        <p:spPr>
          <a:xfrm flipV="1">
            <a:off x="3959225" y="4946651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20" name="圖片 119">
            <a:extLst>
              <a:ext uri="{FF2B5EF4-FFF2-40B4-BE49-F238E27FC236}">
                <a16:creationId xmlns:a16="http://schemas.microsoft.com/office/drawing/2014/main" id="{E406B241-0A70-4DCF-ABA0-F8B42761AB28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36"/>
          <a:stretch/>
        </p:blipFill>
        <p:spPr>
          <a:xfrm>
            <a:off x="4052888" y="3649339"/>
            <a:ext cx="849651" cy="1678590"/>
          </a:xfrm>
          <a:prstGeom prst="rect">
            <a:avLst/>
          </a:prstGeom>
        </p:spPr>
      </p:pic>
      <p:pic>
        <p:nvPicPr>
          <p:cNvPr id="121" name="圖片 120">
            <a:extLst>
              <a:ext uri="{FF2B5EF4-FFF2-40B4-BE49-F238E27FC236}">
                <a16:creationId xmlns:a16="http://schemas.microsoft.com/office/drawing/2014/main" id="{7A07E351-0A92-4595-8F81-D7A4339B3329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97" r="50000"/>
          <a:stretch/>
        </p:blipFill>
        <p:spPr>
          <a:xfrm>
            <a:off x="2981324" y="6284908"/>
            <a:ext cx="871539" cy="1678590"/>
          </a:xfrm>
          <a:prstGeom prst="rect">
            <a:avLst/>
          </a:prstGeom>
        </p:spPr>
      </p:pic>
      <p:pic>
        <p:nvPicPr>
          <p:cNvPr id="122" name="圖片 121">
            <a:extLst>
              <a:ext uri="{FF2B5EF4-FFF2-40B4-BE49-F238E27FC236}">
                <a16:creationId xmlns:a16="http://schemas.microsoft.com/office/drawing/2014/main" id="{FA3D2231-70F2-436E-898F-2B5BEA44CC57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29" r="24452"/>
          <a:stretch/>
        </p:blipFill>
        <p:spPr>
          <a:xfrm>
            <a:off x="1876425" y="5624221"/>
            <a:ext cx="885825" cy="1678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93641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AF2CD985-E316-49AB-BF4B-63BF05252804}"/>
              </a:ext>
            </a:extLst>
          </p:cNvPr>
          <p:cNvSpPr/>
          <p:nvPr/>
        </p:nvSpPr>
        <p:spPr>
          <a:xfrm>
            <a:off x="1752599" y="1965815"/>
            <a:ext cx="3638551" cy="638354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88" name="圖片 87">
            <a:extLst>
              <a:ext uri="{FF2B5EF4-FFF2-40B4-BE49-F238E27FC236}">
                <a16:creationId xmlns:a16="http://schemas.microsoft.com/office/drawing/2014/main" id="{E7D364EB-A3E5-44D8-B826-9192CB5DD31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8"/>
          <a:stretch/>
        </p:blipFill>
        <p:spPr>
          <a:xfrm>
            <a:off x="2851277" y="2437987"/>
            <a:ext cx="862055" cy="1703680"/>
          </a:xfrm>
          <a:prstGeom prst="rect">
            <a:avLst/>
          </a:prstGeom>
        </p:spPr>
      </p:pic>
      <p:pic>
        <p:nvPicPr>
          <p:cNvPr id="89" name="圖片 88">
            <a:extLst>
              <a:ext uri="{FF2B5EF4-FFF2-40B4-BE49-F238E27FC236}">
                <a16:creationId xmlns:a16="http://schemas.microsoft.com/office/drawing/2014/main" id="{4689C949-80FA-4E14-8C73-1ADBABF105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/>
          <a:stretch/>
        </p:blipFill>
        <p:spPr>
          <a:xfrm>
            <a:off x="4046515" y="3640863"/>
            <a:ext cx="856615" cy="1696939"/>
          </a:xfrm>
          <a:prstGeom prst="rect">
            <a:avLst/>
          </a:prstGeom>
        </p:spPr>
      </p:pic>
      <p:pic>
        <p:nvPicPr>
          <p:cNvPr id="90" name="圖片 89">
            <a:extLst>
              <a:ext uri="{FF2B5EF4-FFF2-40B4-BE49-F238E27FC236}">
                <a16:creationId xmlns:a16="http://schemas.microsoft.com/office/drawing/2014/main" id="{161FF075-13E2-477B-B2AC-908E3836FE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55" r="24615"/>
          <a:stretch/>
        </p:blipFill>
        <p:spPr>
          <a:xfrm>
            <a:off x="1872933" y="5614513"/>
            <a:ext cx="891540" cy="1703680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DACFB157-4E3E-4C3E-89CD-3AEAF2FCA08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869" r="49720"/>
          <a:stretch/>
        </p:blipFill>
        <p:spPr>
          <a:xfrm>
            <a:off x="2980932" y="6264536"/>
            <a:ext cx="883920" cy="1703680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1902277" y="2072285"/>
            <a:ext cx="333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220262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0262" y="3874967"/>
                <a:ext cx="268993" cy="272254"/>
              </a:xfrm>
              <a:prstGeom prst="rect">
                <a:avLst/>
              </a:prstGeom>
              <a:blipFill>
                <a:blip r:embed="rId3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3230927" y="299300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0927" y="2993002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3262323" y="2801079"/>
            <a:ext cx="50518" cy="48461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3138098" y="2557564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8098" y="2557564"/>
                <a:ext cx="198362" cy="276614"/>
              </a:xfrm>
              <a:prstGeom prst="rect">
                <a:avLst/>
              </a:prstGeom>
              <a:blipFill>
                <a:blip r:embed="rId5"/>
                <a:stretch>
                  <a:fillRect r="-468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3227645" y="2753398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27645" y="2753398"/>
                <a:ext cx="149279" cy="262829"/>
              </a:xfrm>
              <a:prstGeom prst="rect">
                <a:avLst/>
              </a:prstGeom>
              <a:blipFill>
                <a:blip r:embed="rId6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267015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142785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42785" y="3443243"/>
                <a:ext cx="182571" cy="276614"/>
              </a:xfrm>
              <a:prstGeom prst="rect">
                <a:avLst/>
              </a:prstGeom>
              <a:blipFill>
                <a:blip r:embed="rId5"/>
                <a:stretch>
                  <a:fillRect r="-6206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273613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613" y="3600976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3716343" y="3292931"/>
            <a:ext cx="260536" cy="871126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3714991" y="2414378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3660888" y="3082237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0888" y="3082237"/>
                <a:ext cx="204146" cy="245324"/>
              </a:xfrm>
              <a:prstGeom prst="rect">
                <a:avLst/>
              </a:prstGeom>
              <a:blipFill>
                <a:blip r:embed="rId9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668641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8641" y="3967915"/>
                <a:ext cx="204146" cy="245324"/>
              </a:xfrm>
              <a:prstGeom prst="rect">
                <a:avLst/>
              </a:prstGeom>
              <a:blipFill>
                <a:blip r:embed="rId9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789821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9821" y="4124924"/>
                <a:ext cx="1082966" cy="262829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732762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7327627"/>
                <a:ext cx="1100937" cy="262829"/>
              </a:xfrm>
              <a:prstGeom prst="rect">
                <a:avLst/>
              </a:prstGeom>
              <a:blipFill>
                <a:blip r:embed="rId11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9893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989335"/>
                <a:ext cx="1021987" cy="26282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5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6"/>
                <a:stretch>
                  <a:fillRect t="-90909" r="-5217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9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21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323567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323567"/>
                <a:ext cx="974158" cy="262829"/>
              </a:xfrm>
              <a:prstGeom prst="rect">
                <a:avLst/>
              </a:prstGeom>
              <a:blipFill>
                <a:blip r:embed="rId2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48082" y="533245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82" y="5332457"/>
                <a:ext cx="1100937" cy="262829"/>
              </a:xfrm>
              <a:prstGeom prst="rect">
                <a:avLst/>
              </a:prstGeom>
              <a:blipFill>
                <a:blip r:embed="rId2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48082" y="724956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8082" y="7249560"/>
                <a:ext cx="1100937" cy="262829"/>
              </a:xfrm>
              <a:prstGeom prst="rect">
                <a:avLst/>
              </a:prstGeom>
              <a:blipFill>
                <a:blip r:embed="rId24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7" name="直線接點 76">
            <a:extLst>
              <a:ext uri="{FF2B5EF4-FFF2-40B4-BE49-F238E27FC236}">
                <a16:creationId xmlns:a16="http://schemas.microsoft.com/office/drawing/2014/main" id="{072C32C3-02A9-4845-9045-4A0AD873826B}"/>
              </a:ext>
            </a:extLst>
          </p:cNvPr>
          <p:cNvCxnSpPr>
            <a:cxnSpLocks/>
          </p:cNvCxnSpPr>
          <p:nvPr/>
        </p:nvCxnSpPr>
        <p:spPr>
          <a:xfrm>
            <a:off x="2546785" y="4195675"/>
            <a:ext cx="607387" cy="8678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0" name="圖片 69">
            <a:extLst>
              <a:ext uri="{FF2B5EF4-FFF2-40B4-BE49-F238E27FC236}">
                <a16:creationId xmlns:a16="http://schemas.microsoft.com/office/drawing/2014/main" id="{D46476D2-6E27-437E-BC02-4C4650B64389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3963294" y="2465551"/>
            <a:ext cx="1234633" cy="240163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193D39BE-52B5-4EAD-AFC8-3B7DF6F078E3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3963294" y="3300047"/>
            <a:ext cx="1234633" cy="297228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CD870927-DD84-4047-9E25-2070DA9856BD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9650" t="22680" r="8947" b="18411"/>
          <a:stretch/>
        </p:blipFill>
        <p:spPr>
          <a:xfrm>
            <a:off x="4072390" y="3370256"/>
            <a:ext cx="504374" cy="100293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DEA4EC7B-903D-4344-A0D5-AB175E196F25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9650" t="22680" r="8947" b="18411"/>
          <a:stretch/>
        </p:blipFill>
        <p:spPr>
          <a:xfrm>
            <a:off x="4072390" y="2479668"/>
            <a:ext cx="504374" cy="100293"/>
          </a:xfrm>
          <a:prstGeom prst="rect">
            <a:avLst/>
          </a:prstGeom>
        </p:spPr>
      </p:pic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EB7BEC6F-3B2D-4394-97F4-F8834EA0810E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E1C408A5-AE49-439C-AA5A-32C9D24E09FE}"/>
              </a:ext>
            </a:extLst>
          </p:cNvPr>
          <p:cNvCxnSpPr>
            <a:cxnSpLocks/>
          </p:cNvCxnSpPr>
          <p:nvPr/>
        </p:nvCxnSpPr>
        <p:spPr>
          <a:xfrm flipV="1">
            <a:off x="3959225" y="4946651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68" name="圖片 67">
            <a:extLst>
              <a:ext uri="{FF2B5EF4-FFF2-40B4-BE49-F238E27FC236}">
                <a16:creationId xmlns:a16="http://schemas.microsoft.com/office/drawing/2014/main" id="{29B89FA1-624C-4991-8BBE-BF9F0E11DC41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073"/>
          <a:stretch/>
        </p:blipFill>
        <p:spPr>
          <a:xfrm>
            <a:off x="4065898" y="5549269"/>
            <a:ext cx="847794" cy="1691004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2EE34EFC-6BCF-49B8-A731-768A117A846E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48"/>
          <a:stretch/>
        </p:blipFill>
        <p:spPr>
          <a:xfrm>
            <a:off x="1870784" y="3667609"/>
            <a:ext cx="853313" cy="16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142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矩形: 圓角 66">
            <a:extLst>
              <a:ext uri="{FF2B5EF4-FFF2-40B4-BE49-F238E27FC236}">
                <a16:creationId xmlns:a16="http://schemas.microsoft.com/office/drawing/2014/main" id="{3EB75924-7F84-4908-8179-138EE7F2895D}"/>
              </a:ext>
            </a:extLst>
          </p:cNvPr>
          <p:cNvSpPr/>
          <p:nvPr/>
        </p:nvSpPr>
        <p:spPr>
          <a:xfrm>
            <a:off x="-4104188" y="1767748"/>
            <a:ext cx="3638551" cy="638354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grpSp>
        <p:nvGrpSpPr>
          <p:cNvPr id="76" name="群組 75">
            <a:extLst>
              <a:ext uri="{FF2B5EF4-FFF2-40B4-BE49-F238E27FC236}">
                <a16:creationId xmlns:a16="http://schemas.microsoft.com/office/drawing/2014/main" id="{F50A718F-C390-4C36-A4AC-228237B4A8BA}"/>
              </a:ext>
            </a:extLst>
          </p:cNvPr>
          <p:cNvGrpSpPr/>
          <p:nvPr/>
        </p:nvGrpSpPr>
        <p:grpSpPr>
          <a:xfrm>
            <a:off x="-1893493" y="2264310"/>
            <a:ext cx="1234633" cy="1131724"/>
            <a:chOff x="4207769" y="2691196"/>
            <a:chExt cx="1323709" cy="1213375"/>
          </a:xfrm>
        </p:grpSpPr>
        <p:pic>
          <p:nvPicPr>
            <p:cNvPr id="78" name="圖片 77">
              <a:extLst>
                <a:ext uri="{FF2B5EF4-FFF2-40B4-BE49-F238E27FC236}">
                  <a16:creationId xmlns:a16="http://schemas.microsoft.com/office/drawing/2014/main" id="{61E0235B-B711-4DD6-9276-869A9A9AA15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79" name="圖片 78">
              <a:extLst>
                <a:ext uri="{FF2B5EF4-FFF2-40B4-BE49-F238E27FC236}">
                  <a16:creationId xmlns:a16="http://schemas.microsoft.com/office/drawing/2014/main" id="{9908D8D5-63B0-46AD-AAEA-CE1B09994D4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</p:grpSp>
      <p:pic>
        <p:nvPicPr>
          <p:cNvPr id="80" name="圖片 79">
            <a:extLst>
              <a:ext uri="{FF2B5EF4-FFF2-40B4-BE49-F238E27FC236}">
                <a16:creationId xmlns:a16="http://schemas.microsoft.com/office/drawing/2014/main" id="{082354D3-5891-4C31-87F7-7DC121A9478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9901" r="79196" b="70805"/>
          <a:stretch/>
        </p:blipFill>
        <p:spPr>
          <a:xfrm>
            <a:off x="-3001419" y="2243548"/>
            <a:ext cx="818361" cy="820842"/>
          </a:xfrm>
          <a:prstGeom prst="rect">
            <a:avLst/>
          </a:prstGeom>
        </p:spPr>
      </p:pic>
      <p:pic>
        <p:nvPicPr>
          <p:cNvPr id="81" name="圖片 80">
            <a:extLst>
              <a:ext uri="{FF2B5EF4-FFF2-40B4-BE49-F238E27FC236}">
                <a16:creationId xmlns:a16="http://schemas.microsoft.com/office/drawing/2014/main" id="{3CACD937-8C16-4BCF-8470-4579D0E68AF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9936" r="65451" b="70772"/>
          <a:stretch/>
        </p:blipFill>
        <p:spPr>
          <a:xfrm>
            <a:off x="-2860408" y="6076983"/>
            <a:ext cx="822081" cy="820842"/>
          </a:xfrm>
          <a:prstGeom prst="rect">
            <a:avLst/>
          </a:prstGeom>
        </p:spPr>
      </p:pic>
      <p:pic>
        <p:nvPicPr>
          <p:cNvPr id="82" name="圖片 81">
            <a:extLst>
              <a:ext uri="{FF2B5EF4-FFF2-40B4-BE49-F238E27FC236}">
                <a16:creationId xmlns:a16="http://schemas.microsoft.com/office/drawing/2014/main" id="{818DB291-9292-408F-89B5-BC1BD2DAEBE2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t="30231" r="79166" b="50417"/>
          <a:stretch/>
        </p:blipFill>
        <p:spPr>
          <a:xfrm>
            <a:off x="-2999011" y="3127797"/>
            <a:ext cx="820839" cy="823321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BE999FAA-1847-4666-9BC3-53BB0996F2B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2" t="30180" r="65466" b="50469"/>
          <a:stretch/>
        </p:blipFill>
        <p:spPr>
          <a:xfrm>
            <a:off x="-2859033" y="6961235"/>
            <a:ext cx="819602" cy="823321"/>
          </a:xfrm>
          <a:prstGeom prst="rect">
            <a:avLst/>
          </a:prstGeom>
        </p:spPr>
      </p:pic>
      <p:sp>
        <p:nvSpPr>
          <p:cNvPr id="84" name="文字方塊 83">
            <a:extLst>
              <a:ext uri="{FF2B5EF4-FFF2-40B4-BE49-F238E27FC236}">
                <a16:creationId xmlns:a16="http://schemas.microsoft.com/office/drawing/2014/main" id="{8A829404-96B1-4B04-9B6E-A6CA4D94B6C3}"/>
              </a:ext>
            </a:extLst>
          </p:cNvPr>
          <p:cNvSpPr txBox="1"/>
          <p:nvPr/>
        </p:nvSpPr>
        <p:spPr>
          <a:xfrm>
            <a:off x="-39262" y="1127506"/>
            <a:ext cx="65479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excitons transition rate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6DDF1B11-772C-4B18-9C36-1D780866D2A0}"/>
                  </a:ext>
                </a:extLst>
              </p:cNvPr>
              <p:cNvSpPr txBox="1"/>
              <p:nvPr/>
            </p:nvSpPr>
            <p:spPr>
              <a:xfrm>
                <a:off x="-2636525" y="3676900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85" name="文字方塊 84">
                <a:extLst>
                  <a:ext uri="{FF2B5EF4-FFF2-40B4-BE49-F238E27FC236}">
                    <a16:creationId xmlns:a16="http://schemas.microsoft.com/office/drawing/2014/main" id="{6DDF1B11-772C-4B18-9C36-1D780866D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36525" y="3676900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6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D837FF3F-4192-4AD9-9A48-58CEDCDD09FD}"/>
                  </a:ext>
                </a:extLst>
              </p:cNvPr>
              <p:cNvSpPr txBox="1"/>
              <p:nvPr/>
            </p:nvSpPr>
            <p:spPr>
              <a:xfrm>
                <a:off x="-2625860" y="2794935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86" name="文字方塊 85">
                <a:extLst>
                  <a:ext uri="{FF2B5EF4-FFF2-40B4-BE49-F238E27FC236}">
                    <a16:creationId xmlns:a16="http://schemas.microsoft.com/office/drawing/2014/main" id="{D837FF3F-4192-4AD9-9A48-58CEDCDD0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25860" y="2794935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7" name="群組 86">
            <a:extLst>
              <a:ext uri="{FF2B5EF4-FFF2-40B4-BE49-F238E27FC236}">
                <a16:creationId xmlns:a16="http://schemas.microsoft.com/office/drawing/2014/main" id="{840EEDBA-A24A-4AF5-A223-0422DADA0A6A}"/>
              </a:ext>
            </a:extLst>
          </p:cNvPr>
          <p:cNvGrpSpPr/>
          <p:nvPr/>
        </p:nvGrpSpPr>
        <p:grpSpPr>
          <a:xfrm>
            <a:off x="-2594464" y="2603012"/>
            <a:ext cx="50518" cy="48461"/>
            <a:chOff x="1373392" y="2391862"/>
            <a:chExt cx="479433" cy="476535"/>
          </a:xfrm>
        </p:grpSpPr>
        <p:sp>
          <p:nvSpPr>
            <p:cNvPr id="92" name="箭號: 向右 91">
              <a:extLst>
                <a:ext uri="{FF2B5EF4-FFF2-40B4-BE49-F238E27FC236}">
                  <a16:creationId xmlns:a16="http://schemas.microsoft.com/office/drawing/2014/main" id="{D25C8E5C-C690-467C-864A-6DD425AAB2D5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93" name="箭號: 向右 92">
              <a:extLst>
                <a:ext uri="{FF2B5EF4-FFF2-40B4-BE49-F238E27FC236}">
                  <a16:creationId xmlns:a16="http://schemas.microsoft.com/office/drawing/2014/main" id="{7C182186-3FB7-49F9-BFC7-BA153EF45E3B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211AC88C-1E32-4576-8334-4549B5A30512}"/>
                  </a:ext>
                </a:extLst>
              </p:cNvPr>
              <p:cNvSpPr txBox="1"/>
              <p:nvPr/>
            </p:nvSpPr>
            <p:spPr>
              <a:xfrm>
                <a:off x="-2718689" y="2359497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211AC88C-1E32-4576-8334-4549B5A305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18689" y="2359497"/>
                <a:ext cx="198362" cy="276614"/>
              </a:xfrm>
              <a:prstGeom prst="rect">
                <a:avLst/>
              </a:prstGeom>
              <a:blipFill>
                <a:blip r:embed="rId6"/>
                <a:stretch>
                  <a:fillRect r="-424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35A695DE-7E13-4231-B8B3-9329A900B55A}"/>
                  </a:ext>
                </a:extLst>
              </p:cNvPr>
              <p:cNvSpPr txBox="1"/>
              <p:nvPr/>
            </p:nvSpPr>
            <p:spPr>
              <a:xfrm>
                <a:off x="-2629142" y="2555331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35A695DE-7E13-4231-B8B3-9329A900B5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29142" y="2555331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70833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96" name="群組 95">
            <a:extLst>
              <a:ext uri="{FF2B5EF4-FFF2-40B4-BE49-F238E27FC236}">
                <a16:creationId xmlns:a16="http://schemas.microsoft.com/office/drawing/2014/main" id="{3C1DA20C-5467-43AA-AB7B-56C396344C64}"/>
              </a:ext>
            </a:extLst>
          </p:cNvPr>
          <p:cNvGrpSpPr/>
          <p:nvPr/>
        </p:nvGrpSpPr>
        <p:grpSpPr>
          <a:xfrm>
            <a:off x="-2589772" y="3488691"/>
            <a:ext cx="50518" cy="48461"/>
            <a:chOff x="1373392" y="2391862"/>
            <a:chExt cx="479433" cy="476535"/>
          </a:xfrm>
        </p:grpSpPr>
        <p:sp>
          <p:nvSpPr>
            <p:cNvPr id="97" name="箭號: 向右 96">
              <a:extLst>
                <a:ext uri="{FF2B5EF4-FFF2-40B4-BE49-F238E27FC236}">
                  <a16:creationId xmlns:a16="http://schemas.microsoft.com/office/drawing/2014/main" id="{2D6FE09A-9CB0-4CE8-A459-0C0319E90800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98" name="箭號: 向右 97">
              <a:extLst>
                <a:ext uri="{FF2B5EF4-FFF2-40B4-BE49-F238E27FC236}">
                  <a16:creationId xmlns:a16="http://schemas.microsoft.com/office/drawing/2014/main" id="{95727564-BD1C-4057-8656-CE82AB08CA3D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A6E0B1B9-6242-420B-A97D-34B7870A1535}"/>
                  </a:ext>
                </a:extLst>
              </p:cNvPr>
              <p:cNvSpPr txBox="1"/>
              <p:nvPr/>
            </p:nvSpPr>
            <p:spPr>
              <a:xfrm>
                <a:off x="-2714002" y="3245176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9" name="文字方塊 98">
                <a:extLst>
                  <a:ext uri="{FF2B5EF4-FFF2-40B4-BE49-F238E27FC236}">
                    <a16:creationId xmlns:a16="http://schemas.microsoft.com/office/drawing/2014/main" id="{A6E0B1B9-6242-420B-A97D-34B7870A15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14002" y="3245176"/>
                <a:ext cx="182571" cy="276614"/>
              </a:xfrm>
              <a:prstGeom prst="rect">
                <a:avLst/>
              </a:prstGeom>
              <a:blipFill>
                <a:blip r:embed="rId8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4F56395A-E4F2-46A5-B326-BF3DF8D887CF}"/>
                  </a:ext>
                </a:extLst>
              </p:cNvPr>
              <p:cNvSpPr txBox="1"/>
              <p:nvPr/>
            </p:nvSpPr>
            <p:spPr>
              <a:xfrm>
                <a:off x="-2583174" y="3402909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0" name="文字方塊 99">
                <a:extLst>
                  <a:ext uri="{FF2B5EF4-FFF2-40B4-BE49-F238E27FC236}">
                    <a16:creationId xmlns:a16="http://schemas.microsoft.com/office/drawing/2014/main" id="{4F56395A-E4F2-46A5-B326-BF3DF8D88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83174" y="3402909"/>
                <a:ext cx="149279" cy="262829"/>
              </a:xfrm>
              <a:prstGeom prst="rect">
                <a:avLst/>
              </a:prstGeom>
              <a:blipFill>
                <a:blip r:embed="rId9"/>
                <a:stretch>
                  <a:fillRect r="-68000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1" name="圖片 100">
            <a:extLst>
              <a:ext uri="{FF2B5EF4-FFF2-40B4-BE49-F238E27FC236}">
                <a16:creationId xmlns:a16="http://schemas.microsoft.com/office/drawing/2014/main" id="{D0C088D5-C975-4A44-8E99-FF6643B96CA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-2140444" y="3094864"/>
            <a:ext cx="260536" cy="871126"/>
          </a:xfrm>
          <a:prstGeom prst="rect">
            <a:avLst/>
          </a:prstGeom>
        </p:spPr>
      </p:pic>
      <p:pic>
        <p:nvPicPr>
          <p:cNvPr id="102" name="圖片 101">
            <a:extLst>
              <a:ext uri="{FF2B5EF4-FFF2-40B4-BE49-F238E27FC236}">
                <a16:creationId xmlns:a16="http://schemas.microsoft.com/office/drawing/2014/main" id="{9E6964EF-1F30-47DE-9780-C4CCE3A95BA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-3941839" y="5427832"/>
            <a:ext cx="815055" cy="820015"/>
          </a:xfrm>
          <a:prstGeom prst="rect">
            <a:avLst/>
          </a:prstGeom>
        </p:spPr>
      </p:pic>
      <p:pic>
        <p:nvPicPr>
          <p:cNvPr id="103" name="圖片 102">
            <a:extLst>
              <a:ext uri="{FF2B5EF4-FFF2-40B4-BE49-F238E27FC236}">
                <a16:creationId xmlns:a16="http://schemas.microsoft.com/office/drawing/2014/main" id="{70598C3A-B829-47DE-B1F5-2FFEF6BF50E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-3944112" y="6313043"/>
            <a:ext cx="819600" cy="820839"/>
          </a:xfrm>
          <a:prstGeom prst="rect">
            <a:avLst/>
          </a:prstGeom>
        </p:spPr>
      </p:pic>
      <p:pic>
        <p:nvPicPr>
          <p:cNvPr id="104" name="圖片 103">
            <a:extLst>
              <a:ext uri="{FF2B5EF4-FFF2-40B4-BE49-F238E27FC236}">
                <a16:creationId xmlns:a16="http://schemas.microsoft.com/office/drawing/2014/main" id="{7B0F5B15-0415-444D-A16B-0A6DE52D8E4A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-2141796" y="2216311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文字方塊 104">
                <a:extLst>
                  <a:ext uri="{FF2B5EF4-FFF2-40B4-BE49-F238E27FC236}">
                    <a16:creationId xmlns:a16="http://schemas.microsoft.com/office/drawing/2014/main" id="{B40AE66F-80A4-4F98-B795-CD4E7DFFA616}"/>
                  </a:ext>
                </a:extLst>
              </p:cNvPr>
              <p:cNvSpPr txBox="1"/>
              <p:nvPr/>
            </p:nvSpPr>
            <p:spPr>
              <a:xfrm>
                <a:off x="-2195899" y="2884170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5" name="文字方塊 104">
                <a:extLst>
                  <a:ext uri="{FF2B5EF4-FFF2-40B4-BE49-F238E27FC236}">
                    <a16:creationId xmlns:a16="http://schemas.microsoft.com/office/drawing/2014/main" id="{B40AE66F-80A4-4F98-B795-CD4E7DFFA6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95899" y="2884170"/>
                <a:ext cx="204146" cy="245324"/>
              </a:xfrm>
              <a:prstGeom prst="rect">
                <a:avLst/>
              </a:prstGeom>
              <a:blipFill>
                <a:blip r:embed="rId11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文字方塊 105">
                <a:extLst>
                  <a:ext uri="{FF2B5EF4-FFF2-40B4-BE49-F238E27FC236}">
                    <a16:creationId xmlns:a16="http://schemas.microsoft.com/office/drawing/2014/main" id="{E477E0FB-1A8F-43FD-BFDE-28D56E55424B}"/>
                  </a:ext>
                </a:extLst>
              </p:cNvPr>
              <p:cNvSpPr txBox="1"/>
              <p:nvPr/>
            </p:nvSpPr>
            <p:spPr>
              <a:xfrm>
                <a:off x="-2188146" y="3769848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06" name="文字方塊 105">
                <a:extLst>
                  <a:ext uri="{FF2B5EF4-FFF2-40B4-BE49-F238E27FC236}">
                    <a16:creationId xmlns:a16="http://schemas.microsoft.com/office/drawing/2014/main" id="{E477E0FB-1A8F-43FD-BFDE-28D56E5542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88146" y="3769848"/>
                <a:ext cx="204146" cy="245324"/>
              </a:xfrm>
              <a:prstGeom prst="rect">
                <a:avLst/>
              </a:prstGeom>
              <a:blipFill>
                <a:blip r:embed="rId12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ACB9CB45-8FD0-471F-96A6-D17C05A29EAB}"/>
                  </a:ext>
                </a:extLst>
              </p:cNvPr>
              <p:cNvSpPr txBox="1"/>
              <p:nvPr/>
            </p:nvSpPr>
            <p:spPr>
              <a:xfrm>
                <a:off x="-3066966" y="3926857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07" name="文字方塊 106">
                <a:extLst>
                  <a:ext uri="{FF2B5EF4-FFF2-40B4-BE49-F238E27FC236}">
                    <a16:creationId xmlns:a16="http://schemas.microsoft.com/office/drawing/2014/main" id="{ACB9CB45-8FD0-471F-96A6-D17C05A29E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66966" y="3926857"/>
                <a:ext cx="1082966" cy="262829"/>
              </a:xfrm>
              <a:prstGeom prst="rect">
                <a:avLst/>
              </a:prstGeom>
              <a:blipFill>
                <a:blip r:embed="rId1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72C13210-FBEE-4FD5-896B-54FFF8CD357A}"/>
                  </a:ext>
                </a:extLst>
              </p:cNvPr>
              <p:cNvSpPr txBox="1"/>
              <p:nvPr/>
            </p:nvSpPr>
            <p:spPr>
              <a:xfrm>
                <a:off x="-4084780" y="712956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08" name="文字方塊 107">
                <a:extLst>
                  <a:ext uri="{FF2B5EF4-FFF2-40B4-BE49-F238E27FC236}">
                    <a16:creationId xmlns:a16="http://schemas.microsoft.com/office/drawing/2014/main" id="{72C13210-FBEE-4FD5-896B-54FFF8CD35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84780" y="7129560"/>
                <a:ext cx="1100937" cy="262829"/>
              </a:xfrm>
              <a:prstGeom prst="rect">
                <a:avLst/>
              </a:prstGeom>
              <a:blipFill>
                <a:blip r:embed="rId1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89450737-0A9A-41B2-97C0-8FBA4B12363E}"/>
                  </a:ext>
                </a:extLst>
              </p:cNvPr>
              <p:cNvSpPr txBox="1"/>
              <p:nvPr/>
            </p:nvSpPr>
            <p:spPr>
              <a:xfrm>
                <a:off x="-2950751" y="7791268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09" name="文字方塊 108">
                <a:extLst>
                  <a:ext uri="{FF2B5EF4-FFF2-40B4-BE49-F238E27FC236}">
                    <a16:creationId xmlns:a16="http://schemas.microsoft.com/office/drawing/2014/main" id="{89450737-0A9A-41B2-97C0-8FBA4B123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950751" y="7791268"/>
                <a:ext cx="1021987" cy="262829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BFD96E38-AD45-493A-977A-58755F1129CB}"/>
                  </a:ext>
                </a:extLst>
              </p:cNvPr>
              <p:cNvSpPr txBox="1"/>
              <p:nvPr/>
            </p:nvSpPr>
            <p:spPr>
              <a:xfrm>
                <a:off x="-2737246" y="5634876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10" name="文字方塊 109">
                <a:extLst>
                  <a:ext uri="{FF2B5EF4-FFF2-40B4-BE49-F238E27FC236}">
                    <a16:creationId xmlns:a16="http://schemas.microsoft.com/office/drawing/2014/main" id="{BFD96E38-AD45-493A-977A-58755F1129C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37246" y="5634876"/>
                <a:ext cx="562814" cy="262829"/>
              </a:xfrm>
              <a:prstGeom prst="rect">
                <a:avLst/>
              </a:prstGeom>
              <a:blipFill>
                <a:blip r:embed="rId16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7657A046-8F68-4DE1-9FED-28AEFBD923CE}"/>
                  </a:ext>
                </a:extLst>
              </p:cNvPr>
              <p:cNvSpPr txBox="1"/>
              <p:nvPr/>
            </p:nvSpPr>
            <p:spPr>
              <a:xfrm>
                <a:off x="-2725618" y="4254404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11" name="文字方塊 110">
                <a:extLst>
                  <a:ext uri="{FF2B5EF4-FFF2-40B4-BE49-F238E27FC236}">
                    <a16:creationId xmlns:a16="http://schemas.microsoft.com/office/drawing/2014/main" id="{7657A046-8F68-4DE1-9FED-28AEFBD923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25618" y="4254404"/>
                <a:ext cx="562814" cy="262829"/>
              </a:xfrm>
              <a:prstGeom prst="rect">
                <a:avLst/>
              </a:prstGeom>
              <a:blipFill>
                <a:blip r:embed="rId17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2" name="Oval 14">
            <a:extLst>
              <a:ext uri="{FF2B5EF4-FFF2-40B4-BE49-F238E27FC236}">
                <a16:creationId xmlns:a16="http://schemas.microsoft.com/office/drawing/2014/main" id="{C2642C88-B75A-4B8C-A6FA-D564C4A155DC}"/>
              </a:ext>
            </a:extLst>
          </p:cNvPr>
          <p:cNvSpPr/>
          <p:nvPr/>
        </p:nvSpPr>
        <p:spPr>
          <a:xfrm>
            <a:off x="-2497180" y="4493044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13" name="Oval 4">
            <a:extLst>
              <a:ext uri="{FF2B5EF4-FFF2-40B4-BE49-F238E27FC236}">
                <a16:creationId xmlns:a16="http://schemas.microsoft.com/office/drawing/2014/main" id="{AB819FC3-F0D4-4590-8C0C-CC3741A6135B}"/>
              </a:ext>
            </a:extLst>
          </p:cNvPr>
          <p:cNvSpPr/>
          <p:nvPr/>
        </p:nvSpPr>
        <p:spPr>
          <a:xfrm>
            <a:off x="-2939275" y="4551293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14" name="Oval 15">
            <a:extLst>
              <a:ext uri="{FF2B5EF4-FFF2-40B4-BE49-F238E27FC236}">
                <a16:creationId xmlns:a16="http://schemas.microsoft.com/office/drawing/2014/main" id="{71F32381-9DAD-48DD-9F7C-953445D263D8}"/>
              </a:ext>
            </a:extLst>
          </p:cNvPr>
          <p:cNvSpPr/>
          <p:nvPr/>
        </p:nvSpPr>
        <p:spPr>
          <a:xfrm>
            <a:off x="-2497180" y="5528015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15" name="SHO">
            <a:extLst>
              <a:ext uri="{FF2B5EF4-FFF2-40B4-BE49-F238E27FC236}">
                <a16:creationId xmlns:a16="http://schemas.microsoft.com/office/drawing/2014/main" id="{6B22A109-FF66-4BFC-939E-41264D0BF937}"/>
              </a:ext>
            </a:extLst>
          </p:cNvPr>
          <p:cNvSpPr/>
          <p:nvPr/>
        </p:nvSpPr>
        <p:spPr>
          <a:xfrm rot="16200000">
            <a:off x="-2656494" y="4569570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16" name="SVO">
            <a:extLst>
              <a:ext uri="{FF2B5EF4-FFF2-40B4-BE49-F238E27FC236}">
                <a16:creationId xmlns:a16="http://schemas.microsoft.com/office/drawing/2014/main" id="{88D684B2-755C-4869-A8D5-490E52976EDF}"/>
              </a:ext>
            </a:extLst>
          </p:cNvPr>
          <p:cNvSpPr/>
          <p:nvPr/>
        </p:nvSpPr>
        <p:spPr>
          <a:xfrm>
            <a:off x="-2691492" y="4551640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17" name="Oval 6">
            <a:extLst>
              <a:ext uri="{FF2B5EF4-FFF2-40B4-BE49-F238E27FC236}">
                <a16:creationId xmlns:a16="http://schemas.microsoft.com/office/drawing/2014/main" id="{B06FF5F6-8A94-44C7-8E70-9FB9CE131697}"/>
              </a:ext>
            </a:extLst>
          </p:cNvPr>
          <p:cNvSpPr/>
          <p:nvPr/>
        </p:nvSpPr>
        <p:spPr>
          <a:xfrm rot="16200000">
            <a:off x="-2656494" y="4569570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1">
                <a:extLst>
                  <a:ext uri="{FF2B5EF4-FFF2-40B4-BE49-F238E27FC236}">
                    <a16:creationId xmlns:a16="http://schemas.microsoft.com/office/drawing/2014/main" id="{0AE821E9-C702-4110-A68C-673637006751}"/>
                  </a:ext>
                </a:extLst>
              </p:cNvPr>
              <p:cNvSpPr txBox="1"/>
              <p:nvPr/>
            </p:nvSpPr>
            <p:spPr>
              <a:xfrm>
                <a:off x="-2821507" y="4945942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18" name="TextBox 11">
                <a:extLst>
                  <a:ext uri="{FF2B5EF4-FFF2-40B4-BE49-F238E27FC236}">
                    <a16:creationId xmlns:a16="http://schemas.microsoft.com/office/drawing/2014/main" id="{0AE821E9-C702-4110-A68C-6736370067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821507" y="4945942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9" name="Oval 22">
            <a:extLst>
              <a:ext uri="{FF2B5EF4-FFF2-40B4-BE49-F238E27FC236}">
                <a16:creationId xmlns:a16="http://schemas.microsoft.com/office/drawing/2014/main" id="{F24A37A5-AC53-4897-B040-C7A72A1DDC7E}"/>
              </a:ext>
            </a:extLst>
          </p:cNvPr>
          <p:cNvSpPr/>
          <p:nvPr/>
        </p:nvSpPr>
        <p:spPr>
          <a:xfrm>
            <a:off x="-2497834" y="5528015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TextBox 12">
                <a:extLst>
                  <a:ext uri="{FF2B5EF4-FFF2-40B4-BE49-F238E27FC236}">
                    <a16:creationId xmlns:a16="http://schemas.microsoft.com/office/drawing/2014/main" id="{2E2C72B5-5629-4F25-A26A-30695DF1A6D5}"/>
                  </a:ext>
                </a:extLst>
              </p:cNvPr>
              <p:cNvSpPr txBox="1"/>
              <p:nvPr/>
            </p:nvSpPr>
            <p:spPr>
              <a:xfrm>
                <a:off x="-2368098" y="5011986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20" name="TextBox 12">
                <a:extLst>
                  <a:ext uri="{FF2B5EF4-FFF2-40B4-BE49-F238E27FC236}">
                    <a16:creationId xmlns:a16="http://schemas.microsoft.com/office/drawing/2014/main" id="{2E2C72B5-5629-4F25-A26A-30695DF1A6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68098" y="5011986"/>
                <a:ext cx="122489" cy="262829"/>
              </a:xfrm>
              <a:prstGeom prst="rect">
                <a:avLst/>
              </a:prstGeom>
              <a:blipFill>
                <a:blip r:embed="rId19"/>
                <a:stretch>
                  <a:fillRect r="-5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1" name="TextBox 13">
                <a:extLst>
                  <a:ext uri="{FF2B5EF4-FFF2-40B4-BE49-F238E27FC236}">
                    <a16:creationId xmlns:a16="http://schemas.microsoft.com/office/drawing/2014/main" id="{F81DCE1F-2C18-4C30-A9BF-DAF8A68871C3}"/>
                  </a:ext>
                </a:extLst>
              </p:cNvPr>
              <p:cNvSpPr txBox="1"/>
              <p:nvPr/>
            </p:nvSpPr>
            <p:spPr>
              <a:xfrm>
                <a:off x="-2537107" y="4576011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21" name="TextBox 13">
                <a:extLst>
                  <a:ext uri="{FF2B5EF4-FFF2-40B4-BE49-F238E27FC236}">
                    <a16:creationId xmlns:a16="http://schemas.microsoft.com/office/drawing/2014/main" id="{F81DCE1F-2C18-4C30-A9BF-DAF8A68871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537107" y="4576011"/>
                <a:ext cx="177900" cy="262829"/>
              </a:xfrm>
              <a:prstGeom prst="rect">
                <a:avLst/>
              </a:prstGeom>
              <a:blipFill>
                <a:blip r:embed="rId20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2" name="DVO">
            <a:extLst>
              <a:ext uri="{FF2B5EF4-FFF2-40B4-BE49-F238E27FC236}">
                <a16:creationId xmlns:a16="http://schemas.microsoft.com/office/drawing/2014/main" id="{F0E7F006-947F-49E1-AEEC-5128C7C703DA}"/>
              </a:ext>
            </a:extLst>
          </p:cNvPr>
          <p:cNvSpPr/>
          <p:nvPr/>
        </p:nvSpPr>
        <p:spPr>
          <a:xfrm flipH="1">
            <a:off x="-2691492" y="4551640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23" name="Oval 23">
            <a:extLst>
              <a:ext uri="{FF2B5EF4-FFF2-40B4-BE49-F238E27FC236}">
                <a16:creationId xmlns:a16="http://schemas.microsoft.com/office/drawing/2014/main" id="{07C9F23F-53F9-46D3-8E3A-C99A7FA050FE}"/>
              </a:ext>
            </a:extLst>
          </p:cNvPr>
          <p:cNvSpPr/>
          <p:nvPr/>
        </p:nvSpPr>
        <p:spPr>
          <a:xfrm>
            <a:off x="-1997396" y="5011167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124" name="Straight Arrow Connector 7">
            <a:extLst>
              <a:ext uri="{FF2B5EF4-FFF2-40B4-BE49-F238E27FC236}">
                <a16:creationId xmlns:a16="http://schemas.microsoft.com/office/drawing/2014/main" id="{46370FEA-2149-457D-BE3A-EDBA32FFCA46}"/>
              </a:ext>
            </a:extLst>
          </p:cNvPr>
          <p:cNvCxnSpPr>
            <a:cxnSpLocks/>
          </p:cNvCxnSpPr>
          <p:nvPr/>
        </p:nvCxnSpPr>
        <p:spPr>
          <a:xfrm flipV="1">
            <a:off x="-2443668" y="4759206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Straight Arrow Connector 19">
            <a:extLst>
              <a:ext uri="{FF2B5EF4-FFF2-40B4-BE49-F238E27FC236}">
                <a16:creationId xmlns:a16="http://schemas.microsoft.com/office/drawing/2014/main" id="{E99343C2-0AF0-4C64-ABB1-1FFD508E9BC4}"/>
              </a:ext>
            </a:extLst>
          </p:cNvPr>
          <p:cNvCxnSpPr>
            <a:cxnSpLocks/>
          </p:cNvCxnSpPr>
          <p:nvPr/>
        </p:nvCxnSpPr>
        <p:spPr>
          <a:xfrm>
            <a:off x="-2441602" y="5066387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8">
            <a:extLst>
              <a:ext uri="{FF2B5EF4-FFF2-40B4-BE49-F238E27FC236}">
                <a16:creationId xmlns:a16="http://schemas.microsoft.com/office/drawing/2014/main" id="{AC0ABADF-6C47-4E47-A9A8-6391EE9AB970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-2560210" y="4947673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Oval 20">
            <a:extLst>
              <a:ext uri="{FF2B5EF4-FFF2-40B4-BE49-F238E27FC236}">
                <a16:creationId xmlns:a16="http://schemas.microsoft.com/office/drawing/2014/main" id="{A6DF0AD9-300F-4D69-95BE-A27DBDE27858}"/>
              </a:ext>
            </a:extLst>
          </p:cNvPr>
          <p:cNvSpPr/>
          <p:nvPr/>
        </p:nvSpPr>
        <p:spPr>
          <a:xfrm>
            <a:off x="-2997202" y="5011167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28" name="Oval 22">
            <a:extLst>
              <a:ext uri="{FF2B5EF4-FFF2-40B4-BE49-F238E27FC236}">
                <a16:creationId xmlns:a16="http://schemas.microsoft.com/office/drawing/2014/main" id="{DAC5262F-834C-448D-8ACC-E57EC31A8C2F}"/>
              </a:ext>
            </a:extLst>
          </p:cNvPr>
          <p:cNvSpPr/>
          <p:nvPr/>
        </p:nvSpPr>
        <p:spPr>
          <a:xfrm>
            <a:off x="-2497016" y="448759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29" name="Partial Circle 9">
            <a:extLst>
              <a:ext uri="{FF2B5EF4-FFF2-40B4-BE49-F238E27FC236}">
                <a16:creationId xmlns:a16="http://schemas.microsoft.com/office/drawing/2014/main" id="{14864716-AFFD-4052-92D1-C39F25B3B976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-2486869" y="5001204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0" name="TextBox 10">
                <a:extLst>
                  <a:ext uri="{FF2B5EF4-FFF2-40B4-BE49-F238E27FC236}">
                    <a16:creationId xmlns:a16="http://schemas.microsoft.com/office/drawing/2014/main" id="{B4BE0095-7A62-4C99-B7D2-03598C291A0C}"/>
                  </a:ext>
                </a:extLst>
              </p:cNvPr>
              <p:cNvSpPr txBox="1"/>
              <p:nvPr/>
            </p:nvSpPr>
            <p:spPr>
              <a:xfrm>
                <a:off x="-2738880" y="5025469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30" name="TextBox 10">
                <a:extLst>
                  <a:ext uri="{FF2B5EF4-FFF2-40B4-BE49-F238E27FC236}">
                    <a16:creationId xmlns:a16="http://schemas.microsoft.com/office/drawing/2014/main" id="{B4BE0095-7A62-4C99-B7D2-03598C291A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738880" y="5025469"/>
                <a:ext cx="218239" cy="262829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1" name="Straight Arrow Connector 17">
            <a:extLst>
              <a:ext uri="{FF2B5EF4-FFF2-40B4-BE49-F238E27FC236}">
                <a16:creationId xmlns:a16="http://schemas.microsoft.com/office/drawing/2014/main" id="{569D844A-83F6-4309-AA1A-FBBAC25C87D9}"/>
              </a:ext>
            </a:extLst>
          </p:cNvPr>
          <p:cNvCxnSpPr>
            <a:cxnSpLocks/>
          </p:cNvCxnSpPr>
          <p:nvPr/>
        </p:nvCxnSpPr>
        <p:spPr>
          <a:xfrm flipH="1">
            <a:off x="-2595387" y="5070484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2" name="Partial Circle 9">
            <a:extLst>
              <a:ext uri="{FF2B5EF4-FFF2-40B4-BE49-F238E27FC236}">
                <a16:creationId xmlns:a16="http://schemas.microsoft.com/office/drawing/2014/main" id="{37E6726A-64F1-4B92-8218-65944BE936B2}"/>
              </a:ext>
            </a:extLst>
          </p:cNvPr>
          <p:cNvSpPr>
            <a:spLocks noChangeAspect="1"/>
          </p:cNvSpPr>
          <p:nvPr/>
        </p:nvSpPr>
        <p:spPr>
          <a:xfrm>
            <a:off x="-2495677" y="4975436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3" name="TextBox 10">
                <a:extLst>
                  <a:ext uri="{FF2B5EF4-FFF2-40B4-BE49-F238E27FC236}">
                    <a16:creationId xmlns:a16="http://schemas.microsoft.com/office/drawing/2014/main" id="{7A3D0C8F-4FDF-4C6C-ACF6-78F81FF07966}"/>
                  </a:ext>
                </a:extLst>
              </p:cNvPr>
              <p:cNvSpPr txBox="1"/>
              <p:nvPr/>
            </p:nvSpPr>
            <p:spPr>
              <a:xfrm>
                <a:off x="-2468139" y="4803642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33" name="TextBox 10">
                <a:extLst>
                  <a:ext uri="{FF2B5EF4-FFF2-40B4-BE49-F238E27FC236}">
                    <a16:creationId xmlns:a16="http://schemas.microsoft.com/office/drawing/2014/main" id="{7A3D0C8F-4FDF-4C6C-ACF6-78F81FF079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68139" y="4803642"/>
                <a:ext cx="205647" cy="262829"/>
              </a:xfrm>
              <a:prstGeom prst="rect">
                <a:avLst/>
              </a:prstGeom>
              <a:blipFill>
                <a:blip r:embed="rId22"/>
                <a:stretch>
                  <a:fillRect r="-17647"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4" name="Straight Arrow Connector 17">
            <a:extLst>
              <a:ext uri="{FF2B5EF4-FFF2-40B4-BE49-F238E27FC236}">
                <a16:creationId xmlns:a16="http://schemas.microsoft.com/office/drawing/2014/main" id="{F7977422-9ACC-4E10-A223-BED5436861BC}"/>
              </a:ext>
            </a:extLst>
          </p:cNvPr>
          <p:cNvCxnSpPr>
            <a:cxnSpLocks/>
          </p:cNvCxnSpPr>
          <p:nvPr/>
        </p:nvCxnSpPr>
        <p:spPr>
          <a:xfrm flipV="1">
            <a:off x="-2447581" y="4761905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35" name="Oval 22">
            <a:extLst>
              <a:ext uri="{FF2B5EF4-FFF2-40B4-BE49-F238E27FC236}">
                <a16:creationId xmlns:a16="http://schemas.microsoft.com/office/drawing/2014/main" id="{3C28A6B8-FA2D-4F82-B116-E3B20DE1B0B4}"/>
              </a:ext>
            </a:extLst>
          </p:cNvPr>
          <p:cNvSpPr/>
          <p:nvPr/>
        </p:nvSpPr>
        <p:spPr>
          <a:xfrm>
            <a:off x="-2260442" y="5206216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36" name="Oval 22">
            <a:extLst>
              <a:ext uri="{FF2B5EF4-FFF2-40B4-BE49-F238E27FC236}">
                <a16:creationId xmlns:a16="http://schemas.microsoft.com/office/drawing/2014/main" id="{78CD2847-2355-4C35-8E49-E4121C018458}"/>
              </a:ext>
            </a:extLst>
          </p:cNvPr>
          <p:cNvSpPr/>
          <p:nvPr/>
        </p:nvSpPr>
        <p:spPr>
          <a:xfrm>
            <a:off x="-2735227" y="483166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14F69F2E-A5C4-4883-AF91-FAACBA983061}"/>
                  </a:ext>
                </a:extLst>
              </p:cNvPr>
              <p:cNvSpPr txBox="1"/>
              <p:nvPr/>
            </p:nvSpPr>
            <p:spPr>
              <a:xfrm>
                <a:off x="-4021390" y="5125500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37" name="文字方塊 136">
                <a:extLst>
                  <a:ext uri="{FF2B5EF4-FFF2-40B4-BE49-F238E27FC236}">
                    <a16:creationId xmlns:a16="http://schemas.microsoft.com/office/drawing/2014/main" id="{14F69F2E-A5C4-4883-AF91-FAACBA9830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021390" y="5125500"/>
                <a:ext cx="974158" cy="262829"/>
              </a:xfrm>
              <a:prstGeom prst="rect">
                <a:avLst/>
              </a:prstGeom>
              <a:blipFill>
                <a:blip r:embed="rId2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8" name="圖片 137">
            <a:extLst>
              <a:ext uri="{FF2B5EF4-FFF2-40B4-BE49-F238E27FC236}">
                <a16:creationId xmlns:a16="http://schemas.microsoft.com/office/drawing/2014/main" id="{AF1C67C6-2A25-496B-9733-FCD47F6F51C6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t="51281" r="51003"/>
          <a:stretch/>
        </p:blipFill>
        <p:spPr>
          <a:xfrm>
            <a:off x="-3951441" y="4313509"/>
            <a:ext cx="834259" cy="822637"/>
          </a:xfrm>
          <a:prstGeom prst="rect">
            <a:avLst/>
          </a:prstGeom>
        </p:spPr>
      </p:pic>
      <p:cxnSp>
        <p:nvCxnSpPr>
          <p:cNvPr id="139" name="直線接點 138">
            <a:extLst>
              <a:ext uri="{FF2B5EF4-FFF2-40B4-BE49-F238E27FC236}">
                <a16:creationId xmlns:a16="http://schemas.microsoft.com/office/drawing/2014/main" id="{74CB8BC2-7CDC-4589-B01B-4BF1B53CA332}"/>
              </a:ext>
            </a:extLst>
          </p:cNvPr>
          <p:cNvCxnSpPr>
            <a:cxnSpLocks/>
          </p:cNvCxnSpPr>
          <p:nvPr/>
        </p:nvCxnSpPr>
        <p:spPr>
          <a:xfrm>
            <a:off x="-2148387" y="5339133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40" name="圖片 139">
            <a:extLst>
              <a:ext uri="{FF2B5EF4-FFF2-40B4-BE49-F238E27FC236}">
                <a16:creationId xmlns:a16="http://schemas.microsoft.com/office/drawing/2014/main" id="{04837F93-3219-48AA-913A-23529877E9F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-1769277" y="3446002"/>
            <a:ext cx="822081" cy="823321"/>
          </a:xfrm>
          <a:prstGeom prst="rect">
            <a:avLst/>
          </a:prstGeom>
        </p:spPr>
      </p:pic>
      <p:pic>
        <p:nvPicPr>
          <p:cNvPr id="141" name="圖片 140">
            <a:extLst>
              <a:ext uri="{FF2B5EF4-FFF2-40B4-BE49-F238E27FC236}">
                <a16:creationId xmlns:a16="http://schemas.microsoft.com/office/drawing/2014/main" id="{AF1D1A2C-0AD5-478F-AB1E-A1222F8A19B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-1768657" y="4330256"/>
            <a:ext cx="820841" cy="82580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文字方塊 141">
                <a:extLst>
                  <a:ext uri="{FF2B5EF4-FFF2-40B4-BE49-F238E27FC236}">
                    <a16:creationId xmlns:a16="http://schemas.microsoft.com/office/drawing/2014/main" id="{F07C0E1C-C6E6-4437-961B-096177BB93D7}"/>
                  </a:ext>
                </a:extLst>
              </p:cNvPr>
              <p:cNvSpPr txBox="1"/>
              <p:nvPr/>
            </p:nvSpPr>
            <p:spPr>
              <a:xfrm>
                <a:off x="-1908705" y="513439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2" name="文字方塊 141">
                <a:extLst>
                  <a:ext uri="{FF2B5EF4-FFF2-40B4-BE49-F238E27FC236}">
                    <a16:creationId xmlns:a16="http://schemas.microsoft.com/office/drawing/2014/main" id="{F07C0E1C-C6E6-4437-961B-096177BB9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08705" y="5134390"/>
                <a:ext cx="1100937" cy="262829"/>
              </a:xfrm>
              <a:prstGeom prst="rect">
                <a:avLst/>
              </a:prstGeom>
              <a:blipFill>
                <a:blip r:embed="rId25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B8703F93-7A01-435A-A5B1-B111DB1E587A}"/>
                  </a:ext>
                </a:extLst>
              </p:cNvPr>
              <p:cNvSpPr txBox="1"/>
              <p:nvPr/>
            </p:nvSpPr>
            <p:spPr>
              <a:xfrm>
                <a:off x="-1908705" y="7051493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B8703F93-7A01-435A-A5B1-B111DB1E58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08705" y="7051493"/>
                <a:ext cx="1100937" cy="262829"/>
              </a:xfrm>
              <a:prstGeom prst="rect">
                <a:avLst/>
              </a:prstGeom>
              <a:blipFill>
                <a:blip r:embed="rId2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5" name="圖片 144">
            <a:extLst>
              <a:ext uri="{FF2B5EF4-FFF2-40B4-BE49-F238E27FC236}">
                <a16:creationId xmlns:a16="http://schemas.microsoft.com/office/drawing/2014/main" id="{EBE1A165-5F76-40D9-9CA2-DA69F3AF0941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51236" b="50807"/>
          <a:stretch/>
        </p:blipFill>
        <p:spPr>
          <a:xfrm>
            <a:off x="-1773390" y="5351778"/>
            <a:ext cx="830307" cy="830640"/>
          </a:xfrm>
          <a:prstGeom prst="rect">
            <a:avLst/>
          </a:prstGeom>
        </p:spPr>
      </p:pic>
      <p:pic>
        <p:nvPicPr>
          <p:cNvPr id="152" name="圖片 151">
            <a:extLst>
              <a:ext uri="{FF2B5EF4-FFF2-40B4-BE49-F238E27FC236}">
                <a16:creationId xmlns:a16="http://schemas.microsoft.com/office/drawing/2014/main" id="{2D607D12-9B4C-4801-B412-C1D1DC0BCAA3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51236" t="50810"/>
          <a:stretch/>
        </p:blipFill>
        <p:spPr>
          <a:xfrm>
            <a:off x="-1773390" y="6241468"/>
            <a:ext cx="830306" cy="830580"/>
          </a:xfrm>
          <a:prstGeom prst="rect">
            <a:avLst/>
          </a:prstGeom>
        </p:spPr>
      </p:pic>
      <p:cxnSp>
        <p:nvCxnSpPr>
          <p:cNvPr id="153" name="直線接點 152">
            <a:extLst>
              <a:ext uri="{FF2B5EF4-FFF2-40B4-BE49-F238E27FC236}">
                <a16:creationId xmlns:a16="http://schemas.microsoft.com/office/drawing/2014/main" id="{6921F3BE-4BA6-4BBA-9FB6-2698410BDFD4}"/>
              </a:ext>
            </a:extLst>
          </p:cNvPr>
          <p:cNvCxnSpPr>
            <a:cxnSpLocks/>
          </p:cNvCxnSpPr>
          <p:nvPr/>
        </p:nvCxnSpPr>
        <p:spPr>
          <a:xfrm>
            <a:off x="-3310002" y="3997608"/>
            <a:ext cx="607387" cy="8678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54" name="圖片 153">
            <a:extLst>
              <a:ext uri="{FF2B5EF4-FFF2-40B4-BE49-F238E27FC236}">
                <a16:creationId xmlns:a16="http://schemas.microsoft.com/office/drawing/2014/main" id="{82F2E867-9B96-4A62-B468-AAB96C75A083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r="51003" b="50581"/>
          <a:stretch/>
        </p:blipFill>
        <p:spPr>
          <a:xfrm>
            <a:off x="-3951442" y="3460413"/>
            <a:ext cx="834260" cy="834450"/>
          </a:xfrm>
          <a:prstGeom prst="rect">
            <a:avLst/>
          </a:prstGeom>
        </p:spPr>
      </p:pic>
      <p:cxnSp>
        <p:nvCxnSpPr>
          <p:cNvPr id="155" name="直線接點 154">
            <a:extLst>
              <a:ext uri="{FF2B5EF4-FFF2-40B4-BE49-F238E27FC236}">
                <a16:creationId xmlns:a16="http://schemas.microsoft.com/office/drawing/2014/main" id="{62A54E52-5584-401A-ADA6-4CF0437E3BC0}"/>
              </a:ext>
            </a:extLst>
          </p:cNvPr>
          <p:cNvCxnSpPr>
            <a:cxnSpLocks/>
          </p:cNvCxnSpPr>
          <p:nvPr/>
        </p:nvCxnSpPr>
        <p:spPr>
          <a:xfrm flipH="1">
            <a:off x="-3119937" y="5109364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56" name="直線接點 155">
            <a:extLst>
              <a:ext uri="{FF2B5EF4-FFF2-40B4-BE49-F238E27FC236}">
                <a16:creationId xmlns:a16="http://schemas.microsoft.com/office/drawing/2014/main" id="{4DF7734F-70DF-4EFE-8506-21596C84F9B9}"/>
              </a:ext>
            </a:extLst>
          </p:cNvPr>
          <p:cNvCxnSpPr>
            <a:cxnSpLocks/>
          </p:cNvCxnSpPr>
          <p:nvPr/>
        </p:nvCxnSpPr>
        <p:spPr>
          <a:xfrm flipV="1">
            <a:off x="-1897562" y="4748584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矩形: 圓角 71">
            <a:extLst>
              <a:ext uri="{FF2B5EF4-FFF2-40B4-BE49-F238E27FC236}">
                <a16:creationId xmlns:a16="http://schemas.microsoft.com/office/drawing/2014/main" id="{D66F3198-307B-4448-A060-64523A5C9972}"/>
              </a:ext>
            </a:extLst>
          </p:cNvPr>
          <p:cNvSpPr/>
          <p:nvPr/>
        </p:nvSpPr>
        <p:spPr>
          <a:xfrm>
            <a:off x="-457201" y="1775315"/>
            <a:ext cx="3638551" cy="638354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73" name="圖片 72">
            <a:extLst>
              <a:ext uri="{FF2B5EF4-FFF2-40B4-BE49-F238E27FC236}">
                <a16:creationId xmlns:a16="http://schemas.microsoft.com/office/drawing/2014/main" id="{4DB6018A-E89A-4B40-A7AF-A9C02A272569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0"/>
          <a:stretch/>
        </p:blipFill>
        <p:spPr>
          <a:xfrm>
            <a:off x="644800" y="2247286"/>
            <a:ext cx="865537" cy="1702836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570E876D-B914-4F5A-BF96-366FC2C61F3B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445"/>
          <a:stretch/>
        </p:blipFill>
        <p:spPr>
          <a:xfrm>
            <a:off x="1849973" y="3447415"/>
            <a:ext cx="857330" cy="1702837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775CC692-FBA8-4E3B-94C4-384010284C96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975" r="24608"/>
          <a:stretch/>
        </p:blipFill>
        <p:spPr>
          <a:xfrm>
            <a:off x="-331032" y="5415940"/>
            <a:ext cx="887430" cy="1702836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A23D5B7F-FB98-435E-B2BF-2FC43F82E574}"/>
              </a:ext>
            </a:extLst>
          </p:cNvPr>
          <p:cNvPicPr>
            <a:picLocks noChangeAspect="1"/>
          </p:cNvPicPr>
          <p:nvPr/>
        </p:nvPicPr>
        <p:blipFill rotWithShape="1">
          <a:blip r:embed="rId2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430" r="49783"/>
          <a:stretch/>
        </p:blipFill>
        <p:spPr>
          <a:xfrm>
            <a:off x="760770" y="6081354"/>
            <a:ext cx="900332" cy="1702837"/>
          </a:xfrm>
          <a:prstGeom prst="rect">
            <a:avLst/>
          </a:prstGeom>
        </p:spPr>
      </p:pic>
      <p:pic>
        <p:nvPicPr>
          <p:cNvPr id="88" name="圖片 87">
            <a:extLst>
              <a:ext uri="{FF2B5EF4-FFF2-40B4-BE49-F238E27FC236}">
                <a16:creationId xmlns:a16="http://schemas.microsoft.com/office/drawing/2014/main" id="{0A301F13-D222-462B-9B45-47B7D195A2A4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542"/>
          <a:stretch/>
        </p:blipFill>
        <p:spPr>
          <a:xfrm>
            <a:off x="1860336" y="5358130"/>
            <a:ext cx="852783" cy="1717087"/>
          </a:xfrm>
          <a:prstGeom prst="rect">
            <a:avLst/>
          </a:prstGeom>
        </p:spPr>
      </p:pic>
      <p:pic>
        <p:nvPicPr>
          <p:cNvPr id="89" name="圖片 88">
            <a:extLst>
              <a:ext uri="{FF2B5EF4-FFF2-40B4-BE49-F238E27FC236}">
                <a16:creationId xmlns:a16="http://schemas.microsoft.com/office/drawing/2014/main" id="{0AF6A481-F5B4-4B16-9EDC-E860A11BF33F}"/>
              </a:ext>
            </a:extLst>
          </p:cNvPr>
          <p:cNvPicPr>
            <a:picLocks noChangeAspect="1"/>
          </p:cNvPicPr>
          <p:nvPr/>
        </p:nvPicPr>
        <p:blipFill rotWithShape="1">
          <a:blip r:embed="rId2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277"/>
          <a:stretch/>
        </p:blipFill>
        <p:spPr>
          <a:xfrm>
            <a:off x="-295594" y="3445604"/>
            <a:ext cx="857349" cy="1717087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13689F0B-FFBD-42C9-86E6-36D3136450B0}"/>
                  </a:ext>
                </a:extLst>
              </p:cNvPr>
              <p:cNvSpPr txBox="1"/>
              <p:nvPr/>
            </p:nvSpPr>
            <p:spPr>
              <a:xfrm>
                <a:off x="1010462" y="36844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13689F0B-FFBD-42C9-86E6-36D3136450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0462" y="3684467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A6DCDEA0-B0FF-453B-936D-80424DC2D300}"/>
                  </a:ext>
                </a:extLst>
              </p:cNvPr>
              <p:cNvSpPr txBox="1"/>
              <p:nvPr/>
            </p:nvSpPr>
            <p:spPr>
              <a:xfrm>
                <a:off x="1021127" y="280250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A6DCDEA0-B0FF-453B-936D-80424DC2D3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21127" y="2802502"/>
                <a:ext cx="268993" cy="272254"/>
              </a:xfrm>
              <a:prstGeom prst="rect">
                <a:avLst/>
              </a:prstGeom>
              <a:blipFill>
                <a:blip r:embed="rId29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6" name="群組 145">
            <a:extLst>
              <a:ext uri="{FF2B5EF4-FFF2-40B4-BE49-F238E27FC236}">
                <a16:creationId xmlns:a16="http://schemas.microsoft.com/office/drawing/2014/main" id="{2701CA1B-6FFB-4662-B873-275D625BF883}"/>
              </a:ext>
            </a:extLst>
          </p:cNvPr>
          <p:cNvGrpSpPr/>
          <p:nvPr/>
        </p:nvGrpSpPr>
        <p:grpSpPr>
          <a:xfrm>
            <a:off x="1052523" y="2610579"/>
            <a:ext cx="50518" cy="48461"/>
            <a:chOff x="1373392" y="2391862"/>
            <a:chExt cx="479433" cy="476535"/>
          </a:xfrm>
        </p:grpSpPr>
        <p:sp>
          <p:nvSpPr>
            <p:cNvPr id="147" name="箭號: 向右 146">
              <a:extLst>
                <a:ext uri="{FF2B5EF4-FFF2-40B4-BE49-F238E27FC236}">
                  <a16:creationId xmlns:a16="http://schemas.microsoft.com/office/drawing/2014/main" id="{D6F3F741-7EE9-4571-BDD6-DDC99E8524F2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48" name="箭號: 向右 147">
              <a:extLst>
                <a:ext uri="{FF2B5EF4-FFF2-40B4-BE49-F238E27FC236}">
                  <a16:creationId xmlns:a16="http://schemas.microsoft.com/office/drawing/2014/main" id="{242858C9-28CD-46A1-B918-C82C15E91F7B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F087E4F2-64FB-4005-B112-B2645968D516}"/>
                  </a:ext>
                </a:extLst>
              </p:cNvPr>
              <p:cNvSpPr txBox="1"/>
              <p:nvPr/>
            </p:nvSpPr>
            <p:spPr>
              <a:xfrm>
                <a:off x="928298" y="2367064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F087E4F2-64FB-4005-B112-B2645968D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8298" y="2367064"/>
                <a:ext cx="198362" cy="276614"/>
              </a:xfrm>
              <a:prstGeom prst="rect">
                <a:avLst/>
              </a:prstGeom>
              <a:blipFill>
                <a:blip r:embed="rId8"/>
                <a:stretch>
                  <a:fillRect r="-424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59F0ABB8-1D60-4E90-A306-F468F5153B06}"/>
                  </a:ext>
                </a:extLst>
              </p:cNvPr>
              <p:cNvSpPr txBox="1"/>
              <p:nvPr/>
            </p:nvSpPr>
            <p:spPr>
              <a:xfrm>
                <a:off x="1017845" y="2562898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59F0ABB8-1D60-4E90-A306-F468F5153B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7845" y="2562898"/>
                <a:ext cx="149279" cy="262829"/>
              </a:xfrm>
              <a:prstGeom prst="rect">
                <a:avLst/>
              </a:prstGeom>
              <a:blipFill>
                <a:blip r:embed="rId30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1" name="群組 150">
            <a:extLst>
              <a:ext uri="{FF2B5EF4-FFF2-40B4-BE49-F238E27FC236}">
                <a16:creationId xmlns:a16="http://schemas.microsoft.com/office/drawing/2014/main" id="{CE61EECB-CF62-42D7-9314-B062ED8D16B6}"/>
              </a:ext>
            </a:extLst>
          </p:cNvPr>
          <p:cNvGrpSpPr/>
          <p:nvPr/>
        </p:nvGrpSpPr>
        <p:grpSpPr>
          <a:xfrm>
            <a:off x="1057215" y="3496258"/>
            <a:ext cx="50518" cy="48461"/>
            <a:chOff x="1373392" y="2391862"/>
            <a:chExt cx="479433" cy="476535"/>
          </a:xfrm>
        </p:grpSpPr>
        <p:sp>
          <p:nvSpPr>
            <p:cNvPr id="157" name="箭號: 向右 156">
              <a:extLst>
                <a:ext uri="{FF2B5EF4-FFF2-40B4-BE49-F238E27FC236}">
                  <a16:creationId xmlns:a16="http://schemas.microsoft.com/office/drawing/2014/main" id="{D4B2EC8A-02B2-4FE5-9D97-7CDDC60CAAB6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58" name="箭號: 向右 157">
              <a:extLst>
                <a:ext uri="{FF2B5EF4-FFF2-40B4-BE49-F238E27FC236}">
                  <a16:creationId xmlns:a16="http://schemas.microsoft.com/office/drawing/2014/main" id="{0EAB373C-3C8E-49A6-96CC-84BFF3A2E152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223966B5-E40D-4CDA-A153-51BD2E69D62E}"/>
                  </a:ext>
                </a:extLst>
              </p:cNvPr>
              <p:cNvSpPr txBox="1"/>
              <p:nvPr/>
            </p:nvSpPr>
            <p:spPr>
              <a:xfrm>
                <a:off x="932985" y="32527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59" name="文字方塊 158">
                <a:extLst>
                  <a:ext uri="{FF2B5EF4-FFF2-40B4-BE49-F238E27FC236}">
                    <a16:creationId xmlns:a16="http://schemas.microsoft.com/office/drawing/2014/main" id="{223966B5-E40D-4CDA-A153-51BD2E69D6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985" y="3252743"/>
                <a:ext cx="182571" cy="276614"/>
              </a:xfrm>
              <a:prstGeom prst="rect">
                <a:avLst/>
              </a:prstGeom>
              <a:blipFill>
                <a:blip r:embed="rId31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AB7C9C5F-8261-46AE-A2BD-902897F755E3}"/>
                  </a:ext>
                </a:extLst>
              </p:cNvPr>
              <p:cNvSpPr txBox="1"/>
              <p:nvPr/>
            </p:nvSpPr>
            <p:spPr>
              <a:xfrm>
                <a:off x="1063813" y="34104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60" name="文字方塊 159">
                <a:extLst>
                  <a:ext uri="{FF2B5EF4-FFF2-40B4-BE49-F238E27FC236}">
                    <a16:creationId xmlns:a16="http://schemas.microsoft.com/office/drawing/2014/main" id="{AB7C9C5F-8261-46AE-A2BD-902897F755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3813" y="3410476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708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61" name="圖片 160">
            <a:extLst>
              <a:ext uri="{FF2B5EF4-FFF2-40B4-BE49-F238E27FC236}">
                <a16:creationId xmlns:a16="http://schemas.microsoft.com/office/drawing/2014/main" id="{D539D8E7-37FE-445E-AB3B-C9232F0D308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1506543" y="3102431"/>
            <a:ext cx="260536" cy="871126"/>
          </a:xfrm>
          <a:prstGeom prst="rect">
            <a:avLst/>
          </a:prstGeom>
        </p:spPr>
      </p:pic>
      <p:pic>
        <p:nvPicPr>
          <p:cNvPr id="162" name="圖片 161">
            <a:extLst>
              <a:ext uri="{FF2B5EF4-FFF2-40B4-BE49-F238E27FC236}">
                <a16:creationId xmlns:a16="http://schemas.microsoft.com/office/drawing/2014/main" id="{6C3D16A4-331C-4AD5-8B69-8FD6C0FAD471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1505191" y="2223878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63" name="文字方塊 162">
                <a:extLst>
                  <a:ext uri="{FF2B5EF4-FFF2-40B4-BE49-F238E27FC236}">
                    <a16:creationId xmlns:a16="http://schemas.microsoft.com/office/drawing/2014/main" id="{7745489B-F13F-44A5-842A-4FAD3E82F4E0}"/>
                  </a:ext>
                </a:extLst>
              </p:cNvPr>
              <p:cNvSpPr txBox="1"/>
              <p:nvPr/>
            </p:nvSpPr>
            <p:spPr>
              <a:xfrm>
                <a:off x="1451088" y="2891737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63" name="文字方塊 162">
                <a:extLst>
                  <a:ext uri="{FF2B5EF4-FFF2-40B4-BE49-F238E27FC236}">
                    <a16:creationId xmlns:a16="http://schemas.microsoft.com/office/drawing/2014/main" id="{7745489B-F13F-44A5-842A-4FAD3E82F4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088" y="2891737"/>
                <a:ext cx="204146" cy="245324"/>
              </a:xfrm>
              <a:prstGeom prst="rect">
                <a:avLst/>
              </a:prstGeom>
              <a:blipFill>
                <a:blip r:embed="rId12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4" name="文字方塊 163">
                <a:extLst>
                  <a:ext uri="{FF2B5EF4-FFF2-40B4-BE49-F238E27FC236}">
                    <a16:creationId xmlns:a16="http://schemas.microsoft.com/office/drawing/2014/main" id="{CE29585A-6C7F-463A-AE4B-E46067A725E2}"/>
                  </a:ext>
                </a:extLst>
              </p:cNvPr>
              <p:cNvSpPr txBox="1"/>
              <p:nvPr/>
            </p:nvSpPr>
            <p:spPr>
              <a:xfrm>
                <a:off x="1458841" y="37774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64" name="文字方塊 163">
                <a:extLst>
                  <a:ext uri="{FF2B5EF4-FFF2-40B4-BE49-F238E27FC236}">
                    <a16:creationId xmlns:a16="http://schemas.microsoft.com/office/drawing/2014/main" id="{CE29585A-6C7F-463A-AE4B-E46067A725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8841" y="3777415"/>
                <a:ext cx="204146" cy="245324"/>
              </a:xfrm>
              <a:prstGeom prst="rect">
                <a:avLst/>
              </a:prstGeom>
              <a:blipFill>
                <a:blip r:embed="rId32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5" name="文字方塊 164">
                <a:extLst>
                  <a:ext uri="{FF2B5EF4-FFF2-40B4-BE49-F238E27FC236}">
                    <a16:creationId xmlns:a16="http://schemas.microsoft.com/office/drawing/2014/main" id="{95543979-4ED6-4323-9909-0FA055D1E7F1}"/>
                  </a:ext>
                </a:extLst>
              </p:cNvPr>
              <p:cNvSpPr txBox="1"/>
              <p:nvPr/>
            </p:nvSpPr>
            <p:spPr>
              <a:xfrm>
                <a:off x="580021" y="39344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65" name="文字方塊 164">
                <a:extLst>
                  <a:ext uri="{FF2B5EF4-FFF2-40B4-BE49-F238E27FC236}">
                    <a16:creationId xmlns:a16="http://schemas.microsoft.com/office/drawing/2014/main" id="{95543979-4ED6-4323-9909-0FA055D1E7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21" y="3934424"/>
                <a:ext cx="1082966" cy="262829"/>
              </a:xfrm>
              <a:prstGeom prst="rect">
                <a:avLst/>
              </a:prstGeom>
              <a:blipFill>
                <a:blip r:embed="rId3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6" name="文字方塊 165">
                <a:extLst>
                  <a:ext uri="{FF2B5EF4-FFF2-40B4-BE49-F238E27FC236}">
                    <a16:creationId xmlns:a16="http://schemas.microsoft.com/office/drawing/2014/main" id="{598B2C5B-97F4-43B8-9599-D0C3AE18E323}"/>
                  </a:ext>
                </a:extLst>
              </p:cNvPr>
              <p:cNvSpPr txBox="1"/>
              <p:nvPr/>
            </p:nvSpPr>
            <p:spPr>
              <a:xfrm>
                <a:off x="-437793" y="713712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66" name="文字方塊 165">
                <a:extLst>
                  <a:ext uri="{FF2B5EF4-FFF2-40B4-BE49-F238E27FC236}">
                    <a16:creationId xmlns:a16="http://schemas.microsoft.com/office/drawing/2014/main" id="{598B2C5B-97F4-43B8-9599-D0C3AE18E3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7793" y="7137127"/>
                <a:ext cx="1100937" cy="262829"/>
              </a:xfrm>
              <a:prstGeom prst="rect">
                <a:avLst/>
              </a:prstGeom>
              <a:blipFill>
                <a:blip r:embed="rId3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7B0703C7-5180-4166-805A-F42636F8A8D3}"/>
                  </a:ext>
                </a:extLst>
              </p:cNvPr>
              <p:cNvSpPr txBox="1"/>
              <p:nvPr/>
            </p:nvSpPr>
            <p:spPr>
              <a:xfrm>
                <a:off x="737684" y="7809710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67" name="文字方塊 166">
                <a:extLst>
                  <a:ext uri="{FF2B5EF4-FFF2-40B4-BE49-F238E27FC236}">
                    <a16:creationId xmlns:a16="http://schemas.microsoft.com/office/drawing/2014/main" id="{7B0703C7-5180-4166-805A-F42636F8A8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684" y="7809710"/>
                <a:ext cx="1021987" cy="262829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8" name="文字方塊 167">
                <a:extLst>
                  <a:ext uri="{FF2B5EF4-FFF2-40B4-BE49-F238E27FC236}">
                    <a16:creationId xmlns:a16="http://schemas.microsoft.com/office/drawing/2014/main" id="{49ADBBCB-CD22-461D-8B30-5425E4C31774}"/>
                  </a:ext>
                </a:extLst>
              </p:cNvPr>
              <p:cNvSpPr txBox="1"/>
              <p:nvPr/>
            </p:nvSpPr>
            <p:spPr>
              <a:xfrm>
                <a:off x="909741" y="56424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68" name="文字方塊 167">
                <a:extLst>
                  <a:ext uri="{FF2B5EF4-FFF2-40B4-BE49-F238E27FC236}">
                    <a16:creationId xmlns:a16="http://schemas.microsoft.com/office/drawing/2014/main" id="{49ADBBCB-CD22-461D-8B30-5425E4C317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41" y="5642443"/>
                <a:ext cx="562814" cy="262829"/>
              </a:xfrm>
              <a:prstGeom prst="rect">
                <a:avLst/>
              </a:prstGeom>
              <a:blipFill>
                <a:blip r:embed="rId36"/>
                <a:stretch>
                  <a:fillRect t="-93023" r="-51613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9" name="文字方塊 168">
                <a:extLst>
                  <a:ext uri="{FF2B5EF4-FFF2-40B4-BE49-F238E27FC236}">
                    <a16:creationId xmlns:a16="http://schemas.microsoft.com/office/drawing/2014/main" id="{A69CF792-CEC9-485D-92C7-233374997F7C}"/>
                  </a:ext>
                </a:extLst>
              </p:cNvPr>
              <p:cNvSpPr txBox="1"/>
              <p:nvPr/>
            </p:nvSpPr>
            <p:spPr>
              <a:xfrm>
                <a:off x="921369" y="42619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69" name="文字方塊 168">
                <a:extLst>
                  <a:ext uri="{FF2B5EF4-FFF2-40B4-BE49-F238E27FC236}">
                    <a16:creationId xmlns:a16="http://schemas.microsoft.com/office/drawing/2014/main" id="{A69CF792-CEC9-485D-92C7-233374997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1369" y="4261971"/>
                <a:ext cx="562814" cy="262829"/>
              </a:xfrm>
              <a:prstGeom prst="rect">
                <a:avLst/>
              </a:prstGeom>
              <a:blipFill>
                <a:blip r:embed="rId37"/>
                <a:stretch>
                  <a:fillRect t="-93023" r="-4130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0" name="Oval 14">
            <a:extLst>
              <a:ext uri="{FF2B5EF4-FFF2-40B4-BE49-F238E27FC236}">
                <a16:creationId xmlns:a16="http://schemas.microsoft.com/office/drawing/2014/main" id="{31C5FCD4-D270-4C27-A1E7-7D7F61B2C77D}"/>
              </a:ext>
            </a:extLst>
          </p:cNvPr>
          <p:cNvSpPr/>
          <p:nvPr/>
        </p:nvSpPr>
        <p:spPr>
          <a:xfrm>
            <a:off x="1149807" y="45006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71" name="Oval 4">
            <a:extLst>
              <a:ext uri="{FF2B5EF4-FFF2-40B4-BE49-F238E27FC236}">
                <a16:creationId xmlns:a16="http://schemas.microsoft.com/office/drawing/2014/main" id="{6E8F75FE-2361-4E9D-9E6F-700F13C8280E}"/>
              </a:ext>
            </a:extLst>
          </p:cNvPr>
          <p:cNvSpPr/>
          <p:nvPr/>
        </p:nvSpPr>
        <p:spPr>
          <a:xfrm>
            <a:off x="707712" y="45588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72" name="Oval 15">
            <a:extLst>
              <a:ext uri="{FF2B5EF4-FFF2-40B4-BE49-F238E27FC236}">
                <a16:creationId xmlns:a16="http://schemas.microsoft.com/office/drawing/2014/main" id="{8CEA7373-57B1-4121-BF1F-A541C152A65D}"/>
              </a:ext>
            </a:extLst>
          </p:cNvPr>
          <p:cNvSpPr/>
          <p:nvPr/>
        </p:nvSpPr>
        <p:spPr>
          <a:xfrm>
            <a:off x="1149807" y="55355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73" name="SHO">
            <a:extLst>
              <a:ext uri="{FF2B5EF4-FFF2-40B4-BE49-F238E27FC236}">
                <a16:creationId xmlns:a16="http://schemas.microsoft.com/office/drawing/2014/main" id="{5115D20A-EF82-46ED-A745-9D93E6B0E293}"/>
              </a:ext>
            </a:extLst>
          </p:cNvPr>
          <p:cNvSpPr/>
          <p:nvPr/>
        </p:nvSpPr>
        <p:spPr>
          <a:xfrm rot="16200000">
            <a:off x="990493" y="45771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74" name="SVO">
            <a:extLst>
              <a:ext uri="{FF2B5EF4-FFF2-40B4-BE49-F238E27FC236}">
                <a16:creationId xmlns:a16="http://schemas.microsoft.com/office/drawing/2014/main" id="{C01D1D1D-432E-4344-A400-DEA8373D9C2B}"/>
              </a:ext>
            </a:extLst>
          </p:cNvPr>
          <p:cNvSpPr/>
          <p:nvPr/>
        </p:nvSpPr>
        <p:spPr>
          <a:xfrm>
            <a:off x="955495" y="45592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75" name="Oval 6">
            <a:extLst>
              <a:ext uri="{FF2B5EF4-FFF2-40B4-BE49-F238E27FC236}">
                <a16:creationId xmlns:a16="http://schemas.microsoft.com/office/drawing/2014/main" id="{D5E70757-E261-430C-B0C3-53E7CF3D5CC8}"/>
              </a:ext>
            </a:extLst>
          </p:cNvPr>
          <p:cNvSpPr/>
          <p:nvPr/>
        </p:nvSpPr>
        <p:spPr>
          <a:xfrm rot="16200000">
            <a:off x="990493" y="45771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6" name="TextBox 11">
                <a:extLst>
                  <a:ext uri="{FF2B5EF4-FFF2-40B4-BE49-F238E27FC236}">
                    <a16:creationId xmlns:a16="http://schemas.microsoft.com/office/drawing/2014/main" id="{87E29B56-D6D4-4D05-B914-AE16FE1D10F7}"/>
                  </a:ext>
                </a:extLst>
              </p:cNvPr>
              <p:cNvSpPr txBox="1"/>
              <p:nvPr/>
            </p:nvSpPr>
            <p:spPr>
              <a:xfrm>
                <a:off x="825480" y="49535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76" name="TextBox 11">
                <a:extLst>
                  <a:ext uri="{FF2B5EF4-FFF2-40B4-BE49-F238E27FC236}">
                    <a16:creationId xmlns:a16="http://schemas.microsoft.com/office/drawing/2014/main" id="{87E29B56-D6D4-4D05-B914-AE16FE1D10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480" y="4953509"/>
                <a:ext cx="122489" cy="262829"/>
              </a:xfrm>
              <a:prstGeom prst="rect">
                <a:avLst/>
              </a:prstGeom>
              <a:blipFill>
                <a:blip r:embed="rId38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7" name="Oval 22">
            <a:extLst>
              <a:ext uri="{FF2B5EF4-FFF2-40B4-BE49-F238E27FC236}">
                <a16:creationId xmlns:a16="http://schemas.microsoft.com/office/drawing/2014/main" id="{626E2615-9E6B-49F5-99EE-AC98D1C07D04}"/>
              </a:ext>
            </a:extLst>
          </p:cNvPr>
          <p:cNvSpPr/>
          <p:nvPr/>
        </p:nvSpPr>
        <p:spPr>
          <a:xfrm>
            <a:off x="1149153" y="55355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8" name="TextBox 12">
                <a:extLst>
                  <a:ext uri="{FF2B5EF4-FFF2-40B4-BE49-F238E27FC236}">
                    <a16:creationId xmlns:a16="http://schemas.microsoft.com/office/drawing/2014/main" id="{B344376E-B0D3-4150-8102-9D6CF7BAAF6B}"/>
                  </a:ext>
                </a:extLst>
              </p:cNvPr>
              <p:cNvSpPr txBox="1"/>
              <p:nvPr/>
            </p:nvSpPr>
            <p:spPr>
              <a:xfrm>
                <a:off x="1278889" y="50195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78" name="TextBox 12">
                <a:extLst>
                  <a:ext uri="{FF2B5EF4-FFF2-40B4-BE49-F238E27FC236}">
                    <a16:creationId xmlns:a16="http://schemas.microsoft.com/office/drawing/2014/main" id="{B344376E-B0D3-4150-8102-9D6CF7BAA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889" y="5019553"/>
                <a:ext cx="122489" cy="262829"/>
              </a:xfrm>
              <a:prstGeom prst="rect">
                <a:avLst/>
              </a:prstGeom>
              <a:blipFill>
                <a:blip r:embed="rId39"/>
                <a:stretch>
                  <a:fillRect r="-5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TextBox 13">
                <a:extLst>
                  <a:ext uri="{FF2B5EF4-FFF2-40B4-BE49-F238E27FC236}">
                    <a16:creationId xmlns:a16="http://schemas.microsoft.com/office/drawing/2014/main" id="{470C0BE0-8E1F-425B-A50C-B73C3DD5AC31}"/>
                  </a:ext>
                </a:extLst>
              </p:cNvPr>
              <p:cNvSpPr txBox="1"/>
              <p:nvPr/>
            </p:nvSpPr>
            <p:spPr>
              <a:xfrm>
                <a:off x="1109880" y="45835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79" name="TextBox 13">
                <a:extLst>
                  <a:ext uri="{FF2B5EF4-FFF2-40B4-BE49-F238E27FC236}">
                    <a16:creationId xmlns:a16="http://schemas.microsoft.com/office/drawing/2014/main" id="{470C0BE0-8E1F-425B-A50C-B73C3DD5AC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9880" y="4583578"/>
                <a:ext cx="177900" cy="262829"/>
              </a:xfrm>
              <a:prstGeom prst="rect">
                <a:avLst/>
              </a:prstGeom>
              <a:blipFill>
                <a:blip r:embed="rId40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DVO">
            <a:extLst>
              <a:ext uri="{FF2B5EF4-FFF2-40B4-BE49-F238E27FC236}">
                <a16:creationId xmlns:a16="http://schemas.microsoft.com/office/drawing/2014/main" id="{6A5E1AD5-7330-4FC2-9781-52610CE352F7}"/>
              </a:ext>
            </a:extLst>
          </p:cNvPr>
          <p:cNvSpPr/>
          <p:nvPr/>
        </p:nvSpPr>
        <p:spPr>
          <a:xfrm flipH="1">
            <a:off x="955495" y="45592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81" name="Oval 23">
            <a:extLst>
              <a:ext uri="{FF2B5EF4-FFF2-40B4-BE49-F238E27FC236}">
                <a16:creationId xmlns:a16="http://schemas.microsoft.com/office/drawing/2014/main" id="{6A03DD62-2A28-407B-8BBE-9D6002476B62}"/>
              </a:ext>
            </a:extLst>
          </p:cNvPr>
          <p:cNvSpPr/>
          <p:nvPr/>
        </p:nvSpPr>
        <p:spPr>
          <a:xfrm>
            <a:off x="1649591" y="50187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182" name="Straight Arrow Connector 7">
            <a:extLst>
              <a:ext uri="{FF2B5EF4-FFF2-40B4-BE49-F238E27FC236}">
                <a16:creationId xmlns:a16="http://schemas.microsoft.com/office/drawing/2014/main" id="{8A95389B-44D5-4D6E-84EC-7A04B2035B25}"/>
              </a:ext>
            </a:extLst>
          </p:cNvPr>
          <p:cNvCxnSpPr>
            <a:cxnSpLocks/>
          </p:cNvCxnSpPr>
          <p:nvPr/>
        </p:nvCxnSpPr>
        <p:spPr>
          <a:xfrm flipV="1">
            <a:off x="1203319" y="47667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Straight Arrow Connector 19">
            <a:extLst>
              <a:ext uri="{FF2B5EF4-FFF2-40B4-BE49-F238E27FC236}">
                <a16:creationId xmlns:a16="http://schemas.microsoft.com/office/drawing/2014/main" id="{1E02DDCC-9DBD-4CDA-AD10-8321F980B7FB}"/>
              </a:ext>
            </a:extLst>
          </p:cNvPr>
          <p:cNvCxnSpPr>
            <a:cxnSpLocks/>
          </p:cNvCxnSpPr>
          <p:nvPr/>
        </p:nvCxnSpPr>
        <p:spPr>
          <a:xfrm>
            <a:off x="1205385" y="50739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Straight Arrow Connector 18">
            <a:extLst>
              <a:ext uri="{FF2B5EF4-FFF2-40B4-BE49-F238E27FC236}">
                <a16:creationId xmlns:a16="http://schemas.microsoft.com/office/drawing/2014/main" id="{07E6A037-90DE-42BF-A9BF-8813C42596B3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086777" y="49552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5" name="Oval 20">
            <a:extLst>
              <a:ext uri="{FF2B5EF4-FFF2-40B4-BE49-F238E27FC236}">
                <a16:creationId xmlns:a16="http://schemas.microsoft.com/office/drawing/2014/main" id="{96D08099-42F6-4C06-8867-966E9D84F845}"/>
              </a:ext>
            </a:extLst>
          </p:cNvPr>
          <p:cNvSpPr/>
          <p:nvPr/>
        </p:nvSpPr>
        <p:spPr>
          <a:xfrm>
            <a:off x="649785" y="50187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86" name="Oval 22">
            <a:extLst>
              <a:ext uri="{FF2B5EF4-FFF2-40B4-BE49-F238E27FC236}">
                <a16:creationId xmlns:a16="http://schemas.microsoft.com/office/drawing/2014/main" id="{E5BF5E72-0710-462F-8242-82532191F999}"/>
              </a:ext>
            </a:extLst>
          </p:cNvPr>
          <p:cNvSpPr/>
          <p:nvPr/>
        </p:nvSpPr>
        <p:spPr>
          <a:xfrm>
            <a:off x="1149971" y="44951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7" name="Partial Circle 9">
            <a:extLst>
              <a:ext uri="{FF2B5EF4-FFF2-40B4-BE49-F238E27FC236}">
                <a16:creationId xmlns:a16="http://schemas.microsoft.com/office/drawing/2014/main" id="{0D9EB75D-8F16-4C63-B296-F3B7524F8439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160118" y="50087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8" name="TextBox 10">
                <a:extLst>
                  <a:ext uri="{FF2B5EF4-FFF2-40B4-BE49-F238E27FC236}">
                    <a16:creationId xmlns:a16="http://schemas.microsoft.com/office/drawing/2014/main" id="{AC2B435F-B566-4620-9679-01CC9A922A9D}"/>
                  </a:ext>
                </a:extLst>
              </p:cNvPr>
              <p:cNvSpPr txBox="1"/>
              <p:nvPr/>
            </p:nvSpPr>
            <p:spPr>
              <a:xfrm>
                <a:off x="908107" y="50330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88" name="TextBox 10">
                <a:extLst>
                  <a:ext uri="{FF2B5EF4-FFF2-40B4-BE49-F238E27FC236}">
                    <a16:creationId xmlns:a16="http://schemas.microsoft.com/office/drawing/2014/main" id="{AC2B435F-B566-4620-9679-01CC9A922A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8107" y="5033036"/>
                <a:ext cx="218239" cy="262829"/>
              </a:xfrm>
              <a:prstGeom prst="rect">
                <a:avLst/>
              </a:prstGeom>
              <a:blipFill>
                <a:blip r:embed="rId4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9" name="Straight Arrow Connector 17">
            <a:extLst>
              <a:ext uri="{FF2B5EF4-FFF2-40B4-BE49-F238E27FC236}">
                <a16:creationId xmlns:a16="http://schemas.microsoft.com/office/drawing/2014/main" id="{1C95E1AB-6860-4970-AC8C-E65B21A7A4DD}"/>
              </a:ext>
            </a:extLst>
          </p:cNvPr>
          <p:cNvCxnSpPr>
            <a:cxnSpLocks/>
          </p:cNvCxnSpPr>
          <p:nvPr/>
        </p:nvCxnSpPr>
        <p:spPr>
          <a:xfrm flipH="1">
            <a:off x="1051600" y="50780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0" name="Partial Circle 9">
            <a:extLst>
              <a:ext uri="{FF2B5EF4-FFF2-40B4-BE49-F238E27FC236}">
                <a16:creationId xmlns:a16="http://schemas.microsoft.com/office/drawing/2014/main" id="{3102BF16-4675-4A02-860D-47AB59F2348B}"/>
              </a:ext>
            </a:extLst>
          </p:cNvPr>
          <p:cNvSpPr>
            <a:spLocks noChangeAspect="1"/>
          </p:cNvSpPr>
          <p:nvPr/>
        </p:nvSpPr>
        <p:spPr>
          <a:xfrm>
            <a:off x="1151310" y="49830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1" name="TextBox 10">
                <a:extLst>
                  <a:ext uri="{FF2B5EF4-FFF2-40B4-BE49-F238E27FC236}">
                    <a16:creationId xmlns:a16="http://schemas.microsoft.com/office/drawing/2014/main" id="{A6FFEC93-418A-49C1-90BE-C4CD1065CBE0}"/>
                  </a:ext>
                </a:extLst>
              </p:cNvPr>
              <p:cNvSpPr txBox="1"/>
              <p:nvPr/>
            </p:nvSpPr>
            <p:spPr>
              <a:xfrm>
                <a:off x="1178848" y="48112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91" name="TextBox 10">
                <a:extLst>
                  <a:ext uri="{FF2B5EF4-FFF2-40B4-BE49-F238E27FC236}">
                    <a16:creationId xmlns:a16="http://schemas.microsoft.com/office/drawing/2014/main" id="{A6FFEC93-418A-49C1-90BE-C4CD1065CB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8848" y="4811209"/>
                <a:ext cx="205647" cy="262829"/>
              </a:xfrm>
              <a:prstGeom prst="rect">
                <a:avLst/>
              </a:prstGeom>
              <a:blipFill>
                <a:blip r:embed="rId42"/>
                <a:stretch>
                  <a:fillRect r="-17647"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2" name="Straight Arrow Connector 17">
            <a:extLst>
              <a:ext uri="{FF2B5EF4-FFF2-40B4-BE49-F238E27FC236}">
                <a16:creationId xmlns:a16="http://schemas.microsoft.com/office/drawing/2014/main" id="{31DE1E48-FD31-44F2-AB26-AB03146CA00D}"/>
              </a:ext>
            </a:extLst>
          </p:cNvPr>
          <p:cNvCxnSpPr>
            <a:cxnSpLocks/>
          </p:cNvCxnSpPr>
          <p:nvPr/>
        </p:nvCxnSpPr>
        <p:spPr>
          <a:xfrm flipV="1">
            <a:off x="1199406" y="47694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93" name="Oval 22">
            <a:extLst>
              <a:ext uri="{FF2B5EF4-FFF2-40B4-BE49-F238E27FC236}">
                <a16:creationId xmlns:a16="http://schemas.microsoft.com/office/drawing/2014/main" id="{87E698E3-3BC2-4BEF-9DD7-BC4D23E106BA}"/>
              </a:ext>
            </a:extLst>
          </p:cNvPr>
          <p:cNvSpPr/>
          <p:nvPr/>
        </p:nvSpPr>
        <p:spPr>
          <a:xfrm>
            <a:off x="1386545" y="52137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4" name="Oval 22">
            <a:extLst>
              <a:ext uri="{FF2B5EF4-FFF2-40B4-BE49-F238E27FC236}">
                <a16:creationId xmlns:a16="http://schemas.microsoft.com/office/drawing/2014/main" id="{22F3561B-EEE7-4480-BF54-024D35C85497}"/>
              </a:ext>
            </a:extLst>
          </p:cNvPr>
          <p:cNvSpPr/>
          <p:nvPr/>
        </p:nvSpPr>
        <p:spPr>
          <a:xfrm>
            <a:off x="911760" y="48392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5" name="文字方塊 194">
                <a:extLst>
                  <a:ext uri="{FF2B5EF4-FFF2-40B4-BE49-F238E27FC236}">
                    <a16:creationId xmlns:a16="http://schemas.microsoft.com/office/drawing/2014/main" id="{F75531C2-48A4-40E1-8611-1AD91ADE5C44}"/>
                  </a:ext>
                </a:extLst>
              </p:cNvPr>
              <p:cNvSpPr txBox="1"/>
              <p:nvPr/>
            </p:nvSpPr>
            <p:spPr>
              <a:xfrm>
                <a:off x="-374403" y="5133067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95" name="文字方塊 194">
                <a:extLst>
                  <a:ext uri="{FF2B5EF4-FFF2-40B4-BE49-F238E27FC236}">
                    <a16:creationId xmlns:a16="http://schemas.microsoft.com/office/drawing/2014/main" id="{F75531C2-48A4-40E1-8611-1AD91ADE5C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74403" y="5133067"/>
                <a:ext cx="974158" cy="262829"/>
              </a:xfrm>
              <a:prstGeom prst="rect">
                <a:avLst/>
              </a:prstGeom>
              <a:blipFill>
                <a:blip r:embed="rId4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6" name="直線接點 195">
            <a:extLst>
              <a:ext uri="{FF2B5EF4-FFF2-40B4-BE49-F238E27FC236}">
                <a16:creationId xmlns:a16="http://schemas.microsoft.com/office/drawing/2014/main" id="{03BC1C1C-F081-4A76-9236-2CDFF7DC2987}"/>
              </a:ext>
            </a:extLst>
          </p:cNvPr>
          <p:cNvCxnSpPr>
            <a:cxnSpLocks/>
          </p:cNvCxnSpPr>
          <p:nvPr/>
        </p:nvCxnSpPr>
        <p:spPr>
          <a:xfrm>
            <a:off x="1498600" y="5346700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文字方塊 196">
                <a:extLst>
                  <a:ext uri="{FF2B5EF4-FFF2-40B4-BE49-F238E27FC236}">
                    <a16:creationId xmlns:a16="http://schemas.microsoft.com/office/drawing/2014/main" id="{DF6850DF-4B02-400E-870B-3A1FF5A67345}"/>
                  </a:ext>
                </a:extLst>
              </p:cNvPr>
              <p:cNvSpPr txBox="1"/>
              <p:nvPr/>
            </p:nvSpPr>
            <p:spPr>
              <a:xfrm>
                <a:off x="1738282" y="514195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97" name="文字方塊 196">
                <a:extLst>
                  <a:ext uri="{FF2B5EF4-FFF2-40B4-BE49-F238E27FC236}">
                    <a16:creationId xmlns:a16="http://schemas.microsoft.com/office/drawing/2014/main" id="{DF6850DF-4B02-400E-870B-3A1FF5A67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282" y="5141957"/>
                <a:ext cx="1100937" cy="262829"/>
              </a:xfrm>
              <a:prstGeom prst="rect">
                <a:avLst/>
              </a:prstGeom>
              <a:blipFill>
                <a:blip r:embed="rId4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8" name="文字方塊 197">
                <a:extLst>
                  <a:ext uri="{FF2B5EF4-FFF2-40B4-BE49-F238E27FC236}">
                    <a16:creationId xmlns:a16="http://schemas.microsoft.com/office/drawing/2014/main" id="{687A89C1-0191-4556-AB90-69D829BA2028}"/>
                  </a:ext>
                </a:extLst>
              </p:cNvPr>
              <p:cNvSpPr txBox="1"/>
              <p:nvPr/>
            </p:nvSpPr>
            <p:spPr>
              <a:xfrm>
                <a:off x="1738282" y="705906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98" name="文字方塊 197">
                <a:extLst>
                  <a:ext uri="{FF2B5EF4-FFF2-40B4-BE49-F238E27FC236}">
                    <a16:creationId xmlns:a16="http://schemas.microsoft.com/office/drawing/2014/main" id="{687A89C1-0191-4556-AB90-69D829BA2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8282" y="7059060"/>
                <a:ext cx="1100937" cy="262829"/>
              </a:xfrm>
              <a:prstGeom prst="rect">
                <a:avLst/>
              </a:prstGeom>
              <a:blipFill>
                <a:blip r:embed="rId4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9" name="直線接點 198">
            <a:extLst>
              <a:ext uri="{FF2B5EF4-FFF2-40B4-BE49-F238E27FC236}">
                <a16:creationId xmlns:a16="http://schemas.microsoft.com/office/drawing/2014/main" id="{21870E32-9530-4778-93FB-3AD21BB897BD}"/>
              </a:ext>
            </a:extLst>
          </p:cNvPr>
          <p:cNvCxnSpPr>
            <a:cxnSpLocks/>
          </p:cNvCxnSpPr>
          <p:nvPr/>
        </p:nvCxnSpPr>
        <p:spPr>
          <a:xfrm>
            <a:off x="546100" y="43039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200" name="群組 199">
            <a:extLst>
              <a:ext uri="{FF2B5EF4-FFF2-40B4-BE49-F238E27FC236}">
                <a16:creationId xmlns:a16="http://schemas.microsoft.com/office/drawing/2014/main" id="{40C2EFD4-639D-448C-B34A-B02CBA2D2EC1}"/>
              </a:ext>
            </a:extLst>
          </p:cNvPr>
          <p:cNvGrpSpPr/>
          <p:nvPr/>
        </p:nvGrpSpPr>
        <p:grpSpPr>
          <a:xfrm>
            <a:off x="1752531" y="2271175"/>
            <a:ext cx="1234633" cy="1134769"/>
            <a:chOff x="4207769" y="2687931"/>
            <a:chExt cx="1323709" cy="1216640"/>
          </a:xfrm>
        </p:grpSpPr>
        <p:pic>
          <p:nvPicPr>
            <p:cNvPr id="201" name="圖片 200">
              <a:extLst>
                <a:ext uri="{FF2B5EF4-FFF2-40B4-BE49-F238E27FC236}">
                  <a16:creationId xmlns:a16="http://schemas.microsoft.com/office/drawing/2014/main" id="{F1F49249-25F9-48E1-B889-1FD24786B6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b="68043"/>
            <a:stretch/>
          </p:blipFill>
          <p:spPr>
            <a:xfrm>
              <a:off x="4207769" y="2691196"/>
              <a:ext cx="1323709" cy="257490"/>
            </a:xfrm>
            <a:prstGeom prst="rect">
              <a:avLst/>
            </a:prstGeom>
          </p:spPr>
        </p:pic>
        <p:pic>
          <p:nvPicPr>
            <p:cNvPr id="202" name="圖片 201">
              <a:extLst>
                <a:ext uri="{FF2B5EF4-FFF2-40B4-BE49-F238E27FC236}">
                  <a16:creationId xmlns:a16="http://schemas.microsoft.com/office/drawing/2014/main" id="{C955C3BB-16BE-4BE2-8939-6815358DCC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rcRect t="60450"/>
            <a:stretch/>
          </p:blipFill>
          <p:spPr>
            <a:xfrm>
              <a:off x="4207769" y="3585899"/>
              <a:ext cx="1323709" cy="318672"/>
            </a:xfrm>
            <a:prstGeom prst="rect">
              <a:avLst/>
            </a:prstGeom>
          </p:spPr>
        </p:pic>
        <p:pic>
          <p:nvPicPr>
            <p:cNvPr id="203" name="圖片 202">
              <a:extLst>
                <a:ext uri="{FF2B5EF4-FFF2-40B4-BE49-F238E27FC236}">
                  <a16:creationId xmlns:a16="http://schemas.microsoft.com/office/drawing/2014/main" id="{140E2B41-0E6A-4767-8568-3C3105AAB09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6"/>
            <a:srcRect l="11507" t="21184" r="9434" b="16673"/>
            <a:stretch/>
          </p:blipFill>
          <p:spPr>
            <a:xfrm>
              <a:off x="4326730" y="3647575"/>
              <a:ext cx="531019" cy="129089"/>
            </a:xfrm>
            <a:prstGeom prst="rect">
              <a:avLst/>
            </a:prstGeom>
          </p:spPr>
        </p:pic>
        <p:pic>
          <p:nvPicPr>
            <p:cNvPr id="204" name="圖片 203">
              <a:extLst>
                <a:ext uri="{FF2B5EF4-FFF2-40B4-BE49-F238E27FC236}">
                  <a16:creationId xmlns:a16="http://schemas.microsoft.com/office/drawing/2014/main" id="{DFA82687-58B9-4F84-8716-8AC2C5E4E1E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6"/>
            <a:srcRect l="11507" t="21184" r="9434" b="16673"/>
            <a:stretch/>
          </p:blipFill>
          <p:spPr>
            <a:xfrm>
              <a:off x="4326730" y="2687931"/>
              <a:ext cx="531019" cy="129089"/>
            </a:xfrm>
            <a:prstGeom prst="rect">
              <a:avLst/>
            </a:prstGeom>
          </p:spPr>
        </p:pic>
      </p:grpSp>
      <p:cxnSp>
        <p:nvCxnSpPr>
          <p:cNvPr id="205" name="直線接點 204">
            <a:extLst>
              <a:ext uri="{FF2B5EF4-FFF2-40B4-BE49-F238E27FC236}">
                <a16:creationId xmlns:a16="http://schemas.microsoft.com/office/drawing/2014/main" id="{6EE4A583-0022-4AC7-AB24-0C602F21EF8D}"/>
              </a:ext>
            </a:extLst>
          </p:cNvPr>
          <p:cNvCxnSpPr>
            <a:cxnSpLocks/>
          </p:cNvCxnSpPr>
          <p:nvPr/>
        </p:nvCxnSpPr>
        <p:spPr>
          <a:xfrm flipH="1">
            <a:off x="527050" y="51169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06" name="直線接點 205">
            <a:extLst>
              <a:ext uri="{FF2B5EF4-FFF2-40B4-BE49-F238E27FC236}">
                <a16:creationId xmlns:a16="http://schemas.microsoft.com/office/drawing/2014/main" id="{FB561A5A-0E6C-498E-B84D-D3602DE404D3}"/>
              </a:ext>
            </a:extLst>
          </p:cNvPr>
          <p:cNvCxnSpPr>
            <a:cxnSpLocks/>
          </p:cNvCxnSpPr>
          <p:nvPr/>
        </p:nvCxnSpPr>
        <p:spPr>
          <a:xfrm flipV="1">
            <a:off x="1749425" y="4756151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07" name="矩形: 圓角 206">
            <a:extLst>
              <a:ext uri="{FF2B5EF4-FFF2-40B4-BE49-F238E27FC236}">
                <a16:creationId xmlns:a16="http://schemas.microsoft.com/office/drawing/2014/main" id="{8684B223-277D-4792-A59C-38422CD72E71}"/>
              </a:ext>
            </a:extLst>
          </p:cNvPr>
          <p:cNvSpPr/>
          <p:nvPr/>
        </p:nvSpPr>
        <p:spPr>
          <a:xfrm>
            <a:off x="3212228" y="1749410"/>
            <a:ext cx="3638551" cy="638354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208" name="圖片 207">
            <a:extLst>
              <a:ext uri="{FF2B5EF4-FFF2-40B4-BE49-F238E27FC236}">
                <a16:creationId xmlns:a16="http://schemas.microsoft.com/office/drawing/2014/main" id="{C2A17253-27AE-40EA-86E6-0B7BFF09A0AE}"/>
              </a:ext>
            </a:extLst>
          </p:cNvPr>
          <p:cNvPicPr>
            <a:picLocks noChangeAspect="1"/>
          </p:cNvPicPr>
          <p:nvPr/>
        </p:nvPicPr>
        <p:blipFill rotWithShape="1">
          <a:blip r:embed="rId4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31"/>
          <a:stretch/>
        </p:blipFill>
        <p:spPr>
          <a:xfrm>
            <a:off x="4324655" y="2227233"/>
            <a:ext cx="859130" cy="1696981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10" name="文字方塊 209">
                <a:extLst>
                  <a:ext uri="{FF2B5EF4-FFF2-40B4-BE49-F238E27FC236}">
                    <a16:creationId xmlns:a16="http://schemas.microsoft.com/office/drawing/2014/main" id="{C55367C2-4F41-4F0B-8F0B-67BF55A70F90}"/>
                  </a:ext>
                </a:extLst>
              </p:cNvPr>
              <p:cNvSpPr txBox="1"/>
              <p:nvPr/>
            </p:nvSpPr>
            <p:spPr>
              <a:xfrm>
                <a:off x="4679891" y="365856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10" name="文字方塊 209">
                <a:extLst>
                  <a:ext uri="{FF2B5EF4-FFF2-40B4-BE49-F238E27FC236}">
                    <a16:creationId xmlns:a16="http://schemas.microsoft.com/office/drawing/2014/main" id="{C55367C2-4F41-4F0B-8F0B-67BF55A70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9891" y="3658562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1" name="文字方塊 210">
                <a:extLst>
                  <a:ext uri="{FF2B5EF4-FFF2-40B4-BE49-F238E27FC236}">
                    <a16:creationId xmlns:a16="http://schemas.microsoft.com/office/drawing/2014/main" id="{3E108DBA-00D4-4C9D-ADFB-AF1F69C72CC8}"/>
                  </a:ext>
                </a:extLst>
              </p:cNvPr>
              <p:cNvSpPr txBox="1"/>
              <p:nvPr/>
            </p:nvSpPr>
            <p:spPr>
              <a:xfrm>
                <a:off x="4690556" y="277659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11" name="文字方塊 210">
                <a:extLst>
                  <a:ext uri="{FF2B5EF4-FFF2-40B4-BE49-F238E27FC236}">
                    <a16:creationId xmlns:a16="http://schemas.microsoft.com/office/drawing/2014/main" id="{3E108DBA-00D4-4C9D-ADFB-AF1F69C72C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90556" y="2776597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6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2" name="群組 211">
            <a:extLst>
              <a:ext uri="{FF2B5EF4-FFF2-40B4-BE49-F238E27FC236}">
                <a16:creationId xmlns:a16="http://schemas.microsoft.com/office/drawing/2014/main" id="{3D8F3120-44C1-48FF-A35A-4DEA40CE186D}"/>
              </a:ext>
            </a:extLst>
          </p:cNvPr>
          <p:cNvGrpSpPr/>
          <p:nvPr/>
        </p:nvGrpSpPr>
        <p:grpSpPr>
          <a:xfrm>
            <a:off x="4721952" y="2584674"/>
            <a:ext cx="50518" cy="48461"/>
            <a:chOff x="1373392" y="2391862"/>
            <a:chExt cx="479433" cy="476535"/>
          </a:xfrm>
        </p:grpSpPr>
        <p:sp>
          <p:nvSpPr>
            <p:cNvPr id="213" name="箭號: 向右 212">
              <a:extLst>
                <a:ext uri="{FF2B5EF4-FFF2-40B4-BE49-F238E27FC236}">
                  <a16:creationId xmlns:a16="http://schemas.microsoft.com/office/drawing/2014/main" id="{6D30B185-4081-4103-A4A0-93D3069C1B60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214" name="箭號: 向右 213">
              <a:extLst>
                <a:ext uri="{FF2B5EF4-FFF2-40B4-BE49-F238E27FC236}">
                  <a16:creationId xmlns:a16="http://schemas.microsoft.com/office/drawing/2014/main" id="{9D14D6F4-E209-4250-A0A7-51180AEC4662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15" name="文字方塊 214">
                <a:extLst>
                  <a:ext uri="{FF2B5EF4-FFF2-40B4-BE49-F238E27FC236}">
                    <a16:creationId xmlns:a16="http://schemas.microsoft.com/office/drawing/2014/main" id="{63BC7EE4-7E1E-4D46-8FB9-7049014137EE}"/>
                  </a:ext>
                </a:extLst>
              </p:cNvPr>
              <p:cNvSpPr txBox="1"/>
              <p:nvPr/>
            </p:nvSpPr>
            <p:spPr>
              <a:xfrm>
                <a:off x="4597727" y="2341159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15" name="文字方塊 214">
                <a:extLst>
                  <a:ext uri="{FF2B5EF4-FFF2-40B4-BE49-F238E27FC236}">
                    <a16:creationId xmlns:a16="http://schemas.microsoft.com/office/drawing/2014/main" id="{63BC7EE4-7E1E-4D46-8FB9-7049014137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7727" y="2341159"/>
                <a:ext cx="198362" cy="276614"/>
              </a:xfrm>
              <a:prstGeom prst="rect">
                <a:avLst/>
              </a:prstGeom>
              <a:blipFill>
                <a:blip r:embed="rId6"/>
                <a:stretch>
                  <a:fillRect r="-4242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6" name="文字方塊 215">
                <a:extLst>
                  <a:ext uri="{FF2B5EF4-FFF2-40B4-BE49-F238E27FC236}">
                    <a16:creationId xmlns:a16="http://schemas.microsoft.com/office/drawing/2014/main" id="{8D1FD11A-25A9-476A-8C03-8F2D699DEC93}"/>
                  </a:ext>
                </a:extLst>
              </p:cNvPr>
              <p:cNvSpPr txBox="1"/>
              <p:nvPr/>
            </p:nvSpPr>
            <p:spPr>
              <a:xfrm>
                <a:off x="4687274" y="2536993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16" name="文字方塊 215">
                <a:extLst>
                  <a:ext uri="{FF2B5EF4-FFF2-40B4-BE49-F238E27FC236}">
                    <a16:creationId xmlns:a16="http://schemas.microsoft.com/office/drawing/2014/main" id="{8D1FD11A-25A9-476A-8C03-8F2D699DEC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7274" y="2536993"/>
                <a:ext cx="149279" cy="262829"/>
              </a:xfrm>
              <a:prstGeom prst="rect">
                <a:avLst/>
              </a:prstGeom>
              <a:blipFill>
                <a:blip r:embed="rId30"/>
                <a:stretch>
                  <a:fillRect r="-75000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7" name="群組 216">
            <a:extLst>
              <a:ext uri="{FF2B5EF4-FFF2-40B4-BE49-F238E27FC236}">
                <a16:creationId xmlns:a16="http://schemas.microsoft.com/office/drawing/2014/main" id="{6F6D2875-3A2B-49DE-B28A-3323A9233680}"/>
              </a:ext>
            </a:extLst>
          </p:cNvPr>
          <p:cNvGrpSpPr/>
          <p:nvPr/>
        </p:nvGrpSpPr>
        <p:grpSpPr>
          <a:xfrm>
            <a:off x="4726644" y="3470353"/>
            <a:ext cx="50518" cy="48461"/>
            <a:chOff x="1373392" y="2391862"/>
            <a:chExt cx="479433" cy="476535"/>
          </a:xfrm>
        </p:grpSpPr>
        <p:sp>
          <p:nvSpPr>
            <p:cNvPr id="218" name="箭號: 向右 217">
              <a:extLst>
                <a:ext uri="{FF2B5EF4-FFF2-40B4-BE49-F238E27FC236}">
                  <a16:creationId xmlns:a16="http://schemas.microsoft.com/office/drawing/2014/main" id="{D07FED62-8856-4082-AD6D-EEBAAFD6A65C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219" name="箭號: 向右 218">
              <a:extLst>
                <a:ext uri="{FF2B5EF4-FFF2-40B4-BE49-F238E27FC236}">
                  <a16:creationId xmlns:a16="http://schemas.microsoft.com/office/drawing/2014/main" id="{F6F96ECD-7D4C-40FD-A876-915733C865DD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0" name="文字方塊 219">
                <a:extLst>
                  <a:ext uri="{FF2B5EF4-FFF2-40B4-BE49-F238E27FC236}">
                    <a16:creationId xmlns:a16="http://schemas.microsoft.com/office/drawing/2014/main" id="{6D0BEA5A-8DD5-4E32-9DA8-EBFA6FD4EF0E}"/>
                  </a:ext>
                </a:extLst>
              </p:cNvPr>
              <p:cNvSpPr txBox="1"/>
              <p:nvPr/>
            </p:nvSpPr>
            <p:spPr>
              <a:xfrm>
                <a:off x="4602414" y="3226838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20" name="文字方塊 219">
                <a:extLst>
                  <a:ext uri="{FF2B5EF4-FFF2-40B4-BE49-F238E27FC236}">
                    <a16:creationId xmlns:a16="http://schemas.microsoft.com/office/drawing/2014/main" id="{6D0BEA5A-8DD5-4E32-9DA8-EBFA6FD4EF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2414" y="3226838"/>
                <a:ext cx="182571" cy="276614"/>
              </a:xfrm>
              <a:prstGeom prst="rect">
                <a:avLst/>
              </a:prstGeom>
              <a:blipFill>
                <a:blip r:embed="rId8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941E9C57-BEE6-4184-9781-B949249A44E4}"/>
                  </a:ext>
                </a:extLst>
              </p:cNvPr>
              <p:cNvSpPr txBox="1"/>
              <p:nvPr/>
            </p:nvSpPr>
            <p:spPr>
              <a:xfrm>
                <a:off x="4733242" y="3384571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21" name="文字方塊 220">
                <a:extLst>
                  <a:ext uri="{FF2B5EF4-FFF2-40B4-BE49-F238E27FC236}">
                    <a16:creationId xmlns:a16="http://schemas.microsoft.com/office/drawing/2014/main" id="{941E9C57-BEE6-4184-9781-B949249A44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3242" y="3384571"/>
                <a:ext cx="149279" cy="262829"/>
              </a:xfrm>
              <a:prstGeom prst="rect">
                <a:avLst/>
              </a:prstGeom>
              <a:blipFill>
                <a:blip r:embed="rId9"/>
                <a:stretch>
                  <a:fillRect r="-68000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22" name="圖片 221">
            <a:extLst>
              <a:ext uri="{FF2B5EF4-FFF2-40B4-BE49-F238E27FC236}">
                <a16:creationId xmlns:a16="http://schemas.microsoft.com/office/drawing/2014/main" id="{B6274FB5-7AF5-43A8-9C9D-AB40B77EC9E9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5175972" y="3076526"/>
            <a:ext cx="260536" cy="871126"/>
          </a:xfrm>
          <a:prstGeom prst="rect">
            <a:avLst/>
          </a:prstGeom>
        </p:spPr>
      </p:pic>
      <p:pic>
        <p:nvPicPr>
          <p:cNvPr id="223" name="圖片 222">
            <a:extLst>
              <a:ext uri="{FF2B5EF4-FFF2-40B4-BE49-F238E27FC236}">
                <a16:creationId xmlns:a16="http://schemas.microsoft.com/office/drawing/2014/main" id="{1087E3B7-D3F2-4AF0-9F37-CD8643B7C5F1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5174620" y="2197973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文字方塊 223">
                <a:extLst>
                  <a:ext uri="{FF2B5EF4-FFF2-40B4-BE49-F238E27FC236}">
                    <a16:creationId xmlns:a16="http://schemas.microsoft.com/office/drawing/2014/main" id="{D1A32A0A-E349-4F15-B4C1-0CA4179FDFAF}"/>
                  </a:ext>
                </a:extLst>
              </p:cNvPr>
              <p:cNvSpPr txBox="1"/>
              <p:nvPr/>
            </p:nvSpPr>
            <p:spPr>
              <a:xfrm>
                <a:off x="5120517" y="2865832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24" name="文字方塊 223">
                <a:extLst>
                  <a:ext uri="{FF2B5EF4-FFF2-40B4-BE49-F238E27FC236}">
                    <a16:creationId xmlns:a16="http://schemas.microsoft.com/office/drawing/2014/main" id="{D1A32A0A-E349-4F15-B4C1-0CA4179FDF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0517" y="2865832"/>
                <a:ext cx="204146" cy="245324"/>
              </a:xfrm>
              <a:prstGeom prst="rect">
                <a:avLst/>
              </a:prstGeom>
              <a:blipFill>
                <a:blip r:embed="rId11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文字方塊 224">
                <a:extLst>
                  <a:ext uri="{FF2B5EF4-FFF2-40B4-BE49-F238E27FC236}">
                    <a16:creationId xmlns:a16="http://schemas.microsoft.com/office/drawing/2014/main" id="{6036721F-82E0-46F7-8132-CC4B539B7790}"/>
                  </a:ext>
                </a:extLst>
              </p:cNvPr>
              <p:cNvSpPr txBox="1"/>
              <p:nvPr/>
            </p:nvSpPr>
            <p:spPr>
              <a:xfrm>
                <a:off x="5128270" y="3751510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25" name="文字方塊 224">
                <a:extLst>
                  <a:ext uri="{FF2B5EF4-FFF2-40B4-BE49-F238E27FC236}">
                    <a16:creationId xmlns:a16="http://schemas.microsoft.com/office/drawing/2014/main" id="{6036721F-82E0-46F7-8132-CC4B539B77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8270" y="3751510"/>
                <a:ext cx="204146" cy="245324"/>
              </a:xfrm>
              <a:prstGeom prst="rect">
                <a:avLst/>
              </a:prstGeom>
              <a:blipFill>
                <a:blip r:embed="rId12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5923F3B9-6740-4402-A99D-913518BE4D49}"/>
                  </a:ext>
                </a:extLst>
              </p:cNvPr>
              <p:cNvSpPr txBox="1"/>
              <p:nvPr/>
            </p:nvSpPr>
            <p:spPr>
              <a:xfrm>
                <a:off x="4249450" y="3908519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5923F3B9-6740-4402-A99D-913518BE4D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9450" y="3908519"/>
                <a:ext cx="1082966" cy="262829"/>
              </a:xfrm>
              <a:prstGeom prst="rect">
                <a:avLst/>
              </a:prstGeom>
              <a:blipFill>
                <a:blip r:embed="rId48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8B48F494-A3BC-4CFA-87FB-EBB692B558D6}"/>
                  </a:ext>
                </a:extLst>
              </p:cNvPr>
              <p:cNvSpPr txBox="1"/>
              <p:nvPr/>
            </p:nvSpPr>
            <p:spPr>
              <a:xfrm>
                <a:off x="3231636" y="711122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8B48F494-A3BC-4CFA-87FB-EBB692B558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31636" y="7111222"/>
                <a:ext cx="1100937" cy="262829"/>
              </a:xfrm>
              <a:prstGeom prst="rect">
                <a:avLst/>
              </a:prstGeom>
              <a:blipFill>
                <a:blip r:embed="rId49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76AB9921-AF60-4073-9621-090327F991D0}"/>
                  </a:ext>
                </a:extLst>
              </p:cNvPr>
              <p:cNvSpPr txBox="1"/>
              <p:nvPr/>
            </p:nvSpPr>
            <p:spPr>
              <a:xfrm>
                <a:off x="4365665" y="7772930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76AB9921-AF60-4073-9621-090327F991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5665" y="7772930"/>
                <a:ext cx="1021987" cy="262829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DF33D6B0-1B79-4E77-A886-58BBCD8E5C7B}"/>
                  </a:ext>
                </a:extLst>
              </p:cNvPr>
              <p:cNvSpPr txBox="1"/>
              <p:nvPr/>
            </p:nvSpPr>
            <p:spPr>
              <a:xfrm>
                <a:off x="4579170" y="5616538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DF33D6B0-1B79-4E77-A886-58BBCD8E5C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9170" y="5616538"/>
                <a:ext cx="562814" cy="262829"/>
              </a:xfrm>
              <a:prstGeom prst="rect">
                <a:avLst/>
              </a:prstGeom>
              <a:blipFill>
                <a:blip r:embed="rId51"/>
                <a:stretch>
                  <a:fillRect t="-93023" r="-51613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文字方塊 229">
                <a:extLst>
                  <a:ext uri="{FF2B5EF4-FFF2-40B4-BE49-F238E27FC236}">
                    <a16:creationId xmlns:a16="http://schemas.microsoft.com/office/drawing/2014/main" id="{A3B04B62-83D8-4D16-9382-D4D28AB0235A}"/>
                  </a:ext>
                </a:extLst>
              </p:cNvPr>
              <p:cNvSpPr txBox="1"/>
              <p:nvPr/>
            </p:nvSpPr>
            <p:spPr>
              <a:xfrm>
                <a:off x="4590798" y="4236066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30" name="文字方塊 229">
                <a:extLst>
                  <a:ext uri="{FF2B5EF4-FFF2-40B4-BE49-F238E27FC236}">
                    <a16:creationId xmlns:a16="http://schemas.microsoft.com/office/drawing/2014/main" id="{A3B04B62-83D8-4D16-9382-D4D28AB023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90798" y="4236066"/>
                <a:ext cx="562814" cy="262829"/>
              </a:xfrm>
              <a:prstGeom prst="rect">
                <a:avLst/>
              </a:prstGeom>
              <a:blipFill>
                <a:blip r:embed="rId52"/>
                <a:stretch>
                  <a:fillRect t="-93023" r="-4130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1" name="Oval 14">
            <a:extLst>
              <a:ext uri="{FF2B5EF4-FFF2-40B4-BE49-F238E27FC236}">
                <a16:creationId xmlns:a16="http://schemas.microsoft.com/office/drawing/2014/main" id="{71EA8892-0C3E-4136-B290-986B9C40F020}"/>
              </a:ext>
            </a:extLst>
          </p:cNvPr>
          <p:cNvSpPr/>
          <p:nvPr/>
        </p:nvSpPr>
        <p:spPr>
          <a:xfrm>
            <a:off x="4819236" y="4474706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32" name="Oval 4">
            <a:extLst>
              <a:ext uri="{FF2B5EF4-FFF2-40B4-BE49-F238E27FC236}">
                <a16:creationId xmlns:a16="http://schemas.microsoft.com/office/drawing/2014/main" id="{B6820B52-CD72-4996-B495-086AE0248AF0}"/>
              </a:ext>
            </a:extLst>
          </p:cNvPr>
          <p:cNvSpPr/>
          <p:nvPr/>
        </p:nvSpPr>
        <p:spPr>
          <a:xfrm>
            <a:off x="4377141" y="4532955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33" name="Oval 15">
            <a:extLst>
              <a:ext uri="{FF2B5EF4-FFF2-40B4-BE49-F238E27FC236}">
                <a16:creationId xmlns:a16="http://schemas.microsoft.com/office/drawing/2014/main" id="{6B1EFB5A-6B35-4ABA-963F-F1CB0A1EA560}"/>
              </a:ext>
            </a:extLst>
          </p:cNvPr>
          <p:cNvSpPr/>
          <p:nvPr/>
        </p:nvSpPr>
        <p:spPr>
          <a:xfrm>
            <a:off x="4819236" y="5509677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34" name="SHO">
            <a:extLst>
              <a:ext uri="{FF2B5EF4-FFF2-40B4-BE49-F238E27FC236}">
                <a16:creationId xmlns:a16="http://schemas.microsoft.com/office/drawing/2014/main" id="{01C808BB-4814-4526-86EF-F1088A4DD913}"/>
              </a:ext>
            </a:extLst>
          </p:cNvPr>
          <p:cNvSpPr/>
          <p:nvPr/>
        </p:nvSpPr>
        <p:spPr>
          <a:xfrm rot="16200000">
            <a:off x="4659922" y="4551232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35" name="SVO">
            <a:extLst>
              <a:ext uri="{FF2B5EF4-FFF2-40B4-BE49-F238E27FC236}">
                <a16:creationId xmlns:a16="http://schemas.microsoft.com/office/drawing/2014/main" id="{EDB97B53-2950-47BB-976A-74487A652B6E}"/>
              </a:ext>
            </a:extLst>
          </p:cNvPr>
          <p:cNvSpPr/>
          <p:nvPr/>
        </p:nvSpPr>
        <p:spPr>
          <a:xfrm>
            <a:off x="4624924" y="4533302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36" name="Oval 6">
            <a:extLst>
              <a:ext uri="{FF2B5EF4-FFF2-40B4-BE49-F238E27FC236}">
                <a16:creationId xmlns:a16="http://schemas.microsoft.com/office/drawing/2014/main" id="{FB990119-5ED2-4561-BCF1-8B79089E476D}"/>
              </a:ext>
            </a:extLst>
          </p:cNvPr>
          <p:cNvSpPr/>
          <p:nvPr/>
        </p:nvSpPr>
        <p:spPr>
          <a:xfrm rot="16200000">
            <a:off x="4659922" y="4551232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7" name="TextBox 11">
                <a:extLst>
                  <a:ext uri="{FF2B5EF4-FFF2-40B4-BE49-F238E27FC236}">
                    <a16:creationId xmlns:a16="http://schemas.microsoft.com/office/drawing/2014/main" id="{C1B4C89C-6D1B-42CC-A5EC-074FC1E57006}"/>
                  </a:ext>
                </a:extLst>
              </p:cNvPr>
              <p:cNvSpPr txBox="1"/>
              <p:nvPr/>
            </p:nvSpPr>
            <p:spPr>
              <a:xfrm>
                <a:off x="4494909" y="4927604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37" name="TextBox 11">
                <a:extLst>
                  <a:ext uri="{FF2B5EF4-FFF2-40B4-BE49-F238E27FC236}">
                    <a16:creationId xmlns:a16="http://schemas.microsoft.com/office/drawing/2014/main" id="{C1B4C89C-6D1B-42CC-A5EC-074FC1E570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4909" y="4927604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8" name="Oval 22">
            <a:extLst>
              <a:ext uri="{FF2B5EF4-FFF2-40B4-BE49-F238E27FC236}">
                <a16:creationId xmlns:a16="http://schemas.microsoft.com/office/drawing/2014/main" id="{7143D55D-9BC4-4EF3-B2BC-012336DE9A8F}"/>
              </a:ext>
            </a:extLst>
          </p:cNvPr>
          <p:cNvSpPr/>
          <p:nvPr/>
        </p:nvSpPr>
        <p:spPr>
          <a:xfrm>
            <a:off x="4818582" y="5509677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9" name="TextBox 12">
                <a:extLst>
                  <a:ext uri="{FF2B5EF4-FFF2-40B4-BE49-F238E27FC236}">
                    <a16:creationId xmlns:a16="http://schemas.microsoft.com/office/drawing/2014/main" id="{6D7F916F-85CC-42AC-8AC7-F17F5DBE6FB6}"/>
                  </a:ext>
                </a:extLst>
              </p:cNvPr>
              <p:cNvSpPr txBox="1"/>
              <p:nvPr/>
            </p:nvSpPr>
            <p:spPr>
              <a:xfrm>
                <a:off x="4948318" y="4993648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39" name="TextBox 12">
                <a:extLst>
                  <a:ext uri="{FF2B5EF4-FFF2-40B4-BE49-F238E27FC236}">
                    <a16:creationId xmlns:a16="http://schemas.microsoft.com/office/drawing/2014/main" id="{6D7F916F-85CC-42AC-8AC7-F17F5DBE6F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8318" y="4993648"/>
                <a:ext cx="122489" cy="262829"/>
              </a:xfrm>
              <a:prstGeom prst="rect">
                <a:avLst/>
              </a:prstGeom>
              <a:blipFill>
                <a:blip r:embed="rId19"/>
                <a:stretch>
                  <a:fillRect r="-5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0" name="TextBox 13">
                <a:extLst>
                  <a:ext uri="{FF2B5EF4-FFF2-40B4-BE49-F238E27FC236}">
                    <a16:creationId xmlns:a16="http://schemas.microsoft.com/office/drawing/2014/main" id="{4C7D6128-8970-4E1C-9AA5-438AB1977A87}"/>
                  </a:ext>
                </a:extLst>
              </p:cNvPr>
              <p:cNvSpPr txBox="1"/>
              <p:nvPr/>
            </p:nvSpPr>
            <p:spPr>
              <a:xfrm>
                <a:off x="4779309" y="4557673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40" name="TextBox 13">
                <a:extLst>
                  <a:ext uri="{FF2B5EF4-FFF2-40B4-BE49-F238E27FC236}">
                    <a16:creationId xmlns:a16="http://schemas.microsoft.com/office/drawing/2014/main" id="{4C7D6128-8970-4E1C-9AA5-438AB1977A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79309" y="4557673"/>
                <a:ext cx="177900" cy="262829"/>
              </a:xfrm>
              <a:prstGeom prst="rect">
                <a:avLst/>
              </a:prstGeom>
              <a:blipFill>
                <a:blip r:embed="rId40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1" name="DVO">
            <a:extLst>
              <a:ext uri="{FF2B5EF4-FFF2-40B4-BE49-F238E27FC236}">
                <a16:creationId xmlns:a16="http://schemas.microsoft.com/office/drawing/2014/main" id="{F22189F4-06FE-45B2-B111-B1F48AE5F7A6}"/>
              </a:ext>
            </a:extLst>
          </p:cNvPr>
          <p:cNvSpPr/>
          <p:nvPr/>
        </p:nvSpPr>
        <p:spPr>
          <a:xfrm flipH="1">
            <a:off x="4624924" y="4533302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42" name="Oval 23">
            <a:extLst>
              <a:ext uri="{FF2B5EF4-FFF2-40B4-BE49-F238E27FC236}">
                <a16:creationId xmlns:a16="http://schemas.microsoft.com/office/drawing/2014/main" id="{BC484406-9334-4AC7-A57F-FF002E78FCFC}"/>
              </a:ext>
            </a:extLst>
          </p:cNvPr>
          <p:cNvSpPr/>
          <p:nvPr/>
        </p:nvSpPr>
        <p:spPr>
          <a:xfrm>
            <a:off x="5319020" y="4992829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43" name="Straight Arrow Connector 7">
            <a:extLst>
              <a:ext uri="{FF2B5EF4-FFF2-40B4-BE49-F238E27FC236}">
                <a16:creationId xmlns:a16="http://schemas.microsoft.com/office/drawing/2014/main" id="{A40346BB-FC81-4B89-9A92-C2B2031F98A4}"/>
              </a:ext>
            </a:extLst>
          </p:cNvPr>
          <p:cNvCxnSpPr>
            <a:cxnSpLocks/>
          </p:cNvCxnSpPr>
          <p:nvPr/>
        </p:nvCxnSpPr>
        <p:spPr>
          <a:xfrm flipV="1">
            <a:off x="4872748" y="4740868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Straight Arrow Connector 19">
            <a:extLst>
              <a:ext uri="{FF2B5EF4-FFF2-40B4-BE49-F238E27FC236}">
                <a16:creationId xmlns:a16="http://schemas.microsoft.com/office/drawing/2014/main" id="{3BF90F49-A9C1-4DF0-9299-22F8FB3CE0F2}"/>
              </a:ext>
            </a:extLst>
          </p:cNvPr>
          <p:cNvCxnSpPr>
            <a:cxnSpLocks/>
          </p:cNvCxnSpPr>
          <p:nvPr/>
        </p:nvCxnSpPr>
        <p:spPr>
          <a:xfrm>
            <a:off x="4874814" y="5048049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Straight Arrow Connector 18">
            <a:extLst>
              <a:ext uri="{FF2B5EF4-FFF2-40B4-BE49-F238E27FC236}">
                <a16:creationId xmlns:a16="http://schemas.microsoft.com/office/drawing/2014/main" id="{EB872AF5-8567-4C02-97C0-3C1EE983FD28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4756206" y="4929335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6" name="Oval 20">
            <a:extLst>
              <a:ext uri="{FF2B5EF4-FFF2-40B4-BE49-F238E27FC236}">
                <a16:creationId xmlns:a16="http://schemas.microsoft.com/office/drawing/2014/main" id="{DA407618-E769-4684-8EDD-1D172D8ED64F}"/>
              </a:ext>
            </a:extLst>
          </p:cNvPr>
          <p:cNvSpPr/>
          <p:nvPr/>
        </p:nvSpPr>
        <p:spPr>
          <a:xfrm>
            <a:off x="4319214" y="4992829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47" name="Oval 22">
            <a:extLst>
              <a:ext uri="{FF2B5EF4-FFF2-40B4-BE49-F238E27FC236}">
                <a16:creationId xmlns:a16="http://schemas.microsoft.com/office/drawing/2014/main" id="{99F06D51-DB4B-42D1-BB00-D2F239A683C7}"/>
              </a:ext>
            </a:extLst>
          </p:cNvPr>
          <p:cNvSpPr/>
          <p:nvPr/>
        </p:nvSpPr>
        <p:spPr>
          <a:xfrm>
            <a:off x="4819400" y="4469255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48" name="Partial Circle 9">
            <a:extLst>
              <a:ext uri="{FF2B5EF4-FFF2-40B4-BE49-F238E27FC236}">
                <a16:creationId xmlns:a16="http://schemas.microsoft.com/office/drawing/2014/main" id="{FA028DC4-AB12-4C87-888E-FEE0B24BB56A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4829547" y="4982866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TextBox 10">
                <a:extLst>
                  <a:ext uri="{FF2B5EF4-FFF2-40B4-BE49-F238E27FC236}">
                    <a16:creationId xmlns:a16="http://schemas.microsoft.com/office/drawing/2014/main" id="{97AB29C0-6F8E-4F7B-93A6-FA20FCCE2F9C}"/>
                  </a:ext>
                </a:extLst>
              </p:cNvPr>
              <p:cNvSpPr txBox="1"/>
              <p:nvPr/>
            </p:nvSpPr>
            <p:spPr>
              <a:xfrm>
                <a:off x="4577536" y="5007131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49" name="TextBox 10">
                <a:extLst>
                  <a:ext uri="{FF2B5EF4-FFF2-40B4-BE49-F238E27FC236}">
                    <a16:creationId xmlns:a16="http://schemas.microsoft.com/office/drawing/2014/main" id="{97AB29C0-6F8E-4F7B-93A6-FA20FCCE2F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7536" y="5007131"/>
                <a:ext cx="218239" cy="262829"/>
              </a:xfrm>
              <a:prstGeom prst="rect">
                <a:avLst/>
              </a:prstGeom>
              <a:blipFill>
                <a:blip r:embed="rId5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0" name="Straight Arrow Connector 17">
            <a:extLst>
              <a:ext uri="{FF2B5EF4-FFF2-40B4-BE49-F238E27FC236}">
                <a16:creationId xmlns:a16="http://schemas.microsoft.com/office/drawing/2014/main" id="{718DBED5-686F-42D9-B9F0-3E6230B4FB47}"/>
              </a:ext>
            </a:extLst>
          </p:cNvPr>
          <p:cNvCxnSpPr>
            <a:cxnSpLocks/>
          </p:cNvCxnSpPr>
          <p:nvPr/>
        </p:nvCxnSpPr>
        <p:spPr>
          <a:xfrm flipH="1">
            <a:off x="4721029" y="5052146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1" name="Partial Circle 9">
            <a:extLst>
              <a:ext uri="{FF2B5EF4-FFF2-40B4-BE49-F238E27FC236}">
                <a16:creationId xmlns:a16="http://schemas.microsoft.com/office/drawing/2014/main" id="{FCC252F2-612F-46C3-8C52-C612E3E9AA74}"/>
              </a:ext>
            </a:extLst>
          </p:cNvPr>
          <p:cNvSpPr>
            <a:spLocks noChangeAspect="1"/>
          </p:cNvSpPr>
          <p:nvPr/>
        </p:nvSpPr>
        <p:spPr>
          <a:xfrm>
            <a:off x="4820739" y="4957098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2" name="TextBox 10">
                <a:extLst>
                  <a:ext uri="{FF2B5EF4-FFF2-40B4-BE49-F238E27FC236}">
                    <a16:creationId xmlns:a16="http://schemas.microsoft.com/office/drawing/2014/main" id="{15A979ED-C6D9-44DB-B6B5-7E62E96BFF64}"/>
                  </a:ext>
                </a:extLst>
              </p:cNvPr>
              <p:cNvSpPr txBox="1"/>
              <p:nvPr/>
            </p:nvSpPr>
            <p:spPr>
              <a:xfrm>
                <a:off x="4848277" y="4785304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52" name="TextBox 10">
                <a:extLst>
                  <a:ext uri="{FF2B5EF4-FFF2-40B4-BE49-F238E27FC236}">
                    <a16:creationId xmlns:a16="http://schemas.microsoft.com/office/drawing/2014/main" id="{15A979ED-C6D9-44DB-B6B5-7E62E96BFF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8277" y="4785304"/>
                <a:ext cx="205647" cy="262829"/>
              </a:xfrm>
              <a:prstGeom prst="rect">
                <a:avLst/>
              </a:prstGeom>
              <a:blipFill>
                <a:blip r:embed="rId22"/>
                <a:stretch>
                  <a:fillRect r="-17647"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3" name="Straight Arrow Connector 17">
            <a:extLst>
              <a:ext uri="{FF2B5EF4-FFF2-40B4-BE49-F238E27FC236}">
                <a16:creationId xmlns:a16="http://schemas.microsoft.com/office/drawing/2014/main" id="{1A7AAE06-5986-40FE-AF8C-ADB29672516E}"/>
              </a:ext>
            </a:extLst>
          </p:cNvPr>
          <p:cNvCxnSpPr>
            <a:cxnSpLocks/>
          </p:cNvCxnSpPr>
          <p:nvPr/>
        </p:nvCxnSpPr>
        <p:spPr>
          <a:xfrm flipV="1">
            <a:off x="4868835" y="4743567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4" name="Oval 22">
            <a:extLst>
              <a:ext uri="{FF2B5EF4-FFF2-40B4-BE49-F238E27FC236}">
                <a16:creationId xmlns:a16="http://schemas.microsoft.com/office/drawing/2014/main" id="{4A09C2A9-3F26-4D04-A8D8-95F3B553BEF0}"/>
              </a:ext>
            </a:extLst>
          </p:cNvPr>
          <p:cNvSpPr/>
          <p:nvPr/>
        </p:nvSpPr>
        <p:spPr>
          <a:xfrm>
            <a:off x="5055974" y="5187878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55" name="Oval 22">
            <a:extLst>
              <a:ext uri="{FF2B5EF4-FFF2-40B4-BE49-F238E27FC236}">
                <a16:creationId xmlns:a16="http://schemas.microsoft.com/office/drawing/2014/main" id="{5A81941F-1513-4397-B417-DC03C4BA32AC}"/>
              </a:ext>
            </a:extLst>
          </p:cNvPr>
          <p:cNvSpPr/>
          <p:nvPr/>
        </p:nvSpPr>
        <p:spPr>
          <a:xfrm>
            <a:off x="4581189" y="4813326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6" name="文字方塊 255">
                <a:extLst>
                  <a:ext uri="{FF2B5EF4-FFF2-40B4-BE49-F238E27FC236}">
                    <a16:creationId xmlns:a16="http://schemas.microsoft.com/office/drawing/2014/main" id="{4450A68F-7C61-4DF8-9390-14AFD205913D}"/>
                  </a:ext>
                </a:extLst>
              </p:cNvPr>
              <p:cNvSpPr txBox="1"/>
              <p:nvPr/>
            </p:nvSpPr>
            <p:spPr>
              <a:xfrm>
                <a:off x="3295026" y="510716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56" name="文字方塊 255">
                <a:extLst>
                  <a:ext uri="{FF2B5EF4-FFF2-40B4-BE49-F238E27FC236}">
                    <a16:creationId xmlns:a16="http://schemas.microsoft.com/office/drawing/2014/main" id="{4450A68F-7C61-4DF8-9390-14AFD20591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5026" y="5107162"/>
                <a:ext cx="974158" cy="262829"/>
              </a:xfrm>
              <a:prstGeom prst="rect">
                <a:avLst/>
              </a:prstGeom>
              <a:blipFill>
                <a:blip r:embed="rId5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7" name="直線接點 256">
            <a:extLst>
              <a:ext uri="{FF2B5EF4-FFF2-40B4-BE49-F238E27FC236}">
                <a16:creationId xmlns:a16="http://schemas.microsoft.com/office/drawing/2014/main" id="{9FEBE7FF-E766-4523-BF64-DD11978687FB}"/>
              </a:ext>
            </a:extLst>
          </p:cNvPr>
          <p:cNvCxnSpPr>
            <a:cxnSpLocks/>
          </p:cNvCxnSpPr>
          <p:nvPr/>
        </p:nvCxnSpPr>
        <p:spPr>
          <a:xfrm>
            <a:off x="5168029" y="5320795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8" name="文字方塊 257">
                <a:extLst>
                  <a:ext uri="{FF2B5EF4-FFF2-40B4-BE49-F238E27FC236}">
                    <a16:creationId xmlns:a16="http://schemas.microsoft.com/office/drawing/2014/main" id="{64ECF61C-EAD0-44FB-B78E-DBF5710D9B53}"/>
                  </a:ext>
                </a:extLst>
              </p:cNvPr>
              <p:cNvSpPr txBox="1"/>
              <p:nvPr/>
            </p:nvSpPr>
            <p:spPr>
              <a:xfrm>
                <a:off x="5407711" y="511605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58" name="文字方塊 257">
                <a:extLst>
                  <a:ext uri="{FF2B5EF4-FFF2-40B4-BE49-F238E27FC236}">
                    <a16:creationId xmlns:a16="http://schemas.microsoft.com/office/drawing/2014/main" id="{64ECF61C-EAD0-44FB-B78E-DBF5710D9B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711" y="5116052"/>
                <a:ext cx="1100937" cy="262829"/>
              </a:xfrm>
              <a:prstGeom prst="rect">
                <a:avLst/>
              </a:prstGeom>
              <a:blipFill>
                <a:blip r:embed="rId55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9" name="文字方塊 258">
                <a:extLst>
                  <a:ext uri="{FF2B5EF4-FFF2-40B4-BE49-F238E27FC236}">
                    <a16:creationId xmlns:a16="http://schemas.microsoft.com/office/drawing/2014/main" id="{2C32FB94-9AE4-4CBB-8256-C3FE00C88B8A}"/>
                  </a:ext>
                </a:extLst>
              </p:cNvPr>
              <p:cNvSpPr txBox="1"/>
              <p:nvPr/>
            </p:nvSpPr>
            <p:spPr>
              <a:xfrm>
                <a:off x="5407711" y="703315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59" name="文字方塊 258">
                <a:extLst>
                  <a:ext uri="{FF2B5EF4-FFF2-40B4-BE49-F238E27FC236}">
                    <a16:creationId xmlns:a16="http://schemas.microsoft.com/office/drawing/2014/main" id="{2C32FB94-9AE4-4CBB-8256-C3FE00C88B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7711" y="7033155"/>
                <a:ext cx="1100937" cy="262829"/>
              </a:xfrm>
              <a:prstGeom prst="rect">
                <a:avLst/>
              </a:prstGeom>
              <a:blipFill>
                <a:blip r:embed="rId5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0" name="直線接點 259">
            <a:extLst>
              <a:ext uri="{FF2B5EF4-FFF2-40B4-BE49-F238E27FC236}">
                <a16:creationId xmlns:a16="http://schemas.microsoft.com/office/drawing/2014/main" id="{461AE91A-E14E-472F-A94B-B829E761E55D}"/>
              </a:ext>
            </a:extLst>
          </p:cNvPr>
          <p:cNvCxnSpPr>
            <a:cxnSpLocks/>
          </p:cNvCxnSpPr>
          <p:nvPr/>
        </p:nvCxnSpPr>
        <p:spPr>
          <a:xfrm>
            <a:off x="4006414" y="3979270"/>
            <a:ext cx="607387" cy="8678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61" name="圖片 260">
            <a:extLst>
              <a:ext uri="{FF2B5EF4-FFF2-40B4-BE49-F238E27FC236}">
                <a16:creationId xmlns:a16="http://schemas.microsoft.com/office/drawing/2014/main" id="{3D0B48C0-618E-49AA-ABF3-8278942CB0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5419748" y="2249146"/>
            <a:ext cx="1234633" cy="240163"/>
          </a:xfrm>
          <a:prstGeom prst="rect">
            <a:avLst/>
          </a:prstGeom>
        </p:spPr>
      </p:pic>
      <p:pic>
        <p:nvPicPr>
          <p:cNvPr id="262" name="圖片 261">
            <a:extLst>
              <a:ext uri="{FF2B5EF4-FFF2-40B4-BE49-F238E27FC236}">
                <a16:creationId xmlns:a16="http://schemas.microsoft.com/office/drawing/2014/main" id="{828DC1BD-0B40-4138-B70B-7A3DD584E8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5419748" y="3083642"/>
            <a:ext cx="1234633" cy="297228"/>
          </a:xfrm>
          <a:prstGeom prst="rect">
            <a:avLst/>
          </a:prstGeom>
        </p:spPr>
      </p:pic>
      <p:pic>
        <p:nvPicPr>
          <p:cNvPr id="263" name="圖片 262">
            <a:extLst>
              <a:ext uri="{FF2B5EF4-FFF2-40B4-BE49-F238E27FC236}">
                <a16:creationId xmlns:a16="http://schemas.microsoft.com/office/drawing/2014/main" id="{9870CFFE-36FD-4A0A-97C9-EDA403F8B694}"/>
              </a:ext>
            </a:extLst>
          </p:cNvPr>
          <p:cNvPicPr>
            <a:picLocks noChangeAspect="1"/>
          </p:cNvPicPr>
          <p:nvPr/>
        </p:nvPicPr>
        <p:blipFill rotWithShape="1">
          <a:blip r:embed="rId57"/>
          <a:srcRect l="11115" t="22564" r="9694" b="19380"/>
          <a:stretch/>
        </p:blipFill>
        <p:spPr>
          <a:xfrm>
            <a:off x="5520454" y="3141780"/>
            <a:ext cx="510381" cy="117647"/>
          </a:xfrm>
          <a:prstGeom prst="rect">
            <a:avLst/>
          </a:prstGeom>
        </p:spPr>
      </p:pic>
      <p:pic>
        <p:nvPicPr>
          <p:cNvPr id="264" name="圖片 263">
            <a:extLst>
              <a:ext uri="{FF2B5EF4-FFF2-40B4-BE49-F238E27FC236}">
                <a16:creationId xmlns:a16="http://schemas.microsoft.com/office/drawing/2014/main" id="{51660A1C-6F44-425D-B02F-CA28ADABBE82}"/>
              </a:ext>
            </a:extLst>
          </p:cNvPr>
          <p:cNvPicPr>
            <a:picLocks noChangeAspect="1"/>
          </p:cNvPicPr>
          <p:nvPr/>
        </p:nvPicPr>
        <p:blipFill rotWithShape="1">
          <a:blip r:embed="rId57"/>
          <a:srcRect l="11115" t="22564" r="9694" b="19380"/>
          <a:stretch/>
        </p:blipFill>
        <p:spPr>
          <a:xfrm>
            <a:off x="5518073" y="2248811"/>
            <a:ext cx="510381" cy="117647"/>
          </a:xfrm>
          <a:prstGeom prst="rect">
            <a:avLst/>
          </a:prstGeom>
        </p:spPr>
      </p:pic>
      <p:pic>
        <p:nvPicPr>
          <p:cNvPr id="265" name="圖片 264">
            <a:extLst>
              <a:ext uri="{FF2B5EF4-FFF2-40B4-BE49-F238E27FC236}">
                <a16:creationId xmlns:a16="http://schemas.microsoft.com/office/drawing/2014/main" id="{BDA23142-1CA4-49EF-BC72-A6060F08A981}"/>
              </a:ext>
            </a:extLst>
          </p:cNvPr>
          <p:cNvPicPr>
            <a:picLocks noChangeAspect="1"/>
          </p:cNvPicPr>
          <p:nvPr/>
        </p:nvPicPr>
        <p:blipFill rotWithShape="1">
          <a:blip r:embed="rId5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1200"/>
          <a:stretch/>
        </p:blipFill>
        <p:spPr>
          <a:xfrm>
            <a:off x="5512739" y="5332864"/>
            <a:ext cx="839905" cy="1710426"/>
          </a:xfrm>
          <a:prstGeom prst="rect">
            <a:avLst/>
          </a:prstGeom>
        </p:spPr>
      </p:pic>
      <p:pic>
        <p:nvPicPr>
          <p:cNvPr id="266" name="圖片 265">
            <a:extLst>
              <a:ext uri="{FF2B5EF4-FFF2-40B4-BE49-F238E27FC236}">
                <a16:creationId xmlns:a16="http://schemas.microsoft.com/office/drawing/2014/main" id="{8F997577-0174-4EBA-B054-D9D7D2650BFC}"/>
              </a:ext>
            </a:extLst>
          </p:cNvPr>
          <p:cNvPicPr>
            <a:picLocks noChangeAspect="1"/>
          </p:cNvPicPr>
          <p:nvPr/>
        </p:nvPicPr>
        <p:blipFill rotWithShape="1">
          <a:blip r:embed="rId5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196"/>
          <a:stretch/>
        </p:blipFill>
        <p:spPr>
          <a:xfrm>
            <a:off x="3368890" y="3413095"/>
            <a:ext cx="857085" cy="1710221"/>
          </a:xfrm>
          <a:prstGeom prst="rect">
            <a:avLst/>
          </a:prstGeom>
        </p:spPr>
      </p:pic>
      <p:cxnSp>
        <p:nvCxnSpPr>
          <p:cNvPr id="267" name="直線接點 266">
            <a:extLst>
              <a:ext uri="{FF2B5EF4-FFF2-40B4-BE49-F238E27FC236}">
                <a16:creationId xmlns:a16="http://schemas.microsoft.com/office/drawing/2014/main" id="{E867ED35-7534-4338-BC3D-F7BCFB3D5ABB}"/>
              </a:ext>
            </a:extLst>
          </p:cNvPr>
          <p:cNvCxnSpPr>
            <a:cxnSpLocks/>
          </p:cNvCxnSpPr>
          <p:nvPr/>
        </p:nvCxnSpPr>
        <p:spPr>
          <a:xfrm flipH="1">
            <a:off x="4196479" y="5091026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8" name="直線接點 267">
            <a:extLst>
              <a:ext uri="{FF2B5EF4-FFF2-40B4-BE49-F238E27FC236}">
                <a16:creationId xmlns:a16="http://schemas.microsoft.com/office/drawing/2014/main" id="{3994C6BF-C9D4-4580-9C58-1251190B55E7}"/>
              </a:ext>
            </a:extLst>
          </p:cNvPr>
          <p:cNvCxnSpPr>
            <a:cxnSpLocks/>
          </p:cNvCxnSpPr>
          <p:nvPr/>
        </p:nvCxnSpPr>
        <p:spPr>
          <a:xfrm flipV="1">
            <a:off x="5418854" y="4730246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69" name="圖片 268">
            <a:extLst>
              <a:ext uri="{FF2B5EF4-FFF2-40B4-BE49-F238E27FC236}">
                <a16:creationId xmlns:a16="http://schemas.microsoft.com/office/drawing/2014/main" id="{D31713D8-0DC8-4088-B6BE-60C7405925A3}"/>
              </a:ext>
            </a:extLst>
          </p:cNvPr>
          <p:cNvPicPr>
            <a:picLocks noChangeAspect="1"/>
          </p:cNvPicPr>
          <p:nvPr/>
        </p:nvPicPr>
        <p:blipFill rotWithShape="1">
          <a:blip r:embed="rId5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36"/>
          <a:stretch/>
        </p:blipFill>
        <p:spPr>
          <a:xfrm>
            <a:off x="5512517" y="3432934"/>
            <a:ext cx="849651" cy="1678590"/>
          </a:xfrm>
          <a:prstGeom prst="rect">
            <a:avLst/>
          </a:prstGeom>
        </p:spPr>
      </p:pic>
      <p:pic>
        <p:nvPicPr>
          <p:cNvPr id="270" name="圖片 269">
            <a:extLst>
              <a:ext uri="{FF2B5EF4-FFF2-40B4-BE49-F238E27FC236}">
                <a16:creationId xmlns:a16="http://schemas.microsoft.com/office/drawing/2014/main" id="{B7AA5826-275C-44FF-856A-0AA566F372CF}"/>
              </a:ext>
            </a:extLst>
          </p:cNvPr>
          <p:cNvPicPr>
            <a:picLocks noChangeAspect="1"/>
          </p:cNvPicPr>
          <p:nvPr/>
        </p:nvPicPr>
        <p:blipFill rotWithShape="1">
          <a:blip r:embed="rId5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97" r="50000"/>
          <a:stretch/>
        </p:blipFill>
        <p:spPr>
          <a:xfrm>
            <a:off x="4440953" y="6068503"/>
            <a:ext cx="871539" cy="1678590"/>
          </a:xfrm>
          <a:prstGeom prst="rect">
            <a:avLst/>
          </a:prstGeom>
        </p:spPr>
      </p:pic>
      <p:pic>
        <p:nvPicPr>
          <p:cNvPr id="271" name="圖片 270">
            <a:extLst>
              <a:ext uri="{FF2B5EF4-FFF2-40B4-BE49-F238E27FC236}">
                <a16:creationId xmlns:a16="http://schemas.microsoft.com/office/drawing/2014/main" id="{536AACC2-B5F2-4553-8966-4A97F3591848}"/>
              </a:ext>
            </a:extLst>
          </p:cNvPr>
          <p:cNvPicPr>
            <a:picLocks noChangeAspect="1"/>
          </p:cNvPicPr>
          <p:nvPr/>
        </p:nvPicPr>
        <p:blipFill rotWithShape="1">
          <a:blip r:embed="rId5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29" r="24452"/>
          <a:stretch/>
        </p:blipFill>
        <p:spPr>
          <a:xfrm>
            <a:off x="3336054" y="5407816"/>
            <a:ext cx="885825" cy="1678590"/>
          </a:xfrm>
          <a:prstGeom prst="rect">
            <a:avLst/>
          </a:prstGeom>
        </p:spPr>
      </p:pic>
      <p:sp>
        <p:nvSpPr>
          <p:cNvPr id="272" name="矩形: 圓角 271">
            <a:extLst>
              <a:ext uri="{FF2B5EF4-FFF2-40B4-BE49-F238E27FC236}">
                <a16:creationId xmlns:a16="http://schemas.microsoft.com/office/drawing/2014/main" id="{DA1C1DC6-41EE-4800-A200-B01A79BA4BEA}"/>
              </a:ext>
            </a:extLst>
          </p:cNvPr>
          <p:cNvSpPr/>
          <p:nvPr/>
        </p:nvSpPr>
        <p:spPr>
          <a:xfrm>
            <a:off x="6874254" y="1735830"/>
            <a:ext cx="3638551" cy="638354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273" name="圖片 272">
            <a:extLst>
              <a:ext uri="{FF2B5EF4-FFF2-40B4-BE49-F238E27FC236}">
                <a16:creationId xmlns:a16="http://schemas.microsoft.com/office/drawing/2014/main" id="{AB722AD2-D03E-4917-A5E4-4706013169DA}"/>
              </a:ext>
            </a:extLst>
          </p:cNvPr>
          <p:cNvPicPr>
            <a:picLocks noChangeAspect="1"/>
          </p:cNvPicPr>
          <p:nvPr/>
        </p:nvPicPr>
        <p:blipFill rotWithShape="1">
          <a:blip r:embed="rId6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218"/>
          <a:stretch/>
        </p:blipFill>
        <p:spPr>
          <a:xfrm>
            <a:off x="7972932" y="2208002"/>
            <a:ext cx="862055" cy="1703680"/>
          </a:xfrm>
          <a:prstGeom prst="rect">
            <a:avLst/>
          </a:prstGeom>
        </p:spPr>
      </p:pic>
      <p:pic>
        <p:nvPicPr>
          <p:cNvPr id="274" name="圖片 273">
            <a:extLst>
              <a:ext uri="{FF2B5EF4-FFF2-40B4-BE49-F238E27FC236}">
                <a16:creationId xmlns:a16="http://schemas.microsoft.com/office/drawing/2014/main" id="{8F993AC7-66CB-4E44-916F-0695BFD0B3F4}"/>
              </a:ext>
            </a:extLst>
          </p:cNvPr>
          <p:cNvPicPr>
            <a:picLocks noChangeAspect="1"/>
          </p:cNvPicPr>
          <p:nvPr/>
        </p:nvPicPr>
        <p:blipFill rotWithShape="1">
          <a:blip r:embed="rId6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76"/>
          <a:stretch/>
        </p:blipFill>
        <p:spPr>
          <a:xfrm>
            <a:off x="9168170" y="3410878"/>
            <a:ext cx="856615" cy="1696939"/>
          </a:xfrm>
          <a:prstGeom prst="rect">
            <a:avLst/>
          </a:prstGeom>
        </p:spPr>
      </p:pic>
      <p:pic>
        <p:nvPicPr>
          <p:cNvPr id="275" name="圖片 274">
            <a:extLst>
              <a:ext uri="{FF2B5EF4-FFF2-40B4-BE49-F238E27FC236}">
                <a16:creationId xmlns:a16="http://schemas.microsoft.com/office/drawing/2014/main" id="{2DF883C4-0A24-4C4A-8543-A7725B46816F}"/>
              </a:ext>
            </a:extLst>
          </p:cNvPr>
          <p:cNvPicPr>
            <a:picLocks noChangeAspect="1"/>
          </p:cNvPicPr>
          <p:nvPr/>
        </p:nvPicPr>
        <p:blipFill rotWithShape="1">
          <a:blip r:embed="rId6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55" r="24615"/>
          <a:stretch/>
        </p:blipFill>
        <p:spPr>
          <a:xfrm>
            <a:off x="6994588" y="5384528"/>
            <a:ext cx="891540" cy="1703680"/>
          </a:xfrm>
          <a:prstGeom prst="rect">
            <a:avLst/>
          </a:prstGeom>
        </p:spPr>
      </p:pic>
      <p:pic>
        <p:nvPicPr>
          <p:cNvPr id="276" name="圖片 275">
            <a:extLst>
              <a:ext uri="{FF2B5EF4-FFF2-40B4-BE49-F238E27FC236}">
                <a16:creationId xmlns:a16="http://schemas.microsoft.com/office/drawing/2014/main" id="{F791E26A-9DA6-435D-B8E1-BDCE6F2ED60B}"/>
              </a:ext>
            </a:extLst>
          </p:cNvPr>
          <p:cNvPicPr>
            <a:picLocks noChangeAspect="1"/>
          </p:cNvPicPr>
          <p:nvPr/>
        </p:nvPicPr>
        <p:blipFill rotWithShape="1">
          <a:blip r:embed="rId6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869" r="49720"/>
          <a:stretch/>
        </p:blipFill>
        <p:spPr>
          <a:xfrm>
            <a:off x="8102587" y="6034551"/>
            <a:ext cx="883920" cy="170368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78" name="文字方塊 277">
                <a:extLst>
                  <a:ext uri="{FF2B5EF4-FFF2-40B4-BE49-F238E27FC236}">
                    <a16:creationId xmlns:a16="http://schemas.microsoft.com/office/drawing/2014/main" id="{EF26BE81-88A7-4EE6-86D1-AF07A0A40195}"/>
                  </a:ext>
                </a:extLst>
              </p:cNvPr>
              <p:cNvSpPr txBox="1"/>
              <p:nvPr/>
            </p:nvSpPr>
            <p:spPr>
              <a:xfrm>
                <a:off x="8341917" y="3644982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78" name="文字方塊 277">
                <a:extLst>
                  <a:ext uri="{FF2B5EF4-FFF2-40B4-BE49-F238E27FC236}">
                    <a16:creationId xmlns:a16="http://schemas.microsoft.com/office/drawing/2014/main" id="{EF26BE81-88A7-4EE6-86D1-AF07A0A401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1917" y="3644982"/>
                <a:ext cx="268993" cy="272254"/>
              </a:xfrm>
              <a:prstGeom prst="rect">
                <a:avLst/>
              </a:prstGeom>
              <a:blipFill>
                <a:blip r:embed="rId29"/>
                <a:stretch>
                  <a:fillRect r="-6888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9" name="文字方塊 278">
                <a:extLst>
                  <a:ext uri="{FF2B5EF4-FFF2-40B4-BE49-F238E27FC236}">
                    <a16:creationId xmlns:a16="http://schemas.microsoft.com/office/drawing/2014/main" id="{9F0E211E-1F33-40CF-B1EF-D62D6804AE31}"/>
                  </a:ext>
                </a:extLst>
              </p:cNvPr>
              <p:cNvSpPr txBox="1"/>
              <p:nvPr/>
            </p:nvSpPr>
            <p:spPr>
              <a:xfrm>
                <a:off x="8352582" y="276301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79" name="文字方塊 278">
                <a:extLst>
                  <a:ext uri="{FF2B5EF4-FFF2-40B4-BE49-F238E27FC236}">
                    <a16:creationId xmlns:a16="http://schemas.microsoft.com/office/drawing/2014/main" id="{9F0E211E-1F33-40CF-B1EF-D62D6804AE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52582" y="2763017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0" name="群組 279">
            <a:extLst>
              <a:ext uri="{FF2B5EF4-FFF2-40B4-BE49-F238E27FC236}">
                <a16:creationId xmlns:a16="http://schemas.microsoft.com/office/drawing/2014/main" id="{C9896CD0-793C-4D3E-BFF6-8E0CB4AA4D7A}"/>
              </a:ext>
            </a:extLst>
          </p:cNvPr>
          <p:cNvGrpSpPr/>
          <p:nvPr/>
        </p:nvGrpSpPr>
        <p:grpSpPr>
          <a:xfrm>
            <a:off x="8383978" y="2571094"/>
            <a:ext cx="50518" cy="48461"/>
            <a:chOff x="1373392" y="2391862"/>
            <a:chExt cx="479433" cy="476535"/>
          </a:xfrm>
        </p:grpSpPr>
        <p:sp>
          <p:nvSpPr>
            <p:cNvPr id="281" name="箭號: 向右 280">
              <a:extLst>
                <a:ext uri="{FF2B5EF4-FFF2-40B4-BE49-F238E27FC236}">
                  <a16:creationId xmlns:a16="http://schemas.microsoft.com/office/drawing/2014/main" id="{EBDC1704-C53C-4364-9179-C3500D83D09E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282" name="箭號: 向右 281">
              <a:extLst>
                <a:ext uri="{FF2B5EF4-FFF2-40B4-BE49-F238E27FC236}">
                  <a16:creationId xmlns:a16="http://schemas.microsoft.com/office/drawing/2014/main" id="{35A544EE-66CD-4796-A201-C97DFF5A69A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3" name="文字方塊 282">
                <a:extLst>
                  <a:ext uri="{FF2B5EF4-FFF2-40B4-BE49-F238E27FC236}">
                    <a16:creationId xmlns:a16="http://schemas.microsoft.com/office/drawing/2014/main" id="{D0D07DEE-3B41-4CB0-BA73-75DE32316909}"/>
                  </a:ext>
                </a:extLst>
              </p:cNvPr>
              <p:cNvSpPr txBox="1"/>
              <p:nvPr/>
            </p:nvSpPr>
            <p:spPr>
              <a:xfrm>
                <a:off x="8259753" y="2327579"/>
                <a:ext cx="198362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83" name="文字方塊 282">
                <a:extLst>
                  <a:ext uri="{FF2B5EF4-FFF2-40B4-BE49-F238E27FC236}">
                    <a16:creationId xmlns:a16="http://schemas.microsoft.com/office/drawing/2014/main" id="{D0D07DEE-3B41-4CB0-BA73-75DE32316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9753" y="2327579"/>
                <a:ext cx="198362" cy="276614"/>
              </a:xfrm>
              <a:prstGeom prst="rect">
                <a:avLst/>
              </a:prstGeom>
              <a:blipFill>
                <a:blip r:embed="rId31"/>
                <a:stretch>
                  <a:fillRect r="-468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4" name="文字方塊 283">
                <a:extLst>
                  <a:ext uri="{FF2B5EF4-FFF2-40B4-BE49-F238E27FC236}">
                    <a16:creationId xmlns:a16="http://schemas.microsoft.com/office/drawing/2014/main" id="{C03172B0-BEB7-4161-88C4-E6E048D944D0}"/>
                  </a:ext>
                </a:extLst>
              </p:cNvPr>
              <p:cNvSpPr txBox="1"/>
              <p:nvPr/>
            </p:nvSpPr>
            <p:spPr>
              <a:xfrm>
                <a:off x="8349300" y="2523413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84" name="文字方塊 283">
                <a:extLst>
                  <a:ext uri="{FF2B5EF4-FFF2-40B4-BE49-F238E27FC236}">
                    <a16:creationId xmlns:a16="http://schemas.microsoft.com/office/drawing/2014/main" id="{C03172B0-BEB7-4161-88C4-E6E048D944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9300" y="2523413"/>
                <a:ext cx="149279" cy="262829"/>
              </a:xfrm>
              <a:prstGeom prst="rect">
                <a:avLst/>
              </a:prstGeom>
              <a:blipFill>
                <a:blip r:embed="rId61"/>
                <a:stretch>
                  <a:fillRect r="-708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5" name="群組 284">
            <a:extLst>
              <a:ext uri="{FF2B5EF4-FFF2-40B4-BE49-F238E27FC236}">
                <a16:creationId xmlns:a16="http://schemas.microsoft.com/office/drawing/2014/main" id="{1FA42D71-5755-407F-B8CF-9542F1D0D7C8}"/>
              </a:ext>
            </a:extLst>
          </p:cNvPr>
          <p:cNvGrpSpPr/>
          <p:nvPr/>
        </p:nvGrpSpPr>
        <p:grpSpPr>
          <a:xfrm>
            <a:off x="8388670" y="3456773"/>
            <a:ext cx="50518" cy="48461"/>
            <a:chOff x="1373392" y="2391862"/>
            <a:chExt cx="479433" cy="476535"/>
          </a:xfrm>
        </p:grpSpPr>
        <p:sp>
          <p:nvSpPr>
            <p:cNvPr id="286" name="箭號: 向右 285">
              <a:extLst>
                <a:ext uri="{FF2B5EF4-FFF2-40B4-BE49-F238E27FC236}">
                  <a16:creationId xmlns:a16="http://schemas.microsoft.com/office/drawing/2014/main" id="{6E98F6BA-710F-414E-8BA7-F93D18FDA758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287" name="箭號: 向右 286">
              <a:extLst>
                <a:ext uri="{FF2B5EF4-FFF2-40B4-BE49-F238E27FC236}">
                  <a16:creationId xmlns:a16="http://schemas.microsoft.com/office/drawing/2014/main" id="{954A2D98-D342-4076-A463-5EE0D381AC28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8" name="文字方塊 287">
                <a:extLst>
                  <a:ext uri="{FF2B5EF4-FFF2-40B4-BE49-F238E27FC236}">
                    <a16:creationId xmlns:a16="http://schemas.microsoft.com/office/drawing/2014/main" id="{99D5CAE1-040E-451D-BD94-FC013D8DD706}"/>
                  </a:ext>
                </a:extLst>
              </p:cNvPr>
              <p:cNvSpPr txBox="1"/>
              <p:nvPr/>
            </p:nvSpPr>
            <p:spPr>
              <a:xfrm>
                <a:off x="8264440" y="3213258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88" name="文字方塊 287">
                <a:extLst>
                  <a:ext uri="{FF2B5EF4-FFF2-40B4-BE49-F238E27FC236}">
                    <a16:creationId xmlns:a16="http://schemas.microsoft.com/office/drawing/2014/main" id="{99D5CAE1-040E-451D-BD94-FC013D8DD7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64440" y="3213258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9" name="文字方塊 288">
                <a:extLst>
                  <a:ext uri="{FF2B5EF4-FFF2-40B4-BE49-F238E27FC236}">
                    <a16:creationId xmlns:a16="http://schemas.microsoft.com/office/drawing/2014/main" id="{11AE3B80-05A6-4D9B-B042-71F8033CDE68}"/>
                  </a:ext>
                </a:extLst>
              </p:cNvPr>
              <p:cNvSpPr txBox="1"/>
              <p:nvPr/>
            </p:nvSpPr>
            <p:spPr>
              <a:xfrm>
                <a:off x="8395268" y="3370991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89" name="文字方塊 288">
                <a:extLst>
                  <a:ext uri="{FF2B5EF4-FFF2-40B4-BE49-F238E27FC236}">
                    <a16:creationId xmlns:a16="http://schemas.microsoft.com/office/drawing/2014/main" id="{11AE3B80-05A6-4D9B-B042-71F8033CDE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268" y="3370991"/>
                <a:ext cx="149279" cy="262829"/>
              </a:xfrm>
              <a:prstGeom prst="rect">
                <a:avLst/>
              </a:prstGeom>
              <a:blipFill>
                <a:blip r:embed="rId62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90" name="圖片 289">
            <a:extLst>
              <a:ext uri="{FF2B5EF4-FFF2-40B4-BE49-F238E27FC236}">
                <a16:creationId xmlns:a16="http://schemas.microsoft.com/office/drawing/2014/main" id="{614A65E4-2CE7-4924-953F-09A3C9765465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8837998" y="3062946"/>
            <a:ext cx="260536" cy="871126"/>
          </a:xfrm>
          <a:prstGeom prst="rect">
            <a:avLst/>
          </a:prstGeom>
        </p:spPr>
      </p:pic>
      <p:pic>
        <p:nvPicPr>
          <p:cNvPr id="291" name="圖片 290">
            <a:extLst>
              <a:ext uri="{FF2B5EF4-FFF2-40B4-BE49-F238E27FC236}">
                <a16:creationId xmlns:a16="http://schemas.microsoft.com/office/drawing/2014/main" id="{7A425E4C-DC58-42BB-BDDD-CE70136AE447}"/>
              </a:ext>
            </a:extLst>
          </p:cNvPr>
          <p:cNvPicPr>
            <a:picLocks noChangeAspect="1"/>
          </p:cNvPicPr>
          <p:nvPr/>
        </p:nvPicPr>
        <p:blipFill rotWithShape="1">
          <a:blip r:embed="rId1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8836646" y="2184393"/>
            <a:ext cx="260536" cy="86401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92" name="文字方塊 291">
                <a:extLst>
                  <a:ext uri="{FF2B5EF4-FFF2-40B4-BE49-F238E27FC236}">
                    <a16:creationId xmlns:a16="http://schemas.microsoft.com/office/drawing/2014/main" id="{8C2DFF90-2667-4848-98DD-3F3B35B50D7B}"/>
                  </a:ext>
                </a:extLst>
              </p:cNvPr>
              <p:cNvSpPr txBox="1"/>
              <p:nvPr/>
            </p:nvSpPr>
            <p:spPr>
              <a:xfrm>
                <a:off x="8782543" y="2852252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2" name="文字方塊 291">
                <a:extLst>
                  <a:ext uri="{FF2B5EF4-FFF2-40B4-BE49-F238E27FC236}">
                    <a16:creationId xmlns:a16="http://schemas.microsoft.com/office/drawing/2014/main" id="{8C2DFF90-2667-4848-98DD-3F3B35B50D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2543" y="2852252"/>
                <a:ext cx="204146" cy="245324"/>
              </a:xfrm>
              <a:prstGeom prst="rect">
                <a:avLst/>
              </a:prstGeom>
              <a:blipFill>
                <a:blip r:embed="rId63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3" name="文字方塊 292">
                <a:extLst>
                  <a:ext uri="{FF2B5EF4-FFF2-40B4-BE49-F238E27FC236}">
                    <a16:creationId xmlns:a16="http://schemas.microsoft.com/office/drawing/2014/main" id="{8564CE51-BAA7-4471-86D4-42FA75EF0A2A}"/>
                  </a:ext>
                </a:extLst>
              </p:cNvPr>
              <p:cNvSpPr txBox="1"/>
              <p:nvPr/>
            </p:nvSpPr>
            <p:spPr>
              <a:xfrm>
                <a:off x="8790296" y="3737930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3" name="文字方塊 292">
                <a:extLst>
                  <a:ext uri="{FF2B5EF4-FFF2-40B4-BE49-F238E27FC236}">
                    <a16:creationId xmlns:a16="http://schemas.microsoft.com/office/drawing/2014/main" id="{8564CE51-BAA7-4471-86D4-42FA75EF0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90296" y="3737930"/>
                <a:ext cx="204146" cy="245324"/>
              </a:xfrm>
              <a:prstGeom prst="rect">
                <a:avLst/>
              </a:prstGeom>
              <a:blipFill>
                <a:blip r:embed="rId11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4" name="文字方塊 293">
                <a:extLst>
                  <a:ext uri="{FF2B5EF4-FFF2-40B4-BE49-F238E27FC236}">
                    <a16:creationId xmlns:a16="http://schemas.microsoft.com/office/drawing/2014/main" id="{1B6FE06C-136F-493A-85A9-7AE020ABABA6}"/>
                  </a:ext>
                </a:extLst>
              </p:cNvPr>
              <p:cNvSpPr txBox="1"/>
              <p:nvPr/>
            </p:nvSpPr>
            <p:spPr>
              <a:xfrm>
                <a:off x="7911476" y="3894939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94" name="文字方塊 293">
                <a:extLst>
                  <a:ext uri="{FF2B5EF4-FFF2-40B4-BE49-F238E27FC236}">
                    <a16:creationId xmlns:a16="http://schemas.microsoft.com/office/drawing/2014/main" id="{1B6FE06C-136F-493A-85A9-7AE020ABAB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11476" y="3894939"/>
                <a:ext cx="1082966" cy="262829"/>
              </a:xfrm>
              <a:prstGeom prst="rect">
                <a:avLst/>
              </a:prstGeom>
              <a:blipFill>
                <a:blip r:embed="rId6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5" name="文字方塊 294">
                <a:extLst>
                  <a:ext uri="{FF2B5EF4-FFF2-40B4-BE49-F238E27FC236}">
                    <a16:creationId xmlns:a16="http://schemas.microsoft.com/office/drawing/2014/main" id="{97AB1DEE-8445-45BF-A9A6-82C8A63C6836}"/>
                  </a:ext>
                </a:extLst>
              </p:cNvPr>
              <p:cNvSpPr txBox="1"/>
              <p:nvPr/>
            </p:nvSpPr>
            <p:spPr>
              <a:xfrm>
                <a:off x="6893662" y="709764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95" name="文字方塊 294">
                <a:extLst>
                  <a:ext uri="{FF2B5EF4-FFF2-40B4-BE49-F238E27FC236}">
                    <a16:creationId xmlns:a16="http://schemas.microsoft.com/office/drawing/2014/main" id="{97AB1DEE-8445-45BF-A9A6-82C8A63C68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3662" y="7097642"/>
                <a:ext cx="1100937" cy="262829"/>
              </a:xfrm>
              <a:prstGeom prst="rect">
                <a:avLst/>
              </a:prstGeom>
              <a:blipFill>
                <a:blip r:embed="rId65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6" name="文字方塊 295">
                <a:extLst>
                  <a:ext uri="{FF2B5EF4-FFF2-40B4-BE49-F238E27FC236}">
                    <a16:creationId xmlns:a16="http://schemas.microsoft.com/office/drawing/2014/main" id="{AE84082F-5DC2-4FF3-97CB-0CBEA8D32236}"/>
                  </a:ext>
                </a:extLst>
              </p:cNvPr>
              <p:cNvSpPr txBox="1"/>
              <p:nvPr/>
            </p:nvSpPr>
            <p:spPr>
              <a:xfrm>
                <a:off x="8027691" y="7759350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96" name="文字方塊 295">
                <a:extLst>
                  <a:ext uri="{FF2B5EF4-FFF2-40B4-BE49-F238E27FC236}">
                    <a16:creationId xmlns:a16="http://schemas.microsoft.com/office/drawing/2014/main" id="{AE84082F-5DC2-4FF3-97CB-0CBEA8D322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7691" y="7759350"/>
                <a:ext cx="1021987" cy="262829"/>
              </a:xfrm>
              <a:prstGeom prst="rect">
                <a:avLst/>
              </a:prstGeom>
              <a:blipFill>
                <a:blip r:embed="rId6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7" name="文字方塊 296">
                <a:extLst>
                  <a:ext uri="{FF2B5EF4-FFF2-40B4-BE49-F238E27FC236}">
                    <a16:creationId xmlns:a16="http://schemas.microsoft.com/office/drawing/2014/main" id="{81ECC051-CF68-4C45-987A-A78A337E5A2A}"/>
                  </a:ext>
                </a:extLst>
              </p:cNvPr>
              <p:cNvSpPr txBox="1"/>
              <p:nvPr/>
            </p:nvSpPr>
            <p:spPr>
              <a:xfrm>
                <a:off x="8241196" y="5602958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97" name="文字方塊 296">
                <a:extLst>
                  <a:ext uri="{FF2B5EF4-FFF2-40B4-BE49-F238E27FC236}">
                    <a16:creationId xmlns:a16="http://schemas.microsoft.com/office/drawing/2014/main" id="{81ECC051-CF68-4C45-987A-A78A337E5A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1196" y="5602958"/>
                <a:ext cx="562814" cy="262829"/>
              </a:xfrm>
              <a:prstGeom prst="rect">
                <a:avLst/>
              </a:prstGeom>
              <a:blipFill>
                <a:blip r:embed="rId67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8" name="文字方塊 297">
                <a:extLst>
                  <a:ext uri="{FF2B5EF4-FFF2-40B4-BE49-F238E27FC236}">
                    <a16:creationId xmlns:a16="http://schemas.microsoft.com/office/drawing/2014/main" id="{65334405-8157-4976-9B21-F5987A583682}"/>
                  </a:ext>
                </a:extLst>
              </p:cNvPr>
              <p:cNvSpPr txBox="1"/>
              <p:nvPr/>
            </p:nvSpPr>
            <p:spPr>
              <a:xfrm>
                <a:off x="8252824" y="4222486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98" name="文字方塊 297">
                <a:extLst>
                  <a:ext uri="{FF2B5EF4-FFF2-40B4-BE49-F238E27FC236}">
                    <a16:creationId xmlns:a16="http://schemas.microsoft.com/office/drawing/2014/main" id="{65334405-8157-4976-9B21-F5987A5836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52824" y="4222486"/>
                <a:ext cx="562814" cy="262829"/>
              </a:xfrm>
              <a:prstGeom prst="rect">
                <a:avLst/>
              </a:prstGeom>
              <a:blipFill>
                <a:blip r:embed="rId17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9" name="Oval 14">
            <a:extLst>
              <a:ext uri="{FF2B5EF4-FFF2-40B4-BE49-F238E27FC236}">
                <a16:creationId xmlns:a16="http://schemas.microsoft.com/office/drawing/2014/main" id="{0B60AA20-511A-4DE4-B505-3074CF43BF57}"/>
              </a:ext>
            </a:extLst>
          </p:cNvPr>
          <p:cNvSpPr/>
          <p:nvPr/>
        </p:nvSpPr>
        <p:spPr>
          <a:xfrm>
            <a:off x="8481262" y="4461126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300" name="Oval 4">
            <a:extLst>
              <a:ext uri="{FF2B5EF4-FFF2-40B4-BE49-F238E27FC236}">
                <a16:creationId xmlns:a16="http://schemas.microsoft.com/office/drawing/2014/main" id="{0CCCBB52-1DE5-4840-8DA1-D9DB2EFB3AE1}"/>
              </a:ext>
            </a:extLst>
          </p:cNvPr>
          <p:cNvSpPr/>
          <p:nvPr/>
        </p:nvSpPr>
        <p:spPr>
          <a:xfrm>
            <a:off x="8039167" y="4519375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01" name="Oval 15">
            <a:extLst>
              <a:ext uri="{FF2B5EF4-FFF2-40B4-BE49-F238E27FC236}">
                <a16:creationId xmlns:a16="http://schemas.microsoft.com/office/drawing/2014/main" id="{E6F875E6-4298-4611-AD1B-C86861108BCA}"/>
              </a:ext>
            </a:extLst>
          </p:cNvPr>
          <p:cNvSpPr/>
          <p:nvPr/>
        </p:nvSpPr>
        <p:spPr>
          <a:xfrm>
            <a:off x="8481262" y="5496097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02" name="SHO">
            <a:extLst>
              <a:ext uri="{FF2B5EF4-FFF2-40B4-BE49-F238E27FC236}">
                <a16:creationId xmlns:a16="http://schemas.microsoft.com/office/drawing/2014/main" id="{546F98E9-6460-45FC-92C8-3990712E0F7B}"/>
              </a:ext>
            </a:extLst>
          </p:cNvPr>
          <p:cNvSpPr/>
          <p:nvPr/>
        </p:nvSpPr>
        <p:spPr>
          <a:xfrm rot="16200000">
            <a:off x="8321948" y="4537652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03" name="SVO">
            <a:extLst>
              <a:ext uri="{FF2B5EF4-FFF2-40B4-BE49-F238E27FC236}">
                <a16:creationId xmlns:a16="http://schemas.microsoft.com/office/drawing/2014/main" id="{9788DA47-AEFC-4FF8-96D9-C68FC6B67307}"/>
              </a:ext>
            </a:extLst>
          </p:cNvPr>
          <p:cNvSpPr/>
          <p:nvPr/>
        </p:nvSpPr>
        <p:spPr>
          <a:xfrm>
            <a:off x="8286950" y="4519722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304" name="Oval 6">
            <a:extLst>
              <a:ext uri="{FF2B5EF4-FFF2-40B4-BE49-F238E27FC236}">
                <a16:creationId xmlns:a16="http://schemas.microsoft.com/office/drawing/2014/main" id="{54A20FD9-FA37-4B2C-8350-49CC16E720FE}"/>
              </a:ext>
            </a:extLst>
          </p:cNvPr>
          <p:cNvSpPr/>
          <p:nvPr/>
        </p:nvSpPr>
        <p:spPr>
          <a:xfrm rot="16200000">
            <a:off x="8321948" y="4537652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5" name="TextBox 11">
                <a:extLst>
                  <a:ext uri="{FF2B5EF4-FFF2-40B4-BE49-F238E27FC236}">
                    <a16:creationId xmlns:a16="http://schemas.microsoft.com/office/drawing/2014/main" id="{03C7DB6D-7B02-445F-AD23-542E5CB30942}"/>
                  </a:ext>
                </a:extLst>
              </p:cNvPr>
              <p:cNvSpPr txBox="1"/>
              <p:nvPr/>
            </p:nvSpPr>
            <p:spPr>
              <a:xfrm>
                <a:off x="8156935" y="4914024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305" name="TextBox 11">
                <a:extLst>
                  <a:ext uri="{FF2B5EF4-FFF2-40B4-BE49-F238E27FC236}">
                    <a16:creationId xmlns:a16="http://schemas.microsoft.com/office/drawing/2014/main" id="{03C7DB6D-7B02-445F-AD23-542E5CB309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6935" y="4914024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6" name="Oval 22">
            <a:extLst>
              <a:ext uri="{FF2B5EF4-FFF2-40B4-BE49-F238E27FC236}">
                <a16:creationId xmlns:a16="http://schemas.microsoft.com/office/drawing/2014/main" id="{BF0C1635-783E-403E-A52D-452632DF2EB5}"/>
              </a:ext>
            </a:extLst>
          </p:cNvPr>
          <p:cNvSpPr/>
          <p:nvPr/>
        </p:nvSpPr>
        <p:spPr>
          <a:xfrm>
            <a:off x="8480608" y="5496097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7" name="TextBox 12">
                <a:extLst>
                  <a:ext uri="{FF2B5EF4-FFF2-40B4-BE49-F238E27FC236}">
                    <a16:creationId xmlns:a16="http://schemas.microsoft.com/office/drawing/2014/main" id="{8F5CD56E-FC43-4A09-A3A2-4AC200CF7FDE}"/>
                  </a:ext>
                </a:extLst>
              </p:cNvPr>
              <p:cNvSpPr txBox="1"/>
              <p:nvPr/>
            </p:nvSpPr>
            <p:spPr>
              <a:xfrm>
                <a:off x="8610344" y="4980068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307" name="TextBox 12">
                <a:extLst>
                  <a:ext uri="{FF2B5EF4-FFF2-40B4-BE49-F238E27FC236}">
                    <a16:creationId xmlns:a16="http://schemas.microsoft.com/office/drawing/2014/main" id="{8F5CD56E-FC43-4A09-A3A2-4AC200CF7F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0344" y="4980068"/>
                <a:ext cx="122489" cy="262829"/>
              </a:xfrm>
              <a:prstGeom prst="rect">
                <a:avLst/>
              </a:prstGeom>
              <a:blipFill>
                <a:blip r:embed="rId68"/>
                <a:stretch>
                  <a:fillRect r="-5238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8" name="TextBox 13">
                <a:extLst>
                  <a:ext uri="{FF2B5EF4-FFF2-40B4-BE49-F238E27FC236}">
                    <a16:creationId xmlns:a16="http://schemas.microsoft.com/office/drawing/2014/main" id="{5ED021D0-8BDC-4CA0-AC96-E3EB9D719AEF}"/>
                  </a:ext>
                </a:extLst>
              </p:cNvPr>
              <p:cNvSpPr txBox="1"/>
              <p:nvPr/>
            </p:nvSpPr>
            <p:spPr>
              <a:xfrm>
                <a:off x="8441335" y="4544093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308" name="TextBox 13">
                <a:extLst>
                  <a:ext uri="{FF2B5EF4-FFF2-40B4-BE49-F238E27FC236}">
                    <a16:creationId xmlns:a16="http://schemas.microsoft.com/office/drawing/2014/main" id="{5ED021D0-8BDC-4CA0-AC96-E3EB9D719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1335" y="4544093"/>
                <a:ext cx="177900" cy="262829"/>
              </a:xfrm>
              <a:prstGeom prst="rect">
                <a:avLst/>
              </a:prstGeom>
              <a:blipFill>
                <a:blip r:embed="rId69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9" name="DVO">
            <a:extLst>
              <a:ext uri="{FF2B5EF4-FFF2-40B4-BE49-F238E27FC236}">
                <a16:creationId xmlns:a16="http://schemas.microsoft.com/office/drawing/2014/main" id="{0E3AA175-FC4F-4A78-93BF-8D9C7E440A6F}"/>
              </a:ext>
            </a:extLst>
          </p:cNvPr>
          <p:cNvSpPr/>
          <p:nvPr/>
        </p:nvSpPr>
        <p:spPr>
          <a:xfrm flipH="1">
            <a:off x="8286950" y="4519722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10" name="Oval 23">
            <a:extLst>
              <a:ext uri="{FF2B5EF4-FFF2-40B4-BE49-F238E27FC236}">
                <a16:creationId xmlns:a16="http://schemas.microsoft.com/office/drawing/2014/main" id="{8C1AEA04-17A8-4C02-8021-49855F36E31A}"/>
              </a:ext>
            </a:extLst>
          </p:cNvPr>
          <p:cNvSpPr/>
          <p:nvPr/>
        </p:nvSpPr>
        <p:spPr>
          <a:xfrm>
            <a:off x="8981046" y="4979249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311" name="Straight Arrow Connector 7">
            <a:extLst>
              <a:ext uri="{FF2B5EF4-FFF2-40B4-BE49-F238E27FC236}">
                <a16:creationId xmlns:a16="http://schemas.microsoft.com/office/drawing/2014/main" id="{E7228AB2-4058-4A8B-84AA-A9D11BA334EC}"/>
              </a:ext>
            </a:extLst>
          </p:cNvPr>
          <p:cNvCxnSpPr>
            <a:cxnSpLocks/>
          </p:cNvCxnSpPr>
          <p:nvPr/>
        </p:nvCxnSpPr>
        <p:spPr>
          <a:xfrm flipV="1">
            <a:off x="8534774" y="4727288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Straight Arrow Connector 19">
            <a:extLst>
              <a:ext uri="{FF2B5EF4-FFF2-40B4-BE49-F238E27FC236}">
                <a16:creationId xmlns:a16="http://schemas.microsoft.com/office/drawing/2014/main" id="{51CF8A25-9DFF-4AB2-A6A2-9EB78FE6D981}"/>
              </a:ext>
            </a:extLst>
          </p:cNvPr>
          <p:cNvCxnSpPr>
            <a:cxnSpLocks/>
          </p:cNvCxnSpPr>
          <p:nvPr/>
        </p:nvCxnSpPr>
        <p:spPr>
          <a:xfrm>
            <a:off x="8536840" y="5034469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Straight Arrow Connector 18">
            <a:extLst>
              <a:ext uri="{FF2B5EF4-FFF2-40B4-BE49-F238E27FC236}">
                <a16:creationId xmlns:a16="http://schemas.microsoft.com/office/drawing/2014/main" id="{C329390C-ACAF-435F-863B-ED5AB7D2D2A9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418232" y="4915755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4" name="Oval 20">
            <a:extLst>
              <a:ext uri="{FF2B5EF4-FFF2-40B4-BE49-F238E27FC236}">
                <a16:creationId xmlns:a16="http://schemas.microsoft.com/office/drawing/2014/main" id="{973ED55A-95EA-4C79-9A33-BB278A631023}"/>
              </a:ext>
            </a:extLst>
          </p:cNvPr>
          <p:cNvSpPr/>
          <p:nvPr/>
        </p:nvSpPr>
        <p:spPr>
          <a:xfrm>
            <a:off x="7981240" y="4979249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315" name="Oval 22">
            <a:extLst>
              <a:ext uri="{FF2B5EF4-FFF2-40B4-BE49-F238E27FC236}">
                <a16:creationId xmlns:a16="http://schemas.microsoft.com/office/drawing/2014/main" id="{CE92CB8A-2ED9-46CC-B183-EA8DECF39151}"/>
              </a:ext>
            </a:extLst>
          </p:cNvPr>
          <p:cNvSpPr/>
          <p:nvPr/>
        </p:nvSpPr>
        <p:spPr>
          <a:xfrm>
            <a:off x="8481426" y="4455675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316" name="Partial Circle 9">
            <a:extLst>
              <a:ext uri="{FF2B5EF4-FFF2-40B4-BE49-F238E27FC236}">
                <a16:creationId xmlns:a16="http://schemas.microsoft.com/office/drawing/2014/main" id="{10F9284F-D101-44E0-BAA1-C407DFDDB498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491573" y="4969286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7" name="TextBox 10">
                <a:extLst>
                  <a:ext uri="{FF2B5EF4-FFF2-40B4-BE49-F238E27FC236}">
                    <a16:creationId xmlns:a16="http://schemas.microsoft.com/office/drawing/2014/main" id="{C5E983C7-CD2C-4EAE-890A-36F746EBA03A}"/>
                  </a:ext>
                </a:extLst>
              </p:cNvPr>
              <p:cNvSpPr txBox="1"/>
              <p:nvPr/>
            </p:nvSpPr>
            <p:spPr>
              <a:xfrm>
                <a:off x="8239562" y="4993551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317" name="TextBox 10">
                <a:extLst>
                  <a:ext uri="{FF2B5EF4-FFF2-40B4-BE49-F238E27FC236}">
                    <a16:creationId xmlns:a16="http://schemas.microsoft.com/office/drawing/2014/main" id="{C5E983C7-CD2C-4EAE-890A-36F746EBA0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9562" y="4993551"/>
                <a:ext cx="218239" cy="262829"/>
              </a:xfrm>
              <a:prstGeom prst="rect">
                <a:avLst/>
              </a:prstGeom>
              <a:blipFill>
                <a:blip r:embed="rId7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8" name="Straight Arrow Connector 17">
            <a:extLst>
              <a:ext uri="{FF2B5EF4-FFF2-40B4-BE49-F238E27FC236}">
                <a16:creationId xmlns:a16="http://schemas.microsoft.com/office/drawing/2014/main" id="{33C95774-2EBA-4C9A-92C7-3E93EE66755D}"/>
              </a:ext>
            </a:extLst>
          </p:cNvPr>
          <p:cNvCxnSpPr>
            <a:cxnSpLocks/>
          </p:cNvCxnSpPr>
          <p:nvPr/>
        </p:nvCxnSpPr>
        <p:spPr>
          <a:xfrm flipH="1">
            <a:off x="8383055" y="5038566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9" name="Partial Circle 9">
            <a:extLst>
              <a:ext uri="{FF2B5EF4-FFF2-40B4-BE49-F238E27FC236}">
                <a16:creationId xmlns:a16="http://schemas.microsoft.com/office/drawing/2014/main" id="{FE5011C5-4DC6-4DE2-B5B2-323CA05A052F}"/>
              </a:ext>
            </a:extLst>
          </p:cNvPr>
          <p:cNvSpPr>
            <a:spLocks noChangeAspect="1"/>
          </p:cNvSpPr>
          <p:nvPr/>
        </p:nvSpPr>
        <p:spPr>
          <a:xfrm>
            <a:off x="8482765" y="4943518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0" name="TextBox 10">
                <a:extLst>
                  <a:ext uri="{FF2B5EF4-FFF2-40B4-BE49-F238E27FC236}">
                    <a16:creationId xmlns:a16="http://schemas.microsoft.com/office/drawing/2014/main" id="{F499E40E-E3A2-4ECC-AF05-5F6C34EFD7A6}"/>
                  </a:ext>
                </a:extLst>
              </p:cNvPr>
              <p:cNvSpPr txBox="1"/>
              <p:nvPr/>
            </p:nvSpPr>
            <p:spPr>
              <a:xfrm>
                <a:off x="8510303" y="4771724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320" name="TextBox 10">
                <a:extLst>
                  <a:ext uri="{FF2B5EF4-FFF2-40B4-BE49-F238E27FC236}">
                    <a16:creationId xmlns:a16="http://schemas.microsoft.com/office/drawing/2014/main" id="{F499E40E-E3A2-4ECC-AF05-5F6C34EFD7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10303" y="4771724"/>
                <a:ext cx="205647" cy="262829"/>
              </a:xfrm>
              <a:prstGeom prst="rect">
                <a:avLst/>
              </a:prstGeom>
              <a:blipFill>
                <a:blip r:embed="rId71"/>
                <a:stretch>
                  <a:fillRect r="-17647"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1" name="Straight Arrow Connector 17">
            <a:extLst>
              <a:ext uri="{FF2B5EF4-FFF2-40B4-BE49-F238E27FC236}">
                <a16:creationId xmlns:a16="http://schemas.microsoft.com/office/drawing/2014/main" id="{C9CA435F-1AD0-4F0B-A035-8275866A6FC2}"/>
              </a:ext>
            </a:extLst>
          </p:cNvPr>
          <p:cNvCxnSpPr>
            <a:cxnSpLocks/>
          </p:cNvCxnSpPr>
          <p:nvPr/>
        </p:nvCxnSpPr>
        <p:spPr>
          <a:xfrm flipV="1">
            <a:off x="8530861" y="4729987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22" name="Oval 22">
            <a:extLst>
              <a:ext uri="{FF2B5EF4-FFF2-40B4-BE49-F238E27FC236}">
                <a16:creationId xmlns:a16="http://schemas.microsoft.com/office/drawing/2014/main" id="{A4BBDA56-84C9-4D37-9329-ADEEAA105A5C}"/>
              </a:ext>
            </a:extLst>
          </p:cNvPr>
          <p:cNvSpPr/>
          <p:nvPr/>
        </p:nvSpPr>
        <p:spPr>
          <a:xfrm>
            <a:off x="8718000" y="5174298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23" name="Oval 22">
            <a:extLst>
              <a:ext uri="{FF2B5EF4-FFF2-40B4-BE49-F238E27FC236}">
                <a16:creationId xmlns:a16="http://schemas.microsoft.com/office/drawing/2014/main" id="{84B435BF-1C37-45D1-8509-D7ABBC2526DC}"/>
              </a:ext>
            </a:extLst>
          </p:cNvPr>
          <p:cNvSpPr/>
          <p:nvPr/>
        </p:nvSpPr>
        <p:spPr>
          <a:xfrm>
            <a:off x="8243215" y="4799746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4" name="文字方塊 323">
                <a:extLst>
                  <a:ext uri="{FF2B5EF4-FFF2-40B4-BE49-F238E27FC236}">
                    <a16:creationId xmlns:a16="http://schemas.microsoft.com/office/drawing/2014/main" id="{7BD447B6-13F1-428D-A0D9-ED5AC3769A00}"/>
                  </a:ext>
                </a:extLst>
              </p:cNvPr>
              <p:cNvSpPr txBox="1"/>
              <p:nvPr/>
            </p:nvSpPr>
            <p:spPr>
              <a:xfrm>
                <a:off x="6957052" y="509358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24" name="文字方塊 323">
                <a:extLst>
                  <a:ext uri="{FF2B5EF4-FFF2-40B4-BE49-F238E27FC236}">
                    <a16:creationId xmlns:a16="http://schemas.microsoft.com/office/drawing/2014/main" id="{7BD447B6-13F1-428D-A0D9-ED5AC3769A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052" y="5093582"/>
                <a:ext cx="974158" cy="262829"/>
              </a:xfrm>
              <a:prstGeom prst="rect">
                <a:avLst/>
              </a:prstGeom>
              <a:blipFill>
                <a:blip r:embed="rId7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5" name="直線接點 324">
            <a:extLst>
              <a:ext uri="{FF2B5EF4-FFF2-40B4-BE49-F238E27FC236}">
                <a16:creationId xmlns:a16="http://schemas.microsoft.com/office/drawing/2014/main" id="{A4AFED29-FFFA-4493-8B49-9A8B7089880F}"/>
              </a:ext>
            </a:extLst>
          </p:cNvPr>
          <p:cNvCxnSpPr>
            <a:cxnSpLocks/>
          </p:cNvCxnSpPr>
          <p:nvPr/>
        </p:nvCxnSpPr>
        <p:spPr>
          <a:xfrm>
            <a:off x="8830055" y="5307215"/>
            <a:ext cx="406400" cy="5683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26" name="文字方塊 325">
                <a:extLst>
                  <a:ext uri="{FF2B5EF4-FFF2-40B4-BE49-F238E27FC236}">
                    <a16:creationId xmlns:a16="http://schemas.microsoft.com/office/drawing/2014/main" id="{5561EF5E-0C58-4AC8-9033-A79F71C37B5A}"/>
                  </a:ext>
                </a:extLst>
              </p:cNvPr>
              <p:cNvSpPr txBox="1"/>
              <p:nvPr/>
            </p:nvSpPr>
            <p:spPr>
              <a:xfrm>
                <a:off x="9069737" y="510247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26" name="文字方塊 325">
                <a:extLst>
                  <a:ext uri="{FF2B5EF4-FFF2-40B4-BE49-F238E27FC236}">
                    <a16:creationId xmlns:a16="http://schemas.microsoft.com/office/drawing/2014/main" id="{5561EF5E-0C58-4AC8-9033-A79F71C37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737" y="5102472"/>
                <a:ext cx="1100937" cy="262829"/>
              </a:xfrm>
              <a:prstGeom prst="rect">
                <a:avLst/>
              </a:prstGeom>
              <a:blipFill>
                <a:blip r:embed="rId7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7" name="文字方塊 326">
                <a:extLst>
                  <a:ext uri="{FF2B5EF4-FFF2-40B4-BE49-F238E27FC236}">
                    <a16:creationId xmlns:a16="http://schemas.microsoft.com/office/drawing/2014/main" id="{993DBB73-0C40-4946-89FD-B271A9DD4536}"/>
                  </a:ext>
                </a:extLst>
              </p:cNvPr>
              <p:cNvSpPr txBox="1"/>
              <p:nvPr/>
            </p:nvSpPr>
            <p:spPr>
              <a:xfrm>
                <a:off x="9069737" y="701957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27" name="文字方塊 326">
                <a:extLst>
                  <a:ext uri="{FF2B5EF4-FFF2-40B4-BE49-F238E27FC236}">
                    <a16:creationId xmlns:a16="http://schemas.microsoft.com/office/drawing/2014/main" id="{993DBB73-0C40-4946-89FD-B271A9DD45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69737" y="7019575"/>
                <a:ext cx="1100937" cy="262829"/>
              </a:xfrm>
              <a:prstGeom prst="rect">
                <a:avLst/>
              </a:prstGeom>
              <a:blipFill>
                <a:blip r:embed="rId7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8" name="直線接點 327">
            <a:extLst>
              <a:ext uri="{FF2B5EF4-FFF2-40B4-BE49-F238E27FC236}">
                <a16:creationId xmlns:a16="http://schemas.microsoft.com/office/drawing/2014/main" id="{444CD9A7-485F-4D21-B397-9CEF041D620B}"/>
              </a:ext>
            </a:extLst>
          </p:cNvPr>
          <p:cNvCxnSpPr>
            <a:cxnSpLocks/>
          </p:cNvCxnSpPr>
          <p:nvPr/>
        </p:nvCxnSpPr>
        <p:spPr>
          <a:xfrm>
            <a:off x="7668440" y="3965690"/>
            <a:ext cx="607387" cy="86782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29" name="圖片 328">
            <a:extLst>
              <a:ext uri="{FF2B5EF4-FFF2-40B4-BE49-F238E27FC236}">
                <a16:creationId xmlns:a16="http://schemas.microsoft.com/office/drawing/2014/main" id="{51F429E6-94D4-4C04-9429-4A80169B0B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9084949" y="2235566"/>
            <a:ext cx="1234633" cy="240163"/>
          </a:xfrm>
          <a:prstGeom prst="rect">
            <a:avLst/>
          </a:prstGeom>
        </p:spPr>
      </p:pic>
      <p:pic>
        <p:nvPicPr>
          <p:cNvPr id="330" name="圖片 329">
            <a:extLst>
              <a:ext uri="{FF2B5EF4-FFF2-40B4-BE49-F238E27FC236}">
                <a16:creationId xmlns:a16="http://schemas.microsoft.com/office/drawing/2014/main" id="{48316366-D8F7-4AB8-9A08-56C990AEB88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9084949" y="3070062"/>
            <a:ext cx="1234633" cy="297228"/>
          </a:xfrm>
          <a:prstGeom prst="rect">
            <a:avLst/>
          </a:prstGeom>
        </p:spPr>
      </p:pic>
      <p:pic>
        <p:nvPicPr>
          <p:cNvPr id="331" name="圖片 330">
            <a:extLst>
              <a:ext uri="{FF2B5EF4-FFF2-40B4-BE49-F238E27FC236}">
                <a16:creationId xmlns:a16="http://schemas.microsoft.com/office/drawing/2014/main" id="{F49BA363-C058-4F78-91BD-8AFC6183F431}"/>
              </a:ext>
            </a:extLst>
          </p:cNvPr>
          <p:cNvPicPr>
            <a:picLocks noChangeAspect="1"/>
          </p:cNvPicPr>
          <p:nvPr/>
        </p:nvPicPr>
        <p:blipFill rotWithShape="1">
          <a:blip r:embed="rId75"/>
          <a:srcRect l="9650" t="22680" r="8947" b="18411"/>
          <a:stretch/>
        </p:blipFill>
        <p:spPr>
          <a:xfrm>
            <a:off x="9194045" y="3140271"/>
            <a:ext cx="504374" cy="100293"/>
          </a:xfrm>
          <a:prstGeom prst="rect">
            <a:avLst/>
          </a:prstGeom>
        </p:spPr>
      </p:pic>
      <p:pic>
        <p:nvPicPr>
          <p:cNvPr id="332" name="圖片 331">
            <a:extLst>
              <a:ext uri="{FF2B5EF4-FFF2-40B4-BE49-F238E27FC236}">
                <a16:creationId xmlns:a16="http://schemas.microsoft.com/office/drawing/2014/main" id="{36D28BB5-14B3-4CC7-9D6B-D3A80EA0595A}"/>
              </a:ext>
            </a:extLst>
          </p:cNvPr>
          <p:cNvPicPr>
            <a:picLocks noChangeAspect="1"/>
          </p:cNvPicPr>
          <p:nvPr/>
        </p:nvPicPr>
        <p:blipFill rotWithShape="1">
          <a:blip r:embed="rId75"/>
          <a:srcRect l="9650" t="22680" r="8947" b="18411"/>
          <a:stretch/>
        </p:blipFill>
        <p:spPr>
          <a:xfrm>
            <a:off x="9194045" y="2249683"/>
            <a:ext cx="504374" cy="100293"/>
          </a:xfrm>
          <a:prstGeom prst="rect">
            <a:avLst/>
          </a:prstGeom>
        </p:spPr>
      </p:pic>
      <p:cxnSp>
        <p:nvCxnSpPr>
          <p:cNvPr id="333" name="直線接點 332">
            <a:extLst>
              <a:ext uri="{FF2B5EF4-FFF2-40B4-BE49-F238E27FC236}">
                <a16:creationId xmlns:a16="http://schemas.microsoft.com/office/drawing/2014/main" id="{28D32885-1666-495D-AEB4-C6F2AEB1ED44}"/>
              </a:ext>
            </a:extLst>
          </p:cNvPr>
          <p:cNvCxnSpPr>
            <a:cxnSpLocks/>
          </p:cNvCxnSpPr>
          <p:nvPr/>
        </p:nvCxnSpPr>
        <p:spPr>
          <a:xfrm flipH="1">
            <a:off x="7858505" y="5077446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4" name="直線接點 333">
            <a:extLst>
              <a:ext uri="{FF2B5EF4-FFF2-40B4-BE49-F238E27FC236}">
                <a16:creationId xmlns:a16="http://schemas.microsoft.com/office/drawing/2014/main" id="{158569E9-0AE0-455F-9910-14BD465D4C5C}"/>
              </a:ext>
            </a:extLst>
          </p:cNvPr>
          <p:cNvCxnSpPr>
            <a:cxnSpLocks/>
          </p:cNvCxnSpPr>
          <p:nvPr/>
        </p:nvCxnSpPr>
        <p:spPr>
          <a:xfrm flipV="1">
            <a:off x="9080880" y="4716666"/>
            <a:ext cx="123825" cy="263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335" name="圖片 334">
            <a:extLst>
              <a:ext uri="{FF2B5EF4-FFF2-40B4-BE49-F238E27FC236}">
                <a16:creationId xmlns:a16="http://schemas.microsoft.com/office/drawing/2014/main" id="{9292C273-8EDD-4A9B-8020-5BF4A9E46A25}"/>
              </a:ext>
            </a:extLst>
          </p:cNvPr>
          <p:cNvPicPr>
            <a:picLocks noChangeAspect="1"/>
          </p:cNvPicPr>
          <p:nvPr/>
        </p:nvPicPr>
        <p:blipFill rotWithShape="1">
          <a:blip r:embed="rId7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073"/>
          <a:stretch/>
        </p:blipFill>
        <p:spPr>
          <a:xfrm>
            <a:off x="9187553" y="5319284"/>
            <a:ext cx="847794" cy="1691004"/>
          </a:xfrm>
          <a:prstGeom prst="rect">
            <a:avLst/>
          </a:prstGeom>
        </p:spPr>
      </p:pic>
      <p:pic>
        <p:nvPicPr>
          <p:cNvPr id="336" name="圖片 335">
            <a:extLst>
              <a:ext uri="{FF2B5EF4-FFF2-40B4-BE49-F238E27FC236}">
                <a16:creationId xmlns:a16="http://schemas.microsoft.com/office/drawing/2014/main" id="{DE2FDE86-3AB0-4387-B5F2-7EDBE74CD35A}"/>
              </a:ext>
            </a:extLst>
          </p:cNvPr>
          <p:cNvPicPr>
            <a:picLocks noChangeAspect="1"/>
          </p:cNvPicPr>
          <p:nvPr/>
        </p:nvPicPr>
        <p:blipFill rotWithShape="1">
          <a:blip r:embed="rId7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748"/>
          <a:stretch/>
        </p:blipFill>
        <p:spPr>
          <a:xfrm>
            <a:off x="6992439" y="3437624"/>
            <a:ext cx="853313" cy="16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6875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1752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67474C67-3A3E-4AFD-AF09-98F405C88E92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F8FE3D84-0E2C-401B-B87D-883B6B27A668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6" name="直線接點 65">
            <a:extLst>
              <a:ext uri="{FF2B5EF4-FFF2-40B4-BE49-F238E27FC236}">
                <a16:creationId xmlns:a16="http://schemas.microsoft.com/office/drawing/2014/main" id="{6029F8B7-280E-4D69-8E33-039F171CA7F7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42AAC6EA-C116-4DC8-86F0-2F2116BE174F}"/>
              </a:ext>
            </a:extLst>
          </p:cNvPr>
          <p:cNvCxnSpPr>
            <a:cxnSpLocks/>
          </p:cNvCxnSpPr>
          <p:nvPr/>
        </p:nvCxnSpPr>
        <p:spPr>
          <a:xfrm flipV="1">
            <a:off x="3959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9" name="圖片 88">
            <a:extLst>
              <a:ext uri="{FF2B5EF4-FFF2-40B4-BE49-F238E27FC236}">
                <a16:creationId xmlns:a16="http://schemas.microsoft.com/office/drawing/2014/main" id="{A754C8C1-6812-423C-80DE-0B9597F09EB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1606"/>
          <a:stretch/>
        </p:blipFill>
        <p:spPr>
          <a:xfrm>
            <a:off x="2960220" y="3276600"/>
            <a:ext cx="859305" cy="852466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8708A4BB-0E45-4642-B697-9316736AD3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3881438" y="3295650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39084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blipFill>
                <a:blip r:embed="rId5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blipFill>
                <a:blip r:embed="rId6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blipFill>
                <a:blip r:embed="rId7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blipFill>
                <a:blip r:embed="rId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6217964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6217964"/>
                <a:ext cx="1100937" cy="262829"/>
              </a:xfrm>
              <a:prstGeom prst="rect">
                <a:avLst/>
              </a:prstGeom>
              <a:blipFill>
                <a:blip r:embed="rId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1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2"/>
                <a:stretch>
                  <a:fillRect t="-90909" r="-5217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3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4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5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17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04734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047342"/>
                <a:ext cx="974158" cy="262829"/>
              </a:xfrm>
              <a:prstGeom prst="rect">
                <a:avLst/>
              </a:prstGeom>
              <a:blipFill>
                <a:blip r:embed="rId1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4094605" y="5024482"/>
                <a:ext cx="750742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4605" y="5024482"/>
                <a:ext cx="750742" cy="262829"/>
              </a:xfrm>
              <a:prstGeom prst="rect">
                <a:avLst/>
              </a:prstGeom>
              <a:blipFill>
                <a:blip r:embed="rId1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19507" y="619546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6195460"/>
                <a:ext cx="1100937" cy="262829"/>
              </a:xfrm>
              <a:prstGeom prst="rect">
                <a:avLst/>
              </a:prstGeom>
              <a:blipFill>
                <a:blip r:embed="rId20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1268794" y="2414613"/>
                <a:ext cx="1356462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−1, −1, 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68794" y="2414613"/>
                <a:ext cx="1356462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51FB45EE-9CD2-46E0-8B45-A07F88EED04A}"/>
              </a:ext>
            </a:extLst>
          </p:cNvPr>
          <p:cNvSpPr txBox="1"/>
          <p:nvPr/>
        </p:nvSpPr>
        <p:spPr>
          <a:xfrm>
            <a:off x="1902277" y="2923185"/>
            <a:ext cx="333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excitons transition rate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圖片 72">
            <a:extLst>
              <a:ext uri="{FF2B5EF4-FFF2-40B4-BE49-F238E27FC236}">
                <a16:creationId xmlns:a16="http://schemas.microsoft.com/office/drawing/2014/main" id="{C70DECF2-887F-44E8-BABC-A3DE808BAA8D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78239" y="3657599"/>
            <a:ext cx="1290686" cy="258137"/>
          </a:xfrm>
          <a:prstGeom prst="rect">
            <a:avLst/>
          </a:prstGeom>
        </p:spPr>
      </p:pic>
      <p:pic>
        <p:nvPicPr>
          <p:cNvPr id="90" name="圖片 89">
            <a:extLst>
              <a:ext uri="{FF2B5EF4-FFF2-40B4-BE49-F238E27FC236}">
                <a16:creationId xmlns:a16="http://schemas.microsoft.com/office/drawing/2014/main" id="{6D948965-B9BC-495E-8805-B3F7BA41BC8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454"/>
          <a:stretch/>
        </p:blipFill>
        <p:spPr>
          <a:xfrm>
            <a:off x="2957513" y="6270710"/>
            <a:ext cx="862012" cy="852466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0715470E-CE9F-49C3-B042-45D2E7A3A740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r="50731"/>
          <a:stretch/>
        </p:blipFill>
        <p:spPr>
          <a:xfrm>
            <a:off x="1904681" y="5368527"/>
            <a:ext cx="844869" cy="832402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196A8B29-FD35-4DC0-8E4F-39AB4D6BDA90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1398"/>
          <a:stretch/>
        </p:blipFill>
        <p:spPr>
          <a:xfrm>
            <a:off x="4050506" y="4204096"/>
            <a:ext cx="833437" cy="832402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D718A3AC-2704-461E-BC86-41543E75A817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t="1067" r="51003"/>
          <a:stretch/>
        </p:blipFill>
        <p:spPr>
          <a:xfrm>
            <a:off x="1905532" y="4221956"/>
            <a:ext cx="842431" cy="836325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80C95606-42B6-40BE-86B4-184403E78A4B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51710" t="1067"/>
          <a:stretch/>
        </p:blipFill>
        <p:spPr>
          <a:xfrm>
            <a:off x="4057650" y="5336431"/>
            <a:ext cx="830269" cy="83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3820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1752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66" name="圖片 65">
            <a:extLst>
              <a:ext uri="{FF2B5EF4-FFF2-40B4-BE49-F238E27FC236}">
                <a16:creationId xmlns:a16="http://schemas.microsoft.com/office/drawing/2014/main" id="{E05A76E0-F331-44F5-B3BE-7A61DAD29C6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000"/>
          <a:stretch/>
        </p:blipFill>
        <p:spPr>
          <a:xfrm>
            <a:off x="2978150" y="3278886"/>
            <a:ext cx="874713" cy="839724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8708A4BB-0E45-4642-B697-9316736AD3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3881438" y="3295650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39084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blipFill>
                <a:blip r:embed="rId5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blipFill>
                <a:blip r:embed="rId6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blipFill>
                <a:blip r:embed="rId7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blipFill>
                <a:blip r:embed="rId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621320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6213202"/>
                <a:ext cx="1100937" cy="262829"/>
              </a:xfrm>
              <a:prstGeom prst="rect">
                <a:avLst/>
              </a:prstGeom>
              <a:blipFill>
                <a:blip r:embed="rId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1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2"/>
                <a:stretch>
                  <a:fillRect t="-90909" r="-40217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3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4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5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17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056867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056867"/>
                <a:ext cx="974158" cy="262829"/>
              </a:xfrm>
              <a:prstGeom prst="rect">
                <a:avLst/>
              </a:prstGeom>
              <a:blipFill>
                <a:blip r:embed="rId1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19507" y="5019719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5019719"/>
                <a:ext cx="1100937" cy="262829"/>
              </a:xfrm>
              <a:prstGeom prst="rect">
                <a:avLst/>
              </a:prstGeom>
              <a:blipFill>
                <a:blip r:embed="rId19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19507" y="6181173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6181173"/>
                <a:ext cx="1100937" cy="262829"/>
              </a:xfrm>
              <a:prstGeom prst="rect">
                <a:avLst/>
              </a:prstGeom>
              <a:blipFill>
                <a:blip r:embed="rId2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1268794" y="2414613"/>
                <a:ext cx="1183337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−1,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68794" y="2414613"/>
                <a:ext cx="1183337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51FB45EE-9CD2-46E0-8B45-A07F88EED04A}"/>
              </a:ext>
            </a:extLst>
          </p:cNvPr>
          <p:cNvSpPr txBox="1"/>
          <p:nvPr/>
        </p:nvSpPr>
        <p:spPr>
          <a:xfrm>
            <a:off x="1902277" y="2923185"/>
            <a:ext cx="333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excitons transition rate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圖片 72">
            <a:extLst>
              <a:ext uri="{FF2B5EF4-FFF2-40B4-BE49-F238E27FC236}">
                <a16:creationId xmlns:a16="http://schemas.microsoft.com/office/drawing/2014/main" id="{C70DECF2-887F-44E8-BABC-A3DE808BAA8D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78239" y="3657599"/>
            <a:ext cx="1290686" cy="258137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F7DCB2BE-9481-4564-B0BD-1078CC035CFC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25321" r="50344"/>
          <a:stretch/>
        </p:blipFill>
        <p:spPr>
          <a:xfrm>
            <a:off x="2971800" y="6282053"/>
            <a:ext cx="847725" cy="840605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60620FC7-D77B-485E-8634-92B77B105FA9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10337" t="20546" r="9330" b="19264"/>
          <a:stretch/>
        </p:blipFill>
        <p:spPr>
          <a:xfrm>
            <a:off x="4195763" y="3650015"/>
            <a:ext cx="547687" cy="129029"/>
          </a:xfrm>
          <a:prstGeom prst="rect">
            <a:avLst/>
          </a:prstGeom>
        </p:spPr>
      </p:pic>
      <p:pic>
        <p:nvPicPr>
          <p:cNvPr id="65" name="圖片 64">
            <a:extLst>
              <a:ext uri="{FF2B5EF4-FFF2-40B4-BE49-F238E27FC236}">
                <a16:creationId xmlns:a16="http://schemas.microsoft.com/office/drawing/2014/main" id="{A9EAE050-FE34-4453-B019-8DBC0D7074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969" r="49713"/>
          <a:stretch/>
        </p:blipFill>
        <p:spPr>
          <a:xfrm>
            <a:off x="2952750" y="6292075"/>
            <a:ext cx="885825" cy="839724"/>
          </a:xfrm>
          <a:prstGeom prst="rect">
            <a:avLst/>
          </a:prstGeom>
        </p:spPr>
      </p:pic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843D5542-0B1E-4788-A965-D515E7E4A917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A4FFC2DB-BF07-454C-90AB-9A8E2D846B62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7134F33C-A8D5-465F-A5C2-AD7DB90717A6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7" name="直線接點 66">
            <a:extLst>
              <a:ext uri="{FF2B5EF4-FFF2-40B4-BE49-F238E27FC236}">
                <a16:creationId xmlns:a16="http://schemas.microsoft.com/office/drawing/2014/main" id="{AD627214-F76D-46F6-9B48-120C3016B40F}"/>
              </a:ext>
            </a:extLst>
          </p:cNvPr>
          <p:cNvCxnSpPr>
            <a:cxnSpLocks/>
          </p:cNvCxnSpPr>
          <p:nvPr/>
        </p:nvCxnSpPr>
        <p:spPr>
          <a:xfrm flipV="1">
            <a:off x="3959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8" name="圖片 77">
            <a:extLst>
              <a:ext uri="{FF2B5EF4-FFF2-40B4-BE49-F238E27FC236}">
                <a16:creationId xmlns:a16="http://schemas.microsoft.com/office/drawing/2014/main" id="{6CFAF60E-ED5C-4431-B59E-1B980D00A0E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740" r="-371"/>
          <a:stretch/>
        </p:blipFill>
        <p:spPr>
          <a:xfrm>
            <a:off x="4033837" y="4199768"/>
            <a:ext cx="861793" cy="839724"/>
          </a:xfrm>
          <a:prstGeom prst="rect">
            <a:avLst/>
          </a:prstGeom>
        </p:spPr>
      </p:pic>
      <p:pic>
        <p:nvPicPr>
          <p:cNvPr id="81" name="圖片 80">
            <a:extLst>
              <a:ext uri="{FF2B5EF4-FFF2-40B4-BE49-F238E27FC236}">
                <a16:creationId xmlns:a16="http://schemas.microsoft.com/office/drawing/2014/main" id="{23E50205-2B54-43CA-A690-8F40BCC5CA7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343" r="24408"/>
          <a:stretch/>
        </p:blipFill>
        <p:spPr>
          <a:xfrm>
            <a:off x="1878806" y="5356602"/>
            <a:ext cx="883444" cy="839724"/>
          </a:xfrm>
          <a:prstGeom prst="rect">
            <a:avLst/>
          </a:prstGeom>
        </p:spPr>
      </p:pic>
      <p:pic>
        <p:nvPicPr>
          <p:cNvPr id="82" name="圖片 81">
            <a:extLst>
              <a:ext uri="{FF2B5EF4-FFF2-40B4-BE49-F238E27FC236}">
                <a16:creationId xmlns:a16="http://schemas.microsoft.com/office/drawing/2014/main" id="{DFC059D8-9972-474C-A020-516C244260FE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250"/>
          <a:stretch/>
        </p:blipFill>
        <p:spPr>
          <a:xfrm>
            <a:off x="4040981" y="5328443"/>
            <a:ext cx="846177" cy="823913"/>
          </a:xfrm>
          <a:prstGeom prst="rect">
            <a:avLst/>
          </a:prstGeom>
        </p:spPr>
      </p:pic>
      <p:pic>
        <p:nvPicPr>
          <p:cNvPr id="83" name="圖片 82">
            <a:extLst>
              <a:ext uri="{FF2B5EF4-FFF2-40B4-BE49-F238E27FC236}">
                <a16:creationId xmlns:a16="http://schemas.microsoft.com/office/drawing/2014/main" id="{92ADD338-DADD-4220-91D8-88B89FD6B294}"/>
              </a:ext>
            </a:extLst>
          </p:cNvPr>
          <p:cNvPicPr>
            <a:picLocks noChangeAspect="1"/>
          </p:cNvPicPr>
          <p:nvPr/>
        </p:nvPicPr>
        <p:blipFill rotWithShape="1"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683"/>
          <a:stretch/>
        </p:blipFill>
        <p:spPr>
          <a:xfrm>
            <a:off x="1906766" y="4231480"/>
            <a:ext cx="838815" cy="823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7670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1752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76" name="圖片 75">
            <a:extLst>
              <a:ext uri="{FF2B5EF4-FFF2-40B4-BE49-F238E27FC236}">
                <a16:creationId xmlns:a16="http://schemas.microsoft.com/office/drawing/2014/main" id="{1A8F011C-674C-4011-AEF5-C808C8EEE72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75834"/>
          <a:stretch/>
        </p:blipFill>
        <p:spPr>
          <a:xfrm>
            <a:off x="2986088" y="3281364"/>
            <a:ext cx="838200" cy="836002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39760425-45C4-4A64-8812-4FCC04E4B5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5539" r="50569"/>
          <a:stretch/>
        </p:blipFill>
        <p:spPr>
          <a:xfrm>
            <a:off x="2976562" y="6291265"/>
            <a:ext cx="828675" cy="836002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8708A4BB-0E45-4642-B697-9316736AD31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3881438" y="3295650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blipFill>
                <a:blip r:embed="rId4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39084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blipFill>
                <a:blip r:embed="rId5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blipFill>
                <a:blip r:embed="rId6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blipFill>
                <a:blip r:embed="rId7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blipFill>
                <a:blip r:embed="rId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619415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6194152"/>
                <a:ext cx="1100937" cy="262829"/>
              </a:xfrm>
              <a:prstGeom prst="rect">
                <a:avLst/>
              </a:prstGeom>
              <a:blipFill>
                <a:blip r:embed="rId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1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2"/>
                <a:stretch>
                  <a:fillRect t="-90909" r="-40217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3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4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5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17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042579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042579"/>
                <a:ext cx="974158" cy="262829"/>
              </a:xfrm>
              <a:prstGeom prst="rect">
                <a:avLst/>
              </a:prstGeom>
              <a:blipFill>
                <a:blip r:embed="rId18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19507" y="501495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5014957"/>
                <a:ext cx="1100937" cy="262829"/>
              </a:xfrm>
              <a:prstGeom prst="rect">
                <a:avLst/>
              </a:prstGeom>
              <a:blipFill>
                <a:blip r:embed="rId19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19507" y="618593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6185935"/>
                <a:ext cx="1100937" cy="262829"/>
              </a:xfrm>
              <a:prstGeom prst="rect">
                <a:avLst/>
              </a:prstGeom>
              <a:blipFill>
                <a:blip r:embed="rId2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1268794" y="2414613"/>
                <a:ext cx="1183337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−1, 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68794" y="2414613"/>
                <a:ext cx="1183337" cy="369332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51FB45EE-9CD2-46E0-8B45-A07F88EED04A}"/>
              </a:ext>
            </a:extLst>
          </p:cNvPr>
          <p:cNvSpPr txBox="1"/>
          <p:nvPr/>
        </p:nvSpPr>
        <p:spPr>
          <a:xfrm>
            <a:off x="1902277" y="2923185"/>
            <a:ext cx="333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excitons transition rate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圖片 72">
            <a:extLst>
              <a:ext uri="{FF2B5EF4-FFF2-40B4-BE49-F238E27FC236}">
                <a16:creationId xmlns:a16="http://schemas.microsoft.com/office/drawing/2014/main" id="{C70DECF2-887F-44E8-BABC-A3DE808BAA8D}"/>
              </a:ext>
            </a:extLst>
          </p:cNvPr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78239" y="3657599"/>
            <a:ext cx="1290686" cy="258137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08F47185-7FA0-4E16-854F-0B2E0D6A3E26}"/>
              </a:ext>
            </a:extLst>
          </p:cNvPr>
          <p:cNvPicPr>
            <a:picLocks noChangeAspect="1"/>
          </p:cNvPicPr>
          <p:nvPr/>
        </p:nvPicPr>
        <p:blipFill rotWithShape="1">
          <a:blip r:embed="rId21"/>
          <a:srcRect l="10739" t="17985" r="9733" b="14782"/>
          <a:stretch/>
        </p:blipFill>
        <p:spPr>
          <a:xfrm>
            <a:off x="4198143" y="3649610"/>
            <a:ext cx="523876" cy="139258"/>
          </a:xfrm>
          <a:prstGeom prst="rect">
            <a:avLst/>
          </a:prstGeom>
        </p:spPr>
      </p:pic>
      <p:cxnSp>
        <p:nvCxnSpPr>
          <p:cNvPr id="56" name="直線接點 55">
            <a:extLst>
              <a:ext uri="{FF2B5EF4-FFF2-40B4-BE49-F238E27FC236}">
                <a16:creationId xmlns:a16="http://schemas.microsoft.com/office/drawing/2014/main" id="{500E28E3-045E-4989-B4B0-1D27B8353377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EB1FBBA9-B36C-444D-93A9-E5767BC4F503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49D28E07-AB13-4144-A890-D04EB1D2BAD9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C2183771-C9A2-4AEC-9922-073C123E66F9}"/>
              </a:ext>
            </a:extLst>
          </p:cNvPr>
          <p:cNvCxnSpPr>
            <a:cxnSpLocks/>
          </p:cNvCxnSpPr>
          <p:nvPr/>
        </p:nvCxnSpPr>
        <p:spPr>
          <a:xfrm flipV="1">
            <a:off x="3959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70" name="圖片 69">
            <a:extLst>
              <a:ext uri="{FF2B5EF4-FFF2-40B4-BE49-F238E27FC236}">
                <a16:creationId xmlns:a16="http://schemas.microsoft.com/office/drawing/2014/main" id="{9BA145AB-31C5-461A-9A64-EA121AD5E46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6180"/>
          <a:stretch/>
        </p:blipFill>
        <p:spPr>
          <a:xfrm>
            <a:off x="4057650" y="4199003"/>
            <a:ext cx="826210" cy="836002"/>
          </a:xfrm>
          <a:prstGeom prst="rect">
            <a:avLst/>
          </a:prstGeom>
        </p:spPr>
      </p:pic>
      <p:pic>
        <p:nvPicPr>
          <p:cNvPr id="71" name="圖片 70">
            <a:extLst>
              <a:ext uri="{FF2B5EF4-FFF2-40B4-BE49-F238E27FC236}">
                <a16:creationId xmlns:a16="http://schemas.microsoft.com/office/drawing/2014/main" id="{58ECBFD5-FCA2-49FE-9F7E-5A59E1364912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r="51318"/>
          <a:stretch/>
        </p:blipFill>
        <p:spPr>
          <a:xfrm>
            <a:off x="1904681" y="4211637"/>
            <a:ext cx="838520" cy="841530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0955CF8E-9B0E-4756-A9BC-7F66EC073F34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51585"/>
          <a:stretch/>
        </p:blipFill>
        <p:spPr>
          <a:xfrm>
            <a:off x="4069556" y="5327650"/>
            <a:ext cx="833925" cy="841530"/>
          </a:xfrm>
          <a:prstGeom prst="rect">
            <a:avLst/>
          </a:prstGeom>
        </p:spPr>
      </p:pic>
      <p:pic>
        <p:nvPicPr>
          <p:cNvPr id="75" name="圖片 74">
            <a:extLst>
              <a:ext uri="{FF2B5EF4-FFF2-40B4-BE49-F238E27FC236}">
                <a16:creationId xmlns:a16="http://schemas.microsoft.com/office/drawing/2014/main" id="{6FAB1A0A-35AA-4C6E-BCFE-FF7E8CE3A70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0944" r="25164"/>
          <a:stretch/>
        </p:blipFill>
        <p:spPr>
          <a:xfrm>
            <a:off x="1909763" y="5341005"/>
            <a:ext cx="828675" cy="83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9172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1752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71" name="圖片 70">
            <a:extLst>
              <a:ext uri="{FF2B5EF4-FFF2-40B4-BE49-F238E27FC236}">
                <a16:creationId xmlns:a16="http://schemas.microsoft.com/office/drawing/2014/main" id="{1300AF8E-7797-4705-8F48-B758145148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279"/>
          <a:stretch/>
        </p:blipFill>
        <p:spPr>
          <a:xfrm>
            <a:off x="4044920" y="5334291"/>
            <a:ext cx="850930" cy="830743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92186D49-D3B7-4730-A863-E3EDEB92B1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462"/>
          <a:stretch/>
        </p:blipFill>
        <p:spPr>
          <a:xfrm>
            <a:off x="1908099" y="4229391"/>
            <a:ext cx="847801" cy="830743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9B36F94A-E8AC-483A-921E-F201CD895D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085"/>
          <a:stretch/>
        </p:blipFill>
        <p:spPr>
          <a:xfrm>
            <a:off x="2986088" y="3277209"/>
            <a:ext cx="873125" cy="840201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39760425-45C4-4A64-8812-4FCC04E4B5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539" r="50569"/>
          <a:stretch/>
        </p:blipFill>
        <p:spPr>
          <a:xfrm>
            <a:off x="2976562" y="6291265"/>
            <a:ext cx="828675" cy="836002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8708A4BB-0E45-4642-B697-9316736AD31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3881438" y="3295650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blipFill>
                <a:blip r:embed="rId7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39084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blipFill>
                <a:blip r:embed="rId8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blipFill>
                <a:blip r:embed="rId9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blipFill>
                <a:blip r:embed="rId10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blipFill>
                <a:blip r:embed="rId1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621796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6217965"/>
                <a:ext cx="1100937" cy="262829"/>
              </a:xfrm>
              <a:prstGeom prst="rect">
                <a:avLst/>
              </a:prstGeom>
              <a:blipFill>
                <a:blip r:embed="rId1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4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5"/>
                <a:stretch>
                  <a:fillRect t="-90909" r="-5217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6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8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20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042580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042580"/>
                <a:ext cx="974158" cy="262829"/>
              </a:xfrm>
              <a:prstGeom prst="rect">
                <a:avLst/>
              </a:prstGeom>
              <a:blipFill>
                <a:blip r:embed="rId21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19507" y="500543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5005432"/>
                <a:ext cx="1100937" cy="262829"/>
              </a:xfrm>
              <a:prstGeom prst="rect">
                <a:avLst/>
              </a:prstGeom>
              <a:blipFill>
                <a:blip r:embed="rId2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19507" y="619069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6190697"/>
                <a:ext cx="1100937" cy="262829"/>
              </a:xfrm>
              <a:prstGeom prst="rect">
                <a:avLst/>
              </a:prstGeom>
              <a:blipFill>
                <a:blip r:embed="rId23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1268794" y="2414613"/>
                <a:ext cx="1356462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−1, −1, 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68794" y="2414613"/>
                <a:ext cx="1356462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6" name="文字方塊 85">
            <a:extLst>
              <a:ext uri="{FF2B5EF4-FFF2-40B4-BE49-F238E27FC236}">
                <a16:creationId xmlns:a16="http://schemas.microsoft.com/office/drawing/2014/main" id="{51FB45EE-9CD2-46E0-8B45-A07F88EED04A}"/>
              </a:ext>
            </a:extLst>
          </p:cNvPr>
          <p:cNvSpPr txBox="1"/>
          <p:nvPr/>
        </p:nvSpPr>
        <p:spPr>
          <a:xfrm>
            <a:off x="1902277" y="2923185"/>
            <a:ext cx="333285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excitons transition rate</a:t>
            </a:r>
            <a:endParaRPr lang="zh-TW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3" name="圖片 72">
            <a:extLst>
              <a:ext uri="{FF2B5EF4-FFF2-40B4-BE49-F238E27FC236}">
                <a16:creationId xmlns:a16="http://schemas.microsoft.com/office/drawing/2014/main" id="{C70DECF2-887F-44E8-BABC-A3DE808BAA8D}"/>
              </a:ext>
            </a:extLst>
          </p:cNvPr>
          <p:cNvPicPr>
            <a:picLocks noChangeAspect="1"/>
          </p:cNvPicPr>
          <p:nvPr/>
        </p:nvPicPr>
        <p:blipFill>
          <a:blip r:embed="rId2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078239" y="3657599"/>
            <a:ext cx="1290686" cy="258137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4A0FFDC4-4D94-4103-AC9D-B740EDA3610D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9358" t="17558" r="8712" b="16703"/>
          <a:stretch/>
        </p:blipFill>
        <p:spPr>
          <a:xfrm>
            <a:off x="4194772" y="3665376"/>
            <a:ext cx="529628" cy="116768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705FD62D-64A4-4B7D-8B00-43400DD1A1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994" r="50136"/>
          <a:stretch/>
        </p:blipFill>
        <p:spPr>
          <a:xfrm>
            <a:off x="2962274" y="6295797"/>
            <a:ext cx="871539" cy="840201"/>
          </a:xfrm>
          <a:prstGeom prst="rect">
            <a:avLst/>
          </a:prstGeom>
        </p:spPr>
      </p:pic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66D02A73-E0C2-495D-B120-54C0D82B864E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32001B9B-EE39-44E7-AD86-BBF57E8ECC24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0E16D491-92F7-4C7F-9447-996745BAEF50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D8B7CFD8-B360-46A2-B167-231606D2047D}"/>
              </a:ext>
            </a:extLst>
          </p:cNvPr>
          <p:cNvCxnSpPr>
            <a:cxnSpLocks/>
          </p:cNvCxnSpPr>
          <p:nvPr/>
        </p:nvCxnSpPr>
        <p:spPr>
          <a:xfrm flipV="1">
            <a:off x="3959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7" name="圖片 86">
            <a:extLst>
              <a:ext uri="{FF2B5EF4-FFF2-40B4-BE49-F238E27FC236}">
                <a16:creationId xmlns:a16="http://schemas.microsoft.com/office/drawing/2014/main" id="{309BDE2F-8583-4C84-B73D-0589C0C6C3F4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51584"/>
          <a:stretch/>
        </p:blipFill>
        <p:spPr>
          <a:xfrm>
            <a:off x="1902658" y="4240877"/>
            <a:ext cx="823327" cy="827286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EFB017F5-6B76-4BD6-8CE1-EEEE43ABCC30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r="50878"/>
          <a:stretch/>
        </p:blipFill>
        <p:spPr>
          <a:xfrm>
            <a:off x="4083830" y="5346753"/>
            <a:ext cx="835333" cy="827286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C21EA297-03F5-430C-A9D1-505FB62899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838" r="25243"/>
          <a:stretch/>
        </p:blipFill>
        <p:spPr>
          <a:xfrm>
            <a:off x="4059826" y="4229391"/>
            <a:ext cx="838200" cy="840201"/>
          </a:xfrm>
          <a:prstGeom prst="rect">
            <a:avLst/>
          </a:prstGeom>
        </p:spPr>
      </p:pic>
      <p:pic>
        <p:nvPicPr>
          <p:cNvPr id="78" name="圖片 77">
            <a:extLst>
              <a:ext uri="{FF2B5EF4-FFF2-40B4-BE49-F238E27FC236}">
                <a16:creationId xmlns:a16="http://schemas.microsoft.com/office/drawing/2014/main" id="{E8571E39-1B19-4BD3-9456-4474292B1B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918"/>
          <a:stretch/>
        </p:blipFill>
        <p:spPr>
          <a:xfrm>
            <a:off x="1878325" y="5365173"/>
            <a:ext cx="843962" cy="8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2299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7294514" y="2961334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71" name="圖片 70">
            <a:extLst>
              <a:ext uri="{FF2B5EF4-FFF2-40B4-BE49-F238E27FC236}">
                <a16:creationId xmlns:a16="http://schemas.microsoft.com/office/drawing/2014/main" id="{1300AF8E-7797-4705-8F48-B758145148F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279"/>
          <a:stretch/>
        </p:blipFill>
        <p:spPr>
          <a:xfrm>
            <a:off x="9586835" y="5355575"/>
            <a:ext cx="850930" cy="830743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92186D49-D3B7-4730-A863-E3EDEB92B1D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462"/>
          <a:stretch/>
        </p:blipFill>
        <p:spPr>
          <a:xfrm>
            <a:off x="7450014" y="4250675"/>
            <a:ext cx="847801" cy="830743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9B36F94A-E8AC-483A-921E-F201CD895D0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085"/>
          <a:stretch/>
        </p:blipFill>
        <p:spPr>
          <a:xfrm>
            <a:off x="8528003" y="3298493"/>
            <a:ext cx="873125" cy="840201"/>
          </a:xfrm>
          <a:prstGeom prst="rect">
            <a:avLst/>
          </a:prstGeom>
        </p:spPr>
      </p:pic>
      <p:pic>
        <p:nvPicPr>
          <p:cNvPr id="77" name="圖片 76">
            <a:extLst>
              <a:ext uri="{FF2B5EF4-FFF2-40B4-BE49-F238E27FC236}">
                <a16:creationId xmlns:a16="http://schemas.microsoft.com/office/drawing/2014/main" id="{39760425-45C4-4A64-8812-4FCC04E4B50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539" r="50569"/>
          <a:stretch/>
        </p:blipFill>
        <p:spPr>
          <a:xfrm>
            <a:off x="8518477" y="6312549"/>
            <a:ext cx="828675" cy="836002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8708A4BB-0E45-4642-B697-9316736AD319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9423353" y="3316934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8886002" y="3896251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86002" y="3896251"/>
                <a:ext cx="268993" cy="272254"/>
              </a:xfrm>
              <a:prstGeom prst="rect">
                <a:avLst/>
              </a:prstGeom>
              <a:blipFill>
                <a:blip r:embed="rId6"/>
                <a:stretch>
                  <a:fillRect r="-7272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8932755" y="3708042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8808525" y="3464527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08525" y="3464527"/>
                <a:ext cx="182571" cy="276614"/>
              </a:xfrm>
              <a:prstGeom prst="rect">
                <a:avLst/>
              </a:prstGeom>
              <a:blipFill>
                <a:blip r:embed="rId7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8939353" y="3622260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9353" y="3622260"/>
                <a:ext cx="149279" cy="262829"/>
              </a:xfrm>
              <a:prstGeom prst="rect">
                <a:avLst/>
              </a:prstGeom>
              <a:blipFill>
                <a:blip r:embed="rId8"/>
                <a:stretch>
                  <a:fillRect r="-68000" b="-232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9334381" y="3989199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34381" y="3989199"/>
                <a:ext cx="204146" cy="245324"/>
              </a:xfrm>
              <a:prstGeom prst="rect">
                <a:avLst/>
              </a:prstGeom>
              <a:blipFill>
                <a:blip r:embed="rId9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8455561" y="4146208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55561" y="4146208"/>
                <a:ext cx="1082966" cy="262829"/>
              </a:xfrm>
              <a:prstGeom prst="rect">
                <a:avLst/>
              </a:prstGeom>
              <a:blipFill>
                <a:blip r:embed="rId10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7313922" y="6239249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3922" y="6239249"/>
                <a:ext cx="1100937" cy="262829"/>
              </a:xfrm>
              <a:prstGeom prst="rect">
                <a:avLst/>
              </a:prstGeom>
              <a:blipFill>
                <a:blip r:embed="rId11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8447951" y="7159719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7951" y="7159719"/>
                <a:ext cx="1021987" cy="262829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8661456" y="5854227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1456" y="5854227"/>
                <a:ext cx="562814" cy="262829"/>
              </a:xfrm>
              <a:prstGeom prst="rect">
                <a:avLst/>
              </a:prstGeom>
              <a:blipFill>
                <a:blip r:embed="rId13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8673084" y="4473755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73084" y="4473755"/>
                <a:ext cx="562814" cy="262829"/>
              </a:xfrm>
              <a:prstGeom prst="rect">
                <a:avLst/>
              </a:prstGeom>
              <a:blipFill>
                <a:blip r:embed="rId14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8901522" y="4712395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8459427" y="4770644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8901522" y="5747366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8742208" y="4788921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8707210" y="4770991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8742208" y="4788921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8577195" y="516529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77195" y="5165293"/>
                <a:ext cx="122489" cy="262829"/>
              </a:xfrm>
              <a:prstGeom prst="rect">
                <a:avLst/>
              </a:prstGeom>
              <a:blipFill>
                <a:blip r:embed="rId15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8900868" y="5747366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9030604" y="5231337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30604" y="5231337"/>
                <a:ext cx="122489" cy="262829"/>
              </a:xfrm>
              <a:prstGeom prst="rect">
                <a:avLst/>
              </a:prstGeom>
              <a:blipFill>
                <a:blip r:embed="rId16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8861595" y="4795362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61595" y="4795362"/>
                <a:ext cx="177900" cy="262829"/>
              </a:xfrm>
              <a:prstGeom prst="rect">
                <a:avLst/>
              </a:prstGeom>
              <a:blipFill>
                <a:blip r:embed="rId17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8707210" y="4770991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9401306" y="5230518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8955034" y="4978557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8957100" y="5285738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838492" y="5167024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8401500" y="5230518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8901686" y="470694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911833" y="5220555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8659822" y="5244820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59822" y="5244820"/>
                <a:ext cx="218239" cy="262829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8803315" y="5289835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8903025" y="5194787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8930563" y="5022993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0563" y="5022993"/>
                <a:ext cx="205647" cy="262829"/>
              </a:xfrm>
              <a:prstGeom prst="rect">
                <a:avLst/>
              </a:prstGeom>
              <a:blipFill>
                <a:blip r:embed="rId19"/>
                <a:stretch>
                  <a:fillRect r="-17647"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8951121" y="4981256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9138260" y="5425567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8663475" y="5051015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7377312" y="5063864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7312" y="5063864"/>
                <a:ext cx="974158" cy="262829"/>
              </a:xfrm>
              <a:prstGeom prst="rect">
                <a:avLst/>
              </a:prstGeom>
              <a:blipFill>
                <a:blip r:embed="rId2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9461422" y="5026716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422" y="5026716"/>
                <a:ext cx="1100937" cy="262829"/>
              </a:xfrm>
              <a:prstGeom prst="rect">
                <a:avLst/>
              </a:prstGeom>
              <a:blipFill>
                <a:blip r:embed="rId2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9461422" y="6211981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61422" y="6211981"/>
                <a:ext cx="1100937" cy="262829"/>
              </a:xfrm>
              <a:prstGeom prst="rect">
                <a:avLst/>
              </a:prstGeom>
              <a:blipFill>
                <a:blip r:embed="rId2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3" name="圖片 72">
            <a:extLst>
              <a:ext uri="{FF2B5EF4-FFF2-40B4-BE49-F238E27FC236}">
                <a16:creationId xmlns:a16="http://schemas.microsoft.com/office/drawing/2014/main" id="{C70DECF2-887F-44E8-BABC-A3DE808BAA8D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620154" y="3678883"/>
            <a:ext cx="1290686" cy="258137"/>
          </a:xfrm>
          <a:prstGeom prst="rect">
            <a:avLst/>
          </a:prstGeom>
        </p:spPr>
      </p:pic>
      <p:pic>
        <p:nvPicPr>
          <p:cNvPr id="2" name="圖片 1">
            <a:extLst>
              <a:ext uri="{FF2B5EF4-FFF2-40B4-BE49-F238E27FC236}">
                <a16:creationId xmlns:a16="http://schemas.microsoft.com/office/drawing/2014/main" id="{4A0FFDC4-4D94-4103-AC9D-B740EDA3610D}"/>
              </a:ext>
            </a:extLst>
          </p:cNvPr>
          <p:cNvPicPr>
            <a:picLocks noChangeAspect="1"/>
          </p:cNvPicPr>
          <p:nvPr/>
        </p:nvPicPr>
        <p:blipFill rotWithShape="1">
          <a:blip r:embed="rId24"/>
          <a:srcRect l="9358" t="17558" r="8712" b="16703"/>
          <a:stretch/>
        </p:blipFill>
        <p:spPr>
          <a:xfrm>
            <a:off x="9736687" y="3686660"/>
            <a:ext cx="529628" cy="116768"/>
          </a:xfrm>
          <a:prstGeom prst="rect">
            <a:avLst/>
          </a:prstGeom>
        </p:spPr>
      </p:pic>
      <p:pic>
        <p:nvPicPr>
          <p:cNvPr id="66" name="圖片 65">
            <a:extLst>
              <a:ext uri="{FF2B5EF4-FFF2-40B4-BE49-F238E27FC236}">
                <a16:creationId xmlns:a16="http://schemas.microsoft.com/office/drawing/2014/main" id="{705FD62D-64A4-4B7D-8B00-43400DD1A1B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994" r="50136"/>
          <a:stretch/>
        </p:blipFill>
        <p:spPr>
          <a:xfrm>
            <a:off x="8504189" y="6317081"/>
            <a:ext cx="871539" cy="840201"/>
          </a:xfrm>
          <a:prstGeom prst="rect">
            <a:avLst/>
          </a:prstGeom>
        </p:spPr>
      </p:pic>
      <p:cxnSp>
        <p:nvCxnSpPr>
          <p:cNvPr id="57" name="直線接點 56">
            <a:extLst>
              <a:ext uri="{FF2B5EF4-FFF2-40B4-BE49-F238E27FC236}">
                <a16:creationId xmlns:a16="http://schemas.microsoft.com/office/drawing/2014/main" id="{66D02A73-E0C2-495D-B120-54C0D82B864E}"/>
              </a:ext>
            </a:extLst>
          </p:cNvPr>
          <p:cNvCxnSpPr>
            <a:cxnSpLocks/>
          </p:cNvCxnSpPr>
          <p:nvPr/>
        </p:nvCxnSpPr>
        <p:spPr>
          <a:xfrm>
            <a:off x="9250315" y="5558484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8" name="直線接點 57">
            <a:extLst>
              <a:ext uri="{FF2B5EF4-FFF2-40B4-BE49-F238E27FC236}">
                <a16:creationId xmlns:a16="http://schemas.microsoft.com/office/drawing/2014/main" id="{32001B9B-EE39-44E7-AD86-BBF57E8ECC24}"/>
              </a:ext>
            </a:extLst>
          </p:cNvPr>
          <p:cNvCxnSpPr>
            <a:cxnSpLocks/>
          </p:cNvCxnSpPr>
          <p:nvPr/>
        </p:nvCxnSpPr>
        <p:spPr>
          <a:xfrm>
            <a:off x="8297815" y="4515739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1" name="直線接點 60">
            <a:extLst>
              <a:ext uri="{FF2B5EF4-FFF2-40B4-BE49-F238E27FC236}">
                <a16:creationId xmlns:a16="http://schemas.microsoft.com/office/drawing/2014/main" id="{0E16D491-92F7-4C7F-9447-996745BAEF50}"/>
              </a:ext>
            </a:extLst>
          </p:cNvPr>
          <p:cNvCxnSpPr>
            <a:cxnSpLocks/>
          </p:cNvCxnSpPr>
          <p:nvPr/>
        </p:nvCxnSpPr>
        <p:spPr>
          <a:xfrm flipH="1">
            <a:off x="8278765" y="5328715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65" name="直線接點 64">
            <a:extLst>
              <a:ext uri="{FF2B5EF4-FFF2-40B4-BE49-F238E27FC236}">
                <a16:creationId xmlns:a16="http://schemas.microsoft.com/office/drawing/2014/main" id="{D8B7CFD8-B360-46A2-B167-231606D2047D}"/>
              </a:ext>
            </a:extLst>
          </p:cNvPr>
          <p:cNvCxnSpPr>
            <a:cxnSpLocks/>
          </p:cNvCxnSpPr>
          <p:nvPr/>
        </p:nvCxnSpPr>
        <p:spPr>
          <a:xfrm flipV="1">
            <a:off x="9501140" y="5008477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7" name="圖片 86">
            <a:extLst>
              <a:ext uri="{FF2B5EF4-FFF2-40B4-BE49-F238E27FC236}">
                <a16:creationId xmlns:a16="http://schemas.microsoft.com/office/drawing/2014/main" id="{309BDE2F-8583-4C84-B73D-0589C0C6C3F4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l="51584"/>
          <a:stretch/>
        </p:blipFill>
        <p:spPr>
          <a:xfrm>
            <a:off x="7444573" y="4262161"/>
            <a:ext cx="823327" cy="827286"/>
          </a:xfrm>
          <a:prstGeom prst="rect">
            <a:avLst/>
          </a:prstGeom>
        </p:spPr>
      </p:pic>
      <p:pic>
        <p:nvPicPr>
          <p:cNvPr id="72" name="圖片 71">
            <a:extLst>
              <a:ext uri="{FF2B5EF4-FFF2-40B4-BE49-F238E27FC236}">
                <a16:creationId xmlns:a16="http://schemas.microsoft.com/office/drawing/2014/main" id="{EFB017F5-6B76-4BD6-8CE1-EEEE43ABCC30}"/>
              </a:ext>
            </a:extLst>
          </p:cNvPr>
          <p:cNvPicPr>
            <a:picLocks noChangeAspect="1"/>
          </p:cNvPicPr>
          <p:nvPr/>
        </p:nvPicPr>
        <p:blipFill rotWithShape="1">
          <a:blip r:embed="rId25"/>
          <a:srcRect r="50878"/>
          <a:stretch/>
        </p:blipFill>
        <p:spPr>
          <a:xfrm>
            <a:off x="9625745" y="5368037"/>
            <a:ext cx="835333" cy="827286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C21EA297-03F5-430C-A9D1-505FB628992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0838" r="25243"/>
          <a:stretch/>
        </p:blipFill>
        <p:spPr>
          <a:xfrm>
            <a:off x="9601741" y="4250675"/>
            <a:ext cx="838200" cy="840201"/>
          </a:xfrm>
          <a:prstGeom prst="rect">
            <a:avLst/>
          </a:prstGeom>
        </p:spPr>
      </p:pic>
      <p:pic>
        <p:nvPicPr>
          <p:cNvPr id="78" name="圖片 77">
            <a:extLst>
              <a:ext uri="{FF2B5EF4-FFF2-40B4-BE49-F238E27FC236}">
                <a16:creationId xmlns:a16="http://schemas.microsoft.com/office/drawing/2014/main" id="{E8571E39-1B19-4BD3-9456-4474292B1B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75918"/>
          <a:stretch/>
        </p:blipFill>
        <p:spPr>
          <a:xfrm>
            <a:off x="7420240" y="5386457"/>
            <a:ext cx="843962" cy="840201"/>
          </a:xfrm>
          <a:prstGeom prst="rect">
            <a:avLst/>
          </a:prstGeom>
        </p:spPr>
      </p:pic>
      <p:sp>
        <p:nvSpPr>
          <p:cNvPr id="67" name="矩形: 圓角 66">
            <a:extLst>
              <a:ext uri="{FF2B5EF4-FFF2-40B4-BE49-F238E27FC236}">
                <a16:creationId xmlns:a16="http://schemas.microsoft.com/office/drawing/2014/main" id="{17A6FF54-3DE6-4C56-A693-8A81C4736B69}"/>
              </a:ext>
            </a:extLst>
          </p:cNvPr>
          <p:cNvSpPr/>
          <p:nvPr/>
        </p:nvSpPr>
        <p:spPr>
          <a:xfrm>
            <a:off x="-3638551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cxnSp>
        <p:nvCxnSpPr>
          <p:cNvPr id="70" name="直線接點 69">
            <a:extLst>
              <a:ext uri="{FF2B5EF4-FFF2-40B4-BE49-F238E27FC236}">
                <a16:creationId xmlns:a16="http://schemas.microsoft.com/office/drawing/2014/main" id="{02FB9430-889B-4DA7-9637-CE4FB15B65D2}"/>
              </a:ext>
            </a:extLst>
          </p:cNvPr>
          <p:cNvCxnSpPr>
            <a:cxnSpLocks/>
          </p:cNvCxnSpPr>
          <p:nvPr/>
        </p:nvCxnSpPr>
        <p:spPr>
          <a:xfrm>
            <a:off x="-168275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46A57B20-DAB2-4B44-B02B-7ED05E832141}"/>
              </a:ext>
            </a:extLst>
          </p:cNvPr>
          <p:cNvCxnSpPr>
            <a:cxnSpLocks/>
          </p:cNvCxnSpPr>
          <p:nvPr/>
        </p:nvCxnSpPr>
        <p:spPr>
          <a:xfrm>
            <a:off x="-263525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90B33088-3080-4E20-8E63-FFCFDAB8BDA9}"/>
              </a:ext>
            </a:extLst>
          </p:cNvPr>
          <p:cNvCxnSpPr>
            <a:cxnSpLocks/>
          </p:cNvCxnSpPr>
          <p:nvPr/>
        </p:nvCxnSpPr>
        <p:spPr>
          <a:xfrm flipH="1">
            <a:off x="-265430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BB33484D-DC11-43F0-A61A-C819B0E97C45}"/>
              </a:ext>
            </a:extLst>
          </p:cNvPr>
          <p:cNvCxnSpPr>
            <a:cxnSpLocks/>
          </p:cNvCxnSpPr>
          <p:nvPr/>
        </p:nvCxnSpPr>
        <p:spPr>
          <a:xfrm flipV="1">
            <a:off x="-14319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81" name="圖片 80">
            <a:extLst>
              <a:ext uri="{FF2B5EF4-FFF2-40B4-BE49-F238E27FC236}">
                <a16:creationId xmlns:a16="http://schemas.microsoft.com/office/drawing/2014/main" id="{CF33004D-0A69-4EC7-87FF-CF2F9C7B5F56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r="51606"/>
          <a:stretch/>
        </p:blipFill>
        <p:spPr>
          <a:xfrm>
            <a:off x="-2430930" y="3276600"/>
            <a:ext cx="859305" cy="852466"/>
          </a:xfrm>
          <a:prstGeom prst="rect">
            <a:avLst/>
          </a:prstGeom>
        </p:spPr>
      </p:pic>
      <p:pic>
        <p:nvPicPr>
          <p:cNvPr id="82" name="圖片 81">
            <a:extLst>
              <a:ext uri="{FF2B5EF4-FFF2-40B4-BE49-F238E27FC236}">
                <a16:creationId xmlns:a16="http://schemas.microsoft.com/office/drawing/2014/main" id="{00FBE8B1-3F49-452E-A426-DA86B825C77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-1509712" y="3295650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455B8B56-66BF-4DAE-9410-A3215E6ABB1C}"/>
                  </a:ext>
                </a:extLst>
              </p:cNvPr>
              <p:cNvSpPr txBox="1"/>
              <p:nvPr/>
            </p:nvSpPr>
            <p:spPr>
              <a:xfrm>
                <a:off x="-2047063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455B8B56-66BF-4DAE-9410-A3215E6AB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47063" y="3874967"/>
                <a:ext cx="268993" cy="272254"/>
              </a:xfrm>
              <a:prstGeom prst="rect">
                <a:avLst/>
              </a:prstGeom>
              <a:blipFill>
                <a:blip r:embed="rId27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4" name="群組 83">
            <a:extLst>
              <a:ext uri="{FF2B5EF4-FFF2-40B4-BE49-F238E27FC236}">
                <a16:creationId xmlns:a16="http://schemas.microsoft.com/office/drawing/2014/main" id="{E6A90BCB-E7DC-445B-ABE5-EDC5BAA2ECCA}"/>
              </a:ext>
            </a:extLst>
          </p:cNvPr>
          <p:cNvGrpSpPr/>
          <p:nvPr/>
        </p:nvGrpSpPr>
        <p:grpSpPr>
          <a:xfrm>
            <a:off x="-2000310" y="3686758"/>
            <a:ext cx="50518" cy="48461"/>
            <a:chOff x="1373392" y="2391862"/>
            <a:chExt cx="479433" cy="476535"/>
          </a:xfrm>
        </p:grpSpPr>
        <p:sp>
          <p:nvSpPr>
            <p:cNvPr id="85" name="箭號: 向右 84">
              <a:extLst>
                <a:ext uri="{FF2B5EF4-FFF2-40B4-BE49-F238E27FC236}">
                  <a16:creationId xmlns:a16="http://schemas.microsoft.com/office/drawing/2014/main" id="{B7A0F07D-AEC1-4739-8F4F-975EEE48218A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88" name="箭號: 向右 87">
              <a:extLst>
                <a:ext uri="{FF2B5EF4-FFF2-40B4-BE49-F238E27FC236}">
                  <a16:creationId xmlns:a16="http://schemas.microsoft.com/office/drawing/2014/main" id="{14E7A5A5-4743-4725-B626-090B04C4EAAB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69F31C7B-6FCF-489F-B3B9-80540472E63E}"/>
                  </a:ext>
                </a:extLst>
              </p:cNvPr>
              <p:cNvSpPr txBox="1"/>
              <p:nvPr/>
            </p:nvSpPr>
            <p:spPr>
              <a:xfrm>
                <a:off x="-212454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89" name="文字方塊 88">
                <a:extLst>
                  <a:ext uri="{FF2B5EF4-FFF2-40B4-BE49-F238E27FC236}">
                    <a16:creationId xmlns:a16="http://schemas.microsoft.com/office/drawing/2014/main" id="{69F31C7B-6FCF-489F-B3B9-80540472E6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24540" y="3443243"/>
                <a:ext cx="182571" cy="276614"/>
              </a:xfrm>
              <a:prstGeom prst="rect">
                <a:avLst/>
              </a:prstGeom>
              <a:blipFill>
                <a:blip r:embed="rId28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561F4E2A-6EF5-4E38-93EA-2E7FF5FB31C8}"/>
                  </a:ext>
                </a:extLst>
              </p:cNvPr>
              <p:cNvSpPr txBox="1"/>
              <p:nvPr/>
            </p:nvSpPr>
            <p:spPr>
              <a:xfrm>
                <a:off x="-1993712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0" name="文字方塊 89">
                <a:extLst>
                  <a:ext uri="{FF2B5EF4-FFF2-40B4-BE49-F238E27FC236}">
                    <a16:creationId xmlns:a16="http://schemas.microsoft.com/office/drawing/2014/main" id="{561F4E2A-6EF5-4E38-93EA-2E7FF5FB31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93712" y="3600976"/>
                <a:ext cx="149279" cy="262829"/>
              </a:xfrm>
              <a:prstGeom prst="rect">
                <a:avLst/>
              </a:prstGeom>
              <a:blipFill>
                <a:blip r:embed="rId29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EB0D3DBF-C1FB-43BC-8973-3C9FA024B265}"/>
                  </a:ext>
                </a:extLst>
              </p:cNvPr>
              <p:cNvSpPr txBox="1"/>
              <p:nvPr/>
            </p:nvSpPr>
            <p:spPr>
              <a:xfrm>
                <a:off x="-1598684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91" name="文字方塊 90">
                <a:extLst>
                  <a:ext uri="{FF2B5EF4-FFF2-40B4-BE49-F238E27FC236}">
                    <a16:creationId xmlns:a16="http://schemas.microsoft.com/office/drawing/2014/main" id="{EB0D3DBF-C1FB-43BC-8973-3C9FA024B2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98684" y="3967915"/>
                <a:ext cx="204146" cy="245324"/>
              </a:xfrm>
              <a:prstGeom prst="rect">
                <a:avLst/>
              </a:prstGeom>
              <a:blipFill>
                <a:blip r:embed="rId30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076B2BBC-581C-4D92-851A-28F0615445F7}"/>
                  </a:ext>
                </a:extLst>
              </p:cNvPr>
              <p:cNvSpPr txBox="1"/>
              <p:nvPr/>
            </p:nvSpPr>
            <p:spPr>
              <a:xfrm>
                <a:off x="-2477504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2" name="文字方塊 91">
                <a:extLst>
                  <a:ext uri="{FF2B5EF4-FFF2-40B4-BE49-F238E27FC236}">
                    <a16:creationId xmlns:a16="http://schemas.microsoft.com/office/drawing/2014/main" id="{076B2BBC-581C-4D92-851A-28F061544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77504" y="4124924"/>
                <a:ext cx="1082966" cy="262829"/>
              </a:xfrm>
              <a:prstGeom prst="rect">
                <a:avLst/>
              </a:prstGeom>
              <a:blipFill>
                <a:blip r:embed="rId3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62CA3B8D-5EBD-41E3-8570-CA89C75E4494}"/>
                  </a:ext>
                </a:extLst>
              </p:cNvPr>
              <p:cNvSpPr txBox="1"/>
              <p:nvPr/>
            </p:nvSpPr>
            <p:spPr>
              <a:xfrm>
                <a:off x="-3619143" y="6217964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62CA3B8D-5EBD-41E3-8570-CA89C75E44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19143" y="6217964"/>
                <a:ext cx="1100937" cy="262829"/>
              </a:xfrm>
              <a:prstGeom prst="rect">
                <a:avLst/>
              </a:prstGeom>
              <a:blipFill>
                <a:blip r:embed="rId3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A5CE3667-53CD-4FFE-8E8D-5D86DA923829}"/>
                  </a:ext>
                </a:extLst>
              </p:cNvPr>
              <p:cNvSpPr txBox="1"/>
              <p:nvPr/>
            </p:nvSpPr>
            <p:spPr>
              <a:xfrm>
                <a:off x="-2485114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A5CE3667-53CD-4FFE-8E8D-5D86DA9238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85114" y="7138435"/>
                <a:ext cx="1021987" cy="262829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11FEB5DE-3981-4A2E-B1B1-A6A830B1D70C}"/>
                  </a:ext>
                </a:extLst>
              </p:cNvPr>
              <p:cNvSpPr txBox="1"/>
              <p:nvPr/>
            </p:nvSpPr>
            <p:spPr>
              <a:xfrm>
                <a:off x="-2271609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11FEB5DE-3981-4A2E-B1B1-A6A830B1D7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71609" y="5832943"/>
                <a:ext cx="562814" cy="262829"/>
              </a:xfrm>
              <a:prstGeom prst="rect">
                <a:avLst/>
              </a:prstGeom>
              <a:blipFill>
                <a:blip r:embed="rId34"/>
                <a:stretch>
                  <a:fillRect t="-93023" r="-51613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D82EE947-0357-49C1-97E8-1F66FF7CD226}"/>
                  </a:ext>
                </a:extLst>
              </p:cNvPr>
              <p:cNvSpPr txBox="1"/>
              <p:nvPr/>
            </p:nvSpPr>
            <p:spPr>
              <a:xfrm>
                <a:off x="-2259981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D82EE947-0357-49C1-97E8-1F66FF7CD2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59981" y="4452471"/>
                <a:ext cx="562814" cy="262829"/>
              </a:xfrm>
              <a:prstGeom prst="rect">
                <a:avLst/>
              </a:prstGeom>
              <a:blipFill>
                <a:blip r:embed="rId35"/>
                <a:stretch>
                  <a:fillRect t="-90909" r="-51613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7" name="Oval 14">
            <a:extLst>
              <a:ext uri="{FF2B5EF4-FFF2-40B4-BE49-F238E27FC236}">
                <a16:creationId xmlns:a16="http://schemas.microsoft.com/office/drawing/2014/main" id="{26ECA899-D136-4CB9-8353-89DBAD545FA5}"/>
              </a:ext>
            </a:extLst>
          </p:cNvPr>
          <p:cNvSpPr/>
          <p:nvPr/>
        </p:nvSpPr>
        <p:spPr>
          <a:xfrm>
            <a:off x="-2031543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98" name="Oval 4">
            <a:extLst>
              <a:ext uri="{FF2B5EF4-FFF2-40B4-BE49-F238E27FC236}">
                <a16:creationId xmlns:a16="http://schemas.microsoft.com/office/drawing/2014/main" id="{8265812B-047F-4949-9A8C-0456E043C8BE}"/>
              </a:ext>
            </a:extLst>
          </p:cNvPr>
          <p:cNvSpPr/>
          <p:nvPr/>
        </p:nvSpPr>
        <p:spPr>
          <a:xfrm>
            <a:off x="-2473638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99" name="Oval 15">
            <a:extLst>
              <a:ext uri="{FF2B5EF4-FFF2-40B4-BE49-F238E27FC236}">
                <a16:creationId xmlns:a16="http://schemas.microsoft.com/office/drawing/2014/main" id="{2C49AE35-600E-4ADA-BE05-36DA43BC0A5F}"/>
              </a:ext>
            </a:extLst>
          </p:cNvPr>
          <p:cNvSpPr/>
          <p:nvPr/>
        </p:nvSpPr>
        <p:spPr>
          <a:xfrm>
            <a:off x="-2031543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00" name="SHO">
            <a:extLst>
              <a:ext uri="{FF2B5EF4-FFF2-40B4-BE49-F238E27FC236}">
                <a16:creationId xmlns:a16="http://schemas.microsoft.com/office/drawing/2014/main" id="{1D67B50B-2CBD-4BD4-89B1-BCCC8947371E}"/>
              </a:ext>
            </a:extLst>
          </p:cNvPr>
          <p:cNvSpPr/>
          <p:nvPr/>
        </p:nvSpPr>
        <p:spPr>
          <a:xfrm rot="16200000">
            <a:off x="-2190857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01" name="SVO">
            <a:extLst>
              <a:ext uri="{FF2B5EF4-FFF2-40B4-BE49-F238E27FC236}">
                <a16:creationId xmlns:a16="http://schemas.microsoft.com/office/drawing/2014/main" id="{1C70CCC1-E88B-4C20-913B-D42E7582C282}"/>
              </a:ext>
            </a:extLst>
          </p:cNvPr>
          <p:cNvSpPr/>
          <p:nvPr/>
        </p:nvSpPr>
        <p:spPr>
          <a:xfrm>
            <a:off x="-222585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02" name="Oval 6">
            <a:extLst>
              <a:ext uri="{FF2B5EF4-FFF2-40B4-BE49-F238E27FC236}">
                <a16:creationId xmlns:a16="http://schemas.microsoft.com/office/drawing/2014/main" id="{D7C19EBE-AFD2-45B4-96C2-50324BA7E0E3}"/>
              </a:ext>
            </a:extLst>
          </p:cNvPr>
          <p:cNvSpPr/>
          <p:nvPr/>
        </p:nvSpPr>
        <p:spPr>
          <a:xfrm rot="16200000">
            <a:off x="-2190857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1">
                <a:extLst>
                  <a:ext uri="{FF2B5EF4-FFF2-40B4-BE49-F238E27FC236}">
                    <a16:creationId xmlns:a16="http://schemas.microsoft.com/office/drawing/2014/main" id="{D41E2471-AC98-4CC1-AA4F-FD290EE12D7D}"/>
                  </a:ext>
                </a:extLst>
              </p:cNvPr>
              <p:cNvSpPr txBox="1"/>
              <p:nvPr/>
            </p:nvSpPr>
            <p:spPr>
              <a:xfrm>
                <a:off x="-235587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03" name="TextBox 11">
                <a:extLst>
                  <a:ext uri="{FF2B5EF4-FFF2-40B4-BE49-F238E27FC236}">
                    <a16:creationId xmlns:a16="http://schemas.microsoft.com/office/drawing/2014/main" id="{D41E2471-AC98-4CC1-AA4F-FD290EE12D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55870" y="5144009"/>
                <a:ext cx="122489" cy="262829"/>
              </a:xfrm>
              <a:prstGeom prst="rect">
                <a:avLst/>
              </a:prstGeom>
              <a:blipFill>
                <a:blip r:embed="rId36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Oval 22">
            <a:extLst>
              <a:ext uri="{FF2B5EF4-FFF2-40B4-BE49-F238E27FC236}">
                <a16:creationId xmlns:a16="http://schemas.microsoft.com/office/drawing/2014/main" id="{C16DD0DC-9072-48BF-A027-164B86592396}"/>
              </a:ext>
            </a:extLst>
          </p:cNvPr>
          <p:cNvSpPr/>
          <p:nvPr/>
        </p:nvSpPr>
        <p:spPr>
          <a:xfrm>
            <a:off x="-2032197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" name="TextBox 12">
                <a:extLst>
                  <a:ext uri="{FF2B5EF4-FFF2-40B4-BE49-F238E27FC236}">
                    <a16:creationId xmlns:a16="http://schemas.microsoft.com/office/drawing/2014/main" id="{C104FE7E-5F32-4443-A147-6D0BA36CDF3B}"/>
                  </a:ext>
                </a:extLst>
              </p:cNvPr>
              <p:cNvSpPr txBox="1"/>
              <p:nvPr/>
            </p:nvSpPr>
            <p:spPr>
              <a:xfrm>
                <a:off x="-1902461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05" name="TextBox 12">
                <a:extLst>
                  <a:ext uri="{FF2B5EF4-FFF2-40B4-BE49-F238E27FC236}">
                    <a16:creationId xmlns:a16="http://schemas.microsoft.com/office/drawing/2014/main" id="{C104FE7E-5F32-4443-A147-6D0BA36CDF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02461" y="5210053"/>
                <a:ext cx="122489" cy="262829"/>
              </a:xfrm>
              <a:prstGeom prst="rect">
                <a:avLst/>
              </a:prstGeom>
              <a:blipFill>
                <a:blip r:embed="rId37"/>
                <a:stretch>
                  <a:fillRect r="-5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6" name="TextBox 13">
                <a:extLst>
                  <a:ext uri="{FF2B5EF4-FFF2-40B4-BE49-F238E27FC236}">
                    <a16:creationId xmlns:a16="http://schemas.microsoft.com/office/drawing/2014/main" id="{F96C318A-5DC9-4A62-A5CE-414D354BFD80}"/>
                  </a:ext>
                </a:extLst>
              </p:cNvPr>
              <p:cNvSpPr txBox="1"/>
              <p:nvPr/>
            </p:nvSpPr>
            <p:spPr>
              <a:xfrm>
                <a:off x="-207147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06" name="TextBox 13">
                <a:extLst>
                  <a:ext uri="{FF2B5EF4-FFF2-40B4-BE49-F238E27FC236}">
                    <a16:creationId xmlns:a16="http://schemas.microsoft.com/office/drawing/2014/main" id="{F96C318A-5DC9-4A62-A5CE-414D354BFD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71470" y="4774078"/>
                <a:ext cx="177900" cy="262829"/>
              </a:xfrm>
              <a:prstGeom prst="rect">
                <a:avLst/>
              </a:prstGeom>
              <a:blipFill>
                <a:blip r:embed="rId38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7" name="DVO">
            <a:extLst>
              <a:ext uri="{FF2B5EF4-FFF2-40B4-BE49-F238E27FC236}">
                <a16:creationId xmlns:a16="http://schemas.microsoft.com/office/drawing/2014/main" id="{BF24F8EF-7C6C-4F16-98F7-1325A5355345}"/>
              </a:ext>
            </a:extLst>
          </p:cNvPr>
          <p:cNvSpPr/>
          <p:nvPr/>
        </p:nvSpPr>
        <p:spPr>
          <a:xfrm flipH="1">
            <a:off x="-222585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08" name="Oval 23">
            <a:extLst>
              <a:ext uri="{FF2B5EF4-FFF2-40B4-BE49-F238E27FC236}">
                <a16:creationId xmlns:a16="http://schemas.microsoft.com/office/drawing/2014/main" id="{F98EBF49-9DDC-450B-88DC-E858CE1FC750}"/>
              </a:ext>
            </a:extLst>
          </p:cNvPr>
          <p:cNvSpPr/>
          <p:nvPr/>
        </p:nvSpPr>
        <p:spPr>
          <a:xfrm>
            <a:off x="-1531759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109" name="Straight Arrow Connector 7">
            <a:extLst>
              <a:ext uri="{FF2B5EF4-FFF2-40B4-BE49-F238E27FC236}">
                <a16:creationId xmlns:a16="http://schemas.microsoft.com/office/drawing/2014/main" id="{4EB1743F-8281-4EE2-826C-28C7CD268F75}"/>
              </a:ext>
            </a:extLst>
          </p:cNvPr>
          <p:cNvCxnSpPr>
            <a:cxnSpLocks/>
          </p:cNvCxnSpPr>
          <p:nvPr/>
        </p:nvCxnSpPr>
        <p:spPr>
          <a:xfrm flipV="1">
            <a:off x="-1978031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9">
            <a:extLst>
              <a:ext uri="{FF2B5EF4-FFF2-40B4-BE49-F238E27FC236}">
                <a16:creationId xmlns:a16="http://schemas.microsoft.com/office/drawing/2014/main" id="{D34263BC-2B24-457F-ADFF-8B1FB7C2DEC6}"/>
              </a:ext>
            </a:extLst>
          </p:cNvPr>
          <p:cNvCxnSpPr>
            <a:cxnSpLocks/>
          </p:cNvCxnSpPr>
          <p:nvPr/>
        </p:nvCxnSpPr>
        <p:spPr>
          <a:xfrm>
            <a:off x="-197596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8">
            <a:extLst>
              <a:ext uri="{FF2B5EF4-FFF2-40B4-BE49-F238E27FC236}">
                <a16:creationId xmlns:a16="http://schemas.microsoft.com/office/drawing/2014/main" id="{42F99A7A-F044-4910-A3A1-4BBD1951F10D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-2094573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Oval 20">
            <a:extLst>
              <a:ext uri="{FF2B5EF4-FFF2-40B4-BE49-F238E27FC236}">
                <a16:creationId xmlns:a16="http://schemas.microsoft.com/office/drawing/2014/main" id="{CC05D178-3F40-4813-9DB6-72B8A7134B81}"/>
              </a:ext>
            </a:extLst>
          </p:cNvPr>
          <p:cNvSpPr/>
          <p:nvPr/>
        </p:nvSpPr>
        <p:spPr>
          <a:xfrm>
            <a:off x="-253156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13" name="Oval 22">
            <a:extLst>
              <a:ext uri="{FF2B5EF4-FFF2-40B4-BE49-F238E27FC236}">
                <a16:creationId xmlns:a16="http://schemas.microsoft.com/office/drawing/2014/main" id="{2D7C687B-EA4E-4252-B896-3F9C0DCD6B76}"/>
              </a:ext>
            </a:extLst>
          </p:cNvPr>
          <p:cNvSpPr/>
          <p:nvPr/>
        </p:nvSpPr>
        <p:spPr>
          <a:xfrm>
            <a:off x="-2031379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14" name="Partial Circle 9">
            <a:extLst>
              <a:ext uri="{FF2B5EF4-FFF2-40B4-BE49-F238E27FC236}">
                <a16:creationId xmlns:a16="http://schemas.microsoft.com/office/drawing/2014/main" id="{4A9FEE80-9EC5-4ACB-9D01-7488B1826B7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-2021232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5" name="TextBox 10">
                <a:extLst>
                  <a:ext uri="{FF2B5EF4-FFF2-40B4-BE49-F238E27FC236}">
                    <a16:creationId xmlns:a16="http://schemas.microsoft.com/office/drawing/2014/main" id="{D84AC03D-7DEC-4C52-BD31-43F3412618F4}"/>
                  </a:ext>
                </a:extLst>
              </p:cNvPr>
              <p:cNvSpPr txBox="1"/>
              <p:nvPr/>
            </p:nvSpPr>
            <p:spPr>
              <a:xfrm>
                <a:off x="-2273243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15" name="TextBox 10">
                <a:extLst>
                  <a:ext uri="{FF2B5EF4-FFF2-40B4-BE49-F238E27FC236}">
                    <a16:creationId xmlns:a16="http://schemas.microsoft.com/office/drawing/2014/main" id="{D84AC03D-7DEC-4C52-BD31-43F3412618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73243" y="5223536"/>
                <a:ext cx="218239" cy="26282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6" name="Straight Arrow Connector 17">
            <a:extLst>
              <a:ext uri="{FF2B5EF4-FFF2-40B4-BE49-F238E27FC236}">
                <a16:creationId xmlns:a16="http://schemas.microsoft.com/office/drawing/2014/main" id="{85A90FC2-798D-4B7D-B314-823AFBA35AC4}"/>
              </a:ext>
            </a:extLst>
          </p:cNvPr>
          <p:cNvCxnSpPr>
            <a:cxnSpLocks/>
          </p:cNvCxnSpPr>
          <p:nvPr/>
        </p:nvCxnSpPr>
        <p:spPr>
          <a:xfrm flipH="1">
            <a:off x="-212975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7" name="Partial Circle 9">
            <a:extLst>
              <a:ext uri="{FF2B5EF4-FFF2-40B4-BE49-F238E27FC236}">
                <a16:creationId xmlns:a16="http://schemas.microsoft.com/office/drawing/2014/main" id="{B15CFB5D-887C-4B85-9015-CFC8458C7816}"/>
              </a:ext>
            </a:extLst>
          </p:cNvPr>
          <p:cNvSpPr>
            <a:spLocks noChangeAspect="1"/>
          </p:cNvSpPr>
          <p:nvPr/>
        </p:nvSpPr>
        <p:spPr>
          <a:xfrm>
            <a:off x="-203004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" name="TextBox 10">
                <a:extLst>
                  <a:ext uri="{FF2B5EF4-FFF2-40B4-BE49-F238E27FC236}">
                    <a16:creationId xmlns:a16="http://schemas.microsoft.com/office/drawing/2014/main" id="{593C1D59-B7F8-4598-8320-917E8D32D20B}"/>
                  </a:ext>
                </a:extLst>
              </p:cNvPr>
              <p:cNvSpPr txBox="1"/>
              <p:nvPr/>
            </p:nvSpPr>
            <p:spPr>
              <a:xfrm>
                <a:off x="-2002502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18" name="TextBox 10">
                <a:extLst>
                  <a:ext uri="{FF2B5EF4-FFF2-40B4-BE49-F238E27FC236}">
                    <a16:creationId xmlns:a16="http://schemas.microsoft.com/office/drawing/2014/main" id="{593C1D59-B7F8-4598-8320-917E8D32D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02502" y="5001709"/>
                <a:ext cx="205647" cy="262829"/>
              </a:xfrm>
              <a:prstGeom prst="rect">
                <a:avLst/>
              </a:prstGeom>
              <a:blipFill>
                <a:blip r:embed="rId40"/>
                <a:stretch>
                  <a:fillRect r="-21212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Straight Arrow Connector 17">
            <a:extLst>
              <a:ext uri="{FF2B5EF4-FFF2-40B4-BE49-F238E27FC236}">
                <a16:creationId xmlns:a16="http://schemas.microsoft.com/office/drawing/2014/main" id="{A755EC30-1F53-4F41-B06E-F80316EACF38}"/>
              </a:ext>
            </a:extLst>
          </p:cNvPr>
          <p:cNvCxnSpPr>
            <a:cxnSpLocks/>
          </p:cNvCxnSpPr>
          <p:nvPr/>
        </p:nvCxnSpPr>
        <p:spPr>
          <a:xfrm flipV="1">
            <a:off x="-1981944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20" name="Oval 22">
            <a:extLst>
              <a:ext uri="{FF2B5EF4-FFF2-40B4-BE49-F238E27FC236}">
                <a16:creationId xmlns:a16="http://schemas.microsoft.com/office/drawing/2014/main" id="{166BE6F2-4700-414E-B7C3-8378A1859D30}"/>
              </a:ext>
            </a:extLst>
          </p:cNvPr>
          <p:cNvSpPr/>
          <p:nvPr/>
        </p:nvSpPr>
        <p:spPr>
          <a:xfrm>
            <a:off x="-179480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21" name="Oval 22">
            <a:extLst>
              <a:ext uri="{FF2B5EF4-FFF2-40B4-BE49-F238E27FC236}">
                <a16:creationId xmlns:a16="http://schemas.microsoft.com/office/drawing/2014/main" id="{95E0C9B4-1B1A-41AD-B26E-BB188B80B4E3}"/>
              </a:ext>
            </a:extLst>
          </p:cNvPr>
          <p:cNvSpPr/>
          <p:nvPr/>
        </p:nvSpPr>
        <p:spPr>
          <a:xfrm>
            <a:off x="-226959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515BC6C2-5D09-4424-9E2D-69F98EBD2111}"/>
                  </a:ext>
                </a:extLst>
              </p:cNvPr>
              <p:cNvSpPr txBox="1"/>
              <p:nvPr/>
            </p:nvSpPr>
            <p:spPr>
              <a:xfrm>
                <a:off x="-3555753" y="504734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22" name="文字方塊 121">
                <a:extLst>
                  <a:ext uri="{FF2B5EF4-FFF2-40B4-BE49-F238E27FC236}">
                    <a16:creationId xmlns:a16="http://schemas.microsoft.com/office/drawing/2014/main" id="{515BC6C2-5D09-4424-9E2D-69F98EBD21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555753" y="5047342"/>
                <a:ext cx="974158" cy="262829"/>
              </a:xfrm>
              <a:prstGeom prst="rect">
                <a:avLst/>
              </a:prstGeom>
              <a:blipFill>
                <a:blip r:embed="rId4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FF6F82E8-4168-4751-94E0-A003E312F95A}"/>
                  </a:ext>
                </a:extLst>
              </p:cNvPr>
              <p:cNvSpPr txBox="1"/>
              <p:nvPr/>
            </p:nvSpPr>
            <p:spPr>
              <a:xfrm>
                <a:off x="-1296545" y="5024482"/>
                <a:ext cx="750742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FF6F82E8-4168-4751-94E0-A003E312F9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96545" y="5024482"/>
                <a:ext cx="750742" cy="262829"/>
              </a:xfrm>
              <a:prstGeom prst="rect">
                <a:avLst/>
              </a:prstGeom>
              <a:blipFill>
                <a:blip r:embed="rId4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81991A0C-BDD1-4389-8220-DB2CA85CBCA8}"/>
                  </a:ext>
                </a:extLst>
              </p:cNvPr>
              <p:cNvSpPr txBox="1"/>
              <p:nvPr/>
            </p:nvSpPr>
            <p:spPr>
              <a:xfrm>
                <a:off x="-1471643" y="6195460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81991A0C-BDD1-4389-8220-DB2CA85CBC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71643" y="6195460"/>
                <a:ext cx="1100937" cy="262829"/>
              </a:xfrm>
              <a:prstGeom prst="rect">
                <a:avLst/>
              </a:prstGeom>
              <a:blipFill>
                <a:blip r:embed="rId43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6" name="圖片 125">
            <a:extLst>
              <a:ext uri="{FF2B5EF4-FFF2-40B4-BE49-F238E27FC236}">
                <a16:creationId xmlns:a16="http://schemas.microsoft.com/office/drawing/2014/main" id="{750AF2E4-3FB3-4913-881C-B4BDA01FBCD8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-1312911" y="3657599"/>
            <a:ext cx="1290686" cy="258137"/>
          </a:xfrm>
          <a:prstGeom prst="rect">
            <a:avLst/>
          </a:prstGeom>
        </p:spPr>
      </p:pic>
      <p:pic>
        <p:nvPicPr>
          <p:cNvPr id="127" name="圖片 126">
            <a:extLst>
              <a:ext uri="{FF2B5EF4-FFF2-40B4-BE49-F238E27FC236}">
                <a16:creationId xmlns:a16="http://schemas.microsoft.com/office/drawing/2014/main" id="{32B79F46-2484-4A3E-9BCC-B51D93E05EBF}"/>
              </a:ext>
            </a:extLst>
          </p:cNvPr>
          <p:cNvPicPr>
            <a:picLocks noChangeAspect="1"/>
          </p:cNvPicPr>
          <p:nvPr/>
        </p:nvPicPr>
        <p:blipFill rotWithShape="1">
          <a:blip r:embed="rId26"/>
          <a:srcRect l="51454"/>
          <a:stretch/>
        </p:blipFill>
        <p:spPr>
          <a:xfrm>
            <a:off x="-2433637" y="6270710"/>
            <a:ext cx="862012" cy="852466"/>
          </a:xfrm>
          <a:prstGeom prst="rect">
            <a:avLst/>
          </a:prstGeom>
        </p:spPr>
      </p:pic>
      <p:pic>
        <p:nvPicPr>
          <p:cNvPr id="128" name="圖片 127">
            <a:extLst>
              <a:ext uri="{FF2B5EF4-FFF2-40B4-BE49-F238E27FC236}">
                <a16:creationId xmlns:a16="http://schemas.microsoft.com/office/drawing/2014/main" id="{6673B796-E63A-48F5-931E-BE782A047269}"/>
              </a:ext>
            </a:extLst>
          </p:cNvPr>
          <p:cNvPicPr>
            <a:picLocks noChangeAspect="1"/>
          </p:cNvPicPr>
          <p:nvPr/>
        </p:nvPicPr>
        <p:blipFill rotWithShape="1">
          <a:blip r:embed="rId44"/>
          <a:srcRect r="50731"/>
          <a:stretch/>
        </p:blipFill>
        <p:spPr>
          <a:xfrm>
            <a:off x="-3486469" y="5368527"/>
            <a:ext cx="844869" cy="832402"/>
          </a:xfrm>
          <a:prstGeom prst="rect">
            <a:avLst/>
          </a:prstGeom>
        </p:spPr>
      </p:pic>
      <p:pic>
        <p:nvPicPr>
          <p:cNvPr id="129" name="圖片 128">
            <a:extLst>
              <a:ext uri="{FF2B5EF4-FFF2-40B4-BE49-F238E27FC236}">
                <a16:creationId xmlns:a16="http://schemas.microsoft.com/office/drawing/2014/main" id="{8F875EF1-4019-4740-A046-D249DD683DD9}"/>
              </a:ext>
            </a:extLst>
          </p:cNvPr>
          <p:cNvPicPr>
            <a:picLocks noChangeAspect="1"/>
          </p:cNvPicPr>
          <p:nvPr/>
        </p:nvPicPr>
        <p:blipFill rotWithShape="1">
          <a:blip r:embed="rId44"/>
          <a:srcRect l="51398"/>
          <a:stretch/>
        </p:blipFill>
        <p:spPr>
          <a:xfrm>
            <a:off x="-1340644" y="4204096"/>
            <a:ext cx="833437" cy="832402"/>
          </a:xfrm>
          <a:prstGeom prst="rect">
            <a:avLst/>
          </a:prstGeom>
        </p:spPr>
      </p:pic>
      <p:pic>
        <p:nvPicPr>
          <p:cNvPr id="130" name="圖片 129">
            <a:extLst>
              <a:ext uri="{FF2B5EF4-FFF2-40B4-BE49-F238E27FC236}">
                <a16:creationId xmlns:a16="http://schemas.microsoft.com/office/drawing/2014/main" id="{41EF9454-FA17-4180-AA15-0F3CE4C4CFDD}"/>
              </a:ext>
            </a:extLst>
          </p:cNvPr>
          <p:cNvPicPr>
            <a:picLocks noChangeAspect="1"/>
          </p:cNvPicPr>
          <p:nvPr/>
        </p:nvPicPr>
        <p:blipFill rotWithShape="1">
          <a:blip r:embed="rId45"/>
          <a:srcRect t="1067" r="51003"/>
          <a:stretch/>
        </p:blipFill>
        <p:spPr>
          <a:xfrm>
            <a:off x="-3485618" y="4221956"/>
            <a:ext cx="842431" cy="836325"/>
          </a:xfrm>
          <a:prstGeom prst="rect">
            <a:avLst/>
          </a:prstGeom>
        </p:spPr>
      </p:pic>
      <p:pic>
        <p:nvPicPr>
          <p:cNvPr id="131" name="圖片 130">
            <a:extLst>
              <a:ext uri="{FF2B5EF4-FFF2-40B4-BE49-F238E27FC236}">
                <a16:creationId xmlns:a16="http://schemas.microsoft.com/office/drawing/2014/main" id="{4E8256C5-78A0-4D98-932C-FC0EC6441369}"/>
              </a:ext>
            </a:extLst>
          </p:cNvPr>
          <p:cNvPicPr>
            <a:picLocks noChangeAspect="1"/>
          </p:cNvPicPr>
          <p:nvPr/>
        </p:nvPicPr>
        <p:blipFill rotWithShape="1">
          <a:blip r:embed="rId45"/>
          <a:srcRect l="51710" t="1067"/>
          <a:stretch/>
        </p:blipFill>
        <p:spPr>
          <a:xfrm>
            <a:off x="-1333500" y="5336431"/>
            <a:ext cx="830269" cy="836325"/>
          </a:xfrm>
          <a:prstGeom prst="rect">
            <a:avLst/>
          </a:prstGeom>
        </p:spPr>
      </p:pic>
      <p:sp>
        <p:nvSpPr>
          <p:cNvPr id="132" name="矩形: 圓角 131">
            <a:extLst>
              <a:ext uri="{FF2B5EF4-FFF2-40B4-BE49-F238E27FC236}">
                <a16:creationId xmlns:a16="http://schemas.microsoft.com/office/drawing/2014/main" id="{0AD4B703-D32F-4193-8632-E7FE7E52A23C}"/>
              </a:ext>
            </a:extLst>
          </p:cNvPr>
          <p:cNvSpPr/>
          <p:nvPr/>
        </p:nvSpPr>
        <p:spPr>
          <a:xfrm>
            <a:off x="-1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133" name="圖片 132">
            <a:extLst>
              <a:ext uri="{FF2B5EF4-FFF2-40B4-BE49-F238E27FC236}">
                <a16:creationId xmlns:a16="http://schemas.microsoft.com/office/drawing/2014/main" id="{C75762DE-3C8A-41CD-ACD6-B4062606AB8B}"/>
              </a:ext>
            </a:extLst>
          </p:cNvPr>
          <p:cNvPicPr>
            <a:picLocks noChangeAspect="1"/>
          </p:cNvPicPr>
          <p:nvPr/>
        </p:nvPicPr>
        <p:blipFill rotWithShape="1"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000"/>
          <a:stretch/>
        </p:blipFill>
        <p:spPr>
          <a:xfrm>
            <a:off x="1225550" y="3278886"/>
            <a:ext cx="874713" cy="839724"/>
          </a:xfrm>
          <a:prstGeom prst="rect">
            <a:avLst/>
          </a:prstGeom>
        </p:spPr>
      </p:pic>
      <p:pic>
        <p:nvPicPr>
          <p:cNvPr id="134" name="圖片 133">
            <a:extLst>
              <a:ext uri="{FF2B5EF4-FFF2-40B4-BE49-F238E27FC236}">
                <a16:creationId xmlns:a16="http://schemas.microsoft.com/office/drawing/2014/main" id="{FCD116AB-3884-4B28-B299-594535450C04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2128838" y="3295650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199677DD-0E77-4761-A183-0B5A78F7A381}"/>
                  </a:ext>
                </a:extLst>
              </p:cNvPr>
              <p:cNvSpPr txBox="1"/>
              <p:nvPr/>
            </p:nvSpPr>
            <p:spPr>
              <a:xfrm>
                <a:off x="15914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135" name="文字方塊 134">
                <a:extLst>
                  <a:ext uri="{FF2B5EF4-FFF2-40B4-BE49-F238E27FC236}">
                    <a16:creationId xmlns:a16="http://schemas.microsoft.com/office/drawing/2014/main" id="{199677DD-0E77-4761-A183-0B5A78F7A3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1487" y="3874967"/>
                <a:ext cx="268993" cy="272254"/>
              </a:xfrm>
              <a:prstGeom prst="rect">
                <a:avLst/>
              </a:prstGeom>
              <a:blipFill>
                <a:blip r:embed="rId27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6" name="群組 135">
            <a:extLst>
              <a:ext uri="{FF2B5EF4-FFF2-40B4-BE49-F238E27FC236}">
                <a16:creationId xmlns:a16="http://schemas.microsoft.com/office/drawing/2014/main" id="{F00FC4F7-03A9-41F9-A633-0C557F6B182F}"/>
              </a:ext>
            </a:extLst>
          </p:cNvPr>
          <p:cNvGrpSpPr/>
          <p:nvPr/>
        </p:nvGrpSpPr>
        <p:grpSpPr>
          <a:xfrm>
            <a:off x="1638240" y="3686758"/>
            <a:ext cx="50518" cy="48461"/>
            <a:chOff x="1373392" y="2391862"/>
            <a:chExt cx="479433" cy="476535"/>
          </a:xfrm>
        </p:grpSpPr>
        <p:sp>
          <p:nvSpPr>
            <p:cNvPr id="137" name="箭號: 向右 136">
              <a:extLst>
                <a:ext uri="{FF2B5EF4-FFF2-40B4-BE49-F238E27FC236}">
                  <a16:creationId xmlns:a16="http://schemas.microsoft.com/office/drawing/2014/main" id="{4276C805-4031-4FD7-AC5E-1702B45D2AA6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138" name="箭號: 向右 137">
              <a:extLst>
                <a:ext uri="{FF2B5EF4-FFF2-40B4-BE49-F238E27FC236}">
                  <a16:creationId xmlns:a16="http://schemas.microsoft.com/office/drawing/2014/main" id="{2CC6BC21-314F-48D7-A87A-007E8FA66D40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2B666724-785A-4A2E-B8E2-C4FC363349DE}"/>
                  </a:ext>
                </a:extLst>
              </p:cNvPr>
              <p:cNvSpPr txBox="1"/>
              <p:nvPr/>
            </p:nvSpPr>
            <p:spPr>
              <a:xfrm>
                <a:off x="15140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39" name="文字方塊 138">
                <a:extLst>
                  <a:ext uri="{FF2B5EF4-FFF2-40B4-BE49-F238E27FC236}">
                    <a16:creationId xmlns:a16="http://schemas.microsoft.com/office/drawing/2014/main" id="{2B666724-785A-4A2E-B8E2-C4FC363349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14010" y="3443243"/>
                <a:ext cx="182571" cy="276614"/>
              </a:xfrm>
              <a:prstGeom prst="rect">
                <a:avLst/>
              </a:prstGeom>
              <a:blipFill>
                <a:blip r:embed="rId28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DFF833ED-45DE-45A0-BCE2-FD533AF41A4E}"/>
                  </a:ext>
                </a:extLst>
              </p:cNvPr>
              <p:cNvSpPr txBox="1"/>
              <p:nvPr/>
            </p:nvSpPr>
            <p:spPr>
              <a:xfrm>
                <a:off x="16448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0" name="文字方塊 139">
                <a:extLst>
                  <a:ext uri="{FF2B5EF4-FFF2-40B4-BE49-F238E27FC236}">
                    <a16:creationId xmlns:a16="http://schemas.microsoft.com/office/drawing/2014/main" id="{DFF833ED-45DE-45A0-BCE2-FD533AF41A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44838" y="3600976"/>
                <a:ext cx="149279" cy="262829"/>
              </a:xfrm>
              <a:prstGeom prst="rect">
                <a:avLst/>
              </a:prstGeom>
              <a:blipFill>
                <a:blip r:embed="rId29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1" name="文字方塊 140">
                <a:extLst>
                  <a:ext uri="{FF2B5EF4-FFF2-40B4-BE49-F238E27FC236}">
                    <a16:creationId xmlns:a16="http://schemas.microsoft.com/office/drawing/2014/main" id="{C906540A-87D1-4374-818B-CF33C34ECEE0}"/>
                  </a:ext>
                </a:extLst>
              </p:cNvPr>
              <p:cNvSpPr txBox="1"/>
              <p:nvPr/>
            </p:nvSpPr>
            <p:spPr>
              <a:xfrm>
                <a:off x="20398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1" name="文字方塊 140">
                <a:extLst>
                  <a:ext uri="{FF2B5EF4-FFF2-40B4-BE49-F238E27FC236}">
                    <a16:creationId xmlns:a16="http://schemas.microsoft.com/office/drawing/2014/main" id="{C906540A-87D1-4374-818B-CF33C34EC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39866" y="3967915"/>
                <a:ext cx="204146" cy="245324"/>
              </a:xfrm>
              <a:prstGeom prst="rect">
                <a:avLst/>
              </a:prstGeom>
              <a:blipFill>
                <a:blip r:embed="rId30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2" name="文字方塊 141">
                <a:extLst>
                  <a:ext uri="{FF2B5EF4-FFF2-40B4-BE49-F238E27FC236}">
                    <a16:creationId xmlns:a16="http://schemas.microsoft.com/office/drawing/2014/main" id="{9FA5CC2A-0B45-4B40-92D1-A1DB4DBE6896}"/>
                  </a:ext>
                </a:extLst>
              </p:cNvPr>
              <p:cNvSpPr txBox="1"/>
              <p:nvPr/>
            </p:nvSpPr>
            <p:spPr>
              <a:xfrm>
                <a:off x="11610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2" name="文字方塊 141">
                <a:extLst>
                  <a:ext uri="{FF2B5EF4-FFF2-40B4-BE49-F238E27FC236}">
                    <a16:creationId xmlns:a16="http://schemas.microsoft.com/office/drawing/2014/main" id="{9FA5CC2A-0B45-4B40-92D1-A1DB4DBE68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1046" y="4124924"/>
                <a:ext cx="1082966" cy="262829"/>
              </a:xfrm>
              <a:prstGeom prst="rect">
                <a:avLst/>
              </a:prstGeom>
              <a:blipFill>
                <a:blip r:embed="rId4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D9F2B7B5-5AC7-4409-9415-B83F3A59D714}"/>
                  </a:ext>
                </a:extLst>
              </p:cNvPr>
              <p:cNvSpPr txBox="1"/>
              <p:nvPr/>
            </p:nvSpPr>
            <p:spPr>
              <a:xfrm>
                <a:off x="19407" y="621320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3" name="文字方塊 142">
                <a:extLst>
                  <a:ext uri="{FF2B5EF4-FFF2-40B4-BE49-F238E27FC236}">
                    <a16:creationId xmlns:a16="http://schemas.microsoft.com/office/drawing/2014/main" id="{D9F2B7B5-5AC7-4409-9415-B83F3A59D7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7" y="6213202"/>
                <a:ext cx="1100937" cy="262829"/>
              </a:xfrm>
              <a:prstGeom prst="rect">
                <a:avLst/>
              </a:prstGeom>
              <a:blipFill>
                <a:blip r:embed="rId48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BB6F997A-0615-4C59-8F3A-392DDD0300AD}"/>
                  </a:ext>
                </a:extLst>
              </p:cNvPr>
              <p:cNvSpPr txBox="1"/>
              <p:nvPr/>
            </p:nvSpPr>
            <p:spPr>
              <a:xfrm>
                <a:off x="11534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4" name="文字方塊 143">
                <a:extLst>
                  <a:ext uri="{FF2B5EF4-FFF2-40B4-BE49-F238E27FC236}">
                    <a16:creationId xmlns:a16="http://schemas.microsoft.com/office/drawing/2014/main" id="{BB6F997A-0615-4C59-8F3A-392DDD0300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3436" y="7138435"/>
                <a:ext cx="1021987" cy="26282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E72DEDD8-10CA-4159-BCA7-DBA5EAE290A6}"/>
                  </a:ext>
                </a:extLst>
              </p:cNvPr>
              <p:cNvSpPr txBox="1"/>
              <p:nvPr/>
            </p:nvSpPr>
            <p:spPr>
              <a:xfrm>
                <a:off x="13669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5" name="文字方塊 144">
                <a:extLst>
                  <a:ext uri="{FF2B5EF4-FFF2-40B4-BE49-F238E27FC236}">
                    <a16:creationId xmlns:a16="http://schemas.microsoft.com/office/drawing/2014/main" id="{E72DEDD8-10CA-4159-BCA7-DBA5EAE290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6941" y="5832943"/>
                <a:ext cx="562814" cy="262829"/>
              </a:xfrm>
              <a:prstGeom prst="rect">
                <a:avLst/>
              </a:prstGeom>
              <a:blipFill>
                <a:blip r:embed="rId50"/>
                <a:stretch>
                  <a:fillRect t="-93023" r="-51613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2EA9CC49-782A-4A48-AA35-6A05D5772BDB}"/>
                  </a:ext>
                </a:extLst>
              </p:cNvPr>
              <p:cNvSpPr txBox="1"/>
              <p:nvPr/>
            </p:nvSpPr>
            <p:spPr>
              <a:xfrm>
                <a:off x="13785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2EA9CC49-782A-4A48-AA35-6A05D5772B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8569" y="4452471"/>
                <a:ext cx="562814" cy="262829"/>
              </a:xfrm>
              <a:prstGeom prst="rect">
                <a:avLst/>
              </a:prstGeom>
              <a:blipFill>
                <a:blip r:embed="rId51"/>
                <a:stretch>
                  <a:fillRect t="-90909" r="-4130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2" name="Oval 14">
            <a:extLst>
              <a:ext uri="{FF2B5EF4-FFF2-40B4-BE49-F238E27FC236}">
                <a16:creationId xmlns:a16="http://schemas.microsoft.com/office/drawing/2014/main" id="{B7C17986-DA96-447A-9112-887502FBF56E}"/>
              </a:ext>
            </a:extLst>
          </p:cNvPr>
          <p:cNvSpPr/>
          <p:nvPr/>
        </p:nvSpPr>
        <p:spPr>
          <a:xfrm>
            <a:off x="16070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53" name="Oval 4">
            <a:extLst>
              <a:ext uri="{FF2B5EF4-FFF2-40B4-BE49-F238E27FC236}">
                <a16:creationId xmlns:a16="http://schemas.microsoft.com/office/drawing/2014/main" id="{0B892405-674E-4C53-8DBD-14D17F78461D}"/>
              </a:ext>
            </a:extLst>
          </p:cNvPr>
          <p:cNvSpPr/>
          <p:nvPr/>
        </p:nvSpPr>
        <p:spPr>
          <a:xfrm>
            <a:off x="11649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54" name="Oval 15">
            <a:extLst>
              <a:ext uri="{FF2B5EF4-FFF2-40B4-BE49-F238E27FC236}">
                <a16:creationId xmlns:a16="http://schemas.microsoft.com/office/drawing/2014/main" id="{10AE5314-44A3-45B9-99A1-D72C62AB3914}"/>
              </a:ext>
            </a:extLst>
          </p:cNvPr>
          <p:cNvSpPr/>
          <p:nvPr/>
        </p:nvSpPr>
        <p:spPr>
          <a:xfrm>
            <a:off x="16070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55" name="SHO">
            <a:extLst>
              <a:ext uri="{FF2B5EF4-FFF2-40B4-BE49-F238E27FC236}">
                <a16:creationId xmlns:a16="http://schemas.microsoft.com/office/drawing/2014/main" id="{11C75025-6E7C-47D9-82AA-9392D633A8D9}"/>
              </a:ext>
            </a:extLst>
          </p:cNvPr>
          <p:cNvSpPr/>
          <p:nvPr/>
        </p:nvSpPr>
        <p:spPr>
          <a:xfrm rot="16200000">
            <a:off x="14476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56" name="SVO">
            <a:extLst>
              <a:ext uri="{FF2B5EF4-FFF2-40B4-BE49-F238E27FC236}">
                <a16:creationId xmlns:a16="http://schemas.microsoft.com/office/drawing/2014/main" id="{4C10C920-13E4-4865-927D-582A39B8229B}"/>
              </a:ext>
            </a:extLst>
          </p:cNvPr>
          <p:cNvSpPr/>
          <p:nvPr/>
        </p:nvSpPr>
        <p:spPr>
          <a:xfrm>
            <a:off x="14126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57" name="Oval 6">
            <a:extLst>
              <a:ext uri="{FF2B5EF4-FFF2-40B4-BE49-F238E27FC236}">
                <a16:creationId xmlns:a16="http://schemas.microsoft.com/office/drawing/2014/main" id="{BCB777E8-AEC1-4E97-931A-736526266E6B}"/>
              </a:ext>
            </a:extLst>
          </p:cNvPr>
          <p:cNvSpPr/>
          <p:nvPr/>
        </p:nvSpPr>
        <p:spPr>
          <a:xfrm rot="16200000">
            <a:off x="14476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8" name="TextBox 11">
                <a:extLst>
                  <a:ext uri="{FF2B5EF4-FFF2-40B4-BE49-F238E27FC236}">
                    <a16:creationId xmlns:a16="http://schemas.microsoft.com/office/drawing/2014/main" id="{94B6D6F6-0DFC-4240-BE46-1809E48DB428}"/>
                  </a:ext>
                </a:extLst>
              </p:cNvPr>
              <p:cNvSpPr txBox="1"/>
              <p:nvPr/>
            </p:nvSpPr>
            <p:spPr>
              <a:xfrm>
                <a:off x="12826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58" name="TextBox 11">
                <a:extLst>
                  <a:ext uri="{FF2B5EF4-FFF2-40B4-BE49-F238E27FC236}">
                    <a16:creationId xmlns:a16="http://schemas.microsoft.com/office/drawing/2014/main" id="{94B6D6F6-0DFC-4240-BE46-1809E48DB4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82680" y="5144009"/>
                <a:ext cx="122489" cy="262829"/>
              </a:xfrm>
              <a:prstGeom prst="rect">
                <a:avLst/>
              </a:prstGeom>
              <a:blipFill>
                <a:blip r:embed="rId36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9" name="Oval 22">
            <a:extLst>
              <a:ext uri="{FF2B5EF4-FFF2-40B4-BE49-F238E27FC236}">
                <a16:creationId xmlns:a16="http://schemas.microsoft.com/office/drawing/2014/main" id="{AFCBDEBA-BB8A-45E3-81F7-AC465F14A63A}"/>
              </a:ext>
            </a:extLst>
          </p:cNvPr>
          <p:cNvSpPr/>
          <p:nvPr/>
        </p:nvSpPr>
        <p:spPr>
          <a:xfrm>
            <a:off x="16063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0" name="TextBox 12">
                <a:extLst>
                  <a:ext uri="{FF2B5EF4-FFF2-40B4-BE49-F238E27FC236}">
                    <a16:creationId xmlns:a16="http://schemas.microsoft.com/office/drawing/2014/main" id="{CE24A233-D556-43C7-BCFF-1A0EC587E5A8}"/>
                  </a:ext>
                </a:extLst>
              </p:cNvPr>
              <p:cNvSpPr txBox="1"/>
              <p:nvPr/>
            </p:nvSpPr>
            <p:spPr>
              <a:xfrm>
                <a:off x="17360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60" name="TextBox 12">
                <a:extLst>
                  <a:ext uri="{FF2B5EF4-FFF2-40B4-BE49-F238E27FC236}">
                    <a16:creationId xmlns:a16="http://schemas.microsoft.com/office/drawing/2014/main" id="{CE24A233-D556-43C7-BCFF-1A0EC587E5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6089" y="5210053"/>
                <a:ext cx="122489" cy="262829"/>
              </a:xfrm>
              <a:prstGeom prst="rect">
                <a:avLst/>
              </a:prstGeom>
              <a:blipFill>
                <a:blip r:embed="rId37"/>
                <a:stretch>
                  <a:fillRect r="-5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1" name="TextBox 13">
                <a:extLst>
                  <a:ext uri="{FF2B5EF4-FFF2-40B4-BE49-F238E27FC236}">
                    <a16:creationId xmlns:a16="http://schemas.microsoft.com/office/drawing/2014/main" id="{D61D3C26-F253-48AD-9BC6-22E9E0FCE85F}"/>
                  </a:ext>
                </a:extLst>
              </p:cNvPr>
              <p:cNvSpPr txBox="1"/>
              <p:nvPr/>
            </p:nvSpPr>
            <p:spPr>
              <a:xfrm>
                <a:off x="15670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61" name="TextBox 13">
                <a:extLst>
                  <a:ext uri="{FF2B5EF4-FFF2-40B4-BE49-F238E27FC236}">
                    <a16:creationId xmlns:a16="http://schemas.microsoft.com/office/drawing/2014/main" id="{D61D3C26-F253-48AD-9BC6-22E9E0FCE8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7080" y="4774078"/>
                <a:ext cx="177900" cy="262829"/>
              </a:xfrm>
              <a:prstGeom prst="rect">
                <a:avLst/>
              </a:prstGeom>
              <a:blipFill>
                <a:blip r:embed="rId38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2" name="DVO">
            <a:extLst>
              <a:ext uri="{FF2B5EF4-FFF2-40B4-BE49-F238E27FC236}">
                <a16:creationId xmlns:a16="http://schemas.microsoft.com/office/drawing/2014/main" id="{84BC9468-7920-47D6-9D9B-9A0206C022B4}"/>
              </a:ext>
            </a:extLst>
          </p:cNvPr>
          <p:cNvSpPr/>
          <p:nvPr/>
        </p:nvSpPr>
        <p:spPr>
          <a:xfrm flipH="1">
            <a:off x="14126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63" name="Oval 23">
            <a:extLst>
              <a:ext uri="{FF2B5EF4-FFF2-40B4-BE49-F238E27FC236}">
                <a16:creationId xmlns:a16="http://schemas.microsoft.com/office/drawing/2014/main" id="{4FE5DC09-99F8-472F-9430-436BC2B025BB}"/>
              </a:ext>
            </a:extLst>
          </p:cNvPr>
          <p:cNvSpPr/>
          <p:nvPr/>
        </p:nvSpPr>
        <p:spPr>
          <a:xfrm>
            <a:off x="21067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164" name="Straight Arrow Connector 7">
            <a:extLst>
              <a:ext uri="{FF2B5EF4-FFF2-40B4-BE49-F238E27FC236}">
                <a16:creationId xmlns:a16="http://schemas.microsoft.com/office/drawing/2014/main" id="{32074D24-4CF3-4125-B253-60147D62278E}"/>
              </a:ext>
            </a:extLst>
          </p:cNvPr>
          <p:cNvCxnSpPr>
            <a:cxnSpLocks/>
          </p:cNvCxnSpPr>
          <p:nvPr/>
        </p:nvCxnSpPr>
        <p:spPr>
          <a:xfrm flipV="1">
            <a:off x="16605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9">
            <a:extLst>
              <a:ext uri="{FF2B5EF4-FFF2-40B4-BE49-F238E27FC236}">
                <a16:creationId xmlns:a16="http://schemas.microsoft.com/office/drawing/2014/main" id="{30BA58B4-1859-4E55-9981-39609332FEC2}"/>
              </a:ext>
            </a:extLst>
          </p:cNvPr>
          <p:cNvCxnSpPr>
            <a:cxnSpLocks/>
          </p:cNvCxnSpPr>
          <p:nvPr/>
        </p:nvCxnSpPr>
        <p:spPr>
          <a:xfrm>
            <a:off x="16625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8">
            <a:extLst>
              <a:ext uri="{FF2B5EF4-FFF2-40B4-BE49-F238E27FC236}">
                <a16:creationId xmlns:a16="http://schemas.microsoft.com/office/drawing/2014/main" id="{5B4CFE0D-FF76-44BB-A899-DBC8A2C3CA1D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5439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Oval 20">
            <a:extLst>
              <a:ext uri="{FF2B5EF4-FFF2-40B4-BE49-F238E27FC236}">
                <a16:creationId xmlns:a16="http://schemas.microsoft.com/office/drawing/2014/main" id="{5B353C74-0645-4A1A-BF15-3A40C3D78C9F}"/>
              </a:ext>
            </a:extLst>
          </p:cNvPr>
          <p:cNvSpPr/>
          <p:nvPr/>
        </p:nvSpPr>
        <p:spPr>
          <a:xfrm>
            <a:off x="11069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68" name="Oval 22">
            <a:extLst>
              <a:ext uri="{FF2B5EF4-FFF2-40B4-BE49-F238E27FC236}">
                <a16:creationId xmlns:a16="http://schemas.microsoft.com/office/drawing/2014/main" id="{8EE3D74A-366A-4D65-8D71-669342051F85}"/>
              </a:ext>
            </a:extLst>
          </p:cNvPr>
          <p:cNvSpPr/>
          <p:nvPr/>
        </p:nvSpPr>
        <p:spPr>
          <a:xfrm>
            <a:off x="16071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69" name="Partial Circle 9">
            <a:extLst>
              <a:ext uri="{FF2B5EF4-FFF2-40B4-BE49-F238E27FC236}">
                <a16:creationId xmlns:a16="http://schemas.microsoft.com/office/drawing/2014/main" id="{B6A95206-81A3-4CE6-A82B-263F5A7AFC9D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6173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TextBox 10">
                <a:extLst>
                  <a:ext uri="{FF2B5EF4-FFF2-40B4-BE49-F238E27FC236}">
                    <a16:creationId xmlns:a16="http://schemas.microsoft.com/office/drawing/2014/main" id="{31A437E8-E90A-485A-9E10-E6981850068B}"/>
                  </a:ext>
                </a:extLst>
              </p:cNvPr>
              <p:cNvSpPr txBox="1"/>
              <p:nvPr/>
            </p:nvSpPr>
            <p:spPr>
              <a:xfrm>
                <a:off x="13653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70" name="TextBox 10">
                <a:extLst>
                  <a:ext uri="{FF2B5EF4-FFF2-40B4-BE49-F238E27FC236}">
                    <a16:creationId xmlns:a16="http://schemas.microsoft.com/office/drawing/2014/main" id="{31A437E8-E90A-485A-9E10-E698185006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65307" y="5223536"/>
                <a:ext cx="218239" cy="26282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1" name="Straight Arrow Connector 17">
            <a:extLst>
              <a:ext uri="{FF2B5EF4-FFF2-40B4-BE49-F238E27FC236}">
                <a16:creationId xmlns:a16="http://schemas.microsoft.com/office/drawing/2014/main" id="{6B55F42E-E8D9-4F3C-A97C-D19793722A9B}"/>
              </a:ext>
            </a:extLst>
          </p:cNvPr>
          <p:cNvCxnSpPr>
            <a:cxnSpLocks/>
          </p:cNvCxnSpPr>
          <p:nvPr/>
        </p:nvCxnSpPr>
        <p:spPr>
          <a:xfrm flipH="1">
            <a:off x="15088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2" name="Partial Circle 9">
            <a:extLst>
              <a:ext uri="{FF2B5EF4-FFF2-40B4-BE49-F238E27FC236}">
                <a16:creationId xmlns:a16="http://schemas.microsoft.com/office/drawing/2014/main" id="{236F8C93-27EE-43D7-8BE2-C36A2B58EA67}"/>
              </a:ext>
            </a:extLst>
          </p:cNvPr>
          <p:cNvSpPr>
            <a:spLocks noChangeAspect="1"/>
          </p:cNvSpPr>
          <p:nvPr/>
        </p:nvSpPr>
        <p:spPr>
          <a:xfrm>
            <a:off x="16085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3" name="TextBox 10">
                <a:extLst>
                  <a:ext uri="{FF2B5EF4-FFF2-40B4-BE49-F238E27FC236}">
                    <a16:creationId xmlns:a16="http://schemas.microsoft.com/office/drawing/2014/main" id="{40EFB2CD-6869-44A3-B06E-63D9B0A6004E}"/>
                  </a:ext>
                </a:extLst>
              </p:cNvPr>
              <p:cNvSpPr txBox="1"/>
              <p:nvPr/>
            </p:nvSpPr>
            <p:spPr>
              <a:xfrm>
                <a:off x="16360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73" name="TextBox 10">
                <a:extLst>
                  <a:ext uri="{FF2B5EF4-FFF2-40B4-BE49-F238E27FC236}">
                    <a16:creationId xmlns:a16="http://schemas.microsoft.com/office/drawing/2014/main" id="{40EFB2CD-6869-44A3-B06E-63D9B0A600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6048" y="5001709"/>
                <a:ext cx="205647" cy="262829"/>
              </a:xfrm>
              <a:prstGeom prst="rect">
                <a:avLst/>
              </a:prstGeom>
              <a:blipFill>
                <a:blip r:embed="rId40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4" name="Straight Arrow Connector 17">
            <a:extLst>
              <a:ext uri="{FF2B5EF4-FFF2-40B4-BE49-F238E27FC236}">
                <a16:creationId xmlns:a16="http://schemas.microsoft.com/office/drawing/2014/main" id="{C2C4373C-570B-40C8-AE69-03CDF7E35743}"/>
              </a:ext>
            </a:extLst>
          </p:cNvPr>
          <p:cNvCxnSpPr>
            <a:cxnSpLocks/>
          </p:cNvCxnSpPr>
          <p:nvPr/>
        </p:nvCxnSpPr>
        <p:spPr>
          <a:xfrm flipV="1">
            <a:off x="16566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75" name="Oval 22">
            <a:extLst>
              <a:ext uri="{FF2B5EF4-FFF2-40B4-BE49-F238E27FC236}">
                <a16:creationId xmlns:a16="http://schemas.microsoft.com/office/drawing/2014/main" id="{E34B645E-0254-4F47-9305-CCF89B7A7404}"/>
              </a:ext>
            </a:extLst>
          </p:cNvPr>
          <p:cNvSpPr/>
          <p:nvPr/>
        </p:nvSpPr>
        <p:spPr>
          <a:xfrm>
            <a:off x="18437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76" name="Oval 22">
            <a:extLst>
              <a:ext uri="{FF2B5EF4-FFF2-40B4-BE49-F238E27FC236}">
                <a16:creationId xmlns:a16="http://schemas.microsoft.com/office/drawing/2014/main" id="{D45E320B-271D-4D5C-B94E-081B0CB1C7C1}"/>
              </a:ext>
            </a:extLst>
          </p:cNvPr>
          <p:cNvSpPr/>
          <p:nvPr/>
        </p:nvSpPr>
        <p:spPr>
          <a:xfrm>
            <a:off x="13689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7" name="文字方塊 176">
                <a:extLst>
                  <a:ext uri="{FF2B5EF4-FFF2-40B4-BE49-F238E27FC236}">
                    <a16:creationId xmlns:a16="http://schemas.microsoft.com/office/drawing/2014/main" id="{82383001-6907-4BDE-9335-A9DFA7E642B2}"/>
                  </a:ext>
                </a:extLst>
              </p:cNvPr>
              <p:cNvSpPr txBox="1"/>
              <p:nvPr/>
            </p:nvSpPr>
            <p:spPr>
              <a:xfrm>
                <a:off x="82797" y="5056867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77" name="文字方塊 176">
                <a:extLst>
                  <a:ext uri="{FF2B5EF4-FFF2-40B4-BE49-F238E27FC236}">
                    <a16:creationId xmlns:a16="http://schemas.microsoft.com/office/drawing/2014/main" id="{82383001-6907-4BDE-9335-A9DFA7E642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97" y="5056867"/>
                <a:ext cx="974158" cy="262829"/>
              </a:xfrm>
              <a:prstGeom prst="rect">
                <a:avLst/>
              </a:prstGeom>
              <a:blipFill>
                <a:blip r:embed="rId5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8" name="文字方塊 177">
                <a:extLst>
                  <a:ext uri="{FF2B5EF4-FFF2-40B4-BE49-F238E27FC236}">
                    <a16:creationId xmlns:a16="http://schemas.microsoft.com/office/drawing/2014/main" id="{A69CB4BD-492D-4910-B9BE-EE469866DA67}"/>
                  </a:ext>
                </a:extLst>
              </p:cNvPr>
              <p:cNvSpPr txBox="1"/>
              <p:nvPr/>
            </p:nvSpPr>
            <p:spPr>
              <a:xfrm>
                <a:off x="2166907" y="5019719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78" name="文字方塊 177">
                <a:extLst>
                  <a:ext uri="{FF2B5EF4-FFF2-40B4-BE49-F238E27FC236}">
                    <a16:creationId xmlns:a16="http://schemas.microsoft.com/office/drawing/2014/main" id="{A69CB4BD-492D-4910-B9BE-EE469866D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907" y="5019719"/>
                <a:ext cx="1100937" cy="262829"/>
              </a:xfrm>
              <a:prstGeom prst="rect">
                <a:avLst/>
              </a:prstGeom>
              <a:blipFill>
                <a:blip r:embed="rId5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9" name="文字方塊 178">
                <a:extLst>
                  <a:ext uri="{FF2B5EF4-FFF2-40B4-BE49-F238E27FC236}">
                    <a16:creationId xmlns:a16="http://schemas.microsoft.com/office/drawing/2014/main" id="{4324FCC0-25D6-449A-A56A-02242F72A576}"/>
                  </a:ext>
                </a:extLst>
              </p:cNvPr>
              <p:cNvSpPr txBox="1"/>
              <p:nvPr/>
            </p:nvSpPr>
            <p:spPr>
              <a:xfrm>
                <a:off x="2166907" y="6181173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79" name="文字方塊 178">
                <a:extLst>
                  <a:ext uri="{FF2B5EF4-FFF2-40B4-BE49-F238E27FC236}">
                    <a16:creationId xmlns:a16="http://schemas.microsoft.com/office/drawing/2014/main" id="{4324FCC0-25D6-449A-A56A-02242F72A5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6907" y="6181173"/>
                <a:ext cx="1100937" cy="262829"/>
              </a:xfrm>
              <a:prstGeom prst="rect">
                <a:avLst/>
              </a:prstGeom>
              <a:blipFill>
                <a:blip r:embed="rId5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0" name="文字方塊 179">
            <a:extLst>
              <a:ext uri="{FF2B5EF4-FFF2-40B4-BE49-F238E27FC236}">
                <a16:creationId xmlns:a16="http://schemas.microsoft.com/office/drawing/2014/main" id="{6192929D-66FF-45C2-A9A7-4E16289BD1C0}"/>
              </a:ext>
            </a:extLst>
          </p:cNvPr>
          <p:cNvSpPr txBox="1"/>
          <p:nvPr/>
        </p:nvSpPr>
        <p:spPr>
          <a:xfrm>
            <a:off x="372929" y="2358028"/>
            <a:ext cx="62540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Gray excitons transition rate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1" name="圖片 180">
            <a:extLst>
              <a:ext uri="{FF2B5EF4-FFF2-40B4-BE49-F238E27FC236}">
                <a16:creationId xmlns:a16="http://schemas.microsoft.com/office/drawing/2014/main" id="{01728180-1FA2-432E-BE37-4CA545AB55C6}"/>
              </a:ext>
            </a:extLst>
          </p:cNvPr>
          <p:cNvPicPr>
            <a:picLocks noChangeAspect="1"/>
          </p:cNvPicPr>
          <p:nvPr/>
        </p:nvPicPr>
        <p:blipFill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25639" y="3657599"/>
            <a:ext cx="1290686" cy="258137"/>
          </a:xfrm>
          <a:prstGeom prst="rect">
            <a:avLst/>
          </a:prstGeom>
        </p:spPr>
      </p:pic>
      <p:pic>
        <p:nvPicPr>
          <p:cNvPr id="182" name="圖片 181">
            <a:extLst>
              <a:ext uri="{FF2B5EF4-FFF2-40B4-BE49-F238E27FC236}">
                <a16:creationId xmlns:a16="http://schemas.microsoft.com/office/drawing/2014/main" id="{89B64326-DB23-497F-AAAB-4EF79D81EBCB}"/>
              </a:ext>
            </a:extLst>
          </p:cNvPr>
          <p:cNvPicPr>
            <a:picLocks noChangeAspect="1"/>
          </p:cNvPicPr>
          <p:nvPr/>
        </p:nvPicPr>
        <p:blipFill rotWithShape="1">
          <a:blip r:embed="rId55"/>
          <a:srcRect l="25321" r="50344"/>
          <a:stretch/>
        </p:blipFill>
        <p:spPr>
          <a:xfrm>
            <a:off x="1219200" y="6282053"/>
            <a:ext cx="847725" cy="840605"/>
          </a:xfrm>
          <a:prstGeom prst="rect">
            <a:avLst/>
          </a:prstGeom>
        </p:spPr>
      </p:pic>
      <p:pic>
        <p:nvPicPr>
          <p:cNvPr id="183" name="圖片 182">
            <a:extLst>
              <a:ext uri="{FF2B5EF4-FFF2-40B4-BE49-F238E27FC236}">
                <a16:creationId xmlns:a16="http://schemas.microsoft.com/office/drawing/2014/main" id="{99E9E043-3B45-4C9A-8687-3E5F298B73A3}"/>
              </a:ext>
            </a:extLst>
          </p:cNvPr>
          <p:cNvPicPr>
            <a:picLocks noChangeAspect="1"/>
          </p:cNvPicPr>
          <p:nvPr/>
        </p:nvPicPr>
        <p:blipFill rotWithShape="1">
          <a:blip r:embed="rId56"/>
          <a:srcRect l="10337" t="20546" r="9330" b="19264"/>
          <a:stretch/>
        </p:blipFill>
        <p:spPr>
          <a:xfrm>
            <a:off x="2443163" y="3650015"/>
            <a:ext cx="547687" cy="129029"/>
          </a:xfrm>
          <a:prstGeom prst="rect">
            <a:avLst/>
          </a:prstGeom>
        </p:spPr>
      </p:pic>
      <p:pic>
        <p:nvPicPr>
          <p:cNvPr id="184" name="圖片 183">
            <a:extLst>
              <a:ext uri="{FF2B5EF4-FFF2-40B4-BE49-F238E27FC236}">
                <a16:creationId xmlns:a16="http://schemas.microsoft.com/office/drawing/2014/main" id="{4AE10550-0956-4735-8856-885A499CEE28}"/>
              </a:ext>
            </a:extLst>
          </p:cNvPr>
          <p:cNvPicPr>
            <a:picLocks noChangeAspect="1"/>
          </p:cNvPicPr>
          <p:nvPr/>
        </p:nvPicPr>
        <p:blipFill rotWithShape="1"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969" r="49713"/>
          <a:stretch/>
        </p:blipFill>
        <p:spPr>
          <a:xfrm>
            <a:off x="1200150" y="6292075"/>
            <a:ext cx="885825" cy="839724"/>
          </a:xfrm>
          <a:prstGeom prst="rect">
            <a:avLst/>
          </a:prstGeom>
        </p:spPr>
      </p:pic>
      <p:cxnSp>
        <p:nvCxnSpPr>
          <p:cNvPr id="185" name="直線接點 184">
            <a:extLst>
              <a:ext uri="{FF2B5EF4-FFF2-40B4-BE49-F238E27FC236}">
                <a16:creationId xmlns:a16="http://schemas.microsoft.com/office/drawing/2014/main" id="{1B0BFFA6-008C-4D86-80B6-5406D624DE76}"/>
              </a:ext>
            </a:extLst>
          </p:cNvPr>
          <p:cNvCxnSpPr>
            <a:cxnSpLocks/>
          </p:cNvCxnSpPr>
          <p:nvPr/>
        </p:nvCxnSpPr>
        <p:spPr>
          <a:xfrm>
            <a:off x="19558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1" name="直線接點 210">
            <a:extLst>
              <a:ext uri="{FF2B5EF4-FFF2-40B4-BE49-F238E27FC236}">
                <a16:creationId xmlns:a16="http://schemas.microsoft.com/office/drawing/2014/main" id="{C50927D6-E0C8-4D63-B385-78BABADE4355}"/>
              </a:ext>
            </a:extLst>
          </p:cNvPr>
          <p:cNvCxnSpPr>
            <a:cxnSpLocks/>
          </p:cNvCxnSpPr>
          <p:nvPr/>
        </p:nvCxnSpPr>
        <p:spPr>
          <a:xfrm>
            <a:off x="10033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2" name="直線接點 211">
            <a:extLst>
              <a:ext uri="{FF2B5EF4-FFF2-40B4-BE49-F238E27FC236}">
                <a16:creationId xmlns:a16="http://schemas.microsoft.com/office/drawing/2014/main" id="{872371D0-6031-458F-B303-37ABF6FDD834}"/>
              </a:ext>
            </a:extLst>
          </p:cNvPr>
          <p:cNvCxnSpPr>
            <a:cxnSpLocks/>
          </p:cNvCxnSpPr>
          <p:nvPr/>
        </p:nvCxnSpPr>
        <p:spPr>
          <a:xfrm flipH="1">
            <a:off x="9842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3" name="直線接點 212">
            <a:extLst>
              <a:ext uri="{FF2B5EF4-FFF2-40B4-BE49-F238E27FC236}">
                <a16:creationId xmlns:a16="http://schemas.microsoft.com/office/drawing/2014/main" id="{7610D51E-83FE-4F45-A1FE-06A1E37E6AB8}"/>
              </a:ext>
            </a:extLst>
          </p:cNvPr>
          <p:cNvCxnSpPr>
            <a:cxnSpLocks/>
          </p:cNvCxnSpPr>
          <p:nvPr/>
        </p:nvCxnSpPr>
        <p:spPr>
          <a:xfrm flipV="1">
            <a:off x="22066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14" name="圖片 213">
            <a:extLst>
              <a:ext uri="{FF2B5EF4-FFF2-40B4-BE49-F238E27FC236}">
                <a16:creationId xmlns:a16="http://schemas.microsoft.com/office/drawing/2014/main" id="{E3DFB518-2E39-47CE-BF83-DBC511E7141C}"/>
              </a:ext>
            </a:extLst>
          </p:cNvPr>
          <p:cNvPicPr>
            <a:picLocks noChangeAspect="1"/>
          </p:cNvPicPr>
          <p:nvPr/>
        </p:nvPicPr>
        <p:blipFill rotWithShape="1"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740" r="-371"/>
          <a:stretch/>
        </p:blipFill>
        <p:spPr>
          <a:xfrm>
            <a:off x="2281237" y="4199768"/>
            <a:ext cx="861793" cy="839724"/>
          </a:xfrm>
          <a:prstGeom prst="rect">
            <a:avLst/>
          </a:prstGeom>
        </p:spPr>
      </p:pic>
      <p:pic>
        <p:nvPicPr>
          <p:cNvPr id="215" name="圖片 214">
            <a:extLst>
              <a:ext uri="{FF2B5EF4-FFF2-40B4-BE49-F238E27FC236}">
                <a16:creationId xmlns:a16="http://schemas.microsoft.com/office/drawing/2014/main" id="{892FA3D9-AE56-4DD6-BF66-8B834ABA9134}"/>
              </a:ext>
            </a:extLst>
          </p:cNvPr>
          <p:cNvPicPr>
            <a:picLocks noChangeAspect="1"/>
          </p:cNvPicPr>
          <p:nvPr/>
        </p:nvPicPr>
        <p:blipFill rotWithShape="1">
          <a:blip r:embed="rId4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343" r="24408"/>
          <a:stretch/>
        </p:blipFill>
        <p:spPr>
          <a:xfrm>
            <a:off x="126206" y="5356602"/>
            <a:ext cx="883444" cy="839724"/>
          </a:xfrm>
          <a:prstGeom prst="rect">
            <a:avLst/>
          </a:prstGeom>
        </p:spPr>
      </p:pic>
      <p:pic>
        <p:nvPicPr>
          <p:cNvPr id="216" name="圖片 215">
            <a:extLst>
              <a:ext uri="{FF2B5EF4-FFF2-40B4-BE49-F238E27FC236}">
                <a16:creationId xmlns:a16="http://schemas.microsoft.com/office/drawing/2014/main" id="{339695B9-E22B-46CC-A530-91BDEFA8117A}"/>
              </a:ext>
            </a:extLst>
          </p:cNvPr>
          <p:cNvPicPr>
            <a:picLocks noChangeAspect="1"/>
          </p:cNvPicPr>
          <p:nvPr/>
        </p:nvPicPr>
        <p:blipFill rotWithShape="1">
          <a:blip r:embed="rId5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250"/>
          <a:stretch/>
        </p:blipFill>
        <p:spPr>
          <a:xfrm>
            <a:off x="2288381" y="5328443"/>
            <a:ext cx="846177" cy="823913"/>
          </a:xfrm>
          <a:prstGeom prst="rect">
            <a:avLst/>
          </a:prstGeom>
        </p:spPr>
      </p:pic>
      <p:pic>
        <p:nvPicPr>
          <p:cNvPr id="217" name="圖片 216">
            <a:extLst>
              <a:ext uri="{FF2B5EF4-FFF2-40B4-BE49-F238E27FC236}">
                <a16:creationId xmlns:a16="http://schemas.microsoft.com/office/drawing/2014/main" id="{091A094A-7C43-4995-AA59-44ACD7DD0E2C}"/>
              </a:ext>
            </a:extLst>
          </p:cNvPr>
          <p:cNvPicPr>
            <a:picLocks noChangeAspect="1"/>
          </p:cNvPicPr>
          <p:nvPr/>
        </p:nvPicPr>
        <p:blipFill rotWithShape="1">
          <a:blip r:embed="rId5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50683"/>
          <a:stretch/>
        </p:blipFill>
        <p:spPr>
          <a:xfrm>
            <a:off x="154166" y="4231480"/>
            <a:ext cx="838815" cy="823913"/>
          </a:xfrm>
          <a:prstGeom prst="rect">
            <a:avLst/>
          </a:prstGeom>
        </p:spPr>
      </p:pic>
      <p:sp>
        <p:nvSpPr>
          <p:cNvPr id="218" name="矩形: 圓角 217">
            <a:extLst>
              <a:ext uri="{FF2B5EF4-FFF2-40B4-BE49-F238E27FC236}">
                <a16:creationId xmlns:a16="http://schemas.microsoft.com/office/drawing/2014/main" id="{BCC2AFFC-588D-4CFA-84FC-5D14A3EF4767}"/>
              </a:ext>
            </a:extLst>
          </p:cNvPr>
          <p:cNvSpPr/>
          <p:nvPr/>
        </p:nvSpPr>
        <p:spPr>
          <a:xfrm>
            <a:off x="3657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219" name="圖片 218">
            <a:extLst>
              <a:ext uri="{FF2B5EF4-FFF2-40B4-BE49-F238E27FC236}">
                <a16:creationId xmlns:a16="http://schemas.microsoft.com/office/drawing/2014/main" id="{AC367E0A-E335-4CF6-8D80-172DBBAA1F4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75834"/>
          <a:stretch/>
        </p:blipFill>
        <p:spPr>
          <a:xfrm>
            <a:off x="4891088" y="3281364"/>
            <a:ext cx="838200" cy="836002"/>
          </a:xfrm>
          <a:prstGeom prst="rect">
            <a:avLst/>
          </a:prstGeom>
        </p:spPr>
      </p:pic>
      <p:pic>
        <p:nvPicPr>
          <p:cNvPr id="220" name="圖片 219">
            <a:extLst>
              <a:ext uri="{FF2B5EF4-FFF2-40B4-BE49-F238E27FC236}">
                <a16:creationId xmlns:a16="http://schemas.microsoft.com/office/drawing/2014/main" id="{DA102FE5-939C-465F-B35C-AF36D4338B1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5539" r="50569"/>
          <a:stretch/>
        </p:blipFill>
        <p:spPr>
          <a:xfrm>
            <a:off x="4881562" y="6291265"/>
            <a:ext cx="828675" cy="836002"/>
          </a:xfrm>
          <a:prstGeom prst="rect">
            <a:avLst/>
          </a:prstGeom>
        </p:spPr>
      </p:pic>
      <p:pic>
        <p:nvPicPr>
          <p:cNvPr id="221" name="圖片 220">
            <a:extLst>
              <a:ext uri="{FF2B5EF4-FFF2-40B4-BE49-F238E27FC236}">
                <a16:creationId xmlns:a16="http://schemas.microsoft.com/office/drawing/2014/main" id="{60755017-FE49-4365-8AB5-216826BF9D3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952" t="70186" r="4524" b="8575"/>
          <a:stretch/>
        </p:blipFill>
        <p:spPr>
          <a:xfrm>
            <a:off x="5786438" y="3295650"/>
            <a:ext cx="235743" cy="91043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40CBE099-0581-42C9-BBDF-1D0C3CB38F76}"/>
                  </a:ext>
                </a:extLst>
              </p:cNvPr>
              <p:cNvSpPr txBox="1"/>
              <p:nvPr/>
            </p:nvSpPr>
            <p:spPr>
              <a:xfrm>
                <a:off x="5249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22" name="文字方塊 221">
                <a:extLst>
                  <a:ext uri="{FF2B5EF4-FFF2-40B4-BE49-F238E27FC236}">
                    <a16:creationId xmlns:a16="http://schemas.microsoft.com/office/drawing/2014/main" id="{40CBE099-0581-42C9-BBDF-1D0C3CB38F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9087" y="3874967"/>
                <a:ext cx="268993" cy="272254"/>
              </a:xfrm>
              <a:prstGeom prst="rect">
                <a:avLst/>
              </a:prstGeom>
              <a:blipFill>
                <a:blip r:embed="rId27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3" name="群組 222">
            <a:extLst>
              <a:ext uri="{FF2B5EF4-FFF2-40B4-BE49-F238E27FC236}">
                <a16:creationId xmlns:a16="http://schemas.microsoft.com/office/drawing/2014/main" id="{D27D5881-90CB-4769-9D33-40C672FF781A}"/>
              </a:ext>
            </a:extLst>
          </p:cNvPr>
          <p:cNvGrpSpPr/>
          <p:nvPr/>
        </p:nvGrpSpPr>
        <p:grpSpPr>
          <a:xfrm>
            <a:off x="5295840" y="3686758"/>
            <a:ext cx="50518" cy="48461"/>
            <a:chOff x="1373392" y="2391862"/>
            <a:chExt cx="479433" cy="476535"/>
          </a:xfrm>
        </p:grpSpPr>
        <p:sp>
          <p:nvSpPr>
            <p:cNvPr id="224" name="箭號: 向右 223">
              <a:extLst>
                <a:ext uri="{FF2B5EF4-FFF2-40B4-BE49-F238E27FC236}">
                  <a16:creationId xmlns:a16="http://schemas.microsoft.com/office/drawing/2014/main" id="{D4F7B692-BE59-4B57-BF6A-BED92D6A0349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225" name="箭號: 向右 224">
              <a:extLst>
                <a:ext uri="{FF2B5EF4-FFF2-40B4-BE49-F238E27FC236}">
                  <a16:creationId xmlns:a16="http://schemas.microsoft.com/office/drawing/2014/main" id="{F6CABF9B-ECDF-446E-9502-920CBEAA7B49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FA9C766A-6A35-4A7A-AEBC-DC34B76C4F6E}"/>
                  </a:ext>
                </a:extLst>
              </p:cNvPr>
              <p:cNvSpPr txBox="1"/>
              <p:nvPr/>
            </p:nvSpPr>
            <p:spPr>
              <a:xfrm>
                <a:off x="5171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FA9C766A-6A35-4A7A-AEBC-DC34B76C4F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71610" y="3443243"/>
                <a:ext cx="182571" cy="276614"/>
              </a:xfrm>
              <a:prstGeom prst="rect">
                <a:avLst/>
              </a:prstGeom>
              <a:blipFill>
                <a:blip r:embed="rId28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3DA68406-1269-4BF3-BB7F-66D81C2E7E39}"/>
                  </a:ext>
                </a:extLst>
              </p:cNvPr>
              <p:cNvSpPr txBox="1"/>
              <p:nvPr/>
            </p:nvSpPr>
            <p:spPr>
              <a:xfrm>
                <a:off x="5302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27" name="文字方塊 226">
                <a:extLst>
                  <a:ext uri="{FF2B5EF4-FFF2-40B4-BE49-F238E27FC236}">
                    <a16:creationId xmlns:a16="http://schemas.microsoft.com/office/drawing/2014/main" id="{3DA68406-1269-4BF3-BB7F-66D81C2E7E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2438" y="3600976"/>
                <a:ext cx="149279" cy="262829"/>
              </a:xfrm>
              <a:prstGeom prst="rect">
                <a:avLst/>
              </a:prstGeom>
              <a:blipFill>
                <a:blip r:embed="rId29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79708219-CBA6-47C2-BCA4-BA248459EE89}"/>
                  </a:ext>
                </a:extLst>
              </p:cNvPr>
              <p:cNvSpPr txBox="1"/>
              <p:nvPr/>
            </p:nvSpPr>
            <p:spPr>
              <a:xfrm>
                <a:off x="5697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28" name="文字方塊 227">
                <a:extLst>
                  <a:ext uri="{FF2B5EF4-FFF2-40B4-BE49-F238E27FC236}">
                    <a16:creationId xmlns:a16="http://schemas.microsoft.com/office/drawing/2014/main" id="{79708219-CBA6-47C2-BCA4-BA248459EE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97466" y="3967915"/>
                <a:ext cx="204146" cy="245324"/>
              </a:xfrm>
              <a:prstGeom prst="rect">
                <a:avLst/>
              </a:prstGeom>
              <a:blipFill>
                <a:blip r:embed="rId30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B560B9C9-68B3-40FB-816E-884BF8FD8BC9}"/>
                  </a:ext>
                </a:extLst>
              </p:cNvPr>
              <p:cNvSpPr txBox="1"/>
              <p:nvPr/>
            </p:nvSpPr>
            <p:spPr>
              <a:xfrm>
                <a:off x="4818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29" name="文字方塊 228">
                <a:extLst>
                  <a:ext uri="{FF2B5EF4-FFF2-40B4-BE49-F238E27FC236}">
                    <a16:creationId xmlns:a16="http://schemas.microsoft.com/office/drawing/2014/main" id="{B560B9C9-68B3-40FB-816E-884BF8FD8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8646" y="4124924"/>
                <a:ext cx="1082966" cy="262829"/>
              </a:xfrm>
              <a:prstGeom prst="rect">
                <a:avLst/>
              </a:prstGeom>
              <a:blipFill>
                <a:blip r:embed="rId4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文字方塊 229">
                <a:extLst>
                  <a:ext uri="{FF2B5EF4-FFF2-40B4-BE49-F238E27FC236}">
                    <a16:creationId xmlns:a16="http://schemas.microsoft.com/office/drawing/2014/main" id="{A5559447-F6F6-4963-8B53-7B491852E6CA}"/>
                  </a:ext>
                </a:extLst>
              </p:cNvPr>
              <p:cNvSpPr txBox="1"/>
              <p:nvPr/>
            </p:nvSpPr>
            <p:spPr>
              <a:xfrm>
                <a:off x="3677007" y="619415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30" name="文字方塊 229">
                <a:extLst>
                  <a:ext uri="{FF2B5EF4-FFF2-40B4-BE49-F238E27FC236}">
                    <a16:creationId xmlns:a16="http://schemas.microsoft.com/office/drawing/2014/main" id="{A5559447-F6F6-4963-8B53-7B491852E6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7007" y="6194152"/>
                <a:ext cx="1100937" cy="262829"/>
              </a:xfrm>
              <a:prstGeom prst="rect">
                <a:avLst/>
              </a:prstGeom>
              <a:blipFill>
                <a:blip r:embed="rId58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52038DC4-3E12-43BF-9B57-3CE299D1A7A4}"/>
                  </a:ext>
                </a:extLst>
              </p:cNvPr>
              <p:cNvSpPr txBox="1"/>
              <p:nvPr/>
            </p:nvSpPr>
            <p:spPr>
              <a:xfrm>
                <a:off x="4811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52038DC4-3E12-43BF-9B57-3CE299D1A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036" y="7138435"/>
                <a:ext cx="1021987" cy="262829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E46B4557-C05C-474E-AD20-ECCFDF598C3E}"/>
                  </a:ext>
                </a:extLst>
              </p:cNvPr>
              <p:cNvSpPr txBox="1"/>
              <p:nvPr/>
            </p:nvSpPr>
            <p:spPr>
              <a:xfrm>
                <a:off x="5024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E46B4557-C05C-474E-AD20-ECCFDF598C3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4541" y="5832943"/>
                <a:ext cx="562814" cy="262829"/>
              </a:xfrm>
              <a:prstGeom prst="rect">
                <a:avLst/>
              </a:prstGeom>
              <a:blipFill>
                <a:blip r:embed="rId59"/>
                <a:stretch>
                  <a:fillRect t="-93023" r="-51613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F3E2AF68-C55A-4122-89CA-3FBE9CEB0102}"/>
                  </a:ext>
                </a:extLst>
              </p:cNvPr>
              <p:cNvSpPr txBox="1"/>
              <p:nvPr/>
            </p:nvSpPr>
            <p:spPr>
              <a:xfrm>
                <a:off x="5036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F3E2AF68-C55A-4122-89CA-3FBE9CEB01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36169" y="4452471"/>
                <a:ext cx="562814" cy="262829"/>
              </a:xfrm>
              <a:prstGeom prst="rect">
                <a:avLst/>
              </a:prstGeom>
              <a:blipFill>
                <a:blip r:embed="rId51"/>
                <a:stretch>
                  <a:fillRect t="-90909" r="-4130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4" name="Oval 14">
            <a:extLst>
              <a:ext uri="{FF2B5EF4-FFF2-40B4-BE49-F238E27FC236}">
                <a16:creationId xmlns:a16="http://schemas.microsoft.com/office/drawing/2014/main" id="{518AD6FC-9851-408C-BA24-A38161F781EC}"/>
              </a:ext>
            </a:extLst>
          </p:cNvPr>
          <p:cNvSpPr/>
          <p:nvPr/>
        </p:nvSpPr>
        <p:spPr>
          <a:xfrm>
            <a:off x="5264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35" name="Oval 4">
            <a:extLst>
              <a:ext uri="{FF2B5EF4-FFF2-40B4-BE49-F238E27FC236}">
                <a16:creationId xmlns:a16="http://schemas.microsoft.com/office/drawing/2014/main" id="{F6AFD1E6-4C0F-46B9-BFD7-E2BAC0FF1545}"/>
              </a:ext>
            </a:extLst>
          </p:cNvPr>
          <p:cNvSpPr/>
          <p:nvPr/>
        </p:nvSpPr>
        <p:spPr>
          <a:xfrm>
            <a:off x="4822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36" name="Oval 15">
            <a:extLst>
              <a:ext uri="{FF2B5EF4-FFF2-40B4-BE49-F238E27FC236}">
                <a16:creationId xmlns:a16="http://schemas.microsoft.com/office/drawing/2014/main" id="{8C460604-F795-4C51-B144-C2D13FB3B4B5}"/>
              </a:ext>
            </a:extLst>
          </p:cNvPr>
          <p:cNvSpPr/>
          <p:nvPr/>
        </p:nvSpPr>
        <p:spPr>
          <a:xfrm>
            <a:off x="5264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37" name="SHO">
            <a:extLst>
              <a:ext uri="{FF2B5EF4-FFF2-40B4-BE49-F238E27FC236}">
                <a16:creationId xmlns:a16="http://schemas.microsoft.com/office/drawing/2014/main" id="{D9622DF4-4FFB-47D6-AB37-1C6400F0C0C4}"/>
              </a:ext>
            </a:extLst>
          </p:cNvPr>
          <p:cNvSpPr/>
          <p:nvPr/>
        </p:nvSpPr>
        <p:spPr>
          <a:xfrm rot="16200000">
            <a:off x="5105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38" name="SVO">
            <a:extLst>
              <a:ext uri="{FF2B5EF4-FFF2-40B4-BE49-F238E27FC236}">
                <a16:creationId xmlns:a16="http://schemas.microsoft.com/office/drawing/2014/main" id="{76F18E71-0D4B-4478-BD46-91AD0F9F0066}"/>
              </a:ext>
            </a:extLst>
          </p:cNvPr>
          <p:cNvSpPr/>
          <p:nvPr/>
        </p:nvSpPr>
        <p:spPr>
          <a:xfrm>
            <a:off x="5070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39" name="Oval 6">
            <a:extLst>
              <a:ext uri="{FF2B5EF4-FFF2-40B4-BE49-F238E27FC236}">
                <a16:creationId xmlns:a16="http://schemas.microsoft.com/office/drawing/2014/main" id="{1B7247CD-FE42-493F-A73B-0C0AD8848EDD}"/>
              </a:ext>
            </a:extLst>
          </p:cNvPr>
          <p:cNvSpPr/>
          <p:nvPr/>
        </p:nvSpPr>
        <p:spPr>
          <a:xfrm rot="16200000">
            <a:off x="5105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0" name="TextBox 11">
                <a:extLst>
                  <a:ext uri="{FF2B5EF4-FFF2-40B4-BE49-F238E27FC236}">
                    <a16:creationId xmlns:a16="http://schemas.microsoft.com/office/drawing/2014/main" id="{BC6F65F1-4572-4438-9339-A39DDC7C954B}"/>
                  </a:ext>
                </a:extLst>
              </p:cNvPr>
              <p:cNvSpPr txBox="1"/>
              <p:nvPr/>
            </p:nvSpPr>
            <p:spPr>
              <a:xfrm>
                <a:off x="4940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40" name="TextBox 11">
                <a:extLst>
                  <a:ext uri="{FF2B5EF4-FFF2-40B4-BE49-F238E27FC236}">
                    <a16:creationId xmlns:a16="http://schemas.microsoft.com/office/drawing/2014/main" id="{BC6F65F1-4572-4438-9339-A39DDC7C95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40280" y="5144009"/>
                <a:ext cx="122489" cy="262829"/>
              </a:xfrm>
              <a:prstGeom prst="rect">
                <a:avLst/>
              </a:prstGeom>
              <a:blipFill>
                <a:blip r:embed="rId36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1" name="Oval 22">
            <a:extLst>
              <a:ext uri="{FF2B5EF4-FFF2-40B4-BE49-F238E27FC236}">
                <a16:creationId xmlns:a16="http://schemas.microsoft.com/office/drawing/2014/main" id="{55B7513F-4497-42B9-9B6F-FD831E90A4A0}"/>
              </a:ext>
            </a:extLst>
          </p:cNvPr>
          <p:cNvSpPr/>
          <p:nvPr/>
        </p:nvSpPr>
        <p:spPr>
          <a:xfrm>
            <a:off x="5263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2" name="TextBox 12">
                <a:extLst>
                  <a:ext uri="{FF2B5EF4-FFF2-40B4-BE49-F238E27FC236}">
                    <a16:creationId xmlns:a16="http://schemas.microsoft.com/office/drawing/2014/main" id="{5842B36B-CB79-450D-B982-7EA0FF0A0BC6}"/>
                  </a:ext>
                </a:extLst>
              </p:cNvPr>
              <p:cNvSpPr txBox="1"/>
              <p:nvPr/>
            </p:nvSpPr>
            <p:spPr>
              <a:xfrm>
                <a:off x="5393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42" name="TextBox 12">
                <a:extLst>
                  <a:ext uri="{FF2B5EF4-FFF2-40B4-BE49-F238E27FC236}">
                    <a16:creationId xmlns:a16="http://schemas.microsoft.com/office/drawing/2014/main" id="{5842B36B-CB79-450D-B982-7EA0FF0A0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3689" y="5210053"/>
                <a:ext cx="122489" cy="262829"/>
              </a:xfrm>
              <a:prstGeom prst="rect">
                <a:avLst/>
              </a:prstGeom>
              <a:blipFill>
                <a:blip r:embed="rId37"/>
                <a:stretch>
                  <a:fillRect r="-5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3" name="TextBox 13">
                <a:extLst>
                  <a:ext uri="{FF2B5EF4-FFF2-40B4-BE49-F238E27FC236}">
                    <a16:creationId xmlns:a16="http://schemas.microsoft.com/office/drawing/2014/main" id="{0DB61965-23F5-4193-A522-63627D6D85DF}"/>
                  </a:ext>
                </a:extLst>
              </p:cNvPr>
              <p:cNvSpPr txBox="1"/>
              <p:nvPr/>
            </p:nvSpPr>
            <p:spPr>
              <a:xfrm>
                <a:off x="5224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43" name="TextBox 13">
                <a:extLst>
                  <a:ext uri="{FF2B5EF4-FFF2-40B4-BE49-F238E27FC236}">
                    <a16:creationId xmlns:a16="http://schemas.microsoft.com/office/drawing/2014/main" id="{0DB61965-23F5-4193-A522-63627D6D85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4680" y="4774078"/>
                <a:ext cx="177900" cy="262829"/>
              </a:xfrm>
              <a:prstGeom prst="rect">
                <a:avLst/>
              </a:prstGeom>
              <a:blipFill>
                <a:blip r:embed="rId38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4" name="DVO">
            <a:extLst>
              <a:ext uri="{FF2B5EF4-FFF2-40B4-BE49-F238E27FC236}">
                <a16:creationId xmlns:a16="http://schemas.microsoft.com/office/drawing/2014/main" id="{0E9452AB-CDDF-46B4-8C50-5F15BF8C473D}"/>
              </a:ext>
            </a:extLst>
          </p:cNvPr>
          <p:cNvSpPr/>
          <p:nvPr/>
        </p:nvSpPr>
        <p:spPr>
          <a:xfrm flipH="1">
            <a:off x="5070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45" name="Oval 23">
            <a:extLst>
              <a:ext uri="{FF2B5EF4-FFF2-40B4-BE49-F238E27FC236}">
                <a16:creationId xmlns:a16="http://schemas.microsoft.com/office/drawing/2014/main" id="{E12DDC34-92C0-4E1E-B725-2B9569843FCE}"/>
              </a:ext>
            </a:extLst>
          </p:cNvPr>
          <p:cNvSpPr/>
          <p:nvPr/>
        </p:nvSpPr>
        <p:spPr>
          <a:xfrm>
            <a:off x="5764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46" name="Straight Arrow Connector 7">
            <a:extLst>
              <a:ext uri="{FF2B5EF4-FFF2-40B4-BE49-F238E27FC236}">
                <a16:creationId xmlns:a16="http://schemas.microsoft.com/office/drawing/2014/main" id="{3A58FD27-9608-4B3B-B736-4293678F28EA}"/>
              </a:ext>
            </a:extLst>
          </p:cNvPr>
          <p:cNvCxnSpPr>
            <a:cxnSpLocks/>
          </p:cNvCxnSpPr>
          <p:nvPr/>
        </p:nvCxnSpPr>
        <p:spPr>
          <a:xfrm flipV="1">
            <a:off x="5318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Straight Arrow Connector 19">
            <a:extLst>
              <a:ext uri="{FF2B5EF4-FFF2-40B4-BE49-F238E27FC236}">
                <a16:creationId xmlns:a16="http://schemas.microsoft.com/office/drawing/2014/main" id="{2D6E14D1-0355-492D-8E90-7CB1B90222D5}"/>
              </a:ext>
            </a:extLst>
          </p:cNvPr>
          <p:cNvCxnSpPr>
            <a:cxnSpLocks/>
          </p:cNvCxnSpPr>
          <p:nvPr/>
        </p:nvCxnSpPr>
        <p:spPr>
          <a:xfrm>
            <a:off x="5320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18">
            <a:extLst>
              <a:ext uri="{FF2B5EF4-FFF2-40B4-BE49-F238E27FC236}">
                <a16:creationId xmlns:a16="http://schemas.microsoft.com/office/drawing/2014/main" id="{97F92EFF-4835-4A92-B567-BF2206027B8F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201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9" name="Oval 20">
            <a:extLst>
              <a:ext uri="{FF2B5EF4-FFF2-40B4-BE49-F238E27FC236}">
                <a16:creationId xmlns:a16="http://schemas.microsoft.com/office/drawing/2014/main" id="{9DFC35B5-43D8-4705-8444-D6F1BE309120}"/>
              </a:ext>
            </a:extLst>
          </p:cNvPr>
          <p:cNvSpPr/>
          <p:nvPr/>
        </p:nvSpPr>
        <p:spPr>
          <a:xfrm>
            <a:off x="4764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50" name="Oval 22">
            <a:extLst>
              <a:ext uri="{FF2B5EF4-FFF2-40B4-BE49-F238E27FC236}">
                <a16:creationId xmlns:a16="http://schemas.microsoft.com/office/drawing/2014/main" id="{BFBE4B96-6117-43CA-B2FB-2B1124F41B98}"/>
              </a:ext>
            </a:extLst>
          </p:cNvPr>
          <p:cNvSpPr/>
          <p:nvPr/>
        </p:nvSpPr>
        <p:spPr>
          <a:xfrm>
            <a:off x="5264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51" name="Partial Circle 9">
            <a:extLst>
              <a:ext uri="{FF2B5EF4-FFF2-40B4-BE49-F238E27FC236}">
                <a16:creationId xmlns:a16="http://schemas.microsoft.com/office/drawing/2014/main" id="{ED94D65C-5281-467D-B795-06A5CDF0E5D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274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2" name="TextBox 10">
                <a:extLst>
                  <a:ext uri="{FF2B5EF4-FFF2-40B4-BE49-F238E27FC236}">
                    <a16:creationId xmlns:a16="http://schemas.microsoft.com/office/drawing/2014/main" id="{1CC1B8A1-E668-49DF-A062-28216EFBC1B7}"/>
                  </a:ext>
                </a:extLst>
              </p:cNvPr>
              <p:cNvSpPr txBox="1"/>
              <p:nvPr/>
            </p:nvSpPr>
            <p:spPr>
              <a:xfrm>
                <a:off x="5022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52" name="TextBox 10">
                <a:extLst>
                  <a:ext uri="{FF2B5EF4-FFF2-40B4-BE49-F238E27FC236}">
                    <a16:creationId xmlns:a16="http://schemas.microsoft.com/office/drawing/2014/main" id="{1CC1B8A1-E668-49DF-A062-28216EFBC1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2907" y="5223536"/>
                <a:ext cx="218239" cy="262829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3" name="Straight Arrow Connector 17">
            <a:extLst>
              <a:ext uri="{FF2B5EF4-FFF2-40B4-BE49-F238E27FC236}">
                <a16:creationId xmlns:a16="http://schemas.microsoft.com/office/drawing/2014/main" id="{E0CD3557-B390-46C3-91F4-F387F043D4E6}"/>
              </a:ext>
            </a:extLst>
          </p:cNvPr>
          <p:cNvCxnSpPr>
            <a:cxnSpLocks/>
          </p:cNvCxnSpPr>
          <p:nvPr/>
        </p:nvCxnSpPr>
        <p:spPr>
          <a:xfrm flipH="1">
            <a:off x="5166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4" name="Partial Circle 9">
            <a:extLst>
              <a:ext uri="{FF2B5EF4-FFF2-40B4-BE49-F238E27FC236}">
                <a16:creationId xmlns:a16="http://schemas.microsoft.com/office/drawing/2014/main" id="{68C75722-70A8-4343-A089-93576594B1FD}"/>
              </a:ext>
            </a:extLst>
          </p:cNvPr>
          <p:cNvSpPr>
            <a:spLocks noChangeAspect="1"/>
          </p:cNvSpPr>
          <p:nvPr/>
        </p:nvSpPr>
        <p:spPr>
          <a:xfrm>
            <a:off x="5266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5" name="TextBox 10">
                <a:extLst>
                  <a:ext uri="{FF2B5EF4-FFF2-40B4-BE49-F238E27FC236}">
                    <a16:creationId xmlns:a16="http://schemas.microsoft.com/office/drawing/2014/main" id="{03F5A400-7302-4001-A39B-31BEDFB0D0EA}"/>
                  </a:ext>
                </a:extLst>
              </p:cNvPr>
              <p:cNvSpPr txBox="1"/>
              <p:nvPr/>
            </p:nvSpPr>
            <p:spPr>
              <a:xfrm>
                <a:off x="5293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55" name="TextBox 10">
                <a:extLst>
                  <a:ext uri="{FF2B5EF4-FFF2-40B4-BE49-F238E27FC236}">
                    <a16:creationId xmlns:a16="http://schemas.microsoft.com/office/drawing/2014/main" id="{03F5A400-7302-4001-A39B-31BEDFB0D0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93648" y="5001709"/>
                <a:ext cx="205647" cy="262829"/>
              </a:xfrm>
              <a:prstGeom prst="rect">
                <a:avLst/>
              </a:prstGeom>
              <a:blipFill>
                <a:blip r:embed="rId40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6" name="Straight Arrow Connector 17">
            <a:extLst>
              <a:ext uri="{FF2B5EF4-FFF2-40B4-BE49-F238E27FC236}">
                <a16:creationId xmlns:a16="http://schemas.microsoft.com/office/drawing/2014/main" id="{21D355DF-8F72-4D8C-B117-8BB2B4D5F859}"/>
              </a:ext>
            </a:extLst>
          </p:cNvPr>
          <p:cNvCxnSpPr>
            <a:cxnSpLocks/>
          </p:cNvCxnSpPr>
          <p:nvPr/>
        </p:nvCxnSpPr>
        <p:spPr>
          <a:xfrm flipV="1">
            <a:off x="5314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7" name="Oval 22">
            <a:extLst>
              <a:ext uri="{FF2B5EF4-FFF2-40B4-BE49-F238E27FC236}">
                <a16:creationId xmlns:a16="http://schemas.microsoft.com/office/drawing/2014/main" id="{A2DEAABB-85FE-4968-911C-E77C9965EE5C}"/>
              </a:ext>
            </a:extLst>
          </p:cNvPr>
          <p:cNvSpPr/>
          <p:nvPr/>
        </p:nvSpPr>
        <p:spPr>
          <a:xfrm>
            <a:off x="5501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58" name="Oval 22">
            <a:extLst>
              <a:ext uri="{FF2B5EF4-FFF2-40B4-BE49-F238E27FC236}">
                <a16:creationId xmlns:a16="http://schemas.microsoft.com/office/drawing/2014/main" id="{84DBD1B7-7C85-4429-886F-B428BC1A8CFF}"/>
              </a:ext>
            </a:extLst>
          </p:cNvPr>
          <p:cNvSpPr/>
          <p:nvPr/>
        </p:nvSpPr>
        <p:spPr>
          <a:xfrm>
            <a:off x="5026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9" name="文字方塊 258">
                <a:extLst>
                  <a:ext uri="{FF2B5EF4-FFF2-40B4-BE49-F238E27FC236}">
                    <a16:creationId xmlns:a16="http://schemas.microsoft.com/office/drawing/2014/main" id="{8EA0CD9E-AE8E-4E85-85D8-56356F80D921}"/>
                  </a:ext>
                </a:extLst>
              </p:cNvPr>
              <p:cNvSpPr txBox="1"/>
              <p:nvPr/>
            </p:nvSpPr>
            <p:spPr>
              <a:xfrm>
                <a:off x="3740397" y="5042579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59" name="文字方塊 258">
                <a:extLst>
                  <a:ext uri="{FF2B5EF4-FFF2-40B4-BE49-F238E27FC236}">
                    <a16:creationId xmlns:a16="http://schemas.microsoft.com/office/drawing/2014/main" id="{8EA0CD9E-AE8E-4E85-85D8-56356F80D9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397" y="5042579"/>
                <a:ext cx="974158" cy="262829"/>
              </a:xfrm>
              <a:prstGeom prst="rect">
                <a:avLst/>
              </a:prstGeom>
              <a:blipFill>
                <a:blip r:embed="rId60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0" name="文字方塊 259">
                <a:extLst>
                  <a:ext uri="{FF2B5EF4-FFF2-40B4-BE49-F238E27FC236}">
                    <a16:creationId xmlns:a16="http://schemas.microsoft.com/office/drawing/2014/main" id="{26FCC693-B16E-4ECE-9966-319D2FFD168D}"/>
                  </a:ext>
                </a:extLst>
              </p:cNvPr>
              <p:cNvSpPr txBox="1"/>
              <p:nvPr/>
            </p:nvSpPr>
            <p:spPr>
              <a:xfrm>
                <a:off x="5824507" y="501495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60" name="文字方塊 259">
                <a:extLst>
                  <a:ext uri="{FF2B5EF4-FFF2-40B4-BE49-F238E27FC236}">
                    <a16:creationId xmlns:a16="http://schemas.microsoft.com/office/drawing/2014/main" id="{26FCC693-B16E-4ECE-9966-319D2FFD16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507" y="5014957"/>
                <a:ext cx="1100937" cy="262829"/>
              </a:xfrm>
              <a:prstGeom prst="rect">
                <a:avLst/>
              </a:prstGeom>
              <a:blipFill>
                <a:blip r:embed="rId6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1" name="文字方塊 260">
                <a:extLst>
                  <a:ext uri="{FF2B5EF4-FFF2-40B4-BE49-F238E27FC236}">
                    <a16:creationId xmlns:a16="http://schemas.microsoft.com/office/drawing/2014/main" id="{F76AD7C2-324A-4D88-87C8-152A2A681B32}"/>
                  </a:ext>
                </a:extLst>
              </p:cNvPr>
              <p:cNvSpPr txBox="1"/>
              <p:nvPr/>
            </p:nvSpPr>
            <p:spPr>
              <a:xfrm>
                <a:off x="5824507" y="618593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61" name="文字方塊 260">
                <a:extLst>
                  <a:ext uri="{FF2B5EF4-FFF2-40B4-BE49-F238E27FC236}">
                    <a16:creationId xmlns:a16="http://schemas.microsoft.com/office/drawing/2014/main" id="{F76AD7C2-324A-4D88-87C8-152A2A681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4507" y="6185935"/>
                <a:ext cx="1100937" cy="262829"/>
              </a:xfrm>
              <a:prstGeom prst="rect">
                <a:avLst/>
              </a:prstGeom>
              <a:blipFill>
                <a:blip r:embed="rId6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63" name="圖片 262">
            <a:extLst>
              <a:ext uri="{FF2B5EF4-FFF2-40B4-BE49-F238E27FC236}">
                <a16:creationId xmlns:a16="http://schemas.microsoft.com/office/drawing/2014/main" id="{DC97EE3A-BDDD-4671-9A7C-FEA97B2327A9}"/>
              </a:ext>
            </a:extLst>
          </p:cNvPr>
          <p:cNvPicPr>
            <a:picLocks noChangeAspect="1"/>
          </p:cNvPicPr>
          <p:nvPr/>
        </p:nvPicPr>
        <p:blipFill>
          <a:blip r:embed="rId6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83239" y="3657599"/>
            <a:ext cx="1290686" cy="258137"/>
          </a:xfrm>
          <a:prstGeom prst="rect">
            <a:avLst/>
          </a:prstGeom>
        </p:spPr>
      </p:pic>
      <p:pic>
        <p:nvPicPr>
          <p:cNvPr id="264" name="圖片 263">
            <a:extLst>
              <a:ext uri="{FF2B5EF4-FFF2-40B4-BE49-F238E27FC236}">
                <a16:creationId xmlns:a16="http://schemas.microsoft.com/office/drawing/2014/main" id="{BF81F9FE-11EC-4228-8F7D-88B0A62353AD}"/>
              </a:ext>
            </a:extLst>
          </p:cNvPr>
          <p:cNvPicPr>
            <a:picLocks noChangeAspect="1"/>
          </p:cNvPicPr>
          <p:nvPr/>
        </p:nvPicPr>
        <p:blipFill rotWithShape="1">
          <a:blip r:embed="rId64"/>
          <a:srcRect l="10739" t="17985" r="9733" b="14782"/>
          <a:stretch/>
        </p:blipFill>
        <p:spPr>
          <a:xfrm>
            <a:off x="6103143" y="3649610"/>
            <a:ext cx="523876" cy="139258"/>
          </a:xfrm>
          <a:prstGeom prst="rect">
            <a:avLst/>
          </a:prstGeom>
        </p:spPr>
      </p:pic>
      <p:cxnSp>
        <p:nvCxnSpPr>
          <p:cNvPr id="265" name="直線接點 264">
            <a:extLst>
              <a:ext uri="{FF2B5EF4-FFF2-40B4-BE49-F238E27FC236}">
                <a16:creationId xmlns:a16="http://schemas.microsoft.com/office/drawing/2014/main" id="{8181EA33-BBAD-4363-A8F4-DB6A5A00A10E}"/>
              </a:ext>
            </a:extLst>
          </p:cNvPr>
          <p:cNvCxnSpPr>
            <a:cxnSpLocks/>
          </p:cNvCxnSpPr>
          <p:nvPr/>
        </p:nvCxnSpPr>
        <p:spPr>
          <a:xfrm>
            <a:off x="5613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6" name="直線接點 265">
            <a:extLst>
              <a:ext uri="{FF2B5EF4-FFF2-40B4-BE49-F238E27FC236}">
                <a16:creationId xmlns:a16="http://schemas.microsoft.com/office/drawing/2014/main" id="{0511639E-DE23-46FB-A10C-67F4A14C52B5}"/>
              </a:ext>
            </a:extLst>
          </p:cNvPr>
          <p:cNvCxnSpPr>
            <a:cxnSpLocks/>
          </p:cNvCxnSpPr>
          <p:nvPr/>
        </p:nvCxnSpPr>
        <p:spPr>
          <a:xfrm>
            <a:off x="4660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7" name="直線接點 266">
            <a:extLst>
              <a:ext uri="{FF2B5EF4-FFF2-40B4-BE49-F238E27FC236}">
                <a16:creationId xmlns:a16="http://schemas.microsoft.com/office/drawing/2014/main" id="{40E09517-32F0-4207-9B34-0FED960F4A0B}"/>
              </a:ext>
            </a:extLst>
          </p:cNvPr>
          <p:cNvCxnSpPr>
            <a:cxnSpLocks/>
          </p:cNvCxnSpPr>
          <p:nvPr/>
        </p:nvCxnSpPr>
        <p:spPr>
          <a:xfrm flipH="1">
            <a:off x="4641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68" name="直線接點 267">
            <a:extLst>
              <a:ext uri="{FF2B5EF4-FFF2-40B4-BE49-F238E27FC236}">
                <a16:creationId xmlns:a16="http://schemas.microsoft.com/office/drawing/2014/main" id="{33E5B0F3-B7BB-4575-BB1B-03770ED7F962}"/>
              </a:ext>
            </a:extLst>
          </p:cNvPr>
          <p:cNvCxnSpPr>
            <a:cxnSpLocks/>
          </p:cNvCxnSpPr>
          <p:nvPr/>
        </p:nvCxnSpPr>
        <p:spPr>
          <a:xfrm flipV="1">
            <a:off x="5864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69" name="圖片 268">
            <a:extLst>
              <a:ext uri="{FF2B5EF4-FFF2-40B4-BE49-F238E27FC236}">
                <a16:creationId xmlns:a16="http://schemas.microsoft.com/office/drawing/2014/main" id="{64F5EC26-A60A-4C67-85C1-6F73FA7FEB0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6180"/>
          <a:stretch/>
        </p:blipFill>
        <p:spPr>
          <a:xfrm>
            <a:off x="5962650" y="4199003"/>
            <a:ext cx="826210" cy="836002"/>
          </a:xfrm>
          <a:prstGeom prst="rect">
            <a:avLst/>
          </a:prstGeom>
        </p:spPr>
      </p:pic>
      <p:pic>
        <p:nvPicPr>
          <p:cNvPr id="270" name="圖片 269">
            <a:extLst>
              <a:ext uri="{FF2B5EF4-FFF2-40B4-BE49-F238E27FC236}">
                <a16:creationId xmlns:a16="http://schemas.microsoft.com/office/drawing/2014/main" id="{9620D3DA-14AF-4232-AD32-9FB9A9379CD3}"/>
              </a:ext>
            </a:extLst>
          </p:cNvPr>
          <p:cNvPicPr>
            <a:picLocks noChangeAspect="1"/>
          </p:cNvPicPr>
          <p:nvPr/>
        </p:nvPicPr>
        <p:blipFill rotWithShape="1">
          <a:blip r:embed="rId65"/>
          <a:srcRect r="51318"/>
          <a:stretch/>
        </p:blipFill>
        <p:spPr>
          <a:xfrm>
            <a:off x="3809681" y="4211637"/>
            <a:ext cx="838520" cy="841530"/>
          </a:xfrm>
          <a:prstGeom prst="rect">
            <a:avLst/>
          </a:prstGeom>
        </p:spPr>
      </p:pic>
      <p:pic>
        <p:nvPicPr>
          <p:cNvPr id="271" name="圖片 270">
            <a:extLst>
              <a:ext uri="{FF2B5EF4-FFF2-40B4-BE49-F238E27FC236}">
                <a16:creationId xmlns:a16="http://schemas.microsoft.com/office/drawing/2014/main" id="{A040488A-1A6E-45E1-B26F-C843571DFC06}"/>
              </a:ext>
            </a:extLst>
          </p:cNvPr>
          <p:cNvPicPr>
            <a:picLocks noChangeAspect="1"/>
          </p:cNvPicPr>
          <p:nvPr/>
        </p:nvPicPr>
        <p:blipFill rotWithShape="1">
          <a:blip r:embed="rId65"/>
          <a:srcRect l="51585"/>
          <a:stretch/>
        </p:blipFill>
        <p:spPr>
          <a:xfrm>
            <a:off x="5974556" y="5327650"/>
            <a:ext cx="833925" cy="841530"/>
          </a:xfrm>
          <a:prstGeom prst="rect">
            <a:avLst/>
          </a:prstGeom>
        </p:spPr>
      </p:pic>
      <p:pic>
        <p:nvPicPr>
          <p:cNvPr id="272" name="圖片 271">
            <a:extLst>
              <a:ext uri="{FF2B5EF4-FFF2-40B4-BE49-F238E27FC236}">
                <a16:creationId xmlns:a16="http://schemas.microsoft.com/office/drawing/2014/main" id="{58DE9EFB-7550-43BC-93C8-97C32BE5B18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0944" r="25164"/>
          <a:stretch/>
        </p:blipFill>
        <p:spPr>
          <a:xfrm>
            <a:off x="3814763" y="5341005"/>
            <a:ext cx="828675" cy="836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0326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: 圓角 78">
            <a:extLst>
              <a:ext uri="{FF2B5EF4-FFF2-40B4-BE49-F238E27FC236}">
                <a16:creationId xmlns:a16="http://schemas.microsoft.com/office/drawing/2014/main" id="{FEA35E69-EA94-40AD-AC4C-C798045B4D1C}"/>
              </a:ext>
            </a:extLst>
          </p:cNvPr>
          <p:cNvSpPr/>
          <p:nvPr/>
        </p:nvSpPr>
        <p:spPr>
          <a:xfrm>
            <a:off x="1752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86" name="圖片 85">
            <a:extLst>
              <a:ext uri="{FF2B5EF4-FFF2-40B4-BE49-F238E27FC236}">
                <a16:creationId xmlns:a16="http://schemas.microsoft.com/office/drawing/2014/main" id="{12E07CCC-7EF5-42C1-A542-F4E56005E82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819"/>
          <a:stretch/>
        </p:blipFill>
        <p:spPr>
          <a:xfrm>
            <a:off x="3880645" y="3295650"/>
            <a:ext cx="229393" cy="863585"/>
          </a:xfrm>
          <a:prstGeom prst="rect">
            <a:avLst/>
          </a:prstGeom>
        </p:spPr>
      </p:pic>
      <p:pic>
        <p:nvPicPr>
          <p:cNvPr id="78" name="圖片 77">
            <a:extLst>
              <a:ext uri="{FF2B5EF4-FFF2-40B4-BE49-F238E27FC236}">
                <a16:creationId xmlns:a16="http://schemas.microsoft.com/office/drawing/2014/main" id="{868775F3-0A80-49F8-9360-AEA9A95616D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6113"/>
          <a:stretch/>
        </p:blipFill>
        <p:spPr>
          <a:xfrm>
            <a:off x="2979193" y="3324472"/>
            <a:ext cx="817880" cy="814717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1A5BCBC6-47C2-4ECD-B7B7-31F7823C01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4087119" y="3614373"/>
            <a:ext cx="1234633" cy="297228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1902277" y="2986685"/>
            <a:ext cx="3332852" cy="315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valley-mixed excitons transition rate</a:t>
            </a:r>
            <a:endParaRPr lang="zh-TW" alt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39084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blipFill>
                <a:blip r:embed="rId8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blipFill>
                <a:blip r:embed="rId11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5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6"/>
                <a:stretch>
                  <a:fillRect t="-90909" r="-5217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9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21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6F07C47-8695-4AC3-BEA9-11257D92023E}"/>
              </a:ext>
            </a:extLst>
          </p:cNvPr>
          <p:cNvSpPr/>
          <p:nvPr/>
        </p:nvSpPr>
        <p:spPr>
          <a:xfrm>
            <a:off x="4285074" y="3817370"/>
            <a:ext cx="84519" cy="92869"/>
          </a:xfrm>
          <a:prstGeom prst="rect">
            <a:avLst/>
          </a:prstGeom>
          <a:solidFill>
            <a:srgbClr val="EFEFEF"/>
          </a:solidFill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pic>
        <p:nvPicPr>
          <p:cNvPr id="82" name="圖片 81">
            <a:extLst>
              <a:ext uri="{FF2B5EF4-FFF2-40B4-BE49-F238E27FC236}">
                <a16:creationId xmlns:a16="http://schemas.microsoft.com/office/drawing/2014/main" id="{CAE6DB9F-C165-400C-9759-286F0B6DD13A}"/>
              </a:ext>
            </a:extLst>
          </p:cNvPr>
          <p:cNvPicPr>
            <a:picLocks noChangeAspect="1"/>
          </p:cNvPicPr>
          <p:nvPr/>
        </p:nvPicPr>
        <p:blipFill rotWithShape="1"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994" r="50136"/>
          <a:stretch/>
        </p:blipFill>
        <p:spPr>
          <a:xfrm>
            <a:off x="2962274" y="6295797"/>
            <a:ext cx="871539" cy="840201"/>
          </a:xfrm>
          <a:prstGeom prst="rect">
            <a:avLst/>
          </a:prstGeom>
        </p:spPr>
      </p:pic>
      <p:pic>
        <p:nvPicPr>
          <p:cNvPr id="87" name="圖片 86">
            <a:extLst>
              <a:ext uri="{FF2B5EF4-FFF2-40B4-BE49-F238E27FC236}">
                <a16:creationId xmlns:a16="http://schemas.microsoft.com/office/drawing/2014/main" id="{E1430B35-E12D-4FB7-BAE9-143A067165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18" r="50113"/>
          <a:stretch/>
        </p:blipFill>
        <p:spPr>
          <a:xfrm>
            <a:off x="2958638" y="6308619"/>
            <a:ext cx="875175" cy="820869"/>
          </a:xfrm>
          <a:prstGeom prst="rect">
            <a:avLst/>
          </a:prstGeom>
        </p:spPr>
      </p:pic>
      <p:pic>
        <p:nvPicPr>
          <p:cNvPr id="89" name="圖片 88">
            <a:extLst>
              <a:ext uri="{FF2B5EF4-FFF2-40B4-BE49-F238E27FC236}">
                <a16:creationId xmlns:a16="http://schemas.microsoft.com/office/drawing/2014/main" id="{CAD60AE1-8FFC-4BDF-9140-4A079C500D8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646"/>
          <a:stretch/>
        </p:blipFill>
        <p:spPr>
          <a:xfrm>
            <a:off x="4052888" y="4219921"/>
            <a:ext cx="840166" cy="820869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1ABD97A2-E351-4D32-9232-4FFF0CEED3C4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279"/>
          <a:stretch/>
        </p:blipFill>
        <p:spPr>
          <a:xfrm>
            <a:off x="4044920" y="5334291"/>
            <a:ext cx="850930" cy="83074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B6F6E9CB-747E-4A72-8249-449D0AC091DE}"/>
                  </a:ext>
                </a:extLst>
              </p:cNvPr>
              <p:cNvSpPr txBox="1"/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B6F6E9CB-747E-4A72-8249-449D0AC09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blipFill>
                <a:blip r:embed="rId24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78121F13-A86D-40E0-BC1D-2176EB8BE148}"/>
                  </a:ext>
                </a:extLst>
              </p:cNvPr>
              <p:cNvSpPr txBox="1"/>
              <p:nvPr/>
            </p:nvSpPr>
            <p:spPr>
              <a:xfrm>
                <a:off x="1772007" y="621002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78121F13-A86D-40E0-BC1D-2176EB8BE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6210027"/>
                <a:ext cx="1100937" cy="262829"/>
              </a:xfrm>
              <a:prstGeom prst="rect">
                <a:avLst/>
              </a:prstGeom>
              <a:blipFill>
                <a:blip r:embed="rId2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CC327E88-11B1-4421-B9ED-5B6AE5B7082E}"/>
                  </a:ext>
                </a:extLst>
              </p:cNvPr>
              <p:cNvSpPr txBox="1"/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CC327E88-11B1-4421-B9ED-5B6AE5B7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BBFFA98B-24A3-40CE-9BF3-BFFD53FC6D55}"/>
                  </a:ext>
                </a:extLst>
              </p:cNvPr>
              <p:cNvSpPr txBox="1"/>
              <p:nvPr/>
            </p:nvSpPr>
            <p:spPr>
              <a:xfrm>
                <a:off x="1835397" y="504734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BBFFA98B-24A3-40CE-9BF3-BFFD53FC6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047342"/>
                <a:ext cx="974158" cy="262829"/>
              </a:xfrm>
              <a:prstGeom prst="rect">
                <a:avLst/>
              </a:prstGeom>
              <a:blipFill>
                <a:blip r:embed="rId2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D925AA0-3704-4F48-BFF8-ECAB2C576A81}"/>
                  </a:ext>
                </a:extLst>
              </p:cNvPr>
              <p:cNvSpPr txBox="1"/>
              <p:nvPr/>
            </p:nvSpPr>
            <p:spPr>
              <a:xfrm>
                <a:off x="3919507" y="502130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D925AA0-3704-4F48-BFF8-ECAB2C576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5021307"/>
                <a:ext cx="1100937" cy="262829"/>
              </a:xfrm>
              <a:prstGeom prst="rect">
                <a:avLst/>
              </a:prstGeom>
              <a:blipFill>
                <a:blip r:embed="rId2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3CD4A37-9783-4112-AC8C-0CD93724E717}"/>
                  </a:ext>
                </a:extLst>
              </p:cNvPr>
              <p:cNvSpPr txBox="1"/>
              <p:nvPr/>
            </p:nvSpPr>
            <p:spPr>
              <a:xfrm>
                <a:off x="3919507" y="617958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3CD4A37-9783-4112-AC8C-0CD93724E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6179585"/>
                <a:ext cx="1100937" cy="262829"/>
              </a:xfrm>
              <a:prstGeom prst="rect">
                <a:avLst/>
              </a:prstGeom>
              <a:blipFill>
                <a:blip r:embed="rId29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647FFCAC-1839-4D5D-B01D-97C5B375418A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直線接點 99">
            <a:extLst>
              <a:ext uri="{FF2B5EF4-FFF2-40B4-BE49-F238E27FC236}">
                <a16:creationId xmlns:a16="http://schemas.microsoft.com/office/drawing/2014/main" id="{64D89424-A40B-474A-A1E5-62FD7AF417A1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DE1BCCDA-13DF-47CA-9839-24127ADDB757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4A917F7A-2C22-40C5-9AF8-EA3625BCFA52}"/>
              </a:ext>
            </a:extLst>
          </p:cNvPr>
          <p:cNvCxnSpPr>
            <a:cxnSpLocks/>
          </p:cNvCxnSpPr>
          <p:nvPr/>
        </p:nvCxnSpPr>
        <p:spPr>
          <a:xfrm flipV="1">
            <a:off x="3959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4" name="圖片 103">
            <a:extLst>
              <a:ext uri="{FF2B5EF4-FFF2-40B4-BE49-F238E27FC236}">
                <a16:creationId xmlns:a16="http://schemas.microsoft.com/office/drawing/2014/main" id="{3F93C3E6-0A5B-4E77-B28F-F955FB13B5C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692" r="24354"/>
          <a:stretch/>
        </p:blipFill>
        <p:spPr>
          <a:xfrm>
            <a:off x="1871663" y="5367684"/>
            <a:ext cx="895350" cy="820869"/>
          </a:xfrm>
          <a:prstGeom prst="rect">
            <a:avLst/>
          </a:prstGeom>
        </p:spPr>
      </p:pic>
      <p:pic>
        <p:nvPicPr>
          <p:cNvPr id="61" name="圖片 60">
            <a:extLst>
              <a:ext uri="{FF2B5EF4-FFF2-40B4-BE49-F238E27FC236}">
                <a16:creationId xmlns:a16="http://schemas.microsoft.com/office/drawing/2014/main" id="{B3919511-6DC6-4372-A962-C83EB1D944FF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896880" y="4191795"/>
            <a:ext cx="861796" cy="865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5080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矩形: 圓角 78">
            <a:extLst>
              <a:ext uri="{FF2B5EF4-FFF2-40B4-BE49-F238E27FC236}">
                <a16:creationId xmlns:a16="http://schemas.microsoft.com/office/drawing/2014/main" id="{FEA35E69-EA94-40AD-AC4C-C798045B4D1C}"/>
              </a:ext>
            </a:extLst>
          </p:cNvPr>
          <p:cNvSpPr/>
          <p:nvPr/>
        </p:nvSpPr>
        <p:spPr>
          <a:xfrm>
            <a:off x="1752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70" name="圖片 69">
            <a:extLst>
              <a:ext uri="{FF2B5EF4-FFF2-40B4-BE49-F238E27FC236}">
                <a16:creationId xmlns:a16="http://schemas.microsoft.com/office/drawing/2014/main" id="{8F46972A-CDE3-4B75-B3CD-4DADD805A3C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589"/>
          <a:stretch/>
        </p:blipFill>
        <p:spPr>
          <a:xfrm>
            <a:off x="2984042" y="3325961"/>
            <a:ext cx="845008" cy="832474"/>
          </a:xfrm>
          <a:prstGeom prst="rect">
            <a:avLst/>
          </a:prstGeom>
        </p:spPr>
      </p:pic>
      <p:pic>
        <p:nvPicPr>
          <p:cNvPr id="73" name="圖片 72">
            <a:extLst>
              <a:ext uri="{FF2B5EF4-FFF2-40B4-BE49-F238E27FC236}">
                <a16:creationId xmlns:a16="http://schemas.microsoft.com/office/drawing/2014/main" id="{01AEB864-1FC6-454C-B26C-A4F7DED5D1C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81" r="49553"/>
          <a:stretch/>
        </p:blipFill>
        <p:spPr>
          <a:xfrm>
            <a:off x="2959100" y="6302376"/>
            <a:ext cx="895350" cy="832474"/>
          </a:xfrm>
          <a:prstGeom prst="rect">
            <a:avLst/>
          </a:prstGeom>
        </p:spPr>
      </p:pic>
      <p:pic>
        <p:nvPicPr>
          <p:cNvPr id="74" name="圖片 73">
            <a:extLst>
              <a:ext uri="{FF2B5EF4-FFF2-40B4-BE49-F238E27FC236}">
                <a16:creationId xmlns:a16="http://schemas.microsoft.com/office/drawing/2014/main" id="{34A69BBF-CCF4-43AD-8820-6C0EF248CDB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896" r="24238"/>
          <a:stretch/>
        </p:blipFill>
        <p:spPr>
          <a:xfrm>
            <a:off x="1873249" y="4238626"/>
            <a:ext cx="895351" cy="832474"/>
          </a:xfrm>
          <a:prstGeom prst="rect">
            <a:avLst/>
          </a:prstGeom>
        </p:spPr>
      </p:pic>
      <p:pic>
        <p:nvPicPr>
          <p:cNvPr id="86" name="圖片 85">
            <a:extLst>
              <a:ext uri="{FF2B5EF4-FFF2-40B4-BE49-F238E27FC236}">
                <a16:creationId xmlns:a16="http://schemas.microsoft.com/office/drawing/2014/main" id="{12E07CCC-7EF5-42C1-A542-F4E56005E8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819"/>
          <a:stretch/>
        </p:blipFill>
        <p:spPr>
          <a:xfrm>
            <a:off x="3880645" y="3295650"/>
            <a:ext cx="229393" cy="863585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1A5BCBC6-47C2-4ECD-B7B7-31F7823C01D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4087119" y="3614373"/>
            <a:ext cx="1234633" cy="297228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1902277" y="2986685"/>
            <a:ext cx="3332852" cy="315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valley-mixed excitons transition rate</a:t>
            </a:r>
            <a:endParaRPr lang="zh-TW" alt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39084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blipFill>
                <a:blip r:embed="rId8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blipFill>
                <a:blip r:embed="rId11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2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3"/>
                <a:stretch>
                  <a:fillRect t="-90909" r="-40217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8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9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21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id="{16F07C47-8695-4AC3-BEA9-11257D92023E}"/>
              </a:ext>
            </a:extLst>
          </p:cNvPr>
          <p:cNvSpPr/>
          <p:nvPr/>
        </p:nvSpPr>
        <p:spPr>
          <a:xfrm>
            <a:off x="4285074" y="3817370"/>
            <a:ext cx="84519" cy="92869"/>
          </a:xfrm>
          <a:prstGeom prst="rect">
            <a:avLst/>
          </a:prstGeom>
          <a:solidFill>
            <a:srgbClr val="EFEFEF"/>
          </a:solidFill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B6F6E9CB-747E-4A72-8249-449D0AC091DE}"/>
                  </a:ext>
                </a:extLst>
              </p:cNvPr>
              <p:cNvSpPr txBox="1"/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93" name="文字方塊 92">
                <a:extLst>
                  <a:ext uri="{FF2B5EF4-FFF2-40B4-BE49-F238E27FC236}">
                    <a16:creationId xmlns:a16="http://schemas.microsoft.com/office/drawing/2014/main" id="{B6F6E9CB-747E-4A72-8249-449D0AC09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blipFill>
                <a:blip r:embed="rId22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78121F13-A86D-40E0-BC1D-2176EB8BE148}"/>
                  </a:ext>
                </a:extLst>
              </p:cNvPr>
              <p:cNvSpPr txBox="1"/>
              <p:nvPr/>
            </p:nvSpPr>
            <p:spPr>
              <a:xfrm>
                <a:off x="1772007" y="616557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94" name="文字方塊 93">
                <a:extLst>
                  <a:ext uri="{FF2B5EF4-FFF2-40B4-BE49-F238E27FC236}">
                    <a16:creationId xmlns:a16="http://schemas.microsoft.com/office/drawing/2014/main" id="{78121F13-A86D-40E0-BC1D-2176EB8BE1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6165577"/>
                <a:ext cx="1100937" cy="262829"/>
              </a:xfrm>
              <a:prstGeom prst="rect">
                <a:avLst/>
              </a:prstGeom>
              <a:blipFill>
                <a:blip r:embed="rId23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CC327E88-11B1-4421-B9ED-5B6AE5B7082E}"/>
                  </a:ext>
                </a:extLst>
              </p:cNvPr>
              <p:cNvSpPr txBox="1"/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95" name="文字方塊 94">
                <a:extLst>
                  <a:ext uri="{FF2B5EF4-FFF2-40B4-BE49-F238E27FC236}">
                    <a16:creationId xmlns:a16="http://schemas.microsoft.com/office/drawing/2014/main" id="{CC327E88-11B1-4421-B9ED-5B6AE5B708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BBFFA98B-24A3-40CE-9BF3-BFFD53FC6D55}"/>
                  </a:ext>
                </a:extLst>
              </p:cNvPr>
              <p:cNvSpPr txBox="1"/>
              <p:nvPr/>
            </p:nvSpPr>
            <p:spPr>
              <a:xfrm>
                <a:off x="1835397" y="502194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96" name="文字方塊 95">
                <a:extLst>
                  <a:ext uri="{FF2B5EF4-FFF2-40B4-BE49-F238E27FC236}">
                    <a16:creationId xmlns:a16="http://schemas.microsoft.com/office/drawing/2014/main" id="{BBFFA98B-24A3-40CE-9BF3-BFFD53FC6D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021942"/>
                <a:ext cx="974158" cy="262829"/>
              </a:xfrm>
              <a:prstGeom prst="rect">
                <a:avLst/>
              </a:prstGeom>
              <a:blipFill>
                <a:blip r:embed="rId2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D925AA0-3704-4F48-BFF8-ECAB2C576A81}"/>
                  </a:ext>
                </a:extLst>
              </p:cNvPr>
              <p:cNvSpPr txBox="1"/>
              <p:nvPr/>
            </p:nvSpPr>
            <p:spPr>
              <a:xfrm>
                <a:off x="3919507" y="502765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97" name="文字方塊 96">
                <a:extLst>
                  <a:ext uri="{FF2B5EF4-FFF2-40B4-BE49-F238E27FC236}">
                    <a16:creationId xmlns:a16="http://schemas.microsoft.com/office/drawing/2014/main" id="{4D925AA0-3704-4F48-BFF8-ECAB2C576A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5027657"/>
                <a:ext cx="1100937" cy="262829"/>
              </a:xfrm>
              <a:prstGeom prst="rect">
                <a:avLst/>
              </a:prstGeom>
              <a:blipFill>
                <a:blip r:embed="rId2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3CD4A37-9783-4112-AC8C-0CD93724E717}"/>
                  </a:ext>
                </a:extLst>
              </p:cNvPr>
              <p:cNvSpPr txBox="1"/>
              <p:nvPr/>
            </p:nvSpPr>
            <p:spPr>
              <a:xfrm>
                <a:off x="3919507" y="616688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98" name="文字方塊 97">
                <a:extLst>
                  <a:ext uri="{FF2B5EF4-FFF2-40B4-BE49-F238E27FC236}">
                    <a16:creationId xmlns:a16="http://schemas.microsoft.com/office/drawing/2014/main" id="{13CD4A37-9783-4112-AC8C-0CD93724E7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6166885"/>
                <a:ext cx="1100937" cy="262829"/>
              </a:xfrm>
              <a:prstGeom prst="rect">
                <a:avLst/>
              </a:prstGeom>
              <a:blipFill>
                <a:blip r:embed="rId2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67356852-E45D-4E35-83B9-BAB40F3EA8CA}"/>
              </a:ext>
            </a:extLst>
          </p:cNvPr>
          <p:cNvPicPr>
            <a:picLocks noChangeAspect="1"/>
          </p:cNvPicPr>
          <p:nvPr/>
        </p:nvPicPr>
        <p:blipFill rotWithShape="1">
          <a:blip r:embed="rId28"/>
          <a:srcRect l="10337" t="20546" r="9330" b="19264"/>
          <a:stretch/>
        </p:blipFill>
        <p:spPr>
          <a:xfrm>
            <a:off x="4195763" y="3650015"/>
            <a:ext cx="547687" cy="129029"/>
          </a:xfrm>
          <a:prstGeom prst="rect">
            <a:avLst/>
          </a:prstGeom>
        </p:spPr>
      </p:pic>
      <p:pic>
        <p:nvPicPr>
          <p:cNvPr id="69" name="圖片 68">
            <a:extLst>
              <a:ext uri="{FF2B5EF4-FFF2-40B4-BE49-F238E27FC236}">
                <a16:creationId xmlns:a16="http://schemas.microsoft.com/office/drawing/2014/main" id="{6E3BD2B6-1198-4305-BE2B-AB6A6B30A40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670"/>
          <a:stretch/>
        </p:blipFill>
        <p:spPr>
          <a:xfrm>
            <a:off x="4053298" y="5318471"/>
            <a:ext cx="842170" cy="832474"/>
          </a:xfrm>
          <a:prstGeom prst="rect">
            <a:avLst/>
          </a:prstGeom>
        </p:spPr>
      </p:pic>
      <p:pic>
        <p:nvPicPr>
          <p:cNvPr id="85" name="圖片 84">
            <a:extLst>
              <a:ext uri="{FF2B5EF4-FFF2-40B4-BE49-F238E27FC236}">
                <a16:creationId xmlns:a16="http://schemas.microsoft.com/office/drawing/2014/main" id="{5C51F979-9F08-46BF-B2B6-854BCBADC8D2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9572"/>
          <a:stretch/>
        </p:blipFill>
        <p:spPr>
          <a:xfrm>
            <a:off x="1886762" y="5318125"/>
            <a:ext cx="874610" cy="849127"/>
          </a:xfrm>
          <a:prstGeom prst="rect">
            <a:avLst/>
          </a:prstGeom>
        </p:spPr>
      </p:pic>
      <p:pic>
        <p:nvPicPr>
          <p:cNvPr id="90" name="圖片 89">
            <a:extLst>
              <a:ext uri="{FF2B5EF4-FFF2-40B4-BE49-F238E27FC236}">
                <a16:creationId xmlns:a16="http://schemas.microsoft.com/office/drawing/2014/main" id="{2CF76F14-BE5D-4368-B281-D733A6CDA437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112"/>
          <a:stretch/>
        </p:blipFill>
        <p:spPr>
          <a:xfrm>
            <a:off x="4032250" y="4206875"/>
            <a:ext cx="865248" cy="849127"/>
          </a:xfrm>
          <a:prstGeom prst="rect">
            <a:avLst/>
          </a:prstGeom>
        </p:spPr>
      </p:pic>
      <p:cxnSp>
        <p:nvCxnSpPr>
          <p:cNvPr id="99" name="直線接點 98">
            <a:extLst>
              <a:ext uri="{FF2B5EF4-FFF2-40B4-BE49-F238E27FC236}">
                <a16:creationId xmlns:a16="http://schemas.microsoft.com/office/drawing/2014/main" id="{2F017318-F943-4E12-840C-669153327E88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0" name="直線接點 99">
            <a:extLst>
              <a:ext uri="{FF2B5EF4-FFF2-40B4-BE49-F238E27FC236}">
                <a16:creationId xmlns:a16="http://schemas.microsoft.com/office/drawing/2014/main" id="{A1B718C2-74AD-4190-A9FC-476B4C520845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1" name="直線接點 100">
            <a:extLst>
              <a:ext uri="{FF2B5EF4-FFF2-40B4-BE49-F238E27FC236}">
                <a16:creationId xmlns:a16="http://schemas.microsoft.com/office/drawing/2014/main" id="{1E6A3FAF-C534-413D-8F43-B1F77970E767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2" name="直線接點 101">
            <a:extLst>
              <a:ext uri="{FF2B5EF4-FFF2-40B4-BE49-F238E27FC236}">
                <a16:creationId xmlns:a16="http://schemas.microsoft.com/office/drawing/2014/main" id="{D7BB983C-906F-4256-AA49-5AB1BDE6C15D}"/>
              </a:ext>
            </a:extLst>
          </p:cNvPr>
          <p:cNvCxnSpPr>
            <a:cxnSpLocks/>
          </p:cNvCxnSpPr>
          <p:nvPr/>
        </p:nvCxnSpPr>
        <p:spPr>
          <a:xfrm flipV="1">
            <a:off x="3959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1127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1752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67" name="圖片 66">
            <a:extLst>
              <a:ext uri="{FF2B5EF4-FFF2-40B4-BE49-F238E27FC236}">
                <a16:creationId xmlns:a16="http://schemas.microsoft.com/office/drawing/2014/main" id="{43861810-2A78-4ADA-AC69-9129095DF6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75054"/>
          <a:stretch/>
        </p:blipFill>
        <p:spPr>
          <a:xfrm>
            <a:off x="2981960" y="3276667"/>
            <a:ext cx="872490" cy="838559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5BE01554-98B7-4E17-8069-753C0F4DA9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83" r="50363"/>
          <a:stretch/>
        </p:blipFill>
        <p:spPr>
          <a:xfrm>
            <a:off x="2940050" y="6299267"/>
            <a:ext cx="876300" cy="838559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70664809-AA6E-4206-8618-63F0B33327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819"/>
          <a:stretch/>
        </p:blipFill>
        <p:spPr>
          <a:xfrm>
            <a:off x="3880645" y="3295650"/>
            <a:ext cx="229393" cy="863585"/>
          </a:xfrm>
          <a:prstGeom prst="rect">
            <a:avLst/>
          </a:prstGeom>
        </p:spPr>
      </p:pic>
      <p:sp>
        <p:nvSpPr>
          <p:cNvPr id="58" name="文字方塊 57">
            <a:extLst>
              <a:ext uri="{FF2B5EF4-FFF2-40B4-BE49-F238E27FC236}">
                <a16:creationId xmlns:a16="http://schemas.microsoft.com/office/drawing/2014/main" id="{C44C8FE4-2586-49C7-B22A-E115CFB88DFF}"/>
              </a:ext>
            </a:extLst>
          </p:cNvPr>
          <p:cNvSpPr txBox="1"/>
          <p:nvPr/>
        </p:nvSpPr>
        <p:spPr>
          <a:xfrm>
            <a:off x="1902277" y="2986685"/>
            <a:ext cx="3332852" cy="315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valley-mixed excitons transition rate</a:t>
            </a:r>
            <a:endParaRPr lang="zh-TW" alt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289D4995-A998-40B0-8E88-B4FA50CEFD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4087119" y="3614373"/>
            <a:ext cx="1234633" cy="2972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39084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blipFill>
                <a:blip r:embed="rId8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blipFill>
                <a:blip r:embed="rId9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619097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6190977"/>
                <a:ext cx="1100937" cy="262829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2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3"/>
                <a:stretch>
                  <a:fillRect t="-90909" r="-40217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4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5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6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18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06004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060042"/>
                <a:ext cx="974158" cy="262829"/>
              </a:xfrm>
              <a:prstGeom prst="rect">
                <a:avLst/>
              </a:prstGeom>
              <a:blipFill>
                <a:blip r:embed="rId1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2F45C4C1-D6C1-4520-82C9-4FFB2E3F6552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2724150" y="4133850"/>
            <a:ext cx="413880" cy="91294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2" name="直線接點 71">
            <a:extLst>
              <a:ext uri="{FF2B5EF4-FFF2-40B4-BE49-F238E27FC236}">
                <a16:creationId xmlns:a16="http://schemas.microsoft.com/office/drawing/2014/main" id="{77B2AB87-5071-447A-AF7F-E86B82A679A6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413880" cy="91294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19507" y="503400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5034007"/>
                <a:ext cx="1100937" cy="262829"/>
              </a:xfrm>
              <a:prstGeom prst="rect">
                <a:avLst/>
              </a:prstGeom>
              <a:blipFill>
                <a:blip r:embed="rId2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19507" y="619228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6192285"/>
                <a:ext cx="1100937" cy="262829"/>
              </a:xfrm>
              <a:prstGeom prst="rect">
                <a:avLst/>
              </a:prstGeom>
              <a:blipFill>
                <a:blip r:embed="rId2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673194" y="3826428"/>
                <a:ext cx="1183337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−1, 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3194" y="3826428"/>
                <a:ext cx="1183337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>
            <a:extLst>
              <a:ext uri="{FF2B5EF4-FFF2-40B4-BE49-F238E27FC236}">
                <a16:creationId xmlns:a16="http://schemas.microsoft.com/office/drawing/2014/main" id="{08F47185-7FA0-4E16-854F-0B2E0D6A3E26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10739" t="17985" r="9733" b="14782"/>
          <a:stretch/>
        </p:blipFill>
        <p:spPr>
          <a:xfrm>
            <a:off x="4198143" y="3649610"/>
            <a:ext cx="523876" cy="139258"/>
          </a:xfrm>
          <a:prstGeom prst="rect">
            <a:avLst/>
          </a:prstGeom>
        </p:spPr>
      </p:pic>
      <p:cxnSp>
        <p:nvCxnSpPr>
          <p:cNvPr id="75" name="直線接點 74">
            <a:extLst>
              <a:ext uri="{FF2B5EF4-FFF2-40B4-BE49-F238E27FC236}">
                <a16:creationId xmlns:a16="http://schemas.microsoft.com/office/drawing/2014/main" id="{FBBF34B5-26AC-40D2-BA1E-B0A465BD6B68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8" name="直線接點 77">
            <a:extLst>
              <a:ext uri="{FF2B5EF4-FFF2-40B4-BE49-F238E27FC236}">
                <a16:creationId xmlns:a16="http://schemas.microsoft.com/office/drawing/2014/main" id="{8B594070-1293-4B35-8DB2-D841B7CE4D52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9" name="直線接點 78">
            <a:extLst>
              <a:ext uri="{FF2B5EF4-FFF2-40B4-BE49-F238E27FC236}">
                <a16:creationId xmlns:a16="http://schemas.microsoft.com/office/drawing/2014/main" id="{95CA8587-D8C5-4021-9646-79932162FA4C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8F282B32-930B-4703-80D1-27DFF65F0119}"/>
              </a:ext>
            </a:extLst>
          </p:cNvPr>
          <p:cNvCxnSpPr>
            <a:cxnSpLocks/>
          </p:cNvCxnSpPr>
          <p:nvPr/>
        </p:nvCxnSpPr>
        <p:spPr>
          <a:xfrm flipV="1">
            <a:off x="3959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0" name="圖片 89">
            <a:extLst>
              <a:ext uri="{FF2B5EF4-FFF2-40B4-BE49-F238E27FC236}">
                <a16:creationId xmlns:a16="http://schemas.microsoft.com/office/drawing/2014/main" id="{E026C622-56F7-405B-A8AA-E995F098C1F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456" r="24582"/>
          <a:stretch/>
        </p:blipFill>
        <p:spPr>
          <a:xfrm>
            <a:off x="1854200" y="5340417"/>
            <a:ext cx="908050" cy="838559"/>
          </a:xfrm>
          <a:prstGeom prst="rect">
            <a:avLst/>
          </a:prstGeom>
        </p:spPr>
      </p:pic>
      <p:pic>
        <p:nvPicPr>
          <p:cNvPr id="91" name="圖片 90">
            <a:extLst>
              <a:ext uri="{FF2B5EF4-FFF2-40B4-BE49-F238E27FC236}">
                <a16:creationId xmlns:a16="http://schemas.microsoft.com/office/drawing/2014/main" id="{2DCB855A-0923-495E-855F-72D1A793C90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36" r="-4466"/>
          <a:stretch/>
        </p:blipFill>
        <p:spPr>
          <a:xfrm>
            <a:off x="4032250" y="4210117"/>
            <a:ext cx="1022350" cy="838559"/>
          </a:xfrm>
          <a:prstGeom prst="rect">
            <a:avLst/>
          </a:prstGeom>
        </p:spPr>
      </p:pic>
      <p:pic>
        <p:nvPicPr>
          <p:cNvPr id="92" name="圖片 91">
            <a:extLst>
              <a:ext uri="{FF2B5EF4-FFF2-40B4-BE49-F238E27FC236}">
                <a16:creationId xmlns:a16="http://schemas.microsoft.com/office/drawing/2014/main" id="{A8B224F4-2B75-489A-96DE-37559084401A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9990"/>
          <a:stretch/>
        </p:blipFill>
        <p:spPr>
          <a:xfrm>
            <a:off x="1904679" y="4237811"/>
            <a:ext cx="863921" cy="842345"/>
          </a:xfrm>
          <a:prstGeom prst="rect">
            <a:avLst/>
          </a:prstGeom>
        </p:spPr>
      </p:pic>
      <p:pic>
        <p:nvPicPr>
          <p:cNvPr id="93" name="圖片 92">
            <a:extLst>
              <a:ext uri="{FF2B5EF4-FFF2-40B4-BE49-F238E27FC236}">
                <a16:creationId xmlns:a16="http://schemas.microsoft.com/office/drawing/2014/main" id="{70902795-9C3A-4870-8001-614985DB388D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274"/>
          <a:stretch/>
        </p:blipFill>
        <p:spPr>
          <a:xfrm>
            <a:off x="4032250" y="5342711"/>
            <a:ext cx="876300" cy="842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178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175259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75" name="圖片 74">
            <a:extLst>
              <a:ext uri="{FF2B5EF4-FFF2-40B4-BE49-F238E27FC236}">
                <a16:creationId xmlns:a16="http://schemas.microsoft.com/office/drawing/2014/main" id="{A3E66B22-549B-4B4F-8A79-AFA2A9C99A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368"/>
          <a:stretch/>
        </p:blipFill>
        <p:spPr>
          <a:xfrm>
            <a:off x="2990851" y="3276834"/>
            <a:ext cx="850899" cy="831746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6D126B6E-BEAC-46CE-B345-EC79ED8B4C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448" r="50368"/>
          <a:stretch/>
        </p:blipFill>
        <p:spPr>
          <a:xfrm>
            <a:off x="2946400" y="6299434"/>
            <a:ext cx="869950" cy="831746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70664809-AA6E-4206-8618-63F0B33327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819"/>
          <a:stretch/>
        </p:blipFill>
        <p:spPr>
          <a:xfrm>
            <a:off x="3880645" y="3295650"/>
            <a:ext cx="229393" cy="863585"/>
          </a:xfrm>
          <a:prstGeom prst="rect">
            <a:avLst/>
          </a:prstGeom>
        </p:spPr>
      </p:pic>
      <p:sp>
        <p:nvSpPr>
          <p:cNvPr id="58" name="文字方塊 57">
            <a:extLst>
              <a:ext uri="{FF2B5EF4-FFF2-40B4-BE49-F238E27FC236}">
                <a16:creationId xmlns:a16="http://schemas.microsoft.com/office/drawing/2014/main" id="{C44C8FE4-2586-49C7-B22A-E115CFB88DFF}"/>
              </a:ext>
            </a:extLst>
          </p:cNvPr>
          <p:cNvSpPr txBox="1"/>
          <p:nvPr/>
        </p:nvSpPr>
        <p:spPr>
          <a:xfrm>
            <a:off x="1902277" y="2986685"/>
            <a:ext cx="3332852" cy="3154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valley-mixed excitons transition rate</a:t>
            </a:r>
            <a:endParaRPr lang="zh-TW" altLang="en-US" sz="1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289D4995-A998-40B0-8E88-B4FA50CEFD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4087119" y="3614373"/>
            <a:ext cx="1234633" cy="29722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087" y="3874967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339084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66610" y="3443243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97438" y="3600976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2466" y="3967915"/>
                <a:ext cx="204146" cy="245324"/>
              </a:xfrm>
              <a:prstGeom prst="rect">
                <a:avLst/>
              </a:prstGeom>
              <a:blipFill>
                <a:blip r:embed="rId8"/>
                <a:stretch>
                  <a:fillRect r="-5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3646" y="4124924"/>
                <a:ext cx="1082966" cy="262829"/>
              </a:xfrm>
              <a:prstGeom prst="rect">
                <a:avLst/>
              </a:prstGeom>
              <a:blipFill>
                <a:blip r:embed="rId9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772007" y="619097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72007" y="6190977"/>
                <a:ext cx="1100937" cy="262829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06036" y="7138435"/>
                <a:ext cx="1021987" cy="2628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832943"/>
                <a:ext cx="562814" cy="262829"/>
              </a:xfrm>
              <a:prstGeom prst="rect">
                <a:avLst/>
              </a:prstGeom>
              <a:blipFill>
                <a:blip r:embed="rId12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3"/>
                <a:stretch>
                  <a:fillRect t="-90909" r="-5217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144009"/>
                <a:ext cx="122489" cy="262829"/>
              </a:xfrm>
              <a:prstGeom prst="rect">
                <a:avLst/>
              </a:prstGeom>
              <a:blipFill>
                <a:blip r:embed="rId14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210053"/>
                <a:ext cx="122489" cy="262829"/>
              </a:xfrm>
              <a:prstGeom prst="rect">
                <a:avLst/>
              </a:prstGeom>
              <a:blipFill>
                <a:blip r:embed="rId15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774078"/>
                <a:ext cx="177900" cy="262829"/>
              </a:xfrm>
              <a:prstGeom prst="rect">
                <a:avLst/>
              </a:prstGeom>
              <a:blipFill>
                <a:blip r:embed="rId16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223536"/>
                <a:ext cx="218239" cy="26282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5001709"/>
                <a:ext cx="205647" cy="262829"/>
              </a:xfrm>
              <a:prstGeom prst="rect">
                <a:avLst/>
              </a:prstGeom>
              <a:blipFill>
                <a:blip r:embed="rId18"/>
                <a:stretch>
                  <a:fillRect r="-17647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359634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312156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1835397" y="506004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5397" y="5060042"/>
                <a:ext cx="974158" cy="262829"/>
              </a:xfrm>
              <a:prstGeom prst="rect">
                <a:avLst/>
              </a:prstGeom>
              <a:blipFill>
                <a:blip r:embed="rId1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3919507" y="502130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5021307"/>
                <a:ext cx="1100937" cy="262829"/>
              </a:xfrm>
              <a:prstGeom prst="rect">
                <a:avLst/>
              </a:prstGeom>
              <a:blipFill>
                <a:blip r:embed="rId2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3919507" y="620498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19507" y="6204985"/>
                <a:ext cx="1100937" cy="262829"/>
              </a:xfrm>
              <a:prstGeom prst="rect">
                <a:avLst/>
              </a:prstGeom>
              <a:blipFill>
                <a:blip r:embed="rId2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/>
              <p:nvPr/>
            </p:nvSpPr>
            <p:spPr>
              <a:xfrm>
                <a:off x="-673194" y="3826428"/>
                <a:ext cx="1183337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1, </m:t>
                      </m:r>
                      <m:r>
                        <a:rPr lang="en-US" altLang="zh-TW" i="1" dirty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  <m:r>
                        <a:rPr lang="en-US" altLang="zh-TW" b="0" i="1" dirty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, −1, 2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矩形 2">
                <a:extLst>
                  <a:ext uri="{FF2B5EF4-FFF2-40B4-BE49-F238E27FC236}">
                    <a16:creationId xmlns:a16="http://schemas.microsoft.com/office/drawing/2014/main" id="{A5CECF8F-FA0B-4980-9EA4-B7ACFDA333D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673194" y="3826428"/>
                <a:ext cx="1183337" cy="369332"/>
              </a:xfrm>
              <a:prstGeom prst="rect">
                <a:avLst/>
              </a:prstGeom>
              <a:blipFill>
                <a:blip r:embed="rId2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8DB20D34-1BEB-42BB-ACD3-A3F12AF6ED7D}"/>
              </a:ext>
            </a:extLst>
          </p:cNvPr>
          <p:cNvPicPr>
            <a:picLocks noChangeAspect="1"/>
          </p:cNvPicPr>
          <p:nvPr/>
        </p:nvPicPr>
        <p:blipFill rotWithShape="1">
          <a:blip r:embed="rId23"/>
          <a:srcRect l="9358" t="17558" r="8712" b="16703"/>
          <a:stretch/>
        </p:blipFill>
        <p:spPr>
          <a:xfrm>
            <a:off x="4194772" y="3665376"/>
            <a:ext cx="529628" cy="11676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D07E0873-143D-44D0-8FB8-2FB497CC670F}"/>
                  </a:ext>
                </a:extLst>
              </p:cNvPr>
              <p:cNvSpPr/>
              <p:nvPr/>
            </p:nvSpPr>
            <p:spPr>
              <a:xfrm>
                <a:off x="-536237" y="4399219"/>
                <a:ext cx="409086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ℓ 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8" name="矩形 87">
                <a:extLst>
                  <a:ext uri="{FF2B5EF4-FFF2-40B4-BE49-F238E27FC236}">
                    <a16:creationId xmlns:a16="http://schemas.microsoft.com/office/drawing/2014/main" id="{D07E0873-143D-44D0-8FB8-2FB497CC670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6237" y="4399219"/>
                <a:ext cx="409086" cy="369332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FC683E16-E812-440E-9DFB-50C3B5D7D614}"/>
                  </a:ext>
                </a:extLst>
              </p:cNvPr>
              <p:cNvSpPr/>
              <p:nvPr/>
            </p:nvSpPr>
            <p:spPr>
              <a:xfrm>
                <a:off x="-490059" y="4923730"/>
                <a:ext cx="582211" cy="369332"/>
              </a:xfrm>
              <a:prstGeom prst="rect">
                <a:avLst/>
              </a:prstGeom>
              <a:solidFill>
                <a:srgbClr val="EFEFEF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−ℓ 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89" name="矩形 88">
                <a:extLst>
                  <a:ext uri="{FF2B5EF4-FFF2-40B4-BE49-F238E27FC236}">
                    <a16:creationId xmlns:a16="http://schemas.microsoft.com/office/drawing/2014/main" id="{FC683E16-E812-440E-9DFB-50C3B5D7D61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90059" y="4923730"/>
                <a:ext cx="582211" cy="369332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CFF033C0-2135-4B97-A4FF-BF266A4CBDD0}"/>
              </a:ext>
            </a:extLst>
          </p:cNvPr>
          <p:cNvCxnSpPr>
            <a:cxnSpLocks/>
          </p:cNvCxnSpPr>
          <p:nvPr/>
        </p:nvCxnSpPr>
        <p:spPr>
          <a:xfrm>
            <a:off x="37084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1" name="直線接點 90">
            <a:extLst>
              <a:ext uri="{FF2B5EF4-FFF2-40B4-BE49-F238E27FC236}">
                <a16:creationId xmlns:a16="http://schemas.microsoft.com/office/drawing/2014/main" id="{59F2DC5D-2CEC-4E13-80ED-EB8C1881DC92}"/>
              </a:ext>
            </a:extLst>
          </p:cNvPr>
          <p:cNvCxnSpPr>
            <a:cxnSpLocks/>
          </p:cNvCxnSpPr>
          <p:nvPr/>
        </p:nvCxnSpPr>
        <p:spPr>
          <a:xfrm>
            <a:off x="27559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直線接點 91">
            <a:extLst>
              <a:ext uri="{FF2B5EF4-FFF2-40B4-BE49-F238E27FC236}">
                <a16:creationId xmlns:a16="http://schemas.microsoft.com/office/drawing/2014/main" id="{04262AEC-CACF-48E1-BDDD-5EE139870DA5}"/>
              </a:ext>
            </a:extLst>
          </p:cNvPr>
          <p:cNvCxnSpPr>
            <a:cxnSpLocks/>
          </p:cNvCxnSpPr>
          <p:nvPr/>
        </p:nvCxnSpPr>
        <p:spPr>
          <a:xfrm flipH="1">
            <a:off x="27368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CD9EB5EA-645D-4A32-B963-6DABBDB318DF}"/>
              </a:ext>
            </a:extLst>
          </p:cNvPr>
          <p:cNvCxnSpPr>
            <a:cxnSpLocks/>
          </p:cNvCxnSpPr>
          <p:nvPr/>
        </p:nvCxnSpPr>
        <p:spPr>
          <a:xfrm flipV="1">
            <a:off x="395922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8" name="圖片 97">
            <a:extLst>
              <a:ext uri="{FF2B5EF4-FFF2-40B4-BE49-F238E27FC236}">
                <a16:creationId xmlns:a16="http://schemas.microsoft.com/office/drawing/2014/main" id="{40720FB4-A313-463C-A485-C5E818070A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816" r="24816"/>
          <a:stretch/>
        </p:blipFill>
        <p:spPr>
          <a:xfrm>
            <a:off x="1873250" y="4235684"/>
            <a:ext cx="876300" cy="831746"/>
          </a:xfrm>
          <a:prstGeom prst="rect">
            <a:avLst/>
          </a:prstGeom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558AB7EB-75F3-427C-8127-BE4419C5C1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368"/>
          <a:stretch/>
        </p:blipFill>
        <p:spPr>
          <a:xfrm>
            <a:off x="4044949" y="5346934"/>
            <a:ext cx="850901" cy="831746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A0FC5FDA-9986-420C-BE56-9AD73069A2B1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9671"/>
          <a:stretch/>
        </p:blipFill>
        <p:spPr>
          <a:xfrm>
            <a:off x="1893568" y="5326804"/>
            <a:ext cx="875032" cy="856665"/>
          </a:xfrm>
          <a:prstGeom prst="rect">
            <a:avLst/>
          </a:prstGeom>
        </p:spPr>
      </p:pic>
      <p:pic>
        <p:nvPicPr>
          <p:cNvPr id="101" name="圖片 100">
            <a:extLst>
              <a:ext uri="{FF2B5EF4-FFF2-40B4-BE49-F238E27FC236}">
                <a16:creationId xmlns:a16="http://schemas.microsoft.com/office/drawing/2014/main" id="{5FB752E4-DA9F-4D18-924A-6B3D2AC27692}"/>
              </a:ext>
            </a:extLst>
          </p:cNvPr>
          <p:cNvPicPr>
            <a:picLocks noChangeAspect="1"/>
          </p:cNvPicPr>
          <p:nvPr/>
        </p:nvPicPr>
        <p:blipFill rotWithShape="1">
          <a:blip r:embed="rId2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963"/>
          <a:stretch/>
        </p:blipFill>
        <p:spPr>
          <a:xfrm>
            <a:off x="4038600" y="4190154"/>
            <a:ext cx="869950" cy="85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1316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733424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75" name="圖片 74">
            <a:extLst>
              <a:ext uri="{FF2B5EF4-FFF2-40B4-BE49-F238E27FC236}">
                <a16:creationId xmlns:a16="http://schemas.microsoft.com/office/drawing/2014/main" id="{A3E66B22-549B-4B4F-8A79-AFA2A9C99A0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368"/>
          <a:stretch/>
        </p:blipFill>
        <p:spPr>
          <a:xfrm>
            <a:off x="8572501" y="3276834"/>
            <a:ext cx="850899" cy="831746"/>
          </a:xfrm>
          <a:prstGeom prst="rect">
            <a:avLst/>
          </a:prstGeom>
        </p:spPr>
      </p:pic>
      <p:pic>
        <p:nvPicPr>
          <p:cNvPr id="76" name="圖片 75">
            <a:extLst>
              <a:ext uri="{FF2B5EF4-FFF2-40B4-BE49-F238E27FC236}">
                <a16:creationId xmlns:a16="http://schemas.microsoft.com/office/drawing/2014/main" id="{6D126B6E-BEAC-46CE-B345-EC79ED8B4C3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448" r="50368"/>
          <a:stretch/>
        </p:blipFill>
        <p:spPr>
          <a:xfrm>
            <a:off x="8528050" y="6299434"/>
            <a:ext cx="869950" cy="831746"/>
          </a:xfrm>
          <a:prstGeom prst="rect">
            <a:avLst/>
          </a:prstGeom>
        </p:spPr>
      </p:pic>
      <p:pic>
        <p:nvPicPr>
          <p:cNvPr id="57" name="圖片 56">
            <a:extLst>
              <a:ext uri="{FF2B5EF4-FFF2-40B4-BE49-F238E27FC236}">
                <a16:creationId xmlns:a16="http://schemas.microsoft.com/office/drawing/2014/main" id="{70664809-AA6E-4206-8618-63F0B33327A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819"/>
          <a:stretch/>
        </p:blipFill>
        <p:spPr>
          <a:xfrm>
            <a:off x="9462295" y="3295650"/>
            <a:ext cx="229393" cy="863585"/>
          </a:xfrm>
          <a:prstGeom prst="rect">
            <a:avLst/>
          </a:prstGeom>
        </p:spPr>
      </p:pic>
      <p:sp>
        <p:nvSpPr>
          <p:cNvPr id="58" name="文字方塊 57">
            <a:extLst>
              <a:ext uri="{FF2B5EF4-FFF2-40B4-BE49-F238E27FC236}">
                <a16:creationId xmlns:a16="http://schemas.microsoft.com/office/drawing/2014/main" id="{C44C8FE4-2586-49C7-B22A-E115CFB88DFF}"/>
              </a:ext>
            </a:extLst>
          </p:cNvPr>
          <p:cNvSpPr txBox="1"/>
          <p:nvPr/>
        </p:nvSpPr>
        <p:spPr>
          <a:xfrm>
            <a:off x="-136641" y="2336060"/>
            <a:ext cx="75994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valley-mixed excitons transition rate</a:t>
            </a:r>
            <a:endParaRPr lang="zh-TW" alt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6" name="圖片 55">
            <a:extLst>
              <a:ext uri="{FF2B5EF4-FFF2-40B4-BE49-F238E27FC236}">
                <a16:creationId xmlns:a16="http://schemas.microsoft.com/office/drawing/2014/main" id="{289D4995-A998-40B0-8E88-B4FA50CEFD4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9668769" y="3614373"/>
            <a:ext cx="1234633" cy="2972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892573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25737" y="3874967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8972490" y="3686758"/>
            <a:ext cx="50518" cy="48461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884826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48260" y="3443243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897908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9088" y="3600976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937411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74116" y="3967915"/>
                <a:ext cx="204146" cy="245324"/>
              </a:xfrm>
              <a:prstGeom prst="rect">
                <a:avLst/>
              </a:prstGeom>
              <a:blipFill>
                <a:blip r:embed="rId8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849529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95296" y="4124924"/>
                <a:ext cx="1082966" cy="262829"/>
              </a:xfrm>
              <a:prstGeom prst="rect">
                <a:avLst/>
              </a:prstGeom>
              <a:blipFill>
                <a:blip r:embed="rId9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7353657" y="619097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53657" y="6190977"/>
                <a:ext cx="1100937" cy="262829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848768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87686" y="7138435"/>
                <a:ext cx="1021987" cy="2628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870119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01191" y="5832943"/>
                <a:ext cx="562814" cy="262829"/>
              </a:xfrm>
              <a:prstGeom prst="rect">
                <a:avLst/>
              </a:prstGeom>
              <a:blipFill>
                <a:blip r:embed="rId12"/>
                <a:stretch>
                  <a:fillRect t="-93023" r="-51613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871281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12819" y="4452471"/>
                <a:ext cx="562814" cy="262829"/>
              </a:xfrm>
              <a:prstGeom prst="rect">
                <a:avLst/>
              </a:prstGeom>
              <a:blipFill>
                <a:blip r:embed="rId13"/>
                <a:stretch>
                  <a:fillRect t="-90909" r="-51613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894125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849916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894125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878194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874694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878194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861693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16930" y="5144009"/>
                <a:ext cx="122489" cy="262829"/>
              </a:xfrm>
              <a:prstGeom prst="rect">
                <a:avLst/>
              </a:prstGeom>
              <a:blipFill>
                <a:blip r:embed="rId14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894060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907033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70339" y="5210053"/>
                <a:ext cx="122489" cy="262829"/>
              </a:xfrm>
              <a:prstGeom prst="rect">
                <a:avLst/>
              </a:prstGeom>
              <a:blipFill>
                <a:blip r:embed="rId15"/>
                <a:stretch>
                  <a:fillRect r="-5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890133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01330" y="4774078"/>
                <a:ext cx="177900" cy="262829"/>
              </a:xfrm>
              <a:prstGeom prst="rect">
                <a:avLst/>
              </a:prstGeom>
              <a:blipFill>
                <a:blip r:embed="rId16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874694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944104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899476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899683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887822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844123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894142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895156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869955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99557" y="5223536"/>
                <a:ext cx="218239" cy="26282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884305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894276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897029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70298" y="5001709"/>
                <a:ext cx="205647" cy="262829"/>
              </a:xfrm>
              <a:prstGeom prst="rect">
                <a:avLst/>
              </a:prstGeom>
              <a:blipFill>
                <a:blip r:embed="rId18"/>
                <a:stretch>
                  <a:fillRect r="-21212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899085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9" name="Oval 22">
            <a:extLst>
              <a:ext uri="{FF2B5EF4-FFF2-40B4-BE49-F238E27FC236}">
                <a16:creationId xmlns:a16="http://schemas.microsoft.com/office/drawing/2014/main" id="{68D4C253-A7D7-4EF1-861B-831408D0CECC}"/>
              </a:ext>
            </a:extLst>
          </p:cNvPr>
          <p:cNvSpPr/>
          <p:nvPr/>
        </p:nvSpPr>
        <p:spPr>
          <a:xfrm>
            <a:off x="917799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60" name="Oval 22">
            <a:extLst>
              <a:ext uri="{FF2B5EF4-FFF2-40B4-BE49-F238E27FC236}">
                <a16:creationId xmlns:a16="http://schemas.microsoft.com/office/drawing/2014/main" id="{9DB2E29E-1DA6-4068-BFDE-62C0E72DDCD2}"/>
              </a:ext>
            </a:extLst>
          </p:cNvPr>
          <p:cNvSpPr/>
          <p:nvPr/>
        </p:nvSpPr>
        <p:spPr>
          <a:xfrm>
            <a:off x="870321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/>
              <p:nvPr/>
            </p:nvSpPr>
            <p:spPr>
              <a:xfrm>
                <a:off x="7417047" y="506004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2" name="文字方塊 61">
                <a:extLst>
                  <a:ext uri="{FF2B5EF4-FFF2-40B4-BE49-F238E27FC236}">
                    <a16:creationId xmlns:a16="http://schemas.microsoft.com/office/drawing/2014/main" id="{1A5DDC4D-C251-4F6D-A93C-121278504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7047" y="5060042"/>
                <a:ext cx="974158" cy="262829"/>
              </a:xfrm>
              <a:prstGeom prst="rect">
                <a:avLst/>
              </a:prstGeom>
              <a:blipFill>
                <a:blip r:embed="rId1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9501157" y="502130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1157" y="5021307"/>
                <a:ext cx="1100937" cy="262829"/>
              </a:xfrm>
              <a:prstGeom prst="rect">
                <a:avLst/>
              </a:prstGeom>
              <a:blipFill>
                <a:blip r:embed="rId2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/>
              <p:nvPr/>
            </p:nvSpPr>
            <p:spPr>
              <a:xfrm>
                <a:off x="9501157" y="620498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64" name="文字方塊 63">
                <a:extLst>
                  <a:ext uri="{FF2B5EF4-FFF2-40B4-BE49-F238E27FC236}">
                    <a16:creationId xmlns:a16="http://schemas.microsoft.com/office/drawing/2014/main" id="{F446F642-9695-43FB-B3D1-D5966FD1E4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01157" y="6204985"/>
                <a:ext cx="1100937" cy="262829"/>
              </a:xfrm>
              <a:prstGeom prst="rect">
                <a:avLst/>
              </a:prstGeom>
              <a:blipFill>
                <a:blip r:embed="rId21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8DB20D34-1BEB-42BB-ACD3-A3F12AF6ED7D}"/>
              </a:ext>
            </a:extLst>
          </p:cNvPr>
          <p:cNvPicPr>
            <a:picLocks noChangeAspect="1"/>
          </p:cNvPicPr>
          <p:nvPr/>
        </p:nvPicPr>
        <p:blipFill rotWithShape="1">
          <a:blip r:embed="rId22"/>
          <a:srcRect l="9358" t="17558" r="8712" b="16703"/>
          <a:stretch/>
        </p:blipFill>
        <p:spPr>
          <a:xfrm>
            <a:off x="9776422" y="3665376"/>
            <a:ext cx="529628" cy="116768"/>
          </a:xfrm>
          <a:prstGeom prst="rect">
            <a:avLst/>
          </a:prstGeom>
        </p:spPr>
      </p:pic>
      <p:cxnSp>
        <p:nvCxnSpPr>
          <p:cNvPr id="90" name="直線接點 89">
            <a:extLst>
              <a:ext uri="{FF2B5EF4-FFF2-40B4-BE49-F238E27FC236}">
                <a16:creationId xmlns:a16="http://schemas.microsoft.com/office/drawing/2014/main" id="{CFF033C0-2135-4B97-A4FF-BF266A4CBDD0}"/>
              </a:ext>
            </a:extLst>
          </p:cNvPr>
          <p:cNvCxnSpPr>
            <a:cxnSpLocks/>
          </p:cNvCxnSpPr>
          <p:nvPr/>
        </p:nvCxnSpPr>
        <p:spPr>
          <a:xfrm>
            <a:off x="929005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1" name="直線接點 90">
            <a:extLst>
              <a:ext uri="{FF2B5EF4-FFF2-40B4-BE49-F238E27FC236}">
                <a16:creationId xmlns:a16="http://schemas.microsoft.com/office/drawing/2014/main" id="{59F2DC5D-2CEC-4E13-80ED-EB8C1881DC92}"/>
              </a:ext>
            </a:extLst>
          </p:cNvPr>
          <p:cNvCxnSpPr>
            <a:cxnSpLocks/>
          </p:cNvCxnSpPr>
          <p:nvPr/>
        </p:nvCxnSpPr>
        <p:spPr>
          <a:xfrm>
            <a:off x="833755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2" name="直線接點 91">
            <a:extLst>
              <a:ext uri="{FF2B5EF4-FFF2-40B4-BE49-F238E27FC236}">
                <a16:creationId xmlns:a16="http://schemas.microsoft.com/office/drawing/2014/main" id="{04262AEC-CACF-48E1-BDDD-5EE139870DA5}"/>
              </a:ext>
            </a:extLst>
          </p:cNvPr>
          <p:cNvCxnSpPr>
            <a:cxnSpLocks/>
          </p:cNvCxnSpPr>
          <p:nvPr/>
        </p:nvCxnSpPr>
        <p:spPr>
          <a:xfrm flipH="1">
            <a:off x="831850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3" name="直線接點 92">
            <a:extLst>
              <a:ext uri="{FF2B5EF4-FFF2-40B4-BE49-F238E27FC236}">
                <a16:creationId xmlns:a16="http://schemas.microsoft.com/office/drawing/2014/main" id="{CD9EB5EA-645D-4A32-B963-6DABBDB318DF}"/>
              </a:ext>
            </a:extLst>
          </p:cNvPr>
          <p:cNvCxnSpPr>
            <a:cxnSpLocks/>
          </p:cNvCxnSpPr>
          <p:nvPr/>
        </p:nvCxnSpPr>
        <p:spPr>
          <a:xfrm flipV="1">
            <a:off x="954087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98" name="圖片 97">
            <a:extLst>
              <a:ext uri="{FF2B5EF4-FFF2-40B4-BE49-F238E27FC236}">
                <a16:creationId xmlns:a16="http://schemas.microsoft.com/office/drawing/2014/main" id="{40720FB4-A313-463C-A485-C5E818070A5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816" r="24816"/>
          <a:stretch/>
        </p:blipFill>
        <p:spPr>
          <a:xfrm>
            <a:off x="7454900" y="4235684"/>
            <a:ext cx="876300" cy="831746"/>
          </a:xfrm>
          <a:prstGeom prst="rect">
            <a:avLst/>
          </a:prstGeom>
        </p:spPr>
      </p:pic>
      <p:pic>
        <p:nvPicPr>
          <p:cNvPr id="99" name="圖片 98">
            <a:extLst>
              <a:ext uri="{FF2B5EF4-FFF2-40B4-BE49-F238E27FC236}">
                <a16:creationId xmlns:a16="http://schemas.microsoft.com/office/drawing/2014/main" id="{558AB7EB-75F3-427C-8127-BE4419C5C1D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368"/>
          <a:stretch/>
        </p:blipFill>
        <p:spPr>
          <a:xfrm>
            <a:off x="9626599" y="5346934"/>
            <a:ext cx="850901" cy="831746"/>
          </a:xfrm>
          <a:prstGeom prst="rect">
            <a:avLst/>
          </a:prstGeom>
        </p:spPr>
      </p:pic>
      <p:pic>
        <p:nvPicPr>
          <p:cNvPr id="100" name="圖片 99">
            <a:extLst>
              <a:ext uri="{FF2B5EF4-FFF2-40B4-BE49-F238E27FC236}">
                <a16:creationId xmlns:a16="http://schemas.microsoft.com/office/drawing/2014/main" id="{A0FC5FDA-9986-420C-BE56-9AD73069A2B1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9671"/>
          <a:stretch/>
        </p:blipFill>
        <p:spPr>
          <a:xfrm>
            <a:off x="7475218" y="5326804"/>
            <a:ext cx="875032" cy="856665"/>
          </a:xfrm>
          <a:prstGeom prst="rect">
            <a:avLst/>
          </a:prstGeom>
        </p:spPr>
      </p:pic>
      <p:pic>
        <p:nvPicPr>
          <p:cNvPr id="101" name="圖片 100">
            <a:extLst>
              <a:ext uri="{FF2B5EF4-FFF2-40B4-BE49-F238E27FC236}">
                <a16:creationId xmlns:a16="http://schemas.microsoft.com/office/drawing/2014/main" id="{5FB752E4-DA9F-4D18-924A-6B3D2AC27692}"/>
              </a:ext>
            </a:extLst>
          </p:cNvPr>
          <p:cNvPicPr>
            <a:picLocks noChangeAspect="1"/>
          </p:cNvPicPr>
          <p:nvPr/>
        </p:nvPicPr>
        <p:blipFill rotWithShape="1">
          <a:blip r:embed="rId2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963"/>
          <a:stretch/>
        </p:blipFill>
        <p:spPr>
          <a:xfrm>
            <a:off x="9620250" y="4190154"/>
            <a:ext cx="869950" cy="856665"/>
          </a:xfrm>
          <a:prstGeom prst="rect">
            <a:avLst/>
          </a:prstGeom>
        </p:spPr>
      </p:pic>
      <p:sp>
        <p:nvSpPr>
          <p:cNvPr id="65" name="矩形: 圓角 64">
            <a:extLst>
              <a:ext uri="{FF2B5EF4-FFF2-40B4-BE49-F238E27FC236}">
                <a16:creationId xmlns:a16="http://schemas.microsoft.com/office/drawing/2014/main" id="{37AC3432-FB2E-4120-AC28-5B16CA99BE45}"/>
              </a:ext>
            </a:extLst>
          </p:cNvPr>
          <p:cNvSpPr/>
          <p:nvPr/>
        </p:nvSpPr>
        <p:spPr>
          <a:xfrm>
            <a:off x="367664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66" name="圖片 65">
            <a:extLst>
              <a:ext uri="{FF2B5EF4-FFF2-40B4-BE49-F238E27FC236}">
                <a16:creationId xmlns:a16="http://schemas.microsoft.com/office/drawing/2014/main" id="{292B8C07-3F8B-4E44-8315-B7C4E766D208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1" r="75054"/>
          <a:stretch/>
        </p:blipFill>
        <p:spPr>
          <a:xfrm>
            <a:off x="4906010" y="3276667"/>
            <a:ext cx="872490" cy="838559"/>
          </a:xfrm>
          <a:prstGeom prst="rect">
            <a:avLst/>
          </a:prstGeom>
        </p:spPr>
      </p:pic>
      <p:pic>
        <p:nvPicPr>
          <p:cNvPr id="67" name="圖片 66">
            <a:extLst>
              <a:ext uri="{FF2B5EF4-FFF2-40B4-BE49-F238E27FC236}">
                <a16:creationId xmlns:a16="http://schemas.microsoft.com/office/drawing/2014/main" id="{3BBDF0A7-1E2D-4D44-B2AE-B93B1DE37F6B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83" r="50363"/>
          <a:stretch/>
        </p:blipFill>
        <p:spPr>
          <a:xfrm>
            <a:off x="4864100" y="6299267"/>
            <a:ext cx="876300" cy="838559"/>
          </a:xfrm>
          <a:prstGeom prst="rect">
            <a:avLst/>
          </a:prstGeom>
        </p:spPr>
      </p:pic>
      <p:pic>
        <p:nvPicPr>
          <p:cNvPr id="68" name="圖片 67">
            <a:extLst>
              <a:ext uri="{FF2B5EF4-FFF2-40B4-BE49-F238E27FC236}">
                <a16:creationId xmlns:a16="http://schemas.microsoft.com/office/drawing/2014/main" id="{0A1C2343-66C2-48E9-A452-CB367161DBD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819"/>
          <a:stretch/>
        </p:blipFill>
        <p:spPr>
          <a:xfrm>
            <a:off x="5804695" y="3295650"/>
            <a:ext cx="229393" cy="863585"/>
          </a:xfrm>
          <a:prstGeom prst="rect">
            <a:avLst/>
          </a:prstGeom>
        </p:spPr>
      </p:pic>
      <p:pic>
        <p:nvPicPr>
          <p:cNvPr id="70" name="圖片 69">
            <a:extLst>
              <a:ext uri="{FF2B5EF4-FFF2-40B4-BE49-F238E27FC236}">
                <a16:creationId xmlns:a16="http://schemas.microsoft.com/office/drawing/2014/main" id="{F39C5B21-3CEB-492F-AEBB-7DE5723056F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6011169" y="3614373"/>
            <a:ext cx="1234633" cy="2972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243AA392-1A53-4B72-BBB1-B61C8CA795C9}"/>
                  </a:ext>
                </a:extLst>
              </p:cNvPr>
              <p:cNvSpPr txBox="1"/>
              <p:nvPr/>
            </p:nvSpPr>
            <p:spPr>
              <a:xfrm>
                <a:off x="526813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71" name="文字方塊 70">
                <a:extLst>
                  <a:ext uri="{FF2B5EF4-FFF2-40B4-BE49-F238E27FC236}">
                    <a16:creationId xmlns:a16="http://schemas.microsoft.com/office/drawing/2014/main" id="{243AA392-1A53-4B72-BBB1-B61C8CA79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68137" y="3874967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2" name="群組 71">
            <a:extLst>
              <a:ext uri="{FF2B5EF4-FFF2-40B4-BE49-F238E27FC236}">
                <a16:creationId xmlns:a16="http://schemas.microsoft.com/office/drawing/2014/main" id="{53091200-E9E1-497B-B705-3537A2FB8EBA}"/>
              </a:ext>
            </a:extLst>
          </p:cNvPr>
          <p:cNvGrpSpPr/>
          <p:nvPr/>
        </p:nvGrpSpPr>
        <p:grpSpPr>
          <a:xfrm>
            <a:off x="5314890" y="3686758"/>
            <a:ext cx="50518" cy="48461"/>
            <a:chOff x="1373392" y="2391862"/>
            <a:chExt cx="479433" cy="476535"/>
          </a:xfrm>
        </p:grpSpPr>
        <p:sp>
          <p:nvSpPr>
            <p:cNvPr id="73" name="箭號: 向右 72">
              <a:extLst>
                <a:ext uri="{FF2B5EF4-FFF2-40B4-BE49-F238E27FC236}">
                  <a16:creationId xmlns:a16="http://schemas.microsoft.com/office/drawing/2014/main" id="{C261001A-7433-4F80-AB22-41F53E47E204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74" name="箭號: 向右 73">
              <a:extLst>
                <a:ext uri="{FF2B5EF4-FFF2-40B4-BE49-F238E27FC236}">
                  <a16:creationId xmlns:a16="http://schemas.microsoft.com/office/drawing/2014/main" id="{F6D5CAC6-495D-43B7-8615-0E1D2312E2F1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0BC80C33-5B11-413C-B905-DD60C2718F96}"/>
                  </a:ext>
                </a:extLst>
              </p:cNvPr>
              <p:cNvSpPr txBox="1"/>
              <p:nvPr/>
            </p:nvSpPr>
            <p:spPr>
              <a:xfrm>
                <a:off x="519066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7" name="文字方塊 76">
                <a:extLst>
                  <a:ext uri="{FF2B5EF4-FFF2-40B4-BE49-F238E27FC236}">
                    <a16:creationId xmlns:a16="http://schemas.microsoft.com/office/drawing/2014/main" id="{0BC80C33-5B11-413C-B905-DD60C2718F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90660" y="3443243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3A38F5EC-4D69-4153-9795-6454FA1D2B79}"/>
                  </a:ext>
                </a:extLst>
              </p:cNvPr>
              <p:cNvSpPr txBox="1"/>
              <p:nvPr/>
            </p:nvSpPr>
            <p:spPr>
              <a:xfrm>
                <a:off x="532148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8" name="文字方塊 77">
                <a:extLst>
                  <a:ext uri="{FF2B5EF4-FFF2-40B4-BE49-F238E27FC236}">
                    <a16:creationId xmlns:a16="http://schemas.microsoft.com/office/drawing/2014/main" id="{3A38F5EC-4D69-4153-9795-6454FA1D2B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1488" y="3600976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F1C74B88-02E5-4D6C-8E05-6FD4E9389B5F}"/>
                  </a:ext>
                </a:extLst>
              </p:cNvPr>
              <p:cNvSpPr txBox="1"/>
              <p:nvPr/>
            </p:nvSpPr>
            <p:spPr>
              <a:xfrm>
                <a:off x="571651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79" name="文字方塊 78">
                <a:extLst>
                  <a:ext uri="{FF2B5EF4-FFF2-40B4-BE49-F238E27FC236}">
                    <a16:creationId xmlns:a16="http://schemas.microsoft.com/office/drawing/2014/main" id="{F1C74B88-02E5-4D6C-8E05-6FD4E9389B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6516" y="3967915"/>
                <a:ext cx="204146" cy="245324"/>
              </a:xfrm>
              <a:prstGeom prst="rect">
                <a:avLst/>
              </a:prstGeom>
              <a:blipFill>
                <a:blip r:embed="rId8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CB689E10-B65A-481F-9157-8B18669ADDFD}"/>
                  </a:ext>
                </a:extLst>
              </p:cNvPr>
              <p:cNvSpPr txBox="1"/>
              <p:nvPr/>
            </p:nvSpPr>
            <p:spPr>
              <a:xfrm>
                <a:off x="483769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80" name="文字方塊 79">
                <a:extLst>
                  <a:ext uri="{FF2B5EF4-FFF2-40B4-BE49-F238E27FC236}">
                    <a16:creationId xmlns:a16="http://schemas.microsoft.com/office/drawing/2014/main" id="{CB689E10-B65A-481F-9157-8B18669ADD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7696" y="4124924"/>
                <a:ext cx="1082966" cy="262829"/>
              </a:xfrm>
              <a:prstGeom prst="rect">
                <a:avLst/>
              </a:prstGeom>
              <a:blipFill>
                <a:blip r:embed="rId9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3CC2272F-280D-4A00-9B4C-B960AE5FAA7D}"/>
                  </a:ext>
                </a:extLst>
              </p:cNvPr>
              <p:cNvSpPr txBox="1"/>
              <p:nvPr/>
            </p:nvSpPr>
            <p:spPr>
              <a:xfrm>
                <a:off x="3696057" y="619097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81" name="文字方塊 80">
                <a:extLst>
                  <a:ext uri="{FF2B5EF4-FFF2-40B4-BE49-F238E27FC236}">
                    <a16:creationId xmlns:a16="http://schemas.microsoft.com/office/drawing/2014/main" id="{3CC2272F-280D-4A00-9B4C-B960AE5FAA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6057" y="6190977"/>
                <a:ext cx="1100937" cy="262829"/>
              </a:xfrm>
              <a:prstGeom prst="rect">
                <a:avLst/>
              </a:prstGeom>
              <a:blipFill>
                <a:blip r:embed="rId1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A6A3FECD-C332-415E-AB8F-EF7524DF7192}"/>
                  </a:ext>
                </a:extLst>
              </p:cNvPr>
              <p:cNvSpPr txBox="1"/>
              <p:nvPr/>
            </p:nvSpPr>
            <p:spPr>
              <a:xfrm>
                <a:off x="483008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82" name="文字方塊 81">
                <a:extLst>
                  <a:ext uri="{FF2B5EF4-FFF2-40B4-BE49-F238E27FC236}">
                    <a16:creationId xmlns:a16="http://schemas.microsoft.com/office/drawing/2014/main" id="{A6A3FECD-C332-415E-AB8F-EF7524DF71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0086" y="7138435"/>
                <a:ext cx="1021987" cy="2628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7CAFB79-CACB-4967-A704-87D4E8E3EDD3}"/>
                  </a:ext>
                </a:extLst>
              </p:cNvPr>
              <p:cNvSpPr txBox="1"/>
              <p:nvPr/>
            </p:nvSpPr>
            <p:spPr>
              <a:xfrm>
                <a:off x="504359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83" name="文字方塊 82">
                <a:extLst>
                  <a:ext uri="{FF2B5EF4-FFF2-40B4-BE49-F238E27FC236}">
                    <a16:creationId xmlns:a16="http://schemas.microsoft.com/office/drawing/2014/main" id="{97CAFB79-CACB-4967-A704-87D4E8E3ED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3591" y="5832943"/>
                <a:ext cx="562814" cy="262829"/>
              </a:xfrm>
              <a:prstGeom prst="rect">
                <a:avLst/>
              </a:prstGeom>
              <a:blipFill>
                <a:blip r:embed="rId12"/>
                <a:stretch>
                  <a:fillRect t="-93023" r="-51613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E1379E06-C9B7-4757-AA9B-6A77253667D7}"/>
                  </a:ext>
                </a:extLst>
              </p:cNvPr>
              <p:cNvSpPr txBox="1"/>
              <p:nvPr/>
            </p:nvSpPr>
            <p:spPr>
              <a:xfrm>
                <a:off x="505521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84" name="文字方塊 83">
                <a:extLst>
                  <a:ext uri="{FF2B5EF4-FFF2-40B4-BE49-F238E27FC236}">
                    <a16:creationId xmlns:a16="http://schemas.microsoft.com/office/drawing/2014/main" id="{E1379E06-C9B7-4757-AA9B-6A77253667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55219" y="4452471"/>
                <a:ext cx="562814" cy="262829"/>
              </a:xfrm>
              <a:prstGeom prst="rect">
                <a:avLst/>
              </a:prstGeom>
              <a:blipFill>
                <a:blip r:embed="rId25"/>
                <a:stretch>
                  <a:fillRect t="-90909" r="-39785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5" name="Oval 14">
            <a:extLst>
              <a:ext uri="{FF2B5EF4-FFF2-40B4-BE49-F238E27FC236}">
                <a16:creationId xmlns:a16="http://schemas.microsoft.com/office/drawing/2014/main" id="{26E61963-1AFE-4EC3-BF6E-D2B75AFCAD9E}"/>
              </a:ext>
            </a:extLst>
          </p:cNvPr>
          <p:cNvSpPr/>
          <p:nvPr/>
        </p:nvSpPr>
        <p:spPr>
          <a:xfrm>
            <a:off x="528365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86" name="Oval 4">
            <a:extLst>
              <a:ext uri="{FF2B5EF4-FFF2-40B4-BE49-F238E27FC236}">
                <a16:creationId xmlns:a16="http://schemas.microsoft.com/office/drawing/2014/main" id="{91EF1B39-C845-4675-B2CA-92CB22664CE6}"/>
              </a:ext>
            </a:extLst>
          </p:cNvPr>
          <p:cNvSpPr/>
          <p:nvPr/>
        </p:nvSpPr>
        <p:spPr>
          <a:xfrm>
            <a:off x="484156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87" name="Oval 15">
            <a:extLst>
              <a:ext uri="{FF2B5EF4-FFF2-40B4-BE49-F238E27FC236}">
                <a16:creationId xmlns:a16="http://schemas.microsoft.com/office/drawing/2014/main" id="{0C7590C5-552D-466F-A5E5-ABC6E4805B6B}"/>
              </a:ext>
            </a:extLst>
          </p:cNvPr>
          <p:cNvSpPr/>
          <p:nvPr/>
        </p:nvSpPr>
        <p:spPr>
          <a:xfrm>
            <a:off x="528365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94" name="SHO">
            <a:extLst>
              <a:ext uri="{FF2B5EF4-FFF2-40B4-BE49-F238E27FC236}">
                <a16:creationId xmlns:a16="http://schemas.microsoft.com/office/drawing/2014/main" id="{41614EEB-3831-4CD0-93D3-CB9A3765E088}"/>
              </a:ext>
            </a:extLst>
          </p:cNvPr>
          <p:cNvSpPr/>
          <p:nvPr/>
        </p:nvSpPr>
        <p:spPr>
          <a:xfrm rot="16200000">
            <a:off x="512434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95" name="SVO">
            <a:extLst>
              <a:ext uri="{FF2B5EF4-FFF2-40B4-BE49-F238E27FC236}">
                <a16:creationId xmlns:a16="http://schemas.microsoft.com/office/drawing/2014/main" id="{4915F9F2-9AF4-412B-8B87-FCDE8C79F3B5}"/>
              </a:ext>
            </a:extLst>
          </p:cNvPr>
          <p:cNvSpPr/>
          <p:nvPr/>
        </p:nvSpPr>
        <p:spPr>
          <a:xfrm>
            <a:off x="508934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96" name="Oval 6">
            <a:extLst>
              <a:ext uri="{FF2B5EF4-FFF2-40B4-BE49-F238E27FC236}">
                <a16:creationId xmlns:a16="http://schemas.microsoft.com/office/drawing/2014/main" id="{0A51BF76-C1E4-438C-BAC0-227BE9DAC796}"/>
              </a:ext>
            </a:extLst>
          </p:cNvPr>
          <p:cNvSpPr/>
          <p:nvPr/>
        </p:nvSpPr>
        <p:spPr>
          <a:xfrm rot="16200000">
            <a:off x="512434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" name="TextBox 11">
                <a:extLst>
                  <a:ext uri="{FF2B5EF4-FFF2-40B4-BE49-F238E27FC236}">
                    <a16:creationId xmlns:a16="http://schemas.microsoft.com/office/drawing/2014/main" id="{64D87FF2-FA38-438E-BA5E-3085C93B32A0}"/>
                  </a:ext>
                </a:extLst>
              </p:cNvPr>
              <p:cNvSpPr txBox="1"/>
              <p:nvPr/>
            </p:nvSpPr>
            <p:spPr>
              <a:xfrm>
                <a:off x="495933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97" name="TextBox 11">
                <a:extLst>
                  <a:ext uri="{FF2B5EF4-FFF2-40B4-BE49-F238E27FC236}">
                    <a16:creationId xmlns:a16="http://schemas.microsoft.com/office/drawing/2014/main" id="{64D87FF2-FA38-438E-BA5E-3085C93B32A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59330" y="5144009"/>
                <a:ext cx="122489" cy="262829"/>
              </a:xfrm>
              <a:prstGeom prst="rect">
                <a:avLst/>
              </a:prstGeom>
              <a:blipFill>
                <a:blip r:embed="rId14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" name="Oval 22">
            <a:extLst>
              <a:ext uri="{FF2B5EF4-FFF2-40B4-BE49-F238E27FC236}">
                <a16:creationId xmlns:a16="http://schemas.microsoft.com/office/drawing/2014/main" id="{B016FA85-B039-4A06-BB21-F42F5C8C5129}"/>
              </a:ext>
            </a:extLst>
          </p:cNvPr>
          <p:cNvSpPr/>
          <p:nvPr/>
        </p:nvSpPr>
        <p:spPr>
          <a:xfrm>
            <a:off x="528300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3" name="TextBox 12">
                <a:extLst>
                  <a:ext uri="{FF2B5EF4-FFF2-40B4-BE49-F238E27FC236}">
                    <a16:creationId xmlns:a16="http://schemas.microsoft.com/office/drawing/2014/main" id="{2D15BA39-2364-4C63-A9FE-CED2ACE55F0F}"/>
                  </a:ext>
                </a:extLst>
              </p:cNvPr>
              <p:cNvSpPr txBox="1"/>
              <p:nvPr/>
            </p:nvSpPr>
            <p:spPr>
              <a:xfrm>
                <a:off x="541273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03" name="TextBox 12">
                <a:extLst>
                  <a:ext uri="{FF2B5EF4-FFF2-40B4-BE49-F238E27FC236}">
                    <a16:creationId xmlns:a16="http://schemas.microsoft.com/office/drawing/2014/main" id="{2D15BA39-2364-4C63-A9FE-CED2ACE55F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2739" y="5210053"/>
                <a:ext cx="122489" cy="262829"/>
              </a:xfrm>
              <a:prstGeom prst="rect">
                <a:avLst/>
              </a:prstGeom>
              <a:blipFill>
                <a:blip r:embed="rId15"/>
                <a:stretch>
                  <a:fillRect r="-5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" name="TextBox 13">
                <a:extLst>
                  <a:ext uri="{FF2B5EF4-FFF2-40B4-BE49-F238E27FC236}">
                    <a16:creationId xmlns:a16="http://schemas.microsoft.com/office/drawing/2014/main" id="{5BBE5CFB-88D8-4469-8494-C3771AF0B07E}"/>
                  </a:ext>
                </a:extLst>
              </p:cNvPr>
              <p:cNvSpPr txBox="1"/>
              <p:nvPr/>
            </p:nvSpPr>
            <p:spPr>
              <a:xfrm>
                <a:off x="524373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04" name="TextBox 13">
                <a:extLst>
                  <a:ext uri="{FF2B5EF4-FFF2-40B4-BE49-F238E27FC236}">
                    <a16:creationId xmlns:a16="http://schemas.microsoft.com/office/drawing/2014/main" id="{5BBE5CFB-88D8-4469-8494-C3771AF0B0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43730" y="4774078"/>
                <a:ext cx="177900" cy="262829"/>
              </a:xfrm>
              <a:prstGeom prst="rect">
                <a:avLst/>
              </a:prstGeom>
              <a:blipFill>
                <a:blip r:embed="rId16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DVO">
            <a:extLst>
              <a:ext uri="{FF2B5EF4-FFF2-40B4-BE49-F238E27FC236}">
                <a16:creationId xmlns:a16="http://schemas.microsoft.com/office/drawing/2014/main" id="{F96F6B94-49FB-4E8E-B310-C524EE6EB924}"/>
              </a:ext>
            </a:extLst>
          </p:cNvPr>
          <p:cNvSpPr/>
          <p:nvPr/>
        </p:nvSpPr>
        <p:spPr>
          <a:xfrm flipH="1">
            <a:off x="508934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06" name="Oval 23">
            <a:extLst>
              <a:ext uri="{FF2B5EF4-FFF2-40B4-BE49-F238E27FC236}">
                <a16:creationId xmlns:a16="http://schemas.microsoft.com/office/drawing/2014/main" id="{670680F6-4BEC-4C22-833A-9E4A6CBEC582}"/>
              </a:ext>
            </a:extLst>
          </p:cNvPr>
          <p:cNvSpPr/>
          <p:nvPr/>
        </p:nvSpPr>
        <p:spPr>
          <a:xfrm>
            <a:off x="578344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107" name="Straight Arrow Connector 7">
            <a:extLst>
              <a:ext uri="{FF2B5EF4-FFF2-40B4-BE49-F238E27FC236}">
                <a16:creationId xmlns:a16="http://schemas.microsoft.com/office/drawing/2014/main" id="{A1809151-CF5D-4001-BFE7-C3E77CE2374C}"/>
              </a:ext>
            </a:extLst>
          </p:cNvPr>
          <p:cNvCxnSpPr>
            <a:cxnSpLocks/>
          </p:cNvCxnSpPr>
          <p:nvPr/>
        </p:nvCxnSpPr>
        <p:spPr>
          <a:xfrm flipV="1">
            <a:off x="533716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Arrow Connector 19">
            <a:extLst>
              <a:ext uri="{FF2B5EF4-FFF2-40B4-BE49-F238E27FC236}">
                <a16:creationId xmlns:a16="http://schemas.microsoft.com/office/drawing/2014/main" id="{4777B68C-003E-4E45-B65F-DE75F6FEDDB5}"/>
              </a:ext>
            </a:extLst>
          </p:cNvPr>
          <p:cNvCxnSpPr>
            <a:cxnSpLocks/>
          </p:cNvCxnSpPr>
          <p:nvPr/>
        </p:nvCxnSpPr>
        <p:spPr>
          <a:xfrm>
            <a:off x="533923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8">
            <a:extLst>
              <a:ext uri="{FF2B5EF4-FFF2-40B4-BE49-F238E27FC236}">
                <a16:creationId xmlns:a16="http://schemas.microsoft.com/office/drawing/2014/main" id="{DEF62319-3794-42DB-B1AD-90D182F6C30E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522062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Oval 20">
            <a:extLst>
              <a:ext uri="{FF2B5EF4-FFF2-40B4-BE49-F238E27FC236}">
                <a16:creationId xmlns:a16="http://schemas.microsoft.com/office/drawing/2014/main" id="{1C331957-BD5C-4ADC-9BD0-0362D2DE846B}"/>
              </a:ext>
            </a:extLst>
          </p:cNvPr>
          <p:cNvSpPr/>
          <p:nvPr/>
        </p:nvSpPr>
        <p:spPr>
          <a:xfrm>
            <a:off x="478363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11" name="Oval 22">
            <a:extLst>
              <a:ext uri="{FF2B5EF4-FFF2-40B4-BE49-F238E27FC236}">
                <a16:creationId xmlns:a16="http://schemas.microsoft.com/office/drawing/2014/main" id="{FC2A8A90-7779-4628-89CE-A72E829AE48E}"/>
              </a:ext>
            </a:extLst>
          </p:cNvPr>
          <p:cNvSpPr/>
          <p:nvPr/>
        </p:nvSpPr>
        <p:spPr>
          <a:xfrm>
            <a:off x="528382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12" name="Partial Circle 9">
            <a:extLst>
              <a:ext uri="{FF2B5EF4-FFF2-40B4-BE49-F238E27FC236}">
                <a16:creationId xmlns:a16="http://schemas.microsoft.com/office/drawing/2014/main" id="{5315E915-9F79-4893-9C67-DEF06DCA6A44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529396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3" name="TextBox 10">
                <a:extLst>
                  <a:ext uri="{FF2B5EF4-FFF2-40B4-BE49-F238E27FC236}">
                    <a16:creationId xmlns:a16="http://schemas.microsoft.com/office/drawing/2014/main" id="{59A75DA2-D29F-40CD-86F5-5A8149DFC155}"/>
                  </a:ext>
                </a:extLst>
              </p:cNvPr>
              <p:cNvSpPr txBox="1"/>
              <p:nvPr/>
            </p:nvSpPr>
            <p:spPr>
              <a:xfrm>
                <a:off x="504195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13" name="TextBox 10">
                <a:extLst>
                  <a:ext uri="{FF2B5EF4-FFF2-40B4-BE49-F238E27FC236}">
                    <a16:creationId xmlns:a16="http://schemas.microsoft.com/office/drawing/2014/main" id="{59A75DA2-D29F-40CD-86F5-5A8149DFC1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957" y="5223536"/>
                <a:ext cx="218239" cy="26282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4" name="Straight Arrow Connector 17">
            <a:extLst>
              <a:ext uri="{FF2B5EF4-FFF2-40B4-BE49-F238E27FC236}">
                <a16:creationId xmlns:a16="http://schemas.microsoft.com/office/drawing/2014/main" id="{BCCC993B-403E-4CD0-8F2D-CCE22AA07FE4}"/>
              </a:ext>
            </a:extLst>
          </p:cNvPr>
          <p:cNvCxnSpPr>
            <a:cxnSpLocks/>
          </p:cNvCxnSpPr>
          <p:nvPr/>
        </p:nvCxnSpPr>
        <p:spPr>
          <a:xfrm flipH="1">
            <a:off x="518545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5" name="Partial Circle 9">
            <a:extLst>
              <a:ext uri="{FF2B5EF4-FFF2-40B4-BE49-F238E27FC236}">
                <a16:creationId xmlns:a16="http://schemas.microsoft.com/office/drawing/2014/main" id="{B64F65C3-C6F2-4DF2-91FA-E795DCCB2332}"/>
              </a:ext>
            </a:extLst>
          </p:cNvPr>
          <p:cNvSpPr>
            <a:spLocks noChangeAspect="1"/>
          </p:cNvSpPr>
          <p:nvPr/>
        </p:nvSpPr>
        <p:spPr>
          <a:xfrm>
            <a:off x="528516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" name="TextBox 10">
                <a:extLst>
                  <a:ext uri="{FF2B5EF4-FFF2-40B4-BE49-F238E27FC236}">
                    <a16:creationId xmlns:a16="http://schemas.microsoft.com/office/drawing/2014/main" id="{4D013316-57BE-4BBE-AE05-DF43FD4F624A}"/>
                  </a:ext>
                </a:extLst>
              </p:cNvPr>
              <p:cNvSpPr txBox="1"/>
              <p:nvPr/>
            </p:nvSpPr>
            <p:spPr>
              <a:xfrm>
                <a:off x="531269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116" name="TextBox 10">
                <a:extLst>
                  <a:ext uri="{FF2B5EF4-FFF2-40B4-BE49-F238E27FC236}">
                    <a16:creationId xmlns:a16="http://schemas.microsoft.com/office/drawing/2014/main" id="{4D013316-57BE-4BBE-AE05-DF43FD4F62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2698" y="5001709"/>
                <a:ext cx="205647" cy="262829"/>
              </a:xfrm>
              <a:prstGeom prst="rect">
                <a:avLst/>
              </a:prstGeom>
              <a:blipFill>
                <a:blip r:embed="rId18"/>
                <a:stretch>
                  <a:fillRect r="-21212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7" name="Straight Arrow Connector 17">
            <a:extLst>
              <a:ext uri="{FF2B5EF4-FFF2-40B4-BE49-F238E27FC236}">
                <a16:creationId xmlns:a16="http://schemas.microsoft.com/office/drawing/2014/main" id="{A2EA2D20-EA97-415E-8638-BCD7DF1DD9F0}"/>
              </a:ext>
            </a:extLst>
          </p:cNvPr>
          <p:cNvCxnSpPr>
            <a:cxnSpLocks/>
          </p:cNvCxnSpPr>
          <p:nvPr/>
        </p:nvCxnSpPr>
        <p:spPr>
          <a:xfrm flipV="1">
            <a:off x="533325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18" name="Oval 22">
            <a:extLst>
              <a:ext uri="{FF2B5EF4-FFF2-40B4-BE49-F238E27FC236}">
                <a16:creationId xmlns:a16="http://schemas.microsoft.com/office/drawing/2014/main" id="{B33C3646-5F31-4319-92D9-AB8A8BD13C6C}"/>
              </a:ext>
            </a:extLst>
          </p:cNvPr>
          <p:cNvSpPr/>
          <p:nvPr/>
        </p:nvSpPr>
        <p:spPr>
          <a:xfrm>
            <a:off x="552039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19" name="Oval 22">
            <a:extLst>
              <a:ext uri="{FF2B5EF4-FFF2-40B4-BE49-F238E27FC236}">
                <a16:creationId xmlns:a16="http://schemas.microsoft.com/office/drawing/2014/main" id="{EBF3EB1C-9310-49DE-86F7-395DC9E552DA}"/>
              </a:ext>
            </a:extLst>
          </p:cNvPr>
          <p:cNvSpPr/>
          <p:nvPr/>
        </p:nvSpPr>
        <p:spPr>
          <a:xfrm>
            <a:off x="504561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89C05905-A0FC-4CFD-8C25-9DFF30E5A22F}"/>
                  </a:ext>
                </a:extLst>
              </p:cNvPr>
              <p:cNvSpPr txBox="1"/>
              <p:nvPr/>
            </p:nvSpPr>
            <p:spPr>
              <a:xfrm>
                <a:off x="3759447" y="506004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20" name="文字方塊 119">
                <a:extLst>
                  <a:ext uri="{FF2B5EF4-FFF2-40B4-BE49-F238E27FC236}">
                    <a16:creationId xmlns:a16="http://schemas.microsoft.com/office/drawing/2014/main" id="{89C05905-A0FC-4CFD-8C25-9DFF30E5A2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9447" y="5060042"/>
                <a:ext cx="974158" cy="262829"/>
              </a:xfrm>
              <a:prstGeom prst="rect">
                <a:avLst/>
              </a:prstGeom>
              <a:blipFill>
                <a:blip r:embed="rId19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1" name="直線接點 120">
            <a:extLst>
              <a:ext uri="{FF2B5EF4-FFF2-40B4-BE49-F238E27FC236}">
                <a16:creationId xmlns:a16="http://schemas.microsoft.com/office/drawing/2014/main" id="{CB2AE6E6-CEFD-4F05-BFBC-06B4F7009561}"/>
              </a:ext>
            </a:extLst>
          </p:cNvPr>
          <p:cNvCxnSpPr>
            <a:cxnSpLocks/>
            <a:endCxn id="119" idx="1"/>
          </p:cNvCxnSpPr>
          <p:nvPr/>
        </p:nvCxnSpPr>
        <p:spPr>
          <a:xfrm>
            <a:off x="4648200" y="4133850"/>
            <a:ext cx="413880" cy="91294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2" name="直線接點 121">
            <a:extLst>
              <a:ext uri="{FF2B5EF4-FFF2-40B4-BE49-F238E27FC236}">
                <a16:creationId xmlns:a16="http://schemas.microsoft.com/office/drawing/2014/main" id="{609583C0-9628-4A9D-B581-DF4A9C859529}"/>
              </a:ext>
            </a:extLst>
          </p:cNvPr>
          <p:cNvCxnSpPr>
            <a:cxnSpLocks/>
          </p:cNvCxnSpPr>
          <p:nvPr/>
        </p:nvCxnSpPr>
        <p:spPr>
          <a:xfrm>
            <a:off x="5632450" y="5537200"/>
            <a:ext cx="413880" cy="91294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29283C51-2577-4FD8-8F35-305707FE7951}"/>
                  </a:ext>
                </a:extLst>
              </p:cNvPr>
              <p:cNvSpPr txBox="1"/>
              <p:nvPr/>
            </p:nvSpPr>
            <p:spPr>
              <a:xfrm>
                <a:off x="5843557" y="503400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23" name="文字方塊 122">
                <a:extLst>
                  <a:ext uri="{FF2B5EF4-FFF2-40B4-BE49-F238E27FC236}">
                    <a16:creationId xmlns:a16="http://schemas.microsoft.com/office/drawing/2014/main" id="{29283C51-2577-4FD8-8F35-305707FE7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557" y="5034007"/>
                <a:ext cx="1100937" cy="262829"/>
              </a:xfrm>
              <a:prstGeom prst="rect">
                <a:avLst/>
              </a:prstGeom>
              <a:blipFill>
                <a:blip r:embed="rId2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614010C7-A822-4EAF-A397-FC22E4BCE4C3}"/>
                  </a:ext>
                </a:extLst>
              </p:cNvPr>
              <p:cNvSpPr txBox="1"/>
              <p:nvPr/>
            </p:nvSpPr>
            <p:spPr>
              <a:xfrm>
                <a:off x="5843557" y="619228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124" name="文字方塊 123">
                <a:extLst>
                  <a:ext uri="{FF2B5EF4-FFF2-40B4-BE49-F238E27FC236}">
                    <a16:creationId xmlns:a16="http://schemas.microsoft.com/office/drawing/2014/main" id="{614010C7-A822-4EAF-A397-FC22E4BCE4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3557" y="6192285"/>
                <a:ext cx="1100937" cy="262829"/>
              </a:xfrm>
              <a:prstGeom prst="rect">
                <a:avLst/>
              </a:prstGeom>
              <a:blipFill>
                <a:blip r:embed="rId2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5" name="圖片 124">
            <a:extLst>
              <a:ext uri="{FF2B5EF4-FFF2-40B4-BE49-F238E27FC236}">
                <a16:creationId xmlns:a16="http://schemas.microsoft.com/office/drawing/2014/main" id="{62B6A194-B2A7-4AEB-8074-0EF79EC72132}"/>
              </a:ext>
            </a:extLst>
          </p:cNvPr>
          <p:cNvPicPr>
            <a:picLocks noChangeAspect="1"/>
          </p:cNvPicPr>
          <p:nvPr/>
        </p:nvPicPr>
        <p:blipFill rotWithShape="1">
          <a:blip r:embed="rId28"/>
          <a:srcRect l="10739" t="17985" r="9733" b="14782"/>
          <a:stretch/>
        </p:blipFill>
        <p:spPr>
          <a:xfrm>
            <a:off x="6122193" y="3649610"/>
            <a:ext cx="523876" cy="139258"/>
          </a:xfrm>
          <a:prstGeom prst="rect">
            <a:avLst/>
          </a:prstGeom>
        </p:spPr>
      </p:pic>
      <p:cxnSp>
        <p:nvCxnSpPr>
          <p:cNvPr id="126" name="直線接點 125">
            <a:extLst>
              <a:ext uri="{FF2B5EF4-FFF2-40B4-BE49-F238E27FC236}">
                <a16:creationId xmlns:a16="http://schemas.microsoft.com/office/drawing/2014/main" id="{6C6CCDB0-F2BF-4A83-9EF5-E4E247D0C300}"/>
              </a:ext>
            </a:extLst>
          </p:cNvPr>
          <p:cNvCxnSpPr>
            <a:cxnSpLocks/>
          </p:cNvCxnSpPr>
          <p:nvPr/>
        </p:nvCxnSpPr>
        <p:spPr>
          <a:xfrm>
            <a:off x="563245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7" name="直線接點 126">
            <a:extLst>
              <a:ext uri="{FF2B5EF4-FFF2-40B4-BE49-F238E27FC236}">
                <a16:creationId xmlns:a16="http://schemas.microsoft.com/office/drawing/2014/main" id="{74081AD7-74D4-453E-94FB-AD0A436C520F}"/>
              </a:ext>
            </a:extLst>
          </p:cNvPr>
          <p:cNvCxnSpPr>
            <a:cxnSpLocks/>
          </p:cNvCxnSpPr>
          <p:nvPr/>
        </p:nvCxnSpPr>
        <p:spPr>
          <a:xfrm>
            <a:off x="467995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8" name="直線接點 127">
            <a:extLst>
              <a:ext uri="{FF2B5EF4-FFF2-40B4-BE49-F238E27FC236}">
                <a16:creationId xmlns:a16="http://schemas.microsoft.com/office/drawing/2014/main" id="{46C38187-7178-4D8D-9C25-8625DA03B465}"/>
              </a:ext>
            </a:extLst>
          </p:cNvPr>
          <p:cNvCxnSpPr>
            <a:cxnSpLocks/>
          </p:cNvCxnSpPr>
          <p:nvPr/>
        </p:nvCxnSpPr>
        <p:spPr>
          <a:xfrm flipH="1">
            <a:off x="466090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9" name="直線接點 128">
            <a:extLst>
              <a:ext uri="{FF2B5EF4-FFF2-40B4-BE49-F238E27FC236}">
                <a16:creationId xmlns:a16="http://schemas.microsoft.com/office/drawing/2014/main" id="{C9B6E407-7FFF-4032-AEA1-F4E4CAEF5679}"/>
              </a:ext>
            </a:extLst>
          </p:cNvPr>
          <p:cNvCxnSpPr>
            <a:cxnSpLocks/>
          </p:cNvCxnSpPr>
          <p:nvPr/>
        </p:nvCxnSpPr>
        <p:spPr>
          <a:xfrm flipV="1">
            <a:off x="588327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30" name="圖片 129">
            <a:extLst>
              <a:ext uri="{FF2B5EF4-FFF2-40B4-BE49-F238E27FC236}">
                <a16:creationId xmlns:a16="http://schemas.microsoft.com/office/drawing/2014/main" id="{C5D3BA7A-0C20-44DB-B73F-CB01C06EA2B2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456" r="24582"/>
          <a:stretch/>
        </p:blipFill>
        <p:spPr>
          <a:xfrm>
            <a:off x="3778250" y="5340417"/>
            <a:ext cx="908050" cy="838559"/>
          </a:xfrm>
          <a:prstGeom prst="rect">
            <a:avLst/>
          </a:prstGeom>
        </p:spPr>
      </p:pic>
      <p:pic>
        <p:nvPicPr>
          <p:cNvPr id="131" name="圖片 130">
            <a:extLst>
              <a:ext uri="{FF2B5EF4-FFF2-40B4-BE49-F238E27FC236}">
                <a16:creationId xmlns:a16="http://schemas.microsoft.com/office/drawing/2014/main" id="{3F1C524E-AE16-4B43-A083-214E80BB11D3}"/>
              </a:ext>
            </a:extLst>
          </p:cNvPr>
          <p:cNvPicPr>
            <a:picLocks noChangeAspect="1"/>
          </p:cNvPicPr>
          <p:nvPr/>
        </p:nvPicPr>
        <p:blipFill rotWithShape="1">
          <a:blip r:embed="rId2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236" r="-4466"/>
          <a:stretch/>
        </p:blipFill>
        <p:spPr>
          <a:xfrm>
            <a:off x="5956300" y="4210117"/>
            <a:ext cx="1022350" cy="838559"/>
          </a:xfrm>
          <a:prstGeom prst="rect">
            <a:avLst/>
          </a:prstGeom>
        </p:spPr>
      </p:pic>
      <p:pic>
        <p:nvPicPr>
          <p:cNvPr id="132" name="圖片 131">
            <a:extLst>
              <a:ext uri="{FF2B5EF4-FFF2-40B4-BE49-F238E27FC236}">
                <a16:creationId xmlns:a16="http://schemas.microsoft.com/office/drawing/2014/main" id="{B87F1B3D-9812-4B0D-8A2B-66700D844F95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9990"/>
          <a:stretch/>
        </p:blipFill>
        <p:spPr>
          <a:xfrm>
            <a:off x="3828729" y="4237811"/>
            <a:ext cx="863921" cy="842345"/>
          </a:xfrm>
          <a:prstGeom prst="rect">
            <a:avLst/>
          </a:prstGeom>
        </p:spPr>
      </p:pic>
      <p:pic>
        <p:nvPicPr>
          <p:cNvPr id="133" name="圖片 132">
            <a:extLst>
              <a:ext uri="{FF2B5EF4-FFF2-40B4-BE49-F238E27FC236}">
                <a16:creationId xmlns:a16="http://schemas.microsoft.com/office/drawing/2014/main" id="{A47E4435-270B-41FC-8FC4-9F8C2D34523E}"/>
              </a:ext>
            </a:extLst>
          </p:cNvPr>
          <p:cNvPicPr>
            <a:picLocks noChangeAspect="1"/>
          </p:cNvPicPr>
          <p:nvPr/>
        </p:nvPicPr>
        <p:blipFill rotWithShape="1">
          <a:blip r:embed="rId2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274"/>
          <a:stretch/>
        </p:blipFill>
        <p:spPr>
          <a:xfrm>
            <a:off x="5956300" y="5342711"/>
            <a:ext cx="876300" cy="842345"/>
          </a:xfrm>
          <a:prstGeom prst="rect">
            <a:avLst/>
          </a:prstGeom>
        </p:spPr>
      </p:pic>
      <p:sp>
        <p:nvSpPr>
          <p:cNvPr id="221" name="矩形: 圓角 220">
            <a:extLst>
              <a:ext uri="{FF2B5EF4-FFF2-40B4-BE49-F238E27FC236}">
                <a16:creationId xmlns:a16="http://schemas.microsoft.com/office/drawing/2014/main" id="{BFCB0BD4-6F03-4148-B150-C47BFFAFDD1E}"/>
              </a:ext>
            </a:extLst>
          </p:cNvPr>
          <p:cNvSpPr/>
          <p:nvPr/>
        </p:nvSpPr>
        <p:spPr>
          <a:xfrm>
            <a:off x="-3619501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222" name="圖片 221">
            <a:extLst>
              <a:ext uri="{FF2B5EF4-FFF2-40B4-BE49-F238E27FC236}">
                <a16:creationId xmlns:a16="http://schemas.microsoft.com/office/drawing/2014/main" id="{522A253C-DE0C-44AA-93CC-F0757B667E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819"/>
          <a:stretch/>
        </p:blipFill>
        <p:spPr>
          <a:xfrm>
            <a:off x="-1491455" y="3295650"/>
            <a:ext cx="229393" cy="863585"/>
          </a:xfrm>
          <a:prstGeom prst="rect">
            <a:avLst/>
          </a:prstGeom>
        </p:spPr>
      </p:pic>
      <p:pic>
        <p:nvPicPr>
          <p:cNvPr id="223" name="圖片 222">
            <a:extLst>
              <a:ext uri="{FF2B5EF4-FFF2-40B4-BE49-F238E27FC236}">
                <a16:creationId xmlns:a16="http://schemas.microsoft.com/office/drawing/2014/main" id="{80F57C4B-3F60-46A3-9E70-71A47B7D90DE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6113"/>
          <a:stretch/>
        </p:blipFill>
        <p:spPr>
          <a:xfrm>
            <a:off x="-2392907" y="3324472"/>
            <a:ext cx="817880" cy="814717"/>
          </a:xfrm>
          <a:prstGeom prst="rect">
            <a:avLst/>
          </a:prstGeom>
        </p:spPr>
      </p:pic>
      <p:pic>
        <p:nvPicPr>
          <p:cNvPr id="224" name="圖片 223">
            <a:extLst>
              <a:ext uri="{FF2B5EF4-FFF2-40B4-BE49-F238E27FC236}">
                <a16:creationId xmlns:a16="http://schemas.microsoft.com/office/drawing/2014/main" id="{6E330A2B-9F4B-4A5D-ABBF-FD071F5CB9B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-1284981" y="3614373"/>
            <a:ext cx="1234633" cy="2972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B3248B8E-43DC-4D37-BA43-BB2E730CE3A6}"/>
                  </a:ext>
                </a:extLst>
              </p:cNvPr>
              <p:cNvSpPr txBox="1"/>
              <p:nvPr/>
            </p:nvSpPr>
            <p:spPr>
              <a:xfrm>
                <a:off x="-2028013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26" name="文字方塊 225">
                <a:extLst>
                  <a:ext uri="{FF2B5EF4-FFF2-40B4-BE49-F238E27FC236}">
                    <a16:creationId xmlns:a16="http://schemas.microsoft.com/office/drawing/2014/main" id="{B3248B8E-43DC-4D37-BA43-BB2E730CE3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28013" y="3874967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27" name="群組 226">
            <a:extLst>
              <a:ext uri="{FF2B5EF4-FFF2-40B4-BE49-F238E27FC236}">
                <a16:creationId xmlns:a16="http://schemas.microsoft.com/office/drawing/2014/main" id="{1B177A48-CE66-4919-9411-484D0D5D272D}"/>
              </a:ext>
            </a:extLst>
          </p:cNvPr>
          <p:cNvGrpSpPr/>
          <p:nvPr/>
        </p:nvGrpSpPr>
        <p:grpSpPr>
          <a:xfrm>
            <a:off x="-1981260" y="3686758"/>
            <a:ext cx="50518" cy="48461"/>
            <a:chOff x="1373392" y="2391862"/>
            <a:chExt cx="479433" cy="476535"/>
          </a:xfrm>
        </p:grpSpPr>
        <p:sp>
          <p:nvSpPr>
            <p:cNvPr id="228" name="箭號: 向右 227">
              <a:extLst>
                <a:ext uri="{FF2B5EF4-FFF2-40B4-BE49-F238E27FC236}">
                  <a16:creationId xmlns:a16="http://schemas.microsoft.com/office/drawing/2014/main" id="{46953313-519D-4339-BFA5-7A0EFC5A9ACE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229" name="箭號: 向右 228">
              <a:extLst>
                <a:ext uri="{FF2B5EF4-FFF2-40B4-BE49-F238E27FC236}">
                  <a16:creationId xmlns:a16="http://schemas.microsoft.com/office/drawing/2014/main" id="{7EC5C135-9694-488F-9AA5-D4B81D5373A5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文字方塊 229">
                <a:extLst>
                  <a:ext uri="{FF2B5EF4-FFF2-40B4-BE49-F238E27FC236}">
                    <a16:creationId xmlns:a16="http://schemas.microsoft.com/office/drawing/2014/main" id="{32181AA9-0E70-40E7-A806-116D5108F30D}"/>
                  </a:ext>
                </a:extLst>
              </p:cNvPr>
              <p:cNvSpPr txBox="1"/>
              <p:nvPr/>
            </p:nvSpPr>
            <p:spPr>
              <a:xfrm>
                <a:off x="-210549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30" name="文字方塊 229">
                <a:extLst>
                  <a:ext uri="{FF2B5EF4-FFF2-40B4-BE49-F238E27FC236}">
                    <a16:creationId xmlns:a16="http://schemas.microsoft.com/office/drawing/2014/main" id="{32181AA9-0E70-40E7-A806-116D5108F3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105490" y="3443243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E507EE8D-2C96-4243-A2C0-96D989619200}"/>
                  </a:ext>
                </a:extLst>
              </p:cNvPr>
              <p:cNvSpPr txBox="1"/>
              <p:nvPr/>
            </p:nvSpPr>
            <p:spPr>
              <a:xfrm>
                <a:off x="-1974662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31" name="文字方塊 230">
                <a:extLst>
                  <a:ext uri="{FF2B5EF4-FFF2-40B4-BE49-F238E27FC236}">
                    <a16:creationId xmlns:a16="http://schemas.microsoft.com/office/drawing/2014/main" id="{E507EE8D-2C96-4243-A2C0-96D98961920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74662" y="3600976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68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73984991-F256-4A4E-8D54-F09265E395F6}"/>
                  </a:ext>
                </a:extLst>
              </p:cNvPr>
              <p:cNvSpPr txBox="1"/>
              <p:nvPr/>
            </p:nvSpPr>
            <p:spPr>
              <a:xfrm>
                <a:off x="-1579634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32" name="文字方塊 231">
                <a:extLst>
                  <a:ext uri="{FF2B5EF4-FFF2-40B4-BE49-F238E27FC236}">
                    <a16:creationId xmlns:a16="http://schemas.microsoft.com/office/drawing/2014/main" id="{73984991-F256-4A4E-8D54-F09265E395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579634" y="3967915"/>
                <a:ext cx="204146" cy="245324"/>
              </a:xfrm>
              <a:prstGeom prst="rect">
                <a:avLst/>
              </a:prstGeom>
              <a:blipFill>
                <a:blip r:embed="rId8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2CF250A9-B267-412F-84F4-0822C80FFF3D}"/>
                  </a:ext>
                </a:extLst>
              </p:cNvPr>
              <p:cNvSpPr txBox="1"/>
              <p:nvPr/>
            </p:nvSpPr>
            <p:spPr>
              <a:xfrm>
                <a:off x="-2252559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33" name="文字方塊 232">
                <a:extLst>
                  <a:ext uri="{FF2B5EF4-FFF2-40B4-BE49-F238E27FC236}">
                    <a16:creationId xmlns:a16="http://schemas.microsoft.com/office/drawing/2014/main" id="{2CF250A9-B267-412F-84F4-0822C80FF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52559" y="5832943"/>
                <a:ext cx="562814" cy="262829"/>
              </a:xfrm>
              <a:prstGeom prst="rect">
                <a:avLst/>
              </a:prstGeom>
              <a:blipFill>
                <a:blip r:embed="rId31"/>
                <a:stretch>
                  <a:fillRect t="-93023" r="-51613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FCC23576-5271-4F15-8057-52D819C6D6A8}"/>
                  </a:ext>
                </a:extLst>
              </p:cNvPr>
              <p:cNvSpPr txBox="1"/>
              <p:nvPr/>
            </p:nvSpPr>
            <p:spPr>
              <a:xfrm>
                <a:off x="-2240931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34" name="文字方塊 233">
                <a:extLst>
                  <a:ext uri="{FF2B5EF4-FFF2-40B4-BE49-F238E27FC236}">
                    <a16:creationId xmlns:a16="http://schemas.microsoft.com/office/drawing/2014/main" id="{FCC23576-5271-4F15-8057-52D819C6D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40931" y="4452471"/>
                <a:ext cx="562814" cy="262829"/>
              </a:xfrm>
              <a:prstGeom prst="rect">
                <a:avLst/>
              </a:prstGeom>
              <a:blipFill>
                <a:blip r:embed="rId13"/>
                <a:stretch>
                  <a:fillRect t="-90909" r="-51613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5" name="Oval 14">
            <a:extLst>
              <a:ext uri="{FF2B5EF4-FFF2-40B4-BE49-F238E27FC236}">
                <a16:creationId xmlns:a16="http://schemas.microsoft.com/office/drawing/2014/main" id="{CBF6D602-D925-4798-B971-8DE910519FE8}"/>
              </a:ext>
            </a:extLst>
          </p:cNvPr>
          <p:cNvSpPr/>
          <p:nvPr/>
        </p:nvSpPr>
        <p:spPr>
          <a:xfrm>
            <a:off x="-2012493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36" name="Oval 4">
            <a:extLst>
              <a:ext uri="{FF2B5EF4-FFF2-40B4-BE49-F238E27FC236}">
                <a16:creationId xmlns:a16="http://schemas.microsoft.com/office/drawing/2014/main" id="{98632E8F-C400-4711-9129-432536B8EBD7}"/>
              </a:ext>
            </a:extLst>
          </p:cNvPr>
          <p:cNvSpPr/>
          <p:nvPr/>
        </p:nvSpPr>
        <p:spPr>
          <a:xfrm>
            <a:off x="-2454588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37" name="Oval 15">
            <a:extLst>
              <a:ext uri="{FF2B5EF4-FFF2-40B4-BE49-F238E27FC236}">
                <a16:creationId xmlns:a16="http://schemas.microsoft.com/office/drawing/2014/main" id="{D382FA55-9DEB-4169-B61C-5AF8B33785C3}"/>
              </a:ext>
            </a:extLst>
          </p:cNvPr>
          <p:cNvSpPr/>
          <p:nvPr/>
        </p:nvSpPr>
        <p:spPr>
          <a:xfrm>
            <a:off x="-2012493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38" name="SHO">
            <a:extLst>
              <a:ext uri="{FF2B5EF4-FFF2-40B4-BE49-F238E27FC236}">
                <a16:creationId xmlns:a16="http://schemas.microsoft.com/office/drawing/2014/main" id="{A93F9CC4-D236-43B5-9090-51AB8E187695}"/>
              </a:ext>
            </a:extLst>
          </p:cNvPr>
          <p:cNvSpPr/>
          <p:nvPr/>
        </p:nvSpPr>
        <p:spPr>
          <a:xfrm rot="16200000">
            <a:off x="-2171807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39" name="SVO">
            <a:extLst>
              <a:ext uri="{FF2B5EF4-FFF2-40B4-BE49-F238E27FC236}">
                <a16:creationId xmlns:a16="http://schemas.microsoft.com/office/drawing/2014/main" id="{C6455539-A429-4F54-A272-E8EAC5D95DF3}"/>
              </a:ext>
            </a:extLst>
          </p:cNvPr>
          <p:cNvSpPr/>
          <p:nvPr/>
        </p:nvSpPr>
        <p:spPr>
          <a:xfrm>
            <a:off x="-220680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40" name="Oval 6">
            <a:extLst>
              <a:ext uri="{FF2B5EF4-FFF2-40B4-BE49-F238E27FC236}">
                <a16:creationId xmlns:a16="http://schemas.microsoft.com/office/drawing/2014/main" id="{D4CCB83F-FF0B-43B3-A64A-51CB43E43CE0}"/>
              </a:ext>
            </a:extLst>
          </p:cNvPr>
          <p:cNvSpPr/>
          <p:nvPr/>
        </p:nvSpPr>
        <p:spPr>
          <a:xfrm rot="16200000">
            <a:off x="-2171807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1" name="TextBox 11">
                <a:extLst>
                  <a:ext uri="{FF2B5EF4-FFF2-40B4-BE49-F238E27FC236}">
                    <a16:creationId xmlns:a16="http://schemas.microsoft.com/office/drawing/2014/main" id="{EEADA946-5B77-4DC5-97E7-086E9EC4D2E6}"/>
                  </a:ext>
                </a:extLst>
              </p:cNvPr>
              <p:cNvSpPr txBox="1"/>
              <p:nvPr/>
            </p:nvSpPr>
            <p:spPr>
              <a:xfrm>
                <a:off x="-233682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41" name="TextBox 11">
                <a:extLst>
                  <a:ext uri="{FF2B5EF4-FFF2-40B4-BE49-F238E27FC236}">
                    <a16:creationId xmlns:a16="http://schemas.microsoft.com/office/drawing/2014/main" id="{EEADA946-5B77-4DC5-97E7-086E9EC4D2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336820" y="5144009"/>
                <a:ext cx="122489" cy="262829"/>
              </a:xfrm>
              <a:prstGeom prst="rect">
                <a:avLst/>
              </a:prstGeom>
              <a:blipFill>
                <a:blip r:embed="rId14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2" name="Oval 22">
            <a:extLst>
              <a:ext uri="{FF2B5EF4-FFF2-40B4-BE49-F238E27FC236}">
                <a16:creationId xmlns:a16="http://schemas.microsoft.com/office/drawing/2014/main" id="{96FE61F2-8A67-4211-AA95-78167DC1A25C}"/>
              </a:ext>
            </a:extLst>
          </p:cNvPr>
          <p:cNvSpPr/>
          <p:nvPr/>
        </p:nvSpPr>
        <p:spPr>
          <a:xfrm>
            <a:off x="-2013147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43" name="TextBox 12">
                <a:extLst>
                  <a:ext uri="{FF2B5EF4-FFF2-40B4-BE49-F238E27FC236}">
                    <a16:creationId xmlns:a16="http://schemas.microsoft.com/office/drawing/2014/main" id="{F3301F64-3845-4A80-8B32-D86094784553}"/>
                  </a:ext>
                </a:extLst>
              </p:cNvPr>
              <p:cNvSpPr txBox="1"/>
              <p:nvPr/>
            </p:nvSpPr>
            <p:spPr>
              <a:xfrm>
                <a:off x="-1883411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43" name="TextBox 12">
                <a:extLst>
                  <a:ext uri="{FF2B5EF4-FFF2-40B4-BE49-F238E27FC236}">
                    <a16:creationId xmlns:a16="http://schemas.microsoft.com/office/drawing/2014/main" id="{F3301F64-3845-4A80-8B32-D860947845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83411" y="5210053"/>
                <a:ext cx="122489" cy="262829"/>
              </a:xfrm>
              <a:prstGeom prst="rect">
                <a:avLst/>
              </a:prstGeom>
              <a:blipFill>
                <a:blip r:embed="rId32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4" name="TextBox 13">
                <a:extLst>
                  <a:ext uri="{FF2B5EF4-FFF2-40B4-BE49-F238E27FC236}">
                    <a16:creationId xmlns:a16="http://schemas.microsoft.com/office/drawing/2014/main" id="{442B8B49-EB7B-4D00-9D91-BFA74B52C67B}"/>
                  </a:ext>
                </a:extLst>
              </p:cNvPr>
              <p:cNvSpPr txBox="1"/>
              <p:nvPr/>
            </p:nvSpPr>
            <p:spPr>
              <a:xfrm>
                <a:off x="-205242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44" name="TextBox 13">
                <a:extLst>
                  <a:ext uri="{FF2B5EF4-FFF2-40B4-BE49-F238E27FC236}">
                    <a16:creationId xmlns:a16="http://schemas.microsoft.com/office/drawing/2014/main" id="{442B8B49-EB7B-4D00-9D91-BFA74B52C6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052420" y="4774078"/>
                <a:ext cx="177900" cy="262829"/>
              </a:xfrm>
              <a:prstGeom prst="rect">
                <a:avLst/>
              </a:prstGeom>
              <a:blipFill>
                <a:blip r:embed="rId16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5" name="DVO">
            <a:extLst>
              <a:ext uri="{FF2B5EF4-FFF2-40B4-BE49-F238E27FC236}">
                <a16:creationId xmlns:a16="http://schemas.microsoft.com/office/drawing/2014/main" id="{02B471E2-00D5-4664-AC79-47FD6069381F}"/>
              </a:ext>
            </a:extLst>
          </p:cNvPr>
          <p:cNvSpPr/>
          <p:nvPr/>
        </p:nvSpPr>
        <p:spPr>
          <a:xfrm flipH="1">
            <a:off x="-220680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46" name="Oval 23">
            <a:extLst>
              <a:ext uri="{FF2B5EF4-FFF2-40B4-BE49-F238E27FC236}">
                <a16:creationId xmlns:a16="http://schemas.microsoft.com/office/drawing/2014/main" id="{49DB7E75-32B6-4A61-934C-0FB16768E705}"/>
              </a:ext>
            </a:extLst>
          </p:cNvPr>
          <p:cNvSpPr/>
          <p:nvPr/>
        </p:nvSpPr>
        <p:spPr>
          <a:xfrm>
            <a:off x="-1512709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47" name="Straight Arrow Connector 7">
            <a:extLst>
              <a:ext uri="{FF2B5EF4-FFF2-40B4-BE49-F238E27FC236}">
                <a16:creationId xmlns:a16="http://schemas.microsoft.com/office/drawing/2014/main" id="{5CBC4B7C-DAEB-47FF-BF6C-41E76BBB8AB9}"/>
              </a:ext>
            </a:extLst>
          </p:cNvPr>
          <p:cNvCxnSpPr>
            <a:cxnSpLocks/>
          </p:cNvCxnSpPr>
          <p:nvPr/>
        </p:nvCxnSpPr>
        <p:spPr>
          <a:xfrm flipV="1">
            <a:off x="-1958981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Straight Arrow Connector 19">
            <a:extLst>
              <a:ext uri="{FF2B5EF4-FFF2-40B4-BE49-F238E27FC236}">
                <a16:creationId xmlns:a16="http://schemas.microsoft.com/office/drawing/2014/main" id="{CA24557F-A8F3-49DA-BF7E-5AE659556FAE}"/>
              </a:ext>
            </a:extLst>
          </p:cNvPr>
          <p:cNvCxnSpPr>
            <a:cxnSpLocks/>
          </p:cNvCxnSpPr>
          <p:nvPr/>
        </p:nvCxnSpPr>
        <p:spPr>
          <a:xfrm>
            <a:off x="-195691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Straight Arrow Connector 18">
            <a:extLst>
              <a:ext uri="{FF2B5EF4-FFF2-40B4-BE49-F238E27FC236}">
                <a16:creationId xmlns:a16="http://schemas.microsoft.com/office/drawing/2014/main" id="{7365ABF4-47C3-4B56-A9BF-093E2C8CC36C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-2075523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0" name="Oval 20">
            <a:extLst>
              <a:ext uri="{FF2B5EF4-FFF2-40B4-BE49-F238E27FC236}">
                <a16:creationId xmlns:a16="http://schemas.microsoft.com/office/drawing/2014/main" id="{EB1FACB1-3C26-4127-8806-72AA8020400C}"/>
              </a:ext>
            </a:extLst>
          </p:cNvPr>
          <p:cNvSpPr/>
          <p:nvPr/>
        </p:nvSpPr>
        <p:spPr>
          <a:xfrm>
            <a:off x="-251251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51" name="Oval 22">
            <a:extLst>
              <a:ext uri="{FF2B5EF4-FFF2-40B4-BE49-F238E27FC236}">
                <a16:creationId xmlns:a16="http://schemas.microsoft.com/office/drawing/2014/main" id="{4CE261B1-1B3A-4F6E-A38A-B4656C1237E1}"/>
              </a:ext>
            </a:extLst>
          </p:cNvPr>
          <p:cNvSpPr/>
          <p:nvPr/>
        </p:nvSpPr>
        <p:spPr>
          <a:xfrm>
            <a:off x="-2012329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52" name="Partial Circle 9">
            <a:extLst>
              <a:ext uri="{FF2B5EF4-FFF2-40B4-BE49-F238E27FC236}">
                <a16:creationId xmlns:a16="http://schemas.microsoft.com/office/drawing/2014/main" id="{6AEB5F77-8262-4FE6-A753-4169C8B8117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-2002182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3" name="TextBox 10">
                <a:extLst>
                  <a:ext uri="{FF2B5EF4-FFF2-40B4-BE49-F238E27FC236}">
                    <a16:creationId xmlns:a16="http://schemas.microsoft.com/office/drawing/2014/main" id="{87ED3F22-BED3-4C56-BA79-48596BF47B75}"/>
                  </a:ext>
                </a:extLst>
              </p:cNvPr>
              <p:cNvSpPr txBox="1"/>
              <p:nvPr/>
            </p:nvSpPr>
            <p:spPr>
              <a:xfrm>
                <a:off x="-2254193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53" name="TextBox 10">
                <a:extLst>
                  <a:ext uri="{FF2B5EF4-FFF2-40B4-BE49-F238E27FC236}">
                    <a16:creationId xmlns:a16="http://schemas.microsoft.com/office/drawing/2014/main" id="{87ED3F22-BED3-4C56-BA79-48596BF47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254193" y="5223536"/>
                <a:ext cx="218239" cy="26282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4" name="Straight Arrow Connector 17">
            <a:extLst>
              <a:ext uri="{FF2B5EF4-FFF2-40B4-BE49-F238E27FC236}">
                <a16:creationId xmlns:a16="http://schemas.microsoft.com/office/drawing/2014/main" id="{87D3728E-4974-43C5-9648-710C18124204}"/>
              </a:ext>
            </a:extLst>
          </p:cNvPr>
          <p:cNvCxnSpPr>
            <a:cxnSpLocks/>
          </p:cNvCxnSpPr>
          <p:nvPr/>
        </p:nvCxnSpPr>
        <p:spPr>
          <a:xfrm flipH="1">
            <a:off x="-211070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5" name="Partial Circle 9">
            <a:extLst>
              <a:ext uri="{FF2B5EF4-FFF2-40B4-BE49-F238E27FC236}">
                <a16:creationId xmlns:a16="http://schemas.microsoft.com/office/drawing/2014/main" id="{6749F6D1-A3F7-4F59-87E2-F407C223DFD7}"/>
              </a:ext>
            </a:extLst>
          </p:cNvPr>
          <p:cNvSpPr>
            <a:spLocks noChangeAspect="1"/>
          </p:cNvSpPr>
          <p:nvPr/>
        </p:nvSpPr>
        <p:spPr>
          <a:xfrm>
            <a:off x="-201099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6" name="TextBox 10">
                <a:extLst>
                  <a:ext uri="{FF2B5EF4-FFF2-40B4-BE49-F238E27FC236}">
                    <a16:creationId xmlns:a16="http://schemas.microsoft.com/office/drawing/2014/main" id="{63DCEB81-4E60-43AD-8075-78C20EB289F3}"/>
                  </a:ext>
                </a:extLst>
              </p:cNvPr>
              <p:cNvSpPr txBox="1"/>
              <p:nvPr/>
            </p:nvSpPr>
            <p:spPr>
              <a:xfrm>
                <a:off x="-1983452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56" name="TextBox 10">
                <a:extLst>
                  <a:ext uri="{FF2B5EF4-FFF2-40B4-BE49-F238E27FC236}">
                    <a16:creationId xmlns:a16="http://schemas.microsoft.com/office/drawing/2014/main" id="{63DCEB81-4E60-43AD-8075-78C20EB289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983452" y="5001709"/>
                <a:ext cx="205647" cy="262829"/>
              </a:xfrm>
              <a:prstGeom prst="rect">
                <a:avLst/>
              </a:prstGeom>
              <a:blipFill>
                <a:blip r:embed="rId18"/>
                <a:stretch>
                  <a:fillRect r="-21212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57" name="Straight Arrow Connector 17">
            <a:extLst>
              <a:ext uri="{FF2B5EF4-FFF2-40B4-BE49-F238E27FC236}">
                <a16:creationId xmlns:a16="http://schemas.microsoft.com/office/drawing/2014/main" id="{1ED4F117-778F-4BAD-8F9E-CB17FCA0AFBE}"/>
              </a:ext>
            </a:extLst>
          </p:cNvPr>
          <p:cNvCxnSpPr>
            <a:cxnSpLocks/>
          </p:cNvCxnSpPr>
          <p:nvPr/>
        </p:nvCxnSpPr>
        <p:spPr>
          <a:xfrm flipV="1">
            <a:off x="-1962894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58" name="Oval 22">
            <a:extLst>
              <a:ext uri="{FF2B5EF4-FFF2-40B4-BE49-F238E27FC236}">
                <a16:creationId xmlns:a16="http://schemas.microsoft.com/office/drawing/2014/main" id="{A17A6BC7-08C3-4960-A41C-6807555149F9}"/>
              </a:ext>
            </a:extLst>
          </p:cNvPr>
          <p:cNvSpPr/>
          <p:nvPr/>
        </p:nvSpPr>
        <p:spPr>
          <a:xfrm>
            <a:off x="-177575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59" name="Oval 22">
            <a:extLst>
              <a:ext uri="{FF2B5EF4-FFF2-40B4-BE49-F238E27FC236}">
                <a16:creationId xmlns:a16="http://schemas.microsoft.com/office/drawing/2014/main" id="{4F8568CD-8DBB-4EE6-9912-9B268643E1A1}"/>
              </a:ext>
            </a:extLst>
          </p:cNvPr>
          <p:cNvSpPr/>
          <p:nvPr/>
        </p:nvSpPr>
        <p:spPr>
          <a:xfrm>
            <a:off x="-225054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60" name="矩形 259">
            <a:extLst>
              <a:ext uri="{FF2B5EF4-FFF2-40B4-BE49-F238E27FC236}">
                <a16:creationId xmlns:a16="http://schemas.microsoft.com/office/drawing/2014/main" id="{10435D7C-DBE8-42C9-8E79-E85A244CC807}"/>
              </a:ext>
            </a:extLst>
          </p:cNvPr>
          <p:cNvSpPr/>
          <p:nvPr/>
        </p:nvSpPr>
        <p:spPr>
          <a:xfrm>
            <a:off x="-1087026" y="3817370"/>
            <a:ext cx="84519" cy="92869"/>
          </a:xfrm>
          <a:prstGeom prst="rect">
            <a:avLst/>
          </a:prstGeom>
          <a:solidFill>
            <a:srgbClr val="EFEFEF"/>
          </a:solidFill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p:pic>
        <p:nvPicPr>
          <p:cNvPr id="261" name="圖片 260">
            <a:extLst>
              <a:ext uri="{FF2B5EF4-FFF2-40B4-BE49-F238E27FC236}">
                <a16:creationId xmlns:a16="http://schemas.microsoft.com/office/drawing/2014/main" id="{B455A56D-21A0-4709-A51F-955DFD52C326}"/>
              </a:ext>
            </a:extLst>
          </p:cNvPr>
          <p:cNvPicPr>
            <a:picLocks noChangeAspect="1"/>
          </p:cNvPicPr>
          <p:nvPr/>
        </p:nvPicPr>
        <p:blipFill rotWithShape="1">
          <a:blip r:embed="rId3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994" r="50136"/>
          <a:stretch/>
        </p:blipFill>
        <p:spPr>
          <a:xfrm>
            <a:off x="-2409826" y="6295797"/>
            <a:ext cx="871539" cy="840201"/>
          </a:xfrm>
          <a:prstGeom prst="rect">
            <a:avLst/>
          </a:prstGeom>
        </p:spPr>
      </p:pic>
      <p:pic>
        <p:nvPicPr>
          <p:cNvPr id="262" name="圖片 261">
            <a:extLst>
              <a:ext uri="{FF2B5EF4-FFF2-40B4-BE49-F238E27FC236}">
                <a16:creationId xmlns:a16="http://schemas.microsoft.com/office/drawing/2014/main" id="{306CA612-6855-46E9-8023-118F522AA092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18" r="50113"/>
          <a:stretch/>
        </p:blipFill>
        <p:spPr>
          <a:xfrm>
            <a:off x="-2413462" y="6308619"/>
            <a:ext cx="875175" cy="820869"/>
          </a:xfrm>
          <a:prstGeom prst="rect">
            <a:avLst/>
          </a:prstGeom>
        </p:spPr>
      </p:pic>
      <p:pic>
        <p:nvPicPr>
          <p:cNvPr id="263" name="圖片 262">
            <a:extLst>
              <a:ext uri="{FF2B5EF4-FFF2-40B4-BE49-F238E27FC236}">
                <a16:creationId xmlns:a16="http://schemas.microsoft.com/office/drawing/2014/main" id="{BDC80A2B-628A-4AE0-9EB7-71B97A80A8D0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646"/>
          <a:stretch/>
        </p:blipFill>
        <p:spPr>
          <a:xfrm>
            <a:off x="-1319212" y="4219921"/>
            <a:ext cx="840166" cy="820869"/>
          </a:xfrm>
          <a:prstGeom prst="rect">
            <a:avLst/>
          </a:prstGeom>
        </p:spPr>
      </p:pic>
      <p:pic>
        <p:nvPicPr>
          <p:cNvPr id="264" name="圖片 263">
            <a:extLst>
              <a:ext uri="{FF2B5EF4-FFF2-40B4-BE49-F238E27FC236}">
                <a16:creationId xmlns:a16="http://schemas.microsoft.com/office/drawing/2014/main" id="{BE899AE5-374A-4061-9742-95F63A163DBA}"/>
              </a:ext>
            </a:extLst>
          </p:cNvPr>
          <p:cNvPicPr>
            <a:picLocks noChangeAspect="1"/>
          </p:cNvPicPr>
          <p:nvPr/>
        </p:nvPicPr>
        <p:blipFill rotWithShape="1">
          <a:blip r:embed="rId3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279"/>
          <a:stretch/>
        </p:blipFill>
        <p:spPr>
          <a:xfrm>
            <a:off x="-1327180" y="5334291"/>
            <a:ext cx="850930" cy="830743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65" name="文字方塊 264">
                <a:extLst>
                  <a:ext uri="{FF2B5EF4-FFF2-40B4-BE49-F238E27FC236}">
                    <a16:creationId xmlns:a16="http://schemas.microsoft.com/office/drawing/2014/main" id="{CAB76D9F-AD49-4AEE-9449-3270C1627945}"/>
                  </a:ext>
                </a:extLst>
              </p:cNvPr>
              <p:cNvSpPr txBox="1"/>
              <p:nvPr/>
            </p:nvSpPr>
            <p:spPr>
              <a:xfrm>
                <a:off x="-2458454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65" name="文字方塊 264">
                <a:extLst>
                  <a:ext uri="{FF2B5EF4-FFF2-40B4-BE49-F238E27FC236}">
                    <a16:creationId xmlns:a16="http://schemas.microsoft.com/office/drawing/2014/main" id="{CAB76D9F-AD49-4AEE-9449-3270C1627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58454" y="4124924"/>
                <a:ext cx="1082966" cy="262829"/>
              </a:xfrm>
              <a:prstGeom prst="rect">
                <a:avLst/>
              </a:prstGeom>
              <a:blipFill>
                <a:blip r:embed="rId3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6" name="文字方塊 265">
                <a:extLst>
                  <a:ext uri="{FF2B5EF4-FFF2-40B4-BE49-F238E27FC236}">
                    <a16:creationId xmlns:a16="http://schemas.microsoft.com/office/drawing/2014/main" id="{4219BAF5-3F11-4DC6-A280-51DD9B917486}"/>
                  </a:ext>
                </a:extLst>
              </p:cNvPr>
              <p:cNvSpPr txBox="1"/>
              <p:nvPr/>
            </p:nvSpPr>
            <p:spPr>
              <a:xfrm>
                <a:off x="-3600093" y="621002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66" name="文字方塊 265">
                <a:extLst>
                  <a:ext uri="{FF2B5EF4-FFF2-40B4-BE49-F238E27FC236}">
                    <a16:creationId xmlns:a16="http://schemas.microsoft.com/office/drawing/2014/main" id="{4219BAF5-3F11-4DC6-A280-51DD9B9174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00093" y="6210027"/>
                <a:ext cx="1100937" cy="262829"/>
              </a:xfrm>
              <a:prstGeom prst="rect">
                <a:avLst/>
              </a:prstGeom>
              <a:blipFill>
                <a:blip r:embed="rId3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7" name="文字方塊 266">
                <a:extLst>
                  <a:ext uri="{FF2B5EF4-FFF2-40B4-BE49-F238E27FC236}">
                    <a16:creationId xmlns:a16="http://schemas.microsoft.com/office/drawing/2014/main" id="{DC8B6CE8-8C5C-467F-BAE8-DD909C731608}"/>
                  </a:ext>
                </a:extLst>
              </p:cNvPr>
              <p:cNvSpPr txBox="1"/>
              <p:nvPr/>
            </p:nvSpPr>
            <p:spPr>
              <a:xfrm>
                <a:off x="-2466064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67" name="文字方塊 266">
                <a:extLst>
                  <a:ext uri="{FF2B5EF4-FFF2-40B4-BE49-F238E27FC236}">
                    <a16:creationId xmlns:a16="http://schemas.microsoft.com/office/drawing/2014/main" id="{DC8B6CE8-8C5C-467F-BAE8-DD909C731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466064" y="7138435"/>
                <a:ext cx="1021987" cy="26282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8" name="文字方塊 267">
                <a:extLst>
                  <a:ext uri="{FF2B5EF4-FFF2-40B4-BE49-F238E27FC236}">
                    <a16:creationId xmlns:a16="http://schemas.microsoft.com/office/drawing/2014/main" id="{CC071060-7764-425A-88EC-7DDB9DDAD294}"/>
                  </a:ext>
                </a:extLst>
              </p:cNvPr>
              <p:cNvSpPr txBox="1"/>
              <p:nvPr/>
            </p:nvSpPr>
            <p:spPr>
              <a:xfrm>
                <a:off x="-3536703" y="504734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68" name="文字方塊 267">
                <a:extLst>
                  <a:ext uri="{FF2B5EF4-FFF2-40B4-BE49-F238E27FC236}">
                    <a16:creationId xmlns:a16="http://schemas.microsoft.com/office/drawing/2014/main" id="{CC071060-7764-425A-88EC-7DDB9DDAD29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536703" y="5047342"/>
                <a:ext cx="974158" cy="262829"/>
              </a:xfrm>
              <a:prstGeom prst="rect">
                <a:avLst/>
              </a:prstGeom>
              <a:blipFill>
                <a:blip r:embed="rId38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9" name="文字方塊 268">
                <a:extLst>
                  <a:ext uri="{FF2B5EF4-FFF2-40B4-BE49-F238E27FC236}">
                    <a16:creationId xmlns:a16="http://schemas.microsoft.com/office/drawing/2014/main" id="{77D2FEDC-B402-4C87-8891-369B5341301F}"/>
                  </a:ext>
                </a:extLst>
              </p:cNvPr>
              <p:cNvSpPr txBox="1"/>
              <p:nvPr/>
            </p:nvSpPr>
            <p:spPr>
              <a:xfrm>
                <a:off x="-1452593" y="502130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69" name="文字方塊 268">
                <a:extLst>
                  <a:ext uri="{FF2B5EF4-FFF2-40B4-BE49-F238E27FC236}">
                    <a16:creationId xmlns:a16="http://schemas.microsoft.com/office/drawing/2014/main" id="{77D2FEDC-B402-4C87-8891-369B534130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52593" y="5021307"/>
                <a:ext cx="1100937" cy="262829"/>
              </a:xfrm>
              <a:prstGeom prst="rect">
                <a:avLst/>
              </a:prstGeom>
              <a:blipFill>
                <a:blip r:embed="rId39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0" name="文字方塊 269">
                <a:extLst>
                  <a:ext uri="{FF2B5EF4-FFF2-40B4-BE49-F238E27FC236}">
                    <a16:creationId xmlns:a16="http://schemas.microsoft.com/office/drawing/2014/main" id="{3AC492B8-FDC8-457D-BB6B-07C3DFAF5F01}"/>
                  </a:ext>
                </a:extLst>
              </p:cNvPr>
              <p:cNvSpPr txBox="1"/>
              <p:nvPr/>
            </p:nvSpPr>
            <p:spPr>
              <a:xfrm>
                <a:off x="-1452593" y="617958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70" name="文字方塊 269">
                <a:extLst>
                  <a:ext uri="{FF2B5EF4-FFF2-40B4-BE49-F238E27FC236}">
                    <a16:creationId xmlns:a16="http://schemas.microsoft.com/office/drawing/2014/main" id="{3AC492B8-FDC8-457D-BB6B-07C3DFAF5F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452593" y="6179585"/>
                <a:ext cx="1100937" cy="262829"/>
              </a:xfrm>
              <a:prstGeom prst="rect">
                <a:avLst/>
              </a:prstGeom>
              <a:blipFill>
                <a:blip r:embed="rId40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1" name="直線接點 270">
            <a:extLst>
              <a:ext uri="{FF2B5EF4-FFF2-40B4-BE49-F238E27FC236}">
                <a16:creationId xmlns:a16="http://schemas.microsoft.com/office/drawing/2014/main" id="{308A09C7-C994-48A0-B4E4-4DCFAC865CBE}"/>
              </a:ext>
            </a:extLst>
          </p:cNvPr>
          <p:cNvCxnSpPr>
            <a:cxnSpLocks/>
          </p:cNvCxnSpPr>
          <p:nvPr/>
        </p:nvCxnSpPr>
        <p:spPr>
          <a:xfrm>
            <a:off x="-166370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2" name="直線接點 271">
            <a:extLst>
              <a:ext uri="{FF2B5EF4-FFF2-40B4-BE49-F238E27FC236}">
                <a16:creationId xmlns:a16="http://schemas.microsoft.com/office/drawing/2014/main" id="{6C8C8ACE-9432-4C5C-ACD3-664D3BA3CAA8}"/>
              </a:ext>
            </a:extLst>
          </p:cNvPr>
          <p:cNvCxnSpPr>
            <a:cxnSpLocks/>
          </p:cNvCxnSpPr>
          <p:nvPr/>
        </p:nvCxnSpPr>
        <p:spPr>
          <a:xfrm>
            <a:off x="-261620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3" name="直線接點 272">
            <a:extLst>
              <a:ext uri="{FF2B5EF4-FFF2-40B4-BE49-F238E27FC236}">
                <a16:creationId xmlns:a16="http://schemas.microsoft.com/office/drawing/2014/main" id="{ECD38A79-EB80-43F8-8546-05122EE3B7C0}"/>
              </a:ext>
            </a:extLst>
          </p:cNvPr>
          <p:cNvCxnSpPr>
            <a:cxnSpLocks/>
          </p:cNvCxnSpPr>
          <p:nvPr/>
        </p:nvCxnSpPr>
        <p:spPr>
          <a:xfrm flipH="1">
            <a:off x="-263525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74" name="直線接點 273">
            <a:extLst>
              <a:ext uri="{FF2B5EF4-FFF2-40B4-BE49-F238E27FC236}">
                <a16:creationId xmlns:a16="http://schemas.microsoft.com/office/drawing/2014/main" id="{8C021E7F-FF43-498F-BB58-5152D005CE91}"/>
              </a:ext>
            </a:extLst>
          </p:cNvPr>
          <p:cNvCxnSpPr>
            <a:cxnSpLocks/>
          </p:cNvCxnSpPr>
          <p:nvPr/>
        </p:nvCxnSpPr>
        <p:spPr>
          <a:xfrm flipV="1">
            <a:off x="-141287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75" name="圖片 274">
            <a:extLst>
              <a:ext uri="{FF2B5EF4-FFF2-40B4-BE49-F238E27FC236}">
                <a16:creationId xmlns:a16="http://schemas.microsoft.com/office/drawing/2014/main" id="{3863FC32-CBE1-49AB-832E-48CBEBCA190B}"/>
              </a:ext>
            </a:extLst>
          </p:cNvPr>
          <p:cNvPicPr>
            <a:picLocks noChangeAspect="1"/>
          </p:cNvPicPr>
          <p:nvPr/>
        </p:nvPicPr>
        <p:blipFill rotWithShape="1">
          <a:blip r:embed="rId30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692" r="24354"/>
          <a:stretch/>
        </p:blipFill>
        <p:spPr>
          <a:xfrm>
            <a:off x="-3500437" y="5367684"/>
            <a:ext cx="895350" cy="820869"/>
          </a:xfrm>
          <a:prstGeom prst="rect">
            <a:avLst/>
          </a:prstGeom>
        </p:spPr>
      </p:pic>
      <p:pic>
        <p:nvPicPr>
          <p:cNvPr id="276" name="圖片 275">
            <a:extLst>
              <a:ext uri="{FF2B5EF4-FFF2-40B4-BE49-F238E27FC236}">
                <a16:creationId xmlns:a16="http://schemas.microsoft.com/office/drawing/2014/main" id="{57792592-63BA-4DFC-B9B7-0F9200ABFD0E}"/>
              </a:ext>
            </a:extLst>
          </p:cNvPr>
          <p:cNvPicPr>
            <a:picLocks noChangeAspect="1"/>
          </p:cNvPicPr>
          <p:nvPr/>
        </p:nvPicPr>
        <p:blipFill>
          <a:blip r:embed="rId41"/>
          <a:stretch>
            <a:fillRect/>
          </a:stretch>
        </p:blipFill>
        <p:spPr>
          <a:xfrm>
            <a:off x="-3475220" y="4191795"/>
            <a:ext cx="861796" cy="865980"/>
          </a:xfrm>
          <a:prstGeom prst="rect">
            <a:avLst/>
          </a:prstGeom>
        </p:spPr>
      </p:pic>
      <p:sp>
        <p:nvSpPr>
          <p:cNvPr id="277" name="矩形: 圓角 276">
            <a:extLst>
              <a:ext uri="{FF2B5EF4-FFF2-40B4-BE49-F238E27FC236}">
                <a16:creationId xmlns:a16="http://schemas.microsoft.com/office/drawing/2014/main" id="{2507E351-AC23-472C-BB44-659BEC7646BF}"/>
              </a:ext>
            </a:extLst>
          </p:cNvPr>
          <p:cNvSpPr/>
          <p:nvPr/>
        </p:nvSpPr>
        <p:spPr>
          <a:xfrm>
            <a:off x="19049" y="2940050"/>
            <a:ext cx="3638551" cy="4495800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278" name="圖片 277">
            <a:extLst>
              <a:ext uri="{FF2B5EF4-FFF2-40B4-BE49-F238E27FC236}">
                <a16:creationId xmlns:a16="http://schemas.microsoft.com/office/drawing/2014/main" id="{DB566634-B569-4B41-9BE6-2F096B625ACC}"/>
              </a:ext>
            </a:extLst>
          </p:cNvPr>
          <p:cNvPicPr>
            <a:picLocks noChangeAspect="1"/>
          </p:cNvPicPr>
          <p:nvPr/>
        </p:nvPicPr>
        <p:blipFill rotWithShape="1">
          <a:blip r:embed="rId4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75589"/>
          <a:stretch/>
        </p:blipFill>
        <p:spPr>
          <a:xfrm>
            <a:off x="1250492" y="3325961"/>
            <a:ext cx="845008" cy="832474"/>
          </a:xfrm>
          <a:prstGeom prst="rect">
            <a:avLst/>
          </a:prstGeom>
        </p:spPr>
      </p:pic>
      <p:pic>
        <p:nvPicPr>
          <p:cNvPr id="279" name="圖片 278">
            <a:extLst>
              <a:ext uri="{FF2B5EF4-FFF2-40B4-BE49-F238E27FC236}">
                <a16:creationId xmlns:a16="http://schemas.microsoft.com/office/drawing/2014/main" id="{B8216857-F202-4324-A957-74E10FD51DD6}"/>
              </a:ext>
            </a:extLst>
          </p:cNvPr>
          <p:cNvPicPr>
            <a:picLocks noChangeAspect="1"/>
          </p:cNvPicPr>
          <p:nvPr/>
        </p:nvPicPr>
        <p:blipFill rotWithShape="1">
          <a:blip r:embed="rId4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4581" r="49553"/>
          <a:stretch/>
        </p:blipFill>
        <p:spPr>
          <a:xfrm>
            <a:off x="1225550" y="6302376"/>
            <a:ext cx="895350" cy="832474"/>
          </a:xfrm>
          <a:prstGeom prst="rect">
            <a:avLst/>
          </a:prstGeom>
        </p:spPr>
      </p:pic>
      <p:pic>
        <p:nvPicPr>
          <p:cNvPr id="280" name="圖片 279">
            <a:extLst>
              <a:ext uri="{FF2B5EF4-FFF2-40B4-BE49-F238E27FC236}">
                <a16:creationId xmlns:a16="http://schemas.microsoft.com/office/drawing/2014/main" id="{B910E4AD-84B1-46FA-A193-7AA78DF2BA78}"/>
              </a:ext>
            </a:extLst>
          </p:cNvPr>
          <p:cNvPicPr>
            <a:picLocks noChangeAspect="1"/>
          </p:cNvPicPr>
          <p:nvPr/>
        </p:nvPicPr>
        <p:blipFill rotWithShape="1">
          <a:blip r:embed="rId4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9896" r="24238"/>
          <a:stretch/>
        </p:blipFill>
        <p:spPr>
          <a:xfrm>
            <a:off x="139699" y="4238626"/>
            <a:ext cx="895351" cy="832474"/>
          </a:xfrm>
          <a:prstGeom prst="rect">
            <a:avLst/>
          </a:prstGeom>
        </p:spPr>
      </p:pic>
      <p:pic>
        <p:nvPicPr>
          <p:cNvPr id="281" name="圖片 280">
            <a:extLst>
              <a:ext uri="{FF2B5EF4-FFF2-40B4-BE49-F238E27FC236}">
                <a16:creationId xmlns:a16="http://schemas.microsoft.com/office/drawing/2014/main" id="{DB8C966B-0267-4603-B83D-CA0BC29413A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0860" t="49873" r="4750" b="29819"/>
          <a:stretch/>
        </p:blipFill>
        <p:spPr>
          <a:xfrm>
            <a:off x="2147095" y="3295650"/>
            <a:ext cx="229393" cy="863585"/>
          </a:xfrm>
          <a:prstGeom prst="rect">
            <a:avLst/>
          </a:prstGeom>
        </p:spPr>
      </p:pic>
      <p:pic>
        <p:nvPicPr>
          <p:cNvPr id="282" name="圖片 281">
            <a:extLst>
              <a:ext uri="{FF2B5EF4-FFF2-40B4-BE49-F238E27FC236}">
                <a16:creationId xmlns:a16="http://schemas.microsoft.com/office/drawing/2014/main" id="{D9D51E46-5049-4572-A8B0-6DBC4474401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2353569" y="3614373"/>
            <a:ext cx="1234633" cy="2972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84" name="文字方塊 283">
                <a:extLst>
                  <a:ext uri="{FF2B5EF4-FFF2-40B4-BE49-F238E27FC236}">
                    <a16:creationId xmlns:a16="http://schemas.microsoft.com/office/drawing/2014/main" id="{F2BC03EA-D372-48D5-B5BD-0864F902ED61}"/>
                  </a:ext>
                </a:extLst>
              </p:cNvPr>
              <p:cNvSpPr txBox="1"/>
              <p:nvPr/>
            </p:nvSpPr>
            <p:spPr>
              <a:xfrm>
                <a:off x="1610537" y="3874967"/>
                <a:ext cx="268993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>
          <p:sp>
            <p:nvSpPr>
              <p:cNvPr id="284" name="文字方塊 283">
                <a:extLst>
                  <a:ext uri="{FF2B5EF4-FFF2-40B4-BE49-F238E27FC236}">
                    <a16:creationId xmlns:a16="http://schemas.microsoft.com/office/drawing/2014/main" id="{F2BC03EA-D372-48D5-B5BD-0864F902ED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0537" y="3874967"/>
                <a:ext cx="268993" cy="272254"/>
              </a:xfrm>
              <a:prstGeom prst="rect">
                <a:avLst/>
              </a:prstGeom>
              <a:blipFill>
                <a:blip r:embed="rId5"/>
                <a:stretch>
                  <a:fillRect r="-72727" b="-227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5" name="群組 284">
            <a:extLst>
              <a:ext uri="{FF2B5EF4-FFF2-40B4-BE49-F238E27FC236}">
                <a16:creationId xmlns:a16="http://schemas.microsoft.com/office/drawing/2014/main" id="{82F60954-6F58-435B-B17D-E28E2CE24219}"/>
              </a:ext>
            </a:extLst>
          </p:cNvPr>
          <p:cNvGrpSpPr/>
          <p:nvPr/>
        </p:nvGrpSpPr>
        <p:grpSpPr>
          <a:xfrm>
            <a:off x="1657290" y="3686758"/>
            <a:ext cx="50518" cy="48461"/>
            <a:chOff x="1373392" y="2391862"/>
            <a:chExt cx="479433" cy="476535"/>
          </a:xfrm>
        </p:grpSpPr>
        <p:sp>
          <p:nvSpPr>
            <p:cNvPr id="286" name="箭號: 向右 285">
              <a:extLst>
                <a:ext uri="{FF2B5EF4-FFF2-40B4-BE49-F238E27FC236}">
                  <a16:creationId xmlns:a16="http://schemas.microsoft.com/office/drawing/2014/main" id="{85416D37-9C40-40F6-867C-979294B005FC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287" name="箭號: 向右 286">
              <a:extLst>
                <a:ext uri="{FF2B5EF4-FFF2-40B4-BE49-F238E27FC236}">
                  <a16:creationId xmlns:a16="http://schemas.microsoft.com/office/drawing/2014/main" id="{352AAA30-750A-4914-9BCB-569BB0D9BA24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288" name="文字方塊 287">
                <a:extLst>
                  <a:ext uri="{FF2B5EF4-FFF2-40B4-BE49-F238E27FC236}">
                    <a16:creationId xmlns:a16="http://schemas.microsoft.com/office/drawing/2014/main" id="{C60E1452-BE07-4A05-9B71-1B92A8A785F7}"/>
                  </a:ext>
                </a:extLst>
              </p:cNvPr>
              <p:cNvSpPr txBox="1"/>
              <p:nvPr/>
            </p:nvSpPr>
            <p:spPr>
              <a:xfrm>
                <a:off x="1533060" y="3443243"/>
                <a:ext cx="182571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88" name="文字方塊 287">
                <a:extLst>
                  <a:ext uri="{FF2B5EF4-FFF2-40B4-BE49-F238E27FC236}">
                    <a16:creationId xmlns:a16="http://schemas.microsoft.com/office/drawing/2014/main" id="{C60E1452-BE07-4A05-9B71-1B92A8A785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3060" y="3443243"/>
                <a:ext cx="182571" cy="276614"/>
              </a:xfrm>
              <a:prstGeom prst="rect">
                <a:avLst/>
              </a:prstGeom>
              <a:blipFill>
                <a:blip r:embed="rId6"/>
                <a:stretch>
                  <a:fillRect r="-5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9" name="文字方塊 288">
                <a:extLst>
                  <a:ext uri="{FF2B5EF4-FFF2-40B4-BE49-F238E27FC236}">
                    <a16:creationId xmlns:a16="http://schemas.microsoft.com/office/drawing/2014/main" id="{47F56A78-2D98-41A2-99FA-B26523C209D3}"/>
                  </a:ext>
                </a:extLst>
              </p:cNvPr>
              <p:cNvSpPr txBox="1"/>
              <p:nvPr/>
            </p:nvSpPr>
            <p:spPr>
              <a:xfrm>
                <a:off x="1663888" y="3600976"/>
                <a:ext cx="14927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89" name="文字方塊 288">
                <a:extLst>
                  <a:ext uri="{FF2B5EF4-FFF2-40B4-BE49-F238E27FC236}">
                    <a16:creationId xmlns:a16="http://schemas.microsoft.com/office/drawing/2014/main" id="{47F56A78-2D98-41A2-99FA-B26523C209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63888" y="3600976"/>
                <a:ext cx="149279" cy="262829"/>
              </a:xfrm>
              <a:prstGeom prst="rect">
                <a:avLst/>
              </a:prstGeom>
              <a:blipFill>
                <a:blip r:embed="rId7"/>
                <a:stretch>
                  <a:fillRect r="-7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0" name="文字方塊 289">
                <a:extLst>
                  <a:ext uri="{FF2B5EF4-FFF2-40B4-BE49-F238E27FC236}">
                    <a16:creationId xmlns:a16="http://schemas.microsoft.com/office/drawing/2014/main" id="{6FEB49F4-62CA-44E4-9067-5D4BBF6B69FD}"/>
                  </a:ext>
                </a:extLst>
              </p:cNvPr>
              <p:cNvSpPr txBox="1"/>
              <p:nvPr/>
            </p:nvSpPr>
            <p:spPr>
              <a:xfrm>
                <a:off x="2058916" y="3967915"/>
                <a:ext cx="20414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>
          <p:sp>
            <p:nvSpPr>
              <p:cNvPr id="290" name="文字方塊 289">
                <a:extLst>
                  <a:ext uri="{FF2B5EF4-FFF2-40B4-BE49-F238E27FC236}">
                    <a16:creationId xmlns:a16="http://schemas.microsoft.com/office/drawing/2014/main" id="{6FEB49F4-62CA-44E4-9067-5D4BBF6B69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8916" y="3967915"/>
                <a:ext cx="204146" cy="245324"/>
              </a:xfrm>
              <a:prstGeom prst="rect">
                <a:avLst/>
              </a:prstGeom>
              <a:blipFill>
                <a:blip r:embed="rId8"/>
                <a:stretch>
                  <a:fillRect r="-515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1" name="文字方塊 290">
                <a:extLst>
                  <a:ext uri="{FF2B5EF4-FFF2-40B4-BE49-F238E27FC236}">
                    <a16:creationId xmlns:a16="http://schemas.microsoft.com/office/drawing/2014/main" id="{8F2E1EF8-B810-4431-AAE1-A440CC13B06B}"/>
                  </a:ext>
                </a:extLst>
              </p:cNvPr>
              <p:cNvSpPr txBox="1"/>
              <p:nvPr/>
            </p:nvSpPr>
            <p:spPr>
              <a:xfrm>
                <a:off x="1385991" y="58329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91" name="文字方塊 290">
                <a:extLst>
                  <a:ext uri="{FF2B5EF4-FFF2-40B4-BE49-F238E27FC236}">
                    <a16:creationId xmlns:a16="http://schemas.microsoft.com/office/drawing/2014/main" id="{8F2E1EF8-B810-4431-AAE1-A440CC13B0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5991" y="5832943"/>
                <a:ext cx="562814" cy="262829"/>
              </a:xfrm>
              <a:prstGeom prst="rect">
                <a:avLst/>
              </a:prstGeom>
              <a:blipFill>
                <a:blip r:embed="rId43"/>
                <a:stretch>
                  <a:fillRect t="-93023" r="-51613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2" name="文字方塊 291">
                <a:extLst>
                  <a:ext uri="{FF2B5EF4-FFF2-40B4-BE49-F238E27FC236}">
                    <a16:creationId xmlns:a16="http://schemas.microsoft.com/office/drawing/2014/main" id="{A7D050D6-D990-4BB0-8E21-5B8D403D0014}"/>
                  </a:ext>
                </a:extLst>
              </p:cNvPr>
              <p:cNvSpPr txBox="1"/>
              <p:nvPr/>
            </p:nvSpPr>
            <p:spPr>
              <a:xfrm>
                <a:off x="139761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292" name="文字方塊 291">
                <a:extLst>
                  <a:ext uri="{FF2B5EF4-FFF2-40B4-BE49-F238E27FC236}">
                    <a16:creationId xmlns:a16="http://schemas.microsoft.com/office/drawing/2014/main" id="{A7D050D6-D990-4BB0-8E21-5B8D403D00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7619" y="4452471"/>
                <a:ext cx="562814" cy="262829"/>
              </a:xfrm>
              <a:prstGeom prst="rect">
                <a:avLst/>
              </a:prstGeom>
              <a:blipFill>
                <a:blip r:embed="rId25"/>
                <a:stretch>
                  <a:fillRect t="-90909" r="-39785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3" name="Oval 14">
            <a:extLst>
              <a:ext uri="{FF2B5EF4-FFF2-40B4-BE49-F238E27FC236}">
                <a16:creationId xmlns:a16="http://schemas.microsoft.com/office/drawing/2014/main" id="{98EB7712-392E-41F1-BB43-A70337B227BC}"/>
              </a:ext>
            </a:extLst>
          </p:cNvPr>
          <p:cNvSpPr/>
          <p:nvPr/>
        </p:nvSpPr>
        <p:spPr>
          <a:xfrm>
            <a:off x="1626057" y="46911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94" name="Oval 4">
            <a:extLst>
              <a:ext uri="{FF2B5EF4-FFF2-40B4-BE49-F238E27FC236}">
                <a16:creationId xmlns:a16="http://schemas.microsoft.com/office/drawing/2014/main" id="{00D907F3-719D-434C-9017-D8F31753D99C}"/>
              </a:ext>
            </a:extLst>
          </p:cNvPr>
          <p:cNvSpPr/>
          <p:nvPr/>
        </p:nvSpPr>
        <p:spPr>
          <a:xfrm>
            <a:off x="1183962" y="47493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95" name="Oval 15">
            <a:extLst>
              <a:ext uri="{FF2B5EF4-FFF2-40B4-BE49-F238E27FC236}">
                <a16:creationId xmlns:a16="http://schemas.microsoft.com/office/drawing/2014/main" id="{254A0EC8-C763-442D-83CF-99E541CD30D4}"/>
              </a:ext>
            </a:extLst>
          </p:cNvPr>
          <p:cNvSpPr/>
          <p:nvPr/>
        </p:nvSpPr>
        <p:spPr>
          <a:xfrm>
            <a:off x="1626057" y="57260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96" name="SHO">
            <a:extLst>
              <a:ext uri="{FF2B5EF4-FFF2-40B4-BE49-F238E27FC236}">
                <a16:creationId xmlns:a16="http://schemas.microsoft.com/office/drawing/2014/main" id="{C2579D2D-DC51-4FAE-AC3C-0C77B3848807}"/>
              </a:ext>
            </a:extLst>
          </p:cNvPr>
          <p:cNvSpPr/>
          <p:nvPr/>
        </p:nvSpPr>
        <p:spPr>
          <a:xfrm rot="16200000">
            <a:off x="1466743" y="47676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297" name="SVO">
            <a:extLst>
              <a:ext uri="{FF2B5EF4-FFF2-40B4-BE49-F238E27FC236}">
                <a16:creationId xmlns:a16="http://schemas.microsoft.com/office/drawing/2014/main" id="{07BDC92E-3EE4-4D9E-8F3B-3BF5E23960D8}"/>
              </a:ext>
            </a:extLst>
          </p:cNvPr>
          <p:cNvSpPr/>
          <p:nvPr/>
        </p:nvSpPr>
        <p:spPr>
          <a:xfrm>
            <a:off x="1431745" y="47497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98" name="Oval 6">
            <a:extLst>
              <a:ext uri="{FF2B5EF4-FFF2-40B4-BE49-F238E27FC236}">
                <a16:creationId xmlns:a16="http://schemas.microsoft.com/office/drawing/2014/main" id="{338BD482-2F97-4672-85AF-5423648FBC84}"/>
              </a:ext>
            </a:extLst>
          </p:cNvPr>
          <p:cNvSpPr/>
          <p:nvPr/>
        </p:nvSpPr>
        <p:spPr>
          <a:xfrm rot="16200000">
            <a:off x="1466743" y="47676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9" name="TextBox 11">
                <a:extLst>
                  <a:ext uri="{FF2B5EF4-FFF2-40B4-BE49-F238E27FC236}">
                    <a16:creationId xmlns:a16="http://schemas.microsoft.com/office/drawing/2014/main" id="{AC04144A-662F-4148-A39E-EB6B09159F61}"/>
                  </a:ext>
                </a:extLst>
              </p:cNvPr>
              <p:cNvSpPr txBox="1"/>
              <p:nvPr/>
            </p:nvSpPr>
            <p:spPr>
              <a:xfrm>
                <a:off x="1301730" y="51440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299" name="TextBox 11">
                <a:extLst>
                  <a:ext uri="{FF2B5EF4-FFF2-40B4-BE49-F238E27FC236}">
                    <a16:creationId xmlns:a16="http://schemas.microsoft.com/office/drawing/2014/main" id="{AC04144A-662F-4148-A39E-EB6B09159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01730" y="5144009"/>
                <a:ext cx="122489" cy="262829"/>
              </a:xfrm>
              <a:prstGeom prst="rect">
                <a:avLst/>
              </a:prstGeom>
              <a:blipFill>
                <a:blip r:embed="rId14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0" name="Oval 22">
            <a:extLst>
              <a:ext uri="{FF2B5EF4-FFF2-40B4-BE49-F238E27FC236}">
                <a16:creationId xmlns:a16="http://schemas.microsoft.com/office/drawing/2014/main" id="{E5E880AF-B87F-4684-817C-AC094B2C345E}"/>
              </a:ext>
            </a:extLst>
          </p:cNvPr>
          <p:cNvSpPr/>
          <p:nvPr/>
        </p:nvSpPr>
        <p:spPr>
          <a:xfrm>
            <a:off x="1625403" y="57260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1" name="TextBox 12">
                <a:extLst>
                  <a:ext uri="{FF2B5EF4-FFF2-40B4-BE49-F238E27FC236}">
                    <a16:creationId xmlns:a16="http://schemas.microsoft.com/office/drawing/2014/main" id="{E65822E4-E793-4230-856C-3D1C7443F5C9}"/>
                  </a:ext>
                </a:extLst>
              </p:cNvPr>
              <p:cNvSpPr txBox="1"/>
              <p:nvPr/>
            </p:nvSpPr>
            <p:spPr>
              <a:xfrm>
                <a:off x="1755139" y="52100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301" name="TextBox 12">
                <a:extLst>
                  <a:ext uri="{FF2B5EF4-FFF2-40B4-BE49-F238E27FC236}">
                    <a16:creationId xmlns:a16="http://schemas.microsoft.com/office/drawing/2014/main" id="{E65822E4-E793-4230-856C-3D1C7443F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5139" y="5210053"/>
                <a:ext cx="122489" cy="262829"/>
              </a:xfrm>
              <a:prstGeom prst="rect">
                <a:avLst/>
              </a:prstGeom>
              <a:blipFill>
                <a:blip r:embed="rId15"/>
                <a:stretch>
                  <a:fillRect r="-55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2" name="TextBox 13">
                <a:extLst>
                  <a:ext uri="{FF2B5EF4-FFF2-40B4-BE49-F238E27FC236}">
                    <a16:creationId xmlns:a16="http://schemas.microsoft.com/office/drawing/2014/main" id="{DEFDFF37-E700-46F9-BBF5-02851243322A}"/>
                  </a:ext>
                </a:extLst>
              </p:cNvPr>
              <p:cNvSpPr txBox="1"/>
              <p:nvPr/>
            </p:nvSpPr>
            <p:spPr>
              <a:xfrm>
                <a:off x="1586130" y="47740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302" name="TextBox 13">
                <a:extLst>
                  <a:ext uri="{FF2B5EF4-FFF2-40B4-BE49-F238E27FC236}">
                    <a16:creationId xmlns:a16="http://schemas.microsoft.com/office/drawing/2014/main" id="{DEFDFF37-E700-46F9-BBF5-0285124332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86130" y="4774078"/>
                <a:ext cx="177900" cy="262829"/>
              </a:xfrm>
              <a:prstGeom prst="rect">
                <a:avLst/>
              </a:prstGeom>
              <a:blipFill>
                <a:blip r:embed="rId16"/>
                <a:stretch>
                  <a:fillRect r="-103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3" name="DVO">
            <a:extLst>
              <a:ext uri="{FF2B5EF4-FFF2-40B4-BE49-F238E27FC236}">
                <a16:creationId xmlns:a16="http://schemas.microsoft.com/office/drawing/2014/main" id="{F4E8ED47-2B00-4178-B314-DC8986CF8B01}"/>
              </a:ext>
            </a:extLst>
          </p:cNvPr>
          <p:cNvSpPr/>
          <p:nvPr/>
        </p:nvSpPr>
        <p:spPr>
          <a:xfrm flipH="1">
            <a:off x="1431745" y="47497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04" name="Oval 23">
            <a:extLst>
              <a:ext uri="{FF2B5EF4-FFF2-40B4-BE49-F238E27FC236}">
                <a16:creationId xmlns:a16="http://schemas.microsoft.com/office/drawing/2014/main" id="{9350DE5B-0EAB-4B7E-8926-1E5044D26B8D}"/>
              </a:ext>
            </a:extLst>
          </p:cNvPr>
          <p:cNvSpPr/>
          <p:nvPr/>
        </p:nvSpPr>
        <p:spPr>
          <a:xfrm>
            <a:off x="2125841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305" name="Straight Arrow Connector 7">
            <a:extLst>
              <a:ext uri="{FF2B5EF4-FFF2-40B4-BE49-F238E27FC236}">
                <a16:creationId xmlns:a16="http://schemas.microsoft.com/office/drawing/2014/main" id="{FD5FC183-C4F0-4B6B-91D4-77A1FB829C99}"/>
              </a:ext>
            </a:extLst>
          </p:cNvPr>
          <p:cNvCxnSpPr>
            <a:cxnSpLocks/>
          </p:cNvCxnSpPr>
          <p:nvPr/>
        </p:nvCxnSpPr>
        <p:spPr>
          <a:xfrm flipV="1">
            <a:off x="1679569" y="49572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6" name="Straight Arrow Connector 19">
            <a:extLst>
              <a:ext uri="{FF2B5EF4-FFF2-40B4-BE49-F238E27FC236}">
                <a16:creationId xmlns:a16="http://schemas.microsoft.com/office/drawing/2014/main" id="{DC91C765-77D9-4E5E-A8D7-D8B816168E02}"/>
              </a:ext>
            </a:extLst>
          </p:cNvPr>
          <p:cNvCxnSpPr>
            <a:cxnSpLocks/>
          </p:cNvCxnSpPr>
          <p:nvPr/>
        </p:nvCxnSpPr>
        <p:spPr>
          <a:xfrm>
            <a:off x="1681635" y="52644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7" name="Straight Arrow Connector 18">
            <a:extLst>
              <a:ext uri="{FF2B5EF4-FFF2-40B4-BE49-F238E27FC236}">
                <a16:creationId xmlns:a16="http://schemas.microsoft.com/office/drawing/2014/main" id="{A6BA2279-2752-4900-8C58-73A92E5688FB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1563027" y="51457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8" name="Oval 20">
            <a:extLst>
              <a:ext uri="{FF2B5EF4-FFF2-40B4-BE49-F238E27FC236}">
                <a16:creationId xmlns:a16="http://schemas.microsoft.com/office/drawing/2014/main" id="{33B381FD-FEE4-409D-BEA0-03BF25B73C1B}"/>
              </a:ext>
            </a:extLst>
          </p:cNvPr>
          <p:cNvSpPr/>
          <p:nvPr/>
        </p:nvSpPr>
        <p:spPr>
          <a:xfrm>
            <a:off x="1126035" y="52092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309" name="Oval 22">
            <a:extLst>
              <a:ext uri="{FF2B5EF4-FFF2-40B4-BE49-F238E27FC236}">
                <a16:creationId xmlns:a16="http://schemas.microsoft.com/office/drawing/2014/main" id="{61F5D371-B440-4386-94AD-0DC0A4118A22}"/>
              </a:ext>
            </a:extLst>
          </p:cNvPr>
          <p:cNvSpPr/>
          <p:nvPr/>
        </p:nvSpPr>
        <p:spPr>
          <a:xfrm>
            <a:off x="1626221" y="46856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310" name="Partial Circle 9">
            <a:extLst>
              <a:ext uri="{FF2B5EF4-FFF2-40B4-BE49-F238E27FC236}">
                <a16:creationId xmlns:a16="http://schemas.microsoft.com/office/drawing/2014/main" id="{8A8CABB8-7510-4E24-87B6-13825745ABB2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1636368" y="51992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1" name="TextBox 10">
                <a:extLst>
                  <a:ext uri="{FF2B5EF4-FFF2-40B4-BE49-F238E27FC236}">
                    <a16:creationId xmlns:a16="http://schemas.microsoft.com/office/drawing/2014/main" id="{32F63E51-2306-4585-9B23-10DC1EFDF686}"/>
                  </a:ext>
                </a:extLst>
              </p:cNvPr>
              <p:cNvSpPr txBox="1"/>
              <p:nvPr/>
            </p:nvSpPr>
            <p:spPr>
              <a:xfrm>
                <a:off x="1384357" y="52235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311" name="TextBox 10">
                <a:extLst>
                  <a:ext uri="{FF2B5EF4-FFF2-40B4-BE49-F238E27FC236}">
                    <a16:creationId xmlns:a16="http://schemas.microsoft.com/office/drawing/2014/main" id="{32F63E51-2306-4585-9B23-10DC1EFDF6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4357" y="5223536"/>
                <a:ext cx="218239" cy="262829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2" name="Straight Arrow Connector 17">
            <a:extLst>
              <a:ext uri="{FF2B5EF4-FFF2-40B4-BE49-F238E27FC236}">
                <a16:creationId xmlns:a16="http://schemas.microsoft.com/office/drawing/2014/main" id="{0EF74211-B1EA-47A7-B880-1D9A4535DFCE}"/>
              </a:ext>
            </a:extLst>
          </p:cNvPr>
          <p:cNvCxnSpPr>
            <a:cxnSpLocks/>
          </p:cNvCxnSpPr>
          <p:nvPr/>
        </p:nvCxnSpPr>
        <p:spPr>
          <a:xfrm flipH="1">
            <a:off x="1527850" y="52685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3" name="Partial Circle 9">
            <a:extLst>
              <a:ext uri="{FF2B5EF4-FFF2-40B4-BE49-F238E27FC236}">
                <a16:creationId xmlns:a16="http://schemas.microsoft.com/office/drawing/2014/main" id="{4CC048BB-455A-4FD9-BD6B-598BE1A601C5}"/>
              </a:ext>
            </a:extLst>
          </p:cNvPr>
          <p:cNvSpPr>
            <a:spLocks noChangeAspect="1"/>
          </p:cNvSpPr>
          <p:nvPr/>
        </p:nvSpPr>
        <p:spPr>
          <a:xfrm>
            <a:off x="1627560" y="51735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4" name="TextBox 10">
                <a:extLst>
                  <a:ext uri="{FF2B5EF4-FFF2-40B4-BE49-F238E27FC236}">
                    <a16:creationId xmlns:a16="http://schemas.microsoft.com/office/drawing/2014/main" id="{2442745E-920C-4A3C-941B-CBF9F8F32CAA}"/>
                  </a:ext>
                </a:extLst>
              </p:cNvPr>
              <p:cNvSpPr txBox="1"/>
              <p:nvPr/>
            </p:nvSpPr>
            <p:spPr>
              <a:xfrm>
                <a:off x="1655098" y="50017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>
          <p:sp>
            <p:nvSpPr>
              <p:cNvPr id="314" name="TextBox 10">
                <a:extLst>
                  <a:ext uri="{FF2B5EF4-FFF2-40B4-BE49-F238E27FC236}">
                    <a16:creationId xmlns:a16="http://schemas.microsoft.com/office/drawing/2014/main" id="{2442745E-920C-4A3C-941B-CBF9F8F32C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5098" y="5001709"/>
                <a:ext cx="205647" cy="262829"/>
              </a:xfrm>
              <a:prstGeom prst="rect">
                <a:avLst/>
              </a:prstGeom>
              <a:blipFill>
                <a:blip r:embed="rId18"/>
                <a:stretch>
                  <a:fillRect r="-21212"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5" name="Straight Arrow Connector 17">
            <a:extLst>
              <a:ext uri="{FF2B5EF4-FFF2-40B4-BE49-F238E27FC236}">
                <a16:creationId xmlns:a16="http://schemas.microsoft.com/office/drawing/2014/main" id="{B2130AE3-367F-4DFB-BC14-3C7E56C07C7E}"/>
              </a:ext>
            </a:extLst>
          </p:cNvPr>
          <p:cNvCxnSpPr>
            <a:cxnSpLocks/>
          </p:cNvCxnSpPr>
          <p:nvPr/>
        </p:nvCxnSpPr>
        <p:spPr>
          <a:xfrm flipV="1">
            <a:off x="1675656" y="49599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316" name="Oval 22">
            <a:extLst>
              <a:ext uri="{FF2B5EF4-FFF2-40B4-BE49-F238E27FC236}">
                <a16:creationId xmlns:a16="http://schemas.microsoft.com/office/drawing/2014/main" id="{175C415A-8C69-4DDF-B242-79C625A76E9F}"/>
              </a:ext>
            </a:extLst>
          </p:cNvPr>
          <p:cNvSpPr/>
          <p:nvPr/>
        </p:nvSpPr>
        <p:spPr>
          <a:xfrm>
            <a:off x="1862795" y="5404283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17" name="Oval 22">
            <a:extLst>
              <a:ext uri="{FF2B5EF4-FFF2-40B4-BE49-F238E27FC236}">
                <a16:creationId xmlns:a16="http://schemas.microsoft.com/office/drawing/2014/main" id="{4DA07808-194C-4AE3-97C5-248FD4EBD242}"/>
              </a:ext>
            </a:extLst>
          </p:cNvPr>
          <p:cNvSpPr/>
          <p:nvPr/>
        </p:nvSpPr>
        <p:spPr>
          <a:xfrm>
            <a:off x="1388010" y="5029731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318" name="矩形 317">
            <a:extLst>
              <a:ext uri="{FF2B5EF4-FFF2-40B4-BE49-F238E27FC236}">
                <a16:creationId xmlns:a16="http://schemas.microsoft.com/office/drawing/2014/main" id="{5A247E80-A08A-46E5-9F91-61F88D0F42B5}"/>
              </a:ext>
            </a:extLst>
          </p:cNvPr>
          <p:cNvSpPr/>
          <p:nvPr/>
        </p:nvSpPr>
        <p:spPr>
          <a:xfrm>
            <a:off x="2551524" y="3817370"/>
            <a:ext cx="84519" cy="92869"/>
          </a:xfrm>
          <a:prstGeom prst="rect">
            <a:avLst/>
          </a:prstGeom>
          <a:solidFill>
            <a:srgbClr val="EFEFEF"/>
          </a:solidFill>
        </p:spPr>
        <p:txBody>
          <a:bodyPr wrap="square">
            <a:spAutoFit/>
          </a:bodyPr>
          <a:lstStyle/>
          <a:p>
            <a:endParaRPr lang="zh-TW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9" name="文字方塊 318">
                <a:extLst>
                  <a:ext uri="{FF2B5EF4-FFF2-40B4-BE49-F238E27FC236}">
                    <a16:creationId xmlns:a16="http://schemas.microsoft.com/office/drawing/2014/main" id="{0C53E9C3-7951-4998-AFD5-D218CF28CF7A}"/>
                  </a:ext>
                </a:extLst>
              </p:cNvPr>
              <p:cNvSpPr txBox="1"/>
              <p:nvPr/>
            </p:nvSpPr>
            <p:spPr>
              <a:xfrm>
                <a:off x="1180096" y="4124924"/>
                <a:ext cx="1082966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19" name="文字方塊 318">
                <a:extLst>
                  <a:ext uri="{FF2B5EF4-FFF2-40B4-BE49-F238E27FC236}">
                    <a16:creationId xmlns:a16="http://schemas.microsoft.com/office/drawing/2014/main" id="{0C53E9C3-7951-4998-AFD5-D218CF28CF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0096" y="4124924"/>
                <a:ext cx="1082966" cy="262829"/>
              </a:xfrm>
              <a:prstGeom prst="rect">
                <a:avLst/>
              </a:prstGeom>
              <a:blipFill>
                <a:blip r:embed="rId9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0" name="文字方塊 319">
                <a:extLst>
                  <a:ext uri="{FF2B5EF4-FFF2-40B4-BE49-F238E27FC236}">
                    <a16:creationId xmlns:a16="http://schemas.microsoft.com/office/drawing/2014/main" id="{74497B77-7853-42E2-95CB-63D7A3A4D864}"/>
                  </a:ext>
                </a:extLst>
              </p:cNvPr>
              <p:cNvSpPr txBox="1"/>
              <p:nvPr/>
            </p:nvSpPr>
            <p:spPr>
              <a:xfrm>
                <a:off x="38457" y="616557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20" name="文字方塊 319">
                <a:extLst>
                  <a:ext uri="{FF2B5EF4-FFF2-40B4-BE49-F238E27FC236}">
                    <a16:creationId xmlns:a16="http://schemas.microsoft.com/office/drawing/2014/main" id="{74497B77-7853-42E2-95CB-63D7A3A4D8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57" y="6165577"/>
                <a:ext cx="1100937" cy="262829"/>
              </a:xfrm>
              <a:prstGeom prst="rect">
                <a:avLst/>
              </a:prstGeom>
              <a:blipFill>
                <a:blip r:embed="rId44"/>
                <a:stretch>
                  <a:fillRect b="-454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文字方塊 320">
                <a:extLst>
                  <a:ext uri="{FF2B5EF4-FFF2-40B4-BE49-F238E27FC236}">
                    <a16:creationId xmlns:a16="http://schemas.microsoft.com/office/drawing/2014/main" id="{DEE576E4-5B88-466A-8857-EC1B692B4C75}"/>
                  </a:ext>
                </a:extLst>
              </p:cNvPr>
              <p:cNvSpPr txBox="1"/>
              <p:nvPr/>
            </p:nvSpPr>
            <p:spPr>
              <a:xfrm>
                <a:off x="1172486" y="7138435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21" name="文字方塊 320">
                <a:extLst>
                  <a:ext uri="{FF2B5EF4-FFF2-40B4-BE49-F238E27FC236}">
                    <a16:creationId xmlns:a16="http://schemas.microsoft.com/office/drawing/2014/main" id="{DEE576E4-5B88-466A-8857-EC1B692B4C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2486" y="7138435"/>
                <a:ext cx="1021987" cy="262829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2" name="文字方塊 321">
                <a:extLst>
                  <a:ext uri="{FF2B5EF4-FFF2-40B4-BE49-F238E27FC236}">
                    <a16:creationId xmlns:a16="http://schemas.microsoft.com/office/drawing/2014/main" id="{AD560B90-318B-4FC1-B0E9-89CF9D42ACD6}"/>
                  </a:ext>
                </a:extLst>
              </p:cNvPr>
              <p:cNvSpPr txBox="1"/>
              <p:nvPr/>
            </p:nvSpPr>
            <p:spPr>
              <a:xfrm>
                <a:off x="101847" y="5021942"/>
                <a:ext cx="974158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22" name="文字方塊 321">
                <a:extLst>
                  <a:ext uri="{FF2B5EF4-FFF2-40B4-BE49-F238E27FC236}">
                    <a16:creationId xmlns:a16="http://schemas.microsoft.com/office/drawing/2014/main" id="{AD560B90-318B-4FC1-B0E9-89CF9D42AC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847" y="5021942"/>
                <a:ext cx="974158" cy="262829"/>
              </a:xfrm>
              <a:prstGeom prst="rect">
                <a:avLst/>
              </a:prstGeom>
              <a:blipFill>
                <a:blip r:embed="rId45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3" name="文字方塊 322">
                <a:extLst>
                  <a:ext uri="{FF2B5EF4-FFF2-40B4-BE49-F238E27FC236}">
                    <a16:creationId xmlns:a16="http://schemas.microsoft.com/office/drawing/2014/main" id="{BD01A49C-ED15-4A3D-97C4-90E7CA1ED60A}"/>
                  </a:ext>
                </a:extLst>
              </p:cNvPr>
              <p:cNvSpPr txBox="1"/>
              <p:nvPr/>
            </p:nvSpPr>
            <p:spPr>
              <a:xfrm>
                <a:off x="2185957" y="5027657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23" name="文字方塊 322">
                <a:extLst>
                  <a:ext uri="{FF2B5EF4-FFF2-40B4-BE49-F238E27FC236}">
                    <a16:creationId xmlns:a16="http://schemas.microsoft.com/office/drawing/2014/main" id="{BD01A49C-ED15-4A3D-97C4-90E7CA1ED6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957" y="5027657"/>
                <a:ext cx="1100937" cy="262829"/>
              </a:xfrm>
              <a:prstGeom prst="rect">
                <a:avLst/>
              </a:prstGeom>
              <a:blipFill>
                <a:blip r:embed="rId46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4" name="文字方塊 323">
                <a:extLst>
                  <a:ext uri="{FF2B5EF4-FFF2-40B4-BE49-F238E27FC236}">
                    <a16:creationId xmlns:a16="http://schemas.microsoft.com/office/drawing/2014/main" id="{1B448963-B8C3-489B-81B1-4DB21D16A9F6}"/>
                  </a:ext>
                </a:extLst>
              </p:cNvPr>
              <p:cNvSpPr txBox="1"/>
              <p:nvPr/>
            </p:nvSpPr>
            <p:spPr>
              <a:xfrm>
                <a:off x="2185957" y="6166885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>
          <p:sp>
            <p:nvSpPr>
              <p:cNvPr id="324" name="文字方塊 323">
                <a:extLst>
                  <a:ext uri="{FF2B5EF4-FFF2-40B4-BE49-F238E27FC236}">
                    <a16:creationId xmlns:a16="http://schemas.microsoft.com/office/drawing/2014/main" id="{1B448963-B8C3-489B-81B1-4DB21D16A9F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5957" y="6166885"/>
                <a:ext cx="1100937" cy="262829"/>
              </a:xfrm>
              <a:prstGeom prst="rect">
                <a:avLst/>
              </a:prstGeom>
              <a:blipFill>
                <a:blip r:embed="rId47"/>
                <a:stretch>
                  <a:fillRect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25" name="圖片 324">
            <a:extLst>
              <a:ext uri="{FF2B5EF4-FFF2-40B4-BE49-F238E27FC236}">
                <a16:creationId xmlns:a16="http://schemas.microsoft.com/office/drawing/2014/main" id="{ACEF8608-82B5-4B73-9FB7-85F30504225A}"/>
              </a:ext>
            </a:extLst>
          </p:cNvPr>
          <p:cNvPicPr>
            <a:picLocks noChangeAspect="1"/>
          </p:cNvPicPr>
          <p:nvPr/>
        </p:nvPicPr>
        <p:blipFill rotWithShape="1">
          <a:blip r:embed="rId48"/>
          <a:srcRect l="10337" t="20546" r="9330" b="19264"/>
          <a:stretch/>
        </p:blipFill>
        <p:spPr>
          <a:xfrm>
            <a:off x="2462213" y="3650015"/>
            <a:ext cx="547687" cy="129029"/>
          </a:xfrm>
          <a:prstGeom prst="rect">
            <a:avLst/>
          </a:prstGeom>
        </p:spPr>
      </p:pic>
      <p:pic>
        <p:nvPicPr>
          <p:cNvPr id="326" name="圖片 325">
            <a:extLst>
              <a:ext uri="{FF2B5EF4-FFF2-40B4-BE49-F238E27FC236}">
                <a16:creationId xmlns:a16="http://schemas.microsoft.com/office/drawing/2014/main" id="{E9C13AEC-910C-4F0D-8963-01467F530FAF}"/>
              </a:ext>
            </a:extLst>
          </p:cNvPr>
          <p:cNvPicPr>
            <a:picLocks noChangeAspect="1"/>
          </p:cNvPicPr>
          <p:nvPr/>
        </p:nvPicPr>
        <p:blipFill rotWithShape="1">
          <a:blip r:embed="rId4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75670"/>
          <a:stretch/>
        </p:blipFill>
        <p:spPr>
          <a:xfrm>
            <a:off x="2319748" y="5318471"/>
            <a:ext cx="842170" cy="832474"/>
          </a:xfrm>
          <a:prstGeom prst="rect">
            <a:avLst/>
          </a:prstGeom>
        </p:spPr>
      </p:pic>
      <p:pic>
        <p:nvPicPr>
          <p:cNvPr id="327" name="圖片 326">
            <a:extLst>
              <a:ext uri="{FF2B5EF4-FFF2-40B4-BE49-F238E27FC236}">
                <a16:creationId xmlns:a16="http://schemas.microsoft.com/office/drawing/2014/main" id="{2DEF5519-CA1D-47DF-AC79-E06E1EFFF12F}"/>
              </a:ext>
            </a:extLst>
          </p:cNvPr>
          <p:cNvPicPr>
            <a:picLocks noChangeAspect="1"/>
          </p:cNvPicPr>
          <p:nvPr/>
        </p:nvPicPr>
        <p:blipFill rotWithShape="1">
          <a:blip r:embed="rId4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49572"/>
          <a:stretch/>
        </p:blipFill>
        <p:spPr>
          <a:xfrm>
            <a:off x="153212" y="5318125"/>
            <a:ext cx="874610" cy="849127"/>
          </a:xfrm>
          <a:prstGeom prst="rect">
            <a:avLst/>
          </a:prstGeom>
        </p:spPr>
      </p:pic>
      <p:pic>
        <p:nvPicPr>
          <p:cNvPr id="328" name="圖片 327">
            <a:extLst>
              <a:ext uri="{FF2B5EF4-FFF2-40B4-BE49-F238E27FC236}">
                <a16:creationId xmlns:a16="http://schemas.microsoft.com/office/drawing/2014/main" id="{036F51C5-DBE3-4999-8E9B-AB8C87EC7C60}"/>
              </a:ext>
            </a:extLst>
          </p:cNvPr>
          <p:cNvPicPr>
            <a:picLocks noChangeAspect="1"/>
          </p:cNvPicPr>
          <p:nvPr/>
        </p:nvPicPr>
        <p:blipFill rotWithShape="1">
          <a:blip r:embed="rId4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50112"/>
          <a:stretch/>
        </p:blipFill>
        <p:spPr>
          <a:xfrm>
            <a:off x="2298700" y="4206875"/>
            <a:ext cx="865248" cy="849127"/>
          </a:xfrm>
          <a:prstGeom prst="rect">
            <a:avLst/>
          </a:prstGeom>
        </p:spPr>
      </p:pic>
      <p:cxnSp>
        <p:nvCxnSpPr>
          <p:cNvPr id="329" name="直線接點 328">
            <a:extLst>
              <a:ext uri="{FF2B5EF4-FFF2-40B4-BE49-F238E27FC236}">
                <a16:creationId xmlns:a16="http://schemas.microsoft.com/office/drawing/2014/main" id="{610C7F8F-2313-4AE2-A097-67E710022638}"/>
              </a:ext>
            </a:extLst>
          </p:cNvPr>
          <p:cNvCxnSpPr>
            <a:cxnSpLocks/>
          </p:cNvCxnSpPr>
          <p:nvPr/>
        </p:nvCxnSpPr>
        <p:spPr>
          <a:xfrm>
            <a:off x="1974850" y="5537200"/>
            <a:ext cx="342900" cy="479524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0" name="直線接點 329">
            <a:extLst>
              <a:ext uri="{FF2B5EF4-FFF2-40B4-BE49-F238E27FC236}">
                <a16:creationId xmlns:a16="http://schemas.microsoft.com/office/drawing/2014/main" id="{6287FE02-816F-436C-98DF-645C2A0257D4}"/>
              </a:ext>
            </a:extLst>
          </p:cNvPr>
          <p:cNvCxnSpPr>
            <a:cxnSpLocks/>
          </p:cNvCxnSpPr>
          <p:nvPr/>
        </p:nvCxnSpPr>
        <p:spPr>
          <a:xfrm>
            <a:off x="1022350" y="4494455"/>
            <a:ext cx="398272" cy="569045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1" name="直線接點 330">
            <a:extLst>
              <a:ext uri="{FF2B5EF4-FFF2-40B4-BE49-F238E27FC236}">
                <a16:creationId xmlns:a16="http://schemas.microsoft.com/office/drawing/2014/main" id="{D952E64C-0863-4C4C-8220-4A0F735AA31C}"/>
              </a:ext>
            </a:extLst>
          </p:cNvPr>
          <p:cNvCxnSpPr>
            <a:cxnSpLocks/>
          </p:cNvCxnSpPr>
          <p:nvPr/>
        </p:nvCxnSpPr>
        <p:spPr>
          <a:xfrm flipH="1">
            <a:off x="1003300" y="5307431"/>
            <a:ext cx="140200" cy="325019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332" name="直線接點 331">
            <a:extLst>
              <a:ext uri="{FF2B5EF4-FFF2-40B4-BE49-F238E27FC236}">
                <a16:creationId xmlns:a16="http://schemas.microsoft.com/office/drawing/2014/main" id="{F0B01CFC-F88C-4D1D-B5E7-4396838469D5}"/>
              </a:ext>
            </a:extLst>
          </p:cNvPr>
          <p:cNvCxnSpPr>
            <a:cxnSpLocks/>
          </p:cNvCxnSpPr>
          <p:nvPr/>
        </p:nvCxnSpPr>
        <p:spPr>
          <a:xfrm flipV="1">
            <a:off x="2225675" y="4987193"/>
            <a:ext cx="104775" cy="222982"/>
          </a:xfrm>
          <a:prstGeom prst="line">
            <a:avLst/>
          </a:prstGeom>
          <a:ln w="9525" cap="flat" cmpd="sng" algn="ctr">
            <a:solidFill>
              <a:schemeClr val="bg1">
                <a:lumMod val="75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8454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矩形: 圓角 62">
            <a:extLst>
              <a:ext uri="{FF2B5EF4-FFF2-40B4-BE49-F238E27FC236}">
                <a16:creationId xmlns:a16="http://schemas.microsoft.com/office/drawing/2014/main" id="{0A201059-CBEA-450E-A194-C87A6FD41662}"/>
              </a:ext>
            </a:extLst>
          </p:cNvPr>
          <p:cNvSpPr/>
          <p:nvPr/>
        </p:nvSpPr>
        <p:spPr>
          <a:xfrm>
            <a:off x="415548" y="2622241"/>
            <a:ext cx="6026913" cy="4661527"/>
          </a:xfrm>
          <a:prstGeom prst="roundRect">
            <a:avLst>
              <a:gd name="adj" fmla="val 7772"/>
            </a:avLst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lin ang="5400000" scaled="1"/>
            <a:tileRect/>
          </a:gra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30150" tIns="15075" rIns="30150" bIns="15075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593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AB9437CA-8479-430F-94F9-F829496544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0" t="9901" r="79196" b="70805"/>
          <a:stretch/>
        </p:blipFill>
        <p:spPr>
          <a:xfrm>
            <a:off x="2009108" y="3299614"/>
            <a:ext cx="1121863" cy="1125264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BE439B64-4C39-4DC3-A808-9F71E101D24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67" t="9936" r="65451" b="70772"/>
          <a:stretch/>
        </p:blipFill>
        <p:spPr>
          <a:xfrm>
            <a:off x="2269775" y="6108159"/>
            <a:ext cx="1126963" cy="1125264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CEA8C1C-2566-4F1A-893A-AC03A79BD9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73" t="30231" r="79166" b="50417"/>
          <a:stretch/>
        </p:blipFill>
        <p:spPr>
          <a:xfrm>
            <a:off x="3472797" y="3297911"/>
            <a:ext cx="1125261" cy="1128662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BE2EB9CE-E8BF-48FD-8E8F-D57D018CDA2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92" t="30180" r="65466" b="50469"/>
          <a:stretch/>
        </p:blipFill>
        <p:spPr>
          <a:xfrm>
            <a:off x="3442037" y="6106458"/>
            <a:ext cx="1123563" cy="1128663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4EC70484-D389-4332-BDD4-D89E28418569}"/>
              </a:ext>
            </a:extLst>
          </p:cNvPr>
          <p:cNvSpPr txBox="1"/>
          <p:nvPr/>
        </p:nvSpPr>
        <p:spPr>
          <a:xfrm>
            <a:off x="1762577" y="2636165"/>
            <a:ext cx="3332852" cy="3799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5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Valley-mixed </a:t>
            </a:r>
            <a:r>
              <a:rPr lang="en-US" altLang="zh-TW" sz="1869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excitons</a:t>
            </a:r>
            <a:r>
              <a:rPr lang="en-US" altLang="zh-TW" sz="1578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transition rate</a:t>
            </a:r>
            <a:endParaRPr lang="zh-TW" altLang="en-US" sz="1578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圖片 20">
            <a:extLst>
              <a:ext uri="{FF2B5EF4-FFF2-40B4-BE49-F238E27FC236}">
                <a16:creationId xmlns:a16="http://schemas.microsoft.com/office/drawing/2014/main" id="{731AC40C-DCAE-403E-9464-20D710FD210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b="68043"/>
          <a:stretch/>
        </p:blipFill>
        <p:spPr>
          <a:xfrm>
            <a:off x="655999" y="3337446"/>
            <a:ext cx="1323709" cy="25749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/>
              <p:nvPr/>
            </p:nvSpPr>
            <p:spPr>
              <a:xfrm>
                <a:off x="4171100" y="4135330"/>
                <a:ext cx="368754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2" name="文字方塊 21">
                <a:extLst>
                  <a:ext uri="{FF2B5EF4-FFF2-40B4-BE49-F238E27FC236}">
                    <a16:creationId xmlns:a16="http://schemas.microsoft.com/office/drawing/2014/main" id="{DCFDDD5B-6879-4A25-AE66-29A2C5AF8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1100" y="4135330"/>
                <a:ext cx="368754" cy="272254"/>
              </a:xfrm>
              <a:prstGeom prst="rect">
                <a:avLst/>
              </a:prstGeom>
              <a:blipFill>
                <a:blip r:embed="rId4"/>
                <a:stretch>
                  <a:fillRect r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3" name="圖片 22">
            <a:extLst>
              <a:ext uri="{FF2B5EF4-FFF2-40B4-BE49-F238E27FC236}">
                <a16:creationId xmlns:a16="http://schemas.microsoft.com/office/drawing/2014/main" id="{034F05ED-8B77-47E2-B31D-6DCF9EEAF890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60450"/>
          <a:stretch/>
        </p:blipFill>
        <p:spPr>
          <a:xfrm>
            <a:off x="4941672" y="3267870"/>
            <a:ext cx="1323709" cy="318672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/>
              <p:nvPr/>
            </p:nvSpPr>
            <p:spPr>
              <a:xfrm>
                <a:off x="2720483" y="4139043"/>
                <a:ext cx="368754" cy="2722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0.1</m:t>
                          </m:r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69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</m:oMath>
                  </m:oMathPara>
                </a14:m>
                <a:endParaRPr lang="en-US" altLang="zh-TW" sz="1169" dirty="0"/>
              </a:p>
            </p:txBody>
          </p:sp>
        </mc:Choice>
        <mc:Fallback xmlns="">
          <p:sp>
            <p:nvSpPr>
              <p:cNvPr id="24" name="文字方塊 23">
                <a:extLst>
                  <a:ext uri="{FF2B5EF4-FFF2-40B4-BE49-F238E27FC236}">
                    <a16:creationId xmlns:a16="http://schemas.microsoft.com/office/drawing/2014/main" id="{A40A8D56-02E7-4ABE-9B51-5062AA1884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0483" y="4139043"/>
                <a:ext cx="368754" cy="272254"/>
              </a:xfrm>
              <a:prstGeom prst="rect">
                <a:avLst/>
              </a:prstGeom>
              <a:blipFill>
                <a:blip r:embed="rId4"/>
                <a:stretch>
                  <a:fillRect r="-245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3" name="群組 32">
            <a:extLst>
              <a:ext uri="{FF2B5EF4-FFF2-40B4-BE49-F238E27FC236}">
                <a16:creationId xmlns:a16="http://schemas.microsoft.com/office/drawing/2014/main" id="{6A0B58D1-42C1-4CB5-BA3E-EA6F7197B252}"/>
              </a:ext>
            </a:extLst>
          </p:cNvPr>
          <p:cNvGrpSpPr/>
          <p:nvPr/>
        </p:nvGrpSpPr>
        <p:grpSpPr>
          <a:xfrm>
            <a:off x="2568122" y="3801271"/>
            <a:ext cx="69253" cy="66434"/>
            <a:chOff x="1373392" y="2391862"/>
            <a:chExt cx="479433" cy="476535"/>
          </a:xfrm>
        </p:grpSpPr>
        <p:sp>
          <p:nvSpPr>
            <p:cNvPr id="36" name="箭號: 向右 35">
              <a:extLst>
                <a:ext uri="{FF2B5EF4-FFF2-40B4-BE49-F238E27FC236}">
                  <a16:creationId xmlns:a16="http://schemas.microsoft.com/office/drawing/2014/main" id="{4F78E4FD-EB91-46FA-9BDF-491D0474719B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7" name="箭號: 向右 36">
              <a:extLst>
                <a:ext uri="{FF2B5EF4-FFF2-40B4-BE49-F238E27FC236}">
                  <a16:creationId xmlns:a16="http://schemas.microsoft.com/office/drawing/2014/main" id="{5E35A25D-4007-47EC-AAFC-52AE6F735637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/>
              <p:nvPr/>
            </p:nvSpPr>
            <p:spPr>
              <a:xfrm>
                <a:off x="2466121" y="3579727"/>
                <a:ext cx="271928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4" name="文字方塊 33">
                <a:extLst>
                  <a:ext uri="{FF2B5EF4-FFF2-40B4-BE49-F238E27FC236}">
                    <a16:creationId xmlns:a16="http://schemas.microsoft.com/office/drawing/2014/main" id="{85B5F9BA-A45A-45BC-B2FC-B1EFA4D57F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6121" y="3579727"/>
                <a:ext cx="271928" cy="276614"/>
              </a:xfrm>
              <a:prstGeom prst="rect">
                <a:avLst/>
              </a:prstGeom>
              <a:blipFill>
                <a:blip r:embed="rId5"/>
                <a:stretch>
                  <a:fillRect r="-681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/>
              <p:nvPr/>
            </p:nvSpPr>
            <p:spPr>
              <a:xfrm>
                <a:off x="2584243" y="3748325"/>
                <a:ext cx="204642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5" name="文字方塊 34">
                <a:extLst>
                  <a:ext uri="{FF2B5EF4-FFF2-40B4-BE49-F238E27FC236}">
                    <a16:creationId xmlns:a16="http://schemas.microsoft.com/office/drawing/2014/main" id="{9B024916-440B-400A-8BD2-1CC3A8AF18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4243" y="3748325"/>
                <a:ext cx="204642" cy="262829"/>
              </a:xfrm>
              <a:prstGeom prst="rect">
                <a:avLst/>
              </a:prstGeom>
              <a:blipFill>
                <a:blip r:embed="rId6"/>
                <a:stretch>
                  <a:fillRect r="-3333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8" name="群組 27">
            <a:extLst>
              <a:ext uri="{FF2B5EF4-FFF2-40B4-BE49-F238E27FC236}">
                <a16:creationId xmlns:a16="http://schemas.microsoft.com/office/drawing/2014/main" id="{C3F8E30C-C74A-4632-B3C8-0D4CFB5D6435}"/>
              </a:ext>
            </a:extLst>
          </p:cNvPr>
          <p:cNvGrpSpPr/>
          <p:nvPr/>
        </p:nvGrpSpPr>
        <p:grpSpPr>
          <a:xfrm>
            <a:off x="4034096" y="3801271"/>
            <a:ext cx="69253" cy="66434"/>
            <a:chOff x="1373392" y="2391862"/>
            <a:chExt cx="479433" cy="476535"/>
          </a:xfrm>
        </p:grpSpPr>
        <p:sp>
          <p:nvSpPr>
            <p:cNvPr id="31" name="箭號: 向右 30">
              <a:extLst>
                <a:ext uri="{FF2B5EF4-FFF2-40B4-BE49-F238E27FC236}">
                  <a16:creationId xmlns:a16="http://schemas.microsoft.com/office/drawing/2014/main" id="{B6AFF9D7-1B74-440F-BF11-8C692687B663}"/>
                </a:ext>
              </a:extLst>
            </p:cNvPr>
            <p:cNvSpPr/>
            <p:nvPr/>
          </p:nvSpPr>
          <p:spPr>
            <a:xfrm>
              <a:off x="1411244" y="273586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>
                <a:solidFill>
                  <a:schemeClr val="bg1"/>
                </a:solidFill>
              </a:endParaRPr>
            </a:p>
          </p:txBody>
        </p:sp>
        <p:sp>
          <p:nvSpPr>
            <p:cNvPr id="32" name="箭號: 向右 31">
              <a:extLst>
                <a:ext uri="{FF2B5EF4-FFF2-40B4-BE49-F238E27FC236}">
                  <a16:creationId xmlns:a16="http://schemas.microsoft.com/office/drawing/2014/main" id="{0E7FD6CF-F2EF-42AA-8939-4954838FEF2F}"/>
                </a:ext>
              </a:extLst>
            </p:cNvPr>
            <p:cNvSpPr/>
            <p:nvPr/>
          </p:nvSpPr>
          <p:spPr>
            <a:xfrm rot="16200000">
              <a:off x="1218866" y="2546388"/>
              <a:ext cx="441581" cy="132529"/>
            </a:xfrm>
            <a:prstGeom prst="rightArrow">
              <a:avLst>
                <a:gd name="adj1" fmla="val 50000"/>
                <a:gd name="adj2" fmla="val 99023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69" dirty="0">
                <a:solidFill>
                  <a:schemeClr val="bg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/>
              <p:nvPr/>
            </p:nvSpPr>
            <p:spPr>
              <a:xfrm>
                <a:off x="3932090" y="3579727"/>
                <a:ext cx="250280" cy="27661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29" name="文字方塊 28">
                <a:extLst>
                  <a:ext uri="{FF2B5EF4-FFF2-40B4-BE49-F238E27FC236}">
                    <a16:creationId xmlns:a16="http://schemas.microsoft.com/office/drawing/2014/main" id="{63FC3E97-3B64-4477-AC62-2824A3096C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2090" y="3579727"/>
                <a:ext cx="250280" cy="276614"/>
              </a:xfrm>
              <a:prstGeom prst="rect">
                <a:avLst/>
              </a:prstGeom>
              <a:blipFill>
                <a:blip r:embed="rId5"/>
                <a:stretch>
                  <a:fillRect r="-1463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/>
              <p:nvPr/>
            </p:nvSpPr>
            <p:spPr>
              <a:xfrm>
                <a:off x="4050218" y="3748325"/>
                <a:ext cx="204642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altLang="zh-TW" sz="1108" i="1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altLang="zh-TW" sz="1108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32E7556E-8385-41C4-A78A-F56978F1E5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218" y="3748325"/>
                <a:ext cx="204642" cy="262829"/>
              </a:xfrm>
              <a:prstGeom prst="rect">
                <a:avLst/>
              </a:prstGeom>
              <a:blipFill>
                <a:blip r:embed="rId7"/>
                <a:stretch>
                  <a:fillRect r="-3235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1" name="圖片 60">
            <a:extLst>
              <a:ext uri="{FF2B5EF4-FFF2-40B4-BE49-F238E27FC236}">
                <a16:creationId xmlns:a16="http://schemas.microsoft.com/office/drawing/2014/main" id="{20522708-3559-461F-B738-E68F45B69D9E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49833"/>
          <a:stretch/>
        </p:blipFill>
        <p:spPr>
          <a:xfrm>
            <a:off x="4559965" y="3259696"/>
            <a:ext cx="357159" cy="1194195"/>
          </a:xfrm>
          <a:prstGeom prst="rect">
            <a:avLst/>
          </a:prstGeom>
        </p:spPr>
      </p:pic>
      <p:pic>
        <p:nvPicPr>
          <p:cNvPr id="141" name="圖片 140">
            <a:extLst>
              <a:ext uri="{FF2B5EF4-FFF2-40B4-BE49-F238E27FC236}">
                <a16:creationId xmlns:a16="http://schemas.microsoft.com/office/drawing/2014/main" id="{54D58104-A6B2-4314-B0D5-EFF445DE619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528" t="9942" r="51700" b="70784"/>
          <a:stretch/>
        </p:blipFill>
        <p:spPr>
          <a:xfrm>
            <a:off x="553322" y="4653284"/>
            <a:ext cx="1117331" cy="1124130"/>
          </a:xfrm>
          <a:prstGeom prst="rect">
            <a:avLst/>
          </a:prstGeom>
        </p:spPr>
      </p:pic>
      <p:pic>
        <p:nvPicPr>
          <p:cNvPr id="142" name="圖片 141">
            <a:extLst>
              <a:ext uri="{FF2B5EF4-FFF2-40B4-BE49-F238E27FC236}">
                <a16:creationId xmlns:a16="http://schemas.microsoft.com/office/drawing/2014/main" id="{5C9A896D-E956-4B65-B6D0-476A3CAF2D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474" t="30226" r="51683" b="50480"/>
          <a:stretch/>
        </p:blipFill>
        <p:spPr>
          <a:xfrm>
            <a:off x="1709717" y="4652724"/>
            <a:ext cx="1123562" cy="1125261"/>
          </a:xfrm>
          <a:prstGeom prst="rect">
            <a:avLst/>
          </a:prstGeom>
        </p:spPr>
      </p:pic>
      <p:pic>
        <p:nvPicPr>
          <p:cNvPr id="143" name="圖片 142">
            <a:extLst>
              <a:ext uri="{FF2B5EF4-FFF2-40B4-BE49-F238E27FC236}">
                <a16:creationId xmlns:a16="http://schemas.microsoft.com/office/drawing/2014/main" id="{CE609567-16AC-4D6A-805B-651C24F002AA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t="1" b="50242"/>
          <a:stretch/>
        </p:blipFill>
        <p:spPr>
          <a:xfrm>
            <a:off x="3097331" y="3267606"/>
            <a:ext cx="357159" cy="1184444"/>
          </a:xfrm>
          <a:prstGeom prst="rect">
            <a:avLst/>
          </a:prstGeom>
        </p:spPr>
      </p:pic>
      <p:pic>
        <p:nvPicPr>
          <p:cNvPr id="144" name="圖片 143">
            <a:extLst>
              <a:ext uri="{FF2B5EF4-FFF2-40B4-BE49-F238E27FC236}">
                <a16:creationId xmlns:a16="http://schemas.microsoft.com/office/drawing/2014/main" id="{35BF13E5-71D9-475C-8AF1-2A3C4134965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70" t="9874" r="37949" b="70775"/>
          <a:stretch/>
        </p:blipFill>
        <p:spPr>
          <a:xfrm>
            <a:off x="4051501" y="4651019"/>
            <a:ext cx="1126963" cy="1128662"/>
          </a:xfrm>
          <a:prstGeom prst="rect">
            <a:avLst/>
          </a:prstGeom>
        </p:spPr>
      </p:pic>
      <p:pic>
        <p:nvPicPr>
          <p:cNvPr id="145" name="圖片 144">
            <a:extLst>
              <a:ext uri="{FF2B5EF4-FFF2-40B4-BE49-F238E27FC236}">
                <a16:creationId xmlns:a16="http://schemas.microsoft.com/office/drawing/2014/main" id="{A42122A8-C527-4EFD-9116-C124C9D0476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193" t="30160" r="37946" b="50431"/>
          <a:stretch/>
        </p:blipFill>
        <p:spPr>
          <a:xfrm>
            <a:off x="5218899" y="4649319"/>
            <a:ext cx="1125262" cy="113206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/>
              <p:nvPr/>
            </p:nvSpPr>
            <p:spPr>
              <a:xfrm>
                <a:off x="3111954" y="4263641"/>
                <a:ext cx="27985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6" name="文字方塊 145">
                <a:extLst>
                  <a:ext uri="{FF2B5EF4-FFF2-40B4-BE49-F238E27FC236}">
                    <a16:creationId xmlns:a16="http://schemas.microsoft.com/office/drawing/2014/main" id="{84D6CAF2-1C90-40F4-8038-ADEB8AF20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1954" y="4263641"/>
                <a:ext cx="279856" cy="245324"/>
              </a:xfrm>
              <a:prstGeom prst="rect">
                <a:avLst/>
              </a:prstGeom>
              <a:blipFill>
                <a:blip r:embed="rId9"/>
                <a:stretch>
                  <a:fillRect r="-108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/>
              <p:nvPr/>
            </p:nvSpPr>
            <p:spPr>
              <a:xfrm>
                <a:off x="4580989" y="4263641"/>
                <a:ext cx="279856" cy="24532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a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m:rPr>
                          <m:sty m:val="p"/>
                        </m:rP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u</m:t>
                      </m:r>
                      <m:r>
                        <a:rPr lang="en-US" altLang="zh-TW" sz="994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zh-TW" altLang="en-US" sz="994" dirty="0">
                  <a:solidFill>
                    <a:schemeClr val="bg1"/>
                  </a:solidFill>
                </a:endParaRPr>
              </a:p>
            </p:txBody>
          </p:sp>
        </mc:Choice>
        <mc:Fallback xmlns="">
          <p:sp>
            <p:nvSpPr>
              <p:cNvPr id="147" name="文字方塊 146">
                <a:extLst>
                  <a:ext uri="{FF2B5EF4-FFF2-40B4-BE49-F238E27FC236}">
                    <a16:creationId xmlns:a16="http://schemas.microsoft.com/office/drawing/2014/main" id="{0C20CD98-8AF8-40D8-8524-F82C6A6776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0989" y="4263641"/>
                <a:ext cx="279856" cy="245324"/>
              </a:xfrm>
              <a:prstGeom prst="rect">
                <a:avLst/>
              </a:prstGeom>
              <a:blipFill>
                <a:blip r:embed="rId9"/>
                <a:stretch>
                  <a:fillRect r="-1087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/>
              <p:nvPr/>
            </p:nvSpPr>
            <p:spPr>
              <a:xfrm>
                <a:off x="2418104" y="3079079"/>
                <a:ext cx="207405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𝛼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𝛽</m:t>
                          </m:r>
                        </m:e>
                      </m:d>
                      <m:r>
                        <a:rPr lang="en-US" altLang="zh-TW" sz="1108" i="1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m:rPr>
                              <m:nor/>
                            </m:rPr>
                            <a:rPr lang="en-US" altLang="zh-TW" sz="1108">
                              <a:latin typeface="Cambria Math" panose="02040503050406030204" pitchFamily="18" charset="0"/>
                            </a:rPr>
                            <m:t>0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8" name="文字方塊 147">
                <a:extLst>
                  <a:ext uri="{FF2B5EF4-FFF2-40B4-BE49-F238E27FC236}">
                    <a16:creationId xmlns:a16="http://schemas.microsoft.com/office/drawing/2014/main" id="{3DDB7FA0-9C03-4F1F-A103-E0B768EF18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8104" y="3079079"/>
                <a:ext cx="2074050" cy="262829"/>
              </a:xfrm>
              <a:prstGeom prst="rect">
                <a:avLst/>
              </a:prstGeom>
              <a:blipFill>
                <a:blip r:embed="rId10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/>
              <p:nvPr/>
            </p:nvSpPr>
            <p:spPr>
              <a:xfrm>
                <a:off x="1134399" y="445679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49" name="文字方塊 148">
                <a:extLst>
                  <a:ext uri="{FF2B5EF4-FFF2-40B4-BE49-F238E27FC236}">
                    <a16:creationId xmlns:a16="http://schemas.microsoft.com/office/drawing/2014/main" id="{DF754AC0-E8F8-4038-9395-089D2DF382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34399" y="4456792"/>
                <a:ext cx="1100937" cy="262829"/>
              </a:xfrm>
              <a:prstGeom prst="rect">
                <a:avLst/>
              </a:prstGeom>
              <a:blipFill>
                <a:blip r:embed="rId11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/>
              <p:nvPr/>
            </p:nvSpPr>
            <p:spPr>
              <a:xfrm>
                <a:off x="4672719" y="4456792"/>
                <a:ext cx="110093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/2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0" name="文字方塊 149">
                <a:extLst>
                  <a:ext uri="{FF2B5EF4-FFF2-40B4-BE49-F238E27FC236}">
                    <a16:creationId xmlns:a16="http://schemas.microsoft.com/office/drawing/2014/main" id="{16E53567-9178-4FAA-B4CC-BA612CC0DE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2719" y="4456792"/>
                <a:ext cx="1100937" cy="262829"/>
              </a:xfrm>
              <a:prstGeom prst="rect">
                <a:avLst/>
              </a:prstGeom>
              <a:blipFill>
                <a:blip r:embed="rId12"/>
                <a:stretch>
                  <a:fillRect b="-697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/>
              <p:nvPr/>
            </p:nvSpPr>
            <p:spPr>
              <a:xfrm>
                <a:off x="2944136" y="5905938"/>
                <a:ext cx="102198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0, 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51" name="文字方塊 150">
                <a:extLst>
                  <a:ext uri="{FF2B5EF4-FFF2-40B4-BE49-F238E27FC236}">
                    <a16:creationId xmlns:a16="http://schemas.microsoft.com/office/drawing/2014/main" id="{E83B4E3E-7108-45D5-BFD5-5B94727D9C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4136" y="5905938"/>
                <a:ext cx="1021987" cy="26282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/>
              <p:nvPr/>
            </p:nvSpPr>
            <p:spPr>
              <a:xfrm>
                <a:off x="3119541" y="5756743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−1, 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6" name="文字方塊 185">
                <a:extLst>
                  <a:ext uri="{FF2B5EF4-FFF2-40B4-BE49-F238E27FC236}">
                    <a16:creationId xmlns:a16="http://schemas.microsoft.com/office/drawing/2014/main" id="{F57F1EAD-E8B7-4994-BA38-0B3798DED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9541" y="5756743"/>
                <a:ext cx="562814" cy="262829"/>
              </a:xfrm>
              <a:prstGeom prst="rect">
                <a:avLst/>
              </a:prstGeom>
              <a:blipFill>
                <a:blip r:embed="rId14"/>
                <a:stretch>
                  <a:fillRect t="-93023" r="-52174" b="-151163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/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108" i="1" smtClean="0">
                          <a:latin typeface="Cambria Math" panose="02040503050406030204" pitchFamily="18" charset="0"/>
                        </a:rPr>
                        <m:t>|</m:t>
                      </m:r>
                      <m:d>
                        <m:dPr>
                          <m:begChr m:val=""/>
                          <m:endChr m:val="⟩"/>
                          <m:ctrlPr>
                            <a:rPr lang="en-US" altLang="zh-TW" sz="1108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1, </m:t>
                          </m:r>
                          <m:r>
                            <a:rPr lang="en-US" altLang="zh-TW" sz="1108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TW" sz="1108" i="1">
                              <a:latin typeface="Cambria Math" panose="02040503050406030204" pitchFamily="18" charset="0"/>
                            </a:rPr>
                            <m:t>1</m:t>
                          </m:r>
                        </m:e>
                      </m:d>
                    </m:oMath>
                  </m:oMathPara>
                </a14:m>
                <a:endParaRPr lang="zh-TW" altLang="en-US" sz="1108" dirty="0"/>
              </a:p>
            </p:txBody>
          </p:sp>
        </mc:Choice>
        <mc:Fallback xmlns="">
          <p:sp>
            <p:nvSpPr>
              <p:cNvPr id="187" name="文字方塊 186">
                <a:extLst>
                  <a:ext uri="{FF2B5EF4-FFF2-40B4-BE49-F238E27FC236}">
                    <a16:creationId xmlns:a16="http://schemas.microsoft.com/office/drawing/2014/main" id="{34E080A9-1953-4C76-A9EF-DF20F97C1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1169" y="4452471"/>
                <a:ext cx="562814" cy="262829"/>
              </a:xfrm>
              <a:prstGeom prst="rect">
                <a:avLst/>
              </a:prstGeom>
              <a:blipFill>
                <a:blip r:embed="rId15"/>
                <a:stretch>
                  <a:fillRect t="-90909" r="-52174" b="-1454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8" name="Oval 14">
            <a:extLst>
              <a:ext uri="{FF2B5EF4-FFF2-40B4-BE49-F238E27FC236}">
                <a16:creationId xmlns:a16="http://schemas.microsoft.com/office/drawing/2014/main" id="{BFE1A833-1513-4824-8656-9921D714FE8A}"/>
              </a:ext>
            </a:extLst>
          </p:cNvPr>
          <p:cNvSpPr/>
          <p:nvPr/>
        </p:nvSpPr>
        <p:spPr>
          <a:xfrm>
            <a:off x="3359607" y="4614911"/>
            <a:ext cx="112465" cy="116499"/>
          </a:xfrm>
          <a:prstGeom prst="ellipse">
            <a:avLst/>
          </a:prstGeom>
          <a:gradFill flip="none" rotWithShape="1">
            <a:gsLst>
              <a:gs pos="0">
                <a:srgbClr val="D1D1D1"/>
              </a:gs>
              <a:gs pos="23000">
                <a:schemeClr val="bg1">
                  <a:lumMod val="85000"/>
                </a:schemeClr>
              </a:gs>
              <a:gs pos="69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189" name="Oval 4">
            <a:extLst>
              <a:ext uri="{FF2B5EF4-FFF2-40B4-BE49-F238E27FC236}">
                <a16:creationId xmlns:a16="http://schemas.microsoft.com/office/drawing/2014/main" id="{F53C7391-688C-4131-8E41-FBFAAC99D7A5}"/>
              </a:ext>
            </a:extLst>
          </p:cNvPr>
          <p:cNvSpPr/>
          <p:nvPr/>
        </p:nvSpPr>
        <p:spPr>
          <a:xfrm>
            <a:off x="2917512" y="4673160"/>
            <a:ext cx="999692" cy="1035552"/>
          </a:xfrm>
          <a:prstGeom prst="ellipse">
            <a:avLst/>
          </a:prstGeom>
          <a:gradFill flip="none" rotWithShape="1">
            <a:gsLst>
              <a:gs pos="100000">
                <a:schemeClr val="accent3">
                  <a:lumMod val="60000"/>
                  <a:lumOff val="40000"/>
                  <a:alpha val="60000"/>
                </a:schemeClr>
              </a:gs>
              <a:gs pos="55000">
                <a:schemeClr val="accent3">
                  <a:lumMod val="40000"/>
                  <a:lumOff val="60000"/>
                  <a:alpha val="60000"/>
                </a:schemeClr>
              </a:gs>
              <a:gs pos="0">
                <a:schemeClr val="bg1">
                  <a:alpha val="6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 w="57150">
            <a:solidFill>
              <a:srgbClr val="D5D7D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0" name="Oval 15">
            <a:extLst>
              <a:ext uri="{FF2B5EF4-FFF2-40B4-BE49-F238E27FC236}">
                <a16:creationId xmlns:a16="http://schemas.microsoft.com/office/drawing/2014/main" id="{EEE72FF1-8EEF-4347-9AFD-3A6BCAD8A99D}"/>
              </a:ext>
            </a:extLst>
          </p:cNvPr>
          <p:cNvSpPr/>
          <p:nvPr/>
        </p:nvSpPr>
        <p:spPr>
          <a:xfrm>
            <a:off x="3359607" y="5649882"/>
            <a:ext cx="112465" cy="116499"/>
          </a:xfrm>
          <a:prstGeom prst="ellipse">
            <a:avLst/>
          </a:prstGeom>
          <a:gradFill flip="none" rotWithShape="1">
            <a:gsLst>
              <a:gs pos="17000">
                <a:srgbClr val="D1D1D1"/>
              </a:gs>
              <a:gs pos="0">
                <a:schemeClr val="bg1">
                  <a:lumMod val="85000"/>
                </a:schemeClr>
              </a:gs>
              <a:gs pos="60000">
                <a:schemeClr val="accent3">
                  <a:lumMod val="75000"/>
                </a:schemeClr>
              </a:gs>
              <a:gs pos="97000">
                <a:schemeClr val="accent3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1" name="SHO">
            <a:extLst>
              <a:ext uri="{FF2B5EF4-FFF2-40B4-BE49-F238E27FC236}">
                <a16:creationId xmlns:a16="http://schemas.microsoft.com/office/drawing/2014/main" id="{DF317355-9F86-47FD-AB9C-7349392CBCFA}"/>
              </a:ext>
            </a:extLst>
          </p:cNvPr>
          <p:cNvSpPr/>
          <p:nvPr/>
        </p:nvSpPr>
        <p:spPr>
          <a:xfrm rot="16200000">
            <a:off x="3200293" y="4691437"/>
            <a:ext cx="431095" cy="999692"/>
          </a:xfrm>
          <a:prstGeom prst="arc">
            <a:avLst>
              <a:gd name="adj1" fmla="val 5396867"/>
              <a:gd name="adj2" fmla="val 5395779"/>
            </a:avLst>
          </a:prstGeom>
          <a:gradFill flip="none" rotWithShape="1">
            <a:gsLst>
              <a:gs pos="0">
                <a:schemeClr val="bg1">
                  <a:lumMod val="65000"/>
                </a:schemeClr>
              </a:gs>
              <a:gs pos="47000">
                <a:schemeClr val="bg1">
                  <a:lumMod val="50000"/>
                </a:schemeClr>
              </a:gs>
              <a:gs pos="97000">
                <a:srgbClr val="5E5E5E"/>
              </a:gs>
            </a:gsLst>
            <a:path path="circle">
              <a:fillToRect l="50000" t="50000" r="50000" b="50000"/>
            </a:path>
            <a:tileRect/>
          </a:gradFill>
          <a:ln w="31750"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2" name="SVO">
            <a:extLst>
              <a:ext uri="{FF2B5EF4-FFF2-40B4-BE49-F238E27FC236}">
                <a16:creationId xmlns:a16="http://schemas.microsoft.com/office/drawing/2014/main" id="{BF3FCDAA-39F0-4F35-B053-8D3926B58544}"/>
              </a:ext>
            </a:extLst>
          </p:cNvPr>
          <p:cNvSpPr/>
          <p:nvPr/>
        </p:nvSpPr>
        <p:spPr>
          <a:xfrm>
            <a:off x="3165295" y="4673507"/>
            <a:ext cx="499846" cy="1035552"/>
          </a:xfrm>
          <a:prstGeom prst="ellipse">
            <a:avLst/>
          </a:prstGeom>
          <a:noFill/>
          <a:ln w="254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193" name="Oval 6">
            <a:extLst>
              <a:ext uri="{FF2B5EF4-FFF2-40B4-BE49-F238E27FC236}">
                <a16:creationId xmlns:a16="http://schemas.microsoft.com/office/drawing/2014/main" id="{21F40E92-2EBB-41D1-8ACF-27CD42CED86E}"/>
              </a:ext>
            </a:extLst>
          </p:cNvPr>
          <p:cNvSpPr/>
          <p:nvPr/>
        </p:nvSpPr>
        <p:spPr>
          <a:xfrm rot="16200000">
            <a:off x="3200293" y="4691437"/>
            <a:ext cx="431095" cy="999692"/>
          </a:xfrm>
          <a:prstGeom prst="ellipse">
            <a:avLst/>
          </a:prstGeom>
          <a:noFill/>
          <a:ln w="38100">
            <a:solidFill>
              <a:schemeClr val="tx1">
                <a:alpha val="60000"/>
              </a:schemeClr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/>
              <p:nvPr/>
            </p:nvSpPr>
            <p:spPr>
              <a:xfrm>
                <a:off x="3035280" y="5067809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4" name="TextBox 11">
                <a:extLst>
                  <a:ext uri="{FF2B5EF4-FFF2-40B4-BE49-F238E27FC236}">
                    <a16:creationId xmlns:a16="http://schemas.microsoft.com/office/drawing/2014/main" id="{5B339DB2-C8A7-4A33-868C-DBDC3A0B25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280" y="5067809"/>
                <a:ext cx="122489" cy="262829"/>
              </a:xfrm>
              <a:prstGeom prst="rect">
                <a:avLst/>
              </a:prstGeom>
              <a:blipFill>
                <a:blip r:embed="rId16"/>
                <a:stretch>
                  <a:fillRect r="-4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5" name="Oval 22">
            <a:extLst>
              <a:ext uri="{FF2B5EF4-FFF2-40B4-BE49-F238E27FC236}">
                <a16:creationId xmlns:a16="http://schemas.microsoft.com/office/drawing/2014/main" id="{EFF8AF81-9C0B-475F-823A-FE7A3CBCB5A0}"/>
              </a:ext>
            </a:extLst>
          </p:cNvPr>
          <p:cNvSpPr/>
          <p:nvPr/>
        </p:nvSpPr>
        <p:spPr>
          <a:xfrm>
            <a:off x="3358953" y="5649882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/>
              <p:nvPr/>
            </p:nvSpPr>
            <p:spPr>
              <a:xfrm>
                <a:off x="3488689" y="5133853"/>
                <a:ext cx="12248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6" name="TextBox 12">
                <a:extLst>
                  <a:ext uri="{FF2B5EF4-FFF2-40B4-BE49-F238E27FC236}">
                    <a16:creationId xmlns:a16="http://schemas.microsoft.com/office/drawing/2014/main" id="{B70A36F6-BCDA-49D0-BF4B-6879BBB0BC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88689" y="5133853"/>
                <a:ext cx="122489" cy="262829"/>
              </a:xfrm>
              <a:prstGeom prst="rect">
                <a:avLst/>
              </a:prstGeom>
              <a:blipFill>
                <a:blip r:embed="rId17"/>
                <a:stretch>
                  <a:fillRect r="-6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/>
              <p:nvPr/>
            </p:nvSpPr>
            <p:spPr>
              <a:xfrm>
                <a:off x="3319680" y="4697878"/>
                <a:ext cx="177900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𝑧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197" name="TextBox 13">
                <a:extLst>
                  <a:ext uri="{FF2B5EF4-FFF2-40B4-BE49-F238E27FC236}">
                    <a16:creationId xmlns:a16="http://schemas.microsoft.com/office/drawing/2014/main" id="{8FE96910-E200-4F5B-8DB0-5A9B96009E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9680" y="4697878"/>
                <a:ext cx="177900" cy="262829"/>
              </a:xfrm>
              <a:prstGeom prst="rect">
                <a:avLst/>
              </a:prstGeom>
              <a:blipFill>
                <a:blip r:embed="rId18"/>
                <a:stretch>
                  <a:fillRect r="-68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8" name="DVO">
            <a:extLst>
              <a:ext uri="{FF2B5EF4-FFF2-40B4-BE49-F238E27FC236}">
                <a16:creationId xmlns:a16="http://schemas.microsoft.com/office/drawing/2014/main" id="{C4C25D57-4CC5-46C8-A753-793BD70EB368}"/>
              </a:ext>
            </a:extLst>
          </p:cNvPr>
          <p:cNvSpPr/>
          <p:nvPr/>
        </p:nvSpPr>
        <p:spPr>
          <a:xfrm flipH="1">
            <a:off x="3165295" y="4673507"/>
            <a:ext cx="499846" cy="1035552"/>
          </a:xfrm>
          <a:prstGeom prst="arc">
            <a:avLst>
              <a:gd name="adj1" fmla="val 5396867"/>
              <a:gd name="adj2" fmla="val 16170484"/>
            </a:avLst>
          </a:prstGeom>
          <a:ln w="2540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sp>
        <p:nvSpPr>
          <p:cNvPr id="199" name="Oval 23">
            <a:extLst>
              <a:ext uri="{FF2B5EF4-FFF2-40B4-BE49-F238E27FC236}">
                <a16:creationId xmlns:a16="http://schemas.microsoft.com/office/drawing/2014/main" id="{A820BC44-711E-4AA3-84E5-46D304DAA9B2}"/>
              </a:ext>
            </a:extLst>
          </p:cNvPr>
          <p:cNvSpPr/>
          <p:nvPr/>
        </p:nvSpPr>
        <p:spPr>
          <a:xfrm>
            <a:off x="3859391" y="51330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/>
          </a:p>
        </p:txBody>
      </p:sp>
      <p:cxnSp>
        <p:nvCxnSpPr>
          <p:cNvPr id="200" name="Straight Arrow Connector 7">
            <a:extLst>
              <a:ext uri="{FF2B5EF4-FFF2-40B4-BE49-F238E27FC236}">
                <a16:creationId xmlns:a16="http://schemas.microsoft.com/office/drawing/2014/main" id="{8744D5BC-5663-4BC0-82F6-23411855AB72}"/>
              </a:ext>
            </a:extLst>
          </p:cNvPr>
          <p:cNvCxnSpPr>
            <a:cxnSpLocks/>
          </p:cNvCxnSpPr>
          <p:nvPr/>
        </p:nvCxnSpPr>
        <p:spPr>
          <a:xfrm flipV="1">
            <a:off x="3413119" y="4881073"/>
            <a:ext cx="1175" cy="308693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1" name="Straight Arrow Connector 19">
            <a:extLst>
              <a:ext uri="{FF2B5EF4-FFF2-40B4-BE49-F238E27FC236}">
                <a16:creationId xmlns:a16="http://schemas.microsoft.com/office/drawing/2014/main" id="{4A34F4F4-E405-4E91-9C6A-741A0BAF70A2}"/>
              </a:ext>
            </a:extLst>
          </p:cNvPr>
          <p:cNvCxnSpPr>
            <a:cxnSpLocks/>
          </p:cNvCxnSpPr>
          <p:nvPr/>
        </p:nvCxnSpPr>
        <p:spPr>
          <a:xfrm>
            <a:off x="3415185" y="5188254"/>
            <a:ext cx="135555" cy="108528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Arrow Connector 18">
            <a:extLst>
              <a:ext uri="{FF2B5EF4-FFF2-40B4-BE49-F238E27FC236}">
                <a16:creationId xmlns:a16="http://schemas.microsoft.com/office/drawing/2014/main" id="{62235323-27E0-4F2B-ACD6-3D43CF05EA92}"/>
              </a:ext>
            </a:extLst>
          </p:cNvPr>
          <p:cNvCxnSpPr>
            <a:cxnSpLocks/>
          </p:cNvCxnSpPr>
          <p:nvPr/>
        </p:nvCxnSpPr>
        <p:spPr>
          <a:xfrm rot="16200000" flipH="1" flipV="1">
            <a:off x="3296577" y="5069540"/>
            <a:ext cx="0" cy="237427"/>
          </a:xfrm>
          <a:prstGeom prst="straightConnector1">
            <a:avLst/>
          </a:prstGeom>
          <a:ln w="1270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Oval 20">
            <a:extLst>
              <a:ext uri="{FF2B5EF4-FFF2-40B4-BE49-F238E27FC236}">
                <a16:creationId xmlns:a16="http://schemas.microsoft.com/office/drawing/2014/main" id="{879C2647-23CC-42E8-B376-5CB54A2F0C53}"/>
              </a:ext>
            </a:extLst>
          </p:cNvPr>
          <p:cNvSpPr/>
          <p:nvPr/>
        </p:nvSpPr>
        <p:spPr>
          <a:xfrm>
            <a:off x="2859585" y="5133034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/>
          </a:p>
        </p:txBody>
      </p:sp>
      <p:sp>
        <p:nvSpPr>
          <p:cNvPr id="204" name="Oval 22">
            <a:extLst>
              <a:ext uri="{FF2B5EF4-FFF2-40B4-BE49-F238E27FC236}">
                <a16:creationId xmlns:a16="http://schemas.microsoft.com/office/drawing/2014/main" id="{FF379E80-C9B3-4E49-BDAD-95B17F155007}"/>
              </a:ext>
            </a:extLst>
          </p:cNvPr>
          <p:cNvSpPr/>
          <p:nvPr/>
        </p:nvSpPr>
        <p:spPr>
          <a:xfrm>
            <a:off x="3359771" y="4609460"/>
            <a:ext cx="112465" cy="116499"/>
          </a:xfrm>
          <a:prstGeom prst="ellipse">
            <a:avLst/>
          </a:prstGeom>
          <a:gradFill flip="none" rotWithShape="1">
            <a:gsLst>
              <a:gs pos="100000">
                <a:schemeClr val="tx1">
                  <a:lumMod val="85000"/>
                  <a:lumOff val="15000"/>
                </a:schemeClr>
              </a:gs>
              <a:gs pos="50000">
                <a:schemeClr val="tx1">
                  <a:lumMod val="65000"/>
                  <a:lumOff val="35000"/>
                  <a:tint val="44500"/>
                  <a:satMod val="160000"/>
                </a:schemeClr>
              </a:gs>
              <a:gs pos="0">
                <a:schemeClr val="tx1">
                  <a:lumMod val="65000"/>
                  <a:lumOff val="35000"/>
                  <a:tint val="23500"/>
                  <a:satMod val="16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85" dirty="0"/>
          </a:p>
        </p:txBody>
      </p:sp>
      <p:sp>
        <p:nvSpPr>
          <p:cNvPr id="205" name="Partial Circle 9">
            <a:extLst>
              <a:ext uri="{FF2B5EF4-FFF2-40B4-BE49-F238E27FC236}">
                <a16:creationId xmlns:a16="http://schemas.microsoft.com/office/drawing/2014/main" id="{CDAB9B65-F0EA-4307-A714-FD3B542E8533}"/>
              </a:ext>
            </a:extLst>
          </p:cNvPr>
          <p:cNvSpPr>
            <a:spLocks noChangeAspect="1"/>
          </p:cNvSpPr>
          <p:nvPr/>
        </p:nvSpPr>
        <p:spPr>
          <a:xfrm rot="16200000" flipH="1">
            <a:off x="3369918" y="5123071"/>
            <a:ext cx="70898" cy="136886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/>
              <p:nvPr/>
            </p:nvSpPr>
            <p:spPr>
              <a:xfrm>
                <a:off x="3117907" y="5147336"/>
                <a:ext cx="218239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𝛼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6" name="TextBox 10">
                <a:extLst>
                  <a:ext uri="{FF2B5EF4-FFF2-40B4-BE49-F238E27FC236}">
                    <a16:creationId xmlns:a16="http://schemas.microsoft.com/office/drawing/2014/main" id="{47877FC0-CA4E-47AF-A61A-21B4191785C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7907" y="5147336"/>
                <a:ext cx="218239" cy="262829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07" name="Straight Arrow Connector 17">
            <a:extLst>
              <a:ext uri="{FF2B5EF4-FFF2-40B4-BE49-F238E27FC236}">
                <a16:creationId xmlns:a16="http://schemas.microsoft.com/office/drawing/2014/main" id="{724A40A3-CD27-4E77-B6D9-8DA4C5664656}"/>
              </a:ext>
            </a:extLst>
          </p:cNvPr>
          <p:cNvCxnSpPr>
            <a:cxnSpLocks/>
          </p:cNvCxnSpPr>
          <p:nvPr/>
        </p:nvCxnSpPr>
        <p:spPr>
          <a:xfrm flipH="1">
            <a:off x="3261400" y="5192351"/>
            <a:ext cx="153405" cy="198373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08" name="Partial Circle 9">
            <a:extLst>
              <a:ext uri="{FF2B5EF4-FFF2-40B4-BE49-F238E27FC236}">
                <a16:creationId xmlns:a16="http://schemas.microsoft.com/office/drawing/2014/main" id="{B40095E4-DBF3-4599-A0CD-D7AC4DC40D00}"/>
              </a:ext>
            </a:extLst>
          </p:cNvPr>
          <p:cNvSpPr>
            <a:spLocks noChangeAspect="1"/>
          </p:cNvSpPr>
          <p:nvPr/>
        </p:nvSpPr>
        <p:spPr>
          <a:xfrm>
            <a:off x="3361110" y="5097303"/>
            <a:ext cx="103302" cy="208638"/>
          </a:xfrm>
          <a:prstGeom prst="pie">
            <a:avLst>
              <a:gd name="adj1" fmla="val 16258856"/>
              <a:gd name="adj2" fmla="val 19252600"/>
            </a:avLst>
          </a:prstGeom>
          <a:gradFill flip="none" rotWithShape="1">
            <a:gsLst>
              <a:gs pos="0">
                <a:schemeClr val="tx1"/>
              </a:gs>
              <a:gs pos="50000">
                <a:schemeClr val="tx1">
                  <a:lumMod val="50000"/>
                  <a:lumOff val="50000"/>
                </a:schemeClr>
              </a:gs>
              <a:gs pos="100000">
                <a:schemeClr val="bg1">
                  <a:lumMod val="50000"/>
                </a:schemeClr>
              </a:gs>
            </a:gsLst>
            <a:lin ang="2700000" scaled="1"/>
            <a:tileRect/>
          </a:gra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8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/>
              <p:nvPr/>
            </p:nvSpPr>
            <p:spPr>
              <a:xfrm>
                <a:off x="3388648" y="4925509"/>
                <a:ext cx="205647" cy="2628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8" i="1">
                          <a:latin typeface="Cambria Math" panose="02040503050406030204" pitchFamily="18" charset="0"/>
                        </a:rPr>
                        <m:t>𝛽</m:t>
                      </m:r>
                    </m:oMath>
                  </m:oMathPara>
                </a14:m>
                <a:endParaRPr lang="en-US" sz="1108" dirty="0"/>
              </a:p>
            </p:txBody>
          </p:sp>
        </mc:Choice>
        <mc:Fallback xmlns="">
          <p:sp>
            <p:nvSpPr>
              <p:cNvPr id="209" name="TextBox 10">
                <a:extLst>
                  <a:ext uri="{FF2B5EF4-FFF2-40B4-BE49-F238E27FC236}">
                    <a16:creationId xmlns:a16="http://schemas.microsoft.com/office/drawing/2014/main" id="{0004D06B-D6B3-4732-8CCC-F1B3565D05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8648" y="4925509"/>
                <a:ext cx="205647" cy="262829"/>
              </a:xfrm>
              <a:prstGeom prst="rect">
                <a:avLst/>
              </a:prstGeom>
              <a:blipFill>
                <a:blip r:embed="rId20"/>
                <a:stretch>
                  <a:fillRect r="-17647" b="-465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0" name="Straight Arrow Connector 17">
            <a:extLst>
              <a:ext uri="{FF2B5EF4-FFF2-40B4-BE49-F238E27FC236}">
                <a16:creationId xmlns:a16="http://schemas.microsoft.com/office/drawing/2014/main" id="{50922427-FD3A-4F4E-8DF5-9258210335AD}"/>
              </a:ext>
            </a:extLst>
          </p:cNvPr>
          <p:cNvCxnSpPr>
            <a:cxnSpLocks/>
          </p:cNvCxnSpPr>
          <p:nvPr/>
        </p:nvCxnSpPr>
        <p:spPr>
          <a:xfrm flipV="1">
            <a:off x="3409206" y="4883772"/>
            <a:ext cx="395947" cy="311292"/>
          </a:xfrm>
          <a:prstGeom prst="straightConnector1">
            <a:avLst/>
          </a:prstGeom>
          <a:ln w="38100">
            <a:solidFill>
              <a:schemeClr val="tx1"/>
            </a:solidFill>
            <a:tailEnd type="stealth" w="lg" len="lg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182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1508</TotalTime>
  <Words>783</Words>
  <Application>Microsoft Office PowerPoint</Application>
  <PresentationFormat>A4 紙張 (210x297 公釐)</PresentationFormat>
  <Paragraphs>483</Paragraphs>
  <Slides>16</Slides>
  <Notes>0</Notes>
  <HiddenSlides>15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3" baseType="lpstr">
      <vt:lpstr>新細明體</vt:lpstr>
      <vt:lpstr>Arial</vt:lpstr>
      <vt:lpstr>Calibri</vt:lpstr>
      <vt:lpstr>Calibri Light</vt:lpstr>
      <vt:lpstr>Cambria Math</vt:lpstr>
      <vt:lpstr>Times New Roman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nycugpu</dc:creator>
  <cp:lastModifiedBy>nycugpu</cp:lastModifiedBy>
  <cp:revision>57</cp:revision>
  <dcterms:created xsi:type="dcterms:W3CDTF">2026-04-28T04:34:15Z</dcterms:created>
  <dcterms:modified xsi:type="dcterms:W3CDTF">2026-07-01T10:03:07Z</dcterms:modified>
</cp:coreProperties>
</file>