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7" r:id="rId4"/>
    <p:sldId id="259" r:id="rId5"/>
  </p:sldIdLst>
  <p:sldSz cx="7920038" cy="4049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B2D699"/>
    <a:srgbClr val="E2F0D9"/>
    <a:srgbClr val="FFFFFF"/>
    <a:srgbClr val="A9D18E"/>
    <a:srgbClr val="DCAC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60"/>
  </p:normalViewPr>
  <p:slideViewPr>
    <p:cSldViewPr snapToGrid="0">
      <p:cViewPr>
        <p:scale>
          <a:sx n="75" d="100"/>
          <a:sy n="75" d="100"/>
        </p:scale>
        <p:origin x="157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6" y="662766"/>
            <a:ext cx="5940029" cy="1409900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6" y="2127039"/>
            <a:ext cx="5940029" cy="977743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8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885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009616"/>
            <a:ext cx="6831033" cy="168456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2710121"/>
            <a:ext cx="6831033" cy="885874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82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078048"/>
            <a:ext cx="3366016" cy="256950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078048"/>
            <a:ext cx="3366016" cy="256950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11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15612"/>
            <a:ext cx="6831033" cy="782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6" y="992742"/>
            <a:ext cx="3350547" cy="486528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6" y="1479270"/>
            <a:ext cx="3350547" cy="217578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992742"/>
            <a:ext cx="3367048" cy="486528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479270"/>
            <a:ext cx="3367048" cy="217578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415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30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43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6" y="269983"/>
            <a:ext cx="2554417" cy="94493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583086"/>
            <a:ext cx="4009519" cy="2877921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6" y="1214914"/>
            <a:ext cx="2554417" cy="2250778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35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6" y="269983"/>
            <a:ext cx="2554417" cy="94493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583086"/>
            <a:ext cx="4009519" cy="2877921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6" y="1214914"/>
            <a:ext cx="2554417" cy="2250778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01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05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215612"/>
            <a:ext cx="1707758" cy="343194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215612"/>
            <a:ext cx="5024274" cy="343194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08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215612"/>
            <a:ext cx="6831033" cy="782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078048"/>
            <a:ext cx="6831033" cy="256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3" y="3753484"/>
            <a:ext cx="1782009" cy="215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2E576-E176-4636-8106-C6403D35D5F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3753484"/>
            <a:ext cx="2673013" cy="215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3753484"/>
            <a:ext cx="1782009" cy="215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83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09495C67-3613-4AF9-9E08-C293C9A88B96}"/>
              </a:ext>
            </a:extLst>
          </p:cNvPr>
          <p:cNvSpPr/>
          <p:nvPr/>
        </p:nvSpPr>
        <p:spPr>
          <a:xfrm>
            <a:off x="-2908284" y="-72287"/>
            <a:ext cx="8157028" cy="41764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DC0B89A2-EA52-4C4F-822E-8DBDF2833F9D}"/>
              </a:ext>
            </a:extLst>
          </p:cNvPr>
          <p:cNvCxnSpPr>
            <a:cxnSpLocks/>
          </p:cNvCxnSpPr>
          <p:nvPr/>
        </p:nvCxnSpPr>
        <p:spPr>
          <a:xfrm>
            <a:off x="-2879256" y="2081764"/>
            <a:ext cx="60814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橢圓 104">
            <a:extLst>
              <a:ext uri="{FF2B5EF4-FFF2-40B4-BE49-F238E27FC236}">
                <a16:creationId xmlns:a16="http://schemas.microsoft.com/office/drawing/2014/main" id="{6DC7D96B-7053-4A13-8C56-E001E11CA8B4}"/>
              </a:ext>
            </a:extLst>
          </p:cNvPr>
          <p:cNvSpPr/>
          <p:nvPr/>
        </p:nvSpPr>
        <p:spPr>
          <a:xfrm>
            <a:off x="-2568542" y="596262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BFFFE5C5-0197-482C-85BD-83F1C6EE4D51}"/>
              </a:ext>
            </a:extLst>
          </p:cNvPr>
          <p:cNvCxnSpPr>
            <a:cxnSpLocks/>
          </p:cNvCxnSpPr>
          <p:nvPr/>
        </p:nvCxnSpPr>
        <p:spPr>
          <a:xfrm>
            <a:off x="3318997" y="2081764"/>
            <a:ext cx="1438427" cy="0"/>
          </a:xfrm>
          <a:prstGeom prst="line">
            <a:avLst/>
          </a:prstGeom>
          <a:ln w="381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C1D7D78E-3D16-44DE-8640-027E4800FAC9}"/>
                  </a:ext>
                </a:extLst>
              </p:cNvPr>
              <p:cNvSpPr txBox="1"/>
              <p:nvPr/>
            </p:nvSpPr>
            <p:spPr>
              <a:xfrm>
                <a:off x="4760466" y="174909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C1D7D78E-3D16-44DE-8640-027E4800F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466" y="1749091"/>
                <a:ext cx="49913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>
            <a:extLst>
              <a:ext uri="{FF2B5EF4-FFF2-40B4-BE49-F238E27FC236}">
                <a16:creationId xmlns:a16="http://schemas.microsoft.com/office/drawing/2014/main" id="{F5B4A13B-304D-4DD7-AC63-2E6D4F65D750}"/>
              </a:ext>
            </a:extLst>
          </p:cNvPr>
          <p:cNvGrpSpPr/>
          <p:nvPr/>
        </p:nvGrpSpPr>
        <p:grpSpPr>
          <a:xfrm>
            <a:off x="-2908285" y="935472"/>
            <a:ext cx="7180058" cy="6053440"/>
            <a:chOff x="-228585" y="935472"/>
            <a:chExt cx="7180058" cy="6053440"/>
          </a:xfrm>
        </p:grpSpPr>
        <p:sp>
          <p:nvSpPr>
            <p:cNvPr id="125" name="手繪多邊形: 圖案 124">
              <a:extLst>
                <a:ext uri="{FF2B5EF4-FFF2-40B4-BE49-F238E27FC236}">
                  <a16:creationId xmlns:a16="http://schemas.microsoft.com/office/drawing/2014/main" id="{4C9BE172-EFDA-4723-BA76-68CA5FC54904}"/>
                </a:ext>
              </a:extLst>
            </p:cNvPr>
            <p:cNvSpPr/>
            <p:nvPr/>
          </p:nvSpPr>
          <p:spPr>
            <a:xfrm rot="18900000">
              <a:off x="1267441" y="935472"/>
              <a:ext cx="5684032" cy="6053440"/>
            </a:xfrm>
            <a:custGeom>
              <a:avLst/>
              <a:gdLst>
                <a:gd name="connsiteX0" fmla="*/ 1287567 w 5684032"/>
                <a:gd name="connsiteY0" fmla="*/ 677074 h 6053440"/>
                <a:gd name="connsiteX1" fmla="*/ 5629416 w 5684032"/>
                <a:gd name="connsiteY1" fmla="*/ 5776985 h 6053440"/>
                <a:gd name="connsiteX2" fmla="*/ 5684032 w 5684032"/>
                <a:gd name="connsiteY2" fmla="*/ 5854257 h 6053440"/>
                <a:gd name="connsiteX3" fmla="*/ 5457513 w 5684032"/>
                <a:gd name="connsiteY3" fmla="*/ 6053440 h 6053440"/>
                <a:gd name="connsiteX4" fmla="*/ 0 w 5684032"/>
                <a:gd name="connsiteY4" fmla="*/ 595927 h 6053440"/>
                <a:gd name="connsiteX5" fmla="*/ 595926 w 5684032"/>
                <a:gd name="connsiteY5" fmla="*/ 0 h 6053440"/>
                <a:gd name="connsiteX6" fmla="*/ 851450 w 5684032"/>
                <a:gd name="connsiteY6" fmla="*/ 245733 h 6053440"/>
                <a:gd name="connsiteX7" fmla="*/ 1287567 w 5684032"/>
                <a:gd name="connsiteY7" fmla="*/ 677074 h 6053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84032" h="6053440">
                  <a:moveTo>
                    <a:pt x="1287567" y="677074"/>
                  </a:moveTo>
                  <a:cubicBezTo>
                    <a:pt x="2874514" y="2268886"/>
                    <a:pt x="4327356" y="3972828"/>
                    <a:pt x="5629416" y="5776985"/>
                  </a:cubicBezTo>
                  <a:lnTo>
                    <a:pt x="5684032" y="5854257"/>
                  </a:lnTo>
                  <a:lnTo>
                    <a:pt x="5457513" y="6053440"/>
                  </a:lnTo>
                  <a:lnTo>
                    <a:pt x="0" y="595927"/>
                  </a:lnTo>
                  <a:lnTo>
                    <a:pt x="595926" y="0"/>
                  </a:lnTo>
                  <a:lnTo>
                    <a:pt x="851450" y="245733"/>
                  </a:lnTo>
                  <a:cubicBezTo>
                    <a:pt x="997923" y="388580"/>
                    <a:pt x="1143299" y="532364"/>
                    <a:pt x="1287567" y="677074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6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50ABDBD3-4E38-4546-B132-E02924612285}"/>
                </a:ext>
              </a:extLst>
            </p:cNvPr>
            <p:cNvSpPr/>
            <p:nvPr/>
          </p:nvSpPr>
          <p:spPr>
            <a:xfrm>
              <a:off x="-228585" y="3409612"/>
              <a:ext cx="622519" cy="84964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6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3CCB9F95-0E5E-4F65-842D-FDFC023D7324}"/>
                </a:ext>
              </a:extLst>
            </p:cNvPr>
            <p:cNvSpPr/>
            <p:nvPr/>
          </p:nvSpPr>
          <p:spPr>
            <a:xfrm>
              <a:off x="-26217" y="3446461"/>
              <a:ext cx="622519" cy="75565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7150CB7F-BB9E-429D-966A-CE473C1371C4}"/>
              </a:ext>
            </a:extLst>
          </p:cNvPr>
          <p:cNvGrpSpPr/>
          <p:nvPr/>
        </p:nvGrpSpPr>
        <p:grpSpPr>
          <a:xfrm>
            <a:off x="-2969107" y="-2587305"/>
            <a:ext cx="7199275" cy="5404408"/>
            <a:chOff x="-289407" y="-2587305"/>
            <a:chExt cx="7199275" cy="5404408"/>
          </a:xfrm>
        </p:grpSpPr>
        <p:sp>
          <p:nvSpPr>
            <p:cNvPr id="116" name="手繪多邊形: 圖案 115">
              <a:extLst>
                <a:ext uri="{FF2B5EF4-FFF2-40B4-BE49-F238E27FC236}">
                  <a16:creationId xmlns:a16="http://schemas.microsoft.com/office/drawing/2014/main" id="{ECFF3EED-9364-4F60-838F-14DADC0F896D}"/>
                </a:ext>
              </a:extLst>
            </p:cNvPr>
            <p:cNvSpPr/>
            <p:nvPr/>
          </p:nvSpPr>
          <p:spPr>
            <a:xfrm rot="8100000">
              <a:off x="1123993" y="-2587305"/>
              <a:ext cx="5785875" cy="5404408"/>
            </a:xfrm>
            <a:custGeom>
              <a:avLst/>
              <a:gdLst>
                <a:gd name="connsiteX0" fmla="*/ 5332694 w 5785875"/>
                <a:gd name="connsiteY0" fmla="*/ 5404408 h 5404408"/>
                <a:gd name="connsiteX1" fmla="*/ 0 w 5785875"/>
                <a:gd name="connsiteY1" fmla="*/ 71714 h 5404408"/>
                <a:gd name="connsiteX2" fmla="*/ 63090 w 5785875"/>
                <a:gd name="connsiteY2" fmla="*/ 0 h 5404408"/>
                <a:gd name="connsiteX3" fmla="*/ 501168 w 5785875"/>
                <a:gd name="connsiteY3" fmla="*/ 316240 h 5404408"/>
                <a:gd name="connsiteX4" fmla="*/ 5513771 w 5785875"/>
                <a:gd name="connsiteY4" fmla="*/ 4670705 h 5404408"/>
                <a:gd name="connsiteX5" fmla="*/ 5785875 w 5785875"/>
                <a:gd name="connsiteY5" fmla="*/ 4951227 h 5404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85875" h="5404408">
                  <a:moveTo>
                    <a:pt x="5332694" y="5404408"/>
                  </a:moveTo>
                  <a:lnTo>
                    <a:pt x="0" y="71714"/>
                  </a:lnTo>
                  <a:lnTo>
                    <a:pt x="63090" y="0"/>
                  </a:lnTo>
                  <a:lnTo>
                    <a:pt x="501168" y="316240"/>
                  </a:lnTo>
                  <a:cubicBezTo>
                    <a:pt x="2275327" y="1626192"/>
                    <a:pt x="3950053" y="3083109"/>
                    <a:pt x="5513771" y="4670705"/>
                  </a:cubicBezTo>
                  <a:lnTo>
                    <a:pt x="5785875" y="4951227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6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E32C22FA-4A9A-47AF-B073-664DCD131669}"/>
                </a:ext>
              </a:extLst>
            </p:cNvPr>
            <p:cNvSpPr/>
            <p:nvPr/>
          </p:nvSpPr>
          <p:spPr>
            <a:xfrm>
              <a:off x="-289407" y="-59587"/>
              <a:ext cx="657721" cy="63227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6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E7B161EC-AB0C-4A9B-ADDB-EF5EA15A2B1E}"/>
                </a:ext>
              </a:extLst>
            </p:cNvPr>
            <p:cNvSpPr/>
            <p:nvPr/>
          </p:nvSpPr>
          <p:spPr>
            <a:xfrm>
              <a:off x="47588" y="-39688"/>
              <a:ext cx="622519" cy="57323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6EBC0616-BFA9-445B-9725-4404F1748A4D}"/>
                  </a:ext>
                </a:extLst>
              </p:cNvPr>
              <p:cNvSpPr txBox="1"/>
              <p:nvPr/>
            </p:nvSpPr>
            <p:spPr>
              <a:xfrm>
                <a:off x="3270129" y="1116016"/>
                <a:ext cx="9272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6EBC0616-BFA9-445B-9725-4404F1748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129" y="1116016"/>
                <a:ext cx="92728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線接點 201">
            <a:extLst>
              <a:ext uri="{FF2B5EF4-FFF2-40B4-BE49-F238E27FC236}">
                <a16:creationId xmlns:a16="http://schemas.microsoft.com/office/drawing/2014/main" id="{33733829-0243-4512-9B61-151C38B362F3}"/>
              </a:ext>
            </a:extLst>
          </p:cNvPr>
          <p:cNvCxnSpPr>
            <a:cxnSpLocks/>
          </p:cNvCxnSpPr>
          <p:nvPr/>
        </p:nvCxnSpPr>
        <p:spPr>
          <a:xfrm flipH="1">
            <a:off x="-2289486" y="589877"/>
            <a:ext cx="569308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9" name="局部圓 218">
            <a:extLst>
              <a:ext uri="{FF2B5EF4-FFF2-40B4-BE49-F238E27FC236}">
                <a16:creationId xmlns:a16="http://schemas.microsoft.com/office/drawing/2014/main" id="{AD3D6C0E-7FAE-420D-A38C-505C7F37F6C8}"/>
              </a:ext>
            </a:extLst>
          </p:cNvPr>
          <p:cNvSpPr/>
          <p:nvPr/>
        </p:nvSpPr>
        <p:spPr>
          <a:xfrm rot="5400000">
            <a:off x="-3927648" y="225011"/>
            <a:ext cx="3334618" cy="3684696"/>
          </a:xfrm>
          <a:prstGeom prst="pie">
            <a:avLst>
              <a:gd name="adj1" fmla="val 15314537"/>
              <a:gd name="adj2" fmla="val 16200000"/>
            </a:avLst>
          </a:prstGeom>
          <a:gradFill flip="none" rotWithShape="1">
            <a:gsLst>
              <a:gs pos="0">
                <a:schemeClr val="accent1"/>
              </a:gs>
              <a:gs pos="43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文字方塊 236">
                <a:extLst>
                  <a:ext uri="{FF2B5EF4-FFF2-40B4-BE49-F238E27FC236}">
                    <a16:creationId xmlns:a16="http://schemas.microsoft.com/office/drawing/2014/main" id="{A3EB6FF9-4163-42EA-9882-647EBD1BFDE7}"/>
                  </a:ext>
                </a:extLst>
              </p:cNvPr>
              <p:cNvSpPr txBox="1"/>
              <p:nvPr/>
            </p:nvSpPr>
            <p:spPr>
              <a:xfrm>
                <a:off x="-479241" y="1630477"/>
                <a:ext cx="1602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div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37" name="文字方塊 236">
                <a:extLst>
                  <a:ext uri="{FF2B5EF4-FFF2-40B4-BE49-F238E27FC236}">
                    <a16:creationId xmlns:a16="http://schemas.microsoft.com/office/drawing/2014/main" id="{A3EB6FF9-4163-42EA-9882-647EBD1BF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241" y="1630477"/>
                <a:ext cx="160272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9" name="直線接點 238">
            <a:extLst>
              <a:ext uri="{FF2B5EF4-FFF2-40B4-BE49-F238E27FC236}">
                <a16:creationId xmlns:a16="http://schemas.microsoft.com/office/drawing/2014/main" id="{F6D8E731-E254-44EE-BFC5-82BE1CD7CADE}"/>
              </a:ext>
            </a:extLst>
          </p:cNvPr>
          <p:cNvCxnSpPr>
            <a:cxnSpLocks/>
          </p:cNvCxnSpPr>
          <p:nvPr/>
        </p:nvCxnSpPr>
        <p:spPr>
          <a:xfrm flipV="1">
            <a:off x="-2233182" y="106878"/>
            <a:ext cx="7488730" cy="1969572"/>
          </a:xfrm>
          <a:prstGeom prst="line">
            <a:avLst/>
          </a:prstGeom>
          <a:ln w="38100">
            <a:solidFill>
              <a:schemeClr val="accent1"/>
            </a:solidFill>
            <a:headEnd type="none" w="sm" len="sm"/>
            <a:tailEnd type="triangle" w="med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9" name="直線接點 248">
            <a:extLst>
              <a:ext uri="{FF2B5EF4-FFF2-40B4-BE49-F238E27FC236}">
                <a16:creationId xmlns:a16="http://schemas.microsoft.com/office/drawing/2014/main" id="{454249FB-5498-4E85-88F5-5002B0CA90F2}"/>
              </a:ext>
            </a:extLst>
          </p:cNvPr>
          <p:cNvCxnSpPr>
            <a:cxnSpLocks/>
          </p:cNvCxnSpPr>
          <p:nvPr/>
        </p:nvCxnSpPr>
        <p:spPr>
          <a:xfrm>
            <a:off x="-2255867" y="2081764"/>
            <a:ext cx="5603587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D8FE1773-CE17-48B5-A42F-76A1B1E80B1B}"/>
                  </a:ext>
                </a:extLst>
              </p:cNvPr>
              <p:cNvSpPr txBox="1"/>
              <p:nvPr/>
            </p:nvSpPr>
            <p:spPr>
              <a:xfrm>
                <a:off x="2687441" y="2039665"/>
                <a:ext cx="159579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D8FE1773-CE17-48B5-A42F-76A1B1E80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441" y="2039665"/>
                <a:ext cx="1595792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1" name="直線接點 250">
            <a:extLst>
              <a:ext uri="{FF2B5EF4-FFF2-40B4-BE49-F238E27FC236}">
                <a16:creationId xmlns:a16="http://schemas.microsoft.com/office/drawing/2014/main" id="{2E21BF6E-A46F-4981-8B85-09FD11AB1039}"/>
              </a:ext>
            </a:extLst>
          </p:cNvPr>
          <p:cNvCxnSpPr>
            <a:cxnSpLocks/>
          </p:cNvCxnSpPr>
          <p:nvPr/>
        </p:nvCxnSpPr>
        <p:spPr>
          <a:xfrm>
            <a:off x="3410001" y="2000021"/>
            <a:ext cx="0" cy="15840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線接點 263">
            <a:extLst>
              <a:ext uri="{FF2B5EF4-FFF2-40B4-BE49-F238E27FC236}">
                <a16:creationId xmlns:a16="http://schemas.microsoft.com/office/drawing/2014/main" id="{E685D3D4-B16B-4E74-92C0-FBC70EFA6104}"/>
              </a:ext>
            </a:extLst>
          </p:cNvPr>
          <p:cNvCxnSpPr>
            <a:cxnSpLocks/>
          </p:cNvCxnSpPr>
          <p:nvPr/>
        </p:nvCxnSpPr>
        <p:spPr>
          <a:xfrm>
            <a:off x="3410001" y="589881"/>
            <a:ext cx="0" cy="1492483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6627954C-59C0-446B-870B-FECA22C2EF8C}"/>
              </a:ext>
            </a:extLst>
          </p:cNvPr>
          <p:cNvSpPr/>
          <p:nvPr/>
        </p:nvSpPr>
        <p:spPr>
          <a:xfrm>
            <a:off x="-2908284" y="-72287"/>
            <a:ext cx="8070834" cy="41764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BB11C4FF-03A8-4908-B25C-592EFB01D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21189" y="-57150"/>
            <a:ext cx="7619057" cy="4320000"/>
          </a:xfrm>
          <a:prstGeom prst="rect">
            <a:avLst/>
          </a:prstGeom>
        </p:spPr>
      </p:pic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DC0B89A2-EA52-4C4F-822E-8DBDF2833F9D}"/>
              </a:ext>
            </a:extLst>
          </p:cNvPr>
          <p:cNvCxnSpPr>
            <a:cxnSpLocks/>
          </p:cNvCxnSpPr>
          <p:nvPr/>
        </p:nvCxnSpPr>
        <p:spPr>
          <a:xfrm>
            <a:off x="-2879256" y="2081764"/>
            <a:ext cx="60814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橢圓 104">
            <a:extLst>
              <a:ext uri="{FF2B5EF4-FFF2-40B4-BE49-F238E27FC236}">
                <a16:creationId xmlns:a16="http://schemas.microsoft.com/office/drawing/2014/main" id="{6DC7D96B-7053-4A13-8C56-E001E11CA8B4}"/>
              </a:ext>
            </a:extLst>
          </p:cNvPr>
          <p:cNvSpPr/>
          <p:nvPr/>
        </p:nvSpPr>
        <p:spPr>
          <a:xfrm>
            <a:off x="-2568542" y="596262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BFFFE5C5-0197-482C-85BD-83F1C6EE4D51}"/>
              </a:ext>
            </a:extLst>
          </p:cNvPr>
          <p:cNvCxnSpPr>
            <a:cxnSpLocks/>
          </p:cNvCxnSpPr>
          <p:nvPr/>
        </p:nvCxnSpPr>
        <p:spPr>
          <a:xfrm>
            <a:off x="3333750" y="2081764"/>
            <a:ext cx="1066800" cy="0"/>
          </a:xfrm>
          <a:prstGeom prst="line">
            <a:avLst/>
          </a:prstGeom>
          <a:ln w="381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C1D7D78E-3D16-44DE-8640-027E4800FAC9}"/>
                  </a:ext>
                </a:extLst>
              </p:cNvPr>
              <p:cNvSpPr txBox="1"/>
              <p:nvPr/>
            </p:nvSpPr>
            <p:spPr>
              <a:xfrm>
                <a:off x="4360416" y="174909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C1D7D78E-3D16-44DE-8640-027E4800F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16" y="1749091"/>
                <a:ext cx="49913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6EBC0616-BFA9-445B-9725-4404F1748A4D}"/>
                  </a:ext>
                </a:extLst>
              </p:cNvPr>
              <p:cNvSpPr txBox="1"/>
              <p:nvPr/>
            </p:nvSpPr>
            <p:spPr>
              <a:xfrm>
                <a:off x="-2482971" y="1116016"/>
                <a:ext cx="9272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6EBC0616-BFA9-445B-9725-4404F1748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82971" y="1116016"/>
                <a:ext cx="92728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線接點 201">
            <a:extLst>
              <a:ext uri="{FF2B5EF4-FFF2-40B4-BE49-F238E27FC236}">
                <a16:creationId xmlns:a16="http://schemas.microsoft.com/office/drawing/2014/main" id="{33733829-0243-4512-9B61-151C38B362F3}"/>
              </a:ext>
            </a:extLst>
          </p:cNvPr>
          <p:cNvCxnSpPr>
            <a:cxnSpLocks/>
          </p:cNvCxnSpPr>
          <p:nvPr/>
        </p:nvCxnSpPr>
        <p:spPr>
          <a:xfrm flipH="1">
            <a:off x="-2255867" y="589204"/>
            <a:ext cx="498001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9" name="局部圓 218">
            <a:extLst>
              <a:ext uri="{FF2B5EF4-FFF2-40B4-BE49-F238E27FC236}">
                <a16:creationId xmlns:a16="http://schemas.microsoft.com/office/drawing/2014/main" id="{AD3D6C0E-7FAE-420D-A38C-505C7F37F6C8}"/>
              </a:ext>
            </a:extLst>
          </p:cNvPr>
          <p:cNvSpPr/>
          <p:nvPr/>
        </p:nvSpPr>
        <p:spPr>
          <a:xfrm rot="5400000">
            <a:off x="-3927648" y="225011"/>
            <a:ext cx="3334618" cy="3684696"/>
          </a:xfrm>
          <a:prstGeom prst="pie">
            <a:avLst>
              <a:gd name="adj1" fmla="val 15269934"/>
              <a:gd name="adj2" fmla="val 16200000"/>
            </a:avLst>
          </a:prstGeom>
          <a:gradFill flip="none" rotWithShape="1">
            <a:gsLst>
              <a:gs pos="0">
                <a:schemeClr val="accent1"/>
              </a:gs>
              <a:gs pos="43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>
              <a:solidFill>
                <a:schemeClr val="tx1"/>
              </a:solidFill>
            </a:endParaRPr>
          </a:p>
        </p:txBody>
      </p:sp>
      <p:cxnSp>
        <p:nvCxnSpPr>
          <p:cNvPr id="239" name="直線接點 238">
            <a:extLst>
              <a:ext uri="{FF2B5EF4-FFF2-40B4-BE49-F238E27FC236}">
                <a16:creationId xmlns:a16="http://schemas.microsoft.com/office/drawing/2014/main" id="{F6D8E731-E254-44EE-BFC5-82BE1CD7CADE}"/>
              </a:ext>
            </a:extLst>
          </p:cNvPr>
          <p:cNvCxnSpPr>
            <a:cxnSpLocks/>
          </p:cNvCxnSpPr>
          <p:nvPr/>
        </p:nvCxnSpPr>
        <p:spPr>
          <a:xfrm flipV="1">
            <a:off x="-2233182" y="133350"/>
            <a:ext cx="6671832" cy="1943100"/>
          </a:xfrm>
          <a:prstGeom prst="line">
            <a:avLst/>
          </a:prstGeom>
          <a:ln w="38100">
            <a:solidFill>
              <a:schemeClr val="accent1"/>
            </a:solidFill>
            <a:prstDash val="dash"/>
            <a:headEnd type="none" w="sm" len="sm"/>
            <a:tailEnd type="triangle" w="med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9" name="直線接點 248">
            <a:extLst>
              <a:ext uri="{FF2B5EF4-FFF2-40B4-BE49-F238E27FC236}">
                <a16:creationId xmlns:a16="http://schemas.microsoft.com/office/drawing/2014/main" id="{454249FB-5498-4E85-88F5-5002B0CA90F2}"/>
              </a:ext>
            </a:extLst>
          </p:cNvPr>
          <p:cNvCxnSpPr>
            <a:cxnSpLocks/>
          </p:cNvCxnSpPr>
          <p:nvPr/>
        </p:nvCxnSpPr>
        <p:spPr>
          <a:xfrm>
            <a:off x="-2255867" y="2081764"/>
            <a:ext cx="5603587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線接點 250">
            <a:extLst>
              <a:ext uri="{FF2B5EF4-FFF2-40B4-BE49-F238E27FC236}">
                <a16:creationId xmlns:a16="http://schemas.microsoft.com/office/drawing/2014/main" id="{2E21BF6E-A46F-4981-8B85-09FD11AB1039}"/>
              </a:ext>
            </a:extLst>
          </p:cNvPr>
          <p:cNvCxnSpPr>
            <a:cxnSpLocks/>
          </p:cNvCxnSpPr>
          <p:nvPr/>
        </p:nvCxnSpPr>
        <p:spPr>
          <a:xfrm>
            <a:off x="-2273249" y="2000021"/>
            <a:ext cx="0" cy="15840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A1FA2E1-7B3E-4580-B8B6-1E22B0BE388C}"/>
                  </a:ext>
                </a:extLst>
              </p:cNvPr>
              <p:cNvSpPr txBox="1"/>
              <p:nvPr/>
            </p:nvSpPr>
            <p:spPr>
              <a:xfrm>
                <a:off x="-3046609" y="2077761"/>
                <a:ext cx="159579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A1FA2E1-7B3E-4580-B8B6-1E22B0BE3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6609" y="2077761"/>
                <a:ext cx="1595792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E7D896D6-A16B-4F63-AAA9-D54A1AAAA26D}"/>
              </a:ext>
            </a:extLst>
          </p:cNvPr>
          <p:cNvCxnSpPr>
            <a:cxnSpLocks/>
          </p:cNvCxnSpPr>
          <p:nvPr/>
        </p:nvCxnSpPr>
        <p:spPr>
          <a:xfrm>
            <a:off x="2743251" y="589881"/>
            <a:ext cx="0" cy="1492483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F0F1EFEB-7912-4BE2-A2DE-8345EB2D47BD}"/>
              </a:ext>
            </a:extLst>
          </p:cNvPr>
          <p:cNvCxnSpPr>
            <a:cxnSpLocks/>
          </p:cNvCxnSpPr>
          <p:nvPr/>
        </p:nvCxnSpPr>
        <p:spPr>
          <a:xfrm>
            <a:off x="-2273249" y="589877"/>
            <a:ext cx="0" cy="1492483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0E054B1-65E6-4E27-ACEF-787317DE0E6E}"/>
                  </a:ext>
                </a:extLst>
              </p:cNvPr>
              <p:cNvSpPr txBox="1"/>
              <p:nvPr/>
            </p:nvSpPr>
            <p:spPr>
              <a:xfrm>
                <a:off x="2020691" y="2077765"/>
                <a:ext cx="159579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0E054B1-65E6-4E27-ACEF-787317DE0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91" y="2077765"/>
                <a:ext cx="1595792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7FF1ACE-3B87-4D39-ACF9-C8A54C12ED67}"/>
              </a:ext>
            </a:extLst>
          </p:cNvPr>
          <p:cNvCxnSpPr>
            <a:cxnSpLocks/>
          </p:cNvCxnSpPr>
          <p:nvPr/>
        </p:nvCxnSpPr>
        <p:spPr>
          <a:xfrm>
            <a:off x="2743251" y="2000021"/>
            <a:ext cx="0" cy="15840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24AF0483-5220-4C5C-BD90-0FD25151BAC0}"/>
                  </a:ext>
                </a:extLst>
              </p:cNvPr>
              <p:cNvSpPr txBox="1"/>
              <p:nvPr/>
            </p:nvSpPr>
            <p:spPr>
              <a:xfrm>
                <a:off x="-479241" y="1630477"/>
                <a:ext cx="1602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div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24AF0483-5220-4C5C-BD90-0FD25151B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241" y="1630477"/>
                <a:ext cx="160272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47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6627954C-59C0-446B-870B-FECA22C2EF8C}"/>
              </a:ext>
            </a:extLst>
          </p:cNvPr>
          <p:cNvSpPr/>
          <p:nvPr/>
        </p:nvSpPr>
        <p:spPr>
          <a:xfrm>
            <a:off x="-2908284" y="-72287"/>
            <a:ext cx="14147784" cy="41764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F2A39459-5CC0-40D5-B437-A6D4A80CE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5307" y="-51789"/>
            <a:ext cx="13941907" cy="4318989"/>
          </a:xfrm>
          <a:prstGeom prst="rect">
            <a:avLst/>
          </a:prstGeom>
        </p:spPr>
      </p:pic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DC0B89A2-EA52-4C4F-822E-8DBDF2833F9D}"/>
              </a:ext>
            </a:extLst>
          </p:cNvPr>
          <p:cNvCxnSpPr>
            <a:cxnSpLocks/>
          </p:cNvCxnSpPr>
          <p:nvPr/>
        </p:nvCxnSpPr>
        <p:spPr>
          <a:xfrm>
            <a:off x="-2879256" y="2081764"/>
            <a:ext cx="60814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橢圓 104">
            <a:extLst>
              <a:ext uri="{FF2B5EF4-FFF2-40B4-BE49-F238E27FC236}">
                <a16:creationId xmlns:a16="http://schemas.microsoft.com/office/drawing/2014/main" id="{6DC7D96B-7053-4A13-8C56-E001E11CA8B4}"/>
              </a:ext>
            </a:extLst>
          </p:cNvPr>
          <p:cNvSpPr/>
          <p:nvPr/>
        </p:nvSpPr>
        <p:spPr>
          <a:xfrm>
            <a:off x="-2568542" y="596262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BFFFE5C5-0197-482C-85BD-83F1C6EE4D51}"/>
              </a:ext>
            </a:extLst>
          </p:cNvPr>
          <p:cNvCxnSpPr>
            <a:cxnSpLocks/>
          </p:cNvCxnSpPr>
          <p:nvPr/>
        </p:nvCxnSpPr>
        <p:spPr>
          <a:xfrm>
            <a:off x="3333750" y="2081764"/>
            <a:ext cx="6090920" cy="0"/>
          </a:xfrm>
          <a:prstGeom prst="line">
            <a:avLst/>
          </a:prstGeom>
          <a:ln w="381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C1D7D78E-3D16-44DE-8640-027E4800FAC9}"/>
                  </a:ext>
                </a:extLst>
              </p:cNvPr>
              <p:cNvSpPr txBox="1"/>
              <p:nvPr/>
            </p:nvSpPr>
            <p:spPr>
              <a:xfrm>
                <a:off x="9427716" y="174909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C1D7D78E-3D16-44DE-8640-027E4800F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716" y="1749091"/>
                <a:ext cx="49913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6EBC0616-BFA9-445B-9725-4404F1748A4D}"/>
                  </a:ext>
                </a:extLst>
              </p:cNvPr>
              <p:cNvSpPr txBox="1"/>
              <p:nvPr/>
            </p:nvSpPr>
            <p:spPr>
              <a:xfrm>
                <a:off x="-2482971" y="1116016"/>
                <a:ext cx="9272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6EBC0616-BFA9-445B-9725-4404F1748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82971" y="1116016"/>
                <a:ext cx="92728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線接點 201">
            <a:extLst>
              <a:ext uri="{FF2B5EF4-FFF2-40B4-BE49-F238E27FC236}">
                <a16:creationId xmlns:a16="http://schemas.microsoft.com/office/drawing/2014/main" id="{33733829-0243-4512-9B61-151C38B362F3}"/>
              </a:ext>
            </a:extLst>
          </p:cNvPr>
          <p:cNvCxnSpPr>
            <a:cxnSpLocks/>
          </p:cNvCxnSpPr>
          <p:nvPr/>
        </p:nvCxnSpPr>
        <p:spPr>
          <a:xfrm flipH="1">
            <a:off x="-2289486" y="589877"/>
            <a:ext cx="1023968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9" name="局部圓 218">
            <a:extLst>
              <a:ext uri="{FF2B5EF4-FFF2-40B4-BE49-F238E27FC236}">
                <a16:creationId xmlns:a16="http://schemas.microsoft.com/office/drawing/2014/main" id="{AD3D6C0E-7FAE-420D-A38C-505C7F37F6C8}"/>
              </a:ext>
            </a:extLst>
          </p:cNvPr>
          <p:cNvSpPr/>
          <p:nvPr/>
        </p:nvSpPr>
        <p:spPr>
          <a:xfrm rot="5400000">
            <a:off x="-3927648" y="225011"/>
            <a:ext cx="3334618" cy="3684696"/>
          </a:xfrm>
          <a:prstGeom prst="pie">
            <a:avLst>
              <a:gd name="adj1" fmla="val 15702102"/>
              <a:gd name="adj2" fmla="val 16200000"/>
            </a:avLst>
          </a:prstGeom>
          <a:gradFill flip="none" rotWithShape="1">
            <a:gsLst>
              <a:gs pos="0">
                <a:schemeClr val="accent1"/>
              </a:gs>
              <a:gs pos="43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文字方塊 236">
                <a:extLst>
                  <a:ext uri="{FF2B5EF4-FFF2-40B4-BE49-F238E27FC236}">
                    <a16:creationId xmlns:a16="http://schemas.microsoft.com/office/drawing/2014/main" id="{A3EB6FF9-4163-42EA-9882-647EBD1BFDE7}"/>
                  </a:ext>
                </a:extLst>
              </p:cNvPr>
              <p:cNvSpPr txBox="1"/>
              <p:nvPr/>
            </p:nvSpPr>
            <p:spPr>
              <a:xfrm>
                <a:off x="-288742" y="1706677"/>
                <a:ext cx="2212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'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div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'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37" name="文字方塊 236">
                <a:extLst>
                  <a:ext uri="{FF2B5EF4-FFF2-40B4-BE49-F238E27FC236}">
                    <a16:creationId xmlns:a16="http://schemas.microsoft.com/office/drawing/2014/main" id="{A3EB6FF9-4163-42EA-9882-647EBD1BF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8742" y="1706677"/>
                <a:ext cx="2212791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9" name="直線接點 238">
            <a:extLst>
              <a:ext uri="{FF2B5EF4-FFF2-40B4-BE49-F238E27FC236}">
                <a16:creationId xmlns:a16="http://schemas.microsoft.com/office/drawing/2014/main" id="{F6D8E731-E254-44EE-BFC5-82BE1CD7CADE}"/>
              </a:ext>
            </a:extLst>
          </p:cNvPr>
          <p:cNvCxnSpPr>
            <a:cxnSpLocks/>
          </p:cNvCxnSpPr>
          <p:nvPr/>
        </p:nvCxnSpPr>
        <p:spPr>
          <a:xfrm flipV="1">
            <a:off x="-2233182" y="190500"/>
            <a:ext cx="12901182" cy="1885950"/>
          </a:xfrm>
          <a:prstGeom prst="line">
            <a:avLst/>
          </a:prstGeom>
          <a:ln w="38100">
            <a:solidFill>
              <a:schemeClr val="accent1"/>
            </a:solidFill>
            <a:prstDash val="dash"/>
            <a:headEnd type="none" w="sm" len="sm"/>
            <a:tailEnd type="triangle" w="med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9" name="直線接點 248">
            <a:extLst>
              <a:ext uri="{FF2B5EF4-FFF2-40B4-BE49-F238E27FC236}">
                <a16:creationId xmlns:a16="http://schemas.microsoft.com/office/drawing/2014/main" id="{454249FB-5498-4E85-88F5-5002B0CA90F2}"/>
              </a:ext>
            </a:extLst>
          </p:cNvPr>
          <p:cNvCxnSpPr>
            <a:cxnSpLocks/>
          </p:cNvCxnSpPr>
          <p:nvPr/>
        </p:nvCxnSpPr>
        <p:spPr>
          <a:xfrm>
            <a:off x="-2255867" y="2081764"/>
            <a:ext cx="5603587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D8FE1773-CE17-48B5-A42F-76A1B1E80B1B}"/>
                  </a:ext>
                </a:extLst>
              </p:cNvPr>
              <p:cNvSpPr txBox="1"/>
              <p:nvPr/>
            </p:nvSpPr>
            <p:spPr>
              <a:xfrm>
                <a:off x="7189591" y="2096815"/>
                <a:ext cx="159579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D8FE1773-CE17-48B5-A42F-76A1B1E80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591" y="2096815"/>
                <a:ext cx="1595792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直線接點 263">
            <a:extLst>
              <a:ext uri="{FF2B5EF4-FFF2-40B4-BE49-F238E27FC236}">
                <a16:creationId xmlns:a16="http://schemas.microsoft.com/office/drawing/2014/main" id="{E685D3D4-B16B-4E74-92C0-FBC70EFA6104}"/>
              </a:ext>
            </a:extLst>
          </p:cNvPr>
          <p:cNvCxnSpPr>
            <a:cxnSpLocks/>
          </p:cNvCxnSpPr>
          <p:nvPr/>
        </p:nvCxnSpPr>
        <p:spPr>
          <a:xfrm>
            <a:off x="7950251" y="589877"/>
            <a:ext cx="0" cy="1492483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F0F1EFEB-7912-4BE2-A2DE-8345EB2D47BD}"/>
              </a:ext>
            </a:extLst>
          </p:cNvPr>
          <p:cNvCxnSpPr>
            <a:cxnSpLocks/>
          </p:cNvCxnSpPr>
          <p:nvPr/>
        </p:nvCxnSpPr>
        <p:spPr>
          <a:xfrm>
            <a:off x="-2285949" y="589877"/>
            <a:ext cx="0" cy="1492483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30809C0C-AC12-4C8A-AB4F-D74FC8E55713}"/>
              </a:ext>
            </a:extLst>
          </p:cNvPr>
          <p:cNvCxnSpPr>
            <a:cxnSpLocks/>
          </p:cNvCxnSpPr>
          <p:nvPr/>
        </p:nvCxnSpPr>
        <p:spPr>
          <a:xfrm>
            <a:off x="7956599" y="2000021"/>
            <a:ext cx="0" cy="15840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A17D74EC-53BB-4D7B-89A7-EABDB7193188}"/>
                  </a:ext>
                </a:extLst>
              </p:cNvPr>
              <p:cNvSpPr txBox="1"/>
              <p:nvPr/>
            </p:nvSpPr>
            <p:spPr>
              <a:xfrm>
                <a:off x="1976239" y="2077765"/>
                <a:ext cx="159579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A17D74EC-53BB-4D7B-89A7-EABDB7193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239" y="2077765"/>
                <a:ext cx="159579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0BEF10E6-2B5B-4F28-91CE-664A471F1F6C}"/>
              </a:ext>
            </a:extLst>
          </p:cNvPr>
          <p:cNvCxnSpPr>
            <a:cxnSpLocks/>
          </p:cNvCxnSpPr>
          <p:nvPr/>
        </p:nvCxnSpPr>
        <p:spPr>
          <a:xfrm>
            <a:off x="2743251" y="589881"/>
            <a:ext cx="0" cy="1492483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277AB1F2-CA86-47E0-8B6D-F33D1D99D13B}"/>
              </a:ext>
            </a:extLst>
          </p:cNvPr>
          <p:cNvCxnSpPr>
            <a:cxnSpLocks/>
          </p:cNvCxnSpPr>
          <p:nvPr/>
        </p:nvCxnSpPr>
        <p:spPr>
          <a:xfrm>
            <a:off x="2743251" y="2000021"/>
            <a:ext cx="0" cy="15840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69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6627954C-59C0-446B-870B-FECA22C2EF8C}"/>
              </a:ext>
            </a:extLst>
          </p:cNvPr>
          <p:cNvSpPr/>
          <p:nvPr/>
        </p:nvSpPr>
        <p:spPr>
          <a:xfrm>
            <a:off x="-12684" y="-72287"/>
            <a:ext cx="8070834" cy="41764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BB11C4FF-03A8-4908-B25C-592EFB01D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589" y="-57150"/>
            <a:ext cx="8469489" cy="4320000"/>
          </a:xfrm>
          <a:prstGeom prst="rect">
            <a:avLst/>
          </a:prstGeom>
        </p:spPr>
      </p:pic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DC0B89A2-EA52-4C4F-822E-8DBDF2833F9D}"/>
              </a:ext>
            </a:extLst>
          </p:cNvPr>
          <p:cNvCxnSpPr>
            <a:cxnSpLocks/>
          </p:cNvCxnSpPr>
          <p:nvPr/>
        </p:nvCxnSpPr>
        <p:spPr>
          <a:xfrm>
            <a:off x="16344" y="2081764"/>
            <a:ext cx="60814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橢圓 104">
            <a:extLst>
              <a:ext uri="{FF2B5EF4-FFF2-40B4-BE49-F238E27FC236}">
                <a16:creationId xmlns:a16="http://schemas.microsoft.com/office/drawing/2014/main" id="{6DC7D96B-7053-4A13-8C56-E001E11CA8B4}"/>
              </a:ext>
            </a:extLst>
          </p:cNvPr>
          <p:cNvSpPr/>
          <p:nvPr/>
        </p:nvSpPr>
        <p:spPr>
          <a:xfrm>
            <a:off x="327058" y="596262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300"/>
          </a:p>
        </p:txBody>
      </p: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BFFFE5C5-0197-482C-85BD-83F1C6EE4D51}"/>
              </a:ext>
            </a:extLst>
          </p:cNvPr>
          <p:cNvCxnSpPr>
            <a:cxnSpLocks/>
          </p:cNvCxnSpPr>
          <p:nvPr/>
        </p:nvCxnSpPr>
        <p:spPr>
          <a:xfrm>
            <a:off x="6229350" y="2081764"/>
            <a:ext cx="1416050" cy="0"/>
          </a:xfrm>
          <a:prstGeom prst="line">
            <a:avLst/>
          </a:prstGeom>
          <a:ln w="381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C1D7D78E-3D16-44DE-8640-027E4800FAC9}"/>
                  </a:ext>
                </a:extLst>
              </p:cNvPr>
              <p:cNvSpPr txBox="1"/>
              <p:nvPr/>
            </p:nvSpPr>
            <p:spPr>
              <a:xfrm>
                <a:off x="7574200" y="1844221"/>
                <a:ext cx="499134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3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2300" dirty="0"/>
              </a:p>
            </p:txBody>
          </p:sp>
        </mc:Choice>
        <mc:Fallback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C1D7D78E-3D16-44DE-8640-027E4800F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200" y="1844221"/>
                <a:ext cx="499134" cy="446276"/>
              </a:xfrm>
              <a:prstGeom prst="rect">
                <a:avLst/>
              </a:prstGeom>
              <a:blipFill>
                <a:blip r:embed="rId3"/>
                <a:stretch>
                  <a:fillRect t="-5479" r="-487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6EBC0616-BFA9-445B-9725-4404F1748A4D}"/>
                  </a:ext>
                </a:extLst>
              </p:cNvPr>
              <p:cNvSpPr txBox="1"/>
              <p:nvPr/>
            </p:nvSpPr>
            <p:spPr>
              <a:xfrm>
                <a:off x="6029204" y="1116016"/>
                <a:ext cx="927280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300" dirty="0"/>
              </a:p>
            </p:txBody>
          </p:sp>
        </mc:Choice>
        <mc:Fallback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6EBC0616-BFA9-445B-9725-4404F1748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204" y="1116016"/>
                <a:ext cx="927280" cy="446276"/>
              </a:xfrm>
              <a:prstGeom prst="rect">
                <a:avLst/>
              </a:prstGeom>
              <a:blipFill>
                <a:blip r:embed="rId4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線接點 201">
            <a:extLst>
              <a:ext uri="{FF2B5EF4-FFF2-40B4-BE49-F238E27FC236}">
                <a16:creationId xmlns:a16="http://schemas.microsoft.com/office/drawing/2014/main" id="{33733829-0243-4512-9B61-151C38B362F3}"/>
              </a:ext>
            </a:extLst>
          </p:cNvPr>
          <p:cNvCxnSpPr>
            <a:cxnSpLocks/>
          </p:cNvCxnSpPr>
          <p:nvPr/>
        </p:nvCxnSpPr>
        <p:spPr>
          <a:xfrm flipH="1">
            <a:off x="639738" y="589204"/>
            <a:ext cx="560866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9" name="局部圓 218">
            <a:extLst>
              <a:ext uri="{FF2B5EF4-FFF2-40B4-BE49-F238E27FC236}">
                <a16:creationId xmlns:a16="http://schemas.microsoft.com/office/drawing/2014/main" id="{AD3D6C0E-7FAE-420D-A38C-505C7F37F6C8}"/>
              </a:ext>
            </a:extLst>
          </p:cNvPr>
          <p:cNvSpPr/>
          <p:nvPr/>
        </p:nvSpPr>
        <p:spPr>
          <a:xfrm rot="5400000">
            <a:off x="-1032048" y="225011"/>
            <a:ext cx="3334618" cy="3684696"/>
          </a:xfrm>
          <a:prstGeom prst="pie">
            <a:avLst>
              <a:gd name="adj1" fmla="val 15269934"/>
              <a:gd name="adj2" fmla="val 16200000"/>
            </a:avLst>
          </a:prstGeom>
          <a:gradFill flip="none" rotWithShape="1">
            <a:gsLst>
              <a:gs pos="0">
                <a:schemeClr val="accent1"/>
              </a:gs>
              <a:gs pos="43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>
              <a:solidFill>
                <a:schemeClr val="tx1"/>
              </a:solidFill>
            </a:endParaRPr>
          </a:p>
        </p:txBody>
      </p:sp>
      <p:cxnSp>
        <p:nvCxnSpPr>
          <p:cNvPr id="239" name="直線接點 238">
            <a:extLst>
              <a:ext uri="{FF2B5EF4-FFF2-40B4-BE49-F238E27FC236}">
                <a16:creationId xmlns:a16="http://schemas.microsoft.com/office/drawing/2014/main" id="{F6D8E731-E254-44EE-BFC5-82BE1CD7CADE}"/>
              </a:ext>
            </a:extLst>
          </p:cNvPr>
          <p:cNvCxnSpPr>
            <a:cxnSpLocks/>
          </p:cNvCxnSpPr>
          <p:nvPr/>
        </p:nvCxnSpPr>
        <p:spPr>
          <a:xfrm flipV="1">
            <a:off x="662418" y="114300"/>
            <a:ext cx="7313182" cy="1962150"/>
          </a:xfrm>
          <a:prstGeom prst="line">
            <a:avLst/>
          </a:prstGeom>
          <a:ln w="38100">
            <a:solidFill>
              <a:schemeClr val="accent1"/>
            </a:solidFill>
            <a:prstDash val="dash"/>
            <a:headEnd type="none" w="sm" len="sm"/>
            <a:tailEnd type="triangle" w="med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9" name="直線接點 248">
            <a:extLst>
              <a:ext uri="{FF2B5EF4-FFF2-40B4-BE49-F238E27FC236}">
                <a16:creationId xmlns:a16="http://schemas.microsoft.com/office/drawing/2014/main" id="{454249FB-5498-4E85-88F5-5002B0CA90F2}"/>
              </a:ext>
            </a:extLst>
          </p:cNvPr>
          <p:cNvCxnSpPr>
            <a:cxnSpLocks/>
          </p:cNvCxnSpPr>
          <p:nvPr/>
        </p:nvCxnSpPr>
        <p:spPr>
          <a:xfrm>
            <a:off x="639737" y="2081764"/>
            <a:ext cx="5603587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線接點 250">
            <a:extLst>
              <a:ext uri="{FF2B5EF4-FFF2-40B4-BE49-F238E27FC236}">
                <a16:creationId xmlns:a16="http://schemas.microsoft.com/office/drawing/2014/main" id="{2E21BF6E-A46F-4981-8B85-09FD11AB1039}"/>
              </a:ext>
            </a:extLst>
          </p:cNvPr>
          <p:cNvCxnSpPr>
            <a:cxnSpLocks/>
          </p:cNvCxnSpPr>
          <p:nvPr/>
        </p:nvCxnSpPr>
        <p:spPr>
          <a:xfrm>
            <a:off x="622351" y="2000021"/>
            <a:ext cx="0" cy="15840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A1FA2E1-7B3E-4580-B8B6-1E22B0BE388C}"/>
                  </a:ext>
                </a:extLst>
              </p:cNvPr>
              <p:cNvSpPr txBox="1"/>
              <p:nvPr/>
            </p:nvSpPr>
            <p:spPr>
              <a:xfrm>
                <a:off x="-151009" y="2077761"/>
                <a:ext cx="1595792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3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3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A1FA2E1-7B3E-4580-B8B6-1E22B0BE3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009" y="2077761"/>
                <a:ext cx="1595792" cy="4462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E7D896D6-A16B-4F63-AAA9-D54A1AAAA26D}"/>
              </a:ext>
            </a:extLst>
          </p:cNvPr>
          <p:cNvCxnSpPr>
            <a:cxnSpLocks/>
          </p:cNvCxnSpPr>
          <p:nvPr/>
        </p:nvCxnSpPr>
        <p:spPr>
          <a:xfrm>
            <a:off x="6235751" y="589881"/>
            <a:ext cx="0" cy="1492483"/>
          </a:xfrm>
          <a:prstGeom prst="line">
            <a:avLst/>
          </a:prstGeom>
          <a:ln w="9525"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F0F1EFEB-7912-4BE2-A2DE-8345EB2D47BD}"/>
              </a:ext>
            </a:extLst>
          </p:cNvPr>
          <p:cNvCxnSpPr>
            <a:cxnSpLocks/>
          </p:cNvCxnSpPr>
          <p:nvPr/>
        </p:nvCxnSpPr>
        <p:spPr>
          <a:xfrm>
            <a:off x="622351" y="589881"/>
            <a:ext cx="0" cy="1492483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0E054B1-65E6-4E27-ACEF-787317DE0E6E}"/>
                  </a:ext>
                </a:extLst>
              </p:cNvPr>
              <p:cNvSpPr txBox="1"/>
              <p:nvPr/>
            </p:nvSpPr>
            <p:spPr>
              <a:xfrm>
                <a:off x="5513191" y="2077761"/>
                <a:ext cx="1595792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3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0E054B1-65E6-4E27-ACEF-787317DE0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191" y="2077761"/>
                <a:ext cx="1595792" cy="446276"/>
              </a:xfrm>
              <a:prstGeom prst="rect">
                <a:avLst/>
              </a:prstGeom>
              <a:blipFill>
                <a:blip r:embed="rId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7FF1ACE-3B87-4D39-ACF9-C8A54C12ED67}"/>
              </a:ext>
            </a:extLst>
          </p:cNvPr>
          <p:cNvCxnSpPr>
            <a:cxnSpLocks/>
          </p:cNvCxnSpPr>
          <p:nvPr/>
        </p:nvCxnSpPr>
        <p:spPr>
          <a:xfrm>
            <a:off x="6235751" y="2000021"/>
            <a:ext cx="0" cy="15840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AB25EC7-216B-4B8C-A5A1-65F737D8E257}"/>
                  </a:ext>
                </a:extLst>
              </p:cNvPr>
              <p:cNvSpPr txBox="1"/>
              <p:nvPr/>
            </p:nvSpPr>
            <p:spPr>
              <a:xfrm>
                <a:off x="2390962" y="1579677"/>
                <a:ext cx="2130241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300">
                              <a:latin typeface="Cambria Math" panose="02040503050406030204" pitchFamily="18" charset="0"/>
                            </a:rPr>
                            <m:t>div</m:t>
                          </m:r>
                        </m:sub>
                      </m:sSub>
                      <m:r>
                        <a:rPr lang="en-US" altLang="zh-TW" sz="23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300" i="1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3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3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AB25EC7-216B-4B8C-A5A1-65F737D8E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962" y="1579677"/>
                <a:ext cx="2130241" cy="446276"/>
              </a:xfrm>
              <a:prstGeom prst="rect">
                <a:avLst/>
              </a:prstGeom>
              <a:blipFill>
                <a:blip r:embed="rId7"/>
                <a:stretch>
                  <a:fillRect b="-16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484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5435</TotalTime>
  <Words>41</Words>
  <Application>Microsoft Office PowerPoint</Application>
  <PresentationFormat>自訂</PresentationFormat>
  <Paragraphs>19</Paragraphs>
  <Slides>4</Slides>
  <Notes>0</Notes>
  <HiddenSlides>3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66</cp:revision>
  <dcterms:created xsi:type="dcterms:W3CDTF">2026-06-08T08:23:19Z</dcterms:created>
  <dcterms:modified xsi:type="dcterms:W3CDTF">2026-08-23T08:21:15Z</dcterms:modified>
</cp:coreProperties>
</file>