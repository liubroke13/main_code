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  <p:sldId id="257" r:id="rId3"/>
  </p:sldIdLst>
  <p:sldSz cx="990600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001553"/>
            <a:ext cx="7429500" cy="2130602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214319"/>
            <a:ext cx="7429500" cy="1477538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23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009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525704"/>
            <a:ext cx="8543925" cy="2545672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095459"/>
            <a:ext cx="8543925" cy="1338709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9243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629117"/>
            <a:ext cx="4210050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629117"/>
            <a:ext cx="4210050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69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25824"/>
            <a:ext cx="8543925" cy="118288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500205"/>
            <a:ext cx="4190702" cy="735227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235432"/>
            <a:ext cx="4190702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00205"/>
            <a:ext cx="4211340" cy="735227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235432"/>
            <a:ext cx="4211340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134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504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78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07988"/>
            <a:ext cx="3194943" cy="1427956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881140"/>
            <a:ext cx="5014913" cy="4349034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35944"/>
            <a:ext cx="3194943" cy="3401313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000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07988"/>
            <a:ext cx="3194943" cy="1427956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881140"/>
            <a:ext cx="5014913" cy="4349034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35944"/>
            <a:ext cx="3194943" cy="3401313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640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55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25823"/>
            <a:ext cx="2135981" cy="518625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25823"/>
            <a:ext cx="6284119" cy="518625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408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25824"/>
            <a:ext cx="8543925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629117"/>
            <a:ext cx="8543925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672161"/>
            <a:ext cx="222885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FB895-B65F-4EA9-9907-69D32227E72B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672161"/>
            <a:ext cx="3343275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672161"/>
            <a:ext cx="222885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805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0.png"/><Relationship Id="rId3" Type="http://schemas.openxmlformats.org/officeDocument/2006/relationships/image" Target="../media/image1.png"/><Relationship Id="rId21" Type="http://schemas.openxmlformats.org/officeDocument/2006/relationships/image" Target="../media/image20.png"/><Relationship Id="rId34" Type="http://schemas.openxmlformats.org/officeDocument/2006/relationships/image" Target="../media/image38.png"/><Relationship Id="rId7" Type="http://schemas.openxmlformats.org/officeDocument/2006/relationships/image" Target="../media/image25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2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23.png"/><Relationship Id="rId23" Type="http://schemas.openxmlformats.org/officeDocument/2006/relationships/image" Target="../media/image2.png"/><Relationship Id="rId28" Type="http://schemas.openxmlformats.org/officeDocument/2006/relationships/image" Target="../media/image32.png"/><Relationship Id="rId19" Type="http://schemas.openxmlformats.org/officeDocument/2006/relationships/image" Target="../media/image18.png"/><Relationship Id="rId31" Type="http://schemas.openxmlformats.org/officeDocument/2006/relationships/image" Target="../media/image35.png"/><Relationship Id="rId4" Type="http://schemas.openxmlformats.org/officeDocument/2006/relationships/image" Target="../media/image3.png"/><Relationship Id="rId22" Type="http://schemas.openxmlformats.org/officeDocument/2006/relationships/image" Target="../media/image27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群組 245">
            <a:extLst>
              <a:ext uri="{FF2B5EF4-FFF2-40B4-BE49-F238E27FC236}">
                <a16:creationId xmlns:a16="http://schemas.microsoft.com/office/drawing/2014/main" id="{D3A4F2FE-B5A6-4811-ACC1-95C3779EF745}"/>
              </a:ext>
            </a:extLst>
          </p:cNvPr>
          <p:cNvGrpSpPr/>
          <p:nvPr/>
        </p:nvGrpSpPr>
        <p:grpSpPr>
          <a:xfrm>
            <a:off x="343431" y="70318"/>
            <a:ext cx="9219141" cy="5979179"/>
            <a:chOff x="191033" y="5407"/>
            <a:chExt cx="9219141" cy="5979179"/>
          </a:xfrm>
        </p:grpSpPr>
        <p:pic>
          <p:nvPicPr>
            <p:cNvPr id="247" name="圖片 246">
              <a:extLst>
                <a:ext uri="{FF2B5EF4-FFF2-40B4-BE49-F238E27FC236}">
                  <a16:creationId xmlns:a16="http://schemas.microsoft.com/office/drawing/2014/main" id="{C560BE30-6DE3-4B0F-9DD0-7A175D4742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644"/>
            <a:stretch/>
          </p:blipFill>
          <p:spPr>
            <a:xfrm>
              <a:off x="359946" y="498501"/>
              <a:ext cx="7938350" cy="1606523"/>
            </a:xfrm>
            <a:prstGeom prst="rect">
              <a:avLst/>
            </a:prstGeom>
          </p:spPr>
        </p:pic>
        <p:pic>
          <p:nvPicPr>
            <p:cNvPr id="248" name="圖片 247">
              <a:extLst>
                <a:ext uri="{FF2B5EF4-FFF2-40B4-BE49-F238E27FC236}">
                  <a16:creationId xmlns:a16="http://schemas.microsoft.com/office/drawing/2014/main" id="{D0F1D35A-8EDB-4C72-BE3C-58B1EB45EE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047"/>
            <a:stretch/>
          </p:blipFill>
          <p:spPr>
            <a:xfrm>
              <a:off x="1255313" y="2919895"/>
              <a:ext cx="7229107" cy="1452454"/>
            </a:xfrm>
            <a:prstGeom prst="rect">
              <a:avLst/>
            </a:prstGeom>
          </p:spPr>
        </p:pic>
        <p:pic>
          <p:nvPicPr>
            <p:cNvPr id="249" name="圖片 248">
              <a:extLst>
                <a:ext uri="{FF2B5EF4-FFF2-40B4-BE49-F238E27FC236}">
                  <a16:creationId xmlns:a16="http://schemas.microsoft.com/office/drawing/2014/main" id="{9990BC9F-C16F-4F14-A974-AB4E840835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265"/>
            <a:stretch/>
          </p:blipFill>
          <p:spPr>
            <a:xfrm>
              <a:off x="1250139" y="4210874"/>
              <a:ext cx="7210057" cy="1452454"/>
            </a:xfrm>
            <a:prstGeom prst="rect">
              <a:avLst/>
            </a:prstGeom>
          </p:spPr>
        </p:pic>
        <p:pic>
          <p:nvPicPr>
            <p:cNvPr id="250" name="圖片 249">
              <a:extLst>
                <a:ext uri="{FF2B5EF4-FFF2-40B4-BE49-F238E27FC236}">
                  <a16:creationId xmlns:a16="http://schemas.microsoft.com/office/drawing/2014/main" id="{B2EF693C-AFDC-4B86-8DA3-DC5F004D23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897" r="9472"/>
            <a:stretch/>
          </p:blipFill>
          <p:spPr>
            <a:xfrm>
              <a:off x="8553707" y="4012912"/>
              <a:ext cx="569632" cy="1680954"/>
            </a:xfrm>
            <a:prstGeom prst="rect">
              <a:avLst/>
            </a:prstGeom>
          </p:spPr>
        </p:pic>
        <p:sp>
          <p:nvSpPr>
            <p:cNvPr id="251" name="矩形: 圓角 250">
              <a:extLst>
                <a:ext uri="{FF2B5EF4-FFF2-40B4-BE49-F238E27FC236}">
                  <a16:creationId xmlns:a16="http://schemas.microsoft.com/office/drawing/2014/main" id="{58774BA6-4A5F-4465-A69C-A1343932DEA7}"/>
                </a:ext>
              </a:extLst>
            </p:cNvPr>
            <p:cNvSpPr/>
            <p:nvPr/>
          </p:nvSpPr>
          <p:spPr>
            <a:xfrm>
              <a:off x="191033" y="2920777"/>
              <a:ext cx="8406867" cy="3063809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2" name="矩形: 圓角 251">
              <a:extLst>
                <a:ext uri="{FF2B5EF4-FFF2-40B4-BE49-F238E27FC236}">
                  <a16:creationId xmlns:a16="http://schemas.microsoft.com/office/drawing/2014/main" id="{EB10717C-3F18-453F-AEE9-664EFAE432CA}"/>
                </a:ext>
              </a:extLst>
            </p:cNvPr>
            <p:cNvSpPr/>
            <p:nvPr/>
          </p:nvSpPr>
          <p:spPr>
            <a:xfrm>
              <a:off x="191047" y="438923"/>
              <a:ext cx="8407018" cy="1942327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矩形 252">
                  <a:extLst>
                    <a:ext uri="{FF2B5EF4-FFF2-40B4-BE49-F238E27FC236}">
                      <a16:creationId xmlns:a16="http://schemas.microsoft.com/office/drawing/2014/main" id="{86848877-0BCF-4F05-B932-A3B27CCC542F}"/>
                    </a:ext>
                  </a:extLst>
                </p:cNvPr>
                <p:cNvSpPr/>
                <p:nvPr/>
              </p:nvSpPr>
              <p:spPr>
                <a:xfrm>
                  <a:off x="627007" y="1594722"/>
                  <a:ext cx="783035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0.1 </m:t>
                        </m:r>
                        <m:sSub>
                          <m:sSub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3" name="矩形 252">
                  <a:extLst>
                    <a:ext uri="{FF2B5EF4-FFF2-40B4-BE49-F238E27FC236}">
                      <a16:creationId xmlns:a16="http://schemas.microsoft.com/office/drawing/2014/main" id="{86848877-0BCF-4F05-B932-A3B27CCC54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007" y="1594722"/>
                  <a:ext cx="783035" cy="343171"/>
                </a:xfrm>
                <a:prstGeom prst="rect">
                  <a:avLst/>
                </a:prstGeom>
                <a:blipFill>
                  <a:blip r:embed="rId6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69EB4EE8-5B4E-4097-A322-784B9C457674}"/>
                    </a:ext>
                  </a:extLst>
                </p:cNvPr>
                <p:cNvSpPr/>
                <p:nvPr/>
              </p:nvSpPr>
              <p:spPr>
                <a:xfrm>
                  <a:off x="680694" y="1937642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69EB4EE8-5B4E-4097-A322-784B9C4576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694" y="1937642"/>
                  <a:ext cx="889154" cy="34317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矩形 254">
                  <a:extLst>
                    <a:ext uri="{FF2B5EF4-FFF2-40B4-BE49-F238E27FC236}">
                      <a16:creationId xmlns:a16="http://schemas.microsoft.com/office/drawing/2014/main" id="{ADB96A3F-6FB2-42D8-9E50-43C201847A7C}"/>
                    </a:ext>
                  </a:extLst>
                </p:cNvPr>
                <p:cNvSpPr/>
                <p:nvPr/>
              </p:nvSpPr>
              <p:spPr>
                <a:xfrm>
                  <a:off x="2307316" y="1937642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5" name="矩形 254">
                  <a:extLst>
                    <a:ext uri="{FF2B5EF4-FFF2-40B4-BE49-F238E27FC236}">
                      <a16:creationId xmlns:a16="http://schemas.microsoft.com/office/drawing/2014/main" id="{ADB96A3F-6FB2-42D8-9E50-43C201847A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7316" y="1937642"/>
                  <a:ext cx="889154" cy="34317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矩形 255">
                  <a:extLst>
                    <a:ext uri="{FF2B5EF4-FFF2-40B4-BE49-F238E27FC236}">
                      <a16:creationId xmlns:a16="http://schemas.microsoft.com/office/drawing/2014/main" id="{2DF06E1D-DE6F-4AC3-B5FB-5ED5DA15B19F}"/>
                    </a:ext>
                  </a:extLst>
                </p:cNvPr>
                <p:cNvSpPr/>
                <p:nvPr/>
              </p:nvSpPr>
              <p:spPr>
                <a:xfrm>
                  <a:off x="3972038" y="1937642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6" name="矩形 255">
                  <a:extLst>
                    <a:ext uri="{FF2B5EF4-FFF2-40B4-BE49-F238E27FC236}">
                      <a16:creationId xmlns:a16="http://schemas.microsoft.com/office/drawing/2014/main" id="{2DF06E1D-DE6F-4AC3-B5FB-5ED5DA15B1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2038" y="1937642"/>
                  <a:ext cx="733662" cy="34317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11730B68-B888-4253-81F5-33C838AA52E1}"/>
                    </a:ext>
                  </a:extLst>
                </p:cNvPr>
                <p:cNvSpPr/>
                <p:nvPr/>
              </p:nvSpPr>
              <p:spPr>
                <a:xfrm>
                  <a:off x="5690818" y="1937642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11730B68-B888-4253-81F5-33C838AA52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0818" y="1937642"/>
                  <a:ext cx="733662" cy="34317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4E4FAD64-43F0-4BD9-B7AD-6211EF98281C}"/>
                    </a:ext>
                  </a:extLst>
                </p:cNvPr>
                <p:cNvSpPr/>
                <p:nvPr/>
              </p:nvSpPr>
              <p:spPr>
                <a:xfrm>
                  <a:off x="7228623" y="1937642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4E4FAD64-43F0-4BD9-B7AD-6211EF9828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623" y="1937642"/>
                  <a:ext cx="733662" cy="3431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矩形 258">
                  <a:extLst>
                    <a:ext uri="{FF2B5EF4-FFF2-40B4-BE49-F238E27FC236}">
                      <a16:creationId xmlns:a16="http://schemas.microsoft.com/office/drawing/2014/main" id="{79BCCC95-FE7A-4A13-BC1B-2E9839597C7F}"/>
                    </a:ext>
                  </a:extLst>
                </p:cNvPr>
                <p:cNvSpPr/>
                <p:nvPr/>
              </p:nvSpPr>
              <p:spPr>
                <a:xfrm>
                  <a:off x="1459578" y="5226709"/>
                  <a:ext cx="783035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0.1 </m:t>
                        </m:r>
                        <m:sSub>
                          <m:sSub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9" name="矩形 258">
                  <a:extLst>
                    <a:ext uri="{FF2B5EF4-FFF2-40B4-BE49-F238E27FC236}">
                      <a16:creationId xmlns:a16="http://schemas.microsoft.com/office/drawing/2014/main" id="{79BCCC95-FE7A-4A13-BC1B-2E9839597C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9578" y="5226709"/>
                  <a:ext cx="783035" cy="343171"/>
                </a:xfrm>
                <a:prstGeom prst="rect">
                  <a:avLst/>
                </a:prstGeom>
                <a:blipFill>
                  <a:blip r:embed="rId12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398344E3-64D8-4CE0-9B3A-57828151AFBC}"/>
                    </a:ext>
                  </a:extLst>
                </p:cNvPr>
                <p:cNvSpPr/>
                <p:nvPr/>
              </p:nvSpPr>
              <p:spPr>
                <a:xfrm>
                  <a:off x="1529663" y="5606573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398344E3-64D8-4CE0-9B3A-57828151AF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9663" y="5606573"/>
                  <a:ext cx="889154" cy="34317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矩形 260">
                  <a:extLst>
                    <a:ext uri="{FF2B5EF4-FFF2-40B4-BE49-F238E27FC236}">
                      <a16:creationId xmlns:a16="http://schemas.microsoft.com/office/drawing/2014/main" id="{AC32431E-EE34-4064-A175-F612662C94E9}"/>
                    </a:ext>
                  </a:extLst>
                </p:cNvPr>
                <p:cNvSpPr/>
                <p:nvPr/>
              </p:nvSpPr>
              <p:spPr>
                <a:xfrm>
                  <a:off x="2992462" y="5606574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1" name="矩形 260">
                  <a:extLst>
                    <a:ext uri="{FF2B5EF4-FFF2-40B4-BE49-F238E27FC236}">
                      <a16:creationId xmlns:a16="http://schemas.microsoft.com/office/drawing/2014/main" id="{AC32431E-EE34-4064-A175-F612662C94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2462" y="5606574"/>
                  <a:ext cx="889154" cy="34317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矩形 261">
                  <a:extLst>
                    <a:ext uri="{FF2B5EF4-FFF2-40B4-BE49-F238E27FC236}">
                      <a16:creationId xmlns:a16="http://schemas.microsoft.com/office/drawing/2014/main" id="{59045CCB-FC7C-45BF-B766-16DAFAED3F4B}"/>
                    </a:ext>
                  </a:extLst>
                </p:cNvPr>
                <p:cNvSpPr/>
                <p:nvPr/>
              </p:nvSpPr>
              <p:spPr>
                <a:xfrm>
                  <a:off x="4502885" y="5606574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2" name="矩形 261">
                  <a:extLst>
                    <a:ext uri="{FF2B5EF4-FFF2-40B4-BE49-F238E27FC236}">
                      <a16:creationId xmlns:a16="http://schemas.microsoft.com/office/drawing/2014/main" id="{59045CCB-FC7C-45BF-B766-16DAFAED3F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2885" y="5606574"/>
                  <a:ext cx="733662" cy="34317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04B8F826-6F72-4206-963D-2CD5C8B8E93B}"/>
                    </a:ext>
                  </a:extLst>
                </p:cNvPr>
                <p:cNvSpPr/>
                <p:nvPr/>
              </p:nvSpPr>
              <p:spPr>
                <a:xfrm>
                  <a:off x="6048316" y="5606574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04B8F826-6F72-4206-963D-2CD5C8B8E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316" y="5606574"/>
                  <a:ext cx="733662" cy="34317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矩形 263">
                  <a:extLst>
                    <a:ext uri="{FF2B5EF4-FFF2-40B4-BE49-F238E27FC236}">
                      <a16:creationId xmlns:a16="http://schemas.microsoft.com/office/drawing/2014/main" id="{E4AEE6D0-356B-42B8-BF92-D04FD5D8291A}"/>
                    </a:ext>
                  </a:extLst>
                </p:cNvPr>
                <p:cNvSpPr/>
                <p:nvPr/>
              </p:nvSpPr>
              <p:spPr>
                <a:xfrm>
                  <a:off x="7450873" y="5606574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4" name="矩形 263">
                  <a:extLst>
                    <a:ext uri="{FF2B5EF4-FFF2-40B4-BE49-F238E27FC236}">
                      <a16:creationId xmlns:a16="http://schemas.microsoft.com/office/drawing/2014/main" id="{E4AEE6D0-356B-42B8-BF92-D04FD5D829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0873" y="5606574"/>
                  <a:ext cx="733662" cy="34317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D400C94E-BEE1-4CB7-A22B-C402723A2570}"/>
                </a:ext>
              </a:extLst>
            </p:cNvPr>
            <p:cNvSpPr/>
            <p:nvPr/>
          </p:nvSpPr>
          <p:spPr>
            <a:xfrm rot="5400000">
              <a:off x="8558755" y="1383317"/>
              <a:ext cx="1359668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4507BFD4-80DD-4C88-BAD0-FA59E29A9B08}"/>
                </a:ext>
              </a:extLst>
            </p:cNvPr>
            <p:cNvSpPr/>
            <p:nvPr/>
          </p:nvSpPr>
          <p:spPr>
            <a:xfrm rot="5400000">
              <a:off x="8558755" y="4688167"/>
              <a:ext cx="1359668" cy="3431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67" name="群組 266">
              <a:extLst>
                <a:ext uri="{FF2B5EF4-FFF2-40B4-BE49-F238E27FC236}">
                  <a16:creationId xmlns:a16="http://schemas.microsoft.com/office/drawing/2014/main" id="{DA4B229F-6242-4A27-9F3E-C3CBA9E27020}"/>
                </a:ext>
              </a:extLst>
            </p:cNvPr>
            <p:cNvGrpSpPr/>
            <p:nvPr/>
          </p:nvGrpSpPr>
          <p:grpSpPr>
            <a:xfrm>
              <a:off x="908410" y="809305"/>
              <a:ext cx="703953" cy="629156"/>
              <a:chOff x="-1051588" y="926660"/>
              <a:chExt cx="645259" cy="5766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8" name="文字方塊 277">
                    <a:extLst>
                      <a:ext uri="{FF2B5EF4-FFF2-40B4-BE49-F238E27FC236}">
                        <a16:creationId xmlns:a16="http://schemas.microsoft.com/office/drawing/2014/main" id="{1DCA7ED1-C6DF-4238-A6EA-89995713FD97}"/>
                      </a:ext>
                    </a:extLst>
                  </p:cNvPr>
                  <p:cNvSpPr txBox="1"/>
                  <p:nvPr/>
                </p:nvSpPr>
                <p:spPr>
                  <a:xfrm>
                    <a:off x="-1051588" y="926660"/>
                    <a:ext cx="323387" cy="3356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8" name="文字方塊 277">
                    <a:extLst>
                      <a:ext uri="{FF2B5EF4-FFF2-40B4-BE49-F238E27FC236}">
                        <a16:creationId xmlns:a16="http://schemas.microsoft.com/office/drawing/2014/main" id="{1DCA7ED1-C6DF-4238-A6EA-89995713FD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51588" y="926660"/>
                    <a:ext cx="323387" cy="335658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3448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9" name="文字方塊 278">
                    <a:extLst>
                      <a:ext uri="{FF2B5EF4-FFF2-40B4-BE49-F238E27FC236}">
                        <a16:creationId xmlns:a16="http://schemas.microsoft.com/office/drawing/2014/main" id="{81975D7E-C0BD-4713-84BE-05259DAF8C12}"/>
                      </a:ext>
                    </a:extLst>
                  </p:cNvPr>
                  <p:cNvSpPr txBox="1"/>
                  <p:nvPr/>
                </p:nvSpPr>
                <p:spPr>
                  <a:xfrm>
                    <a:off x="-813248" y="1188801"/>
                    <a:ext cx="406919" cy="3145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9" name="文字方塊 278">
                    <a:extLst>
                      <a:ext uri="{FF2B5EF4-FFF2-40B4-BE49-F238E27FC236}">
                        <a16:creationId xmlns:a16="http://schemas.microsoft.com/office/drawing/2014/main" id="{81975D7E-C0BD-4713-84BE-05259DAF8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13248" y="1188801"/>
                    <a:ext cx="406919" cy="314558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0" name="箭號: 向右 279">
                <a:extLst>
                  <a:ext uri="{FF2B5EF4-FFF2-40B4-BE49-F238E27FC236}">
                    <a16:creationId xmlns:a16="http://schemas.microsoft.com/office/drawing/2014/main" id="{A8A6788E-178E-4359-A5E5-749475B64C5C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1" name="箭號: 向右 280">
                <a:extLst>
                  <a:ext uri="{FF2B5EF4-FFF2-40B4-BE49-F238E27FC236}">
                    <a16:creationId xmlns:a16="http://schemas.microsoft.com/office/drawing/2014/main" id="{FEED7821-B0D8-4E8F-AA25-5D1DEA18901C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8" name="群組 267">
              <a:extLst>
                <a:ext uri="{FF2B5EF4-FFF2-40B4-BE49-F238E27FC236}">
                  <a16:creationId xmlns:a16="http://schemas.microsoft.com/office/drawing/2014/main" id="{0E3F31E3-C952-482B-9BC7-E768D7D68741}"/>
                </a:ext>
              </a:extLst>
            </p:cNvPr>
            <p:cNvGrpSpPr/>
            <p:nvPr/>
          </p:nvGrpSpPr>
          <p:grpSpPr>
            <a:xfrm>
              <a:off x="1742859" y="4466043"/>
              <a:ext cx="688366" cy="625691"/>
              <a:chOff x="-1026188" y="931423"/>
              <a:chExt cx="630972" cy="5735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4" name="文字方塊 273">
                    <a:extLst>
                      <a:ext uri="{FF2B5EF4-FFF2-40B4-BE49-F238E27FC236}">
                        <a16:creationId xmlns:a16="http://schemas.microsoft.com/office/drawing/2014/main" id="{1CD21653-A1AD-4400-90CC-55C9F1C414B4}"/>
                      </a:ext>
                    </a:extLst>
                  </p:cNvPr>
                  <p:cNvSpPr txBox="1"/>
                  <p:nvPr/>
                </p:nvSpPr>
                <p:spPr>
                  <a:xfrm>
                    <a:off x="-1026188" y="931423"/>
                    <a:ext cx="323387" cy="3356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4" name="文字方塊 273">
                    <a:extLst>
                      <a:ext uri="{FF2B5EF4-FFF2-40B4-BE49-F238E27FC236}">
                        <a16:creationId xmlns:a16="http://schemas.microsoft.com/office/drawing/2014/main" id="{1CD21653-A1AD-4400-90CC-55C9F1C41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26188" y="931423"/>
                    <a:ext cx="323387" cy="335658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3448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5" name="文字方塊 274">
                    <a:extLst>
                      <a:ext uri="{FF2B5EF4-FFF2-40B4-BE49-F238E27FC236}">
                        <a16:creationId xmlns:a16="http://schemas.microsoft.com/office/drawing/2014/main" id="{87ADA85D-6E70-4FED-874F-D10BD8CB47F5}"/>
                      </a:ext>
                    </a:extLst>
                  </p:cNvPr>
                  <p:cNvSpPr txBox="1"/>
                  <p:nvPr/>
                </p:nvSpPr>
                <p:spPr>
                  <a:xfrm>
                    <a:off x="-802135" y="1190388"/>
                    <a:ext cx="406919" cy="3145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5" name="文字方塊 274">
                    <a:extLst>
                      <a:ext uri="{FF2B5EF4-FFF2-40B4-BE49-F238E27FC236}">
                        <a16:creationId xmlns:a16="http://schemas.microsoft.com/office/drawing/2014/main" id="{87ADA85D-6E70-4FED-874F-D10BD8CB47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02135" y="1190388"/>
                    <a:ext cx="406919" cy="314558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714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770AE165-61BB-473D-9254-44D70D2D158D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7" name="箭號: 向右 276">
                <a:extLst>
                  <a:ext uri="{FF2B5EF4-FFF2-40B4-BE49-F238E27FC236}">
                    <a16:creationId xmlns:a16="http://schemas.microsoft.com/office/drawing/2014/main" id="{614AEB28-253F-4993-A1D4-48EF43196C0C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69" name="圖片 268">
              <a:extLst>
                <a:ext uri="{FF2B5EF4-FFF2-40B4-BE49-F238E27FC236}">
                  <a16:creationId xmlns:a16="http://schemas.microsoft.com/office/drawing/2014/main" id="{AAE5FB84-838D-42FC-AF41-CB5DC6EF46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750" r="9756"/>
            <a:stretch/>
          </p:blipFill>
          <p:spPr>
            <a:xfrm>
              <a:off x="8588386" y="655368"/>
              <a:ext cx="554183" cy="1681200"/>
            </a:xfrm>
            <a:prstGeom prst="rect">
              <a:avLst/>
            </a:prstGeom>
          </p:spPr>
        </p:pic>
        <p:pic>
          <p:nvPicPr>
            <p:cNvPr id="270" name="圖片 269">
              <a:extLst>
                <a:ext uri="{FF2B5EF4-FFF2-40B4-BE49-F238E27FC236}">
                  <a16:creationId xmlns:a16="http://schemas.microsoft.com/office/drawing/2014/main" id="{F157FA9A-98EF-4516-AE35-187962CFDA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2281"/>
            <a:stretch/>
          </p:blipFill>
          <p:spPr>
            <a:xfrm>
              <a:off x="296787" y="5407"/>
              <a:ext cx="907359" cy="448871"/>
            </a:xfrm>
            <a:prstGeom prst="rect">
              <a:avLst/>
            </a:prstGeom>
          </p:spPr>
        </p:pic>
        <p:pic>
          <p:nvPicPr>
            <p:cNvPr id="271" name="圖片 270">
              <a:extLst>
                <a:ext uri="{FF2B5EF4-FFF2-40B4-BE49-F238E27FC236}">
                  <a16:creationId xmlns:a16="http://schemas.microsoft.com/office/drawing/2014/main" id="{53AF8546-BA0D-431B-9720-D4AA06DC8E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8538" r="36079"/>
            <a:stretch/>
          </p:blipFill>
          <p:spPr>
            <a:xfrm>
              <a:off x="296787" y="2435062"/>
              <a:ext cx="1158240" cy="448871"/>
            </a:xfrm>
            <a:prstGeom prst="rect">
              <a:avLst/>
            </a:prstGeom>
          </p:spPr>
        </p:pic>
        <p:pic>
          <p:nvPicPr>
            <p:cNvPr id="272" name="圖片 271">
              <a:extLst>
                <a:ext uri="{FF2B5EF4-FFF2-40B4-BE49-F238E27FC236}">
                  <a16:creationId xmlns:a16="http://schemas.microsoft.com/office/drawing/2014/main" id="{7468B6E1-A0E2-4B23-9D46-61F376D4E0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3840" r="19837"/>
            <a:stretch/>
          </p:blipFill>
          <p:spPr>
            <a:xfrm>
              <a:off x="555610" y="4688301"/>
              <a:ext cx="601980" cy="505704"/>
            </a:xfrm>
            <a:prstGeom prst="rect">
              <a:avLst/>
            </a:prstGeom>
          </p:spPr>
        </p:pic>
        <p:pic>
          <p:nvPicPr>
            <p:cNvPr id="273" name="圖片 272">
              <a:extLst>
                <a:ext uri="{FF2B5EF4-FFF2-40B4-BE49-F238E27FC236}">
                  <a16:creationId xmlns:a16="http://schemas.microsoft.com/office/drawing/2014/main" id="{E074A7D9-C35F-4EDD-91A7-F385F0D79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80038"/>
            <a:stretch/>
          </p:blipFill>
          <p:spPr>
            <a:xfrm>
              <a:off x="488537" y="3437431"/>
              <a:ext cx="736126" cy="5057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296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圖片 269">
            <a:extLst>
              <a:ext uri="{FF2B5EF4-FFF2-40B4-BE49-F238E27FC236}">
                <a16:creationId xmlns:a16="http://schemas.microsoft.com/office/drawing/2014/main" id="{F157FA9A-98EF-4516-AE35-187962CFDA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2281"/>
          <a:stretch/>
        </p:blipFill>
        <p:spPr>
          <a:xfrm>
            <a:off x="1352857" y="189428"/>
            <a:ext cx="907359" cy="448871"/>
          </a:xfrm>
          <a:prstGeom prst="rect">
            <a:avLst/>
          </a:prstGeom>
        </p:spPr>
      </p:pic>
      <p:pic>
        <p:nvPicPr>
          <p:cNvPr id="271" name="圖片 270">
            <a:extLst>
              <a:ext uri="{FF2B5EF4-FFF2-40B4-BE49-F238E27FC236}">
                <a16:creationId xmlns:a16="http://schemas.microsoft.com/office/drawing/2014/main" id="{53AF8546-BA0D-431B-9720-D4AA06DC8E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538" r="36079"/>
          <a:stretch/>
        </p:blipFill>
        <p:spPr>
          <a:xfrm>
            <a:off x="1352857" y="2127593"/>
            <a:ext cx="1158240" cy="448871"/>
          </a:xfrm>
          <a:prstGeom prst="rect">
            <a:avLst/>
          </a:prstGeom>
        </p:spPr>
      </p:pic>
      <p:pic>
        <p:nvPicPr>
          <p:cNvPr id="247" name="圖片 246">
            <a:extLst>
              <a:ext uri="{FF2B5EF4-FFF2-40B4-BE49-F238E27FC236}">
                <a16:creationId xmlns:a16="http://schemas.microsoft.com/office/drawing/2014/main" id="{C560BE30-6DE3-4B0F-9DD0-7A175D4742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682"/>
          <a:stretch/>
        </p:blipFill>
        <p:spPr>
          <a:xfrm>
            <a:off x="1175986" y="579651"/>
            <a:ext cx="1525256" cy="1659600"/>
          </a:xfrm>
          <a:prstGeom prst="rect">
            <a:avLst/>
          </a:prstGeom>
        </p:spPr>
      </p:pic>
      <p:pic>
        <p:nvPicPr>
          <p:cNvPr id="249" name="圖片 248">
            <a:extLst>
              <a:ext uri="{FF2B5EF4-FFF2-40B4-BE49-F238E27FC236}">
                <a16:creationId xmlns:a16="http://schemas.microsoft.com/office/drawing/2014/main" id="{9990BC9F-C16F-4F14-A974-AB4E840835B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22"/>
          <a:stretch/>
        </p:blipFill>
        <p:spPr>
          <a:xfrm>
            <a:off x="1215278" y="4292025"/>
            <a:ext cx="1499480" cy="1584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86848877-0BCF-4F05-B932-A3B27CCC542F}"/>
                  </a:ext>
                </a:extLst>
              </p:cNvPr>
              <p:cNvSpPr/>
              <p:nvPr/>
            </p:nvSpPr>
            <p:spPr>
              <a:xfrm>
                <a:off x="1465907" y="1721593"/>
                <a:ext cx="783035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0.1 </m:t>
                      </m:r>
                      <m:sSub>
                        <m:sSubPr>
                          <m:ctrlPr>
                            <a:rPr lang="en-US" altLang="zh-TW" sz="16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86848877-0BCF-4F05-B932-A3B27CCC54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907" y="1721593"/>
                <a:ext cx="783035" cy="343171"/>
              </a:xfrm>
              <a:prstGeom prst="rect">
                <a:avLst/>
              </a:prstGeom>
              <a:blipFill>
                <a:blip r:embed="rId5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矩形 258">
                <a:extLst>
                  <a:ext uri="{FF2B5EF4-FFF2-40B4-BE49-F238E27FC236}">
                    <a16:creationId xmlns:a16="http://schemas.microsoft.com/office/drawing/2014/main" id="{79BCCC95-FE7A-4A13-BC1B-2E9839597C7F}"/>
                  </a:ext>
                </a:extLst>
              </p:cNvPr>
              <p:cNvSpPr/>
              <p:nvPr/>
            </p:nvSpPr>
            <p:spPr>
              <a:xfrm>
                <a:off x="1500918" y="5447560"/>
                <a:ext cx="783035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0.1 </m:t>
                      </m:r>
                      <m:sSub>
                        <m:sSubPr>
                          <m:ctrlPr>
                            <a:rPr lang="en-US" altLang="zh-TW" sz="16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9" name="矩形 258">
                <a:extLst>
                  <a:ext uri="{FF2B5EF4-FFF2-40B4-BE49-F238E27FC236}">
                    <a16:creationId xmlns:a16="http://schemas.microsoft.com/office/drawing/2014/main" id="{79BCCC95-FE7A-4A13-BC1B-2E9839597C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918" y="5447560"/>
                <a:ext cx="783035" cy="343171"/>
              </a:xfrm>
              <a:prstGeom prst="rect">
                <a:avLst/>
              </a:prstGeom>
              <a:blipFill>
                <a:blip r:embed="rId6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7" name="群組 266">
            <a:extLst>
              <a:ext uri="{FF2B5EF4-FFF2-40B4-BE49-F238E27FC236}">
                <a16:creationId xmlns:a16="http://schemas.microsoft.com/office/drawing/2014/main" id="{DA4B229F-6242-4A27-9F3E-C3CBA9E27020}"/>
              </a:ext>
            </a:extLst>
          </p:cNvPr>
          <p:cNvGrpSpPr/>
          <p:nvPr/>
        </p:nvGrpSpPr>
        <p:grpSpPr>
          <a:xfrm>
            <a:off x="1793507" y="971419"/>
            <a:ext cx="642040" cy="567243"/>
            <a:chOff x="-994837" y="983411"/>
            <a:chExt cx="588508" cy="5199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文字方塊 277">
                  <a:extLst>
                    <a:ext uri="{FF2B5EF4-FFF2-40B4-BE49-F238E27FC236}">
                      <a16:creationId xmlns:a16="http://schemas.microsoft.com/office/drawing/2014/main" id="{1DCA7ED1-C6DF-4238-A6EA-89995713FD97}"/>
                    </a:ext>
                  </a:extLst>
                </p:cNvPr>
                <p:cNvSpPr txBox="1"/>
                <p:nvPr/>
              </p:nvSpPr>
              <p:spPr>
                <a:xfrm>
                  <a:off x="-994837" y="983411"/>
                  <a:ext cx="323387" cy="335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8" name="文字方塊 277">
                  <a:extLst>
                    <a:ext uri="{FF2B5EF4-FFF2-40B4-BE49-F238E27FC236}">
                      <a16:creationId xmlns:a16="http://schemas.microsoft.com/office/drawing/2014/main" id="{1DCA7ED1-C6DF-4238-A6EA-89995713F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94837" y="983411"/>
                  <a:ext cx="323387" cy="335658"/>
                </a:xfrm>
                <a:prstGeom prst="rect">
                  <a:avLst/>
                </a:prstGeom>
                <a:blipFill>
                  <a:blip r:embed="rId7"/>
                  <a:stretch>
                    <a:fillRect r="-3448" b="-1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文字方塊 278">
                  <a:extLst>
                    <a:ext uri="{FF2B5EF4-FFF2-40B4-BE49-F238E27FC236}">
                      <a16:creationId xmlns:a16="http://schemas.microsoft.com/office/drawing/2014/main" id="{81975D7E-C0BD-4713-84BE-05259DAF8C12}"/>
                    </a:ext>
                  </a:extLst>
                </p:cNvPr>
                <p:cNvSpPr txBox="1"/>
                <p:nvPr/>
              </p:nvSpPr>
              <p:spPr>
                <a:xfrm>
                  <a:off x="-813248" y="1188801"/>
                  <a:ext cx="406919" cy="3145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9" name="文字方塊 278">
                  <a:extLst>
                    <a:ext uri="{FF2B5EF4-FFF2-40B4-BE49-F238E27FC236}">
                      <a16:creationId xmlns:a16="http://schemas.microsoft.com/office/drawing/2014/main" id="{81975D7E-C0BD-4713-84BE-05259DAF8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13248" y="1188801"/>
                  <a:ext cx="406919" cy="314558"/>
                </a:xfrm>
                <a:prstGeom prst="rect">
                  <a:avLst/>
                </a:prstGeom>
                <a:blipFill>
                  <a:blip r:embed="rId19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0" name="箭號: 向右 279">
              <a:extLst>
                <a:ext uri="{FF2B5EF4-FFF2-40B4-BE49-F238E27FC236}">
                  <a16:creationId xmlns:a16="http://schemas.microsoft.com/office/drawing/2014/main" id="{A8A6788E-178E-4359-A5E5-749475B64C5C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1" name="箭號: 向右 280">
              <a:extLst>
                <a:ext uri="{FF2B5EF4-FFF2-40B4-BE49-F238E27FC236}">
                  <a16:creationId xmlns:a16="http://schemas.microsoft.com/office/drawing/2014/main" id="{FEED7821-B0D8-4E8F-AA25-5D1DEA18901C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8" name="群組 267">
            <a:extLst>
              <a:ext uri="{FF2B5EF4-FFF2-40B4-BE49-F238E27FC236}">
                <a16:creationId xmlns:a16="http://schemas.microsoft.com/office/drawing/2014/main" id="{0E3F31E3-C952-482B-9BC7-E768D7D68741}"/>
              </a:ext>
            </a:extLst>
          </p:cNvPr>
          <p:cNvGrpSpPr/>
          <p:nvPr/>
        </p:nvGrpSpPr>
        <p:grpSpPr>
          <a:xfrm>
            <a:off x="1801662" y="4672606"/>
            <a:ext cx="655028" cy="568541"/>
            <a:chOff x="-995630" y="983808"/>
            <a:chExt cx="600414" cy="5211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1CD21653-A1AD-4400-90CC-55C9F1C414B4}"/>
                    </a:ext>
                  </a:extLst>
                </p:cNvPr>
                <p:cNvSpPr txBox="1"/>
                <p:nvPr/>
              </p:nvSpPr>
              <p:spPr>
                <a:xfrm>
                  <a:off x="-995630" y="983808"/>
                  <a:ext cx="323387" cy="335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1CD21653-A1AD-4400-90CC-55C9F1C414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95630" y="983808"/>
                  <a:ext cx="323387" cy="335658"/>
                </a:xfrm>
                <a:prstGeom prst="rect">
                  <a:avLst/>
                </a:prstGeom>
                <a:blipFill>
                  <a:blip r:embed="rId20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文字方塊 274">
                  <a:extLst>
                    <a:ext uri="{FF2B5EF4-FFF2-40B4-BE49-F238E27FC236}">
                      <a16:creationId xmlns:a16="http://schemas.microsoft.com/office/drawing/2014/main" id="{87ADA85D-6E70-4FED-874F-D10BD8CB47F5}"/>
                    </a:ext>
                  </a:extLst>
                </p:cNvPr>
                <p:cNvSpPr txBox="1"/>
                <p:nvPr/>
              </p:nvSpPr>
              <p:spPr>
                <a:xfrm>
                  <a:off x="-802135" y="1190388"/>
                  <a:ext cx="406919" cy="3145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5" name="文字方塊 274">
                  <a:extLst>
                    <a:ext uri="{FF2B5EF4-FFF2-40B4-BE49-F238E27FC236}">
                      <a16:creationId xmlns:a16="http://schemas.microsoft.com/office/drawing/2014/main" id="{87ADA85D-6E70-4FED-874F-D10BD8CB47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02135" y="1190388"/>
                  <a:ext cx="406919" cy="314558"/>
                </a:xfrm>
                <a:prstGeom prst="rect">
                  <a:avLst/>
                </a:prstGeom>
                <a:blipFill>
                  <a:blip r:embed="rId21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6" name="箭號: 向右 275">
              <a:extLst>
                <a:ext uri="{FF2B5EF4-FFF2-40B4-BE49-F238E27FC236}">
                  <a16:creationId xmlns:a16="http://schemas.microsoft.com/office/drawing/2014/main" id="{770AE165-61BB-473D-9254-44D70D2D158D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7" name="箭號: 向右 276">
              <a:extLst>
                <a:ext uri="{FF2B5EF4-FFF2-40B4-BE49-F238E27FC236}">
                  <a16:creationId xmlns:a16="http://schemas.microsoft.com/office/drawing/2014/main" id="{614AEB28-253F-4993-A1D4-48EF43196C0C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72" name="圖片 271">
            <a:extLst>
              <a:ext uri="{FF2B5EF4-FFF2-40B4-BE49-F238E27FC236}">
                <a16:creationId xmlns:a16="http://schemas.microsoft.com/office/drawing/2014/main" id="{7468B6E1-A0E2-4B23-9D46-61F376D4E0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3840" r="19837"/>
          <a:stretch/>
        </p:blipFill>
        <p:spPr>
          <a:xfrm>
            <a:off x="1357917" y="4076032"/>
            <a:ext cx="601980" cy="505704"/>
          </a:xfrm>
          <a:prstGeom prst="rect">
            <a:avLst/>
          </a:prstGeom>
        </p:spPr>
      </p:pic>
      <p:pic>
        <p:nvPicPr>
          <p:cNvPr id="273" name="圖片 272">
            <a:extLst>
              <a:ext uri="{FF2B5EF4-FFF2-40B4-BE49-F238E27FC236}">
                <a16:creationId xmlns:a16="http://schemas.microsoft.com/office/drawing/2014/main" id="{E074A7D9-C35F-4EDD-91A7-F385F0D791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0038"/>
          <a:stretch/>
        </p:blipFill>
        <p:spPr>
          <a:xfrm>
            <a:off x="1357917" y="2520362"/>
            <a:ext cx="736126" cy="505704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5EF9E74D-E01F-41A2-A26B-0C33487195EC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1" b="70339"/>
          <a:stretch/>
        </p:blipFill>
        <p:spPr>
          <a:xfrm>
            <a:off x="8098467" y="750295"/>
            <a:ext cx="344719" cy="1343486"/>
          </a:xfrm>
          <a:prstGeom prst="rect">
            <a:avLst/>
          </a:prstGeom>
        </p:spPr>
      </p:pic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71B59539-B160-476E-A456-3B4D373ECA78}"/>
              </a:ext>
            </a:extLst>
          </p:cNvPr>
          <p:cNvSpPr/>
          <p:nvPr/>
        </p:nvSpPr>
        <p:spPr>
          <a:xfrm>
            <a:off x="1285607" y="643905"/>
            <a:ext cx="6717600" cy="1458000"/>
          </a:xfrm>
          <a:prstGeom prst="roundRect">
            <a:avLst>
              <a:gd name="adj" fmla="val 6163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07AC0EB3-BCCA-4107-B7F8-52B8C595E6A3}"/>
              </a:ext>
            </a:extLst>
          </p:cNvPr>
          <p:cNvSpPr/>
          <p:nvPr/>
        </p:nvSpPr>
        <p:spPr>
          <a:xfrm>
            <a:off x="1285607" y="2570190"/>
            <a:ext cx="6717600" cy="3265825"/>
          </a:xfrm>
          <a:prstGeom prst="roundRect">
            <a:avLst>
              <a:gd name="adj" fmla="val 324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圖片 41">
            <a:extLst>
              <a:ext uri="{FF2B5EF4-FFF2-40B4-BE49-F238E27FC236}">
                <a16:creationId xmlns:a16="http://schemas.microsoft.com/office/drawing/2014/main" id="{C0F59C79-9428-42A1-9F92-5705E07AD8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8" r="68081"/>
          <a:stretch/>
        </p:blipFill>
        <p:spPr>
          <a:xfrm>
            <a:off x="2620077" y="579651"/>
            <a:ext cx="1405108" cy="1659600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9971268F-AE2C-49A0-BF9A-F74BCA8D24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28" r="51361"/>
          <a:stretch/>
        </p:blipFill>
        <p:spPr>
          <a:xfrm>
            <a:off x="3951672" y="579651"/>
            <a:ext cx="1405108" cy="1659600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3C636C70-FE87-448E-B232-CC1EA069B7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34405"/>
          <a:stretch/>
        </p:blipFill>
        <p:spPr>
          <a:xfrm>
            <a:off x="5254692" y="579651"/>
            <a:ext cx="1452338" cy="1659600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4A8CE513-856E-4C18-84FC-A234356D2F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86" r="17644"/>
          <a:stretch/>
        </p:blipFill>
        <p:spPr>
          <a:xfrm>
            <a:off x="6614862" y="579651"/>
            <a:ext cx="1420969" cy="1659600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9E9363E5-ACF5-48B9-839D-602366EE5B7A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54" r="67362"/>
          <a:stretch/>
        </p:blipFill>
        <p:spPr>
          <a:xfrm>
            <a:off x="2627063" y="2734346"/>
            <a:ext cx="1433497" cy="1584000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7CC92E4D-8CB6-4F94-A431-41E0D9EE08E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83" r="67565"/>
          <a:stretch/>
        </p:blipFill>
        <p:spPr>
          <a:xfrm>
            <a:off x="2615632" y="4292025"/>
            <a:ext cx="1421032" cy="1584000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CF0DC5EF-4E4A-4CDE-AC7D-6AAB311CB34A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49" r="50443"/>
          <a:stretch/>
        </p:blipFill>
        <p:spPr>
          <a:xfrm>
            <a:off x="3930082" y="2734346"/>
            <a:ext cx="1483358" cy="1584000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CC56BF8D-07A7-4A08-BDA6-08B4A048AE3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09" r="50777"/>
          <a:stretch/>
        </p:blipFill>
        <p:spPr>
          <a:xfrm>
            <a:off x="3930082" y="4292025"/>
            <a:ext cx="1445962" cy="1584000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FA15D31F-F97A-4A93-923E-4765732953C4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69" r="34179"/>
          <a:stretch/>
        </p:blipFill>
        <p:spPr>
          <a:xfrm>
            <a:off x="5264852" y="2734346"/>
            <a:ext cx="1421032" cy="1584000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53371DB9-76BA-454A-87AF-397AB73D253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28" r="33989"/>
          <a:stretch/>
        </p:blipFill>
        <p:spPr>
          <a:xfrm>
            <a:off x="5264853" y="4292025"/>
            <a:ext cx="1433497" cy="1584000"/>
          </a:xfrm>
          <a:prstGeom prst="rect">
            <a:avLst/>
          </a:prstGeom>
        </p:spPr>
      </p:pic>
      <p:pic>
        <p:nvPicPr>
          <p:cNvPr id="54" name="圖片 53">
            <a:extLst>
              <a:ext uri="{FF2B5EF4-FFF2-40B4-BE49-F238E27FC236}">
                <a16:creationId xmlns:a16="http://schemas.microsoft.com/office/drawing/2014/main" id="{013D93B5-84DA-4E86-A8DF-ABBABB05A417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25" r="17047"/>
          <a:stretch/>
        </p:blipFill>
        <p:spPr>
          <a:xfrm>
            <a:off x="6594542" y="2734346"/>
            <a:ext cx="1466245" cy="1584000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12C550DC-EFC7-4465-A6AB-1EB8C0FCFB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85" r="17265"/>
          <a:stretch/>
        </p:blipFill>
        <p:spPr>
          <a:xfrm>
            <a:off x="6594543" y="4292025"/>
            <a:ext cx="1439827" cy="1584000"/>
          </a:xfrm>
          <a:prstGeom prst="rect">
            <a:avLst/>
          </a:prstGeom>
        </p:spPr>
      </p:pic>
      <p:pic>
        <p:nvPicPr>
          <p:cNvPr id="248" name="圖片 247">
            <a:extLst>
              <a:ext uri="{FF2B5EF4-FFF2-40B4-BE49-F238E27FC236}">
                <a16:creationId xmlns:a16="http://schemas.microsoft.com/office/drawing/2014/main" id="{D0F1D35A-8EDB-4C72-BE3C-58B1EB45EEF5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151"/>
          <a:stretch/>
        </p:blipFill>
        <p:spPr>
          <a:xfrm>
            <a:off x="1220452" y="2734346"/>
            <a:ext cx="1506302" cy="1584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矩形 259">
                <a:extLst>
                  <a:ext uri="{FF2B5EF4-FFF2-40B4-BE49-F238E27FC236}">
                    <a16:creationId xmlns:a16="http://schemas.microsoft.com/office/drawing/2014/main" id="{398344E3-64D8-4CE0-9B3A-57828151AFBC}"/>
                  </a:ext>
                </a:extLst>
              </p:cNvPr>
              <p:cNvSpPr/>
              <p:nvPr/>
            </p:nvSpPr>
            <p:spPr>
              <a:xfrm>
                <a:off x="1494803" y="2910235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0" name="矩形 259">
                <a:extLst>
                  <a:ext uri="{FF2B5EF4-FFF2-40B4-BE49-F238E27FC236}">
                    <a16:creationId xmlns:a16="http://schemas.microsoft.com/office/drawing/2014/main" id="{398344E3-64D8-4CE0-9B3A-57828151A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803" y="2910235"/>
                <a:ext cx="889154" cy="34317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1" name="矩形 260">
                <a:extLst>
                  <a:ext uri="{FF2B5EF4-FFF2-40B4-BE49-F238E27FC236}">
                    <a16:creationId xmlns:a16="http://schemas.microsoft.com/office/drawing/2014/main" id="{AC32431E-EE34-4064-A175-F612662C94E9}"/>
                  </a:ext>
                </a:extLst>
              </p:cNvPr>
              <p:cNvSpPr/>
              <p:nvPr/>
            </p:nvSpPr>
            <p:spPr>
              <a:xfrm>
                <a:off x="2938551" y="2910235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1" name="矩形 260">
                <a:extLst>
                  <a:ext uri="{FF2B5EF4-FFF2-40B4-BE49-F238E27FC236}">
                    <a16:creationId xmlns:a16="http://schemas.microsoft.com/office/drawing/2014/main" id="{AC32431E-EE34-4064-A175-F612662C94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551" y="2910235"/>
                <a:ext cx="889154" cy="34317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2" name="矩形 261">
                <a:extLst>
                  <a:ext uri="{FF2B5EF4-FFF2-40B4-BE49-F238E27FC236}">
                    <a16:creationId xmlns:a16="http://schemas.microsoft.com/office/drawing/2014/main" id="{59045CCB-FC7C-45BF-B766-16DAFAED3F4B}"/>
                  </a:ext>
                </a:extLst>
              </p:cNvPr>
              <p:cNvSpPr/>
              <p:nvPr/>
            </p:nvSpPr>
            <p:spPr>
              <a:xfrm>
                <a:off x="4382299" y="2910235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2" name="矩形 261">
                <a:extLst>
                  <a:ext uri="{FF2B5EF4-FFF2-40B4-BE49-F238E27FC236}">
                    <a16:creationId xmlns:a16="http://schemas.microsoft.com/office/drawing/2014/main" id="{59045CCB-FC7C-45BF-B766-16DAFAED3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299" y="2910235"/>
                <a:ext cx="733662" cy="34317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3" name="矩形 262">
                <a:extLst>
                  <a:ext uri="{FF2B5EF4-FFF2-40B4-BE49-F238E27FC236}">
                    <a16:creationId xmlns:a16="http://schemas.microsoft.com/office/drawing/2014/main" id="{04B8F826-6F72-4206-963D-2CD5C8B8E93B}"/>
                  </a:ext>
                </a:extLst>
              </p:cNvPr>
              <p:cNvSpPr/>
              <p:nvPr/>
            </p:nvSpPr>
            <p:spPr>
              <a:xfrm>
                <a:off x="5670555" y="2910235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3" name="矩形 262">
                <a:extLst>
                  <a:ext uri="{FF2B5EF4-FFF2-40B4-BE49-F238E27FC236}">
                    <a16:creationId xmlns:a16="http://schemas.microsoft.com/office/drawing/2014/main" id="{04B8F826-6F72-4206-963D-2CD5C8B8E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555" y="2910235"/>
                <a:ext cx="733662" cy="34317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4" name="矩形 263">
                <a:extLst>
                  <a:ext uri="{FF2B5EF4-FFF2-40B4-BE49-F238E27FC236}">
                    <a16:creationId xmlns:a16="http://schemas.microsoft.com/office/drawing/2014/main" id="{E4AEE6D0-356B-42B8-BF92-D04FD5D8291A}"/>
                  </a:ext>
                </a:extLst>
              </p:cNvPr>
              <p:cNvSpPr/>
              <p:nvPr/>
            </p:nvSpPr>
            <p:spPr>
              <a:xfrm>
                <a:off x="6958813" y="2910235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4" name="矩形 263">
                <a:extLst>
                  <a:ext uri="{FF2B5EF4-FFF2-40B4-BE49-F238E27FC236}">
                    <a16:creationId xmlns:a16="http://schemas.microsoft.com/office/drawing/2014/main" id="{E4AEE6D0-356B-42B8-BF92-D04FD5D82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813" y="2910235"/>
                <a:ext cx="733662" cy="34317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4" name="矩形 253">
                <a:extLst>
                  <a:ext uri="{FF2B5EF4-FFF2-40B4-BE49-F238E27FC236}">
                    <a16:creationId xmlns:a16="http://schemas.microsoft.com/office/drawing/2014/main" id="{69EB4EE8-5B4E-4097-A322-784B9C457674}"/>
                  </a:ext>
                </a:extLst>
              </p:cNvPr>
              <p:cNvSpPr/>
              <p:nvPr/>
            </p:nvSpPr>
            <p:spPr>
              <a:xfrm>
                <a:off x="1462444" y="704343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4" name="矩形 253">
                <a:extLst>
                  <a:ext uri="{FF2B5EF4-FFF2-40B4-BE49-F238E27FC236}">
                    <a16:creationId xmlns:a16="http://schemas.microsoft.com/office/drawing/2014/main" id="{69EB4EE8-5B4E-4097-A322-784B9C457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444" y="704343"/>
                <a:ext cx="889154" cy="34317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矩形 254">
                <a:extLst>
                  <a:ext uri="{FF2B5EF4-FFF2-40B4-BE49-F238E27FC236}">
                    <a16:creationId xmlns:a16="http://schemas.microsoft.com/office/drawing/2014/main" id="{ADB96A3F-6FB2-42D8-9E50-43C201847A7C}"/>
                  </a:ext>
                </a:extLst>
              </p:cNvPr>
              <p:cNvSpPr/>
              <p:nvPr/>
            </p:nvSpPr>
            <p:spPr>
              <a:xfrm>
                <a:off x="2905710" y="704343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5" name="矩形 254">
                <a:extLst>
                  <a:ext uri="{FF2B5EF4-FFF2-40B4-BE49-F238E27FC236}">
                    <a16:creationId xmlns:a16="http://schemas.microsoft.com/office/drawing/2014/main" id="{ADB96A3F-6FB2-42D8-9E50-43C201847A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10" y="704343"/>
                <a:ext cx="889154" cy="34317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6" name="矩形 255">
                <a:extLst>
                  <a:ext uri="{FF2B5EF4-FFF2-40B4-BE49-F238E27FC236}">
                    <a16:creationId xmlns:a16="http://schemas.microsoft.com/office/drawing/2014/main" id="{2DF06E1D-DE6F-4AC3-B5FB-5ED5DA15B19F}"/>
                  </a:ext>
                </a:extLst>
              </p:cNvPr>
              <p:cNvSpPr/>
              <p:nvPr/>
            </p:nvSpPr>
            <p:spPr>
              <a:xfrm>
                <a:off x="4348976" y="704343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6" name="矩形 255">
                <a:extLst>
                  <a:ext uri="{FF2B5EF4-FFF2-40B4-BE49-F238E27FC236}">
                    <a16:creationId xmlns:a16="http://schemas.microsoft.com/office/drawing/2014/main" id="{2DF06E1D-DE6F-4AC3-B5FB-5ED5DA15B1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76" y="704343"/>
                <a:ext cx="733662" cy="34317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矩形 256">
                <a:extLst>
                  <a:ext uri="{FF2B5EF4-FFF2-40B4-BE49-F238E27FC236}">
                    <a16:creationId xmlns:a16="http://schemas.microsoft.com/office/drawing/2014/main" id="{11730B68-B888-4253-81F5-33C838AA52E1}"/>
                  </a:ext>
                </a:extLst>
              </p:cNvPr>
              <p:cNvSpPr/>
              <p:nvPr/>
            </p:nvSpPr>
            <p:spPr>
              <a:xfrm>
                <a:off x="5636750" y="704343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7" name="矩形 256">
                <a:extLst>
                  <a:ext uri="{FF2B5EF4-FFF2-40B4-BE49-F238E27FC236}">
                    <a16:creationId xmlns:a16="http://schemas.microsoft.com/office/drawing/2014/main" id="{11730B68-B888-4253-81F5-33C838AA52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750" y="704343"/>
                <a:ext cx="733662" cy="34317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8" name="矩形 257">
                <a:extLst>
                  <a:ext uri="{FF2B5EF4-FFF2-40B4-BE49-F238E27FC236}">
                    <a16:creationId xmlns:a16="http://schemas.microsoft.com/office/drawing/2014/main" id="{4E4FAD64-43F0-4BD9-B7AD-6211EF98281C}"/>
                  </a:ext>
                </a:extLst>
              </p:cNvPr>
              <p:cNvSpPr/>
              <p:nvPr/>
            </p:nvSpPr>
            <p:spPr>
              <a:xfrm>
                <a:off x="6924523" y="704343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8" name="矩形 257">
                <a:extLst>
                  <a:ext uri="{FF2B5EF4-FFF2-40B4-BE49-F238E27FC236}">
                    <a16:creationId xmlns:a16="http://schemas.microsoft.com/office/drawing/2014/main" id="{4E4FAD64-43F0-4BD9-B7AD-6211EF9828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23" y="704343"/>
                <a:ext cx="733662" cy="34317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矩形 55">
            <a:extLst>
              <a:ext uri="{FF2B5EF4-FFF2-40B4-BE49-F238E27FC236}">
                <a16:creationId xmlns:a16="http://schemas.microsoft.com/office/drawing/2014/main" id="{797AD572-5775-4288-8939-87CD3B6325A6}"/>
              </a:ext>
            </a:extLst>
          </p:cNvPr>
          <p:cNvSpPr/>
          <p:nvPr/>
        </p:nvSpPr>
        <p:spPr>
          <a:xfrm>
            <a:off x="8040109" y="194736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E4C2416-B327-4D68-9A7C-099E8E98D2D4}"/>
              </a:ext>
            </a:extLst>
          </p:cNvPr>
          <p:cNvSpPr/>
          <p:nvPr/>
        </p:nvSpPr>
        <p:spPr>
          <a:xfrm>
            <a:off x="8015538" y="5587213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36B5CFFE-242B-4573-87F4-362200E6CB34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2321"/>
          <a:stretch/>
        </p:blipFill>
        <p:spPr>
          <a:xfrm>
            <a:off x="8044894" y="4414227"/>
            <a:ext cx="407456" cy="1328804"/>
          </a:xfrm>
          <a:prstGeom prst="rect">
            <a:avLst/>
          </a:prstGeom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564D86CE-95CE-4311-A6BA-FBC49B431C30}"/>
              </a:ext>
            </a:extLst>
          </p:cNvPr>
          <p:cNvSpPr/>
          <p:nvPr/>
        </p:nvSpPr>
        <p:spPr>
          <a:xfrm>
            <a:off x="8343650" y="639479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2533813-81CE-4B60-A2C6-2266CF4DE05F}"/>
              </a:ext>
            </a:extLst>
          </p:cNvPr>
          <p:cNvSpPr/>
          <p:nvPr/>
        </p:nvSpPr>
        <p:spPr>
          <a:xfrm>
            <a:off x="8362700" y="190630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2D3B054-B522-476B-A353-E4CC137E993F}"/>
              </a:ext>
            </a:extLst>
          </p:cNvPr>
          <p:cNvSpPr/>
          <p:nvPr/>
        </p:nvSpPr>
        <p:spPr>
          <a:xfrm>
            <a:off x="8353175" y="426176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D433D44-68DB-443E-B327-4157514A705D}"/>
              </a:ext>
            </a:extLst>
          </p:cNvPr>
          <p:cNvSpPr/>
          <p:nvPr/>
        </p:nvSpPr>
        <p:spPr>
          <a:xfrm>
            <a:off x="8372225" y="5500014"/>
            <a:ext cx="357790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378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1948</TotalTime>
  <Words>101</Words>
  <Application>Microsoft Office PowerPoint</Application>
  <PresentationFormat>自訂</PresentationFormat>
  <Paragraphs>40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51</cp:revision>
  <dcterms:created xsi:type="dcterms:W3CDTF">2026-03-29T16:54:49Z</dcterms:created>
  <dcterms:modified xsi:type="dcterms:W3CDTF">2026-07-25T06:15:00Z</dcterms:modified>
</cp:coreProperties>
</file>