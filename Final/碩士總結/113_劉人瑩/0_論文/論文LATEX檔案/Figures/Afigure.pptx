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906000" cy="594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3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972195"/>
            <a:ext cx="7429500" cy="2068148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120099"/>
            <a:ext cx="7429500" cy="1434227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566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21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480982"/>
            <a:ext cx="8543925" cy="2471051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975410"/>
            <a:ext cx="8543925" cy="1299468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228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581363"/>
            <a:ext cx="4210050" cy="37691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581363"/>
            <a:ext cx="4210050" cy="376914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23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273"/>
            <a:ext cx="8543925" cy="114820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456229"/>
            <a:ext cx="4190702" cy="713676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2169905"/>
            <a:ext cx="4190702" cy="31916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456229"/>
            <a:ext cx="4211340" cy="713676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169905"/>
            <a:ext cx="4211340" cy="31916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3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959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43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96028"/>
            <a:ext cx="3194943" cy="1386099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855312"/>
            <a:ext cx="5014913" cy="4221552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782127"/>
            <a:ext cx="3194943" cy="3301612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66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96028"/>
            <a:ext cx="3194943" cy="1386099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855312"/>
            <a:ext cx="5014913" cy="4221552"/>
          </a:xfrm>
        </p:spPr>
        <p:txBody>
          <a:bodyPr anchor="t"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782127"/>
            <a:ext cx="3194943" cy="3301612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81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148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16272"/>
            <a:ext cx="2135981" cy="503423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16272"/>
            <a:ext cx="6284119" cy="5034236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30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16273"/>
            <a:ext cx="8543925" cy="1148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581363"/>
            <a:ext cx="8543925" cy="3769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5505894"/>
            <a:ext cx="222885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7B723-B5A2-47A6-986D-40E292D5C90E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5505894"/>
            <a:ext cx="3343275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5505894"/>
            <a:ext cx="222885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AAA5C-DB3F-4F3F-8349-B067D1476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103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A64E32E6-8D5C-434D-91C9-4588088B0776}"/>
              </a:ext>
            </a:extLst>
          </p:cNvPr>
          <p:cNvGrpSpPr/>
          <p:nvPr/>
        </p:nvGrpSpPr>
        <p:grpSpPr>
          <a:xfrm>
            <a:off x="-42106" y="30484"/>
            <a:ext cx="9941361" cy="5910324"/>
            <a:chOff x="-7139" y="487724"/>
            <a:chExt cx="9941361" cy="5910324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97265E6A-5410-4E76-B98D-B50E3961F6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77" t="10626" r="7014" b="5728"/>
            <a:stretch/>
          </p:blipFill>
          <p:spPr>
            <a:xfrm>
              <a:off x="371205" y="541867"/>
              <a:ext cx="9563017" cy="52992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3982089-1FCD-48B8-B1D2-78A9EAC55ABB}"/>
                    </a:ext>
                  </a:extLst>
                </p:cNvPr>
                <p:cNvSpPr txBox="1"/>
                <p:nvPr/>
              </p:nvSpPr>
              <p:spPr>
                <a:xfrm>
                  <a:off x="2440919" y="5874828"/>
                  <a:ext cx="46037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3982089-1FCD-48B8-B1D2-78A9EAC55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919" y="5874828"/>
                  <a:ext cx="460375" cy="523220"/>
                </a:xfrm>
                <a:prstGeom prst="rect">
                  <a:avLst/>
                </a:prstGeom>
                <a:blipFill>
                  <a:blip r:embed="rId3"/>
                  <a:stretch>
                    <a:fillRect r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244DE2FA-1F31-49F8-9A1C-F1CD4B4230C3}"/>
                </a:ext>
              </a:extLst>
            </p:cNvPr>
            <p:cNvSpPr txBox="1"/>
            <p:nvPr/>
          </p:nvSpPr>
          <p:spPr>
            <a:xfrm rot="16200000">
              <a:off x="-833149" y="4037113"/>
              <a:ext cx="217523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Normalized</a:t>
              </a:r>
              <a:endParaRPr lang="zh-TW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6B876992-24E5-4D41-9B4F-ACF5176074A5}"/>
                    </a:ext>
                  </a:extLst>
                </p:cNvPr>
                <p:cNvSpPr txBox="1"/>
                <p:nvPr/>
              </p:nvSpPr>
              <p:spPr>
                <a:xfrm>
                  <a:off x="4780236" y="4926622"/>
                  <a:ext cx="53958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6B876992-24E5-4D41-9B4F-ACF517607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0236" y="4926622"/>
                  <a:ext cx="539586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44E96F8-4C61-4DEB-9F50-CE5541F1AEE5}"/>
                    </a:ext>
                  </a:extLst>
                </p:cNvPr>
                <p:cNvSpPr txBox="1"/>
                <p:nvPr/>
              </p:nvSpPr>
              <p:spPr>
                <a:xfrm>
                  <a:off x="1224162" y="4934168"/>
                  <a:ext cx="67877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sz="2700" i="1" dirty="0">
                            <a:latin typeface="Cambria Math" panose="02040503050406030204" pitchFamily="18" charset="0"/>
                          </a:rPr>
                          <m:t>0.1</m:t>
                        </m:r>
                        <m:sSub>
                          <m:sSubPr>
                            <m:ctrlPr>
                              <a:rPr lang="en-US" altLang="zh-TW" sz="27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7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zh-TW" sz="27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2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44E96F8-4C61-4DEB-9F50-CE5541F1AE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4162" y="4934168"/>
                  <a:ext cx="678771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360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7BDA029-14C3-4A91-AD6C-A2DFF77E144A}"/>
                </a:ext>
              </a:extLst>
            </p:cNvPr>
            <p:cNvSpPr txBox="1"/>
            <p:nvPr/>
          </p:nvSpPr>
          <p:spPr>
            <a:xfrm rot="16200000">
              <a:off x="-402155" y="906194"/>
              <a:ext cx="1237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(unit : </a:t>
              </a:r>
              <a:r>
                <a:rPr lang="en-US" altLang="zh-TW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a.u</a:t>
              </a:r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B2BD29A-0395-4290-8ED5-416BB63CF1F2}"/>
                    </a:ext>
                  </a:extLst>
                </p:cNvPr>
                <p:cNvSpPr txBox="1"/>
                <p:nvPr/>
              </p:nvSpPr>
              <p:spPr>
                <a:xfrm>
                  <a:off x="7781968" y="5914744"/>
                  <a:ext cx="209549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(unit : </a:t>
                  </a:r>
                  <a14:m>
                    <m:oMath xmlns:m="http://schemas.openxmlformats.org/officeDocument/2006/math">
                      <m:r>
                        <a:rPr lang="en-US" altLang="zh-TW" sz="200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1000</m:t>
                      </m:r>
                      <m:sSubSup>
                        <m:sSub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en-US" altLang="zh-TW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B2BD29A-0395-4290-8ED5-416BB63CF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1968" y="5914744"/>
                  <a:ext cx="2095499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231" r="-6977" b="-2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7C0D2864-326B-45C2-90AD-B7A008FA97B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-605378" y="1901104"/>
            <a:ext cx="1663063" cy="50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19</Words>
  <Application>Microsoft Office PowerPoint</Application>
  <PresentationFormat>自訂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14</cp:revision>
  <dcterms:created xsi:type="dcterms:W3CDTF">2026-05-19T06:03:34Z</dcterms:created>
  <dcterms:modified xsi:type="dcterms:W3CDTF">2026-07-01T07:14:56Z</dcterms:modified>
</cp:coreProperties>
</file>