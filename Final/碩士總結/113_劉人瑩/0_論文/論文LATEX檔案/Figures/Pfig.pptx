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ycugpu" initials="n" lastIdx="1" clrIdx="0">
    <p:extLst>
      <p:ext uri="{19B8F6BF-5375-455C-9EA6-DF929625EA0E}">
        <p15:presenceInfo xmlns:p15="http://schemas.microsoft.com/office/powerpoint/2012/main" userId="067ceecb8ce0af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DEB07D-D84D-4A77-B3C8-C02D010FB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ED8791-8E2D-4FC0-A7F5-1B79528C0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77B88A-6B63-4CF2-9B52-1F01BBE4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1E853F-C96A-4CD8-A968-5ED52FD3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E881A1-FAD3-46CA-B18B-E0229C36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9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74A6C1-F5D0-40ED-8008-56B05C32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C31908-4B3D-43A0-99EA-DB8AE113A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455BF1-00E6-408B-900E-348F08880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0B8EDF-979D-406C-9E81-DE9C7FBD1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585DD8-85FF-492D-9003-DB9FA7FE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1063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4C9A82-41A6-443D-820E-46080BE6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10BAAC-B803-4397-92C9-A8DEEB941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38A8B5-C416-46C9-8D02-09C927E57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296816-7C3C-44D7-87D4-3A4A5AB37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8321A0-B962-40CA-861F-EEE8D63BA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4203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C8B2E2-5BBD-42E6-B246-2CF303050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79D5A8-FAA0-41CF-9ADA-C39A8A61B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C6DC3DF-C466-4F8B-B2C8-E6FB17F2C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E03C98-F424-4F7B-AAAE-66742649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BA4AFD-FF6E-496C-8DE4-89665F6C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39B019-1300-4713-B055-B8069620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544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ED1D2E-ABA4-4DF2-8589-A7A77B3AB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12599E-C40D-49B2-9F41-EF7E7AAC5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A863552-6349-4859-A2E6-83D64068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C381C90-9B68-4780-B5DF-8546B1DDE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45B6FE1-CB70-4124-BFF8-D872A618E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265A97A-71DD-459A-9000-E840CD70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DD6C462-CF6C-4022-953A-BFF4D5E4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E8F268-6F08-49B3-8458-A59F428B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67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A0BE2E-52E9-4D5E-9199-81D5053E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C4C389D-E9C3-4444-928E-C90E6746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4B685E5-4D4E-403B-A71E-D563DA76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06599B-848D-43AE-BD25-9318793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6635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DE571F-2D1B-4F38-A32B-3DB71679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77C1BB6-B382-446B-AFAF-D46C707F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6A9F08-368E-47B6-AC46-686F5317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246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FF2EB4-87BF-4888-8181-4B4C8F862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B85C26-2A40-4E99-996A-56666AB8B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3399610-60D9-462B-B570-39C70F2BF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4E959D-F96D-429D-AD4B-3B8BFF417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E4CE5F-447E-423B-953F-934D0D6D0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04F605-667D-4D87-96F8-0D04E62F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5093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238C1-D603-458E-97E8-2B3632AAF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5A79A34-18AD-438B-8301-B99F71282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04F6C1-9A55-4C9D-B858-C16B7A797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9216A1D-B065-45EC-B1C4-DBBBBAB6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F4AB9C-705E-4010-B822-41F0B8FD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5A88724-782F-455E-A178-A27A6F6F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49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C953DD-22ED-4D71-BDF6-9492ABC11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11B447-DB85-4A9A-874E-D6E813413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B915D1-3935-43C4-BB74-5CB31C47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309503-9B08-4A72-8EBD-1966048A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E87CE0-A1B1-403A-AE90-07E08165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72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287D7E2-BA10-4DE4-B557-9044BB639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AAF3252-4171-4E70-B408-96901632F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85591D-8AAC-4EC5-A130-75DE0299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10CFC8-E42C-48C4-AB86-C4CCD7342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DCEE0D-1803-4607-AFE7-E0B44F6B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585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1EBC6C8-ADAC-4107-81F1-3BC329ED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707BBD-BE58-4AF5-8D74-145B92008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7C1AAD-66C9-4609-AE32-4CACCDD32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2C2BC-D3D9-4531-9932-AFC0E3B32F5F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88AFED-77F7-4800-BE47-49C255112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071AE8-E444-4119-A80A-1205E0ECC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AC9A6-D4CC-457E-9713-C864D0980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52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2.png"/><Relationship Id="rId3" Type="http://schemas.openxmlformats.org/officeDocument/2006/relationships/image" Target="../media/image2.png"/><Relationship Id="rId21" Type="http://schemas.openxmlformats.org/officeDocument/2006/relationships/image" Target="../media/image7.png"/><Relationship Id="rId7" Type="http://schemas.openxmlformats.org/officeDocument/2006/relationships/image" Target="../media/image6.png"/><Relationship Id="rId17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23" Type="http://schemas.openxmlformats.org/officeDocument/2006/relationships/image" Target="../media/image9.png"/><Relationship Id="rId19" Type="http://schemas.openxmlformats.org/officeDocument/2006/relationships/image" Target="../media/image23.png"/><Relationship Id="rId4" Type="http://schemas.openxmlformats.org/officeDocument/2006/relationships/image" Target="../media/image3.png"/><Relationship Id="rId2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ABDA1E8-3B78-480B-8E82-82C0863CB6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48" t="30638" r="28999" b="30309"/>
          <a:stretch/>
        </p:blipFill>
        <p:spPr>
          <a:xfrm>
            <a:off x="5584004" y="829236"/>
            <a:ext cx="1173021" cy="106148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3E6B381-6C19-4344-AC0F-A242A5EF27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46" t="26407" r="28120" b="29247"/>
          <a:stretch/>
        </p:blipFill>
        <p:spPr>
          <a:xfrm>
            <a:off x="4169394" y="5585928"/>
            <a:ext cx="1238553" cy="120538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C1AF7D7-D215-4AEE-BC2A-9BC952F83B6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68" t="29160" r="28716" b="28289"/>
          <a:stretch/>
        </p:blipFill>
        <p:spPr>
          <a:xfrm>
            <a:off x="1914944" y="1113705"/>
            <a:ext cx="1266323" cy="115657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46A0CC4-5FDE-43B1-B886-94B8484454A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31" t="29646" r="28816" b="29185"/>
          <a:stretch/>
        </p:blipFill>
        <p:spPr>
          <a:xfrm>
            <a:off x="5765094" y="4408694"/>
            <a:ext cx="1198210" cy="111900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8B02A20-5EC1-4EA3-950F-2829D9D9DE8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8" t="14712" r="18355" b="13767"/>
          <a:stretch/>
        </p:blipFill>
        <p:spPr>
          <a:xfrm>
            <a:off x="6050791" y="2515612"/>
            <a:ext cx="2134862" cy="2176876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EBC9CB9A-5A42-4D7C-942A-3634453631C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7" t="15027" r="20263" b="13980"/>
          <a:stretch/>
        </p:blipFill>
        <p:spPr>
          <a:xfrm>
            <a:off x="1788314" y="2757002"/>
            <a:ext cx="1556536" cy="1655473"/>
          </a:xfrm>
          <a:prstGeom prst="rect">
            <a:avLst/>
          </a:prstGeom>
        </p:spPr>
      </p:pic>
      <p:grpSp>
        <p:nvGrpSpPr>
          <p:cNvPr id="22" name="群組 21">
            <a:extLst>
              <a:ext uri="{FF2B5EF4-FFF2-40B4-BE49-F238E27FC236}">
                <a16:creationId xmlns:a16="http://schemas.microsoft.com/office/drawing/2014/main" id="{E87312FA-0362-42C2-A0EC-71B920757C00}"/>
              </a:ext>
            </a:extLst>
          </p:cNvPr>
          <p:cNvGrpSpPr/>
          <p:nvPr/>
        </p:nvGrpSpPr>
        <p:grpSpPr>
          <a:xfrm>
            <a:off x="3337198" y="2048161"/>
            <a:ext cx="2919455" cy="3036650"/>
            <a:chOff x="3909893" y="2121313"/>
            <a:chExt cx="2919455" cy="3036650"/>
          </a:xfrm>
        </p:grpSpPr>
        <p:sp>
          <p:nvSpPr>
            <p:cNvPr id="23" name="Oval 14">
              <a:extLst>
                <a:ext uri="{FF2B5EF4-FFF2-40B4-BE49-F238E27FC236}">
                  <a16:creationId xmlns:a16="http://schemas.microsoft.com/office/drawing/2014/main" id="{24289499-CE5E-4E6B-97FF-6DB01C044A57}"/>
                </a:ext>
              </a:extLst>
            </p:cNvPr>
            <p:cNvSpPr/>
            <p:nvPr/>
          </p:nvSpPr>
          <p:spPr>
            <a:xfrm>
              <a:off x="5222336" y="2135621"/>
              <a:ext cx="295195" cy="305784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4">
              <a:extLst>
                <a:ext uri="{FF2B5EF4-FFF2-40B4-BE49-F238E27FC236}">
                  <a16:creationId xmlns:a16="http://schemas.microsoft.com/office/drawing/2014/main" id="{19D332D7-A676-4AF4-A145-62E6825CC877}"/>
                </a:ext>
              </a:extLst>
            </p:cNvPr>
            <p:cNvSpPr/>
            <p:nvPr/>
          </p:nvSpPr>
          <p:spPr>
            <a:xfrm>
              <a:off x="4061937" y="2288513"/>
              <a:ext cx="2623960" cy="271808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15">
              <a:extLst>
                <a:ext uri="{FF2B5EF4-FFF2-40B4-BE49-F238E27FC236}">
                  <a16:creationId xmlns:a16="http://schemas.microsoft.com/office/drawing/2014/main" id="{74A2D0D6-8883-4595-9FC7-7F64526808D7}"/>
                </a:ext>
              </a:extLst>
            </p:cNvPr>
            <p:cNvSpPr/>
            <p:nvPr/>
          </p:nvSpPr>
          <p:spPr>
            <a:xfrm>
              <a:off x="5222336" y="4852179"/>
              <a:ext cx="295195" cy="305784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SHO">
              <a:extLst>
                <a:ext uri="{FF2B5EF4-FFF2-40B4-BE49-F238E27FC236}">
                  <a16:creationId xmlns:a16="http://schemas.microsoft.com/office/drawing/2014/main" id="{05B0A06F-A837-4D8F-9294-A53A56D7CCEE}"/>
                </a:ext>
              </a:extLst>
            </p:cNvPr>
            <p:cNvSpPr/>
            <p:nvPr/>
          </p:nvSpPr>
          <p:spPr>
            <a:xfrm rot="16200000">
              <a:off x="4804171" y="2336484"/>
              <a:ext cx="1131525" cy="2623960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SVO">
              <a:extLst>
                <a:ext uri="{FF2B5EF4-FFF2-40B4-BE49-F238E27FC236}">
                  <a16:creationId xmlns:a16="http://schemas.microsoft.com/office/drawing/2014/main" id="{D0C6CB1E-6826-41AA-A7FD-15ABF54A5FAB}"/>
                </a:ext>
              </a:extLst>
            </p:cNvPr>
            <p:cNvSpPr/>
            <p:nvPr/>
          </p:nvSpPr>
          <p:spPr>
            <a:xfrm>
              <a:off x="4712309" y="2289422"/>
              <a:ext cx="1311980" cy="271808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6">
              <a:extLst>
                <a:ext uri="{FF2B5EF4-FFF2-40B4-BE49-F238E27FC236}">
                  <a16:creationId xmlns:a16="http://schemas.microsoft.com/office/drawing/2014/main" id="{82ABCEB6-4AA6-418F-96B1-9B503536A472}"/>
                </a:ext>
              </a:extLst>
            </p:cNvPr>
            <p:cNvSpPr/>
            <p:nvPr/>
          </p:nvSpPr>
          <p:spPr>
            <a:xfrm rot="16200000">
              <a:off x="4804171" y="2336484"/>
              <a:ext cx="1131525" cy="2623960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artial Circle 9">
              <a:extLst>
                <a:ext uri="{FF2B5EF4-FFF2-40B4-BE49-F238E27FC236}">
                  <a16:creationId xmlns:a16="http://schemas.microsoft.com/office/drawing/2014/main" id="{C21FD1B3-AC05-40B8-A86E-FE179C84E846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149911" y="3221394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rgbClr val="007E00"/>
                </a:gs>
                <a:gs pos="36000">
                  <a:srgbClr val="45C845">
                    <a:alpha val="60000"/>
                  </a:srgbClr>
                </a:gs>
                <a:gs pos="100000">
                  <a:srgbClr val="B9FFB9">
                    <a:alpha val="60000"/>
                  </a:srgbClr>
                </a:gs>
              </a:gsLst>
              <a:lin ang="2700000" scaled="1"/>
              <a:tileRect/>
            </a:gradFill>
            <a:ln w="19050">
              <a:solidFill>
                <a:srgbClr val="319B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10">
                  <a:extLst>
                    <a:ext uri="{FF2B5EF4-FFF2-40B4-BE49-F238E27FC236}">
                      <a16:creationId xmlns:a16="http://schemas.microsoft.com/office/drawing/2014/main" id="{52FF7437-E6A9-4666-B292-7FED2BCBA7CC}"/>
                    </a:ext>
                  </a:extLst>
                </p:cNvPr>
                <p:cNvSpPr txBox="1"/>
                <p:nvPr/>
              </p:nvSpPr>
              <p:spPr>
                <a:xfrm>
                  <a:off x="4690464" y="3556134"/>
                  <a:ext cx="321504" cy="5518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0" name="TextBox 10">
                  <a:extLst>
                    <a:ext uri="{FF2B5EF4-FFF2-40B4-BE49-F238E27FC236}">
                      <a16:creationId xmlns:a16="http://schemas.microsoft.com/office/drawing/2014/main" id="{E112F3CC-B53F-458B-BEDC-BF1337B305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0464" y="3556134"/>
                  <a:ext cx="321504" cy="55189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11">
                  <a:extLst>
                    <a:ext uri="{FF2B5EF4-FFF2-40B4-BE49-F238E27FC236}">
                      <a16:creationId xmlns:a16="http://schemas.microsoft.com/office/drawing/2014/main" id="{882CB20D-3011-4EC9-B302-52586E222928}"/>
                    </a:ext>
                  </a:extLst>
                </p:cNvPr>
                <p:cNvSpPr txBox="1"/>
                <p:nvPr/>
              </p:nvSpPr>
              <p:spPr>
                <a:xfrm>
                  <a:off x="4440286" y="3358991"/>
                  <a:ext cx="321505" cy="49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1" name="TextBox 11">
                  <a:extLst>
                    <a:ext uri="{FF2B5EF4-FFF2-40B4-BE49-F238E27FC236}">
                      <a16:creationId xmlns:a16="http://schemas.microsoft.com/office/drawing/2014/main" id="{BF960E5B-F744-4658-AEAF-5D0D06849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286" y="3358991"/>
                  <a:ext cx="321505" cy="49380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Oval 22">
              <a:extLst>
                <a:ext uri="{FF2B5EF4-FFF2-40B4-BE49-F238E27FC236}">
                  <a16:creationId xmlns:a16="http://schemas.microsoft.com/office/drawing/2014/main" id="{8850D333-5D59-4B48-8E34-63407169CCB8}"/>
                </a:ext>
              </a:extLst>
            </p:cNvPr>
            <p:cNvSpPr/>
            <p:nvPr/>
          </p:nvSpPr>
          <p:spPr>
            <a:xfrm>
              <a:off x="5220616" y="4852179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accent6">
                    <a:lumMod val="50000"/>
                  </a:schemeClr>
                </a:gs>
                <a:gs pos="31000">
                  <a:srgbClr val="2CCC06"/>
                </a:gs>
                <a:gs pos="0">
                  <a:srgbClr val="85FF85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12">
                  <a:extLst>
                    <a:ext uri="{FF2B5EF4-FFF2-40B4-BE49-F238E27FC236}">
                      <a16:creationId xmlns:a16="http://schemas.microsoft.com/office/drawing/2014/main" id="{AAA32CB0-3293-47C7-9775-210A4873F92A}"/>
                    </a:ext>
                  </a:extLst>
                </p:cNvPr>
                <p:cNvSpPr txBox="1"/>
                <p:nvPr/>
              </p:nvSpPr>
              <p:spPr>
                <a:xfrm>
                  <a:off x="5682303" y="3497725"/>
                  <a:ext cx="321505" cy="49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2" name="TextBox 12">
                  <a:extLst>
                    <a:ext uri="{FF2B5EF4-FFF2-40B4-BE49-F238E27FC236}">
                      <a16:creationId xmlns:a16="http://schemas.microsoft.com/office/drawing/2014/main" id="{D73AF9A8-721A-48B6-917C-E2673019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2303" y="3497725"/>
                  <a:ext cx="321505" cy="49380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13">
                  <a:extLst>
                    <a:ext uri="{FF2B5EF4-FFF2-40B4-BE49-F238E27FC236}">
                      <a16:creationId xmlns:a16="http://schemas.microsoft.com/office/drawing/2014/main" id="{0EE20CCD-B160-4D26-85E8-1F636018D81F}"/>
                    </a:ext>
                  </a:extLst>
                </p:cNvPr>
                <p:cNvSpPr txBox="1"/>
                <p:nvPr/>
              </p:nvSpPr>
              <p:spPr>
                <a:xfrm>
                  <a:off x="5200614" y="2429547"/>
                  <a:ext cx="321505" cy="49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3" name="TextBox 13">
                  <a:extLst>
                    <a:ext uri="{FF2B5EF4-FFF2-40B4-BE49-F238E27FC236}">
                      <a16:creationId xmlns:a16="http://schemas.microsoft.com/office/drawing/2014/main" id="{19F8EE96-E808-475D-AA49-2DD276885A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0614" y="2429547"/>
                  <a:ext cx="321505" cy="49380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DVO">
              <a:extLst>
                <a:ext uri="{FF2B5EF4-FFF2-40B4-BE49-F238E27FC236}">
                  <a16:creationId xmlns:a16="http://schemas.microsoft.com/office/drawing/2014/main" id="{6E3FE148-1532-44AB-B4F1-9DDF4EFB92C2}"/>
                </a:ext>
              </a:extLst>
            </p:cNvPr>
            <p:cNvSpPr/>
            <p:nvPr/>
          </p:nvSpPr>
          <p:spPr>
            <a:xfrm flipH="1">
              <a:off x="4712309" y="2289422"/>
              <a:ext cx="1311980" cy="271808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6" name="Straight Arrow Connector 17">
              <a:extLst>
                <a:ext uri="{FF2B5EF4-FFF2-40B4-BE49-F238E27FC236}">
                  <a16:creationId xmlns:a16="http://schemas.microsoft.com/office/drawing/2014/main" id="{69E21EFB-5E6C-445E-82C4-6EB6F48BC3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476" y="3639669"/>
              <a:ext cx="402652" cy="520683"/>
            </a:xfrm>
            <a:prstGeom prst="straightConnector1">
              <a:avLst/>
            </a:prstGeom>
            <a:ln w="53975">
              <a:solidFill>
                <a:srgbClr val="238109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7" name="Oval 21">
              <a:extLst>
                <a:ext uri="{FF2B5EF4-FFF2-40B4-BE49-F238E27FC236}">
                  <a16:creationId xmlns:a16="http://schemas.microsoft.com/office/drawing/2014/main" id="{9BECDD04-5D62-4ECB-85AD-4B81C2B872AA}"/>
                </a:ext>
              </a:extLst>
            </p:cNvPr>
            <p:cNvSpPr/>
            <p:nvPr/>
          </p:nvSpPr>
          <p:spPr>
            <a:xfrm>
              <a:off x="4639137" y="2956746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accent6">
                    <a:lumMod val="50000"/>
                  </a:schemeClr>
                </a:gs>
                <a:gs pos="31000">
                  <a:srgbClr val="2CCC06"/>
                </a:gs>
                <a:gs pos="0">
                  <a:srgbClr val="85FF85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22">
              <a:extLst>
                <a:ext uri="{FF2B5EF4-FFF2-40B4-BE49-F238E27FC236}">
                  <a16:creationId xmlns:a16="http://schemas.microsoft.com/office/drawing/2014/main" id="{65311CEC-A0D6-41D6-A130-B503EF08BE5B}"/>
                </a:ext>
              </a:extLst>
            </p:cNvPr>
            <p:cNvSpPr/>
            <p:nvPr/>
          </p:nvSpPr>
          <p:spPr>
            <a:xfrm>
              <a:off x="5830112" y="4000005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accent6">
                    <a:lumMod val="50000"/>
                  </a:schemeClr>
                </a:gs>
                <a:gs pos="31000">
                  <a:srgbClr val="2CCC06"/>
                </a:gs>
                <a:gs pos="0">
                  <a:srgbClr val="85FF85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23">
              <a:extLst>
                <a:ext uri="{FF2B5EF4-FFF2-40B4-BE49-F238E27FC236}">
                  <a16:creationId xmlns:a16="http://schemas.microsoft.com/office/drawing/2014/main" id="{2D9F6BED-FD4A-433D-A8AD-31D28349A9D0}"/>
                </a:ext>
              </a:extLst>
            </p:cNvPr>
            <p:cNvSpPr/>
            <p:nvPr/>
          </p:nvSpPr>
          <p:spPr>
            <a:xfrm>
              <a:off x="6534153" y="3495572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accent6">
                    <a:lumMod val="50000"/>
                  </a:schemeClr>
                </a:gs>
                <a:gs pos="31000">
                  <a:srgbClr val="2CCC06"/>
                </a:gs>
                <a:gs pos="0">
                  <a:srgbClr val="85FF85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Partial Circle 9">
              <a:extLst>
                <a:ext uri="{FF2B5EF4-FFF2-40B4-BE49-F238E27FC236}">
                  <a16:creationId xmlns:a16="http://schemas.microsoft.com/office/drawing/2014/main" id="{F95ED43F-17B8-43BC-B1C8-8391067729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04126" y="3328761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5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5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Straight Arrow Connector 7">
              <a:extLst>
                <a:ext uri="{FF2B5EF4-FFF2-40B4-BE49-F238E27FC236}">
                  <a16:creationId xmlns:a16="http://schemas.microsoft.com/office/drawing/2014/main" id="{A17CB686-CE5E-4261-BBC7-D0BA2C7BD3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2789" y="2834235"/>
              <a:ext cx="3083" cy="81024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10">
                  <a:extLst>
                    <a:ext uri="{FF2B5EF4-FFF2-40B4-BE49-F238E27FC236}">
                      <a16:creationId xmlns:a16="http://schemas.microsoft.com/office/drawing/2014/main" id="{5E41A48F-C16C-4D9C-9C43-E286B227DD73}"/>
                    </a:ext>
                  </a:extLst>
                </p:cNvPr>
                <p:cNvSpPr txBox="1"/>
                <p:nvPr/>
              </p:nvSpPr>
              <p:spPr>
                <a:xfrm>
                  <a:off x="5412716" y="2979508"/>
                  <a:ext cx="321504" cy="5518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3" name="TextBox 10">
                  <a:extLst>
                    <a:ext uri="{FF2B5EF4-FFF2-40B4-BE49-F238E27FC236}">
                      <a16:creationId xmlns:a16="http://schemas.microsoft.com/office/drawing/2014/main" id="{BA2A6B3D-5511-4529-81C1-1F1CCECE63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2716" y="2979508"/>
                  <a:ext cx="321504" cy="55189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19">
              <a:extLst>
                <a:ext uri="{FF2B5EF4-FFF2-40B4-BE49-F238E27FC236}">
                  <a16:creationId xmlns:a16="http://schemas.microsoft.com/office/drawing/2014/main" id="{05F21AC9-244A-463E-91CB-692CD67F70F6}"/>
                </a:ext>
              </a:extLst>
            </p:cNvPr>
            <p:cNvCxnSpPr>
              <a:cxnSpLocks/>
            </p:cNvCxnSpPr>
            <p:nvPr/>
          </p:nvCxnSpPr>
          <p:spPr>
            <a:xfrm>
              <a:off x="5368214" y="3640512"/>
              <a:ext cx="355802" cy="284861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18">
              <a:extLst>
                <a:ext uri="{FF2B5EF4-FFF2-40B4-BE49-F238E27FC236}">
                  <a16:creationId xmlns:a16="http://schemas.microsoft.com/office/drawing/2014/main" id="{0CA283FC-9C2E-4AF9-8257-555547ABD4CB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056896" y="3328917"/>
              <a:ext cx="0" cy="62319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17">
              <a:extLst>
                <a:ext uri="{FF2B5EF4-FFF2-40B4-BE49-F238E27FC236}">
                  <a16:creationId xmlns:a16="http://schemas.microsoft.com/office/drawing/2014/main" id="{9A1AD84B-58AC-48D0-A878-29A118ECA2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1433" y="2829722"/>
              <a:ext cx="1039268" cy="817070"/>
            </a:xfrm>
            <a:prstGeom prst="straightConnector1">
              <a:avLst/>
            </a:prstGeom>
            <a:ln w="53975">
              <a:solidFill>
                <a:schemeClr val="accent5">
                  <a:lumMod val="75000"/>
                </a:schemeClr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6" name="Oval 20">
              <a:extLst>
                <a:ext uri="{FF2B5EF4-FFF2-40B4-BE49-F238E27FC236}">
                  <a16:creationId xmlns:a16="http://schemas.microsoft.com/office/drawing/2014/main" id="{14044CA7-4D1F-4A43-A0EA-5A51C642DB78}"/>
                </a:ext>
              </a:extLst>
            </p:cNvPr>
            <p:cNvSpPr/>
            <p:nvPr/>
          </p:nvSpPr>
          <p:spPr>
            <a:xfrm>
              <a:off x="3909893" y="3495572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accent6">
                    <a:lumMod val="50000"/>
                  </a:schemeClr>
                </a:gs>
                <a:gs pos="31000">
                  <a:srgbClr val="2CCC06"/>
                </a:gs>
                <a:gs pos="0">
                  <a:srgbClr val="85FF85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22">
              <a:extLst>
                <a:ext uri="{FF2B5EF4-FFF2-40B4-BE49-F238E27FC236}">
                  <a16:creationId xmlns:a16="http://schemas.microsoft.com/office/drawing/2014/main" id="{00DE3D34-37F8-46B0-A3BC-800CA838719C}"/>
                </a:ext>
              </a:extLst>
            </p:cNvPr>
            <p:cNvSpPr/>
            <p:nvPr/>
          </p:nvSpPr>
          <p:spPr>
            <a:xfrm>
              <a:off x="5222764" y="2121313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accent6">
                    <a:lumMod val="50000"/>
                  </a:schemeClr>
                </a:gs>
                <a:gs pos="31000">
                  <a:srgbClr val="2CCC06"/>
                </a:gs>
                <a:gs pos="0">
                  <a:srgbClr val="85FF85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1" name="圖片 50">
            <a:extLst>
              <a:ext uri="{FF2B5EF4-FFF2-40B4-BE49-F238E27FC236}">
                <a16:creationId xmlns:a16="http://schemas.microsoft.com/office/drawing/2014/main" id="{0AF23D88-004D-4EC5-BBBC-D6EC667C4BFC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0783"/>
          <a:stretch/>
        </p:blipFill>
        <p:spPr>
          <a:xfrm>
            <a:off x="4216856" y="5173772"/>
            <a:ext cx="1250211" cy="506815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AB3CCC17-A8D8-4F52-BC99-4D1AB9F56567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2819"/>
          <a:stretch/>
        </p:blipFill>
        <p:spPr>
          <a:xfrm>
            <a:off x="4285543" y="1468219"/>
            <a:ext cx="1163083" cy="506815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B826E751-BFFB-4959-A144-EA655604C313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3339" y="885959"/>
            <a:ext cx="2264628" cy="4554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B590256-004E-4A36-9F16-5AD9FD11C660}"/>
                  </a:ext>
                </a:extLst>
              </p:cNvPr>
              <p:cNvSpPr/>
              <p:nvPr/>
            </p:nvSpPr>
            <p:spPr>
              <a:xfrm>
                <a:off x="3419499" y="436525"/>
                <a:ext cx="4517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B590256-004E-4A36-9F16-5AD9FD11C6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499" y="436525"/>
                <a:ext cx="451790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44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</Words>
  <Application>Microsoft Office PowerPoint</Application>
  <PresentationFormat>寬螢幕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9</cp:revision>
  <dcterms:created xsi:type="dcterms:W3CDTF">2026-03-29T14:56:26Z</dcterms:created>
  <dcterms:modified xsi:type="dcterms:W3CDTF">2026-03-29T16:16:11Z</dcterms:modified>
</cp:coreProperties>
</file>