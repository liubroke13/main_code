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</p:sldIdLst>
  <p:sldSz cx="990600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060529"/>
            <a:ext cx="8420100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403592"/>
            <a:ext cx="7429500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53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115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615546"/>
            <a:ext cx="8543925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336619"/>
            <a:ext cx="8543925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9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725046"/>
            <a:ext cx="4210050" cy="41116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725046"/>
            <a:ext cx="4210050" cy="41116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649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45011"/>
            <a:ext cx="8543925" cy="12525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588543"/>
            <a:ext cx="4190702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367064"/>
            <a:ext cx="4190702" cy="348159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88543"/>
            <a:ext cx="4211340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367064"/>
            <a:ext cx="4211340" cy="348159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83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62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544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32012"/>
            <a:ext cx="3194943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33027"/>
            <a:ext cx="5014913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944052"/>
            <a:ext cx="3194943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32012"/>
            <a:ext cx="3194943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33027"/>
            <a:ext cx="5014913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944052"/>
            <a:ext cx="3194943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62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994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45009"/>
            <a:ext cx="2135981" cy="549164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45009"/>
            <a:ext cx="6284119" cy="549164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86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45011"/>
            <a:ext cx="8543925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725046"/>
            <a:ext cx="8543925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006164"/>
            <a:ext cx="222885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9EBDB-ED21-4F12-8F84-164F28F696EF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006164"/>
            <a:ext cx="334327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006164"/>
            <a:ext cx="222885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AF4C4-6A9E-48A0-9A53-D3080AA7F0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32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19.png"/><Relationship Id="rId34" Type="http://schemas.openxmlformats.org/officeDocument/2006/relationships/image" Target="../media/image33.png"/><Relationship Id="rId42" Type="http://schemas.openxmlformats.org/officeDocument/2006/relationships/image" Target="../media/image27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33" Type="http://schemas.openxmlformats.org/officeDocument/2006/relationships/image" Target="../media/image32.png"/><Relationship Id="rId38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41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37" Type="http://schemas.openxmlformats.org/officeDocument/2006/relationships/image" Target="../media/image22.png"/><Relationship Id="rId40" Type="http://schemas.openxmlformats.org/officeDocument/2006/relationships/image" Target="../media/image25.png"/><Relationship Id="rId5" Type="http://schemas.openxmlformats.org/officeDocument/2006/relationships/image" Target="../media/image310.png"/><Relationship Id="rId15" Type="http://schemas.openxmlformats.org/officeDocument/2006/relationships/image" Target="../media/image13.png"/><Relationship Id="rId36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35" Type="http://schemas.openxmlformats.org/officeDocument/2006/relationships/image" Target="../media/image20.png"/><Relationship Id="rId43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7.png"/><Relationship Id="rId18" Type="http://schemas.openxmlformats.org/officeDocument/2006/relationships/image" Target="../media/image41.png"/><Relationship Id="rId39" Type="http://schemas.openxmlformats.org/officeDocument/2006/relationships/image" Target="../media/image46.png"/><Relationship Id="rId3" Type="http://schemas.openxmlformats.org/officeDocument/2006/relationships/image" Target="../media/image3.png"/><Relationship Id="rId21" Type="http://schemas.openxmlformats.org/officeDocument/2006/relationships/image" Target="../media/image44.png"/><Relationship Id="rId34" Type="http://schemas.openxmlformats.org/officeDocument/2006/relationships/image" Target="../media/image33.png"/><Relationship Id="rId42" Type="http://schemas.openxmlformats.org/officeDocument/2006/relationships/image" Target="../media/image48.png"/><Relationship Id="rId12" Type="http://schemas.openxmlformats.org/officeDocument/2006/relationships/image" Target="../media/image36.png"/><Relationship Id="rId17" Type="http://schemas.openxmlformats.org/officeDocument/2006/relationships/image" Target="../media/image40.png"/><Relationship Id="rId33" Type="http://schemas.openxmlformats.org/officeDocument/2006/relationships/image" Target="../media/image32.png"/><Relationship Id="rId38" Type="http://schemas.openxmlformats.org/officeDocument/2006/relationships/image" Target="../media/image29.png"/><Relationship Id="rId46" Type="http://schemas.openxmlformats.org/officeDocument/2006/relationships/image" Target="../media/image52.png"/><Relationship Id="rId2" Type="http://schemas.openxmlformats.org/officeDocument/2006/relationships/image" Target="../media/image1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41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5.png"/><Relationship Id="rId37" Type="http://schemas.openxmlformats.org/officeDocument/2006/relationships/image" Target="../media/image2.png"/><Relationship Id="rId40" Type="http://schemas.openxmlformats.org/officeDocument/2006/relationships/image" Target="../media/image47.png"/><Relationship Id="rId45" Type="http://schemas.openxmlformats.org/officeDocument/2006/relationships/image" Target="../media/image51.png"/><Relationship Id="rId15" Type="http://schemas.openxmlformats.org/officeDocument/2006/relationships/image" Target="../media/image13.png"/><Relationship Id="rId5" Type="http://schemas.openxmlformats.org/officeDocument/2006/relationships/image" Target="../media/image310.png"/><Relationship Id="rId36" Type="http://schemas.openxmlformats.org/officeDocument/2006/relationships/image" Target="../media/image4.png"/><Relationship Id="rId10" Type="http://schemas.openxmlformats.org/officeDocument/2006/relationships/image" Target="../media/image34.png"/><Relationship Id="rId19" Type="http://schemas.openxmlformats.org/officeDocument/2006/relationships/image" Target="../media/image42.png"/><Relationship Id="rId44" Type="http://schemas.openxmlformats.org/officeDocument/2006/relationships/image" Target="../media/image50.png"/><Relationship Id="rId9" Type="http://schemas.openxmlformats.org/officeDocument/2006/relationships/image" Target="../media/image31.png"/><Relationship Id="rId14" Type="http://schemas.openxmlformats.org/officeDocument/2006/relationships/image" Target="../media/image38.png"/><Relationship Id="rId35" Type="http://schemas.openxmlformats.org/officeDocument/2006/relationships/image" Target="../media/image45.png"/><Relationship Id="rId43" Type="http://schemas.openxmlformats.org/officeDocument/2006/relationships/image" Target="../media/image49.png"/></Relationships>
</file>

<file path=ppt/slides/_rels/slide3.xml.rels><?xml version="1.0" encoding="UTF-8" standalone="yes"?>
<Relationships xmlns="http://schemas.openxmlformats.org/package/2006/relationships"><Relationship Id="rId39" Type="http://schemas.openxmlformats.org/officeDocument/2006/relationships/image" Target="../media/image57.png"/><Relationship Id="rId3" Type="http://schemas.openxmlformats.org/officeDocument/2006/relationships/image" Target="../media/image53.png"/><Relationship Id="rId34" Type="http://schemas.openxmlformats.org/officeDocument/2006/relationships/image" Target="../media/image33.png"/><Relationship Id="rId42" Type="http://schemas.openxmlformats.org/officeDocument/2006/relationships/image" Target="../media/image60.png"/><Relationship Id="rId47" Type="http://schemas.openxmlformats.org/officeDocument/2006/relationships/image" Target="../media/image65.png"/><Relationship Id="rId50" Type="http://schemas.openxmlformats.org/officeDocument/2006/relationships/image" Target="../media/image68.png"/><Relationship Id="rId33" Type="http://schemas.openxmlformats.org/officeDocument/2006/relationships/image" Target="../media/image32.png"/><Relationship Id="rId38" Type="http://schemas.openxmlformats.org/officeDocument/2006/relationships/image" Target="../media/image56.png"/><Relationship Id="rId46" Type="http://schemas.openxmlformats.org/officeDocument/2006/relationships/image" Target="../media/image64.png"/><Relationship Id="rId2" Type="http://schemas.openxmlformats.org/officeDocument/2006/relationships/image" Target="../media/image1.png"/><Relationship Id="rId41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37" Type="http://schemas.openxmlformats.org/officeDocument/2006/relationships/image" Target="../media/image55.png"/><Relationship Id="rId40" Type="http://schemas.openxmlformats.org/officeDocument/2006/relationships/image" Target="../media/image58.png"/><Relationship Id="rId45" Type="http://schemas.openxmlformats.org/officeDocument/2006/relationships/image" Target="../media/image63.png"/><Relationship Id="rId36" Type="http://schemas.openxmlformats.org/officeDocument/2006/relationships/image" Target="../media/image54.png"/><Relationship Id="rId49" Type="http://schemas.openxmlformats.org/officeDocument/2006/relationships/image" Target="../media/image67.png"/><Relationship Id="rId44" Type="http://schemas.openxmlformats.org/officeDocument/2006/relationships/image" Target="../media/image62.png"/><Relationship Id="rId35" Type="http://schemas.openxmlformats.org/officeDocument/2006/relationships/image" Target="../media/image2.png"/><Relationship Id="rId43" Type="http://schemas.openxmlformats.org/officeDocument/2006/relationships/image" Target="../media/image61.png"/><Relationship Id="rId48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>
            <a:extLst>
              <a:ext uri="{FF2B5EF4-FFF2-40B4-BE49-F238E27FC236}">
                <a16:creationId xmlns:a16="http://schemas.microsoft.com/office/drawing/2014/main" id="{67621CD4-4F1D-42D1-8FE7-1231C9749372}"/>
              </a:ext>
            </a:extLst>
          </p:cNvPr>
          <p:cNvGrpSpPr/>
          <p:nvPr/>
        </p:nvGrpSpPr>
        <p:grpSpPr>
          <a:xfrm>
            <a:off x="137483" y="-16960"/>
            <a:ext cx="9631034" cy="6514095"/>
            <a:chOff x="178758" y="101259"/>
            <a:chExt cx="9631034" cy="6514095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BA35AA70-FA23-48E2-82B5-4403B1DDB7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051"/>
            <a:stretch/>
          </p:blipFill>
          <p:spPr>
            <a:xfrm>
              <a:off x="930790" y="2186008"/>
              <a:ext cx="7937195" cy="1594800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9E2CEEFC-EB1F-4232-89C9-D8854B65D1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223"/>
            <a:stretch/>
          </p:blipFill>
          <p:spPr>
            <a:xfrm>
              <a:off x="930790" y="4510233"/>
              <a:ext cx="7920807" cy="1594800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A91246B0-6793-4A42-BD59-084A6D23E9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169"/>
            <a:stretch/>
          </p:blipFill>
          <p:spPr>
            <a:xfrm>
              <a:off x="930790" y="574477"/>
              <a:ext cx="7925854" cy="1594800"/>
            </a:xfrm>
            <a:prstGeom prst="rect">
              <a:avLst/>
            </a:prstGeom>
          </p:spPr>
        </p:pic>
        <p:sp>
          <p:nvSpPr>
            <p:cNvPr id="54" name="矩形: 圓角 53">
              <a:extLst>
                <a:ext uri="{FF2B5EF4-FFF2-40B4-BE49-F238E27FC236}">
                  <a16:creationId xmlns:a16="http://schemas.microsoft.com/office/drawing/2014/main" id="{288E9896-9E4F-4C2C-A911-7FEF0722013B}"/>
                </a:ext>
              </a:extLst>
            </p:cNvPr>
            <p:cNvSpPr/>
            <p:nvPr/>
          </p:nvSpPr>
          <p:spPr>
            <a:xfrm>
              <a:off x="285634" y="4475225"/>
              <a:ext cx="8726400" cy="1827150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矩形: 圓角 54">
              <a:extLst>
                <a:ext uri="{FF2B5EF4-FFF2-40B4-BE49-F238E27FC236}">
                  <a16:creationId xmlns:a16="http://schemas.microsoft.com/office/drawing/2014/main" id="{7BFE40E8-D447-4A65-A047-52809FD40D23}"/>
                </a:ext>
              </a:extLst>
            </p:cNvPr>
            <p:cNvSpPr/>
            <p:nvPr/>
          </p:nvSpPr>
          <p:spPr>
            <a:xfrm>
              <a:off x="285634" y="610720"/>
              <a:ext cx="8726557" cy="3300880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16FEC379-B580-4556-AB9A-6B9F500A38DB}"/>
                </a:ext>
              </a:extLst>
            </p:cNvPr>
            <p:cNvGrpSpPr/>
            <p:nvPr/>
          </p:nvGrpSpPr>
          <p:grpSpPr>
            <a:xfrm>
              <a:off x="7328737" y="6272183"/>
              <a:ext cx="1718308" cy="343171"/>
              <a:chOff x="10557418" y="6399554"/>
              <a:chExt cx="2266734" cy="4526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矩形 56">
                    <a:extLst>
                      <a:ext uri="{FF2B5EF4-FFF2-40B4-BE49-F238E27FC236}">
                        <a16:creationId xmlns:a16="http://schemas.microsoft.com/office/drawing/2014/main" id="{6D3AE693-FAE4-4477-9E97-B705D2E634A1}"/>
                      </a:ext>
                    </a:extLst>
                  </p:cNvPr>
                  <p:cNvSpPr/>
                  <p:nvPr/>
                </p:nvSpPr>
                <p:spPr>
                  <a:xfrm>
                    <a:off x="10995506" y="6399554"/>
                    <a:ext cx="1828646" cy="4526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=1.5 </m:t>
                          </m:r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m:rPr>
                              <m:sty m:val="p"/>
                            </m:rPr>
                            <a:rPr lang="en-US" altLang="zh-TW" sz="1630">
                              <a:latin typeface="Cambria Math" panose="02040503050406030204" pitchFamily="18" charset="0"/>
                            </a:rPr>
                            <m:t>m</m:t>
                          </m:r>
                        </m:oMath>
                      </m:oMathPara>
                    </a14:m>
                    <a:endParaRPr lang="zh-TW" altLang="en-US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33615A92-2488-4DAF-823B-7ACEF3923D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95506" y="6399554"/>
                    <a:ext cx="1828646" cy="4526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58" name="圖片 57">
                <a:extLst>
                  <a:ext uri="{FF2B5EF4-FFF2-40B4-BE49-F238E27FC236}">
                    <a16:creationId xmlns:a16="http://schemas.microsoft.com/office/drawing/2014/main" id="{302A021D-6B28-487B-B28E-B5D67657CE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557418" y="6619851"/>
                <a:ext cx="476304" cy="136937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4EE619D1-FE5A-4904-9EF9-812D48C58D84}"/>
                    </a:ext>
                  </a:extLst>
                </p:cNvPr>
                <p:cNvSpPr/>
                <p:nvPr/>
              </p:nvSpPr>
              <p:spPr>
                <a:xfrm>
                  <a:off x="178758" y="4024383"/>
                  <a:ext cx="1495601" cy="4567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ℓ,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4EE619D1-FE5A-4904-9EF9-812D48C58D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58" y="4024383"/>
                  <a:ext cx="1495601" cy="456728"/>
                </a:xfrm>
                <a:prstGeom prst="rect">
                  <a:avLst/>
                </a:prstGeom>
                <a:blipFill>
                  <a:blip r:embed="rId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F16C610F-D114-49B6-AA8F-93D1163DC516}"/>
                    </a:ext>
                  </a:extLst>
                </p:cNvPr>
                <p:cNvSpPr/>
                <p:nvPr/>
              </p:nvSpPr>
              <p:spPr>
                <a:xfrm>
                  <a:off x="302388" y="1128575"/>
                  <a:ext cx="79220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F16C610F-D114-49B6-AA8F-93D1163DC5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388" y="1128575"/>
                  <a:ext cx="79220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9FCF0267-AF69-408E-83CF-E40240898E3F}"/>
                    </a:ext>
                  </a:extLst>
                </p:cNvPr>
                <p:cNvSpPr/>
                <p:nvPr/>
              </p:nvSpPr>
              <p:spPr>
                <a:xfrm>
                  <a:off x="1233850" y="3299172"/>
                  <a:ext cx="64152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altLang="zh-TW" sz="163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9FCF0267-AF69-408E-83CF-E40240898E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850" y="3299172"/>
                  <a:ext cx="641522" cy="343171"/>
                </a:xfrm>
                <a:prstGeom prst="rect">
                  <a:avLst/>
                </a:prstGeom>
                <a:blipFill>
                  <a:blip r:embed="rId9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7D2BA6ED-F3F6-4E48-8797-E5C62278738A}"/>
                    </a:ext>
                  </a:extLst>
                </p:cNvPr>
                <p:cNvSpPr/>
                <p:nvPr/>
              </p:nvSpPr>
              <p:spPr>
                <a:xfrm>
                  <a:off x="1369160" y="3525693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7D2BA6ED-F3F6-4E48-8797-E5C6227873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160" y="3525693"/>
                  <a:ext cx="889154" cy="34317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4318D726-0C1E-4335-AC86-FC2D896A545D}"/>
                    </a:ext>
                  </a:extLst>
                </p:cNvPr>
                <p:cNvSpPr/>
                <p:nvPr/>
              </p:nvSpPr>
              <p:spPr>
                <a:xfrm>
                  <a:off x="2876622" y="3525693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4318D726-0C1E-4335-AC86-FC2D896A54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6622" y="3525693"/>
                  <a:ext cx="889154" cy="3431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7DB720B7-D574-4D15-8E19-7228E0981AF0}"/>
                    </a:ext>
                  </a:extLst>
                </p:cNvPr>
                <p:cNvSpPr/>
                <p:nvPr/>
              </p:nvSpPr>
              <p:spPr>
                <a:xfrm>
                  <a:off x="4594960" y="352569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7DB720B7-D574-4D15-8E19-7228E0981A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4960" y="3525693"/>
                  <a:ext cx="733662" cy="34317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223FB366-A8D4-4B76-B8D8-D9A4CC5F9B70}"/>
                    </a:ext>
                  </a:extLst>
                </p:cNvPr>
                <p:cNvSpPr/>
                <p:nvPr/>
              </p:nvSpPr>
              <p:spPr>
                <a:xfrm>
                  <a:off x="6213693" y="352569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223FB366-A8D4-4B76-B8D8-D9A4CC5F9B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3693" y="3525693"/>
                  <a:ext cx="733662" cy="34317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C3C5C89E-1517-4044-84F9-4A556E673FCF}"/>
                    </a:ext>
                  </a:extLst>
                </p:cNvPr>
                <p:cNvSpPr/>
                <p:nvPr/>
              </p:nvSpPr>
              <p:spPr>
                <a:xfrm>
                  <a:off x="7724876" y="352569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C3C5C89E-1517-4044-84F9-4A556E673F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4876" y="3525693"/>
                  <a:ext cx="733662" cy="34317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8528E9D6-6595-4C2C-8910-534DECC142AE}"/>
                </a:ext>
              </a:extLst>
            </p:cNvPr>
            <p:cNvSpPr/>
            <p:nvPr/>
          </p:nvSpPr>
          <p:spPr>
            <a:xfrm rot="5400000">
              <a:off x="8958373" y="2732176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9" name="圖片 68">
              <a:extLst>
                <a:ext uri="{FF2B5EF4-FFF2-40B4-BE49-F238E27FC236}">
                  <a16:creationId xmlns:a16="http://schemas.microsoft.com/office/drawing/2014/main" id="{01C039CF-7E75-48C6-AE99-5CDFFCE59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40" r="9825"/>
            <a:stretch/>
          </p:blipFill>
          <p:spPr>
            <a:xfrm>
              <a:off x="9023022" y="2124366"/>
              <a:ext cx="490120" cy="165506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9AA7DB4D-008D-4D94-A265-1F97D8FAF1FD}"/>
                    </a:ext>
                  </a:extLst>
                </p:cNvPr>
                <p:cNvSpPr/>
                <p:nvPr/>
              </p:nvSpPr>
              <p:spPr>
                <a:xfrm>
                  <a:off x="241755" y="101259"/>
                  <a:ext cx="1311256" cy="517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ℓ,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9AA7DB4D-008D-4D94-A265-1F97D8FAF1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55" y="101259"/>
                  <a:ext cx="1311256" cy="51751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828A5EB9-9DE5-40C8-9CDD-B9ACC7FA4D60}"/>
                    </a:ext>
                  </a:extLst>
                </p:cNvPr>
                <p:cNvSpPr/>
                <p:nvPr/>
              </p:nvSpPr>
              <p:spPr>
                <a:xfrm>
                  <a:off x="1363870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828A5EB9-9DE5-40C8-9CDD-B9ACC7FA4D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3870" y="1926077"/>
                  <a:ext cx="744243" cy="343171"/>
                </a:xfrm>
                <a:prstGeom prst="rect">
                  <a:avLst/>
                </a:prstGeom>
                <a:blipFill>
                  <a:blip r:embed="rId17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F32EE6FA-1AD1-4016-BD95-6900EA5B5573}"/>
                    </a:ext>
                  </a:extLst>
                </p:cNvPr>
                <p:cNvSpPr/>
                <p:nvPr/>
              </p:nvSpPr>
              <p:spPr>
                <a:xfrm>
                  <a:off x="2949078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F32EE6FA-1AD1-4016-BD95-6900EA5B5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9078" y="1926077"/>
                  <a:ext cx="744243" cy="343171"/>
                </a:xfrm>
                <a:prstGeom prst="rect">
                  <a:avLst/>
                </a:prstGeom>
                <a:blipFill>
                  <a:blip r:embed="rId18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A529BC5-5052-446D-8C8C-9BC5C653DB64}"/>
                    </a:ext>
                  </a:extLst>
                </p:cNvPr>
                <p:cNvSpPr/>
                <p:nvPr/>
              </p:nvSpPr>
              <p:spPr>
                <a:xfrm>
                  <a:off x="4589670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A529BC5-5052-446D-8C8C-9BC5C653DB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9670" y="1926077"/>
                  <a:ext cx="744243" cy="343171"/>
                </a:xfrm>
                <a:prstGeom prst="rect">
                  <a:avLst/>
                </a:prstGeom>
                <a:blipFill>
                  <a:blip r:embed="rId19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6CD9DE1A-C7D0-4B39-AC88-51776198DF4F}"/>
                    </a:ext>
                  </a:extLst>
                </p:cNvPr>
                <p:cNvSpPr/>
                <p:nvPr/>
              </p:nvSpPr>
              <p:spPr>
                <a:xfrm>
                  <a:off x="6130657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6CD9DE1A-C7D0-4B39-AC88-51776198DF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0657" y="1926077"/>
                  <a:ext cx="744243" cy="343171"/>
                </a:xfrm>
                <a:prstGeom prst="rect">
                  <a:avLst/>
                </a:prstGeom>
                <a:blipFill>
                  <a:blip r:embed="rId20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AF090529-51DA-4CEB-A8A7-EF1B88A1CED7}"/>
                    </a:ext>
                  </a:extLst>
                </p:cNvPr>
                <p:cNvSpPr/>
                <p:nvPr/>
              </p:nvSpPr>
              <p:spPr>
                <a:xfrm>
                  <a:off x="7719586" y="1926077"/>
                  <a:ext cx="744243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AF090529-51DA-4CEB-A8A7-EF1B88A1CE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9586" y="1926077"/>
                  <a:ext cx="744243" cy="343171"/>
                </a:xfrm>
                <a:prstGeom prst="rect">
                  <a:avLst/>
                </a:prstGeom>
                <a:blipFill>
                  <a:blip r:embed="rId21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" name="群組 76">
              <a:extLst>
                <a:ext uri="{FF2B5EF4-FFF2-40B4-BE49-F238E27FC236}">
                  <a16:creationId xmlns:a16="http://schemas.microsoft.com/office/drawing/2014/main" id="{F9A72FEA-E719-4DA3-B473-7A60CB359938}"/>
                </a:ext>
              </a:extLst>
            </p:cNvPr>
            <p:cNvGrpSpPr/>
            <p:nvPr/>
          </p:nvGrpSpPr>
          <p:grpSpPr>
            <a:xfrm>
              <a:off x="1550691" y="2549818"/>
              <a:ext cx="550009" cy="592612"/>
              <a:chOff x="-988088" y="945710"/>
              <a:chExt cx="550009" cy="5926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字方塊 77">
                    <a:extLst>
                      <a:ext uri="{FF2B5EF4-FFF2-40B4-BE49-F238E27FC236}">
                        <a16:creationId xmlns:a16="http://schemas.microsoft.com/office/drawing/2014/main" id="{EDEB094F-393C-43F0-B603-2E7016A0DB05}"/>
                      </a:ext>
                    </a:extLst>
                  </p:cNvPr>
                  <p:cNvSpPr txBox="1"/>
                  <p:nvPr/>
                </p:nvSpPr>
                <p:spPr>
                  <a:xfrm>
                    <a:off x="-988088" y="945710"/>
                    <a:ext cx="323386" cy="3431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DA635BAA-EFD7-435B-BCE4-F0FC3026F2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988088" y="945710"/>
                    <a:ext cx="323386" cy="343171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b="-71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文字方塊 78">
                    <a:extLst>
                      <a:ext uri="{FF2B5EF4-FFF2-40B4-BE49-F238E27FC236}">
                        <a16:creationId xmlns:a16="http://schemas.microsoft.com/office/drawing/2014/main" id="{8A92889A-0FBC-4115-AD7E-E858414A4C33}"/>
                      </a:ext>
                    </a:extLst>
                  </p:cNvPr>
                  <p:cNvSpPr txBox="1"/>
                  <p:nvPr/>
                </p:nvSpPr>
                <p:spPr>
                  <a:xfrm>
                    <a:off x="-844998" y="1195151"/>
                    <a:ext cx="406919" cy="3431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70E789C9-D068-48AA-8926-92B8566159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44998" y="1195151"/>
                    <a:ext cx="406919" cy="343171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r="-1194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0" name="箭號: 向右 79">
                <a:extLst>
                  <a:ext uri="{FF2B5EF4-FFF2-40B4-BE49-F238E27FC236}">
                    <a16:creationId xmlns:a16="http://schemas.microsoft.com/office/drawing/2014/main" id="{F32A89A1-E095-4210-B194-1EC0B4AD3DA8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箭號: 向右 80">
                <a:extLst>
                  <a:ext uri="{FF2B5EF4-FFF2-40B4-BE49-F238E27FC236}">
                    <a16:creationId xmlns:a16="http://schemas.microsoft.com/office/drawing/2014/main" id="{E42CAD77-BEA0-4CB1-B01D-A8A1D4284141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240CA1BD-0A6B-483E-82FB-D0031F2E5140}"/>
                    </a:ext>
                  </a:extLst>
                </p:cNvPr>
                <p:cNvSpPr/>
                <p:nvPr/>
              </p:nvSpPr>
              <p:spPr>
                <a:xfrm>
                  <a:off x="296970" y="2640980"/>
                  <a:ext cx="80304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240CA1BD-0A6B-483E-82FB-D0031F2E51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70" y="2640980"/>
                  <a:ext cx="803040" cy="369332"/>
                </a:xfrm>
                <a:prstGeom prst="rect">
                  <a:avLst/>
                </a:prstGeom>
                <a:blipFill>
                  <a:blip r:embed="rId3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287FE308-8D4D-42B7-B8A9-E8CDF97468FD}"/>
                    </a:ext>
                  </a:extLst>
                </p:cNvPr>
                <p:cNvSpPr/>
                <p:nvPr/>
              </p:nvSpPr>
              <p:spPr>
                <a:xfrm>
                  <a:off x="296980" y="5266055"/>
                  <a:ext cx="80304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287FE308-8D4D-42B7-B8A9-E8CDF97468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80" y="5266055"/>
                  <a:ext cx="803040" cy="369332"/>
                </a:xfrm>
                <a:prstGeom prst="rect">
                  <a:avLst/>
                </a:prstGeom>
                <a:blipFill>
                  <a:blip r:embed="rId36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65E3A63F-4D89-41B4-B9E7-ED2A3B2D83B3}"/>
                    </a:ext>
                  </a:extLst>
                </p:cNvPr>
                <p:cNvSpPr/>
                <p:nvPr/>
              </p:nvSpPr>
              <p:spPr>
                <a:xfrm>
                  <a:off x="1233850" y="5685548"/>
                  <a:ext cx="688009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altLang="zh-TW" sz="163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65E3A63F-4D89-41B4-B9E7-ED2A3B2D8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850" y="5685548"/>
                  <a:ext cx="688009" cy="343171"/>
                </a:xfrm>
                <a:prstGeom prst="rect">
                  <a:avLst/>
                </a:prstGeom>
                <a:blipFill>
                  <a:blip r:embed="rId37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1" name="群組 90">
              <a:extLst>
                <a:ext uri="{FF2B5EF4-FFF2-40B4-BE49-F238E27FC236}">
                  <a16:creationId xmlns:a16="http://schemas.microsoft.com/office/drawing/2014/main" id="{3A0BB8D0-0BD8-440C-854D-8B897490D785}"/>
                </a:ext>
              </a:extLst>
            </p:cNvPr>
            <p:cNvGrpSpPr/>
            <p:nvPr/>
          </p:nvGrpSpPr>
          <p:grpSpPr>
            <a:xfrm>
              <a:off x="1550691" y="4829514"/>
              <a:ext cx="550009" cy="592612"/>
              <a:chOff x="-988088" y="945710"/>
              <a:chExt cx="550009" cy="59261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A535CFE8-1251-45EE-BB8B-E1894B468772}"/>
                      </a:ext>
                    </a:extLst>
                  </p:cNvPr>
                  <p:cNvSpPr txBox="1"/>
                  <p:nvPr/>
                </p:nvSpPr>
                <p:spPr>
                  <a:xfrm>
                    <a:off x="-988088" y="945710"/>
                    <a:ext cx="323386" cy="3431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DA635BAA-EFD7-435B-BCE4-F0FC3026F2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988088" y="945710"/>
                    <a:ext cx="323386" cy="343171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b="-71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文字方塊 94">
                    <a:extLst>
                      <a:ext uri="{FF2B5EF4-FFF2-40B4-BE49-F238E27FC236}">
                        <a16:creationId xmlns:a16="http://schemas.microsoft.com/office/drawing/2014/main" id="{463C40B9-DE99-4F6D-882C-ECBE1952202D}"/>
                      </a:ext>
                    </a:extLst>
                  </p:cNvPr>
                  <p:cNvSpPr txBox="1"/>
                  <p:nvPr/>
                </p:nvSpPr>
                <p:spPr>
                  <a:xfrm>
                    <a:off x="-844998" y="1195151"/>
                    <a:ext cx="406919" cy="3431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70E789C9-D068-48AA-8926-92B8566159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44998" y="1195151"/>
                    <a:ext cx="406919" cy="343171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r="-1194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0" name="箭號: 向右 99">
                <a:extLst>
                  <a:ext uri="{FF2B5EF4-FFF2-40B4-BE49-F238E27FC236}">
                    <a16:creationId xmlns:a16="http://schemas.microsoft.com/office/drawing/2014/main" id="{B3AB2D38-FC86-4126-A3D7-6A0087F848FE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箭號: 向右 117">
                <a:extLst>
                  <a:ext uri="{FF2B5EF4-FFF2-40B4-BE49-F238E27FC236}">
                    <a16:creationId xmlns:a16="http://schemas.microsoft.com/office/drawing/2014/main" id="{B3462263-DD9C-42BC-B36A-8B9B88B1A8C8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4DFBEE7D-1A45-46FE-8255-F523F7D876CA}"/>
                </a:ext>
              </a:extLst>
            </p:cNvPr>
            <p:cNvSpPr/>
            <p:nvPr/>
          </p:nvSpPr>
          <p:spPr>
            <a:xfrm rot="5400000">
              <a:off x="8939323" y="5277341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0" name="群組 119">
              <a:extLst>
                <a:ext uri="{FF2B5EF4-FFF2-40B4-BE49-F238E27FC236}">
                  <a16:creationId xmlns:a16="http://schemas.microsoft.com/office/drawing/2014/main" id="{335F656F-FA50-472B-B729-81BF2650313C}"/>
                </a:ext>
              </a:extLst>
            </p:cNvPr>
            <p:cNvGrpSpPr/>
            <p:nvPr/>
          </p:nvGrpSpPr>
          <p:grpSpPr>
            <a:xfrm>
              <a:off x="7328737" y="3884249"/>
              <a:ext cx="1718308" cy="343171"/>
              <a:chOff x="10557418" y="6399554"/>
              <a:chExt cx="2266734" cy="4526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矩形 120">
                    <a:extLst>
                      <a:ext uri="{FF2B5EF4-FFF2-40B4-BE49-F238E27FC236}">
                        <a16:creationId xmlns:a16="http://schemas.microsoft.com/office/drawing/2014/main" id="{BF324142-26FB-4303-A2B5-0000DAE79927}"/>
                      </a:ext>
                    </a:extLst>
                  </p:cNvPr>
                  <p:cNvSpPr/>
                  <p:nvPr/>
                </p:nvSpPr>
                <p:spPr>
                  <a:xfrm>
                    <a:off x="10995506" y="6399554"/>
                    <a:ext cx="1828646" cy="4526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163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=1.5 </m:t>
                          </m:r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m:rPr>
                              <m:sty m:val="p"/>
                            </m:rPr>
                            <a:rPr lang="en-US" altLang="zh-TW" sz="1630">
                              <a:latin typeface="Cambria Math" panose="02040503050406030204" pitchFamily="18" charset="0"/>
                            </a:rPr>
                            <m:t>m</m:t>
                          </m:r>
                        </m:oMath>
                      </m:oMathPara>
                    </a14:m>
                    <a:endParaRPr lang="zh-TW" altLang="en-US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33615A92-2488-4DAF-823B-7ACEF3923D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95506" y="6399554"/>
                    <a:ext cx="1828646" cy="4526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22" name="圖片 121">
                <a:extLst>
                  <a:ext uri="{FF2B5EF4-FFF2-40B4-BE49-F238E27FC236}">
                    <a16:creationId xmlns:a16="http://schemas.microsoft.com/office/drawing/2014/main" id="{2611E32E-A1A0-4605-A171-F58183CFC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557418" y="6619851"/>
                <a:ext cx="476304" cy="136937"/>
              </a:xfrm>
              <a:prstGeom prst="rect">
                <a:avLst/>
              </a:prstGeom>
            </p:spPr>
          </p:pic>
        </p:grpSp>
        <p:pic>
          <p:nvPicPr>
            <p:cNvPr id="130" name="圖片 129">
              <a:extLst>
                <a:ext uri="{FF2B5EF4-FFF2-40B4-BE49-F238E27FC236}">
                  <a16:creationId xmlns:a16="http://schemas.microsoft.com/office/drawing/2014/main" id="{F555AF0C-3810-4679-8E01-4026370689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053" r="8793"/>
            <a:stretch/>
          </p:blipFill>
          <p:spPr>
            <a:xfrm>
              <a:off x="9036049" y="4609293"/>
              <a:ext cx="609601" cy="1651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766A6797-B527-42E4-AAAE-D300A21D06BC}"/>
                    </a:ext>
                  </a:extLst>
                </p:cNvPr>
                <p:cNvSpPr/>
                <p:nvPr/>
              </p:nvSpPr>
              <p:spPr>
                <a:xfrm>
                  <a:off x="1369160" y="5968021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766A6797-B527-42E4-AAAE-D300A21D06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160" y="5968021"/>
                  <a:ext cx="889154" cy="343171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45D33A5D-2041-49C7-B8E4-FC63B6CA6197}"/>
                    </a:ext>
                  </a:extLst>
                </p:cNvPr>
                <p:cNvSpPr/>
                <p:nvPr/>
              </p:nvSpPr>
              <p:spPr>
                <a:xfrm>
                  <a:off x="2876622" y="5968021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45D33A5D-2041-49C7-B8E4-FC63B6CA61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6622" y="5968021"/>
                  <a:ext cx="889154" cy="343171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1A03566F-34DE-4C4D-B70A-2359579CE0E3}"/>
                    </a:ext>
                  </a:extLst>
                </p:cNvPr>
                <p:cNvSpPr/>
                <p:nvPr/>
              </p:nvSpPr>
              <p:spPr>
                <a:xfrm>
                  <a:off x="4594960" y="5968021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1A03566F-34DE-4C4D-B70A-2359579CE0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4960" y="5968021"/>
                  <a:ext cx="733662" cy="343171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42BD8D82-DCE9-4560-A18D-E0990D1AA76E}"/>
                    </a:ext>
                  </a:extLst>
                </p:cNvPr>
                <p:cNvSpPr/>
                <p:nvPr/>
              </p:nvSpPr>
              <p:spPr>
                <a:xfrm>
                  <a:off x="6213693" y="5968021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42BD8D82-DCE9-4560-A18D-E0990D1AA7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3693" y="5968021"/>
                  <a:ext cx="733662" cy="343171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4C33AF4E-9F38-497C-ADDC-B3D40E9CE7FD}"/>
                    </a:ext>
                  </a:extLst>
                </p:cNvPr>
                <p:cNvSpPr/>
                <p:nvPr/>
              </p:nvSpPr>
              <p:spPr>
                <a:xfrm>
                  <a:off x="7724876" y="5968021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4C33AF4E-9F38-497C-ADDC-B3D40E9CE7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4876" y="5968021"/>
                  <a:ext cx="733662" cy="343171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58068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A35AA70-FA23-48E2-82B5-4403B1DDB7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386"/>
          <a:stretch/>
        </p:blipFill>
        <p:spPr>
          <a:xfrm>
            <a:off x="1842366" y="1967580"/>
            <a:ext cx="1587970" cy="169500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1246B0-6793-4A42-BD59-084A6D23E9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708"/>
          <a:stretch/>
        </p:blipFill>
        <p:spPr>
          <a:xfrm>
            <a:off x="1842366" y="356049"/>
            <a:ext cx="1555211" cy="1695009"/>
          </a:xfrm>
          <a:prstGeom prst="rect">
            <a:avLst/>
          </a:prstGeom>
        </p:spPr>
      </p:pic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7BFE40E8-D447-4A65-A047-52809FD40D23}"/>
              </a:ext>
            </a:extLst>
          </p:cNvPr>
          <p:cNvSpPr/>
          <p:nvPr/>
        </p:nvSpPr>
        <p:spPr>
          <a:xfrm>
            <a:off x="1278833" y="492501"/>
            <a:ext cx="7555886" cy="3300880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F16C610F-D114-49B6-AA8F-93D1163DC516}"/>
                  </a:ext>
                </a:extLst>
              </p:cNvPr>
              <p:cNvSpPr/>
              <p:nvPr/>
            </p:nvSpPr>
            <p:spPr>
              <a:xfrm>
                <a:off x="1244786" y="1010356"/>
                <a:ext cx="7922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F16C610F-D114-49B6-AA8F-93D1163DC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786" y="1010356"/>
                <a:ext cx="79220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9FCF0267-AF69-408E-83CF-E40240898E3F}"/>
                  </a:ext>
                </a:extLst>
              </p:cNvPr>
              <p:cNvSpPr/>
              <p:nvPr/>
            </p:nvSpPr>
            <p:spPr>
              <a:xfrm>
                <a:off x="2176248" y="3180953"/>
                <a:ext cx="64152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TW" sz="163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9FCF0267-AF69-408E-83CF-E40240898E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248" y="3180953"/>
                <a:ext cx="641522" cy="343171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7D2BA6ED-F3F6-4E48-8797-E5C62278738A}"/>
                  </a:ext>
                </a:extLst>
              </p:cNvPr>
              <p:cNvSpPr/>
              <p:nvPr/>
            </p:nvSpPr>
            <p:spPr>
              <a:xfrm>
                <a:off x="2311558" y="3407474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7D2BA6ED-F3F6-4E48-8797-E5C6227873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558" y="3407474"/>
                <a:ext cx="889154" cy="3431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318D726-0C1E-4335-AC86-FC2D896A545D}"/>
                  </a:ext>
                </a:extLst>
              </p:cNvPr>
              <p:cNvSpPr/>
              <p:nvPr/>
            </p:nvSpPr>
            <p:spPr>
              <a:xfrm>
                <a:off x="3724233" y="3407474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318D726-0C1E-4335-AC86-FC2D896A5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233" y="3407474"/>
                <a:ext cx="889154" cy="3431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7DB720B7-D574-4D15-8E19-7228E0981AF0}"/>
                  </a:ext>
                </a:extLst>
              </p:cNvPr>
              <p:cNvSpPr/>
              <p:nvPr/>
            </p:nvSpPr>
            <p:spPr>
              <a:xfrm>
                <a:off x="5136908" y="3407474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7DB720B7-D574-4D15-8E19-7228E0981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908" y="3407474"/>
                <a:ext cx="733662" cy="3431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23FB366-A8D4-4B76-B8D8-D9A4CC5F9B70}"/>
                  </a:ext>
                </a:extLst>
              </p:cNvPr>
              <p:cNvSpPr/>
              <p:nvPr/>
            </p:nvSpPr>
            <p:spPr>
              <a:xfrm>
                <a:off x="6394091" y="3407474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23FB366-A8D4-4B76-B8D8-D9A4CC5F9B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091" y="3407474"/>
                <a:ext cx="733662" cy="3431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C3C5C89E-1517-4044-84F9-4A556E673FCF}"/>
                  </a:ext>
                </a:extLst>
              </p:cNvPr>
              <p:cNvSpPr/>
              <p:nvPr/>
            </p:nvSpPr>
            <p:spPr>
              <a:xfrm>
                <a:off x="7651274" y="3407474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C3C5C89E-1517-4044-84F9-4A556E673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274" y="3407474"/>
                <a:ext cx="733662" cy="3431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 67">
            <a:extLst>
              <a:ext uri="{FF2B5EF4-FFF2-40B4-BE49-F238E27FC236}">
                <a16:creationId xmlns:a16="http://schemas.microsoft.com/office/drawing/2014/main" id="{8528E9D6-6595-4C2C-8910-534DECC142AE}"/>
              </a:ext>
            </a:extLst>
          </p:cNvPr>
          <p:cNvSpPr/>
          <p:nvPr/>
        </p:nvSpPr>
        <p:spPr>
          <a:xfrm rot="5400000">
            <a:off x="8736989" y="2613957"/>
            <a:ext cx="1359668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 units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圖片 68">
            <a:extLst>
              <a:ext uri="{FF2B5EF4-FFF2-40B4-BE49-F238E27FC236}">
                <a16:creationId xmlns:a16="http://schemas.microsoft.com/office/drawing/2014/main" id="{01C039CF-7E75-48C6-AE99-5CDFFCE59650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40" r="9825"/>
          <a:stretch/>
        </p:blipFill>
        <p:spPr>
          <a:xfrm>
            <a:off x="8801638" y="2006147"/>
            <a:ext cx="490120" cy="16550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9AA7DB4D-008D-4D94-A265-1F97D8FAF1FD}"/>
                  </a:ext>
                </a:extLst>
              </p:cNvPr>
              <p:cNvSpPr/>
              <p:nvPr/>
            </p:nvSpPr>
            <p:spPr>
              <a:xfrm>
                <a:off x="1184153" y="-16960"/>
                <a:ext cx="1311256" cy="517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ℓ,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9AA7DB4D-008D-4D94-A265-1F97D8FAF1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153" y="-16960"/>
                <a:ext cx="1311256" cy="51751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828A5EB9-9DE5-40C8-9CDD-B9ACC7FA4D60}"/>
                  </a:ext>
                </a:extLst>
              </p:cNvPr>
              <p:cNvSpPr/>
              <p:nvPr/>
            </p:nvSpPr>
            <p:spPr>
              <a:xfrm>
                <a:off x="2306268" y="1807858"/>
                <a:ext cx="744243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828A5EB9-9DE5-40C8-9CDD-B9ACC7FA4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268" y="1807858"/>
                <a:ext cx="744243" cy="343171"/>
              </a:xfrm>
              <a:prstGeom prst="rect">
                <a:avLst/>
              </a:prstGeom>
              <a:blipFill>
                <a:blip r:embed="rId1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F32EE6FA-1AD1-4016-BD95-6900EA5B5573}"/>
                  </a:ext>
                </a:extLst>
              </p:cNvPr>
              <p:cNvSpPr/>
              <p:nvPr/>
            </p:nvSpPr>
            <p:spPr>
              <a:xfrm>
                <a:off x="3641197" y="1807858"/>
                <a:ext cx="744243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F32EE6FA-1AD1-4016-BD95-6900EA5B55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197" y="1807858"/>
                <a:ext cx="744243" cy="343171"/>
              </a:xfrm>
              <a:prstGeom prst="rect">
                <a:avLst/>
              </a:prstGeom>
              <a:blipFill>
                <a:blip r:embed="rId18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3A529BC5-5052-446D-8C8C-9BC5C653DB64}"/>
                  </a:ext>
                </a:extLst>
              </p:cNvPr>
              <p:cNvSpPr/>
              <p:nvPr/>
            </p:nvSpPr>
            <p:spPr>
              <a:xfrm>
                <a:off x="4976126" y="1807858"/>
                <a:ext cx="744243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3A529BC5-5052-446D-8C8C-9BC5C653DB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126" y="1807858"/>
                <a:ext cx="744243" cy="343171"/>
              </a:xfrm>
              <a:prstGeom prst="rect">
                <a:avLst/>
              </a:prstGeom>
              <a:blipFill>
                <a:blip r:embed="rId19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6CD9DE1A-C7D0-4B39-AC88-51776198DF4F}"/>
                  </a:ext>
                </a:extLst>
              </p:cNvPr>
              <p:cNvSpPr/>
              <p:nvPr/>
            </p:nvSpPr>
            <p:spPr>
              <a:xfrm>
                <a:off x="6311055" y="1807858"/>
                <a:ext cx="744243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6CD9DE1A-C7D0-4B39-AC88-51776198D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055" y="1807858"/>
                <a:ext cx="744243" cy="343171"/>
              </a:xfrm>
              <a:prstGeom prst="rect">
                <a:avLst/>
              </a:prstGeom>
              <a:blipFill>
                <a:blip r:embed="rId20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AF090529-51DA-4CEB-A8A7-EF1B88A1CED7}"/>
                  </a:ext>
                </a:extLst>
              </p:cNvPr>
              <p:cNvSpPr/>
              <p:nvPr/>
            </p:nvSpPr>
            <p:spPr>
              <a:xfrm>
                <a:off x="7645984" y="1807858"/>
                <a:ext cx="744243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AF090529-51DA-4CEB-A8A7-EF1B88A1CE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84" y="1807858"/>
                <a:ext cx="744243" cy="343171"/>
              </a:xfrm>
              <a:prstGeom prst="rect">
                <a:avLst/>
              </a:prstGeom>
              <a:blipFill>
                <a:blip r:embed="rId21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群組 76">
            <a:extLst>
              <a:ext uri="{FF2B5EF4-FFF2-40B4-BE49-F238E27FC236}">
                <a16:creationId xmlns:a16="http://schemas.microsoft.com/office/drawing/2014/main" id="{F9A72FEA-E719-4DA3-B473-7A60CB359938}"/>
              </a:ext>
            </a:extLst>
          </p:cNvPr>
          <p:cNvGrpSpPr/>
          <p:nvPr/>
        </p:nvGrpSpPr>
        <p:grpSpPr>
          <a:xfrm>
            <a:off x="2493089" y="2431599"/>
            <a:ext cx="550009" cy="592612"/>
            <a:chOff x="-988088" y="945710"/>
            <a:chExt cx="550009" cy="592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EDEB094F-393C-43F0-B603-2E7016A0DB05}"/>
                    </a:ext>
                  </a:extLst>
                </p:cNvPr>
                <p:cNvSpPr txBox="1"/>
                <p:nvPr/>
              </p:nvSpPr>
              <p:spPr>
                <a:xfrm>
                  <a:off x="-988088" y="945710"/>
                  <a:ext cx="323386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DA635BAA-EFD7-435B-BCE4-F0FC3026F2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88088" y="945710"/>
                  <a:ext cx="323386" cy="343171"/>
                </a:xfrm>
                <a:prstGeom prst="rect">
                  <a:avLst/>
                </a:prstGeom>
                <a:blipFill>
                  <a:blip r:embed="rId33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8A92889A-0FBC-4115-AD7E-E858414A4C33}"/>
                    </a:ext>
                  </a:extLst>
                </p:cNvPr>
                <p:cNvSpPr txBox="1"/>
                <p:nvPr/>
              </p:nvSpPr>
              <p:spPr>
                <a:xfrm>
                  <a:off x="-844998" y="1195151"/>
                  <a:ext cx="406919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70E789C9-D068-48AA-8926-92B856615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44998" y="1195151"/>
                  <a:ext cx="406919" cy="343171"/>
                </a:xfrm>
                <a:prstGeom prst="rect">
                  <a:avLst/>
                </a:prstGeom>
                <a:blipFill>
                  <a:blip r:embed="rId34"/>
                  <a:stretch>
                    <a:fillRect r="-1194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箭號: 向右 79">
              <a:extLst>
                <a:ext uri="{FF2B5EF4-FFF2-40B4-BE49-F238E27FC236}">
                  <a16:creationId xmlns:a16="http://schemas.microsoft.com/office/drawing/2014/main" id="{F32A89A1-E095-4210-B194-1EC0B4AD3DA8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E42CAD77-BEA0-4CB1-B01D-A8A1D4284141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240CA1BD-0A6B-483E-82FB-D0031F2E5140}"/>
                  </a:ext>
                </a:extLst>
              </p:cNvPr>
              <p:cNvSpPr/>
              <p:nvPr/>
            </p:nvSpPr>
            <p:spPr>
              <a:xfrm>
                <a:off x="1239368" y="2522761"/>
                <a:ext cx="803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240CA1BD-0A6B-483E-82FB-D0031F2E51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368" y="2522761"/>
                <a:ext cx="803040" cy="369332"/>
              </a:xfrm>
              <a:prstGeom prst="rect">
                <a:avLst/>
              </a:prstGeom>
              <a:blipFill>
                <a:blip r:embed="rId3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335F656F-FA50-472B-B729-81BF2650313C}"/>
              </a:ext>
            </a:extLst>
          </p:cNvPr>
          <p:cNvGrpSpPr/>
          <p:nvPr/>
        </p:nvGrpSpPr>
        <p:grpSpPr>
          <a:xfrm>
            <a:off x="7121208" y="3766030"/>
            <a:ext cx="1718308" cy="343171"/>
            <a:chOff x="10557418" y="6399554"/>
            <a:chExt cx="2266734" cy="4526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BF324142-26FB-4303-A2B5-0000DAE79927}"/>
                    </a:ext>
                  </a:extLst>
                </p:cNvPr>
                <p:cNvSpPr/>
                <p:nvPr/>
              </p:nvSpPr>
              <p:spPr>
                <a:xfrm>
                  <a:off x="10995506" y="6399554"/>
                  <a:ext cx="1828646" cy="4526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=1.5 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altLang="zh-TW" sz="163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33615A92-2488-4DAF-823B-7ACEF3923D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5506" y="6399554"/>
                  <a:ext cx="1828646" cy="452699"/>
                </a:xfrm>
                <a:prstGeom prst="rect">
                  <a:avLst/>
                </a:prstGeom>
                <a:blipFill>
                  <a:blip r:embed="rId5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2" name="圖片 121">
              <a:extLst>
                <a:ext uri="{FF2B5EF4-FFF2-40B4-BE49-F238E27FC236}">
                  <a16:creationId xmlns:a16="http://schemas.microsoft.com/office/drawing/2014/main" id="{2611E32E-A1A0-4605-A171-F58183CFC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557418" y="6619851"/>
              <a:ext cx="476304" cy="136937"/>
            </a:xfrm>
            <a:prstGeom prst="rect">
              <a:avLst/>
            </a:prstGeom>
          </p:spPr>
        </p:pic>
      </p:grpSp>
      <p:pic>
        <p:nvPicPr>
          <p:cNvPr id="50" name="圖片 49">
            <a:extLst>
              <a:ext uri="{FF2B5EF4-FFF2-40B4-BE49-F238E27FC236}">
                <a16:creationId xmlns:a16="http://schemas.microsoft.com/office/drawing/2014/main" id="{9941990F-EDFD-42E2-BC7D-65C32F7AA8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2" r="67529"/>
          <a:stretch/>
        </p:blipFill>
        <p:spPr>
          <a:xfrm>
            <a:off x="3264963" y="1967582"/>
            <a:ext cx="1539683" cy="1695008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80805C89-A09B-4AD9-A6CA-D73D43ED32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68173"/>
          <a:stretch/>
        </p:blipFill>
        <p:spPr>
          <a:xfrm>
            <a:off x="3316335" y="356049"/>
            <a:ext cx="1419564" cy="1695009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919D1125-A4A7-42D9-9B8A-E98DA487BA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7" r="51208"/>
          <a:stretch/>
        </p:blipFill>
        <p:spPr>
          <a:xfrm>
            <a:off x="4652297" y="1967580"/>
            <a:ext cx="1474164" cy="1695009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5A582E73-AA70-49B8-B03E-0CF3D8C144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7" r="51100"/>
          <a:stretch/>
        </p:blipFill>
        <p:spPr>
          <a:xfrm>
            <a:off x="4702916" y="356049"/>
            <a:ext cx="1441405" cy="1695009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66B8A3C7-F5DC-40CE-9E13-D42A0E9B70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62" r="34350"/>
          <a:stretch/>
        </p:blipFill>
        <p:spPr>
          <a:xfrm>
            <a:off x="6047335" y="1967580"/>
            <a:ext cx="1463244" cy="1695009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F5CB16CB-E5EB-44F9-9347-7118514D53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5" r="34350"/>
          <a:stretch/>
        </p:blipFill>
        <p:spPr>
          <a:xfrm>
            <a:off x="6027536" y="356049"/>
            <a:ext cx="1474163" cy="1695009"/>
          </a:xfrm>
          <a:prstGeom prst="rect">
            <a:avLst/>
          </a:prstGeom>
        </p:spPr>
      </p:pic>
      <p:pic>
        <p:nvPicPr>
          <p:cNvPr id="88" name="圖片 87">
            <a:extLst>
              <a:ext uri="{FF2B5EF4-FFF2-40B4-BE49-F238E27FC236}">
                <a16:creationId xmlns:a16="http://schemas.microsoft.com/office/drawing/2014/main" id="{7696136E-F0F1-4D55-B922-76665211E3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75" r="17051"/>
          <a:stretch/>
        </p:blipFill>
        <p:spPr>
          <a:xfrm>
            <a:off x="7349904" y="1967580"/>
            <a:ext cx="1573726" cy="1695009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6A619A0F-40AE-4B91-A63A-3C778E89B6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75" r="17169"/>
          <a:stretch/>
        </p:blipFill>
        <p:spPr>
          <a:xfrm>
            <a:off x="7349903" y="356049"/>
            <a:ext cx="1561673" cy="1695009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8062FFDC-16EC-484E-AF52-585DDF499DE0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78"/>
          <a:stretch/>
        </p:blipFill>
        <p:spPr>
          <a:xfrm>
            <a:off x="1949389" y="4392014"/>
            <a:ext cx="1504364" cy="1594800"/>
          </a:xfrm>
          <a:prstGeom prst="rect">
            <a:avLst/>
          </a:prstGeom>
        </p:spPr>
      </p:pic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656D87AA-E882-4DEB-B6E0-ADDD3D8553FA}"/>
              </a:ext>
            </a:extLst>
          </p:cNvPr>
          <p:cNvSpPr/>
          <p:nvPr/>
        </p:nvSpPr>
        <p:spPr>
          <a:xfrm>
            <a:off x="1278832" y="4357006"/>
            <a:ext cx="7555750" cy="1827150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028FB8BC-4F3E-40A6-B87C-91DB333A844B}"/>
              </a:ext>
            </a:extLst>
          </p:cNvPr>
          <p:cNvGrpSpPr/>
          <p:nvPr/>
        </p:nvGrpSpPr>
        <p:grpSpPr>
          <a:xfrm>
            <a:off x="7121208" y="6153964"/>
            <a:ext cx="1718308" cy="343171"/>
            <a:chOff x="10557418" y="6399554"/>
            <a:chExt cx="2266734" cy="4526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68AD742F-7E41-41E5-91DA-135B74635ECE}"/>
                    </a:ext>
                  </a:extLst>
                </p:cNvPr>
                <p:cNvSpPr/>
                <p:nvPr/>
              </p:nvSpPr>
              <p:spPr>
                <a:xfrm>
                  <a:off x="10995506" y="6399554"/>
                  <a:ext cx="1828646" cy="4526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=1.5 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altLang="zh-TW" sz="163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33615A92-2488-4DAF-823B-7ACEF3923D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5506" y="6399554"/>
                  <a:ext cx="1828646" cy="452699"/>
                </a:xfrm>
                <a:prstGeom prst="rect">
                  <a:avLst/>
                </a:prstGeom>
                <a:blipFill>
                  <a:blip r:embed="rId5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8" name="圖片 97">
              <a:extLst>
                <a:ext uri="{FF2B5EF4-FFF2-40B4-BE49-F238E27FC236}">
                  <a16:creationId xmlns:a16="http://schemas.microsoft.com/office/drawing/2014/main" id="{B382353E-4620-45C9-BA4A-FB116C5F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557418" y="6619851"/>
              <a:ext cx="476304" cy="13693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CCDFC17F-8CE5-4CD9-BDDC-9BDD40AFD416}"/>
                  </a:ext>
                </a:extLst>
              </p:cNvPr>
              <p:cNvSpPr/>
              <p:nvPr/>
            </p:nvSpPr>
            <p:spPr>
              <a:xfrm>
                <a:off x="1121156" y="3906164"/>
                <a:ext cx="1495601" cy="4567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ℓ,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CCDFC17F-8CE5-4CD9-BDDC-9BDD40AFD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156" y="3906164"/>
                <a:ext cx="1495601" cy="456728"/>
              </a:xfrm>
              <a:prstGeom prst="rect">
                <a:avLst/>
              </a:prstGeom>
              <a:blipFill>
                <a:blip r:embed="rId3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5350D42C-0061-44AB-A6FD-6537AA87F885}"/>
                  </a:ext>
                </a:extLst>
              </p:cNvPr>
              <p:cNvSpPr/>
              <p:nvPr/>
            </p:nvSpPr>
            <p:spPr>
              <a:xfrm>
                <a:off x="1239378" y="5147836"/>
                <a:ext cx="803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5350D42C-0061-44AB-A6FD-6537AA87F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378" y="5147836"/>
                <a:ext cx="803040" cy="369332"/>
              </a:xfrm>
              <a:prstGeom prst="rect">
                <a:avLst/>
              </a:prstGeom>
              <a:blipFill>
                <a:blip r:embed="rId3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C6A9F499-88C2-4A42-9E6C-0A60EEFB352A}"/>
                  </a:ext>
                </a:extLst>
              </p:cNvPr>
              <p:cNvSpPr/>
              <p:nvPr/>
            </p:nvSpPr>
            <p:spPr>
              <a:xfrm>
                <a:off x="2252448" y="5567329"/>
                <a:ext cx="688009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TW" sz="163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C6A9F499-88C2-4A42-9E6C-0A60EEFB35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448" y="5567329"/>
                <a:ext cx="688009" cy="343171"/>
              </a:xfrm>
              <a:prstGeom prst="rect">
                <a:avLst/>
              </a:prstGeom>
              <a:blipFill>
                <a:blip r:embed="rId4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8C4C4C6F-3736-49D5-9E57-59F5D2782B00}"/>
              </a:ext>
            </a:extLst>
          </p:cNvPr>
          <p:cNvGrpSpPr/>
          <p:nvPr/>
        </p:nvGrpSpPr>
        <p:grpSpPr>
          <a:xfrm>
            <a:off x="2569289" y="4711295"/>
            <a:ext cx="550009" cy="592612"/>
            <a:chOff x="-988088" y="945710"/>
            <a:chExt cx="550009" cy="592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7902BC07-72A6-475A-B460-886E80236F90}"/>
                    </a:ext>
                  </a:extLst>
                </p:cNvPr>
                <p:cNvSpPr txBox="1"/>
                <p:nvPr/>
              </p:nvSpPr>
              <p:spPr>
                <a:xfrm>
                  <a:off x="-988088" y="945710"/>
                  <a:ext cx="323386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DA635BAA-EFD7-435B-BCE4-F0FC3026F2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88088" y="945710"/>
                  <a:ext cx="323386" cy="343171"/>
                </a:xfrm>
                <a:prstGeom prst="rect">
                  <a:avLst/>
                </a:prstGeom>
                <a:blipFill>
                  <a:blip r:embed="rId33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564F2B1A-3189-4A19-811A-9C3E28670919}"/>
                    </a:ext>
                  </a:extLst>
                </p:cNvPr>
                <p:cNvSpPr txBox="1"/>
                <p:nvPr/>
              </p:nvSpPr>
              <p:spPr>
                <a:xfrm>
                  <a:off x="-844998" y="1195151"/>
                  <a:ext cx="406919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70E789C9-D068-48AA-8926-92B856615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44998" y="1195151"/>
                  <a:ext cx="406919" cy="343171"/>
                </a:xfrm>
                <a:prstGeom prst="rect">
                  <a:avLst/>
                </a:prstGeom>
                <a:blipFill>
                  <a:blip r:embed="rId34"/>
                  <a:stretch>
                    <a:fillRect r="-1194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箭號: 向右 105">
              <a:extLst>
                <a:ext uri="{FF2B5EF4-FFF2-40B4-BE49-F238E27FC236}">
                  <a16:creationId xmlns:a16="http://schemas.microsoft.com/office/drawing/2014/main" id="{6573FC33-013C-4C93-B7FA-21C524D99D39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箭號: 向右 106">
              <a:extLst>
                <a:ext uri="{FF2B5EF4-FFF2-40B4-BE49-F238E27FC236}">
                  <a16:creationId xmlns:a16="http://schemas.microsoft.com/office/drawing/2014/main" id="{D0D33CFE-70D9-4A4A-8EFF-97E30FFA784E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8" name="矩形 107">
            <a:extLst>
              <a:ext uri="{FF2B5EF4-FFF2-40B4-BE49-F238E27FC236}">
                <a16:creationId xmlns:a16="http://schemas.microsoft.com/office/drawing/2014/main" id="{036E5104-5C13-443B-BDDD-07DCEF8E90BD}"/>
              </a:ext>
            </a:extLst>
          </p:cNvPr>
          <p:cNvSpPr/>
          <p:nvPr/>
        </p:nvSpPr>
        <p:spPr>
          <a:xfrm rot="5400000">
            <a:off x="8717939" y="5159122"/>
            <a:ext cx="1359668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 units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C4C985B0-C879-48BD-BCCD-A235F5FEF147}"/>
              </a:ext>
            </a:extLst>
          </p:cNvPr>
          <p:cNvGrpSpPr/>
          <p:nvPr/>
        </p:nvGrpSpPr>
        <p:grpSpPr>
          <a:xfrm>
            <a:off x="7121208" y="3766030"/>
            <a:ext cx="1718308" cy="343171"/>
            <a:chOff x="10557418" y="6399554"/>
            <a:chExt cx="2266734" cy="4526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EBC29B61-F0D3-4950-B2B4-182FB0496461}"/>
                    </a:ext>
                  </a:extLst>
                </p:cNvPr>
                <p:cNvSpPr/>
                <p:nvPr/>
              </p:nvSpPr>
              <p:spPr>
                <a:xfrm>
                  <a:off x="10995506" y="6399554"/>
                  <a:ext cx="1828646" cy="4526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=1.5 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altLang="zh-TW" sz="163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33615A92-2488-4DAF-823B-7ACEF3923D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5506" y="6399554"/>
                  <a:ext cx="1828646" cy="452699"/>
                </a:xfrm>
                <a:prstGeom prst="rect">
                  <a:avLst/>
                </a:prstGeom>
                <a:blipFill>
                  <a:blip r:embed="rId5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1" name="圖片 110">
              <a:extLst>
                <a:ext uri="{FF2B5EF4-FFF2-40B4-BE49-F238E27FC236}">
                  <a16:creationId xmlns:a16="http://schemas.microsoft.com/office/drawing/2014/main" id="{56F2958E-C52B-4A64-B882-21A3EF78B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557418" y="6619851"/>
              <a:ext cx="476304" cy="136937"/>
            </a:xfrm>
            <a:prstGeom prst="rect">
              <a:avLst/>
            </a:prstGeom>
          </p:spPr>
        </p:pic>
      </p:grpSp>
      <p:pic>
        <p:nvPicPr>
          <p:cNvPr id="112" name="圖片 111">
            <a:extLst>
              <a:ext uri="{FF2B5EF4-FFF2-40B4-BE49-F238E27FC236}">
                <a16:creationId xmlns:a16="http://schemas.microsoft.com/office/drawing/2014/main" id="{B1531D21-9AF9-4A4B-8857-E00A8399A7DD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53" r="8793"/>
          <a:stretch/>
        </p:blipFill>
        <p:spPr>
          <a:xfrm>
            <a:off x="8814665" y="4491074"/>
            <a:ext cx="609601" cy="1651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9DEC81DF-6031-49D2-9CD1-E732851FF766}"/>
                  </a:ext>
                </a:extLst>
              </p:cNvPr>
              <p:cNvSpPr/>
              <p:nvPr/>
            </p:nvSpPr>
            <p:spPr>
              <a:xfrm>
                <a:off x="2387758" y="5849802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9DEC81DF-6031-49D2-9CD1-E732851FF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758" y="5849802"/>
                <a:ext cx="889154" cy="343171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6EAA432-1643-452A-9AC3-23AB910C519F}"/>
                  </a:ext>
                </a:extLst>
              </p:cNvPr>
              <p:cNvSpPr/>
              <p:nvPr/>
            </p:nvSpPr>
            <p:spPr>
              <a:xfrm>
                <a:off x="3800433" y="5849802"/>
                <a:ext cx="889154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6EAA432-1643-452A-9AC3-23AB910C51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33" y="5849802"/>
                <a:ext cx="889154" cy="343171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1E52D081-4BD4-4D63-8029-E5567872D5B0}"/>
                  </a:ext>
                </a:extLst>
              </p:cNvPr>
              <p:cNvSpPr/>
              <p:nvPr/>
            </p:nvSpPr>
            <p:spPr>
              <a:xfrm>
                <a:off x="5213108" y="5849802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1E52D081-4BD4-4D63-8029-E5567872D5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108" y="5849802"/>
                <a:ext cx="733662" cy="343171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4821C43D-677F-4466-A460-32B3CD264391}"/>
                  </a:ext>
                </a:extLst>
              </p:cNvPr>
              <p:cNvSpPr/>
              <p:nvPr/>
            </p:nvSpPr>
            <p:spPr>
              <a:xfrm>
                <a:off x="6470291" y="5849802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4821C43D-677F-4466-A460-32B3CD264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291" y="5849802"/>
                <a:ext cx="733662" cy="343171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5F7400E2-F586-4724-8F83-C92277C4EFE7}"/>
                  </a:ext>
                </a:extLst>
              </p:cNvPr>
              <p:cNvSpPr/>
              <p:nvPr/>
            </p:nvSpPr>
            <p:spPr>
              <a:xfrm>
                <a:off x="7727474" y="5849802"/>
                <a:ext cx="733662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5F7400E2-F586-4724-8F83-C92277C4EF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474" y="5849802"/>
                <a:ext cx="733662" cy="343171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" name="圖片 122">
            <a:extLst>
              <a:ext uri="{FF2B5EF4-FFF2-40B4-BE49-F238E27FC236}">
                <a16:creationId xmlns:a16="http://schemas.microsoft.com/office/drawing/2014/main" id="{30BE35BA-D894-41C9-A128-410E4E9F4129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5" r="67421"/>
          <a:stretch/>
        </p:blipFill>
        <p:spPr>
          <a:xfrm>
            <a:off x="3340414" y="4392014"/>
            <a:ext cx="1469205" cy="1594800"/>
          </a:xfrm>
          <a:prstGeom prst="rect">
            <a:avLst/>
          </a:prstGeom>
        </p:spPr>
      </p:pic>
      <p:pic>
        <p:nvPicPr>
          <p:cNvPr id="124" name="圖片 123">
            <a:extLst>
              <a:ext uri="{FF2B5EF4-FFF2-40B4-BE49-F238E27FC236}">
                <a16:creationId xmlns:a16="http://schemas.microsoft.com/office/drawing/2014/main" id="{AAED66B1-6CFF-4038-8CEE-02DA5DC18B69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90" r="50564"/>
          <a:stretch/>
        </p:blipFill>
        <p:spPr>
          <a:xfrm>
            <a:off x="4699173" y="4392014"/>
            <a:ext cx="1458930" cy="1594800"/>
          </a:xfrm>
          <a:prstGeom prst="rect">
            <a:avLst/>
          </a:prstGeom>
        </p:spPr>
      </p:pic>
      <p:pic>
        <p:nvPicPr>
          <p:cNvPr id="125" name="圖片 124">
            <a:extLst>
              <a:ext uri="{FF2B5EF4-FFF2-40B4-BE49-F238E27FC236}">
                <a16:creationId xmlns:a16="http://schemas.microsoft.com/office/drawing/2014/main" id="{32A7021F-663B-448A-8378-C8F095901872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17" r="33814"/>
          <a:stretch/>
        </p:blipFill>
        <p:spPr>
          <a:xfrm>
            <a:off x="6014265" y="4392014"/>
            <a:ext cx="1489754" cy="1594800"/>
          </a:xfrm>
          <a:prstGeom prst="rect">
            <a:avLst/>
          </a:prstGeom>
        </p:spPr>
      </p:pic>
      <p:pic>
        <p:nvPicPr>
          <p:cNvPr id="126" name="圖片 125">
            <a:extLst>
              <a:ext uri="{FF2B5EF4-FFF2-40B4-BE49-F238E27FC236}">
                <a16:creationId xmlns:a16="http://schemas.microsoft.com/office/drawing/2014/main" id="{AE47195B-22CC-480E-A1E2-15EFA861DD19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74" r="17223"/>
          <a:stretch/>
        </p:blipFill>
        <p:spPr>
          <a:xfrm>
            <a:off x="7359430" y="4392014"/>
            <a:ext cx="1464300" cy="159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7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圖片 239">
            <a:extLst>
              <a:ext uri="{FF2B5EF4-FFF2-40B4-BE49-F238E27FC236}">
                <a16:creationId xmlns:a16="http://schemas.microsoft.com/office/drawing/2014/main" id="{E4ABF8C9-BDD5-4FDC-B525-F363264D5D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7" r="51208"/>
          <a:stretch/>
        </p:blipFill>
        <p:spPr>
          <a:xfrm>
            <a:off x="4044403" y="813435"/>
            <a:ext cx="1437816" cy="1653215"/>
          </a:xfrm>
          <a:prstGeom prst="rect">
            <a:avLst/>
          </a:prstGeom>
        </p:spPr>
      </p:pic>
      <p:pic>
        <p:nvPicPr>
          <p:cNvPr id="241" name="圖片 240">
            <a:extLst>
              <a:ext uri="{FF2B5EF4-FFF2-40B4-BE49-F238E27FC236}">
                <a16:creationId xmlns:a16="http://schemas.microsoft.com/office/drawing/2014/main" id="{4A57137C-AD2A-4A95-B92B-9F1AE34C42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62" r="34350"/>
          <a:stretch/>
        </p:blipFill>
        <p:spPr>
          <a:xfrm>
            <a:off x="5396681" y="809856"/>
            <a:ext cx="1427165" cy="1653215"/>
          </a:xfrm>
          <a:prstGeom prst="rect">
            <a:avLst/>
          </a:prstGeom>
        </p:spPr>
      </p:pic>
      <p:pic>
        <p:nvPicPr>
          <p:cNvPr id="242" name="圖片 241">
            <a:extLst>
              <a:ext uri="{FF2B5EF4-FFF2-40B4-BE49-F238E27FC236}">
                <a16:creationId xmlns:a16="http://schemas.microsoft.com/office/drawing/2014/main" id="{4EAF5B16-037E-457E-88EE-903BED6D77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75" r="17051"/>
          <a:stretch/>
        </p:blipFill>
        <p:spPr>
          <a:xfrm>
            <a:off x="6669084" y="812595"/>
            <a:ext cx="1534923" cy="1653215"/>
          </a:xfrm>
          <a:prstGeom prst="rect">
            <a:avLst/>
          </a:prstGeom>
        </p:spPr>
      </p:pic>
      <p:pic>
        <p:nvPicPr>
          <p:cNvPr id="250" name="圖片 249">
            <a:extLst>
              <a:ext uri="{FF2B5EF4-FFF2-40B4-BE49-F238E27FC236}">
                <a16:creationId xmlns:a16="http://schemas.microsoft.com/office/drawing/2014/main" id="{E5EF5287-B535-4B53-AB19-E5673B8EF5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2" r="67529"/>
          <a:stretch/>
        </p:blipFill>
        <p:spPr>
          <a:xfrm>
            <a:off x="2690768" y="813197"/>
            <a:ext cx="1501719" cy="1653214"/>
          </a:xfrm>
          <a:prstGeom prst="rect">
            <a:avLst/>
          </a:prstGeom>
        </p:spPr>
      </p:pic>
      <p:pic>
        <p:nvPicPr>
          <p:cNvPr id="243" name="圖片 242">
            <a:extLst>
              <a:ext uri="{FF2B5EF4-FFF2-40B4-BE49-F238E27FC236}">
                <a16:creationId xmlns:a16="http://schemas.microsoft.com/office/drawing/2014/main" id="{3AB6BEB7-054D-4263-BEB6-A75427E159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386"/>
          <a:stretch/>
        </p:blipFill>
        <p:spPr>
          <a:xfrm>
            <a:off x="1308700" y="808045"/>
            <a:ext cx="1548815" cy="16532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9803DA60-4D17-420D-9F49-3158D55FB955}"/>
                  </a:ext>
                </a:extLst>
              </p:cNvPr>
              <p:cNvSpPr/>
              <p:nvPr/>
            </p:nvSpPr>
            <p:spPr>
              <a:xfrm>
                <a:off x="1621731" y="1957198"/>
                <a:ext cx="638167" cy="3413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TW" sz="163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9803DA60-4D17-420D-9F49-3158D55FB9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731" y="1957198"/>
                <a:ext cx="638167" cy="341376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5" name="群組 244">
            <a:extLst>
              <a:ext uri="{FF2B5EF4-FFF2-40B4-BE49-F238E27FC236}">
                <a16:creationId xmlns:a16="http://schemas.microsoft.com/office/drawing/2014/main" id="{981E025F-F8E1-473F-9275-46E38E26D45E}"/>
              </a:ext>
            </a:extLst>
          </p:cNvPr>
          <p:cNvGrpSpPr/>
          <p:nvPr/>
        </p:nvGrpSpPr>
        <p:grpSpPr>
          <a:xfrm>
            <a:off x="1943813" y="1266297"/>
            <a:ext cx="547133" cy="589513"/>
            <a:chOff x="-988088" y="945710"/>
            <a:chExt cx="550009" cy="592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文字方塊 245">
                  <a:extLst>
                    <a:ext uri="{FF2B5EF4-FFF2-40B4-BE49-F238E27FC236}">
                      <a16:creationId xmlns:a16="http://schemas.microsoft.com/office/drawing/2014/main" id="{164E4BDC-DA51-41C1-9707-8864C6CC3791}"/>
                    </a:ext>
                  </a:extLst>
                </p:cNvPr>
                <p:cNvSpPr txBox="1"/>
                <p:nvPr/>
              </p:nvSpPr>
              <p:spPr>
                <a:xfrm>
                  <a:off x="-988088" y="945710"/>
                  <a:ext cx="323386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DA635BAA-EFD7-435B-BCE4-F0FC3026F2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88088" y="945710"/>
                  <a:ext cx="323386" cy="343171"/>
                </a:xfrm>
                <a:prstGeom prst="rect">
                  <a:avLst/>
                </a:prstGeom>
                <a:blipFill>
                  <a:blip r:embed="rId33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文字方塊 246">
                  <a:extLst>
                    <a:ext uri="{FF2B5EF4-FFF2-40B4-BE49-F238E27FC236}">
                      <a16:creationId xmlns:a16="http://schemas.microsoft.com/office/drawing/2014/main" id="{E972B4EF-A20D-427C-9573-FC5F5C014C23}"/>
                    </a:ext>
                  </a:extLst>
                </p:cNvPr>
                <p:cNvSpPr txBox="1"/>
                <p:nvPr/>
              </p:nvSpPr>
              <p:spPr>
                <a:xfrm>
                  <a:off x="-844998" y="1195151"/>
                  <a:ext cx="406919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70E789C9-D068-48AA-8926-92B856615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44998" y="1195151"/>
                  <a:ext cx="406919" cy="343171"/>
                </a:xfrm>
                <a:prstGeom prst="rect">
                  <a:avLst/>
                </a:prstGeom>
                <a:blipFill>
                  <a:blip r:embed="rId34"/>
                  <a:stretch>
                    <a:fillRect r="-1194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8" name="箭號: 向右 247">
              <a:extLst>
                <a:ext uri="{FF2B5EF4-FFF2-40B4-BE49-F238E27FC236}">
                  <a16:creationId xmlns:a16="http://schemas.microsoft.com/office/drawing/2014/main" id="{D132410C-D406-4069-8C32-A2613DAD9AFD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箭號: 向右 248">
              <a:extLst>
                <a:ext uri="{FF2B5EF4-FFF2-40B4-BE49-F238E27FC236}">
                  <a16:creationId xmlns:a16="http://schemas.microsoft.com/office/drawing/2014/main" id="{EFDCAD22-6987-40D2-B778-462652F4816C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21" name="圖片 220">
            <a:extLst>
              <a:ext uri="{FF2B5EF4-FFF2-40B4-BE49-F238E27FC236}">
                <a16:creationId xmlns:a16="http://schemas.microsoft.com/office/drawing/2014/main" id="{9062F56B-8BDE-4A44-8A82-191077FF726C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78"/>
          <a:stretch/>
        </p:blipFill>
        <p:spPr>
          <a:xfrm>
            <a:off x="1327089" y="2753714"/>
            <a:ext cx="1504364" cy="159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矩形 221">
                <a:extLst>
                  <a:ext uri="{FF2B5EF4-FFF2-40B4-BE49-F238E27FC236}">
                    <a16:creationId xmlns:a16="http://schemas.microsoft.com/office/drawing/2014/main" id="{0762649D-4ACF-4647-AD67-87E68438E902}"/>
                  </a:ext>
                </a:extLst>
              </p:cNvPr>
              <p:cNvSpPr/>
              <p:nvPr/>
            </p:nvSpPr>
            <p:spPr>
              <a:xfrm>
                <a:off x="1596810" y="3916329"/>
                <a:ext cx="688009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TW" sz="163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2" name="矩形 221">
                <a:extLst>
                  <a:ext uri="{FF2B5EF4-FFF2-40B4-BE49-F238E27FC236}">
                    <a16:creationId xmlns:a16="http://schemas.microsoft.com/office/drawing/2014/main" id="{0762649D-4ACF-4647-AD67-87E68438E9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810" y="3916329"/>
                <a:ext cx="688009" cy="343171"/>
              </a:xfrm>
              <a:prstGeom prst="rect">
                <a:avLst/>
              </a:prstGeom>
              <a:blipFill>
                <a:blip r:embed="rId3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3" name="群組 222">
            <a:extLst>
              <a:ext uri="{FF2B5EF4-FFF2-40B4-BE49-F238E27FC236}">
                <a16:creationId xmlns:a16="http://schemas.microsoft.com/office/drawing/2014/main" id="{719691A9-5B92-49BA-A48B-37D6E7B06756}"/>
              </a:ext>
            </a:extLst>
          </p:cNvPr>
          <p:cNvGrpSpPr/>
          <p:nvPr/>
        </p:nvGrpSpPr>
        <p:grpSpPr>
          <a:xfrm>
            <a:off x="1946989" y="3154638"/>
            <a:ext cx="550009" cy="592612"/>
            <a:chOff x="-988088" y="945710"/>
            <a:chExt cx="550009" cy="592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字方塊 223">
                  <a:extLst>
                    <a:ext uri="{FF2B5EF4-FFF2-40B4-BE49-F238E27FC236}">
                      <a16:creationId xmlns:a16="http://schemas.microsoft.com/office/drawing/2014/main" id="{CB348BB9-D3AF-4D13-85BA-2D8AF80CBA42}"/>
                    </a:ext>
                  </a:extLst>
                </p:cNvPr>
                <p:cNvSpPr txBox="1"/>
                <p:nvPr/>
              </p:nvSpPr>
              <p:spPr>
                <a:xfrm>
                  <a:off x="-988088" y="945710"/>
                  <a:ext cx="323386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DA635BAA-EFD7-435B-BCE4-F0FC3026F2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88088" y="945710"/>
                  <a:ext cx="323386" cy="343171"/>
                </a:xfrm>
                <a:prstGeom prst="rect">
                  <a:avLst/>
                </a:prstGeom>
                <a:blipFill>
                  <a:blip r:embed="rId33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文字方塊 224">
                  <a:extLst>
                    <a:ext uri="{FF2B5EF4-FFF2-40B4-BE49-F238E27FC236}">
                      <a16:creationId xmlns:a16="http://schemas.microsoft.com/office/drawing/2014/main" id="{984D9FC3-753B-4A02-B4F8-B0B94AEB1642}"/>
                    </a:ext>
                  </a:extLst>
                </p:cNvPr>
                <p:cNvSpPr txBox="1"/>
                <p:nvPr/>
              </p:nvSpPr>
              <p:spPr>
                <a:xfrm>
                  <a:off x="-844998" y="1195151"/>
                  <a:ext cx="406919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70E789C9-D068-48AA-8926-92B856615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44998" y="1195151"/>
                  <a:ext cx="406919" cy="343171"/>
                </a:xfrm>
                <a:prstGeom prst="rect">
                  <a:avLst/>
                </a:prstGeom>
                <a:blipFill>
                  <a:blip r:embed="rId34"/>
                  <a:stretch>
                    <a:fillRect r="-1194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6" name="箭號: 向右 225">
              <a:extLst>
                <a:ext uri="{FF2B5EF4-FFF2-40B4-BE49-F238E27FC236}">
                  <a16:creationId xmlns:a16="http://schemas.microsoft.com/office/drawing/2014/main" id="{F53FDFCE-8E66-4891-B9BD-FCA604BB352F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箭號: 向右 226">
              <a:extLst>
                <a:ext uri="{FF2B5EF4-FFF2-40B4-BE49-F238E27FC236}">
                  <a16:creationId xmlns:a16="http://schemas.microsoft.com/office/drawing/2014/main" id="{154FE730-F265-4876-A44B-B6821A9DF058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28" name="圖片 227">
            <a:extLst>
              <a:ext uri="{FF2B5EF4-FFF2-40B4-BE49-F238E27FC236}">
                <a16:creationId xmlns:a16="http://schemas.microsoft.com/office/drawing/2014/main" id="{791856D3-FB09-4816-B497-A4B106581B53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5" r="67421"/>
          <a:stretch/>
        </p:blipFill>
        <p:spPr>
          <a:xfrm>
            <a:off x="2718114" y="2753714"/>
            <a:ext cx="1469205" cy="1594800"/>
          </a:xfrm>
          <a:prstGeom prst="rect">
            <a:avLst/>
          </a:prstGeom>
        </p:spPr>
      </p:pic>
      <p:pic>
        <p:nvPicPr>
          <p:cNvPr id="229" name="圖片 228">
            <a:extLst>
              <a:ext uri="{FF2B5EF4-FFF2-40B4-BE49-F238E27FC236}">
                <a16:creationId xmlns:a16="http://schemas.microsoft.com/office/drawing/2014/main" id="{34763A44-946B-40AE-BBC9-696A33FFE6E9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90" r="50564"/>
          <a:stretch/>
        </p:blipFill>
        <p:spPr>
          <a:xfrm>
            <a:off x="4076873" y="2753714"/>
            <a:ext cx="1458930" cy="1594800"/>
          </a:xfrm>
          <a:prstGeom prst="rect">
            <a:avLst/>
          </a:prstGeom>
        </p:spPr>
      </p:pic>
      <p:pic>
        <p:nvPicPr>
          <p:cNvPr id="230" name="圖片 229">
            <a:extLst>
              <a:ext uri="{FF2B5EF4-FFF2-40B4-BE49-F238E27FC236}">
                <a16:creationId xmlns:a16="http://schemas.microsoft.com/office/drawing/2014/main" id="{009FCB5C-21A9-4122-AE88-948E33792833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17" r="33814"/>
          <a:stretch/>
        </p:blipFill>
        <p:spPr>
          <a:xfrm>
            <a:off x="5391965" y="2753714"/>
            <a:ext cx="1489754" cy="1594800"/>
          </a:xfrm>
          <a:prstGeom prst="rect">
            <a:avLst/>
          </a:prstGeom>
        </p:spPr>
      </p:pic>
      <p:pic>
        <p:nvPicPr>
          <p:cNvPr id="231" name="圖片 230">
            <a:extLst>
              <a:ext uri="{FF2B5EF4-FFF2-40B4-BE49-F238E27FC236}">
                <a16:creationId xmlns:a16="http://schemas.microsoft.com/office/drawing/2014/main" id="{561E6830-F9BA-4AF7-B12F-932A60D522A7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74" r="17223"/>
          <a:stretch/>
        </p:blipFill>
        <p:spPr>
          <a:xfrm>
            <a:off x="6737130" y="2753714"/>
            <a:ext cx="1464300" cy="1594800"/>
          </a:xfrm>
          <a:prstGeom prst="rect">
            <a:avLst/>
          </a:prstGeom>
        </p:spPr>
      </p:pic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3D78B5F8-F682-43E1-BE1D-F6967D1B45A0}"/>
              </a:ext>
            </a:extLst>
          </p:cNvPr>
          <p:cNvSpPr/>
          <p:nvPr/>
        </p:nvSpPr>
        <p:spPr>
          <a:xfrm>
            <a:off x="1424763" y="2858022"/>
            <a:ext cx="6717600" cy="1458000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矩形: 圓角 155">
            <a:extLst>
              <a:ext uri="{FF2B5EF4-FFF2-40B4-BE49-F238E27FC236}">
                <a16:creationId xmlns:a16="http://schemas.microsoft.com/office/drawing/2014/main" id="{925F3798-9827-4801-A7A6-B7B2F0DED723}"/>
              </a:ext>
            </a:extLst>
          </p:cNvPr>
          <p:cNvSpPr/>
          <p:nvPr/>
        </p:nvSpPr>
        <p:spPr>
          <a:xfrm>
            <a:off x="1424763" y="911563"/>
            <a:ext cx="6717600" cy="1458000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303F359A-0868-4109-80BE-C1349A96A532}"/>
              </a:ext>
            </a:extLst>
          </p:cNvPr>
          <p:cNvSpPr/>
          <p:nvPr/>
        </p:nvSpPr>
        <p:spPr>
          <a:xfrm>
            <a:off x="8160260" y="2194314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1DE638A3-8BB0-4516-8569-56E92209AD1E}"/>
              </a:ext>
            </a:extLst>
          </p:cNvPr>
          <p:cNvSpPr/>
          <p:nvPr/>
        </p:nvSpPr>
        <p:spPr>
          <a:xfrm>
            <a:off x="8135689" y="4076479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8" name="圖片 177">
            <a:extLst>
              <a:ext uri="{FF2B5EF4-FFF2-40B4-BE49-F238E27FC236}">
                <a16:creationId xmlns:a16="http://schemas.microsoft.com/office/drawing/2014/main" id="{93CA0CC9-C323-43A2-943A-1A295F3F96A4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2321"/>
          <a:stretch/>
        </p:blipFill>
        <p:spPr>
          <a:xfrm>
            <a:off x="8165045" y="2903493"/>
            <a:ext cx="407456" cy="1328804"/>
          </a:xfrm>
          <a:prstGeom prst="rect">
            <a:avLst/>
          </a:prstGeom>
        </p:spPr>
      </p:pic>
      <p:sp>
        <p:nvSpPr>
          <p:cNvPr id="180" name="矩形 179">
            <a:extLst>
              <a:ext uri="{FF2B5EF4-FFF2-40B4-BE49-F238E27FC236}">
                <a16:creationId xmlns:a16="http://schemas.microsoft.com/office/drawing/2014/main" id="{C2ECF718-33F2-4E2C-A318-57364F701A8D}"/>
              </a:ext>
            </a:extLst>
          </p:cNvPr>
          <p:cNvSpPr/>
          <p:nvPr/>
        </p:nvSpPr>
        <p:spPr>
          <a:xfrm>
            <a:off x="8463801" y="797525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FB404701-AAB7-4BD8-B2A4-9BE0DD467677}"/>
              </a:ext>
            </a:extLst>
          </p:cNvPr>
          <p:cNvSpPr/>
          <p:nvPr/>
        </p:nvSpPr>
        <p:spPr>
          <a:xfrm>
            <a:off x="8482851" y="206435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A8C52134-6557-48E2-A151-DA03DEB70544}"/>
              </a:ext>
            </a:extLst>
          </p:cNvPr>
          <p:cNvSpPr/>
          <p:nvPr/>
        </p:nvSpPr>
        <p:spPr>
          <a:xfrm>
            <a:off x="8473326" y="275103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7EFE756-5E38-43BF-96A1-8A61973C490F}"/>
              </a:ext>
            </a:extLst>
          </p:cNvPr>
          <p:cNvSpPr/>
          <p:nvPr/>
        </p:nvSpPr>
        <p:spPr>
          <a:xfrm>
            <a:off x="8492376" y="3989280"/>
            <a:ext cx="357790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33E2B86C-A084-4896-8EE7-FA115B79155C}"/>
                  </a:ext>
                </a:extLst>
              </p:cNvPr>
              <p:cNvSpPr/>
              <p:nvPr/>
            </p:nvSpPr>
            <p:spPr>
              <a:xfrm>
                <a:off x="1623084" y="935011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33E2B86C-A084-4896-8EE7-FA115B791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084" y="935011"/>
                <a:ext cx="889154" cy="343171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46E4B8A7-96DC-4BB5-9110-C662649FB0C4}"/>
                  </a:ext>
                </a:extLst>
              </p:cNvPr>
              <p:cNvSpPr/>
              <p:nvPr/>
            </p:nvSpPr>
            <p:spPr>
              <a:xfrm>
                <a:off x="3052942" y="935011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46E4B8A7-96DC-4BB5-9110-C662649FB0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942" y="935011"/>
                <a:ext cx="889154" cy="343171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矩形 185">
                <a:extLst>
                  <a:ext uri="{FF2B5EF4-FFF2-40B4-BE49-F238E27FC236}">
                    <a16:creationId xmlns:a16="http://schemas.microsoft.com/office/drawing/2014/main" id="{76F95031-8E6F-40C7-AF08-8C9090FF69BD}"/>
                  </a:ext>
                </a:extLst>
              </p:cNvPr>
              <p:cNvSpPr/>
              <p:nvPr/>
            </p:nvSpPr>
            <p:spPr>
              <a:xfrm>
                <a:off x="4482800" y="935011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6" name="矩形 185">
                <a:extLst>
                  <a:ext uri="{FF2B5EF4-FFF2-40B4-BE49-F238E27FC236}">
                    <a16:creationId xmlns:a16="http://schemas.microsoft.com/office/drawing/2014/main" id="{76F95031-8E6F-40C7-AF08-8C9090FF69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800" y="935011"/>
                <a:ext cx="733662" cy="343171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B881B78E-D62F-402E-8FF6-E622C6CEAD3A}"/>
                  </a:ext>
                </a:extLst>
              </p:cNvPr>
              <p:cNvSpPr/>
              <p:nvPr/>
            </p:nvSpPr>
            <p:spPr>
              <a:xfrm>
                <a:off x="5757166" y="935011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B881B78E-D62F-402E-8FF6-E622C6CEAD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166" y="935011"/>
                <a:ext cx="733662" cy="343171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BE70C4E9-570B-4E92-A732-B28DB6CE6804}"/>
                  </a:ext>
                </a:extLst>
              </p:cNvPr>
              <p:cNvSpPr/>
              <p:nvPr/>
            </p:nvSpPr>
            <p:spPr>
              <a:xfrm>
                <a:off x="7031532" y="935011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BE70C4E9-570B-4E92-A732-B28DB6CE6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532" y="935011"/>
                <a:ext cx="733662" cy="343171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60575900-638F-4CA4-8087-C2F6EF1866A8}"/>
                  </a:ext>
                </a:extLst>
              </p:cNvPr>
              <p:cNvSpPr/>
              <p:nvPr/>
            </p:nvSpPr>
            <p:spPr>
              <a:xfrm>
                <a:off x="1623084" y="2879587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60575900-638F-4CA4-8087-C2F6EF1866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084" y="2879587"/>
                <a:ext cx="889154" cy="343171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E767A449-E26E-4726-8DFF-9677104AC5DA}"/>
                  </a:ext>
                </a:extLst>
              </p:cNvPr>
              <p:cNvSpPr/>
              <p:nvPr/>
            </p:nvSpPr>
            <p:spPr>
              <a:xfrm>
                <a:off x="3052942" y="2879588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E767A449-E26E-4726-8DFF-9677104AC5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942" y="2879588"/>
                <a:ext cx="889154" cy="343171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74B26087-255A-4B06-A1E6-EAAB6689F43E}"/>
                  </a:ext>
                </a:extLst>
              </p:cNvPr>
              <p:cNvSpPr/>
              <p:nvPr/>
            </p:nvSpPr>
            <p:spPr>
              <a:xfrm>
                <a:off x="4482800" y="2879588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74B26087-255A-4B06-A1E6-EAAB6689F4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800" y="2879588"/>
                <a:ext cx="733662" cy="343171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F61D4A4B-C92D-4118-8551-5302DD874E0A}"/>
                  </a:ext>
                </a:extLst>
              </p:cNvPr>
              <p:cNvSpPr/>
              <p:nvPr/>
            </p:nvSpPr>
            <p:spPr>
              <a:xfrm>
                <a:off x="5757166" y="2879588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F61D4A4B-C92D-4118-8551-5302DD874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166" y="2879588"/>
                <a:ext cx="733662" cy="343171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9DE260DA-0080-4990-BAAC-BDEC6FE012AA}"/>
                  </a:ext>
                </a:extLst>
              </p:cNvPr>
              <p:cNvSpPr/>
              <p:nvPr/>
            </p:nvSpPr>
            <p:spPr>
              <a:xfrm>
                <a:off x="7031532" y="2879588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9DE260DA-0080-4990-BAAC-BDEC6FE012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532" y="2879588"/>
                <a:ext cx="733662" cy="343171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1ED8499A-FFA3-48E1-A361-DA6D3B98A280}"/>
                  </a:ext>
                </a:extLst>
              </p:cNvPr>
              <p:cNvSpPr/>
              <p:nvPr/>
            </p:nvSpPr>
            <p:spPr>
              <a:xfrm>
                <a:off x="1343810" y="360411"/>
                <a:ext cx="1556516" cy="517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ℓ,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1ED8499A-FFA3-48E1-A361-DA6D3B98A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810" y="360411"/>
                <a:ext cx="1556516" cy="517514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1F70F799-7021-4B0C-8F9E-27C76519BF43}"/>
                  </a:ext>
                </a:extLst>
              </p:cNvPr>
              <p:cNvSpPr/>
              <p:nvPr/>
            </p:nvSpPr>
            <p:spPr>
              <a:xfrm>
                <a:off x="1338870" y="2425707"/>
                <a:ext cx="1740861" cy="4567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ℓ,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1F70F799-7021-4B0C-8F9E-27C76519BF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870" y="2425707"/>
                <a:ext cx="1740861" cy="456728"/>
              </a:xfrm>
              <a:prstGeom prst="rect">
                <a:avLst/>
              </a:prstGeom>
              <a:blipFill>
                <a:blip r:embed="rId4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8" name="圖片 197">
            <a:extLst>
              <a:ext uri="{FF2B5EF4-FFF2-40B4-BE49-F238E27FC236}">
                <a16:creationId xmlns:a16="http://schemas.microsoft.com/office/drawing/2014/main" id="{3C328688-BC2D-4C22-B96C-C9B7514EB829}"/>
              </a:ext>
            </a:extLst>
          </p:cNvPr>
          <p:cNvPicPr>
            <a:picLocks noChangeAspect="1"/>
          </p:cNvPicPr>
          <p:nvPr/>
        </p:nvPicPr>
        <p:blipFill rotWithShape="1">
          <a:blip r:embed="rId5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6374"/>
          <a:stretch/>
        </p:blipFill>
        <p:spPr>
          <a:xfrm>
            <a:off x="8193838" y="929640"/>
            <a:ext cx="363590" cy="135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55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1432</TotalTime>
  <Words>235</Words>
  <Application>Microsoft Office PowerPoint</Application>
  <PresentationFormat>自訂</PresentationFormat>
  <Paragraphs>85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42</cp:revision>
  <dcterms:created xsi:type="dcterms:W3CDTF">2026-03-29T16:21:02Z</dcterms:created>
  <dcterms:modified xsi:type="dcterms:W3CDTF">2026-07-18T09:33:03Z</dcterms:modified>
</cp:coreProperties>
</file>