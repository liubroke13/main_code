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0" r:id="rId3"/>
    <p:sldId id="273" r:id="rId4"/>
    <p:sldId id="267" r:id="rId5"/>
    <p:sldId id="268" r:id="rId6"/>
    <p:sldId id="265" r:id="rId7"/>
    <p:sldId id="269" r:id="rId8"/>
    <p:sldId id="270" r:id="rId9"/>
    <p:sldId id="271" r:id="rId10"/>
    <p:sldId id="272" r:id="rId11"/>
  </p:sldIdLst>
  <p:sldSz cx="9906000" cy="4751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>
      <p:cViewPr>
        <p:scale>
          <a:sx n="100" d="100"/>
          <a:sy n="100" d="100"/>
        </p:scale>
        <p:origin x="4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77600"/>
            <a:ext cx="7429500" cy="1654187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95579"/>
            <a:ext cx="7429500" cy="1147152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48" indent="0" algn="ctr">
              <a:buNone/>
              <a:defRPr sz="1386"/>
            </a:lvl2pPr>
            <a:lvl3pPr marL="633496" indent="0" algn="ctr">
              <a:buNone/>
              <a:defRPr sz="1247"/>
            </a:lvl3pPr>
            <a:lvl4pPr marL="950244" indent="0" algn="ctr">
              <a:buNone/>
              <a:defRPr sz="1108"/>
            </a:lvl4pPr>
            <a:lvl5pPr marL="1266993" indent="0" algn="ctr">
              <a:buNone/>
              <a:defRPr sz="1108"/>
            </a:lvl5pPr>
            <a:lvl6pPr marL="1583741" indent="0" algn="ctr">
              <a:buNone/>
              <a:defRPr sz="1108"/>
            </a:lvl6pPr>
            <a:lvl7pPr marL="1900489" indent="0" algn="ctr">
              <a:buNone/>
              <a:defRPr sz="1108"/>
            </a:lvl7pPr>
            <a:lvl8pPr marL="2217237" indent="0" algn="ctr">
              <a:buNone/>
              <a:defRPr sz="1108"/>
            </a:lvl8pPr>
            <a:lvl9pPr marL="2533985" indent="0" algn="ctr">
              <a:buNone/>
              <a:defRPr sz="110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47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22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84548"/>
            <a:ext cx="8543925" cy="1976445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179691"/>
            <a:ext cx="8543925" cy="1039366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1pPr>
            <a:lvl2pPr marL="316748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2pPr>
            <a:lvl3pPr marL="633496" indent="0">
              <a:buNone/>
              <a:defRPr sz="1247">
                <a:solidFill>
                  <a:schemeClr val="tx1">
                    <a:tint val="75000"/>
                  </a:schemeClr>
                </a:solidFill>
              </a:defRPr>
            </a:lvl3pPr>
            <a:lvl4pPr marL="950244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993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3741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90048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72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3985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3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15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2968"/>
            <a:ext cx="8543925" cy="91838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64750"/>
            <a:ext cx="4190702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35576"/>
            <a:ext cx="4190702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64750"/>
            <a:ext cx="4211340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35576"/>
            <a:ext cx="4211340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498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94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42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84112"/>
            <a:ext cx="5014913" cy="337656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6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84112"/>
            <a:ext cx="5014913" cy="337656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48" indent="0">
              <a:buNone/>
              <a:defRPr sz="1940"/>
            </a:lvl2pPr>
            <a:lvl3pPr marL="633496" indent="0">
              <a:buNone/>
              <a:defRPr sz="1663"/>
            </a:lvl3pPr>
            <a:lvl4pPr marL="950244" indent="0">
              <a:buNone/>
              <a:defRPr sz="1386"/>
            </a:lvl4pPr>
            <a:lvl5pPr marL="1266993" indent="0">
              <a:buNone/>
              <a:defRPr sz="1386"/>
            </a:lvl5pPr>
            <a:lvl6pPr marL="1583741" indent="0">
              <a:buNone/>
              <a:defRPr sz="1386"/>
            </a:lvl6pPr>
            <a:lvl7pPr marL="1900489" indent="0">
              <a:buNone/>
              <a:defRPr sz="1386"/>
            </a:lvl7pPr>
            <a:lvl8pPr marL="2217237" indent="0">
              <a:buNone/>
              <a:defRPr sz="1386"/>
            </a:lvl8pPr>
            <a:lvl9pPr marL="2533985" indent="0">
              <a:buNone/>
              <a:defRPr sz="138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1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719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52967"/>
            <a:ext cx="2135981" cy="402658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52967"/>
            <a:ext cx="6284119" cy="402658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8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52968"/>
            <a:ext cx="8543925" cy="918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64837"/>
            <a:ext cx="8543925" cy="301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403833"/>
            <a:ext cx="3343275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25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33496" rtl="0" eaLnBrk="1" latinLnBrk="0" hangingPunct="1">
        <a:lnSpc>
          <a:spcPct val="90000"/>
        </a:lnSpc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74" indent="-158374" algn="l" defTabSz="633496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22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870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61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367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115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8863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611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35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48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496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244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993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741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489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237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3985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1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16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8" y="1504848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27130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3" y="27130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1" y="881189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801096" y="317592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96" y="317592"/>
                <a:ext cx="1077282" cy="611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08102" y="325196"/>
                <a:ext cx="2225929" cy="631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2" y="325196"/>
                <a:ext cx="2225929" cy="631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5" y="1744736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3" y="3599693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0" y="118000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1227" r="-472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>
            <a:extLst>
              <a:ext uri="{FF2B5EF4-FFF2-40B4-BE49-F238E27FC236}">
                <a16:creationId xmlns:a16="http://schemas.microsoft.com/office/drawing/2014/main" id="{11119672-E923-4EC1-B7EF-9A03904961A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209446" y="1006646"/>
            <a:ext cx="2541600" cy="1638301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585DC0A3-34F6-4BF7-B8DF-1E0E7CF5D8C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70574" y="1044384"/>
            <a:ext cx="2284871" cy="358140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4EE7596-E223-40B0-8246-781D438BE5D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206218" y="3006035"/>
            <a:ext cx="2541600" cy="156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971112D-0294-426E-B877-F920B2506C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181410" y="968970"/>
            <a:ext cx="2541600" cy="180536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A9C8E04-D86B-4F92-A6A5-8A12BC57A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48582" y="1046608"/>
            <a:ext cx="2286000" cy="42737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2" y="340044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7" y="333526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2996413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4" y="1058162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153713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7" y="153713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2" y="1628560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8" y="1686971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1" y="196277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1038312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2496707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2286565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8" y="1417345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108961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105401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2" y="340044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7" y="333526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1111307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153713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7" y="153713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4191</TotalTime>
  <Words>114</Words>
  <Application>Microsoft Office PowerPoint</Application>
  <PresentationFormat>自訂</PresentationFormat>
  <Paragraphs>70</Paragraphs>
  <Slides>10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38</cp:revision>
  <dcterms:created xsi:type="dcterms:W3CDTF">2026-05-22T09:21:35Z</dcterms:created>
  <dcterms:modified xsi:type="dcterms:W3CDTF">2026-05-26T05:28:34Z</dcterms:modified>
</cp:coreProperties>
</file>