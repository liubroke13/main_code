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0799763" cy="1979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44" y="2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323978"/>
            <a:ext cx="8099822" cy="689199"/>
          </a:xfrm>
        </p:spPr>
        <p:txBody>
          <a:bodyPr anchor="b"/>
          <a:lstStyle>
            <a:lvl1pPr algn="ctr">
              <a:defRPr sz="173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039755"/>
            <a:ext cx="8099822" cy="477948"/>
          </a:xfrm>
        </p:spPr>
        <p:txBody>
          <a:bodyPr/>
          <a:lstStyle>
            <a:lvl1pPr marL="0" indent="0" algn="ctr">
              <a:buNone/>
              <a:defRPr sz="693"/>
            </a:lvl1pPr>
            <a:lvl2pPr marL="131994" indent="0" algn="ctr">
              <a:buNone/>
              <a:defRPr sz="577"/>
            </a:lvl2pPr>
            <a:lvl3pPr marL="263987" indent="0" algn="ctr">
              <a:buNone/>
              <a:defRPr sz="520"/>
            </a:lvl3pPr>
            <a:lvl4pPr marL="395981" indent="0" algn="ctr">
              <a:buNone/>
              <a:defRPr sz="462"/>
            </a:lvl4pPr>
            <a:lvl5pPr marL="527975" indent="0" algn="ctr">
              <a:buNone/>
              <a:defRPr sz="462"/>
            </a:lvl5pPr>
            <a:lvl6pPr marL="659968" indent="0" algn="ctr">
              <a:buNone/>
              <a:defRPr sz="462"/>
            </a:lvl6pPr>
            <a:lvl7pPr marL="791962" indent="0" algn="ctr">
              <a:buNone/>
              <a:defRPr sz="462"/>
            </a:lvl7pPr>
            <a:lvl8pPr marL="923955" indent="0" algn="ctr">
              <a:buNone/>
              <a:defRPr sz="462"/>
            </a:lvl8pPr>
            <a:lvl9pPr marL="1055949" indent="0" algn="ctr">
              <a:buNone/>
              <a:defRPr sz="46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80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817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93529"/>
            <a:ext cx="9314796" cy="823464"/>
          </a:xfrm>
        </p:spPr>
        <p:txBody>
          <a:bodyPr anchor="b"/>
          <a:lstStyle>
            <a:lvl1pPr>
              <a:defRPr sz="173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324783"/>
            <a:ext cx="9314796" cy="433040"/>
          </a:xfrm>
        </p:spPr>
        <p:txBody>
          <a:bodyPr/>
          <a:lstStyle>
            <a:lvl1pPr marL="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1pPr>
            <a:lvl2pPr marL="131994" indent="0">
              <a:buNone/>
              <a:defRPr sz="577">
                <a:solidFill>
                  <a:schemeClr val="tx1">
                    <a:tint val="75000"/>
                  </a:schemeClr>
                </a:solidFill>
              </a:defRPr>
            </a:lvl2pPr>
            <a:lvl3pPr marL="263987" indent="0">
              <a:buNone/>
              <a:defRPr sz="520">
                <a:solidFill>
                  <a:schemeClr val="tx1">
                    <a:tint val="75000"/>
                  </a:schemeClr>
                </a:solidFill>
              </a:defRPr>
            </a:lvl3pPr>
            <a:lvl4pPr marL="395981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4pPr>
            <a:lvl5pPr marL="52797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5pPr>
            <a:lvl6pPr marL="659968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6pPr>
            <a:lvl7pPr marL="791962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7pPr>
            <a:lvl8pPr marL="92395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8pPr>
            <a:lvl9pPr marL="1055949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516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526980"/>
            <a:ext cx="4589899" cy="125604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526980"/>
            <a:ext cx="4589899" cy="125604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96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5396"/>
            <a:ext cx="9314796" cy="3826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485280"/>
            <a:ext cx="4568806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723109"/>
            <a:ext cx="4568806" cy="10635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485280"/>
            <a:ext cx="4591306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723109"/>
            <a:ext cx="4591306" cy="106358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41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3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7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31974"/>
            <a:ext cx="3483204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85028"/>
            <a:ext cx="5467380" cy="1406808"/>
          </a:xfrm>
        </p:spPr>
        <p:txBody>
          <a:bodyPr/>
          <a:lstStyle>
            <a:lvl1pPr>
              <a:defRPr sz="924"/>
            </a:lvl1pPr>
            <a:lvl2pPr>
              <a:defRPr sz="808"/>
            </a:lvl2pPr>
            <a:lvl3pPr>
              <a:defRPr sz="693"/>
            </a:lvl3pPr>
            <a:lvl4pPr>
              <a:defRPr sz="577"/>
            </a:lvl4pPr>
            <a:lvl5pPr>
              <a:defRPr sz="577"/>
            </a:lvl5pPr>
            <a:lvl6pPr>
              <a:defRPr sz="577"/>
            </a:lvl6pPr>
            <a:lvl7pPr>
              <a:defRPr sz="577"/>
            </a:lvl7pPr>
            <a:lvl8pPr>
              <a:defRPr sz="577"/>
            </a:lvl8pPr>
            <a:lvl9pPr>
              <a:defRPr sz="57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93884"/>
            <a:ext cx="3483204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83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31974"/>
            <a:ext cx="3483204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85028"/>
            <a:ext cx="5467380" cy="1406808"/>
          </a:xfrm>
        </p:spPr>
        <p:txBody>
          <a:bodyPr anchor="t"/>
          <a:lstStyle>
            <a:lvl1pPr marL="0" indent="0">
              <a:buNone/>
              <a:defRPr sz="924"/>
            </a:lvl1pPr>
            <a:lvl2pPr marL="131994" indent="0">
              <a:buNone/>
              <a:defRPr sz="808"/>
            </a:lvl2pPr>
            <a:lvl3pPr marL="263987" indent="0">
              <a:buNone/>
              <a:defRPr sz="693"/>
            </a:lvl3pPr>
            <a:lvl4pPr marL="395981" indent="0">
              <a:buNone/>
              <a:defRPr sz="577"/>
            </a:lvl4pPr>
            <a:lvl5pPr marL="527975" indent="0">
              <a:buNone/>
              <a:defRPr sz="577"/>
            </a:lvl5pPr>
            <a:lvl6pPr marL="659968" indent="0">
              <a:buNone/>
              <a:defRPr sz="577"/>
            </a:lvl6pPr>
            <a:lvl7pPr marL="791962" indent="0">
              <a:buNone/>
              <a:defRPr sz="577"/>
            </a:lvl7pPr>
            <a:lvl8pPr marL="923955" indent="0">
              <a:buNone/>
              <a:defRPr sz="577"/>
            </a:lvl8pPr>
            <a:lvl9pPr marL="1055949" indent="0">
              <a:buNone/>
              <a:defRPr sz="5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93884"/>
            <a:ext cx="3483204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76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07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105396"/>
            <a:ext cx="2328699" cy="167763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05396"/>
            <a:ext cx="6851100" cy="167763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1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05396"/>
            <a:ext cx="9314796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526980"/>
            <a:ext cx="9314796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834808"/>
            <a:ext cx="2429947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742F1-1304-4C54-862D-C54330E4275F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834808"/>
            <a:ext cx="364492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834808"/>
            <a:ext cx="2429947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88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63987" rtl="0" eaLnBrk="1" latinLnBrk="0" hangingPunct="1">
        <a:lnSpc>
          <a:spcPct val="90000"/>
        </a:lnSpc>
        <a:spcBef>
          <a:spcPct val="0"/>
        </a:spcBef>
        <a:buNone/>
        <a:defRPr sz="12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97" indent="-65997" algn="l" defTabSz="263987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808" kern="1200">
          <a:solidFill>
            <a:schemeClr val="tx1"/>
          </a:solidFill>
          <a:latin typeface="+mn-lt"/>
          <a:ea typeface="+mn-ea"/>
          <a:cs typeface="+mn-cs"/>
        </a:defRPr>
      </a:lvl1pPr>
      <a:lvl2pPr marL="197990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2pPr>
      <a:lvl3pPr marL="329984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77" kern="1200">
          <a:solidFill>
            <a:schemeClr val="tx1"/>
          </a:solidFill>
          <a:latin typeface="+mn-lt"/>
          <a:ea typeface="+mn-ea"/>
          <a:cs typeface="+mn-cs"/>
        </a:defRPr>
      </a:lvl3pPr>
      <a:lvl4pPr marL="461978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93971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725965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857959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89952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121946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1pPr>
      <a:lvl2pPr marL="131994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63987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3pPr>
      <a:lvl4pPr marL="395981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2797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659968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791962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2395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055949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189FF1E-C110-4542-8F93-6B0320D46D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90"/>
          <a:stretch/>
        </p:blipFill>
        <p:spPr>
          <a:xfrm>
            <a:off x="1855778" y="-232450"/>
            <a:ext cx="7088208" cy="24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739EF2F-CF74-4346-9624-197A5C44F10C}"/>
              </a:ext>
            </a:extLst>
          </p:cNvPr>
          <p:cNvGrpSpPr/>
          <p:nvPr/>
        </p:nvGrpSpPr>
        <p:grpSpPr>
          <a:xfrm>
            <a:off x="81756" y="-55328"/>
            <a:ext cx="10636250" cy="2090268"/>
            <a:chOff x="444500" y="132232"/>
            <a:chExt cx="10636250" cy="2090268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189FF1E-C110-4542-8F93-6B0320D46D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BFCFD"/>
                </a:clrFrom>
                <a:clrTo>
                  <a:srgbClr val="FBFCFD">
                    <a:alpha val="0"/>
                  </a:srgbClr>
                </a:clrTo>
              </a:clrChange>
            </a:blip>
            <a:srcRect l="2540" r="69517" b="53140"/>
            <a:stretch/>
          </p:blipFill>
          <p:spPr>
            <a:xfrm>
              <a:off x="444500" y="202876"/>
              <a:ext cx="3327400" cy="1924374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199C7C0-6073-4FA3-9C30-AECADAB74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BFCFD"/>
                </a:clrFrom>
                <a:clrTo>
                  <a:srgbClr val="FBFCFD">
                    <a:alpha val="0"/>
                  </a:srgbClr>
                </a:clrTo>
              </a:clrChange>
            </a:blip>
            <a:srcRect l="51920" r="20564" b="50975"/>
            <a:stretch/>
          </p:blipFill>
          <p:spPr>
            <a:xfrm>
              <a:off x="6187440" y="209226"/>
              <a:ext cx="3276600" cy="2013274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E1B753E-D345-4800-8E77-D748A022F9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BFCFD"/>
                </a:clrFrom>
                <a:clrTo>
                  <a:srgbClr val="FBFCFD">
                    <a:alpha val="0"/>
                  </a:srgbClr>
                </a:clrTo>
              </a:clrChange>
            </a:blip>
            <a:srcRect l="30589" t="10060" r="51920" b="43351"/>
            <a:stretch/>
          </p:blipFill>
          <p:spPr>
            <a:xfrm>
              <a:off x="3470275" y="132232"/>
              <a:ext cx="2082800" cy="1913262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2DF6EF97-467C-4BE3-95D0-BCCF5E387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BFCFD"/>
                </a:clrFrom>
                <a:clrTo>
                  <a:srgbClr val="FBFCFD">
                    <a:alpha val="0"/>
                  </a:srgbClr>
                </a:clrTo>
              </a:clrChange>
            </a:blip>
            <a:srcRect l="80289" t="10060" r="2647" b="43351"/>
            <a:stretch/>
          </p:blipFill>
          <p:spPr>
            <a:xfrm>
              <a:off x="9048750" y="138582"/>
              <a:ext cx="2032000" cy="1913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1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0</Words>
  <Application>Microsoft Office PowerPoint</Application>
  <PresentationFormat>自訂</PresentationFormat>
  <Paragraphs>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7</cp:revision>
  <dcterms:created xsi:type="dcterms:W3CDTF">2026-03-23T05:22:20Z</dcterms:created>
  <dcterms:modified xsi:type="dcterms:W3CDTF">2026-04-20T09:12:01Z</dcterms:modified>
</cp:coreProperties>
</file>