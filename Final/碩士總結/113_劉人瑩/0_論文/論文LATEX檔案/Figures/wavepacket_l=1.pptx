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  <p:sldId id="277" r:id="rId13"/>
  </p:sldIdLst>
  <p:sldSz cx="9906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67462"/>
            <a:ext cx="8420100" cy="375991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72376"/>
            <a:ext cx="7429500" cy="2607442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34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2444"/>
            <a:ext cx="8543925" cy="4492401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27345"/>
            <a:ext cx="8543925" cy="236244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8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94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4990"/>
            <a:ext cx="8543925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47443"/>
            <a:ext cx="4190702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44914"/>
            <a:ext cx="4190702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47443"/>
            <a:ext cx="4211340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44914"/>
            <a:ext cx="4211340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6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4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4968"/>
            <a:ext cx="5014913" cy="7674832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3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4968"/>
            <a:ext cx="5014913" cy="7674832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79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4987"/>
            <a:ext cx="2135981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4987"/>
            <a:ext cx="6284119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4990"/>
            <a:ext cx="854392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4937"/>
            <a:ext cx="854392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09783"/>
            <a:ext cx="334327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34" Type="http://schemas.openxmlformats.org/officeDocument/2006/relationships/image" Target="../media/image57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24" Type="http://schemas.openxmlformats.org/officeDocument/2006/relationships/image" Target="../media/image54.png"/><Relationship Id="rId32" Type="http://schemas.openxmlformats.org/officeDocument/2006/relationships/image" Target="../media/image33.png"/><Relationship Id="rId37" Type="http://schemas.openxmlformats.org/officeDocument/2006/relationships/image" Target="../media/image60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23.png"/><Relationship Id="rId36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31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2.png"/><Relationship Id="rId30" Type="http://schemas.openxmlformats.org/officeDocument/2006/relationships/image" Target="../media/image28.png"/><Relationship Id="rId35" Type="http://schemas.openxmlformats.org/officeDocument/2006/relationships/image" Target="../media/image58.png"/><Relationship Id="rId8" Type="http://schemas.openxmlformats.org/officeDocument/2006/relationships/image" Target="../media/image39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1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16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26" Type="http://schemas.openxmlformats.org/officeDocument/2006/relationships/image" Target="../media/image85.png"/><Relationship Id="rId39" Type="http://schemas.openxmlformats.org/officeDocument/2006/relationships/image" Target="../media/image92.png"/><Relationship Id="rId3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image" Target="../media/image75.png"/><Relationship Id="rId42" Type="http://schemas.openxmlformats.org/officeDocument/2006/relationships/image" Target="../media/image9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84.png"/><Relationship Id="rId38" Type="http://schemas.openxmlformats.org/officeDocument/2006/relationships/image" Target="../media/image91.png"/><Relationship Id="rId2" Type="http://schemas.openxmlformats.org/officeDocument/2006/relationships/image" Target="../media/image72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88.png"/><Relationship Id="rId41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81.png"/><Relationship Id="rId37" Type="http://schemas.openxmlformats.org/officeDocument/2006/relationships/image" Target="../media/image90.png"/><Relationship Id="rId40" Type="http://schemas.openxmlformats.org/officeDocument/2006/relationships/image" Target="../media/image93.png"/><Relationship Id="rId5" Type="http://schemas.openxmlformats.org/officeDocument/2006/relationships/image" Target="../media/image36.png"/><Relationship Id="rId28" Type="http://schemas.openxmlformats.org/officeDocument/2006/relationships/image" Target="../media/image87.png"/><Relationship Id="rId36" Type="http://schemas.openxmlformats.org/officeDocument/2006/relationships/image" Target="../media/image89.png"/><Relationship Id="rId10" Type="http://schemas.openxmlformats.org/officeDocument/2006/relationships/image" Target="../media/image41.png"/><Relationship Id="rId31" Type="http://schemas.openxmlformats.org/officeDocument/2006/relationships/image" Target="../media/image77.png"/><Relationship Id="rId9" Type="http://schemas.openxmlformats.org/officeDocument/2006/relationships/image" Target="../media/image40.png"/><Relationship Id="rId27" Type="http://schemas.openxmlformats.org/officeDocument/2006/relationships/image" Target="../media/image86.png"/><Relationship Id="rId30" Type="http://schemas.openxmlformats.org/officeDocument/2006/relationships/image" Target="../media/image80.png"/><Relationship Id="rId35" Type="http://schemas.openxmlformats.org/officeDocument/2006/relationships/image" Target="../media/image76.png"/><Relationship Id="rId43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9" y="4529036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3051317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D0DE40D-2A50-4605-BC6A-234E4428AA25}"/>
              </a:ext>
            </a:extLst>
          </p:cNvPr>
          <p:cNvGrpSpPr/>
          <p:nvPr/>
        </p:nvGrpSpPr>
        <p:grpSpPr>
          <a:xfrm>
            <a:off x="2155224" y="3051317"/>
            <a:ext cx="5595822" cy="4697128"/>
            <a:chOff x="2155224" y="3051317"/>
            <a:chExt cx="5595822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1227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1119672-E923-4EC1-B7EF-9A0390496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93" b="54478"/>
            <a:stretch/>
          </p:blipFill>
          <p:spPr>
            <a:xfrm>
              <a:off x="5209446" y="4030834"/>
              <a:ext cx="2541600" cy="163830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85DC0A3-34F6-4BF7-B8DF-1E0E7CF5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48" b="9630"/>
            <a:stretch/>
          </p:blipFill>
          <p:spPr>
            <a:xfrm>
              <a:off x="3170575" y="4068571"/>
              <a:ext cx="2284871" cy="35814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14EE7596-E223-40B0-8246-781D438BE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50" b="6319"/>
            <a:stretch/>
          </p:blipFill>
          <p:spPr>
            <a:xfrm>
              <a:off x="5206218" y="6030223"/>
              <a:ext cx="2541600" cy="1562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A8B6DAC-B82F-4B24-88E1-06AD6B5DAAD5}"/>
              </a:ext>
            </a:extLst>
          </p:cNvPr>
          <p:cNvGrpSpPr/>
          <p:nvPr/>
        </p:nvGrpSpPr>
        <p:grpSpPr>
          <a:xfrm>
            <a:off x="2155224" y="3051317"/>
            <a:ext cx="5644790" cy="5261470"/>
            <a:chOff x="2155224" y="3051317"/>
            <a:chExt cx="5644790" cy="5261470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2400" b="1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3681" t="-725" r="-55828"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7706AB7-B1FF-451B-BDE1-C4DA88E8E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3" b="52601"/>
            <a:stretch/>
          </p:blipFill>
          <p:spPr>
            <a:xfrm>
              <a:off x="5200460" y="3961407"/>
              <a:ext cx="2541600" cy="18053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FFB8CAE-5BD5-4FDD-8BC8-47FD3F04F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82"/>
            <a:stretch/>
          </p:blipFill>
          <p:spPr>
            <a:xfrm>
              <a:off x="3167632" y="4039045"/>
              <a:ext cx="2286000" cy="4273742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9432517-D3D6-45FF-947A-CF6A9862C2A7}"/>
                </a:ext>
              </a:extLst>
            </p:cNvPr>
            <p:cNvSpPr/>
            <p:nvPr/>
          </p:nvSpPr>
          <p:spPr>
            <a:xfrm>
              <a:off x="3593263" y="639288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41CA3F9-32EA-4583-A658-F840207D469E}"/>
                </a:ext>
              </a:extLst>
            </p:cNvPr>
            <p:cNvSpPr/>
            <p:nvPr/>
          </p:nvSpPr>
          <p:spPr>
            <a:xfrm>
              <a:off x="5925528" y="632770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4" y="3051317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2" y="3905377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5988851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5" y="4050599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452957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8" y="452957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DCB1C2BC-0169-4480-B1DC-D5B78B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55006"/>
          <a:stretch/>
        </p:blipFill>
        <p:spPr>
          <a:xfrm>
            <a:off x="2615247" y="1917593"/>
            <a:ext cx="2246939" cy="1370513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9945702-86A4-440F-8EAE-345078CD19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4" b="6188"/>
          <a:stretch/>
        </p:blipFill>
        <p:spPr>
          <a:xfrm>
            <a:off x="2613753" y="3581666"/>
            <a:ext cx="2246939" cy="1438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882" y="1883741"/>
            <a:ext cx="2021070" cy="3161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2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3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4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8" name="圖片 147">
            <a:extLst>
              <a:ext uri="{FF2B5EF4-FFF2-40B4-BE49-F238E27FC236}">
                <a16:creationId xmlns:a16="http://schemas.microsoft.com/office/drawing/2014/main" id="{0AF683EF-DC1A-46BB-BE4A-26ED9236279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7572104" y="1862817"/>
            <a:ext cx="2246400" cy="1448017"/>
          </a:xfrm>
          <a:prstGeom prst="rect">
            <a:avLst/>
          </a:prstGeom>
        </p:spPr>
      </p:pic>
      <p:pic>
        <p:nvPicPr>
          <p:cNvPr id="149" name="圖片 148">
            <a:extLst>
              <a:ext uri="{FF2B5EF4-FFF2-40B4-BE49-F238E27FC236}">
                <a16:creationId xmlns:a16="http://schemas.microsoft.com/office/drawing/2014/main" id="{F943ED23-3740-49E3-A7EA-55D2C2040E6A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5774028" y="1896096"/>
            <a:ext cx="2019600" cy="3165604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E60AD9D3-5D98-49D9-84C3-A77B77FC1378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7569257" y="3626073"/>
            <a:ext cx="2246400" cy="1380667"/>
          </a:xfrm>
          <a:prstGeom prst="rect">
            <a:avLst/>
          </a:prstGeom>
        </p:spPr>
      </p:pic>
      <p:pic>
        <p:nvPicPr>
          <p:cNvPr id="151" name="圖片 150">
            <a:extLst>
              <a:ext uri="{FF2B5EF4-FFF2-40B4-BE49-F238E27FC236}">
                <a16:creationId xmlns:a16="http://schemas.microsoft.com/office/drawing/2014/main" id="{8C84E35F-BCC2-45E3-9DB6-43CE5D7DBF00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2611463" y="6440722"/>
            <a:ext cx="2246400" cy="1595676"/>
          </a:xfrm>
          <a:prstGeom prst="rect">
            <a:avLst/>
          </a:prstGeom>
        </p:spPr>
      </p:pic>
      <p:pic>
        <p:nvPicPr>
          <p:cNvPr id="152" name="圖片 151">
            <a:extLst>
              <a:ext uri="{FF2B5EF4-FFF2-40B4-BE49-F238E27FC236}">
                <a16:creationId xmlns:a16="http://schemas.microsoft.com/office/drawing/2014/main" id="{9F6B631C-71C0-4B7F-A74F-868F25176BFD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 b="10546"/>
          <a:stretch/>
        </p:blipFill>
        <p:spPr>
          <a:xfrm>
            <a:off x="808045" y="6509598"/>
            <a:ext cx="2019600" cy="3136719"/>
          </a:xfrm>
          <a:prstGeom prst="rect">
            <a:avLst/>
          </a:prstGeom>
        </p:spPr>
      </p:pic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5" name="圖片 154">
            <a:extLst>
              <a:ext uri="{FF2B5EF4-FFF2-40B4-BE49-F238E27FC236}">
                <a16:creationId xmlns:a16="http://schemas.microsoft.com/office/drawing/2014/main" id="{A0273641-4D01-4DE3-823F-622661EA125F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7563816" y="8224671"/>
            <a:ext cx="2246400" cy="1470467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46DDE56D-F31C-4881-A467-666B7925A253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5768707" y="6517732"/>
            <a:ext cx="2019600" cy="3199280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4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5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3" y="4652748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9" y="4711158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2" y="4986964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4062500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5520895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5310753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9" y="4441532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86B63965-41C2-4D73-9AF9-749616C9212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72" y="3231111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4113798"/>
            <a:ext cx="2286000" cy="35147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ECF59F8-99AB-4B29-91A4-EFDEDDBA97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33" y="3152648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4078203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3" y="642463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8" y="635945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F64B8E-AD70-40A2-963D-FBD7721A763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04"/>
          <a:stretch/>
        </p:blipFill>
        <p:spPr>
          <a:xfrm>
            <a:off x="5273956" y="3575510"/>
            <a:ext cx="2246400" cy="2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4135495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456132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8" y="456132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5B380E-0CC6-4861-99FA-BF6C119CEA6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5246631" y="6370703"/>
            <a:ext cx="2246400" cy="13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0A46192C-FDD2-4F52-ADB1-76053AEE552D}"/>
              </a:ext>
            </a:extLst>
          </p:cNvPr>
          <p:cNvSpPr/>
          <p:nvPr/>
        </p:nvSpPr>
        <p:spPr>
          <a:xfrm>
            <a:off x="892876" y="18822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98BF37B8-177B-4F18-9ACB-35D7E8F4AF8C}"/>
              </a:ext>
            </a:extLst>
          </p:cNvPr>
          <p:cNvSpPr/>
          <p:nvPr/>
        </p:nvSpPr>
        <p:spPr>
          <a:xfrm>
            <a:off x="5851386" y="187959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AC92492F-7AC0-41C6-B79B-E60E87CDF6D5}"/>
              </a:ext>
            </a:extLst>
          </p:cNvPr>
          <p:cNvSpPr/>
          <p:nvPr/>
        </p:nvSpPr>
        <p:spPr>
          <a:xfrm>
            <a:off x="885713" y="651932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BD88F1A2-95EF-4E0B-BD7F-343E524212DE}"/>
              </a:ext>
            </a:extLst>
          </p:cNvPr>
          <p:cNvSpPr/>
          <p:nvPr/>
        </p:nvSpPr>
        <p:spPr>
          <a:xfrm>
            <a:off x="5844223" y="65166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21726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39901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18609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圖片 88">
            <a:extLst>
              <a:ext uri="{FF2B5EF4-FFF2-40B4-BE49-F238E27FC236}">
                <a16:creationId xmlns:a16="http://schemas.microsoft.com/office/drawing/2014/main" id="{A8F266A2-CC61-40E4-9B9C-62F47C455E17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7" b="52704"/>
          <a:stretch/>
        </p:blipFill>
        <p:spPr>
          <a:xfrm>
            <a:off x="2610241" y="6882632"/>
            <a:ext cx="2246400" cy="114782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B5DB9481-915F-4C36-A73A-9EA8E5E5BA8C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808256" y="6518435"/>
            <a:ext cx="2019600" cy="3130381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CC3A7404-14CF-47A3-B93B-B420A9568A8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5768340" y="6563190"/>
            <a:ext cx="2019600" cy="309418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8761185C-477A-419E-B4B3-6FC098CF3A5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7562093" y="8606648"/>
            <a:ext cx="2246400" cy="1321156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1903053"/>
            <a:ext cx="2019600" cy="3105136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D4A2D77E-53A5-4E64-8927-FD7CF2D9957D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8"/>
          <a:stretch/>
        </p:blipFill>
        <p:spPr>
          <a:xfrm>
            <a:off x="7571179" y="3995784"/>
            <a:ext cx="2246400" cy="1298528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AD49D917-ECAC-4DF0-80C4-8F81F57390DB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9" b="51737"/>
          <a:stretch/>
        </p:blipFill>
        <p:spPr>
          <a:xfrm>
            <a:off x="7571179" y="2328302"/>
            <a:ext cx="2246400" cy="11026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3AD01EBF-BD98-4390-9100-BC55DACA90DB}"/>
                  </a:ext>
                </a:extLst>
              </p:cNvPr>
              <p:cNvSpPr/>
              <p:nvPr/>
            </p:nvSpPr>
            <p:spPr>
              <a:xfrm>
                <a:off x="1299165" y="1315026"/>
                <a:ext cx="1177245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3AD01EBF-BD98-4390-9100-BC55DACA90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165" y="1315026"/>
                <a:ext cx="1177245" cy="55579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D9748BA5-FC0D-414C-AE19-56481F128827}"/>
                  </a:ext>
                </a:extLst>
              </p:cNvPr>
              <p:cNvSpPr/>
              <p:nvPr/>
            </p:nvSpPr>
            <p:spPr>
              <a:xfrm>
                <a:off x="2611825" y="1280786"/>
                <a:ext cx="2486552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D9748BA5-FC0D-414C-AE19-56481F128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5" y="1280786"/>
                <a:ext cx="2486552" cy="62427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0B9805BE-3584-40D3-A141-CCBCDA03B226}"/>
                  </a:ext>
                </a:extLst>
              </p:cNvPr>
              <p:cNvSpPr/>
              <p:nvPr/>
            </p:nvSpPr>
            <p:spPr>
              <a:xfrm>
                <a:off x="6246769" y="1315026"/>
                <a:ext cx="1177245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0B9805BE-3584-40D3-A141-CCBCDA03B2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769" y="1315026"/>
                <a:ext cx="1177245" cy="55579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91C1D51-2EC6-4D7F-9EAB-598D74C2309B}"/>
                  </a:ext>
                </a:extLst>
              </p:cNvPr>
              <p:cNvSpPr/>
              <p:nvPr/>
            </p:nvSpPr>
            <p:spPr>
              <a:xfrm>
                <a:off x="7590514" y="1280786"/>
                <a:ext cx="248244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91C1D51-2EC6-4D7F-9EAB-598D74C230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14" y="1280786"/>
                <a:ext cx="2482440" cy="62427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9D1CD60-D6EB-4D77-8506-80CD6C240F27}"/>
                  </a:ext>
                </a:extLst>
              </p:cNvPr>
              <p:cNvSpPr/>
              <p:nvPr/>
            </p:nvSpPr>
            <p:spPr>
              <a:xfrm>
                <a:off x="1299165" y="5954392"/>
                <a:ext cx="1177245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9D1CD60-D6EB-4D77-8506-80CD6C240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165" y="5954392"/>
                <a:ext cx="1177245" cy="555793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2CDDB2ED-224B-4425-B4E1-D2E0F7556789}"/>
                  </a:ext>
                </a:extLst>
              </p:cNvPr>
              <p:cNvSpPr/>
              <p:nvPr/>
            </p:nvSpPr>
            <p:spPr>
              <a:xfrm>
                <a:off x="6246769" y="5954392"/>
                <a:ext cx="1177245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2CDDB2ED-224B-4425-B4E1-D2E0F7556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769" y="5954392"/>
                <a:ext cx="1177245" cy="555793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B24170F-E452-469C-AC01-50B8FC43038F}"/>
                  </a:ext>
                </a:extLst>
              </p:cNvPr>
              <p:cNvSpPr/>
              <p:nvPr/>
            </p:nvSpPr>
            <p:spPr>
              <a:xfrm>
                <a:off x="2611825" y="5920152"/>
                <a:ext cx="2486552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B24170F-E452-469C-AC01-50B8FC430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5" y="5920152"/>
                <a:ext cx="2486552" cy="62427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AF54FC83-6709-4506-BA01-6650CD887270}"/>
                  </a:ext>
                </a:extLst>
              </p:cNvPr>
              <p:cNvSpPr/>
              <p:nvPr/>
            </p:nvSpPr>
            <p:spPr>
              <a:xfrm>
                <a:off x="7590514" y="5920152"/>
                <a:ext cx="248244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AF54FC83-6709-4506-BA01-6650CD887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14" y="5920152"/>
                <a:ext cx="2482440" cy="624273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2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4512</TotalTime>
  <Words>260</Words>
  <Application>Microsoft Office PowerPoint</Application>
  <PresentationFormat>自訂</PresentationFormat>
  <Paragraphs>142</Paragraphs>
  <Slides>12</Slides>
  <Notes>0</Notes>
  <HiddenSlides>11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64</cp:revision>
  <dcterms:created xsi:type="dcterms:W3CDTF">2026-05-22T09:21:35Z</dcterms:created>
  <dcterms:modified xsi:type="dcterms:W3CDTF">2026-07-16T09:39:23Z</dcterms:modified>
</cp:coreProperties>
</file>