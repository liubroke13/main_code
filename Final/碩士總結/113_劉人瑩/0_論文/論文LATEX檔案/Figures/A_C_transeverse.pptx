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</p:sldIdLst>
  <p:sldSz cx="9906000" cy="4589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17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751100"/>
            <a:ext cx="7429500" cy="1597813"/>
          </a:xfrm>
        </p:spPr>
        <p:txBody>
          <a:bodyPr anchor="b"/>
          <a:lstStyle>
            <a:lvl1pPr algn="ctr">
              <a:defRPr sz="401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2410531"/>
            <a:ext cx="7429500" cy="1108058"/>
          </a:xfrm>
        </p:spPr>
        <p:txBody>
          <a:bodyPr/>
          <a:lstStyle>
            <a:lvl1pPr marL="0" indent="0" algn="ctr">
              <a:buNone/>
              <a:defRPr sz="1606"/>
            </a:lvl1pPr>
            <a:lvl2pPr marL="305958" indent="0" algn="ctr">
              <a:buNone/>
              <a:defRPr sz="1338"/>
            </a:lvl2pPr>
            <a:lvl3pPr marL="611916" indent="0" algn="ctr">
              <a:buNone/>
              <a:defRPr sz="1205"/>
            </a:lvl3pPr>
            <a:lvl4pPr marL="917875" indent="0" algn="ctr">
              <a:buNone/>
              <a:defRPr sz="1071"/>
            </a:lvl4pPr>
            <a:lvl5pPr marL="1223833" indent="0" algn="ctr">
              <a:buNone/>
              <a:defRPr sz="1071"/>
            </a:lvl5pPr>
            <a:lvl6pPr marL="1529791" indent="0" algn="ctr">
              <a:buNone/>
              <a:defRPr sz="1071"/>
            </a:lvl6pPr>
            <a:lvl7pPr marL="1835749" indent="0" algn="ctr">
              <a:buNone/>
              <a:defRPr sz="1071"/>
            </a:lvl7pPr>
            <a:lvl8pPr marL="2141708" indent="0" algn="ctr">
              <a:buNone/>
              <a:defRPr sz="1071"/>
            </a:lvl8pPr>
            <a:lvl9pPr marL="2447666" indent="0" algn="ctr">
              <a:buNone/>
              <a:defRPr sz="1071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4954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8863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144179"/>
            <a:ext cx="8543925" cy="1909089"/>
          </a:xfrm>
        </p:spPr>
        <p:txBody>
          <a:bodyPr anchor="b"/>
          <a:lstStyle>
            <a:lvl1pPr>
              <a:defRPr sz="401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3071329"/>
            <a:ext cx="8543925" cy="1003945"/>
          </a:xfrm>
        </p:spPr>
        <p:txBody>
          <a:bodyPr/>
          <a:lstStyle>
            <a:lvl1pPr marL="0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1pPr>
            <a:lvl2pPr marL="305958" indent="0">
              <a:buNone/>
              <a:defRPr sz="1338">
                <a:solidFill>
                  <a:schemeClr val="tx1">
                    <a:tint val="75000"/>
                  </a:schemeClr>
                </a:solidFill>
              </a:defRPr>
            </a:lvl2pPr>
            <a:lvl3pPr marL="611916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3pPr>
            <a:lvl4pPr marL="917875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4pPr>
            <a:lvl5pPr marL="1223833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5pPr>
            <a:lvl6pPr marL="1529791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6pPr>
            <a:lvl7pPr marL="1835749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7pPr>
            <a:lvl8pPr marL="2141708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8pPr>
            <a:lvl9pPr marL="2447666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6078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221732"/>
            <a:ext cx="4210050" cy="29119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221732"/>
            <a:ext cx="4210050" cy="29119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8893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44347"/>
            <a:ext cx="8543925" cy="88708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125056"/>
            <a:ext cx="4190702" cy="551373"/>
          </a:xfrm>
        </p:spPr>
        <p:txBody>
          <a:bodyPr anchor="b"/>
          <a:lstStyle>
            <a:lvl1pPr marL="0" indent="0">
              <a:buNone/>
              <a:defRPr sz="1606" b="1"/>
            </a:lvl1pPr>
            <a:lvl2pPr marL="305958" indent="0">
              <a:buNone/>
              <a:defRPr sz="1338" b="1"/>
            </a:lvl2pPr>
            <a:lvl3pPr marL="611916" indent="0">
              <a:buNone/>
              <a:defRPr sz="1205" b="1"/>
            </a:lvl3pPr>
            <a:lvl4pPr marL="917875" indent="0">
              <a:buNone/>
              <a:defRPr sz="1071" b="1"/>
            </a:lvl4pPr>
            <a:lvl5pPr marL="1223833" indent="0">
              <a:buNone/>
              <a:defRPr sz="1071" b="1"/>
            </a:lvl5pPr>
            <a:lvl6pPr marL="1529791" indent="0">
              <a:buNone/>
              <a:defRPr sz="1071" b="1"/>
            </a:lvl6pPr>
            <a:lvl7pPr marL="1835749" indent="0">
              <a:buNone/>
              <a:defRPr sz="1071" b="1"/>
            </a:lvl7pPr>
            <a:lvl8pPr marL="2141708" indent="0">
              <a:buNone/>
              <a:defRPr sz="1071" b="1"/>
            </a:lvl8pPr>
            <a:lvl9pPr marL="2447666" indent="0">
              <a:buNone/>
              <a:defRPr sz="1071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676429"/>
            <a:ext cx="4190702" cy="246577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125056"/>
            <a:ext cx="4211340" cy="551373"/>
          </a:xfrm>
        </p:spPr>
        <p:txBody>
          <a:bodyPr anchor="b"/>
          <a:lstStyle>
            <a:lvl1pPr marL="0" indent="0">
              <a:buNone/>
              <a:defRPr sz="1606" b="1"/>
            </a:lvl1pPr>
            <a:lvl2pPr marL="305958" indent="0">
              <a:buNone/>
              <a:defRPr sz="1338" b="1"/>
            </a:lvl2pPr>
            <a:lvl3pPr marL="611916" indent="0">
              <a:buNone/>
              <a:defRPr sz="1205" b="1"/>
            </a:lvl3pPr>
            <a:lvl4pPr marL="917875" indent="0">
              <a:buNone/>
              <a:defRPr sz="1071" b="1"/>
            </a:lvl4pPr>
            <a:lvl5pPr marL="1223833" indent="0">
              <a:buNone/>
              <a:defRPr sz="1071" b="1"/>
            </a:lvl5pPr>
            <a:lvl6pPr marL="1529791" indent="0">
              <a:buNone/>
              <a:defRPr sz="1071" b="1"/>
            </a:lvl6pPr>
            <a:lvl7pPr marL="1835749" indent="0">
              <a:buNone/>
              <a:defRPr sz="1071" b="1"/>
            </a:lvl7pPr>
            <a:lvl8pPr marL="2141708" indent="0">
              <a:buNone/>
              <a:defRPr sz="1071" b="1"/>
            </a:lvl8pPr>
            <a:lvl9pPr marL="2447666" indent="0">
              <a:buNone/>
              <a:defRPr sz="1071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676429"/>
            <a:ext cx="4211340" cy="246577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401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1815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309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05964"/>
            <a:ext cx="3194943" cy="1070875"/>
          </a:xfrm>
        </p:spPr>
        <p:txBody>
          <a:bodyPr anchor="b"/>
          <a:lstStyle>
            <a:lvl1pPr>
              <a:defRPr sz="214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660798"/>
            <a:ext cx="5014913" cy="3261493"/>
          </a:xfrm>
        </p:spPr>
        <p:txBody>
          <a:bodyPr/>
          <a:lstStyle>
            <a:lvl1pPr>
              <a:defRPr sz="2141"/>
            </a:lvl1pPr>
            <a:lvl2pPr>
              <a:defRPr sz="1874"/>
            </a:lvl2pPr>
            <a:lvl3pPr>
              <a:defRPr sz="1606"/>
            </a:lvl3pPr>
            <a:lvl4pPr>
              <a:defRPr sz="1338"/>
            </a:lvl4pPr>
            <a:lvl5pPr>
              <a:defRPr sz="1338"/>
            </a:lvl5pPr>
            <a:lvl6pPr>
              <a:defRPr sz="1338"/>
            </a:lvl6pPr>
            <a:lvl7pPr>
              <a:defRPr sz="1338"/>
            </a:lvl7pPr>
            <a:lvl8pPr>
              <a:defRPr sz="1338"/>
            </a:lvl8pPr>
            <a:lvl9pPr>
              <a:defRPr sz="1338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376839"/>
            <a:ext cx="3194943" cy="2550764"/>
          </a:xfrm>
        </p:spPr>
        <p:txBody>
          <a:bodyPr/>
          <a:lstStyle>
            <a:lvl1pPr marL="0" indent="0">
              <a:buNone/>
              <a:defRPr sz="1071"/>
            </a:lvl1pPr>
            <a:lvl2pPr marL="305958" indent="0">
              <a:buNone/>
              <a:defRPr sz="937"/>
            </a:lvl2pPr>
            <a:lvl3pPr marL="611916" indent="0">
              <a:buNone/>
              <a:defRPr sz="803"/>
            </a:lvl3pPr>
            <a:lvl4pPr marL="917875" indent="0">
              <a:buNone/>
              <a:defRPr sz="669"/>
            </a:lvl4pPr>
            <a:lvl5pPr marL="1223833" indent="0">
              <a:buNone/>
              <a:defRPr sz="669"/>
            </a:lvl5pPr>
            <a:lvl6pPr marL="1529791" indent="0">
              <a:buNone/>
              <a:defRPr sz="669"/>
            </a:lvl6pPr>
            <a:lvl7pPr marL="1835749" indent="0">
              <a:buNone/>
              <a:defRPr sz="669"/>
            </a:lvl7pPr>
            <a:lvl8pPr marL="2141708" indent="0">
              <a:buNone/>
              <a:defRPr sz="669"/>
            </a:lvl8pPr>
            <a:lvl9pPr marL="2447666" indent="0">
              <a:buNone/>
              <a:defRPr sz="669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9715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05964"/>
            <a:ext cx="3194943" cy="1070875"/>
          </a:xfrm>
        </p:spPr>
        <p:txBody>
          <a:bodyPr anchor="b"/>
          <a:lstStyle>
            <a:lvl1pPr>
              <a:defRPr sz="214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660798"/>
            <a:ext cx="5014913" cy="3261493"/>
          </a:xfrm>
        </p:spPr>
        <p:txBody>
          <a:bodyPr anchor="t"/>
          <a:lstStyle>
            <a:lvl1pPr marL="0" indent="0">
              <a:buNone/>
              <a:defRPr sz="2141"/>
            </a:lvl1pPr>
            <a:lvl2pPr marL="305958" indent="0">
              <a:buNone/>
              <a:defRPr sz="1874"/>
            </a:lvl2pPr>
            <a:lvl3pPr marL="611916" indent="0">
              <a:buNone/>
              <a:defRPr sz="1606"/>
            </a:lvl3pPr>
            <a:lvl4pPr marL="917875" indent="0">
              <a:buNone/>
              <a:defRPr sz="1338"/>
            </a:lvl4pPr>
            <a:lvl5pPr marL="1223833" indent="0">
              <a:buNone/>
              <a:defRPr sz="1338"/>
            </a:lvl5pPr>
            <a:lvl6pPr marL="1529791" indent="0">
              <a:buNone/>
              <a:defRPr sz="1338"/>
            </a:lvl6pPr>
            <a:lvl7pPr marL="1835749" indent="0">
              <a:buNone/>
              <a:defRPr sz="1338"/>
            </a:lvl7pPr>
            <a:lvl8pPr marL="2141708" indent="0">
              <a:buNone/>
              <a:defRPr sz="1338"/>
            </a:lvl8pPr>
            <a:lvl9pPr marL="2447666" indent="0">
              <a:buNone/>
              <a:defRPr sz="1338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376839"/>
            <a:ext cx="3194943" cy="2550764"/>
          </a:xfrm>
        </p:spPr>
        <p:txBody>
          <a:bodyPr/>
          <a:lstStyle>
            <a:lvl1pPr marL="0" indent="0">
              <a:buNone/>
              <a:defRPr sz="1071"/>
            </a:lvl1pPr>
            <a:lvl2pPr marL="305958" indent="0">
              <a:buNone/>
              <a:defRPr sz="937"/>
            </a:lvl2pPr>
            <a:lvl3pPr marL="611916" indent="0">
              <a:buNone/>
              <a:defRPr sz="803"/>
            </a:lvl3pPr>
            <a:lvl4pPr marL="917875" indent="0">
              <a:buNone/>
              <a:defRPr sz="669"/>
            </a:lvl4pPr>
            <a:lvl5pPr marL="1223833" indent="0">
              <a:buNone/>
              <a:defRPr sz="669"/>
            </a:lvl5pPr>
            <a:lvl6pPr marL="1529791" indent="0">
              <a:buNone/>
              <a:defRPr sz="669"/>
            </a:lvl6pPr>
            <a:lvl7pPr marL="1835749" indent="0">
              <a:buNone/>
              <a:defRPr sz="669"/>
            </a:lvl7pPr>
            <a:lvl8pPr marL="2141708" indent="0">
              <a:buNone/>
              <a:defRPr sz="669"/>
            </a:lvl8pPr>
            <a:lvl9pPr marL="2447666" indent="0">
              <a:buNone/>
              <a:defRPr sz="669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891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4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244346"/>
            <a:ext cx="2135981" cy="388935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244346"/>
            <a:ext cx="6284119" cy="388935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3390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244347"/>
            <a:ext cx="8543925" cy="887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221732"/>
            <a:ext cx="8543925" cy="29119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4253753"/>
            <a:ext cx="2228850" cy="2443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FB895-B65F-4EA9-9907-69D32227E72B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4253753"/>
            <a:ext cx="3343275" cy="2443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4253753"/>
            <a:ext cx="2228850" cy="2443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7652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611916" rtl="0" eaLnBrk="1" latinLnBrk="0" hangingPunct="1">
        <a:lnSpc>
          <a:spcPct val="90000"/>
        </a:lnSpc>
        <a:spcBef>
          <a:spcPct val="0"/>
        </a:spcBef>
        <a:buNone/>
        <a:defRPr sz="29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979" indent="-152979" algn="l" defTabSz="611916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sz="1874" kern="1200">
          <a:solidFill>
            <a:schemeClr val="tx1"/>
          </a:solidFill>
          <a:latin typeface="+mn-lt"/>
          <a:ea typeface="+mn-ea"/>
          <a:cs typeface="+mn-cs"/>
        </a:defRPr>
      </a:lvl1pPr>
      <a:lvl2pPr marL="458937" indent="-152979" algn="l" defTabSz="611916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764896" indent="-152979" algn="l" defTabSz="611916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338" kern="1200">
          <a:solidFill>
            <a:schemeClr val="tx1"/>
          </a:solidFill>
          <a:latin typeface="+mn-lt"/>
          <a:ea typeface="+mn-ea"/>
          <a:cs typeface="+mn-cs"/>
        </a:defRPr>
      </a:lvl3pPr>
      <a:lvl4pPr marL="1070854" indent="-152979" algn="l" defTabSz="611916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376812" indent="-152979" algn="l" defTabSz="611916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682770" indent="-152979" algn="l" defTabSz="611916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988729" indent="-152979" algn="l" defTabSz="611916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294687" indent="-152979" algn="l" defTabSz="611916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600645" indent="-152979" algn="l" defTabSz="611916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1916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1pPr>
      <a:lvl2pPr marL="305958" algn="l" defTabSz="611916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611916" algn="l" defTabSz="611916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17875" algn="l" defTabSz="611916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223833" algn="l" defTabSz="611916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529791" algn="l" defTabSz="611916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835749" algn="l" defTabSz="611916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141708" algn="l" defTabSz="611916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447666" algn="l" defTabSz="611916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17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16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8.png"/><Relationship Id="rId3" Type="http://schemas.openxmlformats.org/officeDocument/2006/relationships/image" Target="../media/image2.png"/><Relationship Id="rId21" Type="http://schemas.openxmlformats.org/officeDocument/2006/relationships/image" Target="../media/image25.png"/><Relationship Id="rId34" Type="http://schemas.openxmlformats.org/officeDocument/2006/relationships/image" Target="../media/image36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2" Type="http://schemas.openxmlformats.org/officeDocument/2006/relationships/image" Target="../media/image1.png"/><Relationship Id="rId20" Type="http://schemas.openxmlformats.org/officeDocument/2006/relationships/image" Target="../media/image19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5" Type="http://schemas.openxmlformats.org/officeDocument/2006/relationships/image" Target="../media/image23.png"/><Relationship Id="rId23" Type="http://schemas.openxmlformats.org/officeDocument/2006/relationships/image" Target="../media/image17.png"/><Relationship Id="rId28" Type="http://schemas.openxmlformats.org/officeDocument/2006/relationships/image" Target="../media/image30.png"/><Relationship Id="rId31" Type="http://schemas.openxmlformats.org/officeDocument/2006/relationships/image" Target="../media/image33.png"/><Relationship Id="rId4" Type="http://schemas.openxmlformats.org/officeDocument/2006/relationships/image" Target="../media/image22.png"/><Relationship Id="rId22" Type="http://schemas.openxmlformats.org/officeDocument/2006/relationships/image" Target="../media/image21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圖片 106">
            <a:extLst>
              <a:ext uri="{FF2B5EF4-FFF2-40B4-BE49-F238E27FC236}">
                <a16:creationId xmlns:a16="http://schemas.microsoft.com/office/drawing/2014/main" id="{FDF85A7A-65CD-4331-BE69-08EF74276B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73"/>
          <a:stretch/>
        </p:blipFill>
        <p:spPr>
          <a:xfrm>
            <a:off x="417538" y="523234"/>
            <a:ext cx="8241065" cy="1658288"/>
          </a:xfrm>
          <a:prstGeom prst="rect">
            <a:avLst/>
          </a:prstGeom>
        </p:spPr>
      </p:pic>
      <p:pic>
        <p:nvPicPr>
          <p:cNvPr id="108" name="圖片 107">
            <a:extLst>
              <a:ext uri="{FF2B5EF4-FFF2-40B4-BE49-F238E27FC236}">
                <a16:creationId xmlns:a16="http://schemas.microsoft.com/office/drawing/2014/main" id="{D9694FC0-CF9E-4E7D-B832-4E29AD16405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365"/>
          <a:stretch/>
        </p:blipFill>
        <p:spPr>
          <a:xfrm>
            <a:off x="417538" y="2753551"/>
            <a:ext cx="8222015" cy="1658288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29D9B646-6A27-4649-A2F6-80CFFF4DF4A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97" r="9472"/>
          <a:stretch/>
        </p:blipFill>
        <p:spPr>
          <a:xfrm>
            <a:off x="8632004" y="2869566"/>
            <a:ext cx="569632" cy="1680954"/>
          </a:xfrm>
          <a:prstGeom prst="rect">
            <a:avLst/>
          </a:prstGeom>
        </p:spPr>
      </p:pic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DC81CB28-05E7-4299-B7F1-04C2533125DA}"/>
              </a:ext>
            </a:extLst>
          </p:cNvPr>
          <p:cNvSpPr/>
          <p:nvPr/>
        </p:nvSpPr>
        <p:spPr>
          <a:xfrm>
            <a:off x="428980" y="2832418"/>
            <a:ext cx="8258198" cy="1720252"/>
          </a:xfrm>
          <a:prstGeom prst="roundRect">
            <a:avLst>
              <a:gd name="adj" fmla="val 6163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441AAA92-0554-47A1-8611-1C1C012F694C}"/>
              </a:ext>
            </a:extLst>
          </p:cNvPr>
          <p:cNvSpPr/>
          <p:nvPr/>
        </p:nvSpPr>
        <p:spPr>
          <a:xfrm>
            <a:off x="429002" y="556341"/>
            <a:ext cx="8258346" cy="1719011"/>
          </a:xfrm>
          <a:prstGeom prst="roundRect">
            <a:avLst>
              <a:gd name="adj" fmla="val 6163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2068CE7F-6CD8-45E2-B176-93658BA0F5BA}"/>
                  </a:ext>
                </a:extLst>
              </p:cNvPr>
              <p:cNvSpPr/>
              <p:nvPr/>
            </p:nvSpPr>
            <p:spPr>
              <a:xfrm>
                <a:off x="669512" y="1571143"/>
                <a:ext cx="783035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0.1 </m:t>
                      </m:r>
                      <m:sSub>
                        <m:sSubPr>
                          <m:ctrlPr>
                            <a:rPr lang="en-US" altLang="zh-TW" sz="16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2068CE7F-6CD8-45E2-B176-93658BA0F5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12" y="1571143"/>
                <a:ext cx="783035" cy="343171"/>
              </a:xfrm>
              <a:prstGeom prst="rect">
                <a:avLst/>
              </a:prstGeom>
              <a:blipFill>
                <a:blip r:embed="rId5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0C022BE9-80C6-4AF4-8998-A1D5D06474C5}"/>
                  </a:ext>
                </a:extLst>
              </p:cNvPr>
              <p:cNvSpPr/>
              <p:nvPr/>
            </p:nvSpPr>
            <p:spPr>
              <a:xfrm>
                <a:off x="726897" y="1940760"/>
                <a:ext cx="889154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0C022BE9-80C6-4AF4-8998-A1D5D06474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897" y="1940760"/>
                <a:ext cx="889154" cy="3431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51EC34B8-B9CA-4030-BE38-C481D6D20ED4}"/>
                  </a:ext>
                </a:extLst>
              </p:cNvPr>
              <p:cNvSpPr/>
              <p:nvPr/>
            </p:nvSpPr>
            <p:spPr>
              <a:xfrm>
                <a:off x="2509180" y="1940760"/>
                <a:ext cx="889154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51EC34B8-B9CA-4030-BE38-C481D6D20E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180" y="1940760"/>
                <a:ext cx="889154" cy="34317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7626E0B4-7CA2-459D-9601-04C6B32702D5}"/>
                  </a:ext>
                </a:extLst>
              </p:cNvPr>
              <p:cNvSpPr/>
              <p:nvPr/>
            </p:nvSpPr>
            <p:spPr>
              <a:xfrm>
                <a:off x="4162153" y="1940760"/>
                <a:ext cx="733662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7626E0B4-7CA2-459D-9601-04C6B32702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153" y="1940760"/>
                <a:ext cx="733662" cy="34317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3F6CE0F2-6D19-4E6C-95F4-5A1A19791875}"/>
                  </a:ext>
                </a:extLst>
              </p:cNvPr>
              <p:cNvSpPr/>
              <p:nvPr/>
            </p:nvSpPr>
            <p:spPr>
              <a:xfrm>
                <a:off x="5918254" y="1940760"/>
                <a:ext cx="733662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3F6CE0F2-6D19-4E6C-95F4-5A1A197918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254" y="1940760"/>
                <a:ext cx="733662" cy="3431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0F4F07AD-DE02-4748-8EF5-507C2941CFC8}"/>
                  </a:ext>
                </a:extLst>
              </p:cNvPr>
              <p:cNvSpPr/>
              <p:nvPr/>
            </p:nvSpPr>
            <p:spPr>
              <a:xfrm>
                <a:off x="7545045" y="1940760"/>
                <a:ext cx="733662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0F4F07AD-DE02-4748-8EF5-507C2941CF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045" y="1940760"/>
                <a:ext cx="733662" cy="34317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D8163A59-21D2-4AEC-A55C-42C7FC0D3453}"/>
                  </a:ext>
                </a:extLst>
              </p:cNvPr>
              <p:cNvSpPr/>
              <p:nvPr/>
            </p:nvSpPr>
            <p:spPr>
              <a:xfrm>
                <a:off x="669512" y="3882330"/>
                <a:ext cx="783035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0.1 </m:t>
                      </m:r>
                      <m:sSub>
                        <m:sSubPr>
                          <m:ctrlPr>
                            <a:rPr lang="en-US" altLang="zh-TW" sz="16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D8163A59-21D2-4AEC-A55C-42C7FC0D34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12" y="3882330"/>
                <a:ext cx="783035" cy="343171"/>
              </a:xfrm>
              <a:prstGeom prst="rect">
                <a:avLst/>
              </a:prstGeom>
              <a:blipFill>
                <a:blip r:embed="rId11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998758AE-B7B5-4A39-8A8A-9C4CDF0D9BF9}"/>
                  </a:ext>
                </a:extLst>
              </p:cNvPr>
              <p:cNvSpPr/>
              <p:nvPr/>
            </p:nvSpPr>
            <p:spPr>
              <a:xfrm>
                <a:off x="726897" y="4204321"/>
                <a:ext cx="889154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998758AE-B7B5-4A39-8A8A-9C4CDF0D9B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897" y="4204321"/>
                <a:ext cx="889154" cy="34317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98783FC7-C31A-4177-B406-4D671DA17729}"/>
                  </a:ext>
                </a:extLst>
              </p:cNvPr>
              <p:cNvSpPr/>
              <p:nvPr/>
            </p:nvSpPr>
            <p:spPr>
              <a:xfrm>
                <a:off x="2509180" y="4204322"/>
                <a:ext cx="889154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98783FC7-C31A-4177-B406-4D671DA177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180" y="4204322"/>
                <a:ext cx="889154" cy="34317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37D72A01-C052-4820-BBED-D2187CB98E18}"/>
                  </a:ext>
                </a:extLst>
              </p:cNvPr>
              <p:cNvSpPr/>
              <p:nvPr/>
            </p:nvSpPr>
            <p:spPr>
              <a:xfrm>
                <a:off x="4162153" y="4204322"/>
                <a:ext cx="733662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37D72A01-C052-4820-BBED-D2187CB98E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153" y="4204322"/>
                <a:ext cx="733662" cy="34317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990EE664-F023-4537-B835-620C68FC83B8}"/>
                  </a:ext>
                </a:extLst>
              </p:cNvPr>
              <p:cNvSpPr/>
              <p:nvPr/>
            </p:nvSpPr>
            <p:spPr>
              <a:xfrm>
                <a:off x="5918254" y="4204322"/>
                <a:ext cx="733662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990EE664-F023-4537-B835-620C68FC83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254" y="4204322"/>
                <a:ext cx="733662" cy="34317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9E16470-7720-49A3-9DC9-3F0C741E2468}"/>
                  </a:ext>
                </a:extLst>
              </p:cNvPr>
              <p:cNvSpPr/>
              <p:nvPr/>
            </p:nvSpPr>
            <p:spPr>
              <a:xfrm>
                <a:off x="7545045" y="4204322"/>
                <a:ext cx="733662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9E16470-7720-49A3-9DC9-3F0C741E24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045" y="4204322"/>
                <a:ext cx="733662" cy="34317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矩形 83">
            <a:extLst>
              <a:ext uri="{FF2B5EF4-FFF2-40B4-BE49-F238E27FC236}">
                <a16:creationId xmlns:a16="http://schemas.microsoft.com/office/drawing/2014/main" id="{937C9061-1189-48F8-AA7F-3E862A0FA958}"/>
              </a:ext>
            </a:extLst>
          </p:cNvPr>
          <p:cNvSpPr/>
          <p:nvPr/>
        </p:nvSpPr>
        <p:spPr>
          <a:xfrm rot="5400000">
            <a:off x="8637052" y="1329285"/>
            <a:ext cx="1359668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arbitrary units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F4C1FE40-E458-4B65-9C8D-44E12C408F42}"/>
              </a:ext>
            </a:extLst>
          </p:cNvPr>
          <p:cNvSpPr/>
          <p:nvPr/>
        </p:nvSpPr>
        <p:spPr>
          <a:xfrm rot="5400000">
            <a:off x="8637052" y="3551145"/>
            <a:ext cx="1359668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arbitrary units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83B5F868-82DF-4B6B-A7DC-2FEC1536BE02}"/>
              </a:ext>
            </a:extLst>
          </p:cNvPr>
          <p:cNvGrpSpPr/>
          <p:nvPr/>
        </p:nvGrpSpPr>
        <p:grpSpPr>
          <a:xfrm>
            <a:off x="976315" y="855576"/>
            <a:ext cx="703953" cy="629156"/>
            <a:chOff x="-1051588" y="926660"/>
            <a:chExt cx="645259" cy="5766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字方塊 86">
                  <a:extLst>
                    <a:ext uri="{FF2B5EF4-FFF2-40B4-BE49-F238E27FC236}">
                      <a16:creationId xmlns:a16="http://schemas.microsoft.com/office/drawing/2014/main" id="{BD55CD46-F76A-40C8-8FEF-3E8617CDE787}"/>
                    </a:ext>
                  </a:extLst>
                </p:cNvPr>
                <p:cNvSpPr txBox="1"/>
                <p:nvPr/>
              </p:nvSpPr>
              <p:spPr>
                <a:xfrm>
                  <a:off x="-1051588" y="926660"/>
                  <a:ext cx="323387" cy="3356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0" name="文字方塊 79">
                  <a:extLst>
                    <a:ext uri="{FF2B5EF4-FFF2-40B4-BE49-F238E27FC236}">
                      <a16:creationId xmlns:a16="http://schemas.microsoft.com/office/drawing/2014/main" id="{0A2654E9-3006-4B11-B911-23ACB1C2DD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051588" y="926660"/>
                  <a:ext cx="323387" cy="335658"/>
                </a:xfrm>
                <a:prstGeom prst="rect">
                  <a:avLst/>
                </a:prstGeom>
                <a:blipFill>
                  <a:blip r:embed="rId19"/>
                  <a:stretch>
                    <a:fillRect r="-3448" b="-1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字方塊 95">
                  <a:extLst>
                    <a:ext uri="{FF2B5EF4-FFF2-40B4-BE49-F238E27FC236}">
                      <a16:creationId xmlns:a16="http://schemas.microsoft.com/office/drawing/2014/main" id="{1F9BA172-17FD-49D5-A01A-92CA18058D98}"/>
                    </a:ext>
                  </a:extLst>
                </p:cNvPr>
                <p:cNvSpPr txBox="1"/>
                <p:nvPr/>
              </p:nvSpPr>
              <p:spPr>
                <a:xfrm>
                  <a:off x="-813248" y="1188801"/>
                  <a:ext cx="406919" cy="3145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47E81467-D25E-4BB7-94DE-E307D45DD9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13248" y="1188801"/>
                  <a:ext cx="406919" cy="314558"/>
                </a:xfrm>
                <a:prstGeom prst="rect">
                  <a:avLst/>
                </a:prstGeom>
                <a:blipFill>
                  <a:blip r:embed="rId20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7" name="箭號: 向右 96">
              <a:extLst>
                <a:ext uri="{FF2B5EF4-FFF2-40B4-BE49-F238E27FC236}">
                  <a16:creationId xmlns:a16="http://schemas.microsoft.com/office/drawing/2014/main" id="{2C7CA38B-E7B2-4225-B8BC-952574CCD2AC}"/>
                </a:ext>
              </a:extLst>
            </p:cNvPr>
            <p:cNvSpPr/>
            <p:nvPr/>
          </p:nvSpPr>
          <p:spPr>
            <a:xfrm>
              <a:off x="-837092" y="1356364"/>
              <a:ext cx="92654" cy="27541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箭號: 向右 97">
              <a:extLst>
                <a:ext uri="{FF2B5EF4-FFF2-40B4-BE49-F238E27FC236}">
                  <a16:creationId xmlns:a16="http://schemas.microsoft.com/office/drawing/2014/main" id="{03D676CE-2788-42E2-A47E-69212772F843}"/>
                </a:ext>
              </a:extLst>
            </p:cNvPr>
            <p:cNvSpPr/>
            <p:nvPr/>
          </p:nvSpPr>
          <p:spPr>
            <a:xfrm rot="16200000">
              <a:off x="-877012" y="1316853"/>
              <a:ext cx="91764" cy="27808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9" name="群組 98">
            <a:extLst>
              <a:ext uri="{FF2B5EF4-FFF2-40B4-BE49-F238E27FC236}">
                <a16:creationId xmlns:a16="http://schemas.microsoft.com/office/drawing/2014/main" id="{469F717A-C89F-4550-9B7B-B8F161D20D3D}"/>
              </a:ext>
            </a:extLst>
          </p:cNvPr>
          <p:cNvGrpSpPr/>
          <p:nvPr/>
        </p:nvGrpSpPr>
        <p:grpSpPr>
          <a:xfrm>
            <a:off x="978625" y="3102109"/>
            <a:ext cx="688366" cy="625691"/>
            <a:chOff x="-1026188" y="931423"/>
            <a:chExt cx="630972" cy="5735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26274BA1-2423-4B88-BF19-FC08EEB0196B}"/>
                    </a:ext>
                  </a:extLst>
                </p:cNvPr>
                <p:cNvSpPr txBox="1"/>
                <p:nvPr/>
              </p:nvSpPr>
              <p:spPr>
                <a:xfrm>
                  <a:off x="-1026188" y="931423"/>
                  <a:ext cx="323387" cy="3356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48683BE6-7C91-45D6-99F7-2C602C34D8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026188" y="931423"/>
                  <a:ext cx="323387" cy="335658"/>
                </a:xfrm>
                <a:prstGeom prst="rect">
                  <a:avLst/>
                </a:prstGeom>
                <a:blipFill>
                  <a:blip r:embed="rId21"/>
                  <a:stretch>
                    <a:fillRect r="-34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E26D9775-85BB-4006-B91E-7B673CCCDDE1}"/>
                    </a:ext>
                  </a:extLst>
                </p:cNvPr>
                <p:cNvSpPr txBox="1"/>
                <p:nvPr/>
              </p:nvSpPr>
              <p:spPr>
                <a:xfrm>
                  <a:off x="-802135" y="1190388"/>
                  <a:ext cx="406919" cy="3145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9E8963A5-F392-4029-B309-DD9A00CE0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02135" y="1190388"/>
                  <a:ext cx="406919" cy="314558"/>
                </a:xfrm>
                <a:prstGeom prst="rect">
                  <a:avLst/>
                </a:prstGeom>
                <a:blipFill>
                  <a:blip r:embed="rId22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" name="箭號: 向右 101">
              <a:extLst>
                <a:ext uri="{FF2B5EF4-FFF2-40B4-BE49-F238E27FC236}">
                  <a16:creationId xmlns:a16="http://schemas.microsoft.com/office/drawing/2014/main" id="{79E1956D-E1A6-4F7A-8AB1-75CD7C8C93A7}"/>
                </a:ext>
              </a:extLst>
            </p:cNvPr>
            <p:cNvSpPr/>
            <p:nvPr/>
          </p:nvSpPr>
          <p:spPr>
            <a:xfrm>
              <a:off x="-837092" y="1356364"/>
              <a:ext cx="92654" cy="27541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箭號: 向右 102">
              <a:extLst>
                <a:ext uri="{FF2B5EF4-FFF2-40B4-BE49-F238E27FC236}">
                  <a16:creationId xmlns:a16="http://schemas.microsoft.com/office/drawing/2014/main" id="{7D1B38C6-6B33-43D0-9943-60E695DE8D9E}"/>
                </a:ext>
              </a:extLst>
            </p:cNvPr>
            <p:cNvSpPr/>
            <p:nvPr/>
          </p:nvSpPr>
          <p:spPr>
            <a:xfrm rot="16200000">
              <a:off x="-877012" y="1316853"/>
              <a:ext cx="91764" cy="27808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4" name="圖片 103">
            <a:extLst>
              <a:ext uri="{FF2B5EF4-FFF2-40B4-BE49-F238E27FC236}">
                <a16:creationId xmlns:a16="http://schemas.microsoft.com/office/drawing/2014/main" id="{A5B50928-FDC6-4EBF-A8A3-16E712F3A6A5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69" r="10158"/>
          <a:stretch/>
        </p:blipFill>
        <p:spPr>
          <a:xfrm>
            <a:off x="8743192" y="604980"/>
            <a:ext cx="432282" cy="1680954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6CBE0AD7-E644-49D6-BDC3-CC87DD7F37FE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6352"/>
          <a:stretch/>
        </p:blipFill>
        <p:spPr>
          <a:xfrm>
            <a:off x="419936" y="36797"/>
            <a:ext cx="961568" cy="527212"/>
          </a:xfrm>
          <a:prstGeom prst="rect">
            <a:avLst/>
          </a:prstGeom>
        </p:spPr>
      </p:pic>
      <p:pic>
        <p:nvPicPr>
          <p:cNvPr id="106" name="圖片 105">
            <a:extLst>
              <a:ext uri="{FF2B5EF4-FFF2-40B4-BE49-F238E27FC236}">
                <a16:creationId xmlns:a16="http://schemas.microsoft.com/office/drawing/2014/main" id="{4F4EC159-C11D-47CE-93AA-2A67ABB46FA7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4978"/>
          <a:stretch/>
        </p:blipFill>
        <p:spPr>
          <a:xfrm>
            <a:off x="419936" y="2315064"/>
            <a:ext cx="1212131" cy="52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69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圖片 54">
            <a:extLst>
              <a:ext uri="{FF2B5EF4-FFF2-40B4-BE49-F238E27FC236}">
                <a16:creationId xmlns:a16="http://schemas.microsoft.com/office/drawing/2014/main" id="{D788E2B5-293D-4EDC-AE5C-CB1993B878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6" r="68022"/>
          <a:stretch/>
        </p:blipFill>
        <p:spPr>
          <a:xfrm>
            <a:off x="2603392" y="684093"/>
            <a:ext cx="1429966" cy="1658288"/>
          </a:xfrm>
          <a:prstGeom prst="rect">
            <a:avLst/>
          </a:prstGeom>
        </p:spPr>
      </p:pic>
      <p:pic>
        <p:nvPicPr>
          <p:cNvPr id="58" name="圖片 57">
            <a:extLst>
              <a:ext uri="{FF2B5EF4-FFF2-40B4-BE49-F238E27FC236}">
                <a16:creationId xmlns:a16="http://schemas.microsoft.com/office/drawing/2014/main" id="{BE59FA60-C168-4DEF-96C3-263EF39EDA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0" r="68218"/>
          <a:stretch/>
        </p:blipFill>
        <p:spPr>
          <a:xfrm>
            <a:off x="2613120" y="2583668"/>
            <a:ext cx="1429966" cy="1658288"/>
          </a:xfrm>
          <a:prstGeom prst="rect">
            <a:avLst/>
          </a:prstGeom>
        </p:spPr>
      </p:pic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441AAA92-0554-47A1-8611-1C1C012F694C}"/>
              </a:ext>
            </a:extLst>
          </p:cNvPr>
          <p:cNvSpPr/>
          <p:nvPr/>
        </p:nvSpPr>
        <p:spPr>
          <a:xfrm>
            <a:off x="1307765" y="764825"/>
            <a:ext cx="6717600" cy="1458000"/>
          </a:xfrm>
          <a:prstGeom prst="roundRect">
            <a:avLst>
              <a:gd name="adj" fmla="val 6163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7" name="圖片 106">
            <a:extLst>
              <a:ext uri="{FF2B5EF4-FFF2-40B4-BE49-F238E27FC236}">
                <a16:creationId xmlns:a16="http://schemas.microsoft.com/office/drawing/2014/main" id="{FDF85A7A-65CD-4331-BE69-08EF74276B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838"/>
          <a:stretch/>
        </p:blipFill>
        <p:spPr>
          <a:xfrm>
            <a:off x="1182402" y="684093"/>
            <a:ext cx="1508539" cy="1658288"/>
          </a:xfrm>
          <a:prstGeom prst="rect">
            <a:avLst/>
          </a:prstGeom>
        </p:spPr>
      </p:pic>
      <p:pic>
        <p:nvPicPr>
          <p:cNvPr id="108" name="圖片 107">
            <a:extLst>
              <a:ext uri="{FF2B5EF4-FFF2-40B4-BE49-F238E27FC236}">
                <a16:creationId xmlns:a16="http://schemas.microsoft.com/office/drawing/2014/main" id="{D9694FC0-CF9E-4E7D-B832-4E29AD16405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230"/>
          <a:stretch/>
        </p:blipFill>
        <p:spPr>
          <a:xfrm>
            <a:off x="1221315" y="2583668"/>
            <a:ext cx="1469628" cy="1658288"/>
          </a:xfrm>
          <a:prstGeom prst="rect">
            <a:avLst/>
          </a:prstGeom>
        </p:spPr>
      </p:pic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DC81CB28-05E7-4299-B7F1-04C2533125DA}"/>
              </a:ext>
            </a:extLst>
          </p:cNvPr>
          <p:cNvSpPr/>
          <p:nvPr/>
        </p:nvSpPr>
        <p:spPr>
          <a:xfrm>
            <a:off x="1307765" y="2691110"/>
            <a:ext cx="6717600" cy="1458000"/>
          </a:xfrm>
          <a:prstGeom prst="roundRect">
            <a:avLst>
              <a:gd name="adj" fmla="val 6163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2068CE7F-6CD8-45E2-B176-93658BA0F5BA}"/>
                  </a:ext>
                </a:extLst>
              </p:cNvPr>
              <p:cNvSpPr/>
              <p:nvPr/>
            </p:nvSpPr>
            <p:spPr>
              <a:xfrm>
                <a:off x="1463559" y="1800095"/>
                <a:ext cx="783035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0.1 </m:t>
                      </m:r>
                      <m:sSub>
                        <m:sSubPr>
                          <m:ctrlPr>
                            <a:rPr lang="en-US" altLang="zh-TW" sz="16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2068CE7F-6CD8-45E2-B176-93658BA0F5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559" y="1800095"/>
                <a:ext cx="783035" cy="343171"/>
              </a:xfrm>
              <a:prstGeom prst="rect">
                <a:avLst/>
              </a:prstGeom>
              <a:blipFill>
                <a:blip r:embed="rId4"/>
                <a:stretch>
                  <a:fillRect b="-87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D8163A59-21D2-4AEC-A55C-42C7FC0D3453}"/>
                  </a:ext>
                </a:extLst>
              </p:cNvPr>
              <p:cNvSpPr/>
              <p:nvPr/>
            </p:nvSpPr>
            <p:spPr>
              <a:xfrm>
                <a:off x="1434376" y="3712447"/>
                <a:ext cx="783035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0.1 </m:t>
                      </m:r>
                      <m:sSub>
                        <m:sSubPr>
                          <m:ctrlPr>
                            <a:rPr lang="en-US" altLang="zh-TW" sz="16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D8163A59-21D2-4AEC-A55C-42C7FC0D34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376" y="3712447"/>
                <a:ext cx="783035" cy="343171"/>
              </a:xfrm>
              <a:prstGeom prst="rect">
                <a:avLst/>
              </a:prstGeom>
              <a:blipFill>
                <a:blip r:embed="rId5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群組 85">
            <a:extLst>
              <a:ext uri="{FF2B5EF4-FFF2-40B4-BE49-F238E27FC236}">
                <a16:creationId xmlns:a16="http://schemas.microsoft.com/office/drawing/2014/main" id="{83B5F868-82DF-4B6B-A7DC-2FEC1536BE02}"/>
              </a:ext>
            </a:extLst>
          </p:cNvPr>
          <p:cNvGrpSpPr/>
          <p:nvPr/>
        </p:nvGrpSpPr>
        <p:grpSpPr>
          <a:xfrm>
            <a:off x="1807854" y="1073585"/>
            <a:ext cx="637278" cy="572006"/>
            <a:chOff x="-990472" y="979045"/>
            <a:chExt cx="584143" cy="5243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字方塊 86">
                  <a:extLst>
                    <a:ext uri="{FF2B5EF4-FFF2-40B4-BE49-F238E27FC236}">
                      <a16:creationId xmlns:a16="http://schemas.microsoft.com/office/drawing/2014/main" id="{BD55CD46-F76A-40C8-8FEF-3E8617CDE787}"/>
                    </a:ext>
                  </a:extLst>
                </p:cNvPr>
                <p:cNvSpPr txBox="1"/>
                <p:nvPr/>
              </p:nvSpPr>
              <p:spPr>
                <a:xfrm>
                  <a:off x="-990472" y="979045"/>
                  <a:ext cx="323387" cy="3356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7" name="文字方塊 86">
                  <a:extLst>
                    <a:ext uri="{FF2B5EF4-FFF2-40B4-BE49-F238E27FC236}">
                      <a16:creationId xmlns:a16="http://schemas.microsoft.com/office/drawing/2014/main" id="{BD55CD46-F76A-40C8-8FEF-3E8617CDE7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990472" y="979045"/>
                  <a:ext cx="323387" cy="335658"/>
                </a:xfrm>
                <a:prstGeom prst="rect">
                  <a:avLst/>
                </a:prstGeom>
                <a:blipFill>
                  <a:blip r:embed="rId6"/>
                  <a:stretch>
                    <a:fillRect r="-5263" b="-1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字方塊 95">
                  <a:extLst>
                    <a:ext uri="{FF2B5EF4-FFF2-40B4-BE49-F238E27FC236}">
                      <a16:creationId xmlns:a16="http://schemas.microsoft.com/office/drawing/2014/main" id="{1F9BA172-17FD-49D5-A01A-92CA18058D98}"/>
                    </a:ext>
                  </a:extLst>
                </p:cNvPr>
                <p:cNvSpPr txBox="1"/>
                <p:nvPr/>
              </p:nvSpPr>
              <p:spPr>
                <a:xfrm>
                  <a:off x="-813248" y="1188801"/>
                  <a:ext cx="406919" cy="3145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47E81467-D25E-4BB7-94DE-E307D45DD9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13248" y="1188801"/>
                  <a:ext cx="406919" cy="314558"/>
                </a:xfrm>
                <a:prstGeom prst="rect">
                  <a:avLst/>
                </a:prstGeom>
                <a:blipFill>
                  <a:blip r:embed="rId20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7" name="箭號: 向右 96">
              <a:extLst>
                <a:ext uri="{FF2B5EF4-FFF2-40B4-BE49-F238E27FC236}">
                  <a16:creationId xmlns:a16="http://schemas.microsoft.com/office/drawing/2014/main" id="{2C7CA38B-E7B2-4225-B8BC-952574CCD2AC}"/>
                </a:ext>
              </a:extLst>
            </p:cNvPr>
            <p:cNvSpPr/>
            <p:nvPr/>
          </p:nvSpPr>
          <p:spPr>
            <a:xfrm>
              <a:off x="-837092" y="1356364"/>
              <a:ext cx="92654" cy="27541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箭號: 向右 97">
              <a:extLst>
                <a:ext uri="{FF2B5EF4-FFF2-40B4-BE49-F238E27FC236}">
                  <a16:creationId xmlns:a16="http://schemas.microsoft.com/office/drawing/2014/main" id="{03D676CE-2788-42E2-A47E-69212772F843}"/>
                </a:ext>
              </a:extLst>
            </p:cNvPr>
            <p:cNvSpPr/>
            <p:nvPr/>
          </p:nvSpPr>
          <p:spPr>
            <a:xfrm rot="16200000">
              <a:off x="-877012" y="1316853"/>
              <a:ext cx="91764" cy="27808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9" name="群組 98">
            <a:extLst>
              <a:ext uri="{FF2B5EF4-FFF2-40B4-BE49-F238E27FC236}">
                <a16:creationId xmlns:a16="http://schemas.microsoft.com/office/drawing/2014/main" id="{469F717A-C89F-4550-9B7B-B8F161D20D3D}"/>
              </a:ext>
            </a:extLst>
          </p:cNvPr>
          <p:cNvGrpSpPr/>
          <p:nvPr/>
        </p:nvGrpSpPr>
        <p:grpSpPr>
          <a:xfrm>
            <a:off x="1810164" y="2998901"/>
            <a:ext cx="621691" cy="559016"/>
            <a:chOff x="-965072" y="992539"/>
            <a:chExt cx="569856" cy="5124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26274BA1-2423-4B88-BF19-FC08EEB0196B}"/>
                    </a:ext>
                  </a:extLst>
                </p:cNvPr>
                <p:cNvSpPr txBox="1"/>
                <p:nvPr/>
              </p:nvSpPr>
              <p:spPr>
                <a:xfrm>
                  <a:off x="-965072" y="992539"/>
                  <a:ext cx="323387" cy="3356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26274BA1-2423-4B88-BF19-FC08EEB019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965072" y="992539"/>
                  <a:ext cx="323387" cy="335658"/>
                </a:xfrm>
                <a:prstGeom prst="rect">
                  <a:avLst/>
                </a:prstGeom>
                <a:blipFill>
                  <a:blip r:embed="rId21"/>
                  <a:stretch>
                    <a:fillRect r="-34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E26D9775-85BB-4006-B91E-7B673CCCDDE1}"/>
                    </a:ext>
                  </a:extLst>
                </p:cNvPr>
                <p:cNvSpPr txBox="1"/>
                <p:nvPr/>
              </p:nvSpPr>
              <p:spPr>
                <a:xfrm>
                  <a:off x="-802135" y="1190388"/>
                  <a:ext cx="406919" cy="3145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9E8963A5-F392-4029-B309-DD9A00CE0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02135" y="1190388"/>
                  <a:ext cx="406919" cy="314558"/>
                </a:xfrm>
                <a:prstGeom prst="rect">
                  <a:avLst/>
                </a:prstGeom>
                <a:blipFill>
                  <a:blip r:embed="rId22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" name="箭號: 向右 101">
              <a:extLst>
                <a:ext uri="{FF2B5EF4-FFF2-40B4-BE49-F238E27FC236}">
                  <a16:creationId xmlns:a16="http://schemas.microsoft.com/office/drawing/2014/main" id="{79E1956D-E1A6-4F7A-8AB1-75CD7C8C93A7}"/>
                </a:ext>
              </a:extLst>
            </p:cNvPr>
            <p:cNvSpPr/>
            <p:nvPr/>
          </p:nvSpPr>
          <p:spPr>
            <a:xfrm>
              <a:off x="-837092" y="1356364"/>
              <a:ext cx="92654" cy="27541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箭號: 向右 102">
              <a:extLst>
                <a:ext uri="{FF2B5EF4-FFF2-40B4-BE49-F238E27FC236}">
                  <a16:creationId xmlns:a16="http://schemas.microsoft.com/office/drawing/2014/main" id="{7D1B38C6-6B33-43D0-9943-60E695DE8D9E}"/>
                </a:ext>
              </a:extLst>
            </p:cNvPr>
            <p:cNvSpPr/>
            <p:nvPr/>
          </p:nvSpPr>
          <p:spPr>
            <a:xfrm rot="16200000">
              <a:off x="-877012" y="1316853"/>
              <a:ext cx="91764" cy="27808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5" name="圖片 104">
            <a:extLst>
              <a:ext uri="{FF2B5EF4-FFF2-40B4-BE49-F238E27FC236}">
                <a16:creationId xmlns:a16="http://schemas.microsoft.com/office/drawing/2014/main" id="{6CBE0AD7-E644-49D6-BDC3-CC87DD7F37FE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6352"/>
          <a:stretch/>
        </p:blipFill>
        <p:spPr>
          <a:xfrm>
            <a:off x="1389081" y="332668"/>
            <a:ext cx="786294" cy="431112"/>
          </a:xfrm>
          <a:prstGeom prst="rect">
            <a:avLst/>
          </a:prstGeom>
        </p:spPr>
      </p:pic>
      <p:pic>
        <p:nvPicPr>
          <p:cNvPr id="106" name="圖片 105">
            <a:extLst>
              <a:ext uri="{FF2B5EF4-FFF2-40B4-BE49-F238E27FC236}">
                <a16:creationId xmlns:a16="http://schemas.microsoft.com/office/drawing/2014/main" id="{4F4EC159-C11D-47CE-93AA-2A67ABB46FA7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4978"/>
          <a:stretch/>
        </p:blipFill>
        <p:spPr>
          <a:xfrm>
            <a:off x="1389081" y="2260737"/>
            <a:ext cx="991185" cy="431112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CA846FF8-896D-469D-AE01-3839E4A2EFC0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5569" b="70278"/>
          <a:stretch/>
        </p:blipFill>
        <p:spPr>
          <a:xfrm>
            <a:off x="8079333" y="758927"/>
            <a:ext cx="356439" cy="1354972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23586459-BCEE-4006-9A0F-37020F4A9636}"/>
              </a:ext>
            </a:extLst>
          </p:cNvPr>
          <p:cNvSpPr/>
          <p:nvPr/>
        </p:nvSpPr>
        <p:spPr>
          <a:xfrm>
            <a:off x="8033692" y="1942558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B093E9B-BC5E-4A4D-9CC6-53EC3B51B052}"/>
              </a:ext>
            </a:extLst>
          </p:cNvPr>
          <p:cNvSpPr/>
          <p:nvPr/>
        </p:nvSpPr>
        <p:spPr>
          <a:xfrm>
            <a:off x="8009121" y="3913623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E6CCE76B-EA68-4B1D-A777-EC704E4CDDD7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32321"/>
          <a:stretch/>
        </p:blipFill>
        <p:spPr>
          <a:xfrm>
            <a:off x="8038477" y="2740637"/>
            <a:ext cx="407456" cy="132880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3DAB0F83-1429-4C5E-8F46-7BEACD78C91C}"/>
              </a:ext>
            </a:extLst>
          </p:cNvPr>
          <p:cNvSpPr/>
          <p:nvPr/>
        </p:nvSpPr>
        <p:spPr>
          <a:xfrm>
            <a:off x="8337233" y="634669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7B7775-2417-4977-8D38-2F27B54E7063}"/>
              </a:ext>
            </a:extLst>
          </p:cNvPr>
          <p:cNvSpPr/>
          <p:nvPr/>
        </p:nvSpPr>
        <p:spPr>
          <a:xfrm>
            <a:off x="8356283" y="1901494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9355848-586F-45EC-A61B-9AB13DBF1474}"/>
              </a:ext>
            </a:extLst>
          </p:cNvPr>
          <p:cNvSpPr/>
          <p:nvPr/>
        </p:nvSpPr>
        <p:spPr>
          <a:xfrm>
            <a:off x="8346758" y="2588174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AB557D3-A11C-4303-9E25-ED7709E0AEAF}"/>
              </a:ext>
            </a:extLst>
          </p:cNvPr>
          <p:cNvSpPr/>
          <p:nvPr/>
        </p:nvSpPr>
        <p:spPr>
          <a:xfrm>
            <a:off x="8365808" y="3826424"/>
            <a:ext cx="357790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9" name="圖片 58">
            <a:extLst>
              <a:ext uri="{FF2B5EF4-FFF2-40B4-BE49-F238E27FC236}">
                <a16:creationId xmlns:a16="http://schemas.microsoft.com/office/drawing/2014/main" id="{7EF1C809-3941-4B62-A831-47B1450BE1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5" r="51207"/>
          <a:stretch/>
        </p:blipFill>
        <p:spPr>
          <a:xfrm>
            <a:off x="3974992" y="684093"/>
            <a:ext cx="1400782" cy="1658288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3AFC9ACE-7A82-40C4-A4DA-3A898945BF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22" r="51206"/>
          <a:stretch/>
        </p:blipFill>
        <p:spPr>
          <a:xfrm>
            <a:off x="3955537" y="2583668"/>
            <a:ext cx="1429965" cy="1658288"/>
          </a:xfrm>
          <a:prstGeom prst="rect">
            <a:avLst/>
          </a:prstGeom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51C4252C-691E-43E0-B86F-F5004BD95F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38" r="34390"/>
          <a:stretch/>
        </p:blipFill>
        <p:spPr>
          <a:xfrm>
            <a:off x="5288226" y="684093"/>
            <a:ext cx="1429966" cy="1658288"/>
          </a:xfrm>
          <a:prstGeom prst="rect">
            <a:avLst/>
          </a:prstGeom>
        </p:spPr>
      </p:pic>
      <p:pic>
        <p:nvPicPr>
          <p:cNvPr id="62" name="圖片 61">
            <a:extLst>
              <a:ext uri="{FF2B5EF4-FFF2-40B4-BE49-F238E27FC236}">
                <a16:creationId xmlns:a16="http://schemas.microsoft.com/office/drawing/2014/main" id="{424B62CF-A0E2-41A5-97E8-E008BA7752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0" r="34586"/>
          <a:stretch/>
        </p:blipFill>
        <p:spPr>
          <a:xfrm>
            <a:off x="5268770" y="2583668"/>
            <a:ext cx="1420239" cy="1658288"/>
          </a:xfrm>
          <a:prstGeom prst="rect">
            <a:avLst/>
          </a:prstGeom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275B4CD4-B5F8-4790-8ED4-69C8B6DAF8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4" r="17173"/>
          <a:stretch/>
        </p:blipFill>
        <p:spPr>
          <a:xfrm>
            <a:off x="6630642" y="684093"/>
            <a:ext cx="1469863" cy="1658288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C843C900-8265-48CB-96AF-A5B26DE32E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47" r="17365"/>
          <a:stretch/>
        </p:blipFill>
        <p:spPr>
          <a:xfrm>
            <a:off x="6640369" y="2583668"/>
            <a:ext cx="1421630" cy="16582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0C022BE9-80C6-4AF4-8998-A1D5D06474C5}"/>
                  </a:ext>
                </a:extLst>
              </p:cNvPr>
              <p:cNvSpPr/>
              <p:nvPr/>
            </p:nvSpPr>
            <p:spPr>
              <a:xfrm>
                <a:off x="1491761" y="787169"/>
                <a:ext cx="889154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0C022BE9-80C6-4AF4-8998-A1D5D06474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761" y="787169"/>
                <a:ext cx="889154" cy="34317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51EC34B8-B9CA-4030-BE38-C481D6D20ED4}"/>
                  </a:ext>
                </a:extLst>
              </p:cNvPr>
              <p:cNvSpPr/>
              <p:nvPr/>
            </p:nvSpPr>
            <p:spPr>
              <a:xfrm>
                <a:off x="2931144" y="787169"/>
                <a:ext cx="889154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51EC34B8-B9CA-4030-BE38-C481D6D20E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144" y="787169"/>
                <a:ext cx="889154" cy="34317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7626E0B4-7CA2-459D-9601-04C6B32702D5}"/>
                  </a:ext>
                </a:extLst>
              </p:cNvPr>
              <p:cNvSpPr/>
              <p:nvPr/>
            </p:nvSpPr>
            <p:spPr>
              <a:xfrm>
                <a:off x="4294327" y="78716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7626E0B4-7CA2-459D-9601-04C6B32702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327" y="787169"/>
                <a:ext cx="733662" cy="343171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3F6CE0F2-6D19-4E6C-95F4-5A1A19791875}"/>
                  </a:ext>
                </a:extLst>
              </p:cNvPr>
              <p:cNvSpPr/>
              <p:nvPr/>
            </p:nvSpPr>
            <p:spPr>
              <a:xfrm>
                <a:off x="5654418" y="78716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3F6CE0F2-6D19-4E6C-95F4-5A1A197918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18" y="787169"/>
                <a:ext cx="733662" cy="34317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0F4F07AD-DE02-4748-8EF5-507C2941CFC8}"/>
                  </a:ext>
                </a:extLst>
              </p:cNvPr>
              <p:cNvSpPr/>
              <p:nvPr/>
            </p:nvSpPr>
            <p:spPr>
              <a:xfrm>
                <a:off x="6938309" y="78716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0F4F07AD-DE02-4748-8EF5-507C2941CF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309" y="787169"/>
                <a:ext cx="733662" cy="343171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998758AE-B7B5-4A39-8A8A-9C4CDF0D9BF9}"/>
                  </a:ext>
                </a:extLst>
              </p:cNvPr>
              <p:cNvSpPr/>
              <p:nvPr/>
            </p:nvSpPr>
            <p:spPr>
              <a:xfrm>
                <a:off x="1491761" y="2719988"/>
                <a:ext cx="889154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998758AE-B7B5-4A39-8A8A-9C4CDF0D9B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761" y="2719988"/>
                <a:ext cx="889154" cy="343171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98783FC7-C31A-4177-B406-4D671DA17729}"/>
                  </a:ext>
                </a:extLst>
              </p:cNvPr>
              <p:cNvSpPr/>
              <p:nvPr/>
            </p:nvSpPr>
            <p:spPr>
              <a:xfrm>
                <a:off x="2931144" y="2719989"/>
                <a:ext cx="889154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98783FC7-C31A-4177-B406-4D671DA177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144" y="2719989"/>
                <a:ext cx="889154" cy="343171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37D72A01-C052-4820-BBED-D2187CB98E18}"/>
                  </a:ext>
                </a:extLst>
              </p:cNvPr>
              <p:cNvSpPr/>
              <p:nvPr/>
            </p:nvSpPr>
            <p:spPr>
              <a:xfrm>
                <a:off x="4294327" y="271998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37D72A01-C052-4820-BBED-D2187CB98E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327" y="2719989"/>
                <a:ext cx="733662" cy="343171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990EE664-F023-4537-B835-620C68FC83B8}"/>
                  </a:ext>
                </a:extLst>
              </p:cNvPr>
              <p:cNvSpPr/>
              <p:nvPr/>
            </p:nvSpPr>
            <p:spPr>
              <a:xfrm>
                <a:off x="5654418" y="271998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990EE664-F023-4537-B835-620C68FC83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18" y="2719989"/>
                <a:ext cx="733662" cy="343171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9E16470-7720-49A3-9DC9-3F0C741E2468}"/>
                  </a:ext>
                </a:extLst>
              </p:cNvPr>
              <p:cNvSpPr/>
              <p:nvPr/>
            </p:nvSpPr>
            <p:spPr>
              <a:xfrm>
                <a:off x="6938309" y="271998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9E16470-7720-49A3-9DC9-3F0C741E24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309" y="2719989"/>
                <a:ext cx="733662" cy="343171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5068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287</TotalTime>
  <Words>101</Words>
  <Application>Microsoft Office PowerPoint</Application>
  <PresentationFormat>自訂</PresentationFormat>
  <Paragraphs>40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43</cp:revision>
  <dcterms:created xsi:type="dcterms:W3CDTF">2026-03-29T16:54:49Z</dcterms:created>
  <dcterms:modified xsi:type="dcterms:W3CDTF">2026-07-18T09:33:06Z</dcterms:modified>
</cp:coreProperties>
</file>