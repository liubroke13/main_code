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5" r:id="rId2"/>
    <p:sldId id="266" r:id="rId3"/>
    <p:sldId id="267" r:id="rId4"/>
    <p:sldId id="268" r:id="rId5"/>
    <p:sldId id="274" r:id="rId6"/>
  </p:sldIdLst>
  <p:sldSz cx="147605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4571" autoAdjust="0"/>
  </p:normalViewPr>
  <p:slideViewPr>
    <p:cSldViewPr snapToGrid="0">
      <p:cViewPr>
        <p:scale>
          <a:sx n="50" d="100"/>
          <a:sy n="50" d="100"/>
        </p:scale>
        <p:origin x="69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5072" y="824885"/>
            <a:ext cx="11070431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5072" y="2647331"/>
            <a:ext cx="11070431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571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20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02" y="1256579"/>
            <a:ext cx="12730996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102" y="3373044"/>
            <a:ext cx="12730996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95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790" y="1341750"/>
            <a:ext cx="6273244" cy="319803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72541" y="1341750"/>
            <a:ext cx="6273244" cy="319803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14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2" y="268350"/>
            <a:ext cx="12730996" cy="97422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712" y="1235577"/>
            <a:ext cx="6244415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712" y="1841114"/>
            <a:ext cx="6244415" cy="270800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72541" y="1235577"/>
            <a:ext cx="6275167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72541" y="1841114"/>
            <a:ext cx="6275167" cy="270800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41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914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64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336021"/>
            <a:ext cx="4760669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167" y="725712"/>
            <a:ext cx="7472541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512094"/>
            <a:ext cx="4760669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524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336021"/>
            <a:ext cx="4760669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75167" y="725712"/>
            <a:ext cx="7472541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512094"/>
            <a:ext cx="4760669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048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793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63036" y="268350"/>
            <a:ext cx="3182749" cy="427143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4789" y="268350"/>
            <a:ext cx="9363740" cy="427143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024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4790" y="268350"/>
            <a:ext cx="12730996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90" y="1341750"/>
            <a:ext cx="12730996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4790" y="4671624"/>
            <a:ext cx="332112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9441" y="4671624"/>
            <a:ext cx="4981694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656" y="4671624"/>
            <a:ext cx="332112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573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3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7.png"/><Relationship Id="rId2" Type="http://schemas.openxmlformats.org/officeDocument/2006/relationships/image" Target="../media/image24.png"/><Relationship Id="rId16" Type="http://schemas.openxmlformats.org/officeDocument/2006/relationships/image" Target="../media/image17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32.png"/><Relationship Id="rId10" Type="http://schemas.openxmlformats.org/officeDocument/2006/relationships/image" Target="../media/image26.png"/><Relationship Id="rId19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25.png"/><Relationship Id="rId14" Type="http://schemas.openxmlformats.org/officeDocument/2006/relationships/image" Target="../media/image13.png"/><Relationship Id="rId22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6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21" Type="http://schemas.openxmlformats.org/officeDocument/2006/relationships/image" Target="../media/image38.png"/><Relationship Id="rId7" Type="http://schemas.openxmlformats.org/officeDocument/2006/relationships/image" Target="../media/image6.png"/><Relationship Id="rId12" Type="http://schemas.openxmlformats.org/officeDocument/2006/relationships/image" Target="../media/image35.png"/><Relationship Id="rId17" Type="http://schemas.openxmlformats.org/officeDocument/2006/relationships/image" Target="../media/image13.png"/><Relationship Id="rId2" Type="http://schemas.openxmlformats.org/officeDocument/2006/relationships/image" Target="../media/image33.png"/><Relationship Id="rId16" Type="http://schemas.openxmlformats.org/officeDocument/2006/relationships/image" Target="../media/image12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24" Type="http://schemas.openxmlformats.org/officeDocument/2006/relationships/image" Target="../media/image41.png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23" Type="http://schemas.openxmlformats.org/officeDocument/2006/relationships/image" Target="../media/image40.png"/><Relationship Id="rId10" Type="http://schemas.openxmlformats.org/officeDocument/2006/relationships/image" Target="../media/image34.png"/><Relationship Id="rId19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10.png"/><Relationship Id="rId22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47.png"/><Relationship Id="rId3" Type="http://schemas.openxmlformats.org/officeDocument/2006/relationships/image" Target="../media/image1.png"/><Relationship Id="rId21" Type="http://schemas.openxmlformats.org/officeDocument/2006/relationships/image" Target="../media/image43.png"/><Relationship Id="rId7" Type="http://schemas.openxmlformats.org/officeDocument/2006/relationships/image" Target="../media/image6.png"/><Relationship Id="rId12" Type="http://schemas.openxmlformats.org/officeDocument/2006/relationships/image" Target="../media/image35.png"/><Relationship Id="rId17" Type="http://schemas.openxmlformats.org/officeDocument/2006/relationships/image" Target="../media/image13.png"/><Relationship Id="rId25" Type="http://schemas.openxmlformats.org/officeDocument/2006/relationships/image" Target="../media/image46.png"/><Relationship Id="rId2" Type="http://schemas.openxmlformats.org/officeDocument/2006/relationships/image" Target="../media/image42.png"/><Relationship Id="rId16" Type="http://schemas.openxmlformats.org/officeDocument/2006/relationships/image" Target="../media/image12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24" Type="http://schemas.openxmlformats.org/officeDocument/2006/relationships/image" Target="../media/image45.png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23" Type="http://schemas.openxmlformats.org/officeDocument/2006/relationships/image" Target="../media/image44.png"/><Relationship Id="rId10" Type="http://schemas.openxmlformats.org/officeDocument/2006/relationships/image" Target="../media/image34.png"/><Relationship Id="rId19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10.png"/><Relationship Id="rId22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6.png"/><Relationship Id="rId39" Type="http://schemas.openxmlformats.org/officeDocument/2006/relationships/image" Target="../media/image74.png"/><Relationship Id="rId21" Type="http://schemas.openxmlformats.org/officeDocument/2006/relationships/image" Target="../media/image64.png"/><Relationship Id="rId34" Type="http://schemas.openxmlformats.org/officeDocument/2006/relationships/image" Target="../media/image71.png"/><Relationship Id="rId42" Type="http://schemas.openxmlformats.org/officeDocument/2006/relationships/image" Target="../media/image77.png"/><Relationship Id="rId47" Type="http://schemas.openxmlformats.org/officeDocument/2006/relationships/image" Target="../media/image80.png"/><Relationship Id="rId50" Type="http://schemas.openxmlformats.org/officeDocument/2006/relationships/image" Target="../media/image83.png"/><Relationship Id="rId7" Type="http://schemas.openxmlformats.org/officeDocument/2006/relationships/image" Target="../media/image50.png"/><Relationship Id="rId2" Type="http://schemas.openxmlformats.org/officeDocument/2006/relationships/image" Target="../media/image42.png"/><Relationship Id="rId16" Type="http://schemas.openxmlformats.org/officeDocument/2006/relationships/image" Target="../media/image59.png"/><Relationship Id="rId29" Type="http://schemas.openxmlformats.org/officeDocument/2006/relationships/image" Target="../media/image69.png"/><Relationship Id="rId11" Type="http://schemas.openxmlformats.org/officeDocument/2006/relationships/image" Target="../media/image54.png"/><Relationship Id="rId24" Type="http://schemas.openxmlformats.org/officeDocument/2006/relationships/image" Target="../media/image33.png"/><Relationship Id="rId32" Type="http://schemas.openxmlformats.org/officeDocument/2006/relationships/image" Target="../media/image2.png"/><Relationship Id="rId37" Type="http://schemas.openxmlformats.org/officeDocument/2006/relationships/image" Target="../media/image16.png"/><Relationship Id="rId40" Type="http://schemas.openxmlformats.org/officeDocument/2006/relationships/image" Target="../media/image75.png"/><Relationship Id="rId45" Type="http://schemas.openxmlformats.org/officeDocument/2006/relationships/image" Target="../media/image2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47.png"/><Relationship Id="rId28" Type="http://schemas.openxmlformats.org/officeDocument/2006/relationships/image" Target="../media/image68.png"/><Relationship Id="rId36" Type="http://schemas.openxmlformats.org/officeDocument/2006/relationships/image" Target="../media/image15.png"/><Relationship Id="rId49" Type="http://schemas.openxmlformats.org/officeDocument/2006/relationships/image" Target="../media/image82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31" Type="http://schemas.openxmlformats.org/officeDocument/2006/relationships/image" Target="../media/image41.png"/><Relationship Id="rId44" Type="http://schemas.openxmlformats.org/officeDocument/2006/relationships/image" Target="../media/image23.png"/><Relationship Id="rId52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44.png"/><Relationship Id="rId27" Type="http://schemas.openxmlformats.org/officeDocument/2006/relationships/image" Target="../media/image67.png"/><Relationship Id="rId30" Type="http://schemas.openxmlformats.org/officeDocument/2006/relationships/image" Target="../media/image40.png"/><Relationship Id="rId35" Type="http://schemas.openxmlformats.org/officeDocument/2006/relationships/image" Target="../media/image72.png"/><Relationship Id="rId43" Type="http://schemas.openxmlformats.org/officeDocument/2006/relationships/image" Target="../media/image78.png"/><Relationship Id="rId48" Type="http://schemas.openxmlformats.org/officeDocument/2006/relationships/image" Target="../media/image81.png"/><Relationship Id="rId8" Type="http://schemas.openxmlformats.org/officeDocument/2006/relationships/image" Target="../media/image51.png"/><Relationship Id="rId51" Type="http://schemas.openxmlformats.org/officeDocument/2006/relationships/image" Target="../media/image31.png"/><Relationship Id="rId3" Type="http://schemas.openxmlformats.org/officeDocument/2006/relationships/image" Target="../media/image1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5.png"/><Relationship Id="rId33" Type="http://schemas.openxmlformats.org/officeDocument/2006/relationships/image" Target="../media/image70.png"/><Relationship Id="rId38" Type="http://schemas.openxmlformats.org/officeDocument/2006/relationships/image" Target="../media/image73.png"/><Relationship Id="rId46" Type="http://schemas.openxmlformats.org/officeDocument/2006/relationships/image" Target="../media/image79.png"/><Relationship Id="rId20" Type="http://schemas.openxmlformats.org/officeDocument/2006/relationships/image" Target="../media/image63.png"/><Relationship Id="rId41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FEA35E69-EA94-40AD-AC4C-C798045B4D1C}"/>
              </a:ext>
            </a:extLst>
          </p:cNvPr>
          <p:cNvSpPr/>
          <p:nvPr/>
        </p:nvSpPr>
        <p:spPr>
          <a:xfrm>
            <a:off x="3772165" y="-1812333"/>
            <a:ext cx="7831307" cy="967637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4892" tIns="32448" rIns="64892" bIns="32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278" dirty="0"/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12E07CCC-7EF5-42C1-A542-F4E56005E8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8352382" y="-1046968"/>
            <a:ext cx="493728" cy="1858709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868775F3-0A80-49F8-9360-AEA9A95616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6113"/>
          <a:stretch/>
        </p:blipFill>
        <p:spPr>
          <a:xfrm>
            <a:off x="6412177" y="-984933"/>
            <a:ext cx="1760337" cy="1753527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1A5BCBC6-47C2-4ECD-B7B7-31F7823C01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8796769" y="-360978"/>
            <a:ext cx="2657319" cy="639728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4094315" y="-1172221"/>
            <a:ext cx="7173347" cy="572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312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197528" y="199888"/>
                <a:ext cx="578958" cy="479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516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28" y="199888"/>
                <a:ext cx="578958" cy="479490"/>
              </a:xfrm>
              <a:prstGeom prst="rect">
                <a:avLst/>
              </a:prstGeom>
              <a:blipFill>
                <a:blip r:embed="rId5"/>
                <a:stretch>
                  <a:fillRect l="-3158" r="-53684" b="-14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98159" y="-205194"/>
            <a:ext cx="108731" cy="104303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030791" y="-549121"/>
                <a:ext cx="392950" cy="488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91" y="-549121"/>
                <a:ext cx="392950" cy="488339"/>
              </a:xfrm>
              <a:prstGeom prst="rect">
                <a:avLst/>
              </a:prstGeom>
              <a:blipFill>
                <a:blip r:embed="rId6"/>
                <a:stretch>
                  <a:fillRect l="-10769" r="-27692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312374" y="-389809"/>
                <a:ext cx="3212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74" y="-389809"/>
                <a:ext cx="321295" cy="459357"/>
              </a:xfrm>
              <a:prstGeom prst="rect">
                <a:avLst/>
              </a:prstGeom>
              <a:blipFill>
                <a:blip r:embed="rId7"/>
                <a:stretch>
                  <a:fillRect l="-13462" r="-50000" b="-14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8162580" y="399943"/>
                <a:ext cx="439386" cy="421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2139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0" y="399943"/>
                <a:ext cx="439386" cy="421526"/>
              </a:xfrm>
              <a:prstGeom prst="rect">
                <a:avLst/>
              </a:prstGeom>
              <a:blipFill>
                <a:blip r:embed="rId8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6714239" y="4414090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239" y="4414090"/>
                <a:ext cx="1211351" cy="459357"/>
              </a:xfrm>
              <a:prstGeom prst="rect">
                <a:avLst/>
              </a:prstGeom>
              <a:blipFill>
                <a:blip r:embed="rId9"/>
                <a:stretch>
                  <a:fillRect t="-132000" r="-48241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6739268" y="1442880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68" y="1442880"/>
                <a:ext cx="1211351" cy="459357"/>
              </a:xfrm>
              <a:prstGeom prst="rect">
                <a:avLst/>
              </a:prstGeom>
              <a:blipFill>
                <a:blip r:embed="rId10"/>
                <a:stretch>
                  <a:fillRect t="-132000" r="-48485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230934" y="1956510"/>
            <a:ext cx="242058" cy="25074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6279405" y="2081873"/>
            <a:ext cx="2151650" cy="2228836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230934" y="4184092"/>
            <a:ext cx="242058" cy="25074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6888040" y="2121200"/>
            <a:ext cx="927850" cy="2151650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6812724" y="2082622"/>
            <a:ext cx="1075826" cy="2228836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6888040" y="2121200"/>
            <a:ext cx="927850" cy="2151650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6532885" y="2931285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85" y="2931285"/>
                <a:ext cx="263635" cy="459357"/>
              </a:xfrm>
              <a:prstGeom prst="rect">
                <a:avLst/>
              </a:prstGeom>
              <a:blipFill>
                <a:blip r:embed="rId11"/>
                <a:stretch>
                  <a:fillRect r="-25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229524" y="418409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508764" y="3073435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64" y="3073435"/>
                <a:ext cx="263635" cy="459357"/>
              </a:xfrm>
              <a:prstGeom prst="rect">
                <a:avLst/>
              </a:prstGeom>
              <a:blipFill>
                <a:blip r:embed="rId12"/>
                <a:stretch>
                  <a:fillRect l="-6977" r="-41860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145001" y="2135080"/>
                <a:ext cx="382899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001" y="2135080"/>
                <a:ext cx="382899" cy="4593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6812724" y="2082622"/>
            <a:ext cx="1075826" cy="2228836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8306628" y="307167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46125" y="2529370"/>
            <a:ext cx="2527" cy="66440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50560" y="3190518"/>
            <a:ext cx="291757" cy="23358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95273" y="2935008"/>
            <a:ext cx="0" cy="511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154729" y="307167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231287" y="1944776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253141" y="3050222"/>
            <a:ext cx="152595" cy="29462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6710734" y="3102457"/>
                <a:ext cx="46972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734" y="3102457"/>
                <a:ext cx="469721" cy="45935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019576" y="3199341"/>
            <a:ext cx="330174" cy="426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234179" y="2994752"/>
            <a:ext cx="222338" cy="449055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293457" y="2625013"/>
                <a:ext cx="442617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57" y="2625013"/>
                <a:ext cx="442617" cy="459357"/>
              </a:xfrm>
              <a:prstGeom prst="rect">
                <a:avLst/>
              </a:prstGeom>
              <a:blipFill>
                <a:blip r:embed="rId15"/>
                <a:stretch>
                  <a:fillRect l="-4110" r="-1370"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37704" y="2535162"/>
            <a:ext cx="852203" cy="66999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740468" y="3491479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6718579" y="2685325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6F07C47-8695-4AC3-BEA9-11257D92023E}"/>
              </a:ext>
            </a:extLst>
          </p:cNvPr>
          <p:cNvSpPr/>
          <p:nvPr/>
        </p:nvSpPr>
        <p:spPr>
          <a:xfrm>
            <a:off x="9222846" y="75923"/>
            <a:ext cx="181911" cy="688522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sz="3874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CAE6DB9F-C165-400C-9759-286F0B6DD13A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6375760" y="5230098"/>
            <a:ext cx="1875826" cy="1808379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E1430B35-E12D-4FB7-BAE9-143A067165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18" r="50113"/>
          <a:stretch/>
        </p:blipFill>
        <p:spPr>
          <a:xfrm>
            <a:off x="6367922" y="5257698"/>
            <a:ext cx="1883650" cy="1766769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CAD60AE1-8FFC-4BDF-9140-4A079C500D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646"/>
          <a:stretch/>
        </p:blipFill>
        <p:spPr>
          <a:xfrm>
            <a:off x="8723108" y="942344"/>
            <a:ext cx="1808300" cy="1766769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1ABD97A2-E351-4D32-9232-4FFF0CEED3C4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8705961" y="3340818"/>
            <a:ext cx="1831467" cy="17880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/>
              <p:nvPr/>
            </p:nvSpPr>
            <p:spPr>
              <a:xfrm>
                <a:off x="6271083" y="737884"/>
                <a:ext cx="2330884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238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83" y="737884"/>
                <a:ext cx="2330884" cy="459357"/>
              </a:xfrm>
              <a:prstGeom prst="rect">
                <a:avLst/>
              </a:prstGeom>
              <a:blipFill>
                <a:blip r:embed="rId1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/>
              <p:nvPr/>
            </p:nvSpPr>
            <p:spPr>
              <a:xfrm>
                <a:off x="3813932" y="5045509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932" y="5045509"/>
                <a:ext cx="2369563" cy="459357"/>
              </a:xfrm>
              <a:prstGeom prst="rect">
                <a:avLst/>
              </a:prstGeom>
              <a:blipFill>
                <a:blip r:embed="rId1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/>
              <p:nvPr/>
            </p:nvSpPr>
            <p:spPr>
              <a:xfrm>
                <a:off x="6254721" y="6684166"/>
                <a:ext cx="2199636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21" y="6684166"/>
                <a:ext cx="2199636" cy="45935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/>
              <p:nvPr/>
            </p:nvSpPr>
            <p:spPr>
              <a:xfrm>
                <a:off x="3950368" y="2723216"/>
                <a:ext cx="20966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68" y="2723216"/>
                <a:ext cx="2096695" cy="459357"/>
              </a:xfrm>
              <a:prstGeom prst="rect">
                <a:avLst/>
              </a:prstGeom>
              <a:blipFill>
                <a:blip r:embed="rId21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/>
              <p:nvPr/>
            </p:nvSpPr>
            <p:spPr>
              <a:xfrm>
                <a:off x="8436033" y="2667193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3" y="2667193"/>
                <a:ext cx="2369563" cy="459357"/>
              </a:xfrm>
              <a:prstGeom prst="rect">
                <a:avLst/>
              </a:prstGeom>
              <a:blipFill>
                <a:blip r:embed="rId22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/>
              <p:nvPr/>
            </p:nvSpPr>
            <p:spPr>
              <a:xfrm>
                <a:off x="8436031" y="5160172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160172"/>
                <a:ext cx="2369563" cy="459357"/>
              </a:xfrm>
              <a:prstGeom prst="rect">
                <a:avLst/>
              </a:prstGeom>
              <a:blipFill>
                <a:blip r:embed="rId2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647FFCAC-1839-4D5D-B01D-97C5B375418A}"/>
              </a:ext>
            </a:extLst>
          </p:cNvPr>
          <p:cNvCxnSpPr>
            <a:cxnSpLocks/>
          </p:cNvCxnSpPr>
          <p:nvPr/>
        </p:nvCxnSpPr>
        <p:spPr>
          <a:xfrm>
            <a:off x="7981648" y="3777542"/>
            <a:ext cx="738029" cy="103208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64D89424-A40B-474A-A1E5-62FD7AF417A1}"/>
              </a:ext>
            </a:extLst>
          </p:cNvPr>
          <p:cNvCxnSpPr>
            <a:cxnSpLocks/>
          </p:cNvCxnSpPr>
          <p:nvPr/>
        </p:nvCxnSpPr>
        <p:spPr>
          <a:xfrm>
            <a:off x="5931583" y="1533224"/>
            <a:ext cx="857207" cy="122476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DE1BCCDA-13DF-47CA-9839-24127ADDB757}"/>
              </a:ext>
            </a:extLst>
          </p:cNvPr>
          <p:cNvCxnSpPr>
            <a:cxnSpLocks/>
          </p:cNvCxnSpPr>
          <p:nvPr/>
        </p:nvCxnSpPr>
        <p:spPr>
          <a:xfrm flipH="1">
            <a:off x="5890567" y="3283023"/>
            <a:ext cx="301757" cy="69954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4A917F7A-2C22-40C5-9AF8-EA3625BCFA52}"/>
              </a:ext>
            </a:extLst>
          </p:cNvPr>
          <p:cNvCxnSpPr>
            <a:cxnSpLocks/>
          </p:cNvCxnSpPr>
          <p:nvPr/>
        </p:nvCxnSpPr>
        <p:spPr>
          <a:xfrm flipV="1">
            <a:off x="8521517" y="2593754"/>
            <a:ext cx="225511" cy="47992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3F93C3E6-0A5B-4E77-B28F-F955FB13B5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692" r="24354"/>
          <a:stretch/>
        </p:blipFill>
        <p:spPr>
          <a:xfrm>
            <a:off x="4028409" y="3412691"/>
            <a:ext cx="1927075" cy="1766769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B3919511-6DC6-4372-A962-C83EB1D944F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82685" y="881817"/>
            <a:ext cx="1854856" cy="186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0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FEA35E69-EA94-40AD-AC4C-C798045B4D1C}"/>
              </a:ext>
            </a:extLst>
          </p:cNvPr>
          <p:cNvSpPr/>
          <p:nvPr/>
        </p:nvSpPr>
        <p:spPr>
          <a:xfrm>
            <a:off x="3772165" y="-1812333"/>
            <a:ext cx="7831307" cy="967637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4892" tIns="32448" rIns="64892" bIns="32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278" dirty="0"/>
          </a:p>
        </p:txBody>
      </p:sp>
      <p:pic>
        <p:nvPicPr>
          <p:cNvPr id="70" name="圖片 69">
            <a:extLst>
              <a:ext uri="{FF2B5EF4-FFF2-40B4-BE49-F238E27FC236}">
                <a16:creationId xmlns:a16="http://schemas.microsoft.com/office/drawing/2014/main" id="{8F46972A-CDE3-4B75-B3CD-4DADD805A3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589"/>
          <a:stretch/>
        </p:blipFill>
        <p:spPr>
          <a:xfrm>
            <a:off x="6422601" y="-981746"/>
            <a:ext cx="1818725" cy="1791746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01AEB864-1FC6-454C-B26C-A4F7DED5D1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81" r="49553"/>
          <a:stretch/>
        </p:blipFill>
        <p:spPr>
          <a:xfrm>
            <a:off x="6368914" y="5244255"/>
            <a:ext cx="1927075" cy="1791746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34A69BBF-CCF4-43AD-8820-6C0EF248CD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896" r="24238"/>
          <a:stretch/>
        </p:blipFill>
        <p:spPr>
          <a:xfrm>
            <a:off x="4031827" y="982596"/>
            <a:ext cx="1927075" cy="1791746"/>
          </a:xfrm>
          <a:prstGeom prst="rect">
            <a:avLst/>
          </a:prstGeom>
        </p:spPr>
      </p:pic>
      <p:pic>
        <p:nvPicPr>
          <p:cNvPr id="86" name="圖片 85">
            <a:extLst>
              <a:ext uri="{FF2B5EF4-FFF2-40B4-BE49-F238E27FC236}">
                <a16:creationId xmlns:a16="http://schemas.microsoft.com/office/drawing/2014/main" id="{12E07CCC-7EF5-42C1-A542-F4E56005E8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8352382" y="-1046968"/>
            <a:ext cx="493728" cy="1858709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1A5BCBC6-47C2-4ECD-B7B7-31F7823C01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8796769" y="-360978"/>
            <a:ext cx="2657319" cy="639728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4094315" y="-1172221"/>
            <a:ext cx="7173347" cy="572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312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197528" y="199888"/>
                <a:ext cx="578958" cy="479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516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28" y="199888"/>
                <a:ext cx="578958" cy="479490"/>
              </a:xfrm>
              <a:prstGeom prst="rect">
                <a:avLst/>
              </a:prstGeom>
              <a:blipFill>
                <a:blip r:embed="rId5"/>
                <a:stretch>
                  <a:fillRect l="-3158" r="-53684" b="-14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98159" y="-205194"/>
            <a:ext cx="108731" cy="104303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030791" y="-549121"/>
                <a:ext cx="392950" cy="488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91" y="-549121"/>
                <a:ext cx="392950" cy="488339"/>
              </a:xfrm>
              <a:prstGeom prst="rect">
                <a:avLst/>
              </a:prstGeom>
              <a:blipFill>
                <a:blip r:embed="rId6"/>
                <a:stretch>
                  <a:fillRect l="-10769" r="-27692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312374" y="-389809"/>
                <a:ext cx="3212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74" y="-389809"/>
                <a:ext cx="321295" cy="459357"/>
              </a:xfrm>
              <a:prstGeom prst="rect">
                <a:avLst/>
              </a:prstGeom>
              <a:blipFill>
                <a:blip r:embed="rId7"/>
                <a:stretch>
                  <a:fillRect l="-13462" r="-50000" b="-14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8162580" y="399943"/>
                <a:ext cx="439386" cy="421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2139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0" y="399943"/>
                <a:ext cx="439386" cy="421526"/>
              </a:xfrm>
              <a:prstGeom prst="rect">
                <a:avLst/>
              </a:prstGeom>
              <a:blipFill>
                <a:blip r:embed="rId8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6714239" y="4414090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239" y="4414090"/>
                <a:ext cx="1211351" cy="459357"/>
              </a:xfrm>
              <a:prstGeom prst="rect">
                <a:avLst/>
              </a:prstGeom>
              <a:blipFill>
                <a:blip r:embed="rId9"/>
                <a:stretch>
                  <a:fillRect t="-132000" r="-48241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6739268" y="1442880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68" y="1442880"/>
                <a:ext cx="1211351" cy="459357"/>
              </a:xfrm>
              <a:prstGeom prst="rect">
                <a:avLst/>
              </a:prstGeom>
              <a:blipFill>
                <a:blip r:embed="rId10"/>
                <a:stretch>
                  <a:fillRect t="-132000" r="-38889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230934" y="1956510"/>
            <a:ext cx="242058" cy="25074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6279405" y="2081873"/>
            <a:ext cx="2151650" cy="2228836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230934" y="4184092"/>
            <a:ext cx="242058" cy="25074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6888040" y="2121200"/>
            <a:ext cx="927850" cy="2151650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6812724" y="2082622"/>
            <a:ext cx="1075826" cy="2228836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6888040" y="2121200"/>
            <a:ext cx="927850" cy="2151650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6532885" y="2931285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85" y="2931285"/>
                <a:ext cx="263635" cy="459357"/>
              </a:xfrm>
              <a:prstGeom prst="rect">
                <a:avLst/>
              </a:prstGeom>
              <a:blipFill>
                <a:blip r:embed="rId11"/>
                <a:stretch>
                  <a:fillRect r="-25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229524" y="418409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508764" y="3073435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64" y="3073435"/>
                <a:ext cx="263635" cy="459357"/>
              </a:xfrm>
              <a:prstGeom prst="rect">
                <a:avLst/>
              </a:prstGeom>
              <a:blipFill>
                <a:blip r:embed="rId12"/>
                <a:stretch>
                  <a:fillRect l="-6977" r="-41860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145001" y="2135080"/>
                <a:ext cx="382899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001" y="2135080"/>
                <a:ext cx="382899" cy="4593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6812724" y="2082622"/>
            <a:ext cx="1075826" cy="2228836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8306628" y="307167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46125" y="2529370"/>
            <a:ext cx="2527" cy="66440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50560" y="3190518"/>
            <a:ext cx="291757" cy="23358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95273" y="2935008"/>
            <a:ext cx="0" cy="511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154729" y="307167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231287" y="1944776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253141" y="3050222"/>
            <a:ext cx="152595" cy="29462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6710734" y="3102457"/>
                <a:ext cx="46972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734" y="3102457"/>
                <a:ext cx="469721" cy="45935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019576" y="3199341"/>
            <a:ext cx="330174" cy="426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234179" y="2994752"/>
            <a:ext cx="222338" cy="449055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293457" y="2625013"/>
                <a:ext cx="442617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57" y="2625013"/>
                <a:ext cx="442617" cy="459357"/>
              </a:xfrm>
              <a:prstGeom prst="rect">
                <a:avLst/>
              </a:prstGeom>
              <a:blipFill>
                <a:blip r:embed="rId15"/>
                <a:stretch>
                  <a:fillRect l="-4110" r="-1370"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37704" y="2535162"/>
            <a:ext cx="852203" cy="66999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740468" y="3491479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6718579" y="2685325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6F07C47-8695-4AC3-BEA9-11257D92023E}"/>
              </a:ext>
            </a:extLst>
          </p:cNvPr>
          <p:cNvSpPr/>
          <p:nvPr/>
        </p:nvSpPr>
        <p:spPr>
          <a:xfrm>
            <a:off x="9222846" y="75923"/>
            <a:ext cx="181911" cy="688522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sz="387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/>
              <p:nvPr/>
            </p:nvSpPr>
            <p:spPr>
              <a:xfrm>
                <a:off x="6271083" y="737884"/>
                <a:ext cx="2330884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238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83" y="737884"/>
                <a:ext cx="2330884" cy="459357"/>
              </a:xfrm>
              <a:prstGeom prst="rect">
                <a:avLst/>
              </a:prstGeom>
              <a:blipFill>
                <a:blip r:embed="rId1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/>
              <p:nvPr/>
            </p:nvSpPr>
            <p:spPr>
              <a:xfrm>
                <a:off x="3813932" y="5130020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932" y="5130020"/>
                <a:ext cx="2369563" cy="459357"/>
              </a:xfrm>
              <a:prstGeom prst="rect">
                <a:avLst/>
              </a:prstGeom>
              <a:blipFill>
                <a:blip r:embed="rId17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/>
              <p:nvPr/>
            </p:nvSpPr>
            <p:spPr>
              <a:xfrm>
                <a:off x="6254721" y="6684166"/>
                <a:ext cx="2199636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21" y="6684166"/>
                <a:ext cx="2199636" cy="4593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/>
              <p:nvPr/>
            </p:nvSpPr>
            <p:spPr>
              <a:xfrm>
                <a:off x="3950368" y="2668547"/>
                <a:ext cx="20966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68" y="2668547"/>
                <a:ext cx="2096695" cy="459357"/>
              </a:xfrm>
              <a:prstGeom prst="rect">
                <a:avLst/>
              </a:prstGeom>
              <a:blipFill>
                <a:blip r:embed="rId1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/>
              <p:nvPr/>
            </p:nvSpPr>
            <p:spPr>
              <a:xfrm>
                <a:off x="8436033" y="2680860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3" y="2680860"/>
                <a:ext cx="2369563" cy="459357"/>
              </a:xfrm>
              <a:prstGeom prst="rect">
                <a:avLst/>
              </a:prstGeom>
              <a:blipFill>
                <a:blip r:embed="rId2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/>
              <p:nvPr/>
            </p:nvSpPr>
            <p:spPr>
              <a:xfrm>
                <a:off x="8436031" y="5132836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132836"/>
                <a:ext cx="2369563" cy="459357"/>
              </a:xfrm>
              <a:prstGeom prst="rect">
                <a:avLst/>
              </a:prstGeom>
              <a:blipFill>
                <a:blip r:embed="rId21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67356852-E45D-4E35-83B9-BAB40F3EA8CA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10337" t="20546" r="9330" b="19264"/>
          <a:stretch/>
        </p:blipFill>
        <p:spPr>
          <a:xfrm>
            <a:off x="9030605" y="-284275"/>
            <a:ext cx="1178795" cy="277711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6E3BD2B6-1198-4305-BE2B-AB6A6B30A4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670"/>
          <a:stretch/>
        </p:blipFill>
        <p:spPr>
          <a:xfrm>
            <a:off x="8723990" y="3306763"/>
            <a:ext cx="1812615" cy="1791746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5C51F979-9F08-46BF-B2B6-854BCBADC8D2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572"/>
          <a:stretch/>
        </p:blipFill>
        <p:spPr>
          <a:xfrm>
            <a:off x="4060920" y="3306040"/>
            <a:ext cx="1882436" cy="1827589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2CF76F14-BE5D-4368-B281-D733A6CDA43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112"/>
          <a:stretch/>
        </p:blipFill>
        <p:spPr>
          <a:xfrm>
            <a:off x="8678673" y="914280"/>
            <a:ext cx="1862286" cy="1827589"/>
          </a:xfrm>
          <a:prstGeom prst="rect">
            <a:avLst/>
          </a:prstGeom>
        </p:spPr>
      </p:pic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2F017318-F943-4E12-840C-669153327E88}"/>
              </a:ext>
            </a:extLst>
          </p:cNvPr>
          <p:cNvCxnSpPr>
            <a:cxnSpLocks/>
          </p:cNvCxnSpPr>
          <p:nvPr/>
        </p:nvCxnSpPr>
        <p:spPr>
          <a:xfrm>
            <a:off x="7981648" y="3777542"/>
            <a:ext cx="738029" cy="103208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A1B718C2-74AD-4190-A9FC-476B4C520845}"/>
              </a:ext>
            </a:extLst>
          </p:cNvPr>
          <p:cNvCxnSpPr>
            <a:cxnSpLocks/>
          </p:cNvCxnSpPr>
          <p:nvPr/>
        </p:nvCxnSpPr>
        <p:spPr>
          <a:xfrm>
            <a:off x="5931583" y="1533224"/>
            <a:ext cx="857207" cy="122476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1E6A3FAF-C534-413D-8F43-B1F77970E767}"/>
              </a:ext>
            </a:extLst>
          </p:cNvPr>
          <p:cNvCxnSpPr>
            <a:cxnSpLocks/>
          </p:cNvCxnSpPr>
          <p:nvPr/>
        </p:nvCxnSpPr>
        <p:spPr>
          <a:xfrm flipH="1">
            <a:off x="5890567" y="3283023"/>
            <a:ext cx="301757" cy="69954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D7BB983C-906F-4256-AA49-5AB1BDE6C15D}"/>
              </a:ext>
            </a:extLst>
          </p:cNvPr>
          <p:cNvCxnSpPr>
            <a:cxnSpLocks/>
          </p:cNvCxnSpPr>
          <p:nvPr/>
        </p:nvCxnSpPr>
        <p:spPr>
          <a:xfrm flipV="1">
            <a:off x="8521517" y="2593754"/>
            <a:ext cx="225511" cy="47992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112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3772165" y="-1812333"/>
            <a:ext cx="7831307" cy="967637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4892" tIns="32448" rIns="64892" bIns="32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278" dirty="0"/>
          </a:p>
        </p:txBody>
      </p:sp>
      <p:pic>
        <p:nvPicPr>
          <p:cNvPr id="67" name="圖片 66">
            <a:extLst>
              <a:ext uri="{FF2B5EF4-FFF2-40B4-BE49-F238E27FC236}">
                <a16:creationId xmlns:a16="http://schemas.microsoft.com/office/drawing/2014/main" id="{43861810-2A78-4ADA-AC69-9129095DF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75054"/>
          <a:stretch/>
        </p:blipFill>
        <p:spPr>
          <a:xfrm>
            <a:off x="6418119" y="-1087824"/>
            <a:ext cx="1877875" cy="1804843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5BE01554-98B7-4E17-8069-753C0F4DA9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83" r="50363"/>
          <a:stretch/>
        </p:blipFill>
        <p:spPr>
          <a:xfrm>
            <a:off x="6327928" y="5237583"/>
            <a:ext cx="1886073" cy="1804843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70664809-AA6E-4206-8618-63F0B33327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8352382" y="-1046968"/>
            <a:ext cx="493728" cy="1858709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C44C8FE4-2586-49C7-B22A-E115CFB88DFF}"/>
              </a:ext>
            </a:extLst>
          </p:cNvPr>
          <p:cNvSpPr txBox="1"/>
          <p:nvPr/>
        </p:nvSpPr>
        <p:spPr>
          <a:xfrm>
            <a:off x="4094315" y="-1172221"/>
            <a:ext cx="7173347" cy="572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312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289D4995-A998-40B0-8E88-B4FA50CEFD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8796769" y="-360978"/>
            <a:ext cx="2657319" cy="639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197528" y="199888"/>
                <a:ext cx="578958" cy="479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516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28" y="199888"/>
                <a:ext cx="578958" cy="479490"/>
              </a:xfrm>
              <a:prstGeom prst="rect">
                <a:avLst/>
              </a:prstGeom>
              <a:blipFill>
                <a:blip r:embed="rId5"/>
                <a:stretch>
                  <a:fillRect l="-3158" r="-53684" b="-14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98159" y="-205194"/>
            <a:ext cx="108731" cy="104303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030791" y="-549121"/>
                <a:ext cx="392950" cy="488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91" y="-549121"/>
                <a:ext cx="392950" cy="488339"/>
              </a:xfrm>
              <a:prstGeom prst="rect">
                <a:avLst/>
              </a:prstGeom>
              <a:blipFill>
                <a:blip r:embed="rId6"/>
                <a:stretch>
                  <a:fillRect l="-10769" r="-27692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312374" y="-389809"/>
                <a:ext cx="3212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74" y="-389809"/>
                <a:ext cx="321295" cy="459357"/>
              </a:xfrm>
              <a:prstGeom prst="rect">
                <a:avLst/>
              </a:prstGeom>
              <a:blipFill>
                <a:blip r:embed="rId7"/>
                <a:stretch>
                  <a:fillRect l="-13462" r="-50000" b="-14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8162580" y="399943"/>
                <a:ext cx="439386" cy="421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2139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0" y="399943"/>
                <a:ext cx="439386" cy="421526"/>
              </a:xfrm>
              <a:prstGeom prst="rect">
                <a:avLst/>
              </a:prstGeom>
              <a:blipFill>
                <a:blip r:embed="rId8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271083" y="737884"/>
                <a:ext cx="2330884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238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83" y="737884"/>
                <a:ext cx="2330884" cy="459357"/>
              </a:xfrm>
              <a:prstGeom prst="rect">
                <a:avLst/>
              </a:prstGeom>
              <a:blipFill>
                <a:blip r:embed="rId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3813932" y="5184687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932" y="5184687"/>
                <a:ext cx="2369563" cy="459357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6254721" y="6684166"/>
                <a:ext cx="2199636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21" y="6684166"/>
                <a:ext cx="2199636" cy="4593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6714239" y="4414090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239" y="4414090"/>
                <a:ext cx="1211351" cy="459357"/>
              </a:xfrm>
              <a:prstGeom prst="rect">
                <a:avLst/>
              </a:prstGeom>
              <a:blipFill>
                <a:blip r:embed="rId12"/>
                <a:stretch>
                  <a:fillRect t="-132000" r="-48241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6739268" y="1442880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68" y="1442880"/>
                <a:ext cx="1211351" cy="459357"/>
              </a:xfrm>
              <a:prstGeom prst="rect">
                <a:avLst/>
              </a:prstGeom>
              <a:blipFill>
                <a:blip r:embed="rId13"/>
                <a:stretch>
                  <a:fillRect t="-132000" r="-38889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230934" y="1956510"/>
            <a:ext cx="242058" cy="25074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6279405" y="2081873"/>
            <a:ext cx="2151650" cy="2228836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230934" y="4184092"/>
            <a:ext cx="242058" cy="25074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6888040" y="2121200"/>
            <a:ext cx="927850" cy="2151650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6812724" y="2082622"/>
            <a:ext cx="1075826" cy="2228836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6888040" y="2121200"/>
            <a:ext cx="927850" cy="2151650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6532885" y="2931285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85" y="2931285"/>
                <a:ext cx="263635" cy="459357"/>
              </a:xfrm>
              <a:prstGeom prst="rect">
                <a:avLst/>
              </a:prstGeom>
              <a:blipFill>
                <a:blip r:embed="rId14"/>
                <a:stretch>
                  <a:fillRect r="-25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229524" y="418409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508764" y="3073435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64" y="3073435"/>
                <a:ext cx="263635" cy="459357"/>
              </a:xfrm>
              <a:prstGeom prst="rect">
                <a:avLst/>
              </a:prstGeom>
              <a:blipFill>
                <a:blip r:embed="rId15"/>
                <a:stretch>
                  <a:fillRect l="-6977" r="-41860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145001" y="2135080"/>
                <a:ext cx="382899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001" y="2135080"/>
                <a:ext cx="382899" cy="4593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6812724" y="2082622"/>
            <a:ext cx="1075826" cy="2228836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8306628" y="307167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46125" y="2529370"/>
            <a:ext cx="2527" cy="66440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50560" y="3190518"/>
            <a:ext cx="291757" cy="23358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95273" y="2935008"/>
            <a:ext cx="0" cy="511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154729" y="307167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231287" y="1944776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253141" y="3050222"/>
            <a:ext cx="152595" cy="29462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6710734" y="3102457"/>
                <a:ext cx="46972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734" y="3102457"/>
                <a:ext cx="469721" cy="4593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019576" y="3199341"/>
            <a:ext cx="330174" cy="426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234179" y="2994752"/>
            <a:ext cx="222338" cy="449055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293457" y="2625013"/>
                <a:ext cx="442617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57" y="2625013"/>
                <a:ext cx="442617" cy="459357"/>
              </a:xfrm>
              <a:prstGeom prst="rect">
                <a:avLst/>
              </a:prstGeom>
              <a:blipFill>
                <a:blip r:embed="rId18"/>
                <a:stretch>
                  <a:fillRect l="-4110" r="-1370"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37704" y="2535162"/>
            <a:ext cx="852203" cy="66999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740468" y="3491479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6718579" y="2685325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3950368" y="2750550"/>
                <a:ext cx="20966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68" y="2750550"/>
                <a:ext cx="2096695" cy="459357"/>
              </a:xfrm>
              <a:prstGeom prst="rect">
                <a:avLst/>
              </a:prstGeom>
              <a:blipFill>
                <a:blip r:embed="rId1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F45C4C1-D6C1-4520-82C9-4FFB2E3F6552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5863228" y="757104"/>
            <a:ext cx="890800" cy="196493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7981644" y="3777555"/>
            <a:ext cx="890800" cy="196493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8436033" y="2694527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3" y="2694527"/>
                <a:ext cx="2369563" cy="459357"/>
              </a:xfrm>
              <a:prstGeom prst="rect">
                <a:avLst/>
              </a:prstGeom>
              <a:blipFill>
                <a:blip r:embed="rId2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8436031" y="5187504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187504"/>
                <a:ext cx="2369563" cy="459357"/>
              </a:xfrm>
              <a:prstGeom prst="rect">
                <a:avLst/>
              </a:prstGeom>
              <a:blipFill>
                <a:blip r:embed="rId21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448923" y="95418"/>
                <a:ext cx="2327945" cy="68852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74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2</m:t>
                      </m:r>
                    </m:oMath>
                  </m:oMathPara>
                </a14:m>
                <a:endParaRPr lang="zh-TW" altLang="en-US" sz="3874" dirty="0"/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48923" y="95418"/>
                <a:ext cx="2327945" cy="68852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08F47185-7FA0-4E16-854F-0B2E0D6A3E26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10739" t="17985" r="9733" b="14782"/>
          <a:stretch/>
        </p:blipFill>
        <p:spPr>
          <a:xfrm>
            <a:off x="9035741" y="-285134"/>
            <a:ext cx="1127544" cy="299725"/>
          </a:xfrm>
          <a:prstGeom prst="rect">
            <a:avLst/>
          </a:prstGeom>
        </p:spPr>
      </p:pic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FBBF34B5-26AC-40D2-BA1E-B0A465BD6B68}"/>
              </a:ext>
            </a:extLst>
          </p:cNvPr>
          <p:cNvCxnSpPr>
            <a:cxnSpLocks/>
          </p:cNvCxnSpPr>
          <p:nvPr/>
        </p:nvCxnSpPr>
        <p:spPr>
          <a:xfrm>
            <a:off x="7981648" y="3777542"/>
            <a:ext cx="738029" cy="103208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8B594070-1293-4B35-8DB2-D841B7CE4D52}"/>
              </a:ext>
            </a:extLst>
          </p:cNvPr>
          <p:cNvCxnSpPr>
            <a:cxnSpLocks/>
          </p:cNvCxnSpPr>
          <p:nvPr/>
        </p:nvCxnSpPr>
        <p:spPr>
          <a:xfrm>
            <a:off x="5931583" y="1533224"/>
            <a:ext cx="857207" cy="122476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95CA8587-D8C5-4021-9646-79932162FA4C}"/>
              </a:ext>
            </a:extLst>
          </p:cNvPr>
          <p:cNvCxnSpPr>
            <a:cxnSpLocks/>
          </p:cNvCxnSpPr>
          <p:nvPr/>
        </p:nvCxnSpPr>
        <p:spPr>
          <a:xfrm flipH="1">
            <a:off x="5890567" y="3283023"/>
            <a:ext cx="301757" cy="69954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8F282B32-930B-4703-80D1-27DFF65F0119}"/>
              </a:ext>
            </a:extLst>
          </p:cNvPr>
          <p:cNvCxnSpPr>
            <a:cxnSpLocks/>
          </p:cNvCxnSpPr>
          <p:nvPr/>
        </p:nvCxnSpPr>
        <p:spPr>
          <a:xfrm flipV="1">
            <a:off x="8521517" y="2593754"/>
            <a:ext cx="225511" cy="47992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0" name="圖片 89">
            <a:extLst>
              <a:ext uri="{FF2B5EF4-FFF2-40B4-BE49-F238E27FC236}">
                <a16:creationId xmlns:a16="http://schemas.microsoft.com/office/drawing/2014/main" id="{E026C622-56F7-405B-A8AA-E995F098C1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456" r="24582"/>
          <a:stretch/>
        </p:blipFill>
        <p:spPr>
          <a:xfrm>
            <a:off x="3990826" y="3354019"/>
            <a:ext cx="1954409" cy="1804843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2DCB855A-0923-495E-855F-72D1A793C9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 r="-4466"/>
          <a:stretch/>
        </p:blipFill>
        <p:spPr>
          <a:xfrm>
            <a:off x="8678690" y="921260"/>
            <a:ext cx="2200419" cy="1804843"/>
          </a:xfrm>
          <a:prstGeom prst="rect">
            <a:avLst/>
          </a:prstGeom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A8B224F4-2B75-489A-96DE-37559084401A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990"/>
          <a:stretch/>
        </p:blipFill>
        <p:spPr>
          <a:xfrm>
            <a:off x="4099484" y="980845"/>
            <a:ext cx="1859430" cy="1812992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70902795-9C3A-4870-8001-614985DB388D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274"/>
          <a:stretch/>
        </p:blipFill>
        <p:spPr>
          <a:xfrm>
            <a:off x="8678690" y="3358938"/>
            <a:ext cx="1886073" cy="181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7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3772165" y="-1812333"/>
            <a:ext cx="7831307" cy="967637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4892" tIns="32448" rIns="64892" bIns="324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278" dirty="0"/>
          </a:p>
        </p:txBody>
      </p:sp>
      <p:pic>
        <p:nvPicPr>
          <p:cNvPr id="75" name="圖片 74">
            <a:extLst>
              <a:ext uri="{FF2B5EF4-FFF2-40B4-BE49-F238E27FC236}">
                <a16:creationId xmlns:a16="http://schemas.microsoft.com/office/drawing/2014/main" id="{A3E66B22-549B-4B4F-8A79-AFA2A9C99A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368"/>
          <a:stretch/>
        </p:blipFill>
        <p:spPr>
          <a:xfrm>
            <a:off x="6437255" y="-1087483"/>
            <a:ext cx="1831403" cy="1790179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6D126B6E-BEAC-46CE-B345-EC79ED8B4C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48" r="50368"/>
          <a:stretch/>
        </p:blipFill>
        <p:spPr>
          <a:xfrm>
            <a:off x="6341593" y="5237926"/>
            <a:ext cx="1872406" cy="1790179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70664809-AA6E-4206-8618-63F0B33327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8352382" y="-1046968"/>
            <a:ext cx="493728" cy="1858709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C44C8FE4-2586-49C7-B22A-E115CFB88DFF}"/>
              </a:ext>
            </a:extLst>
          </p:cNvPr>
          <p:cNvSpPr txBox="1"/>
          <p:nvPr/>
        </p:nvSpPr>
        <p:spPr>
          <a:xfrm>
            <a:off x="4094315" y="-1172221"/>
            <a:ext cx="7173347" cy="572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312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289D4995-A998-40B0-8E88-B4FA50CEFD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8796769" y="-360978"/>
            <a:ext cx="2657319" cy="639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197528" y="199888"/>
                <a:ext cx="578958" cy="479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516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516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528" y="199888"/>
                <a:ext cx="578958" cy="479490"/>
              </a:xfrm>
              <a:prstGeom prst="rect">
                <a:avLst/>
              </a:prstGeom>
              <a:blipFill>
                <a:blip r:embed="rId5"/>
                <a:stretch>
                  <a:fillRect l="-3158" r="-53684" b="-141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98159" y="-205194"/>
            <a:ext cx="108731" cy="104303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516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030791" y="-549121"/>
                <a:ext cx="392950" cy="488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91" y="-549121"/>
                <a:ext cx="392950" cy="488339"/>
              </a:xfrm>
              <a:prstGeom prst="rect">
                <a:avLst/>
              </a:prstGeom>
              <a:blipFill>
                <a:blip r:embed="rId6"/>
                <a:stretch>
                  <a:fillRect l="-10769" r="-27692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312374" y="-389809"/>
                <a:ext cx="3212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3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385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74" y="-389809"/>
                <a:ext cx="321295" cy="459357"/>
              </a:xfrm>
              <a:prstGeom prst="rect">
                <a:avLst/>
              </a:prstGeom>
              <a:blipFill>
                <a:blip r:embed="rId7"/>
                <a:stretch>
                  <a:fillRect l="-13462" r="-50000" b="-14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8162580" y="399943"/>
                <a:ext cx="439386" cy="421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2139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2139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580" y="399943"/>
                <a:ext cx="439386" cy="421526"/>
              </a:xfrm>
              <a:prstGeom prst="rect">
                <a:avLst/>
              </a:prstGeom>
              <a:blipFill>
                <a:blip r:embed="rId8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271083" y="737884"/>
                <a:ext cx="2330884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2385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83" y="737884"/>
                <a:ext cx="2330884" cy="459357"/>
              </a:xfrm>
              <a:prstGeom prst="rect">
                <a:avLst/>
              </a:prstGeom>
              <a:blipFill>
                <a:blip r:embed="rId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3813932" y="5184687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932" y="5184687"/>
                <a:ext cx="2369563" cy="459357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6254721" y="6684166"/>
                <a:ext cx="2199636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721" y="6684166"/>
                <a:ext cx="2199636" cy="4593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6714239" y="4414090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239" y="4414090"/>
                <a:ext cx="1211351" cy="459357"/>
              </a:xfrm>
              <a:prstGeom prst="rect">
                <a:avLst/>
              </a:prstGeom>
              <a:blipFill>
                <a:blip r:embed="rId12"/>
                <a:stretch>
                  <a:fillRect t="-132000" r="-48241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6739268" y="1442880"/>
                <a:ext cx="121135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85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68" y="1442880"/>
                <a:ext cx="1211351" cy="459357"/>
              </a:xfrm>
              <a:prstGeom prst="rect">
                <a:avLst/>
              </a:prstGeom>
              <a:blipFill>
                <a:blip r:embed="rId13"/>
                <a:stretch>
                  <a:fillRect t="-132000" r="-48485" b="-19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230934" y="1956510"/>
            <a:ext cx="242058" cy="25074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6279405" y="2081873"/>
            <a:ext cx="2151650" cy="2228836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230934" y="4184092"/>
            <a:ext cx="242058" cy="25074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6888040" y="2121200"/>
            <a:ext cx="927850" cy="2151650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6812724" y="2082622"/>
            <a:ext cx="1075826" cy="2228836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6888040" y="2121200"/>
            <a:ext cx="927850" cy="2151650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6532885" y="2931285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85" y="2931285"/>
                <a:ext cx="263635" cy="459357"/>
              </a:xfrm>
              <a:prstGeom prst="rect">
                <a:avLst/>
              </a:prstGeom>
              <a:blipFill>
                <a:blip r:embed="rId14"/>
                <a:stretch>
                  <a:fillRect r="-25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229524" y="418409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508764" y="3073435"/>
                <a:ext cx="26363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64" y="3073435"/>
                <a:ext cx="263635" cy="459357"/>
              </a:xfrm>
              <a:prstGeom prst="rect">
                <a:avLst/>
              </a:prstGeom>
              <a:blipFill>
                <a:blip r:embed="rId15"/>
                <a:stretch>
                  <a:fillRect l="-6977" r="-41860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145001" y="2135080"/>
                <a:ext cx="382899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001" y="2135080"/>
                <a:ext cx="382899" cy="45935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6812724" y="2082622"/>
            <a:ext cx="1075826" cy="2228836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8306628" y="307167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46125" y="2529370"/>
            <a:ext cx="2527" cy="66440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50560" y="3190518"/>
            <a:ext cx="291757" cy="23358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95273" y="2935008"/>
            <a:ext cx="0" cy="5110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154729" y="3071672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231287" y="1944776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81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253141" y="3050222"/>
            <a:ext cx="152595" cy="29462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6710734" y="3102457"/>
                <a:ext cx="469721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734" y="3102457"/>
                <a:ext cx="469721" cy="4593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019576" y="3199341"/>
            <a:ext cx="330174" cy="4269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234179" y="2994752"/>
            <a:ext cx="222338" cy="449055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293457" y="2625013"/>
                <a:ext cx="442617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85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385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57" y="2625013"/>
                <a:ext cx="442617" cy="459357"/>
              </a:xfrm>
              <a:prstGeom prst="rect">
                <a:avLst/>
              </a:prstGeom>
              <a:blipFill>
                <a:blip r:embed="rId18"/>
                <a:stretch>
                  <a:fillRect l="-4110" r="-1370"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37704" y="2535162"/>
            <a:ext cx="852203" cy="66999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740468" y="3491479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6718579" y="2685325"/>
            <a:ext cx="242058" cy="25074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3950368" y="2750550"/>
                <a:ext cx="2096695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68" y="2750550"/>
                <a:ext cx="2096695" cy="459357"/>
              </a:xfrm>
              <a:prstGeom prst="rect">
                <a:avLst/>
              </a:prstGeom>
              <a:blipFill>
                <a:blip r:embed="rId1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8436033" y="2667193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3" y="2667193"/>
                <a:ext cx="2369563" cy="459357"/>
              </a:xfrm>
              <a:prstGeom prst="rect">
                <a:avLst/>
              </a:prstGeom>
              <a:blipFill>
                <a:blip r:embed="rId2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8436031" y="5214839"/>
                <a:ext cx="2369563" cy="459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3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2385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2385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214839"/>
                <a:ext cx="2369563" cy="459357"/>
              </a:xfrm>
              <a:prstGeom prst="rect">
                <a:avLst/>
              </a:prstGeom>
              <a:blipFill>
                <a:blip r:embed="rId21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448923" y="95418"/>
                <a:ext cx="2327945" cy="68852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74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2</m:t>
                      </m:r>
                    </m:oMath>
                  </m:oMathPara>
                </a14:m>
                <a:endParaRPr lang="zh-TW" altLang="en-US" sz="3874" dirty="0"/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48923" y="95418"/>
                <a:ext cx="2327945" cy="68852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8DB20D34-1BEB-42BB-ACD3-A3F12AF6ED7D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9358" t="17558" r="8712" b="16703"/>
          <a:stretch/>
        </p:blipFill>
        <p:spPr>
          <a:xfrm>
            <a:off x="9028471" y="-251200"/>
            <a:ext cx="1139928" cy="2513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D07E0873-143D-44D0-8FB8-2FB497CC670F}"/>
                  </a:ext>
                </a:extLst>
              </p:cNvPr>
              <p:cNvSpPr/>
              <p:nvPr/>
            </p:nvSpPr>
            <p:spPr>
              <a:xfrm>
                <a:off x="-1154152" y="1328245"/>
                <a:ext cx="663963" cy="68852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74" i="1">
                          <a:latin typeface="Cambria Math" panose="02040503050406030204" pitchFamily="18" charset="0"/>
                        </a:rPr>
                        <m:t>ℓ </m:t>
                      </m:r>
                    </m:oMath>
                  </m:oMathPara>
                </a14:m>
                <a:endParaRPr lang="zh-TW" altLang="en-US" sz="3874" dirty="0"/>
              </a:p>
            </p:txBody>
          </p:sp>
        </mc:Choice>
        <mc:Fallback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D07E0873-143D-44D0-8FB8-2FB497CC6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4152" y="1328245"/>
                <a:ext cx="663963" cy="68852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FC683E16-E812-440E-9DFB-50C3B5D7D614}"/>
                  </a:ext>
                </a:extLst>
              </p:cNvPr>
              <p:cNvSpPr/>
              <p:nvPr/>
            </p:nvSpPr>
            <p:spPr>
              <a:xfrm>
                <a:off x="-1054761" y="2457158"/>
                <a:ext cx="1035861" cy="68852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74" i="1">
                          <a:latin typeface="Cambria Math" panose="02040503050406030204" pitchFamily="18" charset="0"/>
                        </a:rPr>
                        <m:t>−ℓ </m:t>
                      </m:r>
                    </m:oMath>
                  </m:oMathPara>
                </a14:m>
                <a:endParaRPr lang="zh-TW" altLang="en-US" sz="3874" dirty="0"/>
              </a:p>
            </p:txBody>
          </p:sp>
        </mc:Choice>
        <mc:Fallback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FC683E16-E812-440E-9DFB-50C3B5D7D6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54761" y="2457158"/>
                <a:ext cx="1035861" cy="68852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CFF033C0-2135-4B97-A4FF-BF266A4CBDD0}"/>
              </a:ext>
            </a:extLst>
          </p:cNvPr>
          <p:cNvCxnSpPr>
            <a:cxnSpLocks/>
          </p:cNvCxnSpPr>
          <p:nvPr/>
        </p:nvCxnSpPr>
        <p:spPr>
          <a:xfrm>
            <a:off x="7981648" y="3777542"/>
            <a:ext cx="738029" cy="103208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59F2DC5D-2CEC-4E13-80ED-EB8C1881DC92}"/>
              </a:ext>
            </a:extLst>
          </p:cNvPr>
          <p:cNvCxnSpPr>
            <a:cxnSpLocks/>
          </p:cNvCxnSpPr>
          <p:nvPr/>
        </p:nvCxnSpPr>
        <p:spPr>
          <a:xfrm>
            <a:off x="5931583" y="1533224"/>
            <a:ext cx="857207" cy="122476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04262AEC-CACF-48E1-BDDD-5EE139870DA5}"/>
              </a:ext>
            </a:extLst>
          </p:cNvPr>
          <p:cNvCxnSpPr>
            <a:cxnSpLocks/>
          </p:cNvCxnSpPr>
          <p:nvPr/>
        </p:nvCxnSpPr>
        <p:spPr>
          <a:xfrm flipH="1">
            <a:off x="5890567" y="3283023"/>
            <a:ext cx="301757" cy="69954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CD9EB5EA-645D-4A32-B963-6DABBDB318DF}"/>
              </a:ext>
            </a:extLst>
          </p:cNvPr>
          <p:cNvCxnSpPr>
            <a:cxnSpLocks/>
          </p:cNvCxnSpPr>
          <p:nvPr/>
        </p:nvCxnSpPr>
        <p:spPr>
          <a:xfrm flipV="1">
            <a:off x="8521517" y="2593754"/>
            <a:ext cx="225511" cy="479927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40720FB4-A313-463C-A485-C5E818070A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816" r="24816"/>
          <a:stretch/>
        </p:blipFill>
        <p:spPr>
          <a:xfrm>
            <a:off x="4031840" y="976270"/>
            <a:ext cx="1886073" cy="1790179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558AB7EB-75F3-427C-8127-BE4419C5C1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368"/>
          <a:stretch/>
        </p:blipFill>
        <p:spPr>
          <a:xfrm>
            <a:off x="8706023" y="3368032"/>
            <a:ext cx="1831407" cy="1790179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A0FC5FDA-9986-420C-BE56-9AD73069A2B1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671"/>
          <a:stretch/>
        </p:blipFill>
        <p:spPr>
          <a:xfrm>
            <a:off x="4075570" y="3324707"/>
            <a:ext cx="1883342" cy="1843813"/>
          </a:xfrm>
          <a:prstGeom prst="rect">
            <a:avLst/>
          </a:prstGeom>
        </p:spPr>
      </p:pic>
      <p:pic>
        <p:nvPicPr>
          <p:cNvPr id="101" name="圖片 100">
            <a:extLst>
              <a:ext uri="{FF2B5EF4-FFF2-40B4-BE49-F238E27FC236}">
                <a16:creationId xmlns:a16="http://schemas.microsoft.com/office/drawing/2014/main" id="{5FB752E4-DA9F-4D18-924A-6B3D2AC27692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63"/>
          <a:stretch/>
        </p:blipFill>
        <p:spPr>
          <a:xfrm>
            <a:off x="8692353" y="878276"/>
            <a:ext cx="1872406" cy="184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31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16EDC01-53B0-4870-80F8-B61DAD88542A}"/>
              </a:ext>
            </a:extLst>
          </p:cNvPr>
          <p:cNvGrpSpPr/>
          <p:nvPr/>
        </p:nvGrpSpPr>
        <p:grpSpPr>
          <a:xfrm>
            <a:off x="84140" y="75033"/>
            <a:ext cx="14592294" cy="4890246"/>
            <a:chOff x="114306" y="716810"/>
            <a:chExt cx="14592294" cy="489024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DA1E1CD2-9EB0-4066-9620-1A7584A2ADCD}"/>
                </a:ext>
              </a:extLst>
            </p:cNvPr>
            <p:cNvSpPr/>
            <p:nvPr/>
          </p:nvSpPr>
          <p:spPr>
            <a:xfrm>
              <a:off x="11068049" y="1314450"/>
              <a:ext cx="3638551" cy="4292600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0150" tIns="15076" rIns="30150" bIns="150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94" dirty="0"/>
            </a:p>
          </p:txBody>
        </p:sp>
        <p:pic>
          <p:nvPicPr>
            <p:cNvPr id="553" name="圖片 552">
              <a:extLst>
                <a:ext uri="{FF2B5EF4-FFF2-40B4-BE49-F238E27FC236}">
                  <a16:creationId xmlns:a16="http://schemas.microsoft.com/office/drawing/2014/main" id="{646ECC70-EBBA-47AD-922E-94531829A7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5368"/>
            <a:stretch/>
          </p:blipFill>
          <p:spPr>
            <a:xfrm>
              <a:off x="12306301" y="1448034"/>
              <a:ext cx="850899" cy="831746"/>
            </a:xfrm>
            <a:prstGeom prst="rect">
              <a:avLst/>
            </a:prstGeom>
          </p:spPr>
        </p:pic>
        <p:pic>
          <p:nvPicPr>
            <p:cNvPr id="554" name="圖片 553">
              <a:extLst>
                <a:ext uri="{FF2B5EF4-FFF2-40B4-BE49-F238E27FC236}">
                  <a16:creationId xmlns:a16="http://schemas.microsoft.com/office/drawing/2014/main" id="{4AFBBF32-9675-4475-9E58-10D39D52C0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4448" r="50368"/>
            <a:stretch/>
          </p:blipFill>
          <p:spPr>
            <a:xfrm>
              <a:off x="12261850" y="4470634"/>
              <a:ext cx="869950" cy="831746"/>
            </a:xfrm>
            <a:prstGeom prst="rect">
              <a:avLst/>
            </a:prstGeom>
          </p:spPr>
        </p:pic>
        <p:pic>
          <p:nvPicPr>
            <p:cNvPr id="555" name="圖片 554">
              <a:extLst>
                <a:ext uri="{FF2B5EF4-FFF2-40B4-BE49-F238E27FC236}">
                  <a16:creationId xmlns:a16="http://schemas.microsoft.com/office/drawing/2014/main" id="{79A1B000-7B7E-4D59-8C96-12965D432F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60" t="49873" r="4750" b="29819"/>
            <a:stretch/>
          </p:blipFill>
          <p:spPr>
            <a:xfrm>
              <a:off x="13196095" y="1466850"/>
              <a:ext cx="229393" cy="863585"/>
            </a:xfrm>
            <a:prstGeom prst="rect">
              <a:avLst/>
            </a:prstGeom>
          </p:spPr>
        </p:pic>
        <p:sp>
          <p:nvSpPr>
            <p:cNvPr id="556" name="文字方塊 555">
              <a:extLst>
                <a:ext uri="{FF2B5EF4-FFF2-40B4-BE49-F238E27FC236}">
                  <a16:creationId xmlns:a16="http://schemas.microsoft.com/office/drawing/2014/main" id="{BAA4701F-3C42-42A8-98DE-70963411AFD4}"/>
                </a:ext>
              </a:extLst>
            </p:cNvPr>
            <p:cNvSpPr txBox="1"/>
            <p:nvPr/>
          </p:nvSpPr>
          <p:spPr>
            <a:xfrm>
              <a:off x="3580548" y="716810"/>
              <a:ext cx="7599479" cy="584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19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valley-mixed excitons transition rate</a:t>
              </a:r>
              <a:endParaRPr lang="zh-TW" altLang="en-US" sz="319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57" name="圖片 556">
              <a:extLst>
                <a:ext uri="{FF2B5EF4-FFF2-40B4-BE49-F238E27FC236}">
                  <a16:creationId xmlns:a16="http://schemas.microsoft.com/office/drawing/2014/main" id="{4BC841BA-8242-427B-8CBC-E2CB6F5DF8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13402569" y="1785573"/>
              <a:ext cx="1234633" cy="29722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8" name="文字方塊 557">
                  <a:extLst>
                    <a:ext uri="{FF2B5EF4-FFF2-40B4-BE49-F238E27FC236}">
                      <a16:creationId xmlns:a16="http://schemas.microsoft.com/office/drawing/2014/main" id="{9D6F16A7-8FFF-41DB-8029-58310745EDBA}"/>
                    </a:ext>
                  </a:extLst>
                </p:cNvPr>
                <p:cNvSpPr txBox="1"/>
                <p:nvPr/>
              </p:nvSpPr>
              <p:spPr>
                <a:xfrm>
                  <a:off x="12659537" y="2046167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558" name="文字方塊 557">
                  <a:extLst>
                    <a:ext uri="{FF2B5EF4-FFF2-40B4-BE49-F238E27FC236}">
                      <a16:creationId xmlns:a16="http://schemas.microsoft.com/office/drawing/2014/main" id="{9D6F16A7-8FFF-41DB-8029-58310745E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59537" y="2046167"/>
                  <a:ext cx="268993" cy="272254"/>
                </a:xfrm>
                <a:prstGeom prst="rect">
                  <a:avLst/>
                </a:prstGeom>
                <a:blipFill>
                  <a:blip r:embed="rId5"/>
                  <a:stretch>
                    <a:fillRect r="-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9" name="群組 558">
              <a:extLst>
                <a:ext uri="{FF2B5EF4-FFF2-40B4-BE49-F238E27FC236}">
                  <a16:creationId xmlns:a16="http://schemas.microsoft.com/office/drawing/2014/main" id="{7EB01792-D81F-40E1-B705-562D2BBBFC3A}"/>
                </a:ext>
              </a:extLst>
            </p:cNvPr>
            <p:cNvGrpSpPr/>
            <p:nvPr/>
          </p:nvGrpSpPr>
          <p:grpSpPr>
            <a:xfrm>
              <a:off x="12706290" y="1857958"/>
              <a:ext cx="50518" cy="48461"/>
              <a:chOff x="1373392" y="2391862"/>
              <a:chExt cx="479433" cy="476535"/>
            </a:xfrm>
          </p:grpSpPr>
          <p:sp>
            <p:nvSpPr>
              <p:cNvPr id="560" name="箭號: 向右 559">
                <a:extLst>
                  <a:ext uri="{FF2B5EF4-FFF2-40B4-BE49-F238E27FC236}">
                    <a16:creationId xmlns:a16="http://schemas.microsoft.com/office/drawing/2014/main" id="{60C17331-D2F4-49CF-A648-E4A7C93F26A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561" name="箭號: 向右 560">
                <a:extLst>
                  <a:ext uri="{FF2B5EF4-FFF2-40B4-BE49-F238E27FC236}">
                    <a16:creationId xmlns:a16="http://schemas.microsoft.com/office/drawing/2014/main" id="{BD5F55E9-6F86-41D7-8B79-516D7C4C111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2" name="文字方塊 561">
                  <a:extLst>
                    <a:ext uri="{FF2B5EF4-FFF2-40B4-BE49-F238E27FC236}">
                      <a16:creationId xmlns:a16="http://schemas.microsoft.com/office/drawing/2014/main" id="{D2DCE604-C74E-4BD5-92B9-B3DCA55291ED}"/>
                    </a:ext>
                  </a:extLst>
                </p:cNvPr>
                <p:cNvSpPr txBox="1"/>
                <p:nvPr/>
              </p:nvSpPr>
              <p:spPr>
                <a:xfrm>
                  <a:off x="12582060" y="1614443"/>
                  <a:ext cx="182571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62" name="文字方塊 561">
                  <a:extLst>
                    <a:ext uri="{FF2B5EF4-FFF2-40B4-BE49-F238E27FC236}">
                      <a16:creationId xmlns:a16="http://schemas.microsoft.com/office/drawing/2014/main" id="{D2DCE604-C74E-4BD5-92B9-B3DCA5529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82060" y="1614443"/>
                  <a:ext cx="182571" cy="276614"/>
                </a:xfrm>
                <a:prstGeom prst="rect">
                  <a:avLst/>
                </a:prstGeom>
                <a:blipFill>
                  <a:blip r:embed="rId6"/>
                  <a:stretch>
                    <a:fillRect r="-5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3" name="文字方塊 562">
                  <a:extLst>
                    <a:ext uri="{FF2B5EF4-FFF2-40B4-BE49-F238E27FC236}">
                      <a16:creationId xmlns:a16="http://schemas.microsoft.com/office/drawing/2014/main" id="{A73817D3-3CAA-47EE-93E2-18336CABE6DF}"/>
                    </a:ext>
                  </a:extLst>
                </p:cNvPr>
                <p:cNvSpPr txBox="1"/>
                <p:nvPr/>
              </p:nvSpPr>
              <p:spPr>
                <a:xfrm>
                  <a:off x="12712888" y="1772176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63" name="文字方塊 562">
                  <a:extLst>
                    <a:ext uri="{FF2B5EF4-FFF2-40B4-BE49-F238E27FC236}">
                      <a16:creationId xmlns:a16="http://schemas.microsoft.com/office/drawing/2014/main" id="{A73817D3-3CAA-47EE-93E2-18336CABE6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12888" y="1772176"/>
                  <a:ext cx="149279" cy="262829"/>
                </a:xfrm>
                <a:prstGeom prst="rect">
                  <a:avLst/>
                </a:prstGeom>
                <a:blipFill>
                  <a:blip r:embed="rId7"/>
                  <a:stretch>
                    <a:fillRect r="-6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4" name="文字方塊 563">
                  <a:extLst>
                    <a:ext uri="{FF2B5EF4-FFF2-40B4-BE49-F238E27FC236}">
                      <a16:creationId xmlns:a16="http://schemas.microsoft.com/office/drawing/2014/main" id="{99566691-9BEA-4E42-85E0-0007FB9A7C8A}"/>
                    </a:ext>
                  </a:extLst>
                </p:cNvPr>
                <p:cNvSpPr txBox="1"/>
                <p:nvPr/>
              </p:nvSpPr>
              <p:spPr>
                <a:xfrm>
                  <a:off x="13107916" y="2139115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64" name="文字方塊 563">
                  <a:extLst>
                    <a:ext uri="{FF2B5EF4-FFF2-40B4-BE49-F238E27FC236}">
                      <a16:creationId xmlns:a16="http://schemas.microsoft.com/office/drawing/2014/main" id="{99566691-9BEA-4E42-85E0-0007FB9A7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07916" y="2139115"/>
                  <a:ext cx="204146" cy="245324"/>
                </a:xfrm>
                <a:prstGeom prst="rect">
                  <a:avLst/>
                </a:prstGeom>
                <a:blipFill>
                  <a:blip r:embed="rId8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5" name="文字方塊 564">
                  <a:extLst>
                    <a:ext uri="{FF2B5EF4-FFF2-40B4-BE49-F238E27FC236}">
                      <a16:creationId xmlns:a16="http://schemas.microsoft.com/office/drawing/2014/main" id="{9EB5129D-EBEE-4FDE-826C-1A953872F8D7}"/>
                    </a:ext>
                  </a:extLst>
                </p:cNvPr>
                <p:cNvSpPr txBox="1"/>
                <p:nvPr/>
              </p:nvSpPr>
              <p:spPr>
                <a:xfrm>
                  <a:off x="12229096" y="2296124"/>
                  <a:ext cx="108296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8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565" name="文字方塊 564">
                  <a:extLst>
                    <a:ext uri="{FF2B5EF4-FFF2-40B4-BE49-F238E27FC236}">
                      <a16:creationId xmlns:a16="http://schemas.microsoft.com/office/drawing/2014/main" id="{9EB5129D-EBEE-4FDE-826C-1A953872F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29096" y="2296124"/>
                  <a:ext cx="1082966" cy="262829"/>
                </a:xfrm>
                <a:prstGeom prst="rect">
                  <a:avLst/>
                </a:prstGeom>
                <a:blipFill>
                  <a:blip r:embed="rId9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6" name="文字方塊 565">
                  <a:extLst>
                    <a:ext uri="{FF2B5EF4-FFF2-40B4-BE49-F238E27FC236}">
                      <a16:creationId xmlns:a16="http://schemas.microsoft.com/office/drawing/2014/main" id="{B44404AF-DF08-4EA1-9888-916717488D13}"/>
                    </a:ext>
                  </a:extLst>
                </p:cNvPr>
                <p:cNvSpPr txBox="1"/>
                <p:nvPr/>
              </p:nvSpPr>
              <p:spPr>
                <a:xfrm>
                  <a:off x="11087457" y="4362177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566" name="文字方塊 565">
                  <a:extLst>
                    <a:ext uri="{FF2B5EF4-FFF2-40B4-BE49-F238E27FC236}">
                      <a16:creationId xmlns:a16="http://schemas.microsoft.com/office/drawing/2014/main" id="{B44404AF-DF08-4EA1-9888-916717488D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7457" y="4362177"/>
                  <a:ext cx="1100937" cy="262829"/>
                </a:xfrm>
                <a:prstGeom prst="rect">
                  <a:avLst/>
                </a:prstGeom>
                <a:blipFill>
                  <a:blip r:embed="rId10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7" name="文字方塊 566">
                  <a:extLst>
                    <a:ext uri="{FF2B5EF4-FFF2-40B4-BE49-F238E27FC236}">
                      <a16:creationId xmlns:a16="http://schemas.microsoft.com/office/drawing/2014/main" id="{DEE3C9D8-675D-4AB0-A69B-B258A0D916E8}"/>
                    </a:ext>
                  </a:extLst>
                </p:cNvPr>
                <p:cNvSpPr txBox="1"/>
                <p:nvPr/>
              </p:nvSpPr>
              <p:spPr>
                <a:xfrm>
                  <a:off x="12221486" y="5309635"/>
                  <a:ext cx="102198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567" name="文字方塊 566">
                  <a:extLst>
                    <a:ext uri="{FF2B5EF4-FFF2-40B4-BE49-F238E27FC236}">
                      <a16:creationId xmlns:a16="http://schemas.microsoft.com/office/drawing/2014/main" id="{DEE3C9D8-675D-4AB0-A69B-B258A0D916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21486" y="5309635"/>
                  <a:ext cx="1021987" cy="26282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8" name="文字方塊 567">
                  <a:extLst>
                    <a:ext uri="{FF2B5EF4-FFF2-40B4-BE49-F238E27FC236}">
                      <a16:creationId xmlns:a16="http://schemas.microsoft.com/office/drawing/2014/main" id="{FB54DB02-5078-4894-8396-BD9ED5FB820C}"/>
                    </a:ext>
                  </a:extLst>
                </p:cNvPr>
                <p:cNvSpPr txBox="1"/>
                <p:nvPr/>
              </p:nvSpPr>
              <p:spPr>
                <a:xfrm>
                  <a:off x="12434991" y="4004143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−1, 2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568" name="文字方塊 567">
                  <a:extLst>
                    <a:ext uri="{FF2B5EF4-FFF2-40B4-BE49-F238E27FC236}">
                      <a16:creationId xmlns:a16="http://schemas.microsoft.com/office/drawing/2014/main" id="{FB54DB02-5078-4894-8396-BD9ED5FB8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4991" y="4004143"/>
                  <a:ext cx="562814" cy="262829"/>
                </a:xfrm>
                <a:prstGeom prst="rect">
                  <a:avLst/>
                </a:prstGeom>
                <a:blipFill>
                  <a:blip r:embed="rId12"/>
                  <a:stretch>
                    <a:fillRect t="-93023" r="-52174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9" name="文字方塊 568">
                  <a:extLst>
                    <a:ext uri="{FF2B5EF4-FFF2-40B4-BE49-F238E27FC236}">
                      <a16:creationId xmlns:a16="http://schemas.microsoft.com/office/drawing/2014/main" id="{845912CE-6601-4892-BB19-9659197DFEEE}"/>
                    </a:ext>
                  </a:extLst>
                </p:cNvPr>
                <p:cNvSpPr txBox="1"/>
                <p:nvPr/>
              </p:nvSpPr>
              <p:spPr>
                <a:xfrm>
                  <a:off x="12446619" y="2623671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569" name="文字方塊 568">
                  <a:extLst>
                    <a:ext uri="{FF2B5EF4-FFF2-40B4-BE49-F238E27FC236}">
                      <a16:creationId xmlns:a16="http://schemas.microsoft.com/office/drawing/2014/main" id="{845912CE-6601-4892-BB19-9659197DF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6619" y="2623671"/>
                  <a:ext cx="562814" cy="262829"/>
                </a:xfrm>
                <a:prstGeom prst="rect">
                  <a:avLst/>
                </a:prstGeom>
                <a:blipFill>
                  <a:blip r:embed="rId13"/>
                  <a:stretch>
                    <a:fillRect t="-93023" r="-52174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0" name="Oval 14">
              <a:extLst>
                <a:ext uri="{FF2B5EF4-FFF2-40B4-BE49-F238E27FC236}">
                  <a16:creationId xmlns:a16="http://schemas.microsoft.com/office/drawing/2014/main" id="{EF8E4DD0-CE80-4744-A2DD-E4B337559CD4}"/>
                </a:ext>
              </a:extLst>
            </p:cNvPr>
            <p:cNvSpPr/>
            <p:nvPr/>
          </p:nvSpPr>
          <p:spPr>
            <a:xfrm>
              <a:off x="12675057" y="2862311"/>
              <a:ext cx="112465" cy="11649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571" name="Oval 4">
              <a:extLst>
                <a:ext uri="{FF2B5EF4-FFF2-40B4-BE49-F238E27FC236}">
                  <a16:creationId xmlns:a16="http://schemas.microsoft.com/office/drawing/2014/main" id="{4F643A5F-7B3A-478E-9F58-00C992C3BE56}"/>
                </a:ext>
              </a:extLst>
            </p:cNvPr>
            <p:cNvSpPr/>
            <p:nvPr/>
          </p:nvSpPr>
          <p:spPr>
            <a:xfrm>
              <a:off x="12232962" y="2920560"/>
              <a:ext cx="999692" cy="1035552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572" name="Oval 15">
              <a:extLst>
                <a:ext uri="{FF2B5EF4-FFF2-40B4-BE49-F238E27FC236}">
                  <a16:creationId xmlns:a16="http://schemas.microsoft.com/office/drawing/2014/main" id="{90097D50-A1E5-4DCE-B79A-FEE275BA43EC}"/>
                </a:ext>
              </a:extLst>
            </p:cNvPr>
            <p:cNvSpPr/>
            <p:nvPr/>
          </p:nvSpPr>
          <p:spPr>
            <a:xfrm>
              <a:off x="12675057" y="3897282"/>
              <a:ext cx="112465" cy="11649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573" name="SHO">
              <a:extLst>
                <a:ext uri="{FF2B5EF4-FFF2-40B4-BE49-F238E27FC236}">
                  <a16:creationId xmlns:a16="http://schemas.microsoft.com/office/drawing/2014/main" id="{F7727637-968D-4F18-B828-E04ADE2FC045}"/>
                </a:ext>
              </a:extLst>
            </p:cNvPr>
            <p:cNvSpPr/>
            <p:nvPr/>
          </p:nvSpPr>
          <p:spPr>
            <a:xfrm rot="16200000">
              <a:off x="12515743" y="2938837"/>
              <a:ext cx="431095" cy="999692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574" name="SVO">
              <a:extLst>
                <a:ext uri="{FF2B5EF4-FFF2-40B4-BE49-F238E27FC236}">
                  <a16:creationId xmlns:a16="http://schemas.microsoft.com/office/drawing/2014/main" id="{D6767B69-13FA-4FCF-98C0-338A5D11C6D2}"/>
                </a:ext>
              </a:extLst>
            </p:cNvPr>
            <p:cNvSpPr/>
            <p:nvPr/>
          </p:nvSpPr>
          <p:spPr>
            <a:xfrm>
              <a:off x="12480745" y="2920907"/>
              <a:ext cx="499846" cy="1035552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575" name="Oval 6">
              <a:extLst>
                <a:ext uri="{FF2B5EF4-FFF2-40B4-BE49-F238E27FC236}">
                  <a16:creationId xmlns:a16="http://schemas.microsoft.com/office/drawing/2014/main" id="{8DB2CF1A-966F-478F-921C-E924C6FF332D}"/>
                </a:ext>
              </a:extLst>
            </p:cNvPr>
            <p:cNvSpPr/>
            <p:nvPr/>
          </p:nvSpPr>
          <p:spPr>
            <a:xfrm rot="16200000">
              <a:off x="12515743" y="2938837"/>
              <a:ext cx="431095" cy="999692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6" name="TextBox 11">
                  <a:extLst>
                    <a:ext uri="{FF2B5EF4-FFF2-40B4-BE49-F238E27FC236}">
                      <a16:creationId xmlns:a16="http://schemas.microsoft.com/office/drawing/2014/main" id="{423954A3-B833-4E77-B6AB-8F64F2AACD41}"/>
                    </a:ext>
                  </a:extLst>
                </p:cNvPr>
                <p:cNvSpPr txBox="1"/>
                <p:nvPr/>
              </p:nvSpPr>
              <p:spPr>
                <a:xfrm>
                  <a:off x="12350730" y="3315209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576" name="TextBox 11">
                  <a:extLst>
                    <a:ext uri="{FF2B5EF4-FFF2-40B4-BE49-F238E27FC236}">
                      <a16:creationId xmlns:a16="http://schemas.microsoft.com/office/drawing/2014/main" id="{423954A3-B833-4E77-B6AB-8F64F2AAC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50730" y="3315209"/>
                  <a:ext cx="122489" cy="262829"/>
                </a:xfrm>
                <a:prstGeom prst="rect">
                  <a:avLst/>
                </a:prstGeom>
                <a:blipFill>
                  <a:blip r:embed="rId14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7" name="Oval 22">
              <a:extLst>
                <a:ext uri="{FF2B5EF4-FFF2-40B4-BE49-F238E27FC236}">
                  <a16:creationId xmlns:a16="http://schemas.microsoft.com/office/drawing/2014/main" id="{30066358-7B30-4E34-BF52-BFD20A41BB10}"/>
                </a:ext>
              </a:extLst>
            </p:cNvPr>
            <p:cNvSpPr/>
            <p:nvPr/>
          </p:nvSpPr>
          <p:spPr>
            <a:xfrm>
              <a:off x="12674403" y="3897282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8" name="TextBox 12">
                  <a:extLst>
                    <a:ext uri="{FF2B5EF4-FFF2-40B4-BE49-F238E27FC236}">
                      <a16:creationId xmlns:a16="http://schemas.microsoft.com/office/drawing/2014/main" id="{F92669D6-2E66-4138-A3BB-EC54D5C57FC1}"/>
                    </a:ext>
                  </a:extLst>
                </p:cNvPr>
                <p:cNvSpPr txBox="1"/>
                <p:nvPr/>
              </p:nvSpPr>
              <p:spPr>
                <a:xfrm>
                  <a:off x="12804139" y="3381253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578" name="TextBox 12">
                  <a:extLst>
                    <a:ext uri="{FF2B5EF4-FFF2-40B4-BE49-F238E27FC236}">
                      <a16:creationId xmlns:a16="http://schemas.microsoft.com/office/drawing/2014/main" id="{F92669D6-2E66-4138-A3BB-EC54D5C57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4139" y="3381253"/>
                  <a:ext cx="122489" cy="262829"/>
                </a:xfrm>
                <a:prstGeom prst="rect">
                  <a:avLst/>
                </a:prstGeom>
                <a:blipFill>
                  <a:blip r:embed="rId15"/>
                  <a:stretch>
                    <a:fillRect r="-523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9" name="TextBox 13">
                  <a:extLst>
                    <a:ext uri="{FF2B5EF4-FFF2-40B4-BE49-F238E27FC236}">
                      <a16:creationId xmlns:a16="http://schemas.microsoft.com/office/drawing/2014/main" id="{71E7A95E-7B51-4398-954F-C60F7DD4645B}"/>
                    </a:ext>
                  </a:extLst>
                </p:cNvPr>
                <p:cNvSpPr txBox="1"/>
                <p:nvPr/>
              </p:nvSpPr>
              <p:spPr>
                <a:xfrm>
                  <a:off x="12635130" y="2945278"/>
                  <a:ext cx="177900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579" name="TextBox 13">
                  <a:extLst>
                    <a:ext uri="{FF2B5EF4-FFF2-40B4-BE49-F238E27FC236}">
                      <a16:creationId xmlns:a16="http://schemas.microsoft.com/office/drawing/2014/main" id="{71E7A95E-7B51-4398-954F-C60F7DD464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5130" y="2945278"/>
                  <a:ext cx="177900" cy="262829"/>
                </a:xfrm>
                <a:prstGeom prst="rect">
                  <a:avLst/>
                </a:prstGeom>
                <a:blipFill>
                  <a:blip r:embed="rId16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0" name="DVO">
              <a:extLst>
                <a:ext uri="{FF2B5EF4-FFF2-40B4-BE49-F238E27FC236}">
                  <a16:creationId xmlns:a16="http://schemas.microsoft.com/office/drawing/2014/main" id="{3A9521FB-A8B8-4F4A-8592-1B7BF75AB685}"/>
                </a:ext>
              </a:extLst>
            </p:cNvPr>
            <p:cNvSpPr/>
            <p:nvPr/>
          </p:nvSpPr>
          <p:spPr>
            <a:xfrm flipH="1">
              <a:off x="12480745" y="2920907"/>
              <a:ext cx="499846" cy="1035552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581" name="Oval 23">
              <a:extLst>
                <a:ext uri="{FF2B5EF4-FFF2-40B4-BE49-F238E27FC236}">
                  <a16:creationId xmlns:a16="http://schemas.microsoft.com/office/drawing/2014/main" id="{3873F657-53D0-4227-9369-70AE42F92ADE}"/>
                </a:ext>
              </a:extLst>
            </p:cNvPr>
            <p:cNvSpPr/>
            <p:nvPr/>
          </p:nvSpPr>
          <p:spPr>
            <a:xfrm>
              <a:off x="13174841" y="3380434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cxnSp>
          <p:nvCxnSpPr>
            <p:cNvPr id="582" name="Straight Arrow Connector 7">
              <a:extLst>
                <a:ext uri="{FF2B5EF4-FFF2-40B4-BE49-F238E27FC236}">
                  <a16:creationId xmlns:a16="http://schemas.microsoft.com/office/drawing/2014/main" id="{068275B4-9406-474F-AB8A-50B2359A94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28569" y="3128473"/>
              <a:ext cx="1175" cy="3086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Arrow Connector 19">
              <a:extLst>
                <a:ext uri="{FF2B5EF4-FFF2-40B4-BE49-F238E27FC236}">
                  <a16:creationId xmlns:a16="http://schemas.microsoft.com/office/drawing/2014/main" id="{07BE9B60-0C02-4831-AC19-FD0883FD7960}"/>
                </a:ext>
              </a:extLst>
            </p:cNvPr>
            <p:cNvCxnSpPr>
              <a:cxnSpLocks/>
            </p:cNvCxnSpPr>
            <p:nvPr/>
          </p:nvCxnSpPr>
          <p:spPr>
            <a:xfrm>
              <a:off x="12730635" y="3435654"/>
              <a:ext cx="135555" cy="1085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Arrow Connector 18">
              <a:extLst>
                <a:ext uri="{FF2B5EF4-FFF2-40B4-BE49-F238E27FC236}">
                  <a16:creationId xmlns:a16="http://schemas.microsoft.com/office/drawing/2014/main" id="{6E6D73F8-61E0-4BF1-B0BB-4C225FE73E44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2612027" y="3316940"/>
              <a:ext cx="0" cy="2374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5" name="Oval 20">
              <a:extLst>
                <a:ext uri="{FF2B5EF4-FFF2-40B4-BE49-F238E27FC236}">
                  <a16:creationId xmlns:a16="http://schemas.microsoft.com/office/drawing/2014/main" id="{02DC1E8A-97DA-4104-B1A8-DAC80F69C139}"/>
                </a:ext>
              </a:extLst>
            </p:cNvPr>
            <p:cNvSpPr/>
            <p:nvPr/>
          </p:nvSpPr>
          <p:spPr>
            <a:xfrm>
              <a:off x="12175035" y="3380434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586" name="Oval 22">
              <a:extLst>
                <a:ext uri="{FF2B5EF4-FFF2-40B4-BE49-F238E27FC236}">
                  <a16:creationId xmlns:a16="http://schemas.microsoft.com/office/drawing/2014/main" id="{C50C00BD-F2C0-4E08-A704-6FCDCD0BD235}"/>
                </a:ext>
              </a:extLst>
            </p:cNvPr>
            <p:cNvSpPr/>
            <p:nvPr/>
          </p:nvSpPr>
          <p:spPr>
            <a:xfrm>
              <a:off x="12675221" y="2856860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587" name="Partial Circle 9">
              <a:extLst>
                <a:ext uri="{FF2B5EF4-FFF2-40B4-BE49-F238E27FC236}">
                  <a16:creationId xmlns:a16="http://schemas.microsoft.com/office/drawing/2014/main" id="{647643AC-1F96-4EFC-8E8F-43DAA8DA586E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2685368" y="3370471"/>
              <a:ext cx="70898" cy="13688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8" name="TextBox 10">
                  <a:extLst>
                    <a:ext uri="{FF2B5EF4-FFF2-40B4-BE49-F238E27FC236}">
                      <a16:creationId xmlns:a16="http://schemas.microsoft.com/office/drawing/2014/main" id="{75C0E3B1-49D7-4303-A032-142514984D4B}"/>
                    </a:ext>
                  </a:extLst>
                </p:cNvPr>
                <p:cNvSpPr txBox="1"/>
                <p:nvPr/>
              </p:nvSpPr>
              <p:spPr>
                <a:xfrm>
                  <a:off x="12433357" y="3394736"/>
                  <a:ext cx="21823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588" name="TextBox 10">
                  <a:extLst>
                    <a:ext uri="{FF2B5EF4-FFF2-40B4-BE49-F238E27FC236}">
                      <a16:creationId xmlns:a16="http://schemas.microsoft.com/office/drawing/2014/main" id="{75C0E3B1-49D7-4303-A032-142514984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3357" y="3394736"/>
                  <a:ext cx="218239" cy="26282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9" name="Straight Arrow Connector 17">
              <a:extLst>
                <a:ext uri="{FF2B5EF4-FFF2-40B4-BE49-F238E27FC236}">
                  <a16:creationId xmlns:a16="http://schemas.microsoft.com/office/drawing/2014/main" id="{285099DB-8A90-4B8F-AFC8-F79992166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576850" y="3439751"/>
              <a:ext cx="153405" cy="1983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90" name="Partial Circle 9">
              <a:extLst>
                <a:ext uri="{FF2B5EF4-FFF2-40B4-BE49-F238E27FC236}">
                  <a16:creationId xmlns:a16="http://schemas.microsoft.com/office/drawing/2014/main" id="{15EB3F57-681A-40CB-950B-CB081219E9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76560" y="3344703"/>
              <a:ext cx="103302" cy="2086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1" name="TextBox 10">
                  <a:extLst>
                    <a:ext uri="{FF2B5EF4-FFF2-40B4-BE49-F238E27FC236}">
                      <a16:creationId xmlns:a16="http://schemas.microsoft.com/office/drawing/2014/main" id="{AF03B3FE-5476-4188-A7C1-1EF5397E6784}"/>
                    </a:ext>
                  </a:extLst>
                </p:cNvPr>
                <p:cNvSpPr txBox="1"/>
                <p:nvPr/>
              </p:nvSpPr>
              <p:spPr>
                <a:xfrm>
                  <a:off x="12704098" y="3172909"/>
                  <a:ext cx="20564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591" name="TextBox 10">
                  <a:extLst>
                    <a:ext uri="{FF2B5EF4-FFF2-40B4-BE49-F238E27FC236}">
                      <a16:creationId xmlns:a16="http://schemas.microsoft.com/office/drawing/2014/main" id="{AF03B3FE-5476-4188-A7C1-1EF5397E6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4098" y="3172909"/>
                  <a:ext cx="205647" cy="262829"/>
                </a:xfrm>
                <a:prstGeom prst="rect">
                  <a:avLst/>
                </a:prstGeom>
                <a:blipFill>
                  <a:blip r:embed="rId18"/>
                  <a:stretch>
                    <a:fillRect r="-17647"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2" name="Straight Arrow Connector 17">
              <a:extLst>
                <a:ext uri="{FF2B5EF4-FFF2-40B4-BE49-F238E27FC236}">
                  <a16:creationId xmlns:a16="http://schemas.microsoft.com/office/drawing/2014/main" id="{FC78DDE0-A54C-4FBB-926E-3BFEF79609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24656" y="3131172"/>
              <a:ext cx="395947" cy="311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93" name="Oval 22">
              <a:extLst>
                <a:ext uri="{FF2B5EF4-FFF2-40B4-BE49-F238E27FC236}">
                  <a16:creationId xmlns:a16="http://schemas.microsoft.com/office/drawing/2014/main" id="{BD543948-B8E2-4191-9FA2-157177E54F85}"/>
                </a:ext>
              </a:extLst>
            </p:cNvPr>
            <p:cNvSpPr/>
            <p:nvPr/>
          </p:nvSpPr>
          <p:spPr>
            <a:xfrm>
              <a:off x="12911795" y="3575483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594" name="Oval 22">
              <a:extLst>
                <a:ext uri="{FF2B5EF4-FFF2-40B4-BE49-F238E27FC236}">
                  <a16:creationId xmlns:a16="http://schemas.microsoft.com/office/drawing/2014/main" id="{4BE5176A-863A-439E-9D89-1C0E76A47EFD}"/>
                </a:ext>
              </a:extLst>
            </p:cNvPr>
            <p:cNvSpPr/>
            <p:nvPr/>
          </p:nvSpPr>
          <p:spPr>
            <a:xfrm>
              <a:off x="12437010" y="3200931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5" name="文字方塊 594">
                  <a:extLst>
                    <a:ext uri="{FF2B5EF4-FFF2-40B4-BE49-F238E27FC236}">
                      <a16:creationId xmlns:a16="http://schemas.microsoft.com/office/drawing/2014/main" id="{3D1A5471-181B-47A5-9765-0434919C9E2A}"/>
                    </a:ext>
                  </a:extLst>
                </p:cNvPr>
                <p:cNvSpPr txBox="1"/>
                <p:nvPr/>
              </p:nvSpPr>
              <p:spPr>
                <a:xfrm>
                  <a:off x="11150847" y="3231242"/>
                  <a:ext cx="974158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595" name="文字方塊 594">
                  <a:extLst>
                    <a:ext uri="{FF2B5EF4-FFF2-40B4-BE49-F238E27FC236}">
                      <a16:creationId xmlns:a16="http://schemas.microsoft.com/office/drawing/2014/main" id="{3D1A5471-181B-47A5-9765-0434919C9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0847" y="3231242"/>
                  <a:ext cx="974158" cy="262829"/>
                </a:xfrm>
                <a:prstGeom prst="rect">
                  <a:avLst/>
                </a:prstGeom>
                <a:blipFill>
                  <a:blip r:embed="rId19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6" name="文字方塊 595">
                  <a:extLst>
                    <a:ext uri="{FF2B5EF4-FFF2-40B4-BE49-F238E27FC236}">
                      <a16:creationId xmlns:a16="http://schemas.microsoft.com/office/drawing/2014/main" id="{B0CB140F-D572-420E-AE16-6EBA1DB9BE70}"/>
                    </a:ext>
                  </a:extLst>
                </p:cNvPr>
                <p:cNvSpPr txBox="1"/>
                <p:nvPr/>
              </p:nvSpPr>
              <p:spPr>
                <a:xfrm>
                  <a:off x="13234957" y="3192507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596" name="文字方塊 595">
                  <a:extLst>
                    <a:ext uri="{FF2B5EF4-FFF2-40B4-BE49-F238E27FC236}">
                      <a16:creationId xmlns:a16="http://schemas.microsoft.com/office/drawing/2014/main" id="{B0CB140F-D572-420E-AE16-6EBA1DB9BE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4957" y="3192507"/>
                  <a:ext cx="1100937" cy="262829"/>
                </a:xfrm>
                <a:prstGeom prst="rect">
                  <a:avLst/>
                </a:prstGeom>
                <a:blipFill>
                  <a:blip r:embed="rId20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0C07D3BF-F32F-462F-9E4C-E90543AECC00}"/>
                    </a:ext>
                  </a:extLst>
                </p:cNvPr>
                <p:cNvSpPr txBox="1"/>
                <p:nvPr/>
              </p:nvSpPr>
              <p:spPr>
                <a:xfrm>
                  <a:off x="13234957" y="4376185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0C07D3BF-F32F-462F-9E4C-E90543AEC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4957" y="4376185"/>
                  <a:ext cx="1100937" cy="262829"/>
                </a:xfrm>
                <a:prstGeom prst="rect">
                  <a:avLst/>
                </a:prstGeom>
                <a:blipFill>
                  <a:blip r:embed="rId21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98" name="圖片 597">
              <a:extLst>
                <a:ext uri="{FF2B5EF4-FFF2-40B4-BE49-F238E27FC236}">
                  <a16:creationId xmlns:a16="http://schemas.microsoft.com/office/drawing/2014/main" id="{975825E3-A2DB-4B1F-9013-4CF31664FA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/>
            <a:srcRect l="9358" t="17558" r="8712" b="16703"/>
            <a:stretch/>
          </p:blipFill>
          <p:spPr>
            <a:xfrm>
              <a:off x="13510222" y="1836576"/>
              <a:ext cx="529628" cy="116768"/>
            </a:xfrm>
            <a:prstGeom prst="rect">
              <a:avLst/>
            </a:prstGeom>
          </p:spPr>
        </p:pic>
        <p:cxnSp>
          <p:nvCxnSpPr>
            <p:cNvPr id="599" name="直線接點 598">
              <a:extLst>
                <a:ext uri="{FF2B5EF4-FFF2-40B4-BE49-F238E27FC236}">
                  <a16:creationId xmlns:a16="http://schemas.microsoft.com/office/drawing/2014/main" id="{342EDF50-9714-41E6-B9B2-E97E7E655301}"/>
                </a:ext>
              </a:extLst>
            </p:cNvPr>
            <p:cNvCxnSpPr>
              <a:cxnSpLocks/>
            </p:cNvCxnSpPr>
            <p:nvPr/>
          </p:nvCxnSpPr>
          <p:spPr>
            <a:xfrm>
              <a:off x="13023850" y="3708400"/>
              <a:ext cx="342900" cy="479524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0" name="直線接點 599">
              <a:extLst>
                <a:ext uri="{FF2B5EF4-FFF2-40B4-BE49-F238E27FC236}">
                  <a16:creationId xmlns:a16="http://schemas.microsoft.com/office/drawing/2014/main" id="{7A0F26BC-189C-416E-B364-D94CB65CFE47}"/>
                </a:ext>
              </a:extLst>
            </p:cNvPr>
            <p:cNvCxnSpPr>
              <a:cxnSpLocks/>
            </p:cNvCxnSpPr>
            <p:nvPr/>
          </p:nvCxnSpPr>
          <p:spPr>
            <a:xfrm>
              <a:off x="12071350" y="2665655"/>
              <a:ext cx="398272" cy="56904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1" name="直線接點 600">
              <a:extLst>
                <a:ext uri="{FF2B5EF4-FFF2-40B4-BE49-F238E27FC236}">
                  <a16:creationId xmlns:a16="http://schemas.microsoft.com/office/drawing/2014/main" id="{FD75D078-A0EF-435A-AD4E-F2314C54D6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52300" y="3478631"/>
              <a:ext cx="140200" cy="325019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2" name="直線接點 601">
              <a:extLst>
                <a:ext uri="{FF2B5EF4-FFF2-40B4-BE49-F238E27FC236}">
                  <a16:creationId xmlns:a16="http://schemas.microsoft.com/office/drawing/2014/main" id="{E43E9C3E-9CE5-47C1-AA65-DB238D79BD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74675" y="3158393"/>
              <a:ext cx="104775" cy="222982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603" name="圖片 602">
              <a:extLst>
                <a:ext uri="{FF2B5EF4-FFF2-40B4-BE49-F238E27FC236}">
                  <a16:creationId xmlns:a16="http://schemas.microsoft.com/office/drawing/2014/main" id="{3DC660A5-83F5-48A8-9F70-A3BD3D8DB7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816" r="24816"/>
            <a:stretch/>
          </p:blipFill>
          <p:spPr>
            <a:xfrm>
              <a:off x="11188700" y="2406884"/>
              <a:ext cx="876300" cy="831746"/>
            </a:xfrm>
            <a:prstGeom prst="rect">
              <a:avLst/>
            </a:prstGeom>
          </p:spPr>
        </p:pic>
        <p:pic>
          <p:nvPicPr>
            <p:cNvPr id="604" name="圖片 603">
              <a:extLst>
                <a:ext uri="{FF2B5EF4-FFF2-40B4-BE49-F238E27FC236}">
                  <a16:creationId xmlns:a16="http://schemas.microsoft.com/office/drawing/2014/main" id="{3B041128-1B95-4000-8202-43A5F3BD7D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5368"/>
            <a:stretch/>
          </p:blipFill>
          <p:spPr>
            <a:xfrm>
              <a:off x="13360399" y="3518134"/>
              <a:ext cx="850901" cy="831746"/>
            </a:xfrm>
            <a:prstGeom prst="rect">
              <a:avLst/>
            </a:prstGeom>
          </p:spPr>
        </p:pic>
        <p:pic>
          <p:nvPicPr>
            <p:cNvPr id="605" name="圖片 604">
              <a:extLst>
                <a:ext uri="{FF2B5EF4-FFF2-40B4-BE49-F238E27FC236}">
                  <a16:creationId xmlns:a16="http://schemas.microsoft.com/office/drawing/2014/main" id="{44791512-6FB4-44EF-87B5-ACC9F2618E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9671"/>
            <a:stretch/>
          </p:blipFill>
          <p:spPr>
            <a:xfrm>
              <a:off x="11209018" y="3498004"/>
              <a:ext cx="875032" cy="856665"/>
            </a:xfrm>
            <a:prstGeom prst="rect">
              <a:avLst/>
            </a:prstGeom>
          </p:spPr>
        </p:pic>
        <p:pic>
          <p:nvPicPr>
            <p:cNvPr id="606" name="圖片 605">
              <a:extLst>
                <a:ext uri="{FF2B5EF4-FFF2-40B4-BE49-F238E27FC236}">
                  <a16:creationId xmlns:a16="http://schemas.microsoft.com/office/drawing/2014/main" id="{E2474092-AF26-4516-875A-019B13A5C2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963"/>
            <a:stretch/>
          </p:blipFill>
          <p:spPr>
            <a:xfrm>
              <a:off x="13354050" y="2361354"/>
              <a:ext cx="869950" cy="856665"/>
            </a:xfrm>
            <a:prstGeom prst="rect">
              <a:avLst/>
            </a:prstGeom>
          </p:spPr>
        </p:pic>
        <p:sp>
          <p:nvSpPr>
            <p:cNvPr id="607" name="矩形: 圓角 606">
              <a:extLst>
                <a:ext uri="{FF2B5EF4-FFF2-40B4-BE49-F238E27FC236}">
                  <a16:creationId xmlns:a16="http://schemas.microsoft.com/office/drawing/2014/main" id="{4ADB8736-A01F-4639-B8D0-D074B2B4B216}"/>
                </a:ext>
              </a:extLst>
            </p:cNvPr>
            <p:cNvSpPr/>
            <p:nvPr/>
          </p:nvSpPr>
          <p:spPr>
            <a:xfrm>
              <a:off x="7410457" y="1314456"/>
              <a:ext cx="3638551" cy="4292600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0150" tIns="15076" rIns="30150" bIns="150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94" dirty="0"/>
            </a:p>
          </p:txBody>
        </p:sp>
        <p:pic>
          <p:nvPicPr>
            <p:cNvPr id="608" name="圖片 607">
              <a:extLst>
                <a:ext uri="{FF2B5EF4-FFF2-40B4-BE49-F238E27FC236}">
                  <a16:creationId xmlns:a16="http://schemas.microsoft.com/office/drawing/2014/main" id="{0D79A33B-0788-4D66-B568-3E9A26DA97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" r="75054"/>
            <a:stretch/>
          </p:blipFill>
          <p:spPr>
            <a:xfrm>
              <a:off x="8639809" y="1447874"/>
              <a:ext cx="872491" cy="838559"/>
            </a:xfrm>
            <a:prstGeom prst="rect">
              <a:avLst/>
            </a:prstGeom>
          </p:spPr>
        </p:pic>
        <p:pic>
          <p:nvPicPr>
            <p:cNvPr id="609" name="圖片 608">
              <a:extLst>
                <a:ext uri="{FF2B5EF4-FFF2-40B4-BE49-F238E27FC236}">
                  <a16:creationId xmlns:a16="http://schemas.microsoft.com/office/drawing/2014/main" id="{0BAF6FD0-0D8E-4E10-8973-DE9673C3BC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4583" r="50363"/>
            <a:stretch/>
          </p:blipFill>
          <p:spPr>
            <a:xfrm>
              <a:off x="8597907" y="4470474"/>
              <a:ext cx="876300" cy="838559"/>
            </a:xfrm>
            <a:prstGeom prst="rect">
              <a:avLst/>
            </a:prstGeom>
          </p:spPr>
        </p:pic>
        <p:pic>
          <p:nvPicPr>
            <p:cNvPr id="610" name="圖片 609">
              <a:extLst>
                <a:ext uri="{FF2B5EF4-FFF2-40B4-BE49-F238E27FC236}">
                  <a16:creationId xmlns:a16="http://schemas.microsoft.com/office/drawing/2014/main" id="{4F9999C2-D907-4159-A461-923CD7EB16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60" t="49873" r="4750" b="29819"/>
            <a:stretch/>
          </p:blipFill>
          <p:spPr>
            <a:xfrm>
              <a:off x="9538501" y="1466857"/>
              <a:ext cx="229394" cy="863586"/>
            </a:xfrm>
            <a:prstGeom prst="rect">
              <a:avLst/>
            </a:prstGeom>
          </p:spPr>
        </p:pic>
        <p:pic>
          <p:nvPicPr>
            <p:cNvPr id="611" name="圖片 610">
              <a:extLst>
                <a:ext uri="{FF2B5EF4-FFF2-40B4-BE49-F238E27FC236}">
                  <a16:creationId xmlns:a16="http://schemas.microsoft.com/office/drawing/2014/main" id="{DCFC8260-D7EF-42B7-B604-F88A6E1A87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9744970" y="1785579"/>
              <a:ext cx="1234633" cy="29722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2" name="文字方塊 611">
                  <a:extLst>
                    <a:ext uri="{FF2B5EF4-FFF2-40B4-BE49-F238E27FC236}">
                      <a16:creationId xmlns:a16="http://schemas.microsoft.com/office/drawing/2014/main" id="{5C508C1A-8452-459E-957D-46438D16FA81}"/>
                    </a:ext>
                  </a:extLst>
                </p:cNvPr>
                <p:cNvSpPr txBox="1"/>
                <p:nvPr/>
              </p:nvSpPr>
              <p:spPr>
                <a:xfrm>
                  <a:off x="9001938" y="2046166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612" name="文字方塊 611">
                  <a:extLst>
                    <a:ext uri="{FF2B5EF4-FFF2-40B4-BE49-F238E27FC236}">
                      <a16:creationId xmlns:a16="http://schemas.microsoft.com/office/drawing/2014/main" id="{5C508C1A-8452-459E-957D-46438D16F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1938" y="2046166"/>
                  <a:ext cx="268993" cy="272254"/>
                </a:xfrm>
                <a:prstGeom prst="rect">
                  <a:avLst/>
                </a:prstGeom>
                <a:blipFill>
                  <a:blip r:embed="rId5"/>
                  <a:stretch>
                    <a:fillRect r="-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3" name="群組 612">
              <a:extLst>
                <a:ext uri="{FF2B5EF4-FFF2-40B4-BE49-F238E27FC236}">
                  <a16:creationId xmlns:a16="http://schemas.microsoft.com/office/drawing/2014/main" id="{2CD378D9-9400-49A5-BC9A-7D6C9D0D4155}"/>
                </a:ext>
              </a:extLst>
            </p:cNvPr>
            <p:cNvGrpSpPr/>
            <p:nvPr/>
          </p:nvGrpSpPr>
          <p:grpSpPr>
            <a:xfrm>
              <a:off x="9048690" y="1857958"/>
              <a:ext cx="50518" cy="48461"/>
              <a:chOff x="1373392" y="2391862"/>
              <a:chExt cx="479433" cy="476535"/>
            </a:xfrm>
          </p:grpSpPr>
          <p:sp>
            <p:nvSpPr>
              <p:cNvPr id="614" name="箭號: 向右 613">
                <a:extLst>
                  <a:ext uri="{FF2B5EF4-FFF2-40B4-BE49-F238E27FC236}">
                    <a16:creationId xmlns:a16="http://schemas.microsoft.com/office/drawing/2014/main" id="{288BD31A-4C05-458B-A8A8-425FAFAABE50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615" name="箭號: 向右 614">
                <a:extLst>
                  <a:ext uri="{FF2B5EF4-FFF2-40B4-BE49-F238E27FC236}">
                    <a16:creationId xmlns:a16="http://schemas.microsoft.com/office/drawing/2014/main" id="{895793D3-EC2B-4E28-9C11-706614193A8F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6" name="文字方塊 615">
                  <a:extLst>
                    <a:ext uri="{FF2B5EF4-FFF2-40B4-BE49-F238E27FC236}">
                      <a16:creationId xmlns:a16="http://schemas.microsoft.com/office/drawing/2014/main" id="{9D344E5A-7AE7-4708-9BB3-9EC6A0535F58}"/>
                    </a:ext>
                  </a:extLst>
                </p:cNvPr>
                <p:cNvSpPr txBox="1"/>
                <p:nvPr/>
              </p:nvSpPr>
              <p:spPr>
                <a:xfrm>
                  <a:off x="8924467" y="1614449"/>
                  <a:ext cx="182571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16" name="文字方塊 615">
                  <a:extLst>
                    <a:ext uri="{FF2B5EF4-FFF2-40B4-BE49-F238E27FC236}">
                      <a16:creationId xmlns:a16="http://schemas.microsoft.com/office/drawing/2014/main" id="{9D344E5A-7AE7-4708-9BB3-9EC6A0535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4467" y="1614449"/>
                  <a:ext cx="182571" cy="276614"/>
                </a:xfrm>
                <a:prstGeom prst="rect">
                  <a:avLst/>
                </a:prstGeom>
                <a:blipFill>
                  <a:blip r:embed="rId6"/>
                  <a:stretch>
                    <a:fillRect r="-5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7" name="文字方塊 616">
                  <a:extLst>
                    <a:ext uri="{FF2B5EF4-FFF2-40B4-BE49-F238E27FC236}">
                      <a16:creationId xmlns:a16="http://schemas.microsoft.com/office/drawing/2014/main" id="{10DB6984-09BD-4C74-86FB-F77C2FA9B26B}"/>
                    </a:ext>
                  </a:extLst>
                </p:cNvPr>
                <p:cNvSpPr txBox="1"/>
                <p:nvPr/>
              </p:nvSpPr>
              <p:spPr>
                <a:xfrm>
                  <a:off x="9055295" y="1772183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17" name="文字方塊 616">
                  <a:extLst>
                    <a:ext uri="{FF2B5EF4-FFF2-40B4-BE49-F238E27FC236}">
                      <a16:creationId xmlns:a16="http://schemas.microsoft.com/office/drawing/2014/main" id="{10DB6984-09BD-4C74-86FB-F77C2FA9B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5295" y="1772183"/>
                  <a:ext cx="149279" cy="262829"/>
                </a:xfrm>
                <a:prstGeom prst="rect">
                  <a:avLst/>
                </a:prstGeom>
                <a:blipFill>
                  <a:blip r:embed="rId25"/>
                  <a:stretch>
                    <a:fillRect r="-708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8" name="文字方塊 617">
                  <a:extLst>
                    <a:ext uri="{FF2B5EF4-FFF2-40B4-BE49-F238E27FC236}">
                      <a16:creationId xmlns:a16="http://schemas.microsoft.com/office/drawing/2014/main" id="{76D8E31F-3D80-450A-AD49-44708F56B380}"/>
                    </a:ext>
                  </a:extLst>
                </p:cNvPr>
                <p:cNvSpPr txBox="1"/>
                <p:nvPr/>
              </p:nvSpPr>
              <p:spPr>
                <a:xfrm>
                  <a:off x="9450316" y="2139115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18" name="文字方塊 617">
                  <a:extLst>
                    <a:ext uri="{FF2B5EF4-FFF2-40B4-BE49-F238E27FC236}">
                      <a16:creationId xmlns:a16="http://schemas.microsoft.com/office/drawing/2014/main" id="{76D8E31F-3D80-450A-AD49-44708F56B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0316" y="2139115"/>
                  <a:ext cx="204146" cy="245324"/>
                </a:xfrm>
                <a:prstGeom prst="rect">
                  <a:avLst/>
                </a:prstGeom>
                <a:blipFill>
                  <a:blip r:embed="rId8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9" name="文字方塊 618">
                  <a:extLst>
                    <a:ext uri="{FF2B5EF4-FFF2-40B4-BE49-F238E27FC236}">
                      <a16:creationId xmlns:a16="http://schemas.microsoft.com/office/drawing/2014/main" id="{00C8B8C6-21D8-4F47-B047-49392CDEA1FC}"/>
                    </a:ext>
                  </a:extLst>
                </p:cNvPr>
                <p:cNvSpPr txBox="1"/>
                <p:nvPr/>
              </p:nvSpPr>
              <p:spPr>
                <a:xfrm>
                  <a:off x="8571496" y="2296126"/>
                  <a:ext cx="108296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8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19" name="文字方塊 618">
                  <a:extLst>
                    <a:ext uri="{FF2B5EF4-FFF2-40B4-BE49-F238E27FC236}">
                      <a16:creationId xmlns:a16="http://schemas.microsoft.com/office/drawing/2014/main" id="{00C8B8C6-21D8-4F47-B047-49392CDEA1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1496" y="2296126"/>
                  <a:ext cx="1082966" cy="262829"/>
                </a:xfrm>
                <a:prstGeom prst="rect">
                  <a:avLst/>
                </a:prstGeom>
                <a:blipFill>
                  <a:blip r:embed="rId9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0" name="文字方塊 619">
                  <a:extLst>
                    <a:ext uri="{FF2B5EF4-FFF2-40B4-BE49-F238E27FC236}">
                      <a16:creationId xmlns:a16="http://schemas.microsoft.com/office/drawing/2014/main" id="{A035E752-B948-4BE7-AC09-92B264830523}"/>
                    </a:ext>
                  </a:extLst>
                </p:cNvPr>
                <p:cNvSpPr txBox="1"/>
                <p:nvPr/>
              </p:nvSpPr>
              <p:spPr>
                <a:xfrm>
                  <a:off x="7429864" y="4362183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20" name="文字方塊 619">
                  <a:extLst>
                    <a:ext uri="{FF2B5EF4-FFF2-40B4-BE49-F238E27FC236}">
                      <a16:creationId xmlns:a16="http://schemas.microsoft.com/office/drawing/2014/main" id="{A035E752-B948-4BE7-AC09-92B264830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64" y="4362183"/>
                  <a:ext cx="1100937" cy="262829"/>
                </a:xfrm>
                <a:prstGeom prst="rect">
                  <a:avLst/>
                </a:prstGeom>
                <a:blipFill>
                  <a:blip r:embed="rId26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1" name="文字方塊 620">
                  <a:extLst>
                    <a:ext uri="{FF2B5EF4-FFF2-40B4-BE49-F238E27FC236}">
                      <a16:creationId xmlns:a16="http://schemas.microsoft.com/office/drawing/2014/main" id="{806E3441-E783-4CEC-8353-119F4660DA66}"/>
                    </a:ext>
                  </a:extLst>
                </p:cNvPr>
                <p:cNvSpPr txBox="1"/>
                <p:nvPr/>
              </p:nvSpPr>
              <p:spPr>
                <a:xfrm>
                  <a:off x="8563893" y="5309642"/>
                  <a:ext cx="102198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21" name="文字方塊 620">
                  <a:extLst>
                    <a:ext uri="{FF2B5EF4-FFF2-40B4-BE49-F238E27FC236}">
                      <a16:creationId xmlns:a16="http://schemas.microsoft.com/office/drawing/2014/main" id="{806E3441-E783-4CEC-8353-119F4660DA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3893" y="5309642"/>
                  <a:ext cx="1021986" cy="26282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2" name="文字方塊 621">
                  <a:extLst>
                    <a:ext uri="{FF2B5EF4-FFF2-40B4-BE49-F238E27FC236}">
                      <a16:creationId xmlns:a16="http://schemas.microsoft.com/office/drawing/2014/main" id="{A76A775C-0D0E-4C3D-B5BE-C9B07554D4BF}"/>
                    </a:ext>
                  </a:extLst>
                </p:cNvPr>
                <p:cNvSpPr txBox="1"/>
                <p:nvPr/>
              </p:nvSpPr>
              <p:spPr>
                <a:xfrm>
                  <a:off x="8777392" y="4004150"/>
                  <a:ext cx="562813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−1, 2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22" name="文字方塊 621">
                  <a:extLst>
                    <a:ext uri="{FF2B5EF4-FFF2-40B4-BE49-F238E27FC236}">
                      <a16:creationId xmlns:a16="http://schemas.microsoft.com/office/drawing/2014/main" id="{A76A775C-0D0E-4C3D-B5BE-C9B07554D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7392" y="4004150"/>
                  <a:ext cx="562813" cy="262829"/>
                </a:xfrm>
                <a:prstGeom prst="rect">
                  <a:avLst/>
                </a:prstGeom>
                <a:blipFill>
                  <a:blip r:embed="rId12"/>
                  <a:stretch>
                    <a:fillRect t="-93023" r="-52174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3" name="文字方塊 622">
                  <a:extLst>
                    <a:ext uri="{FF2B5EF4-FFF2-40B4-BE49-F238E27FC236}">
                      <a16:creationId xmlns:a16="http://schemas.microsoft.com/office/drawing/2014/main" id="{C60780C8-EB63-43F5-A6DD-001EF47C438E}"/>
                    </a:ext>
                  </a:extLst>
                </p:cNvPr>
                <p:cNvSpPr txBox="1"/>
                <p:nvPr/>
              </p:nvSpPr>
              <p:spPr>
                <a:xfrm>
                  <a:off x="8789019" y="2623678"/>
                  <a:ext cx="562813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23" name="文字方塊 622">
                  <a:extLst>
                    <a:ext uri="{FF2B5EF4-FFF2-40B4-BE49-F238E27FC236}">
                      <a16:creationId xmlns:a16="http://schemas.microsoft.com/office/drawing/2014/main" id="{C60780C8-EB63-43F5-A6DD-001EF47C43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019" y="2623678"/>
                  <a:ext cx="562813" cy="262829"/>
                </a:xfrm>
                <a:prstGeom prst="rect">
                  <a:avLst/>
                </a:prstGeom>
                <a:blipFill>
                  <a:blip r:embed="rId27"/>
                  <a:stretch>
                    <a:fillRect t="-93023" r="-40217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4" name="Oval 14">
              <a:extLst>
                <a:ext uri="{FF2B5EF4-FFF2-40B4-BE49-F238E27FC236}">
                  <a16:creationId xmlns:a16="http://schemas.microsoft.com/office/drawing/2014/main" id="{86545E0C-F846-459F-82F7-4474DE745167}"/>
                </a:ext>
              </a:extLst>
            </p:cNvPr>
            <p:cNvSpPr/>
            <p:nvPr/>
          </p:nvSpPr>
          <p:spPr>
            <a:xfrm>
              <a:off x="9017458" y="2862319"/>
              <a:ext cx="112464" cy="11649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625" name="Oval 4">
              <a:extLst>
                <a:ext uri="{FF2B5EF4-FFF2-40B4-BE49-F238E27FC236}">
                  <a16:creationId xmlns:a16="http://schemas.microsoft.com/office/drawing/2014/main" id="{93FE719C-F1E2-4F23-897F-41DC9A902C25}"/>
                </a:ext>
              </a:extLst>
            </p:cNvPr>
            <p:cNvSpPr/>
            <p:nvPr/>
          </p:nvSpPr>
          <p:spPr>
            <a:xfrm>
              <a:off x="8575363" y="2920566"/>
              <a:ext cx="999691" cy="1035553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626" name="Oval 15">
              <a:extLst>
                <a:ext uri="{FF2B5EF4-FFF2-40B4-BE49-F238E27FC236}">
                  <a16:creationId xmlns:a16="http://schemas.microsoft.com/office/drawing/2014/main" id="{4DF437C7-E331-4F91-BD2F-8074C010F56C}"/>
                </a:ext>
              </a:extLst>
            </p:cNvPr>
            <p:cNvSpPr/>
            <p:nvPr/>
          </p:nvSpPr>
          <p:spPr>
            <a:xfrm>
              <a:off x="9017458" y="3897289"/>
              <a:ext cx="112464" cy="11649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627" name="SHO">
              <a:extLst>
                <a:ext uri="{FF2B5EF4-FFF2-40B4-BE49-F238E27FC236}">
                  <a16:creationId xmlns:a16="http://schemas.microsoft.com/office/drawing/2014/main" id="{796E4291-9BBC-4CD5-81A3-82EC83E18311}"/>
                </a:ext>
              </a:extLst>
            </p:cNvPr>
            <p:cNvSpPr/>
            <p:nvPr/>
          </p:nvSpPr>
          <p:spPr>
            <a:xfrm rot="16200000">
              <a:off x="8858145" y="2938838"/>
              <a:ext cx="431094" cy="999691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628" name="SVO">
              <a:extLst>
                <a:ext uri="{FF2B5EF4-FFF2-40B4-BE49-F238E27FC236}">
                  <a16:creationId xmlns:a16="http://schemas.microsoft.com/office/drawing/2014/main" id="{49329222-A6D3-44FA-BBAC-83E990C32EF0}"/>
                </a:ext>
              </a:extLst>
            </p:cNvPr>
            <p:cNvSpPr/>
            <p:nvPr/>
          </p:nvSpPr>
          <p:spPr>
            <a:xfrm>
              <a:off x="8823152" y="2920914"/>
              <a:ext cx="499846" cy="1035553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629" name="Oval 6">
              <a:extLst>
                <a:ext uri="{FF2B5EF4-FFF2-40B4-BE49-F238E27FC236}">
                  <a16:creationId xmlns:a16="http://schemas.microsoft.com/office/drawing/2014/main" id="{69C8EC4F-B767-4308-B530-991BB6D79466}"/>
                </a:ext>
              </a:extLst>
            </p:cNvPr>
            <p:cNvSpPr/>
            <p:nvPr/>
          </p:nvSpPr>
          <p:spPr>
            <a:xfrm rot="16200000">
              <a:off x="8858145" y="2938838"/>
              <a:ext cx="431094" cy="999691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0" name="TextBox 11">
                  <a:extLst>
                    <a:ext uri="{FF2B5EF4-FFF2-40B4-BE49-F238E27FC236}">
                      <a16:creationId xmlns:a16="http://schemas.microsoft.com/office/drawing/2014/main" id="{1230120A-A308-40E9-B69D-EFBEFF0244DD}"/>
                    </a:ext>
                  </a:extLst>
                </p:cNvPr>
                <p:cNvSpPr txBox="1"/>
                <p:nvPr/>
              </p:nvSpPr>
              <p:spPr>
                <a:xfrm>
                  <a:off x="8693131" y="3315215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30" name="TextBox 11">
                  <a:extLst>
                    <a:ext uri="{FF2B5EF4-FFF2-40B4-BE49-F238E27FC236}">
                      <a16:creationId xmlns:a16="http://schemas.microsoft.com/office/drawing/2014/main" id="{1230120A-A308-40E9-B69D-EFBEFF024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3131" y="3315215"/>
                  <a:ext cx="122489" cy="262829"/>
                </a:xfrm>
                <a:prstGeom prst="rect">
                  <a:avLst/>
                </a:prstGeom>
                <a:blipFill>
                  <a:blip r:embed="rId14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1" name="Oval 22">
              <a:extLst>
                <a:ext uri="{FF2B5EF4-FFF2-40B4-BE49-F238E27FC236}">
                  <a16:creationId xmlns:a16="http://schemas.microsoft.com/office/drawing/2014/main" id="{BB861174-8258-49E0-A592-67261F1558DD}"/>
                </a:ext>
              </a:extLst>
            </p:cNvPr>
            <p:cNvSpPr/>
            <p:nvPr/>
          </p:nvSpPr>
          <p:spPr>
            <a:xfrm>
              <a:off x="9016804" y="3897289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2" name="TextBox 12">
                  <a:extLst>
                    <a:ext uri="{FF2B5EF4-FFF2-40B4-BE49-F238E27FC236}">
                      <a16:creationId xmlns:a16="http://schemas.microsoft.com/office/drawing/2014/main" id="{E4685687-729F-41CC-AFD1-4CE64839F1C3}"/>
                    </a:ext>
                  </a:extLst>
                </p:cNvPr>
                <p:cNvSpPr txBox="1"/>
                <p:nvPr/>
              </p:nvSpPr>
              <p:spPr>
                <a:xfrm>
                  <a:off x="9146539" y="3381260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32" name="TextBox 12">
                  <a:extLst>
                    <a:ext uri="{FF2B5EF4-FFF2-40B4-BE49-F238E27FC236}">
                      <a16:creationId xmlns:a16="http://schemas.microsoft.com/office/drawing/2014/main" id="{E4685687-729F-41CC-AFD1-4CE64839F1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6539" y="3381260"/>
                  <a:ext cx="122489" cy="262829"/>
                </a:xfrm>
                <a:prstGeom prst="rect">
                  <a:avLst/>
                </a:prstGeom>
                <a:blipFill>
                  <a:blip r:embed="rId15"/>
                  <a:stretch>
                    <a:fillRect r="-523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3" name="TextBox 13">
                  <a:extLst>
                    <a:ext uri="{FF2B5EF4-FFF2-40B4-BE49-F238E27FC236}">
                      <a16:creationId xmlns:a16="http://schemas.microsoft.com/office/drawing/2014/main" id="{C7360630-A183-418B-910B-E7F90E689286}"/>
                    </a:ext>
                  </a:extLst>
                </p:cNvPr>
                <p:cNvSpPr txBox="1"/>
                <p:nvPr/>
              </p:nvSpPr>
              <p:spPr>
                <a:xfrm>
                  <a:off x="8977529" y="2945285"/>
                  <a:ext cx="177901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33" name="TextBox 13">
                  <a:extLst>
                    <a:ext uri="{FF2B5EF4-FFF2-40B4-BE49-F238E27FC236}">
                      <a16:creationId xmlns:a16="http://schemas.microsoft.com/office/drawing/2014/main" id="{C7360630-A183-418B-910B-E7F90E689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7529" y="2945285"/>
                  <a:ext cx="177901" cy="262829"/>
                </a:xfrm>
                <a:prstGeom prst="rect">
                  <a:avLst/>
                </a:prstGeom>
                <a:blipFill>
                  <a:blip r:embed="rId16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4" name="DVO">
              <a:extLst>
                <a:ext uri="{FF2B5EF4-FFF2-40B4-BE49-F238E27FC236}">
                  <a16:creationId xmlns:a16="http://schemas.microsoft.com/office/drawing/2014/main" id="{088853F1-236C-4CA3-8A7B-BF5C805A10B8}"/>
                </a:ext>
              </a:extLst>
            </p:cNvPr>
            <p:cNvSpPr/>
            <p:nvPr/>
          </p:nvSpPr>
          <p:spPr>
            <a:xfrm flipH="1">
              <a:off x="8823152" y="2920914"/>
              <a:ext cx="499846" cy="1035553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635" name="Oval 23">
              <a:extLst>
                <a:ext uri="{FF2B5EF4-FFF2-40B4-BE49-F238E27FC236}">
                  <a16:creationId xmlns:a16="http://schemas.microsoft.com/office/drawing/2014/main" id="{FC5E8EDF-0D3A-4528-B3FC-AB550BCE9DE3}"/>
                </a:ext>
              </a:extLst>
            </p:cNvPr>
            <p:cNvSpPr/>
            <p:nvPr/>
          </p:nvSpPr>
          <p:spPr>
            <a:xfrm>
              <a:off x="9517242" y="3380441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cxnSp>
          <p:nvCxnSpPr>
            <p:cNvPr id="636" name="Straight Arrow Connector 7">
              <a:extLst>
                <a:ext uri="{FF2B5EF4-FFF2-40B4-BE49-F238E27FC236}">
                  <a16:creationId xmlns:a16="http://schemas.microsoft.com/office/drawing/2014/main" id="{98E7A103-4270-49AB-B14D-2C97D0790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0977" y="3128479"/>
              <a:ext cx="1174" cy="3086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Arrow Connector 19">
              <a:extLst>
                <a:ext uri="{FF2B5EF4-FFF2-40B4-BE49-F238E27FC236}">
                  <a16:creationId xmlns:a16="http://schemas.microsoft.com/office/drawing/2014/main" id="{06FD3FAE-BD41-4F54-B7B5-EF67311C6FD4}"/>
                </a:ext>
              </a:extLst>
            </p:cNvPr>
            <p:cNvCxnSpPr>
              <a:cxnSpLocks/>
            </p:cNvCxnSpPr>
            <p:nvPr/>
          </p:nvCxnSpPr>
          <p:spPr>
            <a:xfrm>
              <a:off x="9073036" y="3435661"/>
              <a:ext cx="135555" cy="1085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Arrow Connector 18">
              <a:extLst>
                <a:ext uri="{FF2B5EF4-FFF2-40B4-BE49-F238E27FC236}">
                  <a16:creationId xmlns:a16="http://schemas.microsoft.com/office/drawing/2014/main" id="{759FB96E-2743-4E7A-A7A9-8B7AFD38A47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8954427" y="3316947"/>
              <a:ext cx="0" cy="2374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9" name="Oval 20">
              <a:extLst>
                <a:ext uri="{FF2B5EF4-FFF2-40B4-BE49-F238E27FC236}">
                  <a16:creationId xmlns:a16="http://schemas.microsoft.com/office/drawing/2014/main" id="{20151FFC-1052-4634-811A-845940E6011D}"/>
                </a:ext>
              </a:extLst>
            </p:cNvPr>
            <p:cNvSpPr/>
            <p:nvPr/>
          </p:nvSpPr>
          <p:spPr>
            <a:xfrm>
              <a:off x="8517436" y="3380441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640" name="Oval 22">
              <a:extLst>
                <a:ext uri="{FF2B5EF4-FFF2-40B4-BE49-F238E27FC236}">
                  <a16:creationId xmlns:a16="http://schemas.microsoft.com/office/drawing/2014/main" id="{42A93908-E66C-4150-954A-08365AC834BF}"/>
                </a:ext>
              </a:extLst>
            </p:cNvPr>
            <p:cNvSpPr/>
            <p:nvPr/>
          </p:nvSpPr>
          <p:spPr>
            <a:xfrm>
              <a:off x="9017621" y="2856867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641" name="Partial Circle 9">
              <a:extLst>
                <a:ext uri="{FF2B5EF4-FFF2-40B4-BE49-F238E27FC236}">
                  <a16:creationId xmlns:a16="http://schemas.microsoft.com/office/drawing/2014/main" id="{BE6C99DB-4AD0-4E0C-A6D3-357CE4304905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9027775" y="3370477"/>
              <a:ext cx="70898" cy="13688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2" name="TextBox 10">
                  <a:extLst>
                    <a:ext uri="{FF2B5EF4-FFF2-40B4-BE49-F238E27FC236}">
                      <a16:creationId xmlns:a16="http://schemas.microsoft.com/office/drawing/2014/main" id="{EA01D940-E4C4-43CB-99B1-C797A1E36732}"/>
                    </a:ext>
                  </a:extLst>
                </p:cNvPr>
                <p:cNvSpPr txBox="1"/>
                <p:nvPr/>
              </p:nvSpPr>
              <p:spPr>
                <a:xfrm>
                  <a:off x="8775764" y="3394744"/>
                  <a:ext cx="218240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42" name="TextBox 10">
                  <a:extLst>
                    <a:ext uri="{FF2B5EF4-FFF2-40B4-BE49-F238E27FC236}">
                      <a16:creationId xmlns:a16="http://schemas.microsoft.com/office/drawing/2014/main" id="{EA01D940-E4C4-43CB-99B1-C797A1E367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5764" y="3394744"/>
                  <a:ext cx="218240" cy="26282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3" name="Straight Arrow Connector 17">
              <a:extLst>
                <a:ext uri="{FF2B5EF4-FFF2-40B4-BE49-F238E27FC236}">
                  <a16:creationId xmlns:a16="http://schemas.microsoft.com/office/drawing/2014/main" id="{69C03B5F-F7B7-4AC2-A1EC-1BC1F8AE28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19257" y="3439758"/>
              <a:ext cx="153404" cy="1983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44" name="Partial Circle 9">
              <a:extLst>
                <a:ext uri="{FF2B5EF4-FFF2-40B4-BE49-F238E27FC236}">
                  <a16:creationId xmlns:a16="http://schemas.microsoft.com/office/drawing/2014/main" id="{A2BDF4CF-0020-46D3-88D9-DB5A5F3C49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18967" y="3344703"/>
              <a:ext cx="103302" cy="2086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5" name="TextBox 10">
                  <a:extLst>
                    <a:ext uri="{FF2B5EF4-FFF2-40B4-BE49-F238E27FC236}">
                      <a16:creationId xmlns:a16="http://schemas.microsoft.com/office/drawing/2014/main" id="{9C77DEE4-A43C-42D3-9FB0-3DAC251971FE}"/>
                    </a:ext>
                  </a:extLst>
                </p:cNvPr>
                <p:cNvSpPr txBox="1"/>
                <p:nvPr/>
              </p:nvSpPr>
              <p:spPr>
                <a:xfrm>
                  <a:off x="9046505" y="3172916"/>
                  <a:ext cx="20564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45" name="TextBox 10">
                  <a:extLst>
                    <a:ext uri="{FF2B5EF4-FFF2-40B4-BE49-F238E27FC236}">
                      <a16:creationId xmlns:a16="http://schemas.microsoft.com/office/drawing/2014/main" id="{9C77DEE4-A43C-42D3-9FB0-3DAC251971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6505" y="3172916"/>
                  <a:ext cx="205647" cy="262829"/>
                </a:xfrm>
                <a:prstGeom prst="rect">
                  <a:avLst/>
                </a:prstGeom>
                <a:blipFill>
                  <a:blip r:embed="rId18"/>
                  <a:stretch>
                    <a:fillRect r="-17647"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6" name="Straight Arrow Connector 17">
              <a:extLst>
                <a:ext uri="{FF2B5EF4-FFF2-40B4-BE49-F238E27FC236}">
                  <a16:creationId xmlns:a16="http://schemas.microsoft.com/office/drawing/2014/main" id="{0C4575F5-77E7-4615-A1F8-A7DA8FECC0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7064" y="3131172"/>
              <a:ext cx="395947" cy="311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47" name="Oval 22">
              <a:extLst>
                <a:ext uri="{FF2B5EF4-FFF2-40B4-BE49-F238E27FC236}">
                  <a16:creationId xmlns:a16="http://schemas.microsoft.com/office/drawing/2014/main" id="{EFED6191-FB92-44C3-9D48-1C2653B2996E}"/>
                </a:ext>
              </a:extLst>
            </p:cNvPr>
            <p:cNvSpPr/>
            <p:nvPr/>
          </p:nvSpPr>
          <p:spPr>
            <a:xfrm>
              <a:off x="9254195" y="3575490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648" name="Oval 22">
              <a:extLst>
                <a:ext uri="{FF2B5EF4-FFF2-40B4-BE49-F238E27FC236}">
                  <a16:creationId xmlns:a16="http://schemas.microsoft.com/office/drawing/2014/main" id="{EE66CB3D-034C-47A7-B0AC-A35AD258B167}"/>
                </a:ext>
              </a:extLst>
            </p:cNvPr>
            <p:cNvSpPr/>
            <p:nvPr/>
          </p:nvSpPr>
          <p:spPr>
            <a:xfrm>
              <a:off x="8779411" y="3200938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9" name="文字方塊 648">
                  <a:extLst>
                    <a:ext uri="{FF2B5EF4-FFF2-40B4-BE49-F238E27FC236}">
                      <a16:creationId xmlns:a16="http://schemas.microsoft.com/office/drawing/2014/main" id="{35100C37-CD70-45E4-95D1-3BF9930A908D}"/>
                    </a:ext>
                  </a:extLst>
                </p:cNvPr>
                <p:cNvSpPr txBox="1"/>
                <p:nvPr/>
              </p:nvSpPr>
              <p:spPr>
                <a:xfrm>
                  <a:off x="7493253" y="3231243"/>
                  <a:ext cx="974158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49" name="文字方塊 648">
                  <a:extLst>
                    <a:ext uri="{FF2B5EF4-FFF2-40B4-BE49-F238E27FC236}">
                      <a16:creationId xmlns:a16="http://schemas.microsoft.com/office/drawing/2014/main" id="{35100C37-CD70-45E4-95D1-3BF9930A9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253" y="3231243"/>
                  <a:ext cx="974158" cy="262829"/>
                </a:xfrm>
                <a:prstGeom prst="rect">
                  <a:avLst/>
                </a:prstGeom>
                <a:blipFill>
                  <a:blip r:embed="rId19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0" name="直線接點 649">
              <a:extLst>
                <a:ext uri="{FF2B5EF4-FFF2-40B4-BE49-F238E27FC236}">
                  <a16:creationId xmlns:a16="http://schemas.microsoft.com/office/drawing/2014/main" id="{7E2F40FD-A847-488A-904E-7845EBB3B952}"/>
                </a:ext>
              </a:extLst>
            </p:cNvPr>
            <p:cNvCxnSpPr>
              <a:cxnSpLocks/>
              <a:endCxn id="648" idx="1"/>
            </p:cNvCxnSpPr>
            <p:nvPr/>
          </p:nvCxnSpPr>
          <p:spPr>
            <a:xfrm>
              <a:off x="8382000" y="2305056"/>
              <a:ext cx="413880" cy="912942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1" name="直線接點 650">
              <a:extLst>
                <a:ext uri="{FF2B5EF4-FFF2-40B4-BE49-F238E27FC236}">
                  <a16:creationId xmlns:a16="http://schemas.microsoft.com/office/drawing/2014/main" id="{6B04A0AC-3B5A-4B6F-BA0A-F088F5F79EE4}"/>
                </a:ext>
              </a:extLst>
            </p:cNvPr>
            <p:cNvCxnSpPr>
              <a:cxnSpLocks/>
            </p:cNvCxnSpPr>
            <p:nvPr/>
          </p:nvCxnSpPr>
          <p:spPr>
            <a:xfrm>
              <a:off x="9366251" y="3708406"/>
              <a:ext cx="413880" cy="912942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2" name="文字方塊 651">
                  <a:extLst>
                    <a:ext uri="{FF2B5EF4-FFF2-40B4-BE49-F238E27FC236}">
                      <a16:creationId xmlns:a16="http://schemas.microsoft.com/office/drawing/2014/main" id="{66DFC70B-C95E-4EC8-8B2C-DB2E81C3FED4}"/>
                    </a:ext>
                  </a:extLst>
                </p:cNvPr>
                <p:cNvSpPr txBox="1"/>
                <p:nvPr/>
              </p:nvSpPr>
              <p:spPr>
                <a:xfrm>
                  <a:off x="9577364" y="3205214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52" name="文字方塊 651">
                  <a:extLst>
                    <a:ext uri="{FF2B5EF4-FFF2-40B4-BE49-F238E27FC236}">
                      <a16:creationId xmlns:a16="http://schemas.microsoft.com/office/drawing/2014/main" id="{66DFC70B-C95E-4EC8-8B2C-DB2E81C3F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7364" y="3205214"/>
                  <a:ext cx="1100937" cy="262829"/>
                </a:xfrm>
                <a:prstGeom prst="rect">
                  <a:avLst/>
                </a:prstGeom>
                <a:blipFill>
                  <a:blip r:embed="rId28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3" name="文字方塊 652">
                  <a:extLst>
                    <a:ext uri="{FF2B5EF4-FFF2-40B4-BE49-F238E27FC236}">
                      <a16:creationId xmlns:a16="http://schemas.microsoft.com/office/drawing/2014/main" id="{7DF7DC02-F84D-491B-A4E9-FE96FDD383C6}"/>
                    </a:ext>
                  </a:extLst>
                </p:cNvPr>
                <p:cNvSpPr txBox="1"/>
                <p:nvPr/>
              </p:nvSpPr>
              <p:spPr>
                <a:xfrm>
                  <a:off x="9577364" y="4363492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53" name="文字方塊 652">
                  <a:extLst>
                    <a:ext uri="{FF2B5EF4-FFF2-40B4-BE49-F238E27FC236}">
                      <a16:creationId xmlns:a16="http://schemas.microsoft.com/office/drawing/2014/main" id="{7DF7DC02-F84D-491B-A4E9-FE96FDD383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7364" y="4363492"/>
                  <a:ext cx="1100937" cy="262829"/>
                </a:xfrm>
                <a:prstGeom prst="rect">
                  <a:avLst/>
                </a:prstGeom>
                <a:blipFill>
                  <a:blip r:embed="rId29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54" name="圖片 653">
              <a:extLst>
                <a:ext uri="{FF2B5EF4-FFF2-40B4-BE49-F238E27FC236}">
                  <a16:creationId xmlns:a16="http://schemas.microsoft.com/office/drawing/2014/main" id="{D6E6D179-D2A7-445B-8693-99EF78A269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0"/>
            <a:srcRect l="10739" t="17985" r="9733" b="14782"/>
            <a:stretch/>
          </p:blipFill>
          <p:spPr>
            <a:xfrm>
              <a:off x="9855999" y="1820817"/>
              <a:ext cx="523875" cy="139257"/>
            </a:xfrm>
            <a:prstGeom prst="rect">
              <a:avLst/>
            </a:prstGeom>
          </p:spPr>
        </p:pic>
        <p:cxnSp>
          <p:nvCxnSpPr>
            <p:cNvPr id="655" name="直線接點 654">
              <a:extLst>
                <a:ext uri="{FF2B5EF4-FFF2-40B4-BE49-F238E27FC236}">
                  <a16:creationId xmlns:a16="http://schemas.microsoft.com/office/drawing/2014/main" id="{B17D848C-8FE0-470A-B66C-A2BDE456C73B}"/>
                </a:ext>
              </a:extLst>
            </p:cNvPr>
            <p:cNvCxnSpPr>
              <a:cxnSpLocks/>
            </p:cNvCxnSpPr>
            <p:nvPr/>
          </p:nvCxnSpPr>
          <p:spPr>
            <a:xfrm>
              <a:off x="9366251" y="3708400"/>
              <a:ext cx="342900" cy="479524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6" name="直線接點 655">
              <a:extLst>
                <a:ext uri="{FF2B5EF4-FFF2-40B4-BE49-F238E27FC236}">
                  <a16:creationId xmlns:a16="http://schemas.microsoft.com/office/drawing/2014/main" id="{61C1D572-F84C-4A34-A689-A52B4A2E8187}"/>
                </a:ext>
              </a:extLst>
            </p:cNvPr>
            <p:cNvCxnSpPr>
              <a:cxnSpLocks/>
            </p:cNvCxnSpPr>
            <p:nvPr/>
          </p:nvCxnSpPr>
          <p:spPr>
            <a:xfrm>
              <a:off x="8413756" y="2665655"/>
              <a:ext cx="398272" cy="56904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7" name="直線接點 656">
              <a:extLst>
                <a:ext uri="{FF2B5EF4-FFF2-40B4-BE49-F238E27FC236}">
                  <a16:creationId xmlns:a16="http://schemas.microsoft.com/office/drawing/2014/main" id="{D7EA99A1-F221-4C19-A28E-8A5C9853A9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94700" y="3478638"/>
              <a:ext cx="140201" cy="325019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8" name="直線接點 657">
              <a:extLst>
                <a:ext uri="{FF2B5EF4-FFF2-40B4-BE49-F238E27FC236}">
                  <a16:creationId xmlns:a16="http://schemas.microsoft.com/office/drawing/2014/main" id="{F3B8DB2A-5267-4FB3-930C-8165CADCAB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17082" y="3158393"/>
              <a:ext cx="104776" cy="222982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659" name="圖片 658">
              <a:extLst>
                <a:ext uri="{FF2B5EF4-FFF2-40B4-BE49-F238E27FC236}">
                  <a16:creationId xmlns:a16="http://schemas.microsoft.com/office/drawing/2014/main" id="{19DAF018-25AF-4F58-8570-E94C0AC3CC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456" r="24582"/>
            <a:stretch/>
          </p:blipFill>
          <p:spPr>
            <a:xfrm>
              <a:off x="7512049" y="3511624"/>
              <a:ext cx="908050" cy="838559"/>
            </a:xfrm>
            <a:prstGeom prst="rect">
              <a:avLst/>
            </a:prstGeom>
          </p:spPr>
        </p:pic>
        <p:pic>
          <p:nvPicPr>
            <p:cNvPr id="660" name="圖片 659">
              <a:extLst>
                <a:ext uri="{FF2B5EF4-FFF2-40B4-BE49-F238E27FC236}">
                  <a16:creationId xmlns:a16="http://schemas.microsoft.com/office/drawing/2014/main" id="{B52150D0-BF8B-49D4-B563-27E426DE73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5236" r="-4466"/>
            <a:stretch/>
          </p:blipFill>
          <p:spPr>
            <a:xfrm>
              <a:off x="9690106" y="2381325"/>
              <a:ext cx="1022350" cy="838559"/>
            </a:xfrm>
            <a:prstGeom prst="rect">
              <a:avLst/>
            </a:prstGeom>
          </p:spPr>
        </p:pic>
        <p:pic>
          <p:nvPicPr>
            <p:cNvPr id="661" name="圖片 660">
              <a:extLst>
                <a:ext uri="{FF2B5EF4-FFF2-40B4-BE49-F238E27FC236}">
                  <a16:creationId xmlns:a16="http://schemas.microsoft.com/office/drawing/2014/main" id="{52C3DCEF-CAC4-44A0-877B-469E81DAFE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9990"/>
            <a:stretch/>
          </p:blipFill>
          <p:spPr>
            <a:xfrm>
              <a:off x="7562536" y="2409011"/>
              <a:ext cx="863921" cy="842345"/>
            </a:xfrm>
            <a:prstGeom prst="rect">
              <a:avLst/>
            </a:prstGeom>
          </p:spPr>
        </p:pic>
        <p:pic>
          <p:nvPicPr>
            <p:cNvPr id="662" name="圖片 661">
              <a:extLst>
                <a:ext uri="{FF2B5EF4-FFF2-40B4-BE49-F238E27FC236}">
                  <a16:creationId xmlns:a16="http://schemas.microsoft.com/office/drawing/2014/main" id="{B049B44C-B02F-4AD6-A472-FEC639A549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274"/>
            <a:stretch/>
          </p:blipFill>
          <p:spPr>
            <a:xfrm>
              <a:off x="9690106" y="3513911"/>
              <a:ext cx="876300" cy="842345"/>
            </a:xfrm>
            <a:prstGeom prst="rect">
              <a:avLst/>
            </a:prstGeom>
          </p:spPr>
        </p:pic>
        <p:sp>
          <p:nvSpPr>
            <p:cNvPr id="663" name="矩形: 圓角 662">
              <a:extLst>
                <a:ext uri="{FF2B5EF4-FFF2-40B4-BE49-F238E27FC236}">
                  <a16:creationId xmlns:a16="http://schemas.microsoft.com/office/drawing/2014/main" id="{EC3F6882-DEA3-4955-AA6B-1CC676520E06}"/>
                </a:ext>
              </a:extLst>
            </p:cNvPr>
            <p:cNvSpPr/>
            <p:nvPr/>
          </p:nvSpPr>
          <p:spPr>
            <a:xfrm>
              <a:off x="114306" y="1314456"/>
              <a:ext cx="3638551" cy="4292600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0150" tIns="15076" rIns="30150" bIns="150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94" dirty="0"/>
            </a:p>
          </p:txBody>
        </p:sp>
        <p:pic>
          <p:nvPicPr>
            <p:cNvPr id="664" name="圖片 663">
              <a:extLst>
                <a:ext uri="{FF2B5EF4-FFF2-40B4-BE49-F238E27FC236}">
                  <a16:creationId xmlns:a16="http://schemas.microsoft.com/office/drawing/2014/main" id="{F4FAF27D-4265-4507-8999-B54A4236A8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60" t="49873" r="4750" b="29819"/>
            <a:stretch/>
          </p:blipFill>
          <p:spPr>
            <a:xfrm>
              <a:off x="2242345" y="1466850"/>
              <a:ext cx="229393" cy="863585"/>
            </a:xfrm>
            <a:prstGeom prst="rect">
              <a:avLst/>
            </a:prstGeom>
          </p:spPr>
        </p:pic>
        <p:pic>
          <p:nvPicPr>
            <p:cNvPr id="665" name="圖片 664">
              <a:extLst>
                <a:ext uri="{FF2B5EF4-FFF2-40B4-BE49-F238E27FC236}">
                  <a16:creationId xmlns:a16="http://schemas.microsoft.com/office/drawing/2014/main" id="{90D5097B-C490-46E5-A97A-0E9945EDF8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6113"/>
            <a:stretch/>
          </p:blipFill>
          <p:spPr>
            <a:xfrm>
              <a:off x="1340893" y="1495672"/>
              <a:ext cx="817880" cy="814717"/>
            </a:xfrm>
            <a:prstGeom prst="rect">
              <a:avLst/>
            </a:prstGeom>
          </p:spPr>
        </p:pic>
        <p:pic>
          <p:nvPicPr>
            <p:cNvPr id="666" name="圖片 665">
              <a:extLst>
                <a:ext uri="{FF2B5EF4-FFF2-40B4-BE49-F238E27FC236}">
                  <a16:creationId xmlns:a16="http://schemas.microsoft.com/office/drawing/2014/main" id="{64E10001-5C1A-4E59-8039-C616254189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2448819" y="1785573"/>
              <a:ext cx="1234633" cy="29722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7" name="文字方塊 666">
                  <a:extLst>
                    <a:ext uri="{FF2B5EF4-FFF2-40B4-BE49-F238E27FC236}">
                      <a16:creationId xmlns:a16="http://schemas.microsoft.com/office/drawing/2014/main" id="{94070829-6B23-47D8-9ABC-EC1AF4054E93}"/>
                    </a:ext>
                  </a:extLst>
                </p:cNvPr>
                <p:cNvSpPr txBox="1"/>
                <p:nvPr/>
              </p:nvSpPr>
              <p:spPr>
                <a:xfrm>
                  <a:off x="1705787" y="2046167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667" name="文字方塊 666">
                  <a:extLst>
                    <a:ext uri="{FF2B5EF4-FFF2-40B4-BE49-F238E27FC236}">
                      <a16:creationId xmlns:a16="http://schemas.microsoft.com/office/drawing/2014/main" id="{94070829-6B23-47D8-9ABC-EC1AF4054E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5787" y="2046167"/>
                  <a:ext cx="268993" cy="272254"/>
                </a:xfrm>
                <a:prstGeom prst="rect">
                  <a:avLst/>
                </a:prstGeom>
                <a:blipFill>
                  <a:blip r:embed="rId5"/>
                  <a:stretch>
                    <a:fillRect r="-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68" name="群組 667">
              <a:extLst>
                <a:ext uri="{FF2B5EF4-FFF2-40B4-BE49-F238E27FC236}">
                  <a16:creationId xmlns:a16="http://schemas.microsoft.com/office/drawing/2014/main" id="{9053303F-96F6-4829-A62C-6B3DF2789F2F}"/>
                </a:ext>
              </a:extLst>
            </p:cNvPr>
            <p:cNvGrpSpPr/>
            <p:nvPr/>
          </p:nvGrpSpPr>
          <p:grpSpPr>
            <a:xfrm>
              <a:off x="1752540" y="1857958"/>
              <a:ext cx="50518" cy="48461"/>
              <a:chOff x="1373392" y="2391862"/>
              <a:chExt cx="479433" cy="476535"/>
            </a:xfrm>
          </p:grpSpPr>
          <p:sp>
            <p:nvSpPr>
              <p:cNvPr id="669" name="箭號: 向右 668">
                <a:extLst>
                  <a:ext uri="{FF2B5EF4-FFF2-40B4-BE49-F238E27FC236}">
                    <a16:creationId xmlns:a16="http://schemas.microsoft.com/office/drawing/2014/main" id="{F6FF656F-C7D5-4574-ADD0-C33A67CC8B49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670" name="箭號: 向右 669">
                <a:extLst>
                  <a:ext uri="{FF2B5EF4-FFF2-40B4-BE49-F238E27FC236}">
                    <a16:creationId xmlns:a16="http://schemas.microsoft.com/office/drawing/2014/main" id="{EC708B4C-BD33-4EBD-8F72-39DEB62AAC7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1" name="文字方塊 670">
                  <a:extLst>
                    <a:ext uri="{FF2B5EF4-FFF2-40B4-BE49-F238E27FC236}">
                      <a16:creationId xmlns:a16="http://schemas.microsoft.com/office/drawing/2014/main" id="{F2C8BAE2-0118-4535-8CEC-9AAC7EB76363}"/>
                    </a:ext>
                  </a:extLst>
                </p:cNvPr>
                <p:cNvSpPr txBox="1"/>
                <p:nvPr/>
              </p:nvSpPr>
              <p:spPr>
                <a:xfrm>
                  <a:off x="1628310" y="1614443"/>
                  <a:ext cx="182571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71" name="文字方塊 670">
                  <a:extLst>
                    <a:ext uri="{FF2B5EF4-FFF2-40B4-BE49-F238E27FC236}">
                      <a16:creationId xmlns:a16="http://schemas.microsoft.com/office/drawing/2014/main" id="{F2C8BAE2-0118-4535-8CEC-9AAC7EB763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310" y="1614443"/>
                  <a:ext cx="182571" cy="276614"/>
                </a:xfrm>
                <a:prstGeom prst="rect">
                  <a:avLst/>
                </a:prstGeom>
                <a:blipFill>
                  <a:blip r:embed="rId6"/>
                  <a:stretch>
                    <a:fillRect r="-5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2" name="文字方塊 671">
                  <a:extLst>
                    <a:ext uri="{FF2B5EF4-FFF2-40B4-BE49-F238E27FC236}">
                      <a16:creationId xmlns:a16="http://schemas.microsoft.com/office/drawing/2014/main" id="{E9D54A10-E9A1-4D97-A784-F24DD8FB6909}"/>
                    </a:ext>
                  </a:extLst>
                </p:cNvPr>
                <p:cNvSpPr txBox="1"/>
                <p:nvPr/>
              </p:nvSpPr>
              <p:spPr>
                <a:xfrm>
                  <a:off x="1759138" y="1772176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72" name="文字方塊 671">
                  <a:extLst>
                    <a:ext uri="{FF2B5EF4-FFF2-40B4-BE49-F238E27FC236}">
                      <a16:creationId xmlns:a16="http://schemas.microsoft.com/office/drawing/2014/main" id="{E9D54A10-E9A1-4D97-A784-F24DD8FB69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138" y="1772176"/>
                  <a:ext cx="149279" cy="262829"/>
                </a:xfrm>
                <a:prstGeom prst="rect">
                  <a:avLst/>
                </a:prstGeom>
                <a:blipFill>
                  <a:blip r:embed="rId25"/>
                  <a:stretch>
                    <a:fillRect r="-708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3" name="文字方塊 672">
                  <a:extLst>
                    <a:ext uri="{FF2B5EF4-FFF2-40B4-BE49-F238E27FC236}">
                      <a16:creationId xmlns:a16="http://schemas.microsoft.com/office/drawing/2014/main" id="{784BDADF-5AB8-4032-AB6B-5E2248B29DB5}"/>
                    </a:ext>
                  </a:extLst>
                </p:cNvPr>
                <p:cNvSpPr txBox="1"/>
                <p:nvPr/>
              </p:nvSpPr>
              <p:spPr>
                <a:xfrm>
                  <a:off x="2154166" y="2139115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73" name="文字方塊 672">
                  <a:extLst>
                    <a:ext uri="{FF2B5EF4-FFF2-40B4-BE49-F238E27FC236}">
                      <a16:creationId xmlns:a16="http://schemas.microsoft.com/office/drawing/2014/main" id="{784BDADF-5AB8-4032-AB6B-5E2248B29D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166" y="2139115"/>
                  <a:ext cx="204146" cy="245324"/>
                </a:xfrm>
                <a:prstGeom prst="rect">
                  <a:avLst/>
                </a:prstGeom>
                <a:blipFill>
                  <a:blip r:embed="rId8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4" name="文字方塊 673">
                  <a:extLst>
                    <a:ext uri="{FF2B5EF4-FFF2-40B4-BE49-F238E27FC236}">
                      <a16:creationId xmlns:a16="http://schemas.microsoft.com/office/drawing/2014/main" id="{2D51E0EF-2488-4AA3-B298-301727DA3907}"/>
                    </a:ext>
                  </a:extLst>
                </p:cNvPr>
                <p:cNvSpPr txBox="1"/>
                <p:nvPr/>
              </p:nvSpPr>
              <p:spPr>
                <a:xfrm>
                  <a:off x="1481241" y="4004143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−1, 1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74" name="文字方塊 673">
                  <a:extLst>
                    <a:ext uri="{FF2B5EF4-FFF2-40B4-BE49-F238E27FC236}">
                      <a16:creationId xmlns:a16="http://schemas.microsoft.com/office/drawing/2014/main" id="{2D51E0EF-2488-4AA3-B298-301727DA3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1241" y="4004143"/>
                  <a:ext cx="562814" cy="262829"/>
                </a:xfrm>
                <a:prstGeom prst="rect">
                  <a:avLst/>
                </a:prstGeom>
                <a:blipFill>
                  <a:blip r:embed="rId33"/>
                  <a:stretch>
                    <a:fillRect t="-93023" r="-53261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5" name="文字方塊 674">
                  <a:extLst>
                    <a:ext uri="{FF2B5EF4-FFF2-40B4-BE49-F238E27FC236}">
                      <a16:creationId xmlns:a16="http://schemas.microsoft.com/office/drawing/2014/main" id="{44840BB7-E4FD-4F5F-8A00-0FCDB832041A}"/>
                    </a:ext>
                  </a:extLst>
                </p:cNvPr>
                <p:cNvSpPr txBox="1"/>
                <p:nvPr/>
              </p:nvSpPr>
              <p:spPr>
                <a:xfrm>
                  <a:off x="1492869" y="2623671"/>
                  <a:ext cx="562814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675" name="文字方塊 674">
                  <a:extLst>
                    <a:ext uri="{FF2B5EF4-FFF2-40B4-BE49-F238E27FC236}">
                      <a16:creationId xmlns:a16="http://schemas.microsoft.com/office/drawing/2014/main" id="{44840BB7-E4FD-4F5F-8A00-0FCDB83204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2869" y="2623671"/>
                  <a:ext cx="562814" cy="262829"/>
                </a:xfrm>
                <a:prstGeom prst="rect">
                  <a:avLst/>
                </a:prstGeom>
                <a:blipFill>
                  <a:blip r:embed="rId13"/>
                  <a:stretch>
                    <a:fillRect t="-93023" r="-52174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6" name="Oval 14">
              <a:extLst>
                <a:ext uri="{FF2B5EF4-FFF2-40B4-BE49-F238E27FC236}">
                  <a16:creationId xmlns:a16="http://schemas.microsoft.com/office/drawing/2014/main" id="{F8D9AA41-4ED6-4FAE-9C4B-C24EAA4B8524}"/>
                </a:ext>
              </a:extLst>
            </p:cNvPr>
            <p:cNvSpPr/>
            <p:nvPr/>
          </p:nvSpPr>
          <p:spPr>
            <a:xfrm>
              <a:off x="1721307" y="2862311"/>
              <a:ext cx="112465" cy="11649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677" name="Oval 4">
              <a:extLst>
                <a:ext uri="{FF2B5EF4-FFF2-40B4-BE49-F238E27FC236}">
                  <a16:creationId xmlns:a16="http://schemas.microsoft.com/office/drawing/2014/main" id="{20B9A111-40DD-46A2-BFC8-93E7C9B39288}"/>
                </a:ext>
              </a:extLst>
            </p:cNvPr>
            <p:cNvSpPr/>
            <p:nvPr/>
          </p:nvSpPr>
          <p:spPr>
            <a:xfrm>
              <a:off x="1279212" y="2920560"/>
              <a:ext cx="999692" cy="1035552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678" name="Oval 15">
              <a:extLst>
                <a:ext uri="{FF2B5EF4-FFF2-40B4-BE49-F238E27FC236}">
                  <a16:creationId xmlns:a16="http://schemas.microsoft.com/office/drawing/2014/main" id="{06B4C585-0943-4963-9C82-936E2EDF89AD}"/>
                </a:ext>
              </a:extLst>
            </p:cNvPr>
            <p:cNvSpPr/>
            <p:nvPr/>
          </p:nvSpPr>
          <p:spPr>
            <a:xfrm>
              <a:off x="1721307" y="3897282"/>
              <a:ext cx="112465" cy="11649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679" name="SHO">
              <a:extLst>
                <a:ext uri="{FF2B5EF4-FFF2-40B4-BE49-F238E27FC236}">
                  <a16:creationId xmlns:a16="http://schemas.microsoft.com/office/drawing/2014/main" id="{639B2503-6F57-477B-B683-B6D15FCC2204}"/>
                </a:ext>
              </a:extLst>
            </p:cNvPr>
            <p:cNvSpPr/>
            <p:nvPr/>
          </p:nvSpPr>
          <p:spPr>
            <a:xfrm rot="16200000">
              <a:off x="1561993" y="2938837"/>
              <a:ext cx="431095" cy="999692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680" name="SVO">
              <a:extLst>
                <a:ext uri="{FF2B5EF4-FFF2-40B4-BE49-F238E27FC236}">
                  <a16:creationId xmlns:a16="http://schemas.microsoft.com/office/drawing/2014/main" id="{0540723C-5E59-4887-9397-4D17BD9BF8F3}"/>
                </a:ext>
              </a:extLst>
            </p:cNvPr>
            <p:cNvSpPr/>
            <p:nvPr/>
          </p:nvSpPr>
          <p:spPr>
            <a:xfrm>
              <a:off x="1526995" y="2920907"/>
              <a:ext cx="499846" cy="1035552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681" name="Oval 6">
              <a:extLst>
                <a:ext uri="{FF2B5EF4-FFF2-40B4-BE49-F238E27FC236}">
                  <a16:creationId xmlns:a16="http://schemas.microsoft.com/office/drawing/2014/main" id="{CB504235-3357-4F69-9F65-96D750F03703}"/>
                </a:ext>
              </a:extLst>
            </p:cNvPr>
            <p:cNvSpPr/>
            <p:nvPr/>
          </p:nvSpPr>
          <p:spPr>
            <a:xfrm rot="16200000">
              <a:off x="1561993" y="2938837"/>
              <a:ext cx="431095" cy="999692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2" name="TextBox 11">
                  <a:extLst>
                    <a:ext uri="{FF2B5EF4-FFF2-40B4-BE49-F238E27FC236}">
                      <a16:creationId xmlns:a16="http://schemas.microsoft.com/office/drawing/2014/main" id="{D24C2D91-4627-49F8-A519-E12CBDC53F39}"/>
                    </a:ext>
                  </a:extLst>
                </p:cNvPr>
                <p:cNvSpPr txBox="1"/>
                <p:nvPr/>
              </p:nvSpPr>
              <p:spPr>
                <a:xfrm>
                  <a:off x="1396980" y="3315209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82" name="TextBox 11">
                  <a:extLst>
                    <a:ext uri="{FF2B5EF4-FFF2-40B4-BE49-F238E27FC236}">
                      <a16:creationId xmlns:a16="http://schemas.microsoft.com/office/drawing/2014/main" id="{D24C2D91-4627-49F8-A519-E12CBDC53F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980" y="3315209"/>
                  <a:ext cx="122489" cy="262829"/>
                </a:xfrm>
                <a:prstGeom prst="rect">
                  <a:avLst/>
                </a:prstGeom>
                <a:blipFill>
                  <a:blip r:embed="rId14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3" name="Oval 22">
              <a:extLst>
                <a:ext uri="{FF2B5EF4-FFF2-40B4-BE49-F238E27FC236}">
                  <a16:creationId xmlns:a16="http://schemas.microsoft.com/office/drawing/2014/main" id="{6D568C2D-4DD9-4A07-8F0A-200FFD0F7ED6}"/>
                </a:ext>
              </a:extLst>
            </p:cNvPr>
            <p:cNvSpPr/>
            <p:nvPr/>
          </p:nvSpPr>
          <p:spPr>
            <a:xfrm>
              <a:off x="1720653" y="3897282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4" name="TextBox 12">
                  <a:extLst>
                    <a:ext uri="{FF2B5EF4-FFF2-40B4-BE49-F238E27FC236}">
                      <a16:creationId xmlns:a16="http://schemas.microsoft.com/office/drawing/2014/main" id="{71EAF496-B8EE-42BD-8AC2-6916E8437440}"/>
                    </a:ext>
                  </a:extLst>
                </p:cNvPr>
                <p:cNvSpPr txBox="1"/>
                <p:nvPr/>
              </p:nvSpPr>
              <p:spPr>
                <a:xfrm>
                  <a:off x="1850389" y="3381253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84" name="TextBox 12">
                  <a:extLst>
                    <a:ext uri="{FF2B5EF4-FFF2-40B4-BE49-F238E27FC236}">
                      <a16:creationId xmlns:a16="http://schemas.microsoft.com/office/drawing/2014/main" id="{71EAF496-B8EE-42BD-8AC2-6916E84374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0389" y="3381253"/>
                  <a:ext cx="122489" cy="262829"/>
                </a:xfrm>
                <a:prstGeom prst="rect">
                  <a:avLst/>
                </a:prstGeom>
                <a:blipFill>
                  <a:blip r:embed="rId34"/>
                  <a:stretch>
                    <a:fillRect r="-5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5" name="TextBox 13">
                  <a:extLst>
                    <a:ext uri="{FF2B5EF4-FFF2-40B4-BE49-F238E27FC236}">
                      <a16:creationId xmlns:a16="http://schemas.microsoft.com/office/drawing/2014/main" id="{E507AE8B-D619-4BBA-9FFA-0136C9631580}"/>
                    </a:ext>
                  </a:extLst>
                </p:cNvPr>
                <p:cNvSpPr txBox="1"/>
                <p:nvPr/>
              </p:nvSpPr>
              <p:spPr>
                <a:xfrm>
                  <a:off x="1681380" y="2945278"/>
                  <a:ext cx="177900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85" name="TextBox 13">
                  <a:extLst>
                    <a:ext uri="{FF2B5EF4-FFF2-40B4-BE49-F238E27FC236}">
                      <a16:creationId xmlns:a16="http://schemas.microsoft.com/office/drawing/2014/main" id="{E507AE8B-D619-4BBA-9FFA-0136C9631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1380" y="2945278"/>
                  <a:ext cx="177900" cy="262829"/>
                </a:xfrm>
                <a:prstGeom prst="rect">
                  <a:avLst/>
                </a:prstGeom>
                <a:blipFill>
                  <a:blip r:embed="rId16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6" name="DVO">
              <a:extLst>
                <a:ext uri="{FF2B5EF4-FFF2-40B4-BE49-F238E27FC236}">
                  <a16:creationId xmlns:a16="http://schemas.microsoft.com/office/drawing/2014/main" id="{55C56CCA-FA96-42E1-AD46-8771DB233E26}"/>
                </a:ext>
              </a:extLst>
            </p:cNvPr>
            <p:cNvSpPr/>
            <p:nvPr/>
          </p:nvSpPr>
          <p:spPr>
            <a:xfrm flipH="1">
              <a:off x="1526995" y="2920907"/>
              <a:ext cx="499846" cy="1035552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687" name="Oval 23">
              <a:extLst>
                <a:ext uri="{FF2B5EF4-FFF2-40B4-BE49-F238E27FC236}">
                  <a16:creationId xmlns:a16="http://schemas.microsoft.com/office/drawing/2014/main" id="{A10C3FF8-6A07-496A-958F-80BFBAD4E551}"/>
                </a:ext>
              </a:extLst>
            </p:cNvPr>
            <p:cNvSpPr/>
            <p:nvPr/>
          </p:nvSpPr>
          <p:spPr>
            <a:xfrm>
              <a:off x="2221091" y="3380434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cxnSp>
          <p:nvCxnSpPr>
            <p:cNvPr id="688" name="Straight Arrow Connector 7">
              <a:extLst>
                <a:ext uri="{FF2B5EF4-FFF2-40B4-BE49-F238E27FC236}">
                  <a16:creationId xmlns:a16="http://schemas.microsoft.com/office/drawing/2014/main" id="{2D684F3B-7064-4D1D-973C-4D828C5816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4819" y="3128473"/>
              <a:ext cx="1175" cy="3086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Arrow Connector 19">
              <a:extLst>
                <a:ext uri="{FF2B5EF4-FFF2-40B4-BE49-F238E27FC236}">
                  <a16:creationId xmlns:a16="http://schemas.microsoft.com/office/drawing/2014/main" id="{71CE9CC0-33C7-4834-992E-B4080E4A7E16}"/>
                </a:ext>
              </a:extLst>
            </p:cNvPr>
            <p:cNvCxnSpPr>
              <a:cxnSpLocks/>
            </p:cNvCxnSpPr>
            <p:nvPr/>
          </p:nvCxnSpPr>
          <p:spPr>
            <a:xfrm>
              <a:off x="1776885" y="3435654"/>
              <a:ext cx="135555" cy="1085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Arrow Connector 18">
              <a:extLst>
                <a:ext uri="{FF2B5EF4-FFF2-40B4-BE49-F238E27FC236}">
                  <a16:creationId xmlns:a16="http://schemas.microsoft.com/office/drawing/2014/main" id="{5C7E7F92-6C81-41A6-9D7E-82AD982CE5F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658277" y="3316940"/>
              <a:ext cx="0" cy="2374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1" name="Oval 20">
              <a:extLst>
                <a:ext uri="{FF2B5EF4-FFF2-40B4-BE49-F238E27FC236}">
                  <a16:creationId xmlns:a16="http://schemas.microsoft.com/office/drawing/2014/main" id="{C997E74C-00E7-4224-BE96-F01BB9764842}"/>
                </a:ext>
              </a:extLst>
            </p:cNvPr>
            <p:cNvSpPr/>
            <p:nvPr/>
          </p:nvSpPr>
          <p:spPr>
            <a:xfrm>
              <a:off x="1221285" y="3380434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692" name="Oval 22">
              <a:extLst>
                <a:ext uri="{FF2B5EF4-FFF2-40B4-BE49-F238E27FC236}">
                  <a16:creationId xmlns:a16="http://schemas.microsoft.com/office/drawing/2014/main" id="{31497F78-D00E-4B62-92ED-5425A64CF0AB}"/>
                </a:ext>
              </a:extLst>
            </p:cNvPr>
            <p:cNvSpPr/>
            <p:nvPr/>
          </p:nvSpPr>
          <p:spPr>
            <a:xfrm>
              <a:off x="1721471" y="2856860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693" name="Partial Circle 9">
              <a:extLst>
                <a:ext uri="{FF2B5EF4-FFF2-40B4-BE49-F238E27FC236}">
                  <a16:creationId xmlns:a16="http://schemas.microsoft.com/office/drawing/2014/main" id="{701181AE-BAA3-4B87-885E-DC9542C60AD9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731618" y="3370471"/>
              <a:ext cx="70898" cy="13688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4" name="TextBox 10">
                  <a:extLst>
                    <a:ext uri="{FF2B5EF4-FFF2-40B4-BE49-F238E27FC236}">
                      <a16:creationId xmlns:a16="http://schemas.microsoft.com/office/drawing/2014/main" id="{96969CC5-8471-4AE6-B49A-2093CDD580AE}"/>
                    </a:ext>
                  </a:extLst>
                </p:cNvPr>
                <p:cNvSpPr txBox="1"/>
                <p:nvPr/>
              </p:nvSpPr>
              <p:spPr>
                <a:xfrm>
                  <a:off x="1479607" y="3394736"/>
                  <a:ext cx="21823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94" name="TextBox 10">
                  <a:extLst>
                    <a:ext uri="{FF2B5EF4-FFF2-40B4-BE49-F238E27FC236}">
                      <a16:creationId xmlns:a16="http://schemas.microsoft.com/office/drawing/2014/main" id="{96969CC5-8471-4AE6-B49A-2093CDD580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9607" y="3394736"/>
                  <a:ext cx="218239" cy="262829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5" name="Straight Arrow Connector 17">
              <a:extLst>
                <a:ext uri="{FF2B5EF4-FFF2-40B4-BE49-F238E27FC236}">
                  <a16:creationId xmlns:a16="http://schemas.microsoft.com/office/drawing/2014/main" id="{918AE525-2307-434E-B6C4-AD4AE247D9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3100" y="3439751"/>
              <a:ext cx="153405" cy="1983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96" name="Partial Circle 9">
              <a:extLst>
                <a:ext uri="{FF2B5EF4-FFF2-40B4-BE49-F238E27FC236}">
                  <a16:creationId xmlns:a16="http://schemas.microsoft.com/office/drawing/2014/main" id="{EDF89FB7-7676-4B99-8ECB-583B264A22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2810" y="3344703"/>
              <a:ext cx="103302" cy="2086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7" name="TextBox 10">
                  <a:extLst>
                    <a:ext uri="{FF2B5EF4-FFF2-40B4-BE49-F238E27FC236}">
                      <a16:creationId xmlns:a16="http://schemas.microsoft.com/office/drawing/2014/main" id="{D0EB4622-83BA-4D79-873F-C567A093E2E2}"/>
                    </a:ext>
                  </a:extLst>
                </p:cNvPr>
                <p:cNvSpPr txBox="1"/>
                <p:nvPr/>
              </p:nvSpPr>
              <p:spPr>
                <a:xfrm>
                  <a:off x="1750348" y="3172909"/>
                  <a:ext cx="20564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697" name="TextBox 10">
                  <a:extLst>
                    <a:ext uri="{FF2B5EF4-FFF2-40B4-BE49-F238E27FC236}">
                      <a16:creationId xmlns:a16="http://schemas.microsoft.com/office/drawing/2014/main" id="{D0EB4622-83BA-4D79-873F-C567A093E2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0348" y="3172909"/>
                  <a:ext cx="205647" cy="262829"/>
                </a:xfrm>
                <a:prstGeom prst="rect">
                  <a:avLst/>
                </a:prstGeom>
                <a:blipFill>
                  <a:blip r:embed="rId18"/>
                  <a:stretch>
                    <a:fillRect r="-17647"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8" name="Straight Arrow Connector 17">
              <a:extLst>
                <a:ext uri="{FF2B5EF4-FFF2-40B4-BE49-F238E27FC236}">
                  <a16:creationId xmlns:a16="http://schemas.microsoft.com/office/drawing/2014/main" id="{BCE0743C-82F7-44AC-918E-7446F4B29F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0906" y="3131172"/>
              <a:ext cx="395947" cy="311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99" name="Oval 22">
              <a:extLst>
                <a:ext uri="{FF2B5EF4-FFF2-40B4-BE49-F238E27FC236}">
                  <a16:creationId xmlns:a16="http://schemas.microsoft.com/office/drawing/2014/main" id="{678509CE-DABD-4B20-B8FB-9D9D925E8AA5}"/>
                </a:ext>
              </a:extLst>
            </p:cNvPr>
            <p:cNvSpPr/>
            <p:nvPr/>
          </p:nvSpPr>
          <p:spPr>
            <a:xfrm>
              <a:off x="1958045" y="3575483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700" name="Oval 22">
              <a:extLst>
                <a:ext uri="{FF2B5EF4-FFF2-40B4-BE49-F238E27FC236}">
                  <a16:creationId xmlns:a16="http://schemas.microsoft.com/office/drawing/2014/main" id="{9E9A52F2-C582-4994-82F3-835E9E629027}"/>
                </a:ext>
              </a:extLst>
            </p:cNvPr>
            <p:cNvSpPr/>
            <p:nvPr/>
          </p:nvSpPr>
          <p:spPr>
            <a:xfrm>
              <a:off x="1483260" y="3200931"/>
              <a:ext cx="112465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701" name="矩形 700">
              <a:extLst>
                <a:ext uri="{FF2B5EF4-FFF2-40B4-BE49-F238E27FC236}">
                  <a16:creationId xmlns:a16="http://schemas.microsoft.com/office/drawing/2014/main" id="{2E66962E-2B49-4FCB-BAC1-C9DF3519C6B6}"/>
                </a:ext>
              </a:extLst>
            </p:cNvPr>
            <p:cNvSpPr/>
            <p:nvPr/>
          </p:nvSpPr>
          <p:spPr>
            <a:xfrm>
              <a:off x="2646774" y="1988570"/>
              <a:ext cx="84519" cy="369332"/>
            </a:xfrm>
            <a:prstGeom prst="rect">
              <a:avLst/>
            </a:prstGeom>
            <a:solidFill>
              <a:srgbClr val="EFEFEF"/>
            </a:solidFill>
          </p:spPr>
          <p:txBody>
            <a:bodyPr wrap="square">
              <a:spAutoFit/>
            </a:bodyPr>
            <a:lstStyle/>
            <a:p>
              <a:endParaRPr lang="zh-TW" altLang="en-US" dirty="0"/>
            </a:p>
          </p:txBody>
        </p:sp>
        <p:pic>
          <p:nvPicPr>
            <p:cNvPr id="702" name="圖片 701">
              <a:extLst>
                <a:ext uri="{FF2B5EF4-FFF2-40B4-BE49-F238E27FC236}">
                  <a16:creationId xmlns:a16="http://schemas.microsoft.com/office/drawing/2014/main" id="{F8C22AA3-08C4-4E09-84DF-6026F844C8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4994" r="50136"/>
            <a:stretch/>
          </p:blipFill>
          <p:spPr>
            <a:xfrm>
              <a:off x="1323974" y="4466997"/>
              <a:ext cx="871539" cy="840201"/>
            </a:xfrm>
            <a:prstGeom prst="rect">
              <a:avLst/>
            </a:prstGeom>
          </p:spPr>
        </p:pic>
        <p:pic>
          <p:nvPicPr>
            <p:cNvPr id="703" name="圖片 702">
              <a:extLst>
                <a:ext uri="{FF2B5EF4-FFF2-40B4-BE49-F238E27FC236}">
                  <a16:creationId xmlns:a16="http://schemas.microsoft.com/office/drawing/2014/main" id="{A32CD5D6-1023-449A-B202-834593D9FB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4518" r="50113"/>
            <a:stretch/>
          </p:blipFill>
          <p:spPr>
            <a:xfrm>
              <a:off x="1320338" y="4479819"/>
              <a:ext cx="875175" cy="820869"/>
            </a:xfrm>
            <a:prstGeom prst="rect">
              <a:avLst/>
            </a:prstGeom>
          </p:spPr>
        </p:pic>
        <p:pic>
          <p:nvPicPr>
            <p:cNvPr id="704" name="圖片 703">
              <a:extLst>
                <a:ext uri="{FF2B5EF4-FFF2-40B4-BE49-F238E27FC236}">
                  <a16:creationId xmlns:a16="http://schemas.microsoft.com/office/drawing/2014/main" id="{21C1FC41-1056-4A4A-98AE-674D34F57E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5646"/>
            <a:stretch/>
          </p:blipFill>
          <p:spPr>
            <a:xfrm>
              <a:off x="2414588" y="2391121"/>
              <a:ext cx="840166" cy="820869"/>
            </a:xfrm>
            <a:prstGeom prst="rect">
              <a:avLst/>
            </a:prstGeom>
          </p:spPr>
        </p:pic>
        <p:pic>
          <p:nvPicPr>
            <p:cNvPr id="705" name="圖片 704">
              <a:extLst>
                <a:ext uri="{FF2B5EF4-FFF2-40B4-BE49-F238E27FC236}">
                  <a16:creationId xmlns:a16="http://schemas.microsoft.com/office/drawing/2014/main" id="{C4C7DFD4-017D-4B2C-A92D-DD72F377C8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279"/>
            <a:stretch/>
          </p:blipFill>
          <p:spPr>
            <a:xfrm>
              <a:off x="2406620" y="3505491"/>
              <a:ext cx="850930" cy="83074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6" name="文字方塊 705">
                  <a:extLst>
                    <a:ext uri="{FF2B5EF4-FFF2-40B4-BE49-F238E27FC236}">
                      <a16:creationId xmlns:a16="http://schemas.microsoft.com/office/drawing/2014/main" id="{11F55B67-6868-47CD-AFE4-E2B4157A7B6B}"/>
                    </a:ext>
                  </a:extLst>
                </p:cNvPr>
                <p:cNvSpPr txBox="1"/>
                <p:nvPr/>
              </p:nvSpPr>
              <p:spPr>
                <a:xfrm>
                  <a:off x="1275346" y="2296124"/>
                  <a:ext cx="108296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8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06" name="文字方塊 705">
                  <a:extLst>
                    <a:ext uri="{FF2B5EF4-FFF2-40B4-BE49-F238E27FC236}">
                      <a16:creationId xmlns:a16="http://schemas.microsoft.com/office/drawing/2014/main" id="{11F55B67-6868-47CD-AFE4-E2B4157A7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5346" y="2296124"/>
                  <a:ext cx="1082966" cy="262829"/>
                </a:xfrm>
                <a:prstGeom prst="rect">
                  <a:avLst/>
                </a:prstGeom>
                <a:blipFill>
                  <a:blip r:embed="rId38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7" name="文字方塊 706">
                  <a:extLst>
                    <a:ext uri="{FF2B5EF4-FFF2-40B4-BE49-F238E27FC236}">
                      <a16:creationId xmlns:a16="http://schemas.microsoft.com/office/drawing/2014/main" id="{906A27B9-A094-400C-9EC1-CB7483B779AE}"/>
                    </a:ext>
                  </a:extLst>
                </p:cNvPr>
                <p:cNvSpPr txBox="1"/>
                <p:nvPr/>
              </p:nvSpPr>
              <p:spPr>
                <a:xfrm>
                  <a:off x="133707" y="4381227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07" name="文字方塊 706">
                  <a:extLst>
                    <a:ext uri="{FF2B5EF4-FFF2-40B4-BE49-F238E27FC236}">
                      <a16:creationId xmlns:a16="http://schemas.microsoft.com/office/drawing/2014/main" id="{906A27B9-A094-400C-9EC1-CB7483B77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707" y="4381227"/>
                  <a:ext cx="1100937" cy="262829"/>
                </a:xfrm>
                <a:prstGeom prst="rect">
                  <a:avLst/>
                </a:prstGeom>
                <a:blipFill>
                  <a:blip r:embed="rId39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8" name="文字方塊 707">
                  <a:extLst>
                    <a:ext uri="{FF2B5EF4-FFF2-40B4-BE49-F238E27FC236}">
                      <a16:creationId xmlns:a16="http://schemas.microsoft.com/office/drawing/2014/main" id="{E573CF63-F5B7-409E-A2D3-B6D29236C10C}"/>
                    </a:ext>
                  </a:extLst>
                </p:cNvPr>
                <p:cNvSpPr txBox="1"/>
                <p:nvPr/>
              </p:nvSpPr>
              <p:spPr>
                <a:xfrm>
                  <a:off x="1267736" y="5309635"/>
                  <a:ext cx="102198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08" name="文字方塊 707">
                  <a:extLst>
                    <a:ext uri="{FF2B5EF4-FFF2-40B4-BE49-F238E27FC236}">
                      <a16:creationId xmlns:a16="http://schemas.microsoft.com/office/drawing/2014/main" id="{E573CF63-F5B7-409E-A2D3-B6D29236C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7736" y="5309635"/>
                  <a:ext cx="1021987" cy="262829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9" name="文字方塊 708">
                  <a:extLst>
                    <a:ext uri="{FF2B5EF4-FFF2-40B4-BE49-F238E27FC236}">
                      <a16:creationId xmlns:a16="http://schemas.microsoft.com/office/drawing/2014/main" id="{C40910B3-70A1-44B2-A009-0A6B7381F908}"/>
                    </a:ext>
                  </a:extLst>
                </p:cNvPr>
                <p:cNvSpPr txBox="1"/>
                <p:nvPr/>
              </p:nvSpPr>
              <p:spPr>
                <a:xfrm>
                  <a:off x="197097" y="3218542"/>
                  <a:ext cx="974158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09" name="文字方塊 708">
                  <a:extLst>
                    <a:ext uri="{FF2B5EF4-FFF2-40B4-BE49-F238E27FC236}">
                      <a16:creationId xmlns:a16="http://schemas.microsoft.com/office/drawing/2014/main" id="{C40910B3-70A1-44B2-A009-0A6B7381F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097" y="3218542"/>
                  <a:ext cx="974158" cy="262829"/>
                </a:xfrm>
                <a:prstGeom prst="rect">
                  <a:avLst/>
                </a:prstGeom>
                <a:blipFill>
                  <a:blip r:embed="rId41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0" name="文字方塊 709">
                  <a:extLst>
                    <a:ext uri="{FF2B5EF4-FFF2-40B4-BE49-F238E27FC236}">
                      <a16:creationId xmlns:a16="http://schemas.microsoft.com/office/drawing/2014/main" id="{870AC34F-71A3-4A4C-97D9-8740F26E8DAF}"/>
                    </a:ext>
                  </a:extLst>
                </p:cNvPr>
                <p:cNvSpPr txBox="1"/>
                <p:nvPr/>
              </p:nvSpPr>
              <p:spPr>
                <a:xfrm>
                  <a:off x="2281207" y="3192507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10" name="文字方塊 709">
                  <a:extLst>
                    <a:ext uri="{FF2B5EF4-FFF2-40B4-BE49-F238E27FC236}">
                      <a16:creationId xmlns:a16="http://schemas.microsoft.com/office/drawing/2014/main" id="{870AC34F-71A3-4A4C-97D9-8740F26E8D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1207" y="3192507"/>
                  <a:ext cx="1100937" cy="262829"/>
                </a:xfrm>
                <a:prstGeom prst="rect">
                  <a:avLst/>
                </a:prstGeom>
                <a:blipFill>
                  <a:blip r:embed="rId42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1" name="文字方塊 710">
                  <a:extLst>
                    <a:ext uri="{FF2B5EF4-FFF2-40B4-BE49-F238E27FC236}">
                      <a16:creationId xmlns:a16="http://schemas.microsoft.com/office/drawing/2014/main" id="{66A8426C-C368-4E00-974D-8E52F4746188}"/>
                    </a:ext>
                  </a:extLst>
                </p:cNvPr>
                <p:cNvSpPr txBox="1"/>
                <p:nvPr/>
              </p:nvSpPr>
              <p:spPr>
                <a:xfrm>
                  <a:off x="2281207" y="4350785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11" name="文字方塊 710">
                  <a:extLst>
                    <a:ext uri="{FF2B5EF4-FFF2-40B4-BE49-F238E27FC236}">
                      <a16:creationId xmlns:a16="http://schemas.microsoft.com/office/drawing/2014/main" id="{66A8426C-C368-4E00-974D-8E52F47461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1207" y="4350785"/>
                  <a:ext cx="1100937" cy="262829"/>
                </a:xfrm>
                <a:prstGeom prst="rect">
                  <a:avLst/>
                </a:prstGeom>
                <a:blipFill>
                  <a:blip r:embed="rId43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2" name="直線接點 711">
              <a:extLst>
                <a:ext uri="{FF2B5EF4-FFF2-40B4-BE49-F238E27FC236}">
                  <a16:creationId xmlns:a16="http://schemas.microsoft.com/office/drawing/2014/main" id="{C3ED2E36-F54E-4CBA-AB2F-BD66011F7242}"/>
                </a:ext>
              </a:extLst>
            </p:cNvPr>
            <p:cNvCxnSpPr>
              <a:cxnSpLocks/>
            </p:cNvCxnSpPr>
            <p:nvPr/>
          </p:nvCxnSpPr>
          <p:spPr>
            <a:xfrm>
              <a:off x="2070100" y="3708400"/>
              <a:ext cx="342900" cy="479524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3" name="直線接點 712">
              <a:extLst>
                <a:ext uri="{FF2B5EF4-FFF2-40B4-BE49-F238E27FC236}">
                  <a16:creationId xmlns:a16="http://schemas.microsoft.com/office/drawing/2014/main" id="{8A234EFB-F242-4B3E-8F52-B81137E7CCDA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0" y="2665655"/>
              <a:ext cx="398272" cy="56904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4" name="直線接點 713">
              <a:extLst>
                <a:ext uri="{FF2B5EF4-FFF2-40B4-BE49-F238E27FC236}">
                  <a16:creationId xmlns:a16="http://schemas.microsoft.com/office/drawing/2014/main" id="{77FD3702-06FC-4C61-8940-9EC7FD775F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8550" y="3478631"/>
              <a:ext cx="140200" cy="325019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5" name="直線接點 714">
              <a:extLst>
                <a:ext uri="{FF2B5EF4-FFF2-40B4-BE49-F238E27FC236}">
                  <a16:creationId xmlns:a16="http://schemas.microsoft.com/office/drawing/2014/main" id="{2E9C6DCF-C218-4A9D-BF68-590694D8AE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0925" y="3158393"/>
              <a:ext cx="104775" cy="222982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716" name="圖片 715">
              <a:extLst>
                <a:ext uri="{FF2B5EF4-FFF2-40B4-BE49-F238E27FC236}">
                  <a16:creationId xmlns:a16="http://schemas.microsoft.com/office/drawing/2014/main" id="{961C6A9F-F9B3-4D7E-8538-717EAD3520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692" r="24354"/>
            <a:stretch/>
          </p:blipFill>
          <p:spPr>
            <a:xfrm>
              <a:off x="233363" y="3538884"/>
              <a:ext cx="895350" cy="820869"/>
            </a:xfrm>
            <a:prstGeom prst="rect">
              <a:avLst/>
            </a:prstGeom>
          </p:spPr>
        </p:pic>
        <p:pic>
          <p:nvPicPr>
            <p:cNvPr id="717" name="圖片 716">
              <a:extLst>
                <a:ext uri="{FF2B5EF4-FFF2-40B4-BE49-F238E27FC236}">
                  <a16:creationId xmlns:a16="http://schemas.microsoft.com/office/drawing/2014/main" id="{2EA61CF3-3510-4DAE-B503-C04FF70B9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58580" y="2362995"/>
              <a:ext cx="861796" cy="865980"/>
            </a:xfrm>
            <a:prstGeom prst="rect">
              <a:avLst/>
            </a:prstGeom>
          </p:spPr>
        </p:pic>
        <p:sp>
          <p:nvSpPr>
            <p:cNvPr id="718" name="矩形: 圓角 717">
              <a:extLst>
                <a:ext uri="{FF2B5EF4-FFF2-40B4-BE49-F238E27FC236}">
                  <a16:creationId xmlns:a16="http://schemas.microsoft.com/office/drawing/2014/main" id="{C9D77BE8-FC58-4DE1-8D5C-C9F986DB6624}"/>
                </a:ext>
              </a:extLst>
            </p:cNvPr>
            <p:cNvSpPr/>
            <p:nvPr/>
          </p:nvSpPr>
          <p:spPr>
            <a:xfrm>
              <a:off x="3752856" y="1314456"/>
              <a:ext cx="3638551" cy="4292600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0150" tIns="15076" rIns="30150" bIns="150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94" dirty="0"/>
            </a:p>
          </p:txBody>
        </p:sp>
        <p:pic>
          <p:nvPicPr>
            <p:cNvPr id="719" name="圖片 718">
              <a:extLst>
                <a:ext uri="{FF2B5EF4-FFF2-40B4-BE49-F238E27FC236}">
                  <a16:creationId xmlns:a16="http://schemas.microsoft.com/office/drawing/2014/main" id="{81BC3ECB-C86D-41B7-BD00-27016DFA72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5589"/>
            <a:stretch/>
          </p:blipFill>
          <p:spPr>
            <a:xfrm>
              <a:off x="4984292" y="1497160"/>
              <a:ext cx="845009" cy="832474"/>
            </a:xfrm>
            <a:prstGeom prst="rect">
              <a:avLst/>
            </a:prstGeom>
          </p:spPr>
        </p:pic>
        <p:pic>
          <p:nvPicPr>
            <p:cNvPr id="720" name="圖片 719">
              <a:extLst>
                <a:ext uri="{FF2B5EF4-FFF2-40B4-BE49-F238E27FC236}">
                  <a16:creationId xmlns:a16="http://schemas.microsoft.com/office/drawing/2014/main" id="{588D8248-F172-4F1C-BC42-55A07BC765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4581" r="49553"/>
            <a:stretch/>
          </p:blipFill>
          <p:spPr>
            <a:xfrm>
              <a:off x="4959349" y="4473575"/>
              <a:ext cx="895350" cy="832474"/>
            </a:xfrm>
            <a:prstGeom prst="rect">
              <a:avLst/>
            </a:prstGeom>
          </p:spPr>
        </p:pic>
        <p:pic>
          <p:nvPicPr>
            <p:cNvPr id="721" name="圖片 720">
              <a:extLst>
                <a:ext uri="{FF2B5EF4-FFF2-40B4-BE49-F238E27FC236}">
                  <a16:creationId xmlns:a16="http://schemas.microsoft.com/office/drawing/2014/main" id="{BDD87E39-202B-406E-8EAF-00E311E466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896" r="24238"/>
            <a:stretch/>
          </p:blipFill>
          <p:spPr>
            <a:xfrm>
              <a:off x="3873500" y="2409825"/>
              <a:ext cx="895350" cy="832474"/>
            </a:xfrm>
            <a:prstGeom prst="rect">
              <a:avLst/>
            </a:prstGeom>
          </p:spPr>
        </p:pic>
        <p:pic>
          <p:nvPicPr>
            <p:cNvPr id="722" name="圖片 721">
              <a:extLst>
                <a:ext uri="{FF2B5EF4-FFF2-40B4-BE49-F238E27FC236}">
                  <a16:creationId xmlns:a16="http://schemas.microsoft.com/office/drawing/2014/main" id="{F1CBDE2B-47C3-4124-96F5-DFA016DCCD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60" t="49873" r="4750" b="29819"/>
            <a:stretch/>
          </p:blipFill>
          <p:spPr>
            <a:xfrm>
              <a:off x="5880901" y="1466857"/>
              <a:ext cx="229394" cy="863586"/>
            </a:xfrm>
            <a:prstGeom prst="rect">
              <a:avLst/>
            </a:prstGeom>
          </p:spPr>
        </p:pic>
        <p:pic>
          <p:nvPicPr>
            <p:cNvPr id="723" name="圖片 722">
              <a:extLst>
                <a:ext uri="{FF2B5EF4-FFF2-40B4-BE49-F238E27FC236}">
                  <a16:creationId xmlns:a16="http://schemas.microsoft.com/office/drawing/2014/main" id="{1C3E41CA-ABCB-4B69-A3AD-AAD6D5BAE7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6087369" y="1785579"/>
              <a:ext cx="1234633" cy="29722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4" name="文字方塊 723">
                  <a:extLst>
                    <a:ext uri="{FF2B5EF4-FFF2-40B4-BE49-F238E27FC236}">
                      <a16:creationId xmlns:a16="http://schemas.microsoft.com/office/drawing/2014/main" id="{96D16D2A-0454-43C0-8A81-5A1632449A36}"/>
                    </a:ext>
                  </a:extLst>
                </p:cNvPr>
                <p:cNvSpPr txBox="1"/>
                <p:nvPr/>
              </p:nvSpPr>
              <p:spPr>
                <a:xfrm>
                  <a:off x="5344337" y="2046166"/>
                  <a:ext cx="268993" cy="2722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69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69" dirty="0"/>
                </a:p>
              </p:txBody>
            </p:sp>
          </mc:Choice>
          <mc:Fallback>
            <p:sp>
              <p:nvSpPr>
                <p:cNvPr id="724" name="文字方塊 723">
                  <a:extLst>
                    <a:ext uri="{FF2B5EF4-FFF2-40B4-BE49-F238E27FC236}">
                      <a16:creationId xmlns:a16="http://schemas.microsoft.com/office/drawing/2014/main" id="{96D16D2A-0454-43C0-8A81-5A1632449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337" y="2046166"/>
                  <a:ext cx="268993" cy="272254"/>
                </a:xfrm>
                <a:prstGeom prst="rect">
                  <a:avLst/>
                </a:prstGeom>
                <a:blipFill>
                  <a:blip r:embed="rId5"/>
                  <a:stretch>
                    <a:fillRect r="-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25" name="群組 724">
              <a:extLst>
                <a:ext uri="{FF2B5EF4-FFF2-40B4-BE49-F238E27FC236}">
                  <a16:creationId xmlns:a16="http://schemas.microsoft.com/office/drawing/2014/main" id="{02EC5170-A078-4F59-9E0E-A0ABBF704CA5}"/>
                </a:ext>
              </a:extLst>
            </p:cNvPr>
            <p:cNvGrpSpPr/>
            <p:nvPr/>
          </p:nvGrpSpPr>
          <p:grpSpPr>
            <a:xfrm>
              <a:off x="5391091" y="1857958"/>
              <a:ext cx="50518" cy="48461"/>
              <a:chOff x="1373392" y="2391862"/>
              <a:chExt cx="479433" cy="476535"/>
            </a:xfrm>
          </p:grpSpPr>
          <p:sp>
            <p:nvSpPr>
              <p:cNvPr id="726" name="箭號: 向右 725">
                <a:extLst>
                  <a:ext uri="{FF2B5EF4-FFF2-40B4-BE49-F238E27FC236}">
                    <a16:creationId xmlns:a16="http://schemas.microsoft.com/office/drawing/2014/main" id="{2E4A62BE-C2EF-424E-939F-34F3D029191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>
                  <a:solidFill>
                    <a:schemeClr val="bg1"/>
                  </a:solidFill>
                </a:endParaRPr>
              </a:p>
            </p:txBody>
          </p:sp>
          <p:sp>
            <p:nvSpPr>
              <p:cNvPr id="727" name="箭號: 向右 726">
                <a:extLst>
                  <a:ext uri="{FF2B5EF4-FFF2-40B4-BE49-F238E27FC236}">
                    <a16:creationId xmlns:a16="http://schemas.microsoft.com/office/drawing/2014/main" id="{FC9CCE7F-ECE9-4A8E-A1D1-B935DD51A8A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69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8" name="文字方塊 727">
                  <a:extLst>
                    <a:ext uri="{FF2B5EF4-FFF2-40B4-BE49-F238E27FC236}">
                      <a16:creationId xmlns:a16="http://schemas.microsoft.com/office/drawing/2014/main" id="{AF8B79F8-92D7-4F38-9BA5-534A4DEA72C1}"/>
                    </a:ext>
                  </a:extLst>
                </p:cNvPr>
                <p:cNvSpPr txBox="1"/>
                <p:nvPr/>
              </p:nvSpPr>
              <p:spPr>
                <a:xfrm>
                  <a:off x="5266868" y="1614449"/>
                  <a:ext cx="182571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28" name="文字方塊 727">
                  <a:extLst>
                    <a:ext uri="{FF2B5EF4-FFF2-40B4-BE49-F238E27FC236}">
                      <a16:creationId xmlns:a16="http://schemas.microsoft.com/office/drawing/2014/main" id="{AF8B79F8-92D7-4F38-9BA5-534A4DEA72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6868" y="1614449"/>
                  <a:ext cx="182571" cy="276614"/>
                </a:xfrm>
                <a:prstGeom prst="rect">
                  <a:avLst/>
                </a:prstGeom>
                <a:blipFill>
                  <a:blip r:embed="rId6"/>
                  <a:stretch>
                    <a:fillRect r="-5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9" name="文字方塊 728">
                  <a:extLst>
                    <a:ext uri="{FF2B5EF4-FFF2-40B4-BE49-F238E27FC236}">
                      <a16:creationId xmlns:a16="http://schemas.microsoft.com/office/drawing/2014/main" id="{DE0D1E2F-A232-49E8-9AB4-587834E9900C}"/>
                    </a:ext>
                  </a:extLst>
                </p:cNvPr>
                <p:cNvSpPr txBox="1"/>
                <p:nvPr/>
              </p:nvSpPr>
              <p:spPr>
                <a:xfrm>
                  <a:off x="5397695" y="1772183"/>
                  <a:ext cx="14927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8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08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29" name="文字方塊 728">
                  <a:extLst>
                    <a:ext uri="{FF2B5EF4-FFF2-40B4-BE49-F238E27FC236}">
                      <a16:creationId xmlns:a16="http://schemas.microsoft.com/office/drawing/2014/main" id="{DE0D1E2F-A232-49E8-9AB4-587834E99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695" y="1772183"/>
                  <a:ext cx="149279" cy="262829"/>
                </a:xfrm>
                <a:prstGeom prst="rect">
                  <a:avLst/>
                </a:prstGeom>
                <a:blipFill>
                  <a:blip r:embed="rId25"/>
                  <a:stretch>
                    <a:fillRect r="-708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0" name="文字方塊 729">
                  <a:extLst>
                    <a:ext uri="{FF2B5EF4-FFF2-40B4-BE49-F238E27FC236}">
                      <a16:creationId xmlns:a16="http://schemas.microsoft.com/office/drawing/2014/main" id="{299FDF87-650E-4963-9846-54B1657D29E6}"/>
                    </a:ext>
                  </a:extLst>
                </p:cNvPr>
                <p:cNvSpPr txBox="1"/>
                <p:nvPr/>
              </p:nvSpPr>
              <p:spPr>
                <a:xfrm>
                  <a:off x="5792716" y="2139115"/>
                  <a:ext cx="204146" cy="245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994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994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30" name="文字方塊 729">
                  <a:extLst>
                    <a:ext uri="{FF2B5EF4-FFF2-40B4-BE49-F238E27FC236}">
                      <a16:creationId xmlns:a16="http://schemas.microsoft.com/office/drawing/2014/main" id="{299FDF87-650E-4963-9846-54B1657D2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2716" y="2139115"/>
                  <a:ext cx="204146" cy="245324"/>
                </a:xfrm>
                <a:prstGeom prst="rect">
                  <a:avLst/>
                </a:prstGeom>
                <a:blipFill>
                  <a:blip r:embed="rId8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1" name="文字方塊 730">
                  <a:extLst>
                    <a:ext uri="{FF2B5EF4-FFF2-40B4-BE49-F238E27FC236}">
                      <a16:creationId xmlns:a16="http://schemas.microsoft.com/office/drawing/2014/main" id="{08362636-6061-4D28-933A-84C3771B033D}"/>
                    </a:ext>
                  </a:extLst>
                </p:cNvPr>
                <p:cNvSpPr txBox="1"/>
                <p:nvPr/>
              </p:nvSpPr>
              <p:spPr>
                <a:xfrm>
                  <a:off x="5119791" y="4004150"/>
                  <a:ext cx="562813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−1, 0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31" name="文字方塊 730">
                  <a:extLst>
                    <a:ext uri="{FF2B5EF4-FFF2-40B4-BE49-F238E27FC236}">
                      <a16:creationId xmlns:a16="http://schemas.microsoft.com/office/drawing/2014/main" id="{08362636-6061-4D28-933A-84C3771B03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791" y="4004150"/>
                  <a:ext cx="562813" cy="262829"/>
                </a:xfrm>
                <a:prstGeom prst="rect">
                  <a:avLst/>
                </a:prstGeom>
                <a:blipFill>
                  <a:blip r:embed="rId46"/>
                  <a:stretch>
                    <a:fillRect t="-93023" r="-52174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2" name="文字方塊 731">
                  <a:extLst>
                    <a:ext uri="{FF2B5EF4-FFF2-40B4-BE49-F238E27FC236}">
                      <a16:creationId xmlns:a16="http://schemas.microsoft.com/office/drawing/2014/main" id="{A4E4D51E-EA7B-405D-BCAC-65B416B89AEE}"/>
                    </a:ext>
                  </a:extLst>
                </p:cNvPr>
                <p:cNvSpPr txBox="1"/>
                <p:nvPr/>
              </p:nvSpPr>
              <p:spPr>
                <a:xfrm>
                  <a:off x="5131420" y="2623678"/>
                  <a:ext cx="562813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32" name="文字方塊 731">
                  <a:extLst>
                    <a:ext uri="{FF2B5EF4-FFF2-40B4-BE49-F238E27FC236}">
                      <a16:creationId xmlns:a16="http://schemas.microsoft.com/office/drawing/2014/main" id="{A4E4D51E-EA7B-405D-BCAC-65B416B89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1420" y="2623678"/>
                  <a:ext cx="562813" cy="262829"/>
                </a:xfrm>
                <a:prstGeom prst="rect">
                  <a:avLst/>
                </a:prstGeom>
                <a:blipFill>
                  <a:blip r:embed="rId27"/>
                  <a:stretch>
                    <a:fillRect t="-93023" r="-40217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3" name="Oval 14">
              <a:extLst>
                <a:ext uri="{FF2B5EF4-FFF2-40B4-BE49-F238E27FC236}">
                  <a16:creationId xmlns:a16="http://schemas.microsoft.com/office/drawing/2014/main" id="{8321D7FE-AD5C-4772-A3FD-E98A62042E57}"/>
                </a:ext>
              </a:extLst>
            </p:cNvPr>
            <p:cNvSpPr/>
            <p:nvPr/>
          </p:nvSpPr>
          <p:spPr>
            <a:xfrm>
              <a:off x="5359858" y="2862319"/>
              <a:ext cx="112464" cy="11649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734" name="Oval 4">
              <a:extLst>
                <a:ext uri="{FF2B5EF4-FFF2-40B4-BE49-F238E27FC236}">
                  <a16:creationId xmlns:a16="http://schemas.microsoft.com/office/drawing/2014/main" id="{8DB2E3F2-C16D-4B32-ACDB-4A31D7B09D78}"/>
                </a:ext>
              </a:extLst>
            </p:cNvPr>
            <p:cNvSpPr/>
            <p:nvPr/>
          </p:nvSpPr>
          <p:spPr>
            <a:xfrm>
              <a:off x="4917762" y="2920566"/>
              <a:ext cx="999691" cy="1035553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735" name="Oval 15">
              <a:extLst>
                <a:ext uri="{FF2B5EF4-FFF2-40B4-BE49-F238E27FC236}">
                  <a16:creationId xmlns:a16="http://schemas.microsoft.com/office/drawing/2014/main" id="{8E8C84B2-BB66-4DCD-B152-AA268EE80003}"/>
                </a:ext>
              </a:extLst>
            </p:cNvPr>
            <p:cNvSpPr/>
            <p:nvPr/>
          </p:nvSpPr>
          <p:spPr>
            <a:xfrm>
              <a:off x="5359858" y="3897289"/>
              <a:ext cx="112464" cy="11649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736" name="SHO">
              <a:extLst>
                <a:ext uri="{FF2B5EF4-FFF2-40B4-BE49-F238E27FC236}">
                  <a16:creationId xmlns:a16="http://schemas.microsoft.com/office/drawing/2014/main" id="{0FEE1B54-8031-4D2B-992B-C14E23F2EC44}"/>
                </a:ext>
              </a:extLst>
            </p:cNvPr>
            <p:cNvSpPr/>
            <p:nvPr/>
          </p:nvSpPr>
          <p:spPr>
            <a:xfrm rot="16200000">
              <a:off x="5200544" y="2938838"/>
              <a:ext cx="431094" cy="999691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737" name="SVO">
              <a:extLst>
                <a:ext uri="{FF2B5EF4-FFF2-40B4-BE49-F238E27FC236}">
                  <a16:creationId xmlns:a16="http://schemas.microsoft.com/office/drawing/2014/main" id="{EC552521-17DE-4CA5-9C7C-7200794F0B87}"/>
                </a:ext>
              </a:extLst>
            </p:cNvPr>
            <p:cNvSpPr/>
            <p:nvPr/>
          </p:nvSpPr>
          <p:spPr>
            <a:xfrm>
              <a:off x="5165551" y="2920914"/>
              <a:ext cx="499846" cy="1035553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738" name="Oval 6">
              <a:extLst>
                <a:ext uri="{FF2B5EF4-FFF2-40B4-BE49-F238E27FC236}">
                  <a16:creationId xmlns:a16="http://schemas.microsoft.com/office/drawing/2014/main" id="{32AF93B1-0322-4286-9A15-4F16EDA27A26}"/>
                </a:ext>
              </a:extLst>
            </p:cNvPr>
            <p:cNvSpPr/>
            <p:nvPr/>
          </p:nvSpPr>
          <p:spPr>
            <a:xfrm rot="16200000">
              <a:off x="5200544" y="2938838"/>
              <a:ext cx="431094" cy="999691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9" name="TextBox 11">
                  <a:extLst>
                    <a:ext uri="{FF2B5EF4-FFF2-40B4-BE49-F238E27FC236}">
                      <a16:creationId xmlns:a16="http://schemas.microsoft.com/office/drawing/2014/main" id="{130003E6-5AFE-4E8B-B43C-A3DC337221F7}"/>
                    </a:ext>
                  </a:extLst>
                </p:cNvPr>
                <p:cNvSpPr txBox="1"/>
                <p:nvPr/>
              </p:nvSpPr>
              <p:spPr>
                <a:xfrm>
                  <a:off x="5035531" y="3315215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739" name="TextBox 11">
                  <a:extLst>
                    <a:ext uri="{FF2B5EF4-FFF2-40B4-BE49-F238E27FC236}">
                      <a16:creationId xmlns:a16="http://schemas.microsoft.com/office/drawing/2014/main" id="{130003E6-5AFE-4E8B-B43C-A3DC33722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5531" y="3315215"/>
                  <a:ext cx="122489" cy="262829"/>
                </a:xfrm>
                <a:prstGeom prst="rect">
                  <a:avLst/>
                </a:prstGeom>
                <a:blipFill>
                  <a:blip r:embed="rId14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0" name="Oval 22">
              <a:extLst>
                <a:ext uri="{FF2B5EF4-FFF2-40B4-BE49-F238E27FC236}">
                  <a16:creationId xmlns:a16="http://schemas.microsoft.com/office/drawing/2014/main" id="{7080B4DC-57BE-4A53-BEBF-D87E7340CA86}"/>
                </a:ext>
              </a:extLst>
            </p:cNvPr>
            <p:cNvSpPr/>
            <p:nvPr/>
          </p:nvSpPr>
          <p:spPr>
            <a:xfrm>
              <a:off x="5359203" y="3897289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1" name="TextBox 12">
                  <a:extLst>
                    <a:ext uri="{FF2B5EF4-FFF2-40B4-BE49-F238E27FC236}">
                      <a16:creationId xmlns:a16="http://schemas.microsoft.com/office/drawing/2014/main" id="{51D0E36B-3007-4094-8F37-C091785F9D3E}"/>
                    </a:ext>
                  </a:extLst>
                </p:cNvPr>
                <p:cNvSpPr txBox="1"/>
                <p:nvPr/>
              </p:nvSpPr>
              <p:spPr>
                <a:xfrm>
                  <a:off x="5488940" y="3381260"/>
                  <a:ext cx="122489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741" name="TextBox 12">
                  <a:extLst>
                    <a:ext uri="{FF2B5EF4-FFF2-40B4-BE49-F238E27FC236}">
                      <a16:creationId xmlns:a16="http://schemas.microsoft.com/office/drawing/2014/main" id="{51D0E36B-3007-4094-8F37-C091785F9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8940" y="3381260"/>
                  <a:ext cx="122489" cy="262829"/>
                </a:xfrm>
                <a:prstGeom prst="rect">
                  <a:avLst/>
                </a:prstGeom>
                <a:blipFill>
                  <a:blip r:embed="rId15"/>
                  <a:stretch>
                    <a:fillRect r="-523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2" name="TextBox 13">
                  <a:extLst>
                    <a:ext uri="{FF2B5EF4-FFF2-40B4-BE49-F238E27FC236}">
                      <a16:creationId xmlns:a16="http://schemas.microsoft.com/office/drawing/2014/main" id="{2A3D0532-BDEE-4E30-8A5A-4BCA930B1AF8}"/>
                    </a:ext>
                  </a:extLst>
                </p:cNvPr>
                <p:cNvSpPr txBox="1"/>
                <p:nvPr/>
              </p:nvSpPr>
              <p:spPr>
                <a:xfrm>
                  <a:off x="5319930" y="2945285"/>
                  <a:ext cx="177901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742" name="TextBox 13">
                  <a:extLst>
                    <a:ext uri="{FF2B5EF4-FFF2-40B4-BE49-F238E27FC236}">
                      <a16:creationId xmlns:a16="http://schemas.microsoft.com/office/drawing/2014/main" id="{2A3D0532-BDEE-4E30-8A5A-4BCA930B1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930" y="2945285"/>
                  <a:ext cx="177901" cy="262829"/>
                </a:xfrm>
                <a:prstGeom prst="rect">
                  <a:avLst/>
                </a:prstGeom>
                <a:blipFill>
                  <a:blip r:embed="rId16"/>
                  <a:stretch>
                    <a:fillRect r="-68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3" name="DVO">
              <a:extLst>
                <a:ext uri="{FF2B5EF4-FFF2-40B4-BE49-F238E27FC236}">
                  <a16:creationId xmlns:a16="http://schemas.microsoft.com/office/drawing/2014/main" id="{1A454556-E46E-4E93-9287-42C0D6A844C6}"/>
                </a:ext>
              </a:extLst>
            </p:cNvPr>
            <p:cNvSpPr/>
            <p:nvPr/>
          </p:nvSpPr>
          <p:spPr>
            <a:xfrm flipH="1">
              <a:off x="5165551" y="2920914"/>
              <a:ext cx="499846" cy="1035553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744" name="Oval 23">
              <a:extLst>
                <a:ext uri="{FF2B5EF4-FFF2-40B4-BE49-F238E27FC236}">
                  <a16:creationId xmlns:a16="http://schemas.microsoft.com/office/drawing/2014/main" id="{506EC01F-959A-4E64-89AB-6016585C7350}"/>
                </a:ext>
              </a:extLst>
            </p:cNvPr>
            <p:cNvSpPr/>
            <p:nvPr/>
          </p:nvSpPr>
          <p:spPr>
            <a:xfrm>
              <a:off x="5859643" y="3380441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cxnSp>
          <p:nvCxnSpPr>
            <p:cNvPr id="745" name="Straight Arrow Connector 7">
              <a:extLst>
                <a:ext uri="{FF2B5EF4-FFF2-40B4-BE49-F238E27FC236}">
                  <a16:creationId xmlns:a16="http://schemas.microsoft.com/office/drawing/2014/main" id="{BCC362B3-9E7B-46D0-962C-9ACC57A544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3376" y="3128479"/>
              <a:ext cx="1174" cy="3086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Arrow Connector 19">
              <a:extLst>
                <a:ext uri="{FF2B5EF4-FFF2-40B4-BE49-F238E27FC236}">
                  <a16:creationId xmlns:a16="http://schemas.microsoft.com/office/drawing/2014/main" id="{B2832CA8-D324-4454-978E-79B544331EB9}"/>
                </a:ext>
              </a:extLst>
            </p:cNvPr>
            <p:cNvCxnSpPr>
              <a:cxnSpLocks/>
            </p:cNvCxnSpPr>
            <p:nvPr/>
          </p:nvCxnSpPr>
          <p:spPr>
            <a:xfrm>
              <a:off x="5415436" y="3435661"/>
              <a:ext cx="135555" cy="1085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Arrow Connector 18">
              <a:extLst>
                <a:ext uri="{FF2B5EF4-FFF2-40B4-BE49-F238E27FC236}">
                  <a16:creationId xmlns:a16="http://schemas.microsoft.com/office/drawing/2014/main" id="{B6640D8C-B4A2-4A48-8D2F-4EF1A98442E0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296828" y="3316947"/>
              <a:ext cx="0" cy="2374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8" name="Oval 20">
              <a:extLst>
                <a:ext uri="{FF2B5EF4-FFF2-40B4-BE49-F238E27FC236}">
                  <a16:creationId xmlns:a16="http://schemas.microsoft.com/office/drawing/2014/main" id="{637BD0E7-6C78-4C98-99FE-A2F501619225}"/>
                </a:ext>
              </a:extLst>
            </p:cNvPr>
            <p:cNvSpPr/>
            <p:nvPr/>
          </p:nvSpPr>
          <p:spPr>
            <a:xfrm>
              <a:off x="4859836" y="3380441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/>
            </a:p>
          </p:txBody>
        </p:sp>
        <p:sp>
          <p:nvSpPr>
            <p:cNvPr id="749" name="Oval 22">
              <a:extLst>
                <a:ext uri="{FF2B5EF4-FFF2-40B4-BE49-F238E27FC236}">
                  <a16:creationId xmlns:a16="http://schemas.microsoft.com/office/drawing/2014/main" id="{D6C79777-3216-402C-AA22-7A2879C5AFC9}"/>
                </a:ext>
              </a:extLst>
            </p:cNvPr>
            <p:cNvSpPr/>
            <p:nvPr/>
          </p:nvSpPr>
          <p:spPr>
            <a:xfrm>
              <a:off x="5360022" y="2856867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5" dirty="0"/>
            </a:p>
          </p:txBody>
        </p:sp>
        <p:sp>
          <p:nvSpPr>
            <p:cNvPr id="750" name="Partial Circle 9">
              <a:extLst>
                <a:ext uri="{FF2B5EF4-FFF2-40B4-BE49-F238E27FC236}">
                  <a16:creationId xmlns:a16="http://schemas.microsoft.com/office/drawing/2014/main" id="{CC3F1E35-5BD4-4B5C-8C9F-A1FC118A3668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370174" y="3370477"/>
              <a:ext cx="70898" cy="13688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1" name="TextBox 10">
                  <a:extLst>
                    <a:ext uri="{FF2B5EF4-FFF2-40B4-BE49-F238E27FC236}">
                      <a16:creationId xmlns:a16="http://schemas.microsoft.com/office/drawing/2014/main" id="{B888B2E0-2865-4294-98AD-02F381093AFC}"/>
                    </a:ext>
                  </a:extLst>
                </p:cNvPr>
                <p:cNvSpPr txBox="1"/>
                <p:nvPr/>
              </p:nvSpPr>
              <p:spPr>
                <a:xfrm>
                  <a:off x="5118163" y="3394744"/>
                  <a:ext cx="218240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751" name="TextBox 10">
                  <a:extLst>
                    <a:ext uri="{FF2B5EF4-FFF2-40B4-BE49-F238E27FC236}">
                      <a16:creationId xmlns:a16="http://schemas.microsoft.com/office/drawing/2014/main" id="{B888B2E0-2865-4294-98AD-02F381093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8163" y="3394744"/>
                  <a:ext cx="218240" cy="26282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2" name="Straight Arrow Connector 17">
              <a:extLst>
                <a:ext uri="{FF2B5EF4-FFF2-40B4-BE49-F238E27FC236}">
                  <a16:creationId xmlns:a16="http://schemas.microsoft.com/office/drawing/2014/main" id="{36F29BDE-2791-400C-8C4E-A6D4D404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1658" y="3439758"/>
              <a:ext cx="153404" cy="19837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53" name="Partial Circle 9">
              <a:extLst>
                <a:ext uri="{FF2B5EF4-FFF2-40B4-BE49-F238E27FC236}">
                  <a16:creationId xmlns:a16="http://schemas.microsoft.com/office/drawing/2014/main" id="{6176D43A-EF10-4334-A161-652F66EFC9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61366" y="3344703"/>
              <a:ext cx="103302" cy="2086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4" name="TextBox 10">
                  <a:extLst>
                    <a:ext uri="{FF2B5EF4-FFF2-40B4-BE49-F238E27FC236}">
                      <a16:creationId xmlns:a16="http://schemas.microsoft.com/office/drawing/2014/main" id="{C360BD44-3032-4828-A447-6D6BFA52331B}"/>
                    </a:ext>
                  </a:extLst>
                </p:cNvPr>
                <p:cNvSpPr txBox="1"/>
                <p:nvPr/>
              </p:nvSpPr>
              <p:spPr>
                <a:xfrm>
                  <a:off x="5388905" y="3172916"/>
                  <a:ext cx="20564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8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108" dirty="0"/>
                </a:p>
              </p:txBody>
            </p:sp>
          </mc:Choice>
          <mc:Fallback>
            <p:sp>
              <p:nvSpPr>
                <p:cNvPr id="754" name="TextBox 10">
                  <a:extLst>
                    <a:ext uri="{FF2B5EF4-FFF2-40B4-BE49-F238E27FC236}">
                      <a16:creationId xmlns:a16="http://schemas.microsoft.com/office/drawing/2014/main" id="{C360BD44-3032-4828-A447-6D6BFA5233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8905" y="3172916"/>
                  <a:ext cx="205647" cy="262829"/>
                </a:xfrm>
                <a:prstGeom prst="rect">
                  <a:avLst/>
                </a:prstGeom>
                <a:blipFill>
                  <a:blip r:embed="rId18"/>
                  <a:stretch>
                    <a:fillRect r="-17647"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5" name="Straight Arrow Connector 17">
              <a:extLst>
                <a:ext uri="{FF2B5EF4-FFF2-40B4-BE49-F238E27FC236}">
                  <a16:creationId xmlns:a16="http://schemas.microsoft.com/office/drawing/2014/main" id="{7D41B874-59D7-4CE3-A558-1605C04794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9463" y="3131172"/>
              <a:ext cx="395947" cy="311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56" name="Oval 22">
              <a:extLst>
                <a:ext uri="{FF2B5EF4-FFF2-40B4-BE49-F238E27FC236}">
                  <a16:creationId xmlns:a16="http://schemas.microsoft.com/office/drawing/2014/main" id="{E635B059-B60D-41C7-AD80-B343B89D0A3D}"/>
                </a:ext>
              </a:extLst>
            </p:cNvPr>
            <p:cNvSpPr/>
            <p:nvPr/>
          </p:nvSpPr>
          <p:spPr>
            <a:xfrm>
              <a:off x="5596596" y="3575490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757" name="Oval 22">
              <a:extLst>
                <a:ext uri="{FF2B5EF4-FFF2-40B4-BE49-F238E27FC236}">
                  <a16:creationId xmlns:a16="http://schemas.microsoft.com/office/drawing/2014/main" id="{0646C57C-3A37-4E45-B773-ECE70076EFCE}"/>
                </a:ext>
              </a:extLst>
            </p:cNvPr>
            <p:cNvSpPr/>
            <p:nvPr/>
          </p:nvSpPr>
          <p:spPr>
            <a:xfrm>
              <a:off x="5121810" y="3200938"/>
              <a:ext cx="112464" cy="11649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 dirty="0"/>
            </a:p>
          </p:txBody>
        </p:sp>
        <p:sp>
          <p:nvSpPr>
            <p:cNvPr id="758" name="矩形 757">
              <a:extLst>
                <a:ext uri="{FF2B5EF4-FFF2-40B4-BE49-F238E27FC236}">
                  <a16:creationId xmlns:a16="http://schemas.microsoft.com/office/drawing/2014/main" id="{DA5A29D9-38C6-45D0-8A81-795B0076C380}"/>
                </a:ext>
              </a:extLst>
            </p:cNvPr>
            <p:cNvSpPr/>
            <p:nvPr/>
          </p:nvSpPr>
          <p:spPr>
            <a:xfrm>
              <a:off x="6285331" y="1988570"/>
              <a:ext cx="84519" cy="369332"/>
            </a:xfrm>
            <a:prstGeom prst="rect">
              <a:avLst/>
            </a:prstGeom>
            <a:solidFill>
              <a:srgbClr val="EFEFEF"/>
            </a:solidFill>
          </p:spPr>
          <p:txBody>
            <a:bodyPr wrap="square">
              <a:spAutoFit/>
            </a:bodyPr>
            <a:lstStyle/>
            <a:p>
              <a:endParaRPr lang="zh-TW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9" name="文字方塊 758">
                  <a:extLst>
                    <a:ext uri="{FF2B5EF4-FFF2-40B4-BE49-F238E27FC236}">
                      <a16:creationId xmlns:a16="http://schemas.microsoft.com/office/drawing/2014/main" id="{C61E50DE-6E69-4821-8FBD-FA634D35888E}"/>
                    </a:ext>
                  </a:extLst>
                </p:cNvPr>
                <p:cNvSpPr txBox="1"/>
                <p:nvPr/>
              </p:nvSpPr>
              <p:spPr>
                <a:xfrm>
                  <a:off x="4913896" y="2296126"/>
                  <a:ext cx="108296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8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8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59" name="文字方塊 758">
                  <a:extLst>
                    <a:ext uri="{FF2B5EF4-FFF2-40B4-BE49-F238E27FC236}">
                      <a16:creationId xmlns:a16="http://schemas.microsoft.com/office/drawing/2014/main" id="{C61E50DE-6E69-4821-8FBD-FA634D358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3896" y="2296126"/>
                  <a:ext cx="1082966" cy="262829"/>
                </a:xfrm>
                <a:prstGeom prst="rect">
                  <a:avLst/>
                </a:prstGeom>
                <a:blipFill>
                  <a:blip r:embed="rId9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0" name="文字方塊 759">
                  <a:extLst>
                    <a:ext uri="{FF2B5EF4-FFF2-40B4-BE49-F238E27FC236}">
                      <a16:creationId xmlns:a16="http://schemas.microsoft.com/office/drawing/2014/main" id="{9E3E0A03-7A3D-41D9-AC34-15F2E89BC080}"/>
                    </a:ext>
                  </a:extLst>
                </p:cNvPr>
                <p:cNvSpPr txBox="1"/>
                <p:nvPr/>
              </p:nvSpPr>
              <p:spPr>
                <a:xfrm>
                  <a:off x="3772263" y="4336784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60" name="文字方塊 759">
                  <a:extLst>
                    <a:ext uri="{FF2B5EF4-FFF2-40B4-BE49-F238E27FC236}">
                      <a16:creationId xmlns:a16="http://schemas.microsoft.com/office/drawing/2014/main" id="{9E3E0A03-7A3D-41D9-AC34-15F2E89BC0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263" y="4336784"/>
                  <a:ext cx="1100937" cy="262829"/>
                </a:xfrm>
                <a:prstGeom prst="rect">
                  <a:avLst/>
                </a:prstGeom>
                <a:blipFill>
                  <a:blip r:embed="rId47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1" name="文字方塊 760">
                  <a:extLst>
                    <a:ext uri="{FF2B5EF4-FFF2-40B4-BE49-F238E27FC236}">
                      <a16:creationId xmlns:a16="http://schemas.microsoft.com/office/drawing/2014/main" id="{4CEDEC8C-8573-4053-965D-A92D31993790}"/>
                    </a:ext>
                  </a:extLst>
                </p:cNvPr>
                <p:cNvSpPr txBox="1"/>
                <p:nvPr/>
              </p:nvSpPr>
              <p:spPr>
                <a:xfrm>
                  <a:off x="4906294" y="5309642"/>
                  <a:ext cx="1021986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61" name="文字方塊 760">
                  <a:extLst>
                    <a:ext uri="{FF2B5EF4-FFF2-40B4-BE49-F238E27FC236}">
                      <a16:creationId xmlns:a16="http://schemas.microsoft.com/office/drawing/2014/main" id="{4CEDEC8C-8573-4053-965D-A92D31993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6294" y="5309642"/>
                  <a:ext cx="1021986" cy="26282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2" name="文字方塊 761">
                  <a:extLst>
                    <a:ext uri="{FF2B5EF4-FFF2-40B4-BE49-F238E27FC236}">
                      <a16:creationId xmlns:a16="http://schemas.microsoft.com/office/drawing/2014/main" id="{FBCAC022-4E21-4EEB-81A4-4624F9330469}"/>
                    </a:ext>
                  </a:extLst>
                </p:cNvPr>
                <p:cNvSpPr txBox="1"/>
                <p:nvPr/>
              </p:nvSpPr>
              <p:spPr>
                <a:xfrm>
                  <a:off x="3835653" y="3193143"/>
                  <a:ext cx="974158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 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62" name="文字方塊 761">
                  <a:extLst>
                    <a:ext uri="{FF2B5EF4-FFF2-40B4-BE49-F238E27FC236}">
                      <a16:creationId xmlns:a16="http://schemas.microsoft.com/office/drawing/2014/main" id="{FBCAC022-4E21-4EEB-81A4-4624F9330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5653" y="3193143"/>
                  <a:ext cx="974158" cy="262829"/>
                </a:xfrm>
                <a:prstGeom prst="rect">
                  <a:avLst/>
                </a:prstGeom>
                <a:blipFill>
                  <a:blip r:embed="rId48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3" name="文字方塊 762">
                  <a:extLst>
                    <a:ext uri="{FF2B5EF4-FFF2-40B4-BE49-F238E27FC236}">
                      <a16:creationId xmlns:a16="http://schemas.microsoft.com/office/drawing/2014/main" id="{FE67EF50-1B6F-4B9D-82AA-54EE188DA255}"/>
                    </a:ext>
                  </a:extLst>
                </p:cNvPr>
                <p:cNvSpPr txBox="1"/>
                <p:nvPr/>
              </p:nvSpPr>
              <p:spPr>
                <a:xfrm>
                  <a:off x="5919764" y="3198864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63" name="文字方塊 762">
                  <a:extLst>
                    <a:ext uri="{FF2B5EF4-FFF2-40B4-BE49-F238E27FC236}">
                      <a16:creationId xmlns:a16="http://schemas.microsoft.com/office/drawing/2014/main" id="{FE67EF50-1B6F-4B9D-82AA-54EE188DA2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9764" y="3198864"/>
                  <a:ext cx="1100937" cy="262829"/>
                </a:xfrm>
                <a:prstGeom prst="rect">
                  <a:avLst/>
                </a:prstGeom>
                <a:blipFill>
                  <a:blip r:embed="rId49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4" name="文字方塊 763">
                  <a:extLst>
                    <a:ext uri="{FF2B5EF4-FFF2-40B4-BE49-F238E27FC236}">
                      <a16:creationId xmlns:a16="http://schemas.microsoft.com/office/drawing/2014/main" id="{25F532CB-44F0-4E2A-9E32-299EBB5F7F1A}"/>
                    </a:ext>
                  </a:extLst>
                </p:cNvPr>
                <p:cNvSpPr txBox="1"/>
                <p:nvPr/>
              </p:nvSpPr>
              <p:spPr>
                <a:xfrm>
                  <a:off x="5919764" y="4338092"/>
                  <a:ext cx="1100937" cy="2628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8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8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8" dirty="0"/>
                </a:p>
              </p:txBody>
            </p:sp>
          </mc:Choice>
          <mc:Fallback>
            <p:sp>
              <p:nvSpPr>
                <p:cNvPr id="764" name="文字方塊 763">
                  <a:extLst>
                    <a:ext uri="{FF2B5EF4-FFF2-40B4-BE49-F238E27FC236}">
                      <a16:creationId xmlns:a16="http://schemas.microsoft.com/office/drawing/2014/main" id="{25F532CB-44F0-4E2A-9E32-299EBB5F7F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9764" y="4338092"/>
                  <a:ext cx="1100937" cy="262829"/>
                </a:xfrm>
                <a:prstGeom prst="rect">
                  <a:avLst/>
                </a:prstGeom>
                <a:blipFill>
                  <a:blip r:embed="rId50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65" name="圖片 764">
              <a:extLst>
                <a:ext uri="{FF2B5EF4-FFF2-40B4-BE49-F238E27FC236}">
                  <a16:creationId xmlns:a16="http://schemas.microsoft.com/office/drawing/2014/main" id="{59C3F1FE-DCB8-4583-8EED-3DC11DED44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/>
            <a:srcRect l="10337" t="20546" r="9330" b="19264"/>
            <a:stretch/>
          </p:blipFill>
          <p:spPr>
            <a:xfrm>
              <a:off x="6196013" y="1821216"/>
              <a:ext cx="547687" cy="129029"/>
            </a:xfrm>
            <a:prstGeom prst="rect">
              <a:avLst/>
            </a:prstGeom>
          </p:spPr>
        </p:pic>
        <p:pic>
          <p:nvPicPr>
            <p:cNvPr id="766" name="圖片 765">
              <a:extLst>
                <a:ext uri="{FF2B5EF4-FFF2-40B4-BE49-F238E27FC236}">
                  <a16:creationId xmlns:a16="http://schemas.microsoft.com/office/drawing/2014/main" id="{784CDA99-0BC0-4E6A-8DA6-29E2035FD3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5670"/>
            <a:stretch/>
          </p:blipFill>
          <p:spPr>
            <a:xfrm>
              <a:off x="6053554" y="3489670"/>
              <a:ext cx="842170" cy="832474"/>
            </a:xfrm>
            <a:prstGeom prst="rect">
              <a:avLst/>
            </a:prstGeom>
          </p:spPr>
        </p:pic>
        <p:pic>
          <p:nvPicPr>
            <p:cNvPr id="767" name="圖片 766">
              <a:extLst>
                <a:ext uri="{FF2B5EF4-FFF2-40B4-BE49-F238E27FC236}">
                  <a16:creationId xmlns:a16="http://schemas.microsoft.com/office/drawing/2014/main" id="{90D75AF1-8282-4190-B04D-6C37074C9F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9572"/>
            <a:stretch/>
          </p:blipFill>
          <p:spPr>
            <a:xfrm>
              <a:off x="3887019" y="3489332"/>
              <a:ext cx="874610" cy="849127"/>
            </a:xfrm>
            <a:prstGeom prst="rect">
              <a:avLst/>
            </a:prstGeom>
          </p:spPr>
        </p:pic>
        <p:pic>
          <p:nvPicPr>
            <p:cNvPr id="768" name="圖片 767">
              <a:extLst>
                <a:ext uri="{FF2B5EF4-FFF2-40B4-BE49-F238E27FC236}">
                  <a16:creationId xmlns:a16="http://schemas.microsoft.com/office/drawing/2014/main" id="{B7BBBC34-A0C2-4B29-9414-552F57CA54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112"/>
            <a:stretch/>
          </p:blipFill>
          <p:spPr>
            <a:xfrm>
              <a:off x="6032501" y="2378082"/>
              <a:ext cx="865248" cy="849127"/>
            </a:xfrm>
            <a:prstGeom prst="rect">
              <a:avLst/>
            </a:prstGeom>
          </p:spPr>
        </p:pic>
        <p:cxnSp>
          <p:nvCxnSpPr>
            <p:cNvPr id="769" name="直線接點 768">
              <a:extLst>
                <a:ext uri="{FF2B5EF4-FFF2-40B4-BE49-F238E27FC236}">
                  <a16:creationId xmlns:a16="http://schemas.microsoft.com/office/drawing/2014/main" id="{FF51D331-C167-4A9D-A51C-B9944EE9C8E0}"/>
                </a:ext>
              </a:extLst>
            </p:cNvPr>
            <p:cNvCxnSpPr>
              <a:cxnSpLocks/>
            </p:cNvCxnSpPr>
            <p:nvPr/>
          </p:nvCxnSpPr>
          <p:spPr>
            <a:xfrm>
              <a:off x="5708650" y="3708400"/>
              <a:ext cx="342900" cy="479524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0" name="直線接點 769">
              <a:extLst>
                <a:ext uri="{FF2B5EF4-FFF2-40B4-BE49-F238E27FC236}">
                  <a16:creationId xmlns:a16="http://schemas.microsoft.com/office/drawing/2014/main" id="{FE0A92F3-E240-4E49-923D-098A550DF130}"/>
                </a:ext>
              </a:extLst>
            </p:cNvPr>
            <p:cNvCxnSpPr>
              <a:cxnSpLocks/>
            </p:cNvCxnSpPr>
            <p:nvPr/>
          </p:nvCxnSpPr>
          <p:spPr>
            <a:xfrm>
              <a:off x="4756157" y="2665655"/>
              <a:ext cx="398272" cy="569045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1" name="直線接點 770">
              <a:extLst>
                <a:ext uri="{FF2B5EF4-FFF2-40B4-BE49-F238E27FC236}">
                  <a16:creationId xmlns:a16="http://schemas.microsoft.com/office/drawing/2014/main" id="{C3FF1E97-B1ED-4C05-9E5F-FB3854D95B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7100" y="3478638"/>
              <a:ext cx="140201" cy="325019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2" name="直線接點 771">
              <a:extLst>
                <a:ext uri="{FF2B5EF4-FFF2-40B4-BE49-F238E27FC236}">
                  <a16:creationId xmlns:a16="http://schemas.microsoft.com/office/drawing/2014/main" id="{119B1D12-0496-465A-AF0D-076AD7453C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9482" y="3158393"/>
              <a:ext cx="104776" cy="222982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DABEEFF-A8F6-48F6-82EE-47ECB5955107}"/>
              </a:ext>
            </a:extLst>
          </p:cNvPr>
          <p:cNvSpPr/>
          <p:nvPr/>
        </p:nvSpPr>
        <p:spPr>
          <a:xfrm>
            <a:off x="6227097" y="-940558"/>
            <a:ext cx="2872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allcase_totalBXtransition.pdf</a:t>
            </a:r>
          </a:p>
        </p:txBody>
      </p:sp>
    </p:spTree>
    <p:extLst>
      <p:ext uri="{BB962C8B-B14F-4D97-AF65-F5344CB8AC3E}">
        <p14:creationId xmlns:p14="http://schemas.microsoft.com/office/powerpoint/2010/main" val="268454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1525</TotalTime>
  <Words>239</Words>
  <Application>Microsoft Office PowerPoint</Application>
  <PresentationFormat>自訂</PresentationFormat>
  <Paragraphs>146</Paragraphs>
  <Slides>5</Slides>
  <Notes>0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63</cp:revision>
  <dcterms:created xsi:type="dcterms:W3CDTF">2026-04-28T04:34:15Z</dcterms:created>
  <dcterms:modified xsi:type="dcterms:W3CDTF">2026-07-01T10:22:19Z</dcterms:modified>
</cp:coreProperties>
</file>