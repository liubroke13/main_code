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69" r:id="rId3"/>
    <p:sldId id="270" r:id="rId4"/>
    <p:sldId id="271" r:id="rId5"/>
    <p:sldId id="272" r:id="rId6"/>
    <p:sldId id="273" r:id="rId7"/>
    <p:sldId id="274" r:id="rId8"/>
  </p:sldIdLst>
  <p:sldSz cx="14760575" cy="66595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36" autoAdjust="0"/>
    <p:restoredTop sz="94571" autoAdjust="0"/>
  </p:normalViewPr>
  <p:slideViewPr>
    <p:cSldViewPr snapToGrid="0">
      <p:cViewPr varScale="1">
        <p:scale>
          <a:sx n="57" d="100"/>
          <a:sy n="57" d="100"/>
        </p:scale>
        <p:origin x="9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45072" y="1089887"/>
            <a:ext cx="11070431" cy="2318515"/>
          </a:xfrm>
        </p:spPr>
        <p:txBody>
          <a:bodyPr anchor="b"/>
          <a:lstStyle>
            <a:lvl1pPr algn="ctr">
              <a:defRPr sz="582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45072" y="3497813"/>
            <a:ext cx="11070431" cy="1607852"/>
          </a:xfrm>
        </p:spPr>
        <p:txBody>
          <a:bodyPr/>
          <a:lstStyle>
            <a:lvl1pPr marL="0" indent="0" algn="ctr">
              <a:buNone/>
              <a:defRPr sz="2331"/>
            </a:lvl1pPr>
            <a:lvl2pPr marL="443987" indent="0" algn="ctr">
              <a:buNone/>
              <a:defRPr sz="1942"/>
            </a:lvl2pPr>
            <a:lvl3pPr marL="887974" indent="0" algn="ctr">
              <a:buNone/>
              <a:defRPr sz="1748"/>
            </a:lvl3pPr>
            <a:lvl4pPr marL="1331961" indent="0" algn="ctr">
              <a:buNone/>
              <a:defRPr sz="1554"/>
            </a:lvl4pPr>
            <a:lvl5pPr marL="1775948" indent="0" algn="ctr">
              <a:buNone/>
              <a:defRPr sz="1554"/>
            </a:lvl5pPr>
            <a:lvl6pPr marL="2219935" indent="0" algn="ctr">
              <a:buNone/>
              <a:defRPr sz="1554"/>
            </a:lvl6pPr>
            <a:lvl7pPr marL="2663922" indent="0" algn="ctr">
              <a:buNone/>
              <a:defRPr sz="1554"/>
            </a:lvl7pPr>
            <a:lvl8pPr marL="3107908" indent="0" algn="ctr">
              <a:buNone/>
              <a:defRPr sz="1554"/>
            </a:lvl8pPr>
            <a:lvl9pPr marL="3551895" indent="0" algn="ctr">
              <a:buNone/>
              <a:defRPr sz="1554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8499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7182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102" y="1660267"/>
            <a:ext cx="12730996" cy="2770193"/>
          </a:xfrm>
        </p:spPr>
        <p:txBody>
          <a:bodyPr anchor="b"/>
          <a:lstStyle>
            <a:lvl1pPr>
              <a:defRPr sz="582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102" y="4456667"/>
            <a:ext cx="12730996" cy="1456779"/>
          </a:xfrm>
        </p:spPr>
        <p:txBody>
          <a:bodyPr/>
          <a:lstStyle>
            <a:lvl1pPr marL="0" indent="0">
              <a:buNone/>
              <a:defRPr sz="2331">
                <a:solidFill>
                  <a:schemeClr val="tx1">
                    <a:tint val="75000"/>
                  </a:schemeClr>
                </a:solidFill>
              </a:defRPr>
            </a:lvl1pPr>
            <a:lvl2pPr marL="443987" indent="0">
              <a:buNone/>
              <a:defRPr sz="1942">
                <a:solidFill>
                  <a:schemeClr val="tx1">
                    <a:tint val="75000"/>
                  </a:schemeClr>
                </a:solidFill>
              </a:defRPr>
            </a:lvl2pPr>
            <a:lvl3pPr marL="887974" indent="0">
              <a:buNone/>
              <a:defRPr sz="1748">
                <a:solidFill>
                  <a:schemeClr val="tx1">
                    <a:tint val="75000"/>
                  </a:schemeClr>
                </a:solidFill>
              </a:defRPr>
            </a:lvl3pPr>
            <a:lvl4pPr marL="1331961" indent="0">
              <a:buNone/>
              <a:defRPr sz="1554">
                <a:solidFill>
                  <a:schemeClr val="tx1">
                    <a:tint val="75000"/>
                  </a:schemeClr>
                </a:solidFill>
              </a:defRPr>
            </a:lvl4pPr>
            <a:lvl5pPr marL="1775948" indent="0">
              <a:buNone/>
              <a:defRPr sz="1554">
                <a:solidFill>
                  <a:schemeClr val="tx1">
                    <a:tint val="75000"/>
                  </a:schemeClr>
                </a:solidFill>
              </a:defRPr>
            </a:lvl5pPr>
            <a:lvl6pPr marL="2219935" indent="0">
              <a:buNone/>
              <a:defRPr sz="1554">
                <a:solidFill>
                  <a:schemeClr val="tx1">
                    <a:tint val="75000"/>
                  </a:schemeClr>
                </a:solidFill>
              </a:defRPr>
            </a:lvl6pPr>
            <a:lvl7pPr marL="2663922" indent="0">
              <a:buNone/>
              <a:defRPr sz="1554">
                <a:solidFill>
                  <a:schemeClr val="tx1">
                    <a:tint val="75000"/>
                  </a:schemeClr>
                </a:solidFill>
              </a:defRPr>
            </a:lvl7pPr>
            <a:lvl8pPr marL="3107908" indent="0">
              <a:buNone/>
              <a:defRPr sz="1554">
                <a:solidFill>
                  <a:schemeClr val="tx1">
                    <a:tint val="75000"/>
                  </a:schemeClr>
                </a:solidFill>
              </a:defRPr>
            </a:lvl8pPr>
            <a:lvl9pPr marL="3551895" indent="0">
              <a:buNone/>
              <a:defRPr sz="155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1921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4790" y="1772800"/>
            <a:ext cx="6273244" cy="422543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72541" y="1772800"/>
            <a:ext cx="6273244" cy="422543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5321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712" y="354560"/>
            <a:ext cx="12730996" cy="128720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712" y="1632518"/>
            <a:ext cx="6244415" cy="800072"/>
          </a:xfrm>
        </p:spPr>
        <p:txBody>
          <a:bodyPr anchor="b"/>
          <a:lstStyle>
            <a:lvl1pPr marL="0" indent="0">
              <a:buNone/>
              <a:defRPr sz="2331" b="1"/>
            </a:lvl1pPr>
            <a:lvl2pPr marL="443987" indent="0">
              <a:buNone/>
              <a:defRPr sz="1942" b="1"/>
            </a:lvl2pPr>
            <a:lvl3pPr marL="887974" indent="0">
              <a:buNone/>
              <a:defRPr sz="1748" b="1"/>
            </a:lvl3pPr>
            <a:lvl4pPr marL="1331961" indent="0">
              <a:buNone/>
              <a:defRPr sz="1554" b="1"/>
            </a:lvl4pPr>
            <a:lvl5pPr marL="1775948" indent="0">
              <a:buNone/>
              <a:defRPr sz="1554" b="1"/>
            </a:lvl5pPr>
            <a:lvl6pPr marL="2219935" indent="0">
              <a:buNone/>
              <a:defRPr sz="1554" b="1"/>
            </a:lvl6pPr>
            <a:lvl7pPr marL="2663922" indent="0">
              <a:buNone/>
              <a:defRPr sz="1554" b="1"/>
            </a:lvl7pPr>
            <a:lvl8pPr marL="3107908" indent="0">
              <a:buNone/>
              <a:defRPr sz="1554" b="1"/>
            </a:lvl8pPr>
            <a:lvl9pPr marL="3551895" indent="0">
              <a:buNone/>
              <a:defRPr sz="1554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6712" y="2432590"/>
            <a:ext cx="6244415" cy="357797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72541" y="1632518"/>
            <a:ext cx="6275167" cy="800072"/>
          </a:xfrm>
        </p:spPr>
        <p:txBody>
          <a:bodyPr anchor="b"/>
          <a:lstStyle>
            <a:lvl1pPr marL="0" indent="0">
              <a:buNone/>
              <a:defRPr sz="2331" b="1"/>
            </a:lvl1pPr>
            <a:lvl2pPr marL="443987" indent="0">
              <a:buNone/>
              <a:defRPr sz="1942" b="1"/>
            </a:lvl2pPr>
            <a:lvl3pPr marL="887974" indent="0">
              <a:buNone/>
              <a:defRPr sz="1748" b="1"/>
            </a:lvl3pPr>
            <a:lvl4pPr marL="1331961" indent="0">
              <a:buNone/>
              <a:defRPr sz="1554" b="1"/>
            </a:lvl4pPr>
            <a:lvl5pPr marL="1775948" indent="0">
              <a:buNone/>
              <a:defRPr sz="1554" b="1"/>
            </a:lvl5pPr>
            <a:lvl6pPr marL="2219935" indent="0">
              <a:buNone/>
              <a:defRPr sz="1554" b="1"/>
            </a:lvl6pPr>
            <a:lvl7pPr marL="2663922" indent="0">
              <a:buNone/>
              <a:defRPr sz="1554" b="1"/>
            </a:lvl7pPr>
            <a:lvl8pPr marL="3107908" indent="0">
              <a:buNone/>
              <a:defRPr sz="1554" b="1"/>
            </a:lvl8pPr>
            <a:lvl9pPr marL="3551895" indent="0">
              <a:buNone/>
              <a:defRPr sz="1554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72541" y="2432590"/>
            <a:ext cx="6275167" cy="357797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337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9508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2478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713" y="443971"/>
            <a:ext cx="4760669" cy="1553898"/>
          </a:xfrm>
        </p:spPr>
        <p:txBody>
          <a:bodyPr anchor="b"/>
          <a:lstStyle>
            <a:lvl1pPr>
              <a:defRPr sz="3108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5167" y="958854"/>
            <a:ext cx="7472541" cy="4732606"/>
          </a:xfrm>
        </p:spPr>
        <p:txBody>
          <a:bodyPr/>
          <a:lstStyle>
            <a:lvl1pPr>
              <a:defRPr sz="3108"/>
            </a:lvl1pPr>
            <a:lvl2pPr>
              <a:defRPr sz="2719"/>
            </a:lvl2pPr>
            <a:lvl3pPr>
              <a:defRPr sz="2331"/>
            </a:lvl3pPr>
            <a:lvl4pPr>
              <a:defRPr sz="1942"/>
            </a:lvl4pPr>
            <a:lvl5pPr>
              <a:defRPr sz="1942"/>
            </a:lvl5pPr>
            <a:lvl6pPr>
              <a:defRPr sz="1942"/>
            </a:lvl6pPr>
            <a:lvl7pPr>
              <a:defRPr sz="1942"/>
            </a:lvl7pPr>
            <a:lvl8pPr>
              <a:defRPr sz="1942"/>
            </a:lvl8pPr>
            <a:lvl9pPr>
              <a:defRPr sz="1942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713" y="1997869"/>
            <a:ext cx="4760669" cy="3701299"/>
          </a:xfrm>
        </p:spPr>
        <p:txBody>
          <a:bodyPr/>
          <a:lstStyle>
            <a:lvl1pPr marL="0" indent="0">
              <a:buNone/>
              <a:defRPr sz="1554"/>
            </a:lvl1pPr>
            <a:lvl2pPr marL="443987" indent="0">
              <a:buNone/>
              <a:defRPr sz="1360"/>
            </a:lvl2pPr>
            <a:lvl3pPr marL="887974" indent="0">
              <a:buNone/>
              <a:defRPr sz="1165"/>
            </a:lvl3pPr>
            <a:lvl4pPr marL="1331961" indent="0">
              <a:buNone/>
              <a:defRPr sz="971"/>
            </a:lvl4pPr>
            <a:lvl5pPr marL="1775948" indent="0">
              <a:buNone/>
              <a:defRPr sz="971"/>
            </a:lvl5pPr>
            <a:lvl6pPr marL="2219935" indent="0">
              <a:buNone/>
              <a:defRPr sz="971"/>
            </a:lvl6pPr>
            <a:lvl7pPr marL="2663922" indent="0">
              <a:buNone/>
              <a:defRPr sz="971"/>
            </a:lvl7pPr>
            <a:lvl8pPr marL="3107908" indent="0">
              <a:buNone/>
              <a:defRPr sz="971"/>
            </a:lvl8pPr>
            <a:lvl9pPr marL="3551895" indent="0">
              <a:buNone/>
              <a:defRPr sz="97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87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713" y="443971"/>
            <a:ext cx="4760669" cy="1553898"/>
          </a:xfrm>
        </p:spPr>
        <p:txBody>
          <a:bodyPr anchor="b"/>
          <a:lstStyle>
            <a:lvl1pPr>
              <a:defRPr sz="3108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75167" y="958854"/>
            <a:ext cx="7472541" cy="4732606"/>
          </a:xfrm>
        </p:spPr>
        <p:txBody>
          <a:bodyPr anchor="t"/>
          <a:lstStyle>
            <a:lvl1pPr marL="0" indent="0">
              <a:buNone/>
              <a:defRPr sz="3108"/>
            </a:lvl1pPr>
            <a:lvl2pPr marL="443987" indent="0">
              <a:buNone/>
              <a:defRPr sz="2719"/>
            </a:lvl2pPr>
            <a:lvl3pPr marL="887974" indent="0">
              <a:buNone/>
              <a:defRPr sz="2331"/>
            </a:lvl3pPr>
            <a:lvl4pPr marL="1331961" indent="0">
              <a:buNone/>
              <a:defRPr sz="1942"/>
            </a:lvl4pPr>
            <a:lvl5pPr marL="1775948" indent="0">
              <a:buNone/>
              <a:defRPr sz="1942"/>
            </a:lvl5pPr>
            <a:lvl6pPr marL="2219935" indent="0">
              <a:buNone/>
              <a:defRPr sz="1942"/>
            </a:lvl6pPr>
            <a:lvl7pPr marL="2663922" indent="0">
              <a:buNone/>
              <a:defRPr sz="1942"/>
            </a:lvl7pPr>
            <a:lvl8pPr marL="3107908" indent="0">
              <a:buNone/>
              <a:defRPr sz="1942"/>
            </a:lvl8pPr>
            <a:lvl9pPr marL="3551895" indent="0">
              <a:buNone/>
              <a:defRPr sz="1942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713" y="1997869"/>
            <a:ext cx="4760669" cy="3701299"/>
          </a:xfrm>
        </p:spPr>
        <p:txBody>
          <a:bodyPr/>
          <a:lstStyle>
            <a:lvl1pPr marL="0" indent="0">
              <a:buNone/>
              <a:defRPr sz="1554"/>
            </a:lvl1pPr>
            <a:lvl2pPr marL="443987" indent="0">
              <a:buNone/>
              <a:defRPr sz="1360"/>
            </a:lvl2pPr>
            <a:lvl3pPr marL="887974" indent="0">
              <a:buNone/>
              <a:defRPr sz="1165"/>
            </a:lvl3pPr>
            <a:lvl4pPr marL="1331961" indent="0">
              <a:buNone/>
              <a:defRPr sz="971"/>
            </a:lvl4pPr>
            <a:lvl5pPr marL="1775948" indent="0">
              <a:buNone/>
              <a:defRPr sz="971"/>
            </a:lvl5pPr>
            <a:lvl6pPr marL="2219935" indent="0">
              <a:buNone/>
              <a:defRPr sz="971"/>
            </a:lvl6pPr>
            <a:lvl7pPr marL="2663922" indent="0">
              <a:buNone/>
              <a:defRPr sz="971"/>
            </a:lvl7pPr>
            <a:lvl8pPr marL="3107908" indent="0">
              <a:buNone/>
              <a:defRPr sz="971"/>
            </a:lvl8pPr>
            <a:lvl9pPr marL="3551895" indent="0">
              <a:buNone/>
              <a:defRPr sz="97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5805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2633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563036" y="354560"/>
            <a:ext cx="3182749" cy="564367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4789" y="354560"/>
            <a:ext cx="9363740" cy="564367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6785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4790" y="354560"/>
            <a:ext cx="12730996" cy="1287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4790" y="1772800"/>
            <a:ext cx="12730996" cy="42254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14790" y="6172429"/>
            <a:ext cx="3321129" cy="3545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44D4F-D6DB-48D1-8C0A-431A4767C007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9441" y="6172429"/>
            <a:ext cx="4981694" cy="3545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24656" y="6172429"/>
            <a:ext cx="3321129" cy="3545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048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887974" rtl="0" eaLnBrk="1" latinLnBrk="0" hangingPunct="1">
        <a:lnSpc>
          <a:spcPct val="90000"/>
        </a:lnSpc>
        <a:spcBef>
          <a:spcPct val="0"/>
        </a:spcBef>
        <a:buNone/>
        <a:defRPr sz="42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1993" indent="-221993" algn="l" defTabSz="887974" rtl="0" eaLnBrk="1" latinLnBrk="0" hangingPunct="1">
        <a:lnSpc>
          <a:spcPct val="90000"/>
        </a:lnSpc>
        <a:spcBef>
          <a:spcPts val="971"/>
        </a:spcBef>
        <a:buFont typeface="Arial" panose="020B0604020202020204" pitchFamily="34" charset="0"/>
        <a:buChar char="•"/>
        <a:defRPr sz="2719" kern="1200">
          <a:solidFill>
            <a:schemeClr val="tx1"/>
          </a:solidFill>
          <a:latin typeface="+mn-lt"/>
          <a:ea typeface="+mn-ea"/>
          <a:cs typeface="+mn-cs"/>
        </a:defRPr>
      </a:lvl1pPr>
      <a:lvl2pPr marL="665980" indent="-221993" algn="l" defTabSz="887974" rtl="0" eaLnBrk="1" latinLnBrk="0" hangingPunct="1">
        <a:lnSpc>
          <a:spcPct val="90000"/>
        </a:lnSpc>
        <a:spcBef>
          <a:spcPts val="486"/>
        </a:spcBef>
        <a:buFont typeface="Arial" panose="020B0604020202020204" pitchFamily="34" charset="0"/>
        <a:buChar char="•"/>
        <a:defRPr sz="2331" kern="1200">
          <a:solidFill>
            <a:schemeClr val="tx1"/>
          </a:solidFill>
          <a:latin typeface="+mn-lt"/>
          <a:ea typeface="+mn-ea"/>
          <a:cs typeface="+mn-cs"/>
        </a:defRPr>
      </a:lvl2pPr>
      <a:lvl3pPr marL="1109967" indent="-221993" algn="l" defTabSz="887974" rtl="0" eaLnBrk="1" latinLnBrk="0" hangingPunct="1">
        <a:lnSpc>
          <a:spcPct val="90000"/>
        </a:lnSpc>
        <a:spcBef>
          <a:spcPts val="486"/>
        </a:spcBef>
        <a:buFont typeface="Arial" panose="020B0604020202020204" pitchFamily="34" charset="0"/>
        <a:buChar char="•"/>
        <a:defRPr sz="1942" kern="1200">
          <a:solidFill>
            <a:schemeClr val="tx1"/>
          </a:solidFill>
          <a:latin typeface="+mn-lt"/>
          <a:ea typeface="+mn-ea"/>
          <a:cs typeface="+mn-cs"/>
        </a:defRPr>
      </a:lvl3pPr>
      <a:lvl4pPr marL="1553954" indent="-221993" algn="l" defTabSz="887974" rtl="0" eaLnBrk="1" latinLnBrk="0" hangingPunct="1">
        <a:lnSpc>
          <a:spcPct val="90000"/>
        </a:lnSpc>
        <a:spcBef>
          <a:spcPts val="486"/>
        </a:spcBef>
        <a:buFont typeface="Arial" panose="020B0604020202020204" pitchFamily="34" charset="0"/>
        <a:buChar char="•"/>
        <a:defRPr sz="1748" kern="1200">
          <a:solidFill>
            <a:schemeClr val="tx1"/>
          </a:solidFill>
          <a:latin typeface="+mn-lt"/>
          <a:ea typeface="+mn-ea"/>
          <a:cs typeface="+mn-cs"/>
        </a:defRPr>
      </a:lvl4pPr>
      <a:lvl5pPr marL="1997941" indent="-221993" algn="l" defTabSz="887974" rtl="0" eaLnBrk="1" latinLnBrk="0" hangingPunct="1">
        <a:lnSpc>
          <a:spcPct val="90000"/>
        </a:lnSpc>
        <a:spcBef>
          <a:spcPts val="486"/>
        </a:spcBef>
        <a:buFont typeface="Arial" panose="020B0604020202020204" pitchFamily="34" charset="0"/>
        <a:buChar char="•"/>
        <a:defRPr sz="1748" kern="1200">
          <a:solidFill>
            <a:schemeClr val="tx1"/>
          </a:solidFill>
          <a:latin typeface="+mn-lt"/>
          <a:ea typeface="+mn-ea"/>
          <a:cs typeface="+mn-cs"/>
        </a:defRPr>
      </a:lvl5pPr>
      <a:lvl6pPr marL="2441928" indent="-221993" algn="l" defTabSz="887974" rtl="0" eaLnBrk="1" latinLnBrk="0" hangingPunct="1">
        <a:lnSpc>
          <a:spcPct val="90000"/>
        </a:lnSpc>
        <a:spcBef>
          <a:spcPts val="486"/>
        </a:spcBef>
        <a:buFont typeface="Arial" panose="020B0604020202020204" pitchFamily="34" charset="0"/>
        <a:buChar char="•"/>
        <a:defRPr sz="1748" kern="1200">
          <a:solidFill>
            <a:schemeClr val="tx1"/>
          </a:solidFill>
          <a:latin typeface="+mn-lt"/>
          <a:ea typeface="+mn-ea"/>
          <a:cs typeface="+mn-cs"/>
        </a:defRPr>
      </a:lvl6pPr>
      <a:lvl7pPr marL="2885915" indent="-221993" algn="l" defTabSz="887974" rtl="0" eaLnBrk="1" latinLnBrk="0" hangingPunct="1">
        <a:lnSpc>
          <a:spcPct val="90000"/>
        </a:lnSpc>
        <a:spcBef>
          <a:spcPts val="486"/>
        </a:spcBef>
        <a:buFont typeface="Arial" panose="020B0604020202020204" pitchFamily="34" charset="0"/>
        <a:buChar char="•"/>
        <a:defRPr sz="1748" kern="1200">
          <a:solidFill>
            <a:schemeClr val="tx1"/>
          </a:solidFill>
          <a:latin typeface="+mn-lt"/>
          <a:ea typeface="+mn-ea"/>
          <a:cs typeface="+mn-cs"/>
        </a:defRPr>
      </a:lvl7pPr>
      <a:lvl8pPr marL="3329902" indent="-221993" algn="l" defTabSz="887974" rtl="0" eaLnBrk="1" latinLnBrk="0" hangingPunct="1">
        <a:lnSpc>
          <a:spcPct val="90000"/>
        </a:lnSpc>
        <a:spcBef>
          <a:spcPts val="486"/>
        </a:spcBef>
        <a:buFont typeface="Arial" panose="020B0604020202020204" pitchFamily="34" charset="0"/>
        <a:buChar char="•"/>
        <a:defRPr sz="1748" kern="1200">
          <a:solidFill>
            <a:schemeClr val="tx1"/>
          </a:solidFill>
          <a:latin typeface="+mn-lt"/>
          <a:ea typeface="+mn-ea"/>
          <a:cs typeface="+mn-cs"/>
        </a:defRPr>
      </a:lvl8pPr>
      <a:lvl9pPr marL="3773889" indent="-221993" algn="l" defTabSz="887974" rtl="0" eaLnBrk="1" latinLnBrk="0" hangingPunct="1">
        <a:lnSpc>
          <a:spcPct val="90000"/>
        </a:lnSpc>
        <a:spcBef>
          <a:spcPts val="486"/>
        </a:spcBef>
        <a:buFont typeface="Arial" panose="020B0604020202020204" pitchFamily="34" charset="0"/>
        <a:buChar char="•"/>
        <a:defRPr sz="174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7974" rtl="0" eaLnBrk="1" latinLnBrk="0" hangingPunct="1">
        <a:defRPr sz="1748" kern="1200">
          <a:solidFill>
            <a:schemeClr val="tx1"/>
          </a:solidFill>
          <a:latin typeface="+mn-lt"/>
          <a:ea typeface="+mn-ea"/>
          <a:cs typeface="+mn-cs"/>
        </a:defRPr>
      </a:lvl1pPr>
      <a:lvl2pPr marL="443987" algn="l" defTabSz="887974" rtl="0" eaLnBrk="1" latinLnBrk="0" hangingPunct="1">
        <a:defRPr sz="1748" kern="1200">
          <a:solidFill>
            <a:schemeClr val="tx1"/>
          </a:solidFill>
          <a:latin typeface="+mn-lt"/>
          <a:ea typeface="+mn-ea"/>
          <a:cs typeface="+mn-cs"/>
        </a:defRPr>
      </a:lvl2pPr>
      <a:lvl3pPr marL="887974" algn="l" defTabSz="887974" rtl="0" eaLnBrk="1" latinLnBrk="0" hangingPunct="1">
        <a:defRPr sz="1748" kern="1200">
          <a:solidFill>
            <a:schemeClr val="tx1"/>
          </a:solidFill>
          <a:latin typeface="+mn-lt"/>
          <a:ea typeface="+mn-ea"/>
          <a:cs typeface="+mn-cs"/>
        </a:defRPr>
      </a:lvl3pPr>
      <a:lvl4pPr marL="1331961" algn="l" defTabSz="887974" rtl="0" eaLnBrk="1" latinLnBrk="0" hangingPunct="1">
        <a:defRPr sz="1748" kern="1200">
          <a:solidFill>
            <a:schemeClr val="tx1"/>
          </a:solidFill>
          <a:latin typeface="+mn-lt"/>
          <a:ea typeface="+mn-ea"/>
          <a:cs typeface="+mn-cs"/>
        </a:defRPr>
      </a:lvl4pPr>
      <a:lvl5pPr marL="1775948" algn="l" defTabSz="887974" rtl="0" eaLnBrk="1" latinLnBrk="0" hangingPunct="1">
        <a:defRPr sz="1748" kern="1200">
          <a:solidFill>
            <a:schemeClr val="tx1"/>
          </a:solidFill>
          <a:latin typeface="+mn-lt"/>
          <a:ea typeface="+mn-ea"/>
          <a:cs typeface="+mn-cs"/>
        </a:defRPr>
      </a:lvl5pPr>
      <a:lvl6pPr marL="2219935" algn="l" defTabSz="887974" rtl="0" eaLnBrk="1" latinLnBrk="0" hangingPunct="1">
        <a:defRPr sz="1748" kern="1200">
          <a:solidFill>
            <a:schemeClr val="tx1"/>
          </a:solidFill>
          <a:latin typeface="+mn-lt"/>
          <a:ea typeface="+mn-ea"/>
          <a:cs typeface="+mn-cs"/>
        </a:defRPr>
      </a:lvl6pPr>
      <a:lvl7pPr marL="2663922" algn="l" defTabSz="887974" rtl="0" eaLnBrk="1" latinLnBrk="0" hangingPunct="1">
        <a:defRPr sz="1748" kern="1200">
          <a:solidFill>
            <a:schemeClr val="tx1"/>
          </a:solidFill>
          <a:latin typeface="+mn-lt"/>
          <a:ea typeface="+mn-ea"/>
          <a:cs typeface="+mn-cs"/>
        </a:defRPr>
      </a:lvl7pPr>
      <a:lvl8pPr marL="3107908" algn="l" defTabSz="887974" rtl="0" eaLnBrk="1" latinLnBrk="0" hangingPunct="1">
        <a:defRPr sz="1748" kern="1200">
          <a:solidFill>
            <a:schemeClr val="tx1"/>
          </a:solidFill>
          <a:latin typeface="+mn-lt"/>
          <a:ea typeface="+mn-ea"/>
          <a:cs typeface="+mn-cs"/>
        </a:defRPr>
      </a:lvl8pPr>
      <a:lvl9pPr marL="3551895" algn="l" defTabSz="887974" rtl="0" eaLnBrk="1" latinLnBrk="0" hangingPunct="1">
        <a:defRPr sz="17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1.png"/><Relationship Id="rId3" Type="http://schemas.openxmlformats.org/officeDocument/2006/relationships/image" Target="../media/image27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29.png"/><Relationship Id="rId25" Type="http://schemas.openxmlformats.org/officeDocument/2006/relationships/image" Target="../media/image25.png"/><Relationship Id="rId2" Type="http://schemas.openxmlformats.org/officeDocument/2006/relationships/image" Target="../media/image26.png"/><Relationship Id="rId16" Type="http://schemas.openxmlformats.org/officeDocument/2006/relationships/image" Target="../media/image28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4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33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1.png"/><Relationship Id="rId2" Type="http://schemas.openxmlformats.org/officeDocument/2006/relationships/image" Target="../media/image31.png"/><Relationship Id="rId16" Type="http://schemas.openxmlformats.org/officeDocument/2006/relationships/image" Target="../media/image29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5.png"/><Relationship Id="rId5" Type="http://schemas.openxmlformats.org/officeDocument/2006/relationships/image" Target="../media/image5.png"/><Relationship Id="rId15" Type="http://schemas.openxmlformats.org/officeDocument/2006/relationships/image" Target="../media/image32.png"/><Relationship Id="rId23" Type="http://schemas.openxmlformats.org/officeDocument/2006/relationships/image" Target="../media/image24.png"/><Relationship Id="rId28" Type="http://schemas.openxmlformats.org/officeDocument/2006/relationships/image" Target="../media/image3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3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37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1.png"/><Relationship Id="rId2" Type="http://schemas.openxmlformats.org/officeDocument/2006/relationships/image" Target="../media/image36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5.png"/><Relationship Id="rId5" Type="http://schemas.openxmlformats.org/officeDocument/2006/relationships/image" Target="../media/image5.png"/><Relationship Id="rId15" Type="http://schemas.openxmlformats.org/officeDocument/2006/relationships/image" Target="../media/image32.png"/><Relationship Id="rId23" Type="http://schemas.openxmlformats.org/officeDocument/2006/relationships/image" Target="../media/image24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38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9.png"/><Relationship Id="rId21" Type="http://schemas.openxmlformats.org/officeDocument/2006/relationships/image" Target="../media/image55.png"/><Relationship Id="rId42" Type="http://schemas.openxmlformats.org/officeDocument/2006/relationships/image" Target="../media/image73.png"/><Relationship Id="rId47" Type="http://schemas.openxmlformats.org/officeDocument/2006/relationships/image" Target="../media/image76.png"/><Relationship Id="rId63" Type="http://schemas.openxmlformats.org/officeDocument/2006/relationships/image" Target="../media/image88.png"/><Relationship Id="rId68" Type="http://schemas.openxmlformats.org/officeDocument/2006/relationships/image" Target="../media/image93.png"/><Relationship Id="rId2" Type="http://schemas.openxmlformats.org/officeDocument/2006/relationships/image" Target="../media/image1.png"/><Relationship Id="rId16" Type="http://schemas.openxmlformats.org/officeDocument/2006/relationships/image" Target="../media/image50.png"/><Relationship Id="rId29" Type="http://schemas.openxmlformats.org/officeDocument/2006/relationships/image" Target="../media/image60.png"/><Relationship Id="rId11" Type="http://schemas.openxmlformats.org/officeDocument/2006/relationships/image" Target="../media/image45.png"/><Relationship Id="rId24" Type="http://schemas.openxmlformats.org/officeDocument/2006/relationships/image" Target="../media/image23.png"/><Relationship Id="rId32" Type="http://schemas.openxmlformats.org/officeDocument/2006/relationships/image" Target="../media/image63.png"/><Relationship Id="rId37" Type="http://schemas.openxmlformats.org/officeDocument/2006/relationships/image" Target="../media/image68.png"/><Relationship Id="rId40" Type="http://schemas.openxmlformats.org/officeDocument/2006/relationships/image" Target="../media/image71.png"/><Relationship Id="rId45" Type="http://schemas.openxmlformats.org/officeDocument/2006/relationships/image" Target="../media/image30.png"/><Relationship Id="rId53" Type="http://schemas.openxmlformats.org/officeDocument/2006/relationships/image" Target="../media/image82.png"/><Relationship Id="rId58" Type="http://schemas.openxmlformats.org/officeDocument/2006/relationships/image" Target="../media/image34.png"/><Relationship Id="rId66" Type="http://schemas.openxmlformats.org/officeDocument/2006/relationships/image" Target="../media/image91.png"/><Relationship Id="rId74" Type="http://schemas.openxmlformats.org/officeDocument/2006/relationships/image" Target="../media/image37.png"/><Relationship Id="rId5" Type="http://schemas.openxmlformats.org/officeDocument/2006/relationships/image" Target="../media/image40.png"/><Relationship Id="rId61" Type="http://schemas.openxmlformats.org/officeDocument/2006/relationships/image" Target="../media/image86.png"/><Relationship Id="rId19" Type="http://schemas.openxmlformats.org/officeDocument/2006/relationships/image" Target="../media/image53.png"/><Relationship Id="rId14" Type="http://schemas.openxmlformats.org/officeDocument/2006/relationships/image" Target="../media/image48.png"/><Relationship Id="rId22" Type="http://schemas.openxmlformats.org/officeDocument/2006/relationships/image" Target="../media/image56.png"/><Relationship Id="rId27" Type="http://schemas.openxmlformats.org/officeDocument/2006/relationships/image" Target="../media/image26.png"/><Relationship Id="rId30" Type="http://schemas.openxmlformats.org/officeDocument/2006/relationships/image" Target="../media/image61.png"/><Relationship Id="rId35" Type="http://schemas.openxmlformats.org/officeDocument/2006/relationships/image" Target="../media/image66.png"/><Relationship Id="rId43" Type="http://schemas.openxmlformats.org/officeDocument/2006/relationships/image" Target="../media/image74.png"/><Relationship Id="rId48" Type="http://schemas.openxmlformats.org/officeDocument/2006/relationships/image" Target="../media/image77.png"/><Relationship Id="rId56" Type="http://schemas.openxmlformats.org/officeDocument/2006/relationships/image" Target="../media/image85.png"/><Relationship Id="rId64" Type="http://schemas.openxmlformats.org/officeDocument/2006/relationships/image" Target="../media/image89.png"/><Relationship Id="rId69" Type="http://schemas.openxmlformats.org/officeDocument/2006/relationships/image" Target="../media/image94.png"/><Relationship Id="rId8" Type="http://schemas.openxmlformats.org/officeDocument/2006/relationships/image" Target="../media/image43.png"/><Relationship Id="rId51" Type="http://schemas.openxmlformats.org/officeDocument/2006/relationships/image" Target="../media/image80.png"/><Relationship Id="rId72" Type="http://schemas.openxmlformats.org/officeDocument/2006/relationships/image" Target="../media/image97.png"/><Relationship Id="rId3" Type="http://schemas.openxmlformats.org/officeDocument/2006/relationships/image" Target="../media/image2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5" Type="http://schemas.openxmlformats.org/officeDocument/2006/relationships/image" Target="../media/image58.png"/><Relationship Id="rId33" Type="http://schemas.openxmlformats.org/officeDocument/2006/relationships/image" Target="../media/image64.png"/><Relationship Id="rId38" Type="http://schemas.openxmlformats.org/officeDocument/2006/relationships/image" Target="../media/image69.png"/><Relationship Id="rId46" Type="http://schemas.openxmlformats.org/officeDocument/2006/relationships/image" Target="../media/image31.png"/><Relationship Id="rId59" Type="http://schemas.openxmlformats.org/officeDocument/2006/relationships/image" Target="../media/image35.png"/><Relationship Id="rId67" Type="http://schemas.openxmlformats.org/officeDocument/2006/relationships/image" Target="../media/image92.png"/><Relationship Id="rId20" Type="http://schemas.openxmlformats.org/officeDocument/2006/relationships/image" Target="../media/image54.png"/><Relationship Id="rId41" Type="http://schemas.openxmlformats.org/officeDocument/2006/relationships/image" Target="../media/image72.png"/><Relationship Id="rId54" Type="http://schemas.openxmlformats.org/officeDocument/2006/relationships/image" Target="../media/image83.png"/><Relationship Id="rId62" Type="http://schemas.openxmlformats.org/officeDocument/2006/relationships/image" Target="../media/image87.png"/><Relationship Id="rId70" Type="http://schemas.openxmlformats.org/officeDocument/2006/relationships/image" Target="../media/image95.png"/><Relationship Id="rId75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5" Type="http://schemas.openxmlformats.org/officeDocument/2006/relationships/image" Target="../media/image49.png"/><Relationship Id="rId23" Type="http://schemas.openxmlformats.org/officeDocument/2006/relationships/image" Target="../media/image57.png"/><Relationship Id="rId28" Type="http://schemas.openxmlformats.org/officeDocument/2006/relationships/image" Target="../media/image27.png"/><Relationship Id="rId36" Type="http://schemas.openxmlformats.org/officeDocument/2006/relationships/image" Target="../media/image67.png"/><Relationship Id="rId49" Type="http://schemas.openxmlformats.org/officeDocument/2006/relationships/image" Target="../media/image78.png"/><Relationship Id="rId57" Type="http://schemas.openxmlformats.org/officeDocument/2006/relationships/image" Target="../media/image33.png"/><Relationship Id="rId10" Type="http://schemas.openxmlformats.org/officeDocument/2006/relationships/image" Target="../media/image9.png"/><Relationship Id="rId31" Type="http://schemas.openxmlformats.org/officeDocument/2006/relationships/image" Target="../media/image62.png"/><Relationship Id="rId44" Type="http://schemas.openxmlformats.org/officeDocument/2006/relationships/image" Target="../media/image75.png"/><Relationship Id="rId52" Type="http://schemas.openxmlformats.org/officeDocument/2006/relationships/image" Target="../media/image81.png"/><Relationship Id="rId60" Type="http://schemas.openxmlformats.org/officeDocument/2006/relationships/image" Target="../media/image36.png"/><Relationship Id="rId65" Type="http://schemas.openxmlformats.org/officeDocument/2006/relationships/image" Target="../media/image90.png"/><Relationship Id="rId73" Type="http://schemas.openxmlformats.org/officeDocument/2006/relationships/image" Target="../media/image98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39" Type="http://schemas.openxmlformats.org/officeDocument/2006/relationships/image" Target="../media/image70.png"/><Relationship Id="rId34" Type="http://schemas.openxmlformats.org/officeDocument/2006/relationships/image" Target="../media/image65.png"/><Relationship Id="rId50" Type="http://schemas.openxmlformats.org/officeDocument/2006/relationships/image" Target="../media/image79.png"/><Relationship Id="rId55" Type="http://schemas.openxmlformats.org/officeDocument/2006/relationships/image" Target="../media/image84.png"/><Relationship Id="rId7" Type="http://schemas.openxmlformats.org/officeDocument/2006/relationships/image" Target="../media/image42.png"/><Relationship Id="rId71" Type="http://schemas.openxmlformats.org/officeDocument/2006/relationships/image" Target="../media/image96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0.png"/><Relationship Id="rId18" Type="http://schemas.openxmlformats.org/officeDocument/2006/relationships/image" Target="../media/image51.png"/><Relationship Id="rId26" Type="http://schemas.openxmlformats.org/officeDocument/2006/relationships/image" Target="../media/image107.png"/><Relationship Id="rId39" Type="http://schemas.openxmlformats.org/officeDocument/2006/relationships/image" Target="../media/image70.png"/><Relationship Id="rId21" Type="http://schemas.openxmlformats.org/officeDocument/2006/relationships/image" Target="../media/image54.png"/><Relationship Id="rId34" Type="http://schemas.openxmlformats.org/officeDocument/2006/relationships/image" Target="../media/image111.png"/><Relationship Id="rId42" Type="http://schemas.openxmlformats.org/officeDocument/2006/relationships/image" Target="../media/image114.png"/><Relationship Id="rId47" Type="http://schemas.openxmlformats.org/officeDocument/2006/relationships/image" Target="../media/image118.png"/><Relationship Id="rId50" Type="http://schemas.openxmlformats.org/officeDocument/2006/relationships/image" Target="../media/image120.png"/><Relationship Id="rId55" Type="http://schemas.openxmlformats.org/officeDocument/2006/relationships/image" Target="../media/image124.png"/><Relationship Id="rId7" Type="http://schemas.openxmlformats.org/officeDocument/2006/relationships/image" Target="../media/image41.png"/><Relationship Id="rId2" Type="http://schemas.openxmlformats.org/officeDocument/2006/relationships/image" Target="../media/image99.png"/><Relationship Id="rId16" Type="http://schemas.openxmlformats.org/officeDocument/2006/relationships/image" Target="../media/image103.pn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106.png"/><Relationship Id="rId32" Type="http://schemas.openxmlformats.org/officeDocument/2006/relationships/image" Target="../media/image63.png"/><Relationship Id="rId37" Type="http://schemas.openxmlformats.org/officeDocument/2006/relationships/image" Target="../media/image68.png"/><Relationship Id="rId40" Type="http://schemas.openxmlformats.org/officeDocument/2006/relationships/image" Target="../media/image71.png"/><Relationship Id="rId45" Type="http://schemas.openxmlformats.org/officeDocument/2006/relationships/image" Target="../media/image30.png"/><Relationship Id="rId53" Type="http://schemas.openxmlformats.org/officeDocument/2006/relationships/image" Target="../media/image90.png"/><Relationship Id="rId58" Type="http://schemas.openxmlformats.org/officeDocument/2006/relationships/image" Target="../media/image126.png"/><Relationship Id="rId5" Type="http://schemas.openxmlformats.org/officeDocument/2006/relationships/image" Target="../media/image39.png"/><Relationship Id="rId19" Type="http://schemas.openxmlformats.org/officeDocument/2006/relationships/image" Target="../media/image52.png"/><Relationship Id="rId4" Type="http://schemas.openxmlformats.org/officeDocument/2006/relationships/image" Target="../media/image2.png"/><Relationship Id="rId9" Type="http://schemas.openxmlformats.org/officeDocument/2006/relationships/image" Target="../media/image43.png"/><Relationship Id="rId14" Type="http://schemas.openxmlformats.org/officeDocument/2006/relationships/image" Target="../media/image101.png"/><Relationship Id="rId22" Type="http://schemas.openxmlformats.org/officeDocument/2006/relationships/image" Target="../media/image105.png"/><Relationship Id="rId27" Type="http://schemas.openxmlformats.org/officeDocument/2006/relationships/image" Target="../media/image108.png"/><Relationship Id="rId30" Type="http://schemas.openxmlformats.org/officeDocument/2006/relationships/image" Target="../media/image61.png"/><Relationship Id="rId35" Type="http://schemas.openxmlformats.org/officeDocument/2006/relationships/image" Target="../media/image112.png"/><Relationship Id="rId43" Type="http://schemas.openxmlformats.org/officeDocument/2006/relationships/image" Target="../media/image115.png"/><Relationship Id="rId48" Type="http://schemas.openxmlformats.org/officeDocument/2006/relationships/image" Target="../media/image62.png"/><Relationship Id="rId56" Type="http://schemas.openxmlformats.org/officeDocument/2006/relationships/image" Target="../media/image55.png"/><Relationship Id="rId8" Type="http://schemas.openxmlformats.org/officeDocument/2006/relationships/image" Target="../media/image42.png"/><Relationship Id="rId51" Type="http://schemas.openxmlformats.org/officeDocument/2006/relationships/image" Target="../media/image121.png"/><Relationship Id="rId3" Type="http://schemas.openxmlformats.org/officeDocument/2006/relationships/image" Target="../media/image1.png"/><Relationship Id="rId12" Type="http://schemas.openxmlformats.org/officeDocument/2006/relationships/image" Target="../media/image45.png"/><Relationship Id="rId17" Type="http://schemas.openxmlformats.org/officeDocument/2006/relationships/image" Target="../media/image104.png"/><Relationship Id="rId25" Type="http://schemas.openxmlformats.org/officeDocument/2006/relationships/image" Target="../media/image23.png"/><Relationship Id="rId33" Type="http://schemas.openxmlformats.org/officeDocument/2006/relationships/image" Target="../media/image110.png"/><Relationship Id="rId38" Type="http://schemas.openxmlformats.org/officeDocument/2006/relationships/image" Target="../media/image113.png"/><Relationship Id="rId46" Type="http://schemas.openxmlformats.org/officeDocument/2006/relationships/image" Target="../media/image117.png"/><Relationship Id="rId59" Type="http://schemas.openxmlformats.org/officeDocument/2006/relationships/image" Target="../media/image127.png"/><Relationship Id="rId20" Type="http://schemas.openxmlformats.org/officeDocument/2006/relationships/image" Target="../media/image92.png"/><Relationship Id="rId41" Type="http://schemas.openxmlformats.org/officeDocument/2006/relationships/image" Target="../media/image72.png"/><Relationship Id="rId54" Type="http://schemas.openxmlformats.org/officeDocument/2006/relationships/image" Target="../media/image1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5" Type="http://schemas.openxmlformats.org/officeDocument/2006/relationships/image" Target="../media/image102.png"/><Relationship Id="rId23" Type="http://schemas.openxmlformats.org/officeDocument/2006/relationships/image" Target="../media/image56.png"/><Relationship Id="rId28" Type="http://schemas.openxmlformats.org/officeDocument/2006/relationships/image" Target="../media/image26.png"/><Relationship Id="rId36" Type="http://schemas.openxmlformats.org/officeDocument/2006/relationships/image" Target="../media/image67.png"/><Relationship Id="rId49" Type="http://schemas.openxmlformats.org/officeDocument/2006/relationships/image" Target="../media/image119.png"/><Relationship Id="rId57" Type="http://schemas.openxmlformats.org/officeDocument/2006/relationships/image" Target="../media/image125.png"/><Relationship Id="rId10" Type="http://schemas.openxmlformats.org/officeDocument/2006/relationships/image" Target="../media/image60.png"/><Relationship Id="rId31" Type="http://schemas.openxmlformats.org/officeDocument/2006/relationships/image" Target="../media/image109.png"/><Relationship Id="rId44" Type="http://schemas.openxmlformats.org/officeDocument/2006/relationships/image" Target="../media/image116.png"/><Relationship Id="rId52" Type="http://schemas.openxmlformats.org/officeDocument/2006/relationships/image" Target="../media/image122.png"/><Relationship Id="rId60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32.png"/><Relationship Id="rId18" Type="http://schemas.openxmlformats.org/officeDocument/2006/relationships/image" Target="../media/image93.png"/><Relationship Id="rId26" Type="http://schemas.openxmlformats.org/officeDocument/2006/relationships/image" Target="../media/image38.png"/><Relationship Id="rId3" Type="http://schemas.openxmlformats.org/officeDocument/2006/relationships/image" Target="../media/image39.png"/><Relationship Id="rId21" Type="http://schemas.openxmlformats.org/officeDocument/2006/relationships/image" Target="../media/image134.png"/><Relationship Id="rId7" Type="http://schemas.openxmlformats.org/officeDocument/2006/relationships/image" Target="../media/image60.png"/><Relationship Id="rId12" Type="http://schemas.openxmlformats.org/officeDocument/2006/relationships/image" Target="../media/image131.png"/><Relationship Id="rId17" Type="http://schemas.openxmlformats.org/officeDocument/2006/relationships/image" Target="../media/image124.png"/><Relationship Id="rId25" Type="http://schemas.openxmlformats.org/officeDocument/2006/relationships/image" Target="../media/image37.png"/><Relationship Id="rId2" Type="http://schemas.openxmlformats.org/officeDocument/2006/relationships/image" Target="../media/image36.png"/><Relationship Id="rId16" Type="http://schemas.openxmlformats.org/officeDocument/2006/relationships/image" Target="../media/image91.png"/><Relationship Id="rId20" Type="http://schemas.openxmlformats.org/officeDocument/2006/relationships/image" Target="../media/image9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8.png"/><Relationship Id="rId11" Type="http://schemas.openxmlformats.org/officeDocument/2006/relationships/image" Target="../media/image130.png"/><Relationship Id="rId24" Type="http://schemas.openxmlformats.org/officeDocument/2006/relationships/image" Target="../media/image1.png"/><Relationship Id="rId5" Type="http://schemas.openxmlformats.org/officeDocument/2006/relationships/image" Target="../media/image44.png"/><Relationship Id="rId15" Type="http://schemas.openxmlformats.org/officeDocument/2006/relationships/image" Target="../media/image51.png"/><Relationship Id="rId23" Type="http://schemas.openxmlformats.org/officeDocument/2006/relationships/image" Target="../media/image136.png"/><Relationship Id="rId10" Type="http://schemas.openxmlformats.org/officeDocument/2006/relationships/image" Target="../media/image45.png"/><Relationship Id="rId19" Type="http://schemas.openxmlformats.org/officeDocument/2006/relationships/image" Target="../media/image133.png"/><Relationship Id="rId4" Type="http://schemas.openxmlformats.org/officeDocument/2006/relationships/image" Target="../media/image61.png"/><Relationship Id="rId9" Type="http://schemas.openxmlformats.org/officeDocument/2006/relationships/image" Target="../media/image129.png"/><Relationship Id="rId14" Type="http://schemas.openxmlformats.org/officeDocument/2006/relationships/image" Target="../media/image90.png"/><Relationship Id="rId22" Type="http://schemas.openxmlformats.org/officeDocument/2006/relationships/image" Target="../media/image1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: 圓角 72">
            <a:extLst>
              <a:ext uri="{FF2B5EF4-FFF2-40B4-BE49-F238E27FC236}">
                <a16:creationId xmlns:a16="http://schemas.microsoft.com/office/drawing/2014/main" id="{AF2CD985-E316-49AB-BF4B-63BF05252804}"/>
              </a:ext>
            </a:extLst>
          </p:cNvPr>
          <p:cNvSpPr/>
          <p:nvPr/>
        </p:nvSpPr>
        <p:spPr>
          <a:xfrm>
            <a:off x="6219717" y="1261745"/>
            <a:ext cx="2518997" cy="4419379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20873" tIns="10437" rIns="20873" bIns="1043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411" dirty="0"/>
          </a:p>
        </p:txBody>
      </p:sp>
      <p:grpSp>
        <p:nvGrpSpPr>
          <p:cNvPr id="74" name="群組 73">
            <a:extLst>
              <a:ext uri="{FF2B5EF4-FFF2-40B4-BE49-F238E27FC236}">
                <a16:creationId xmlns:a16="http://schemas.microsoft.com/office/drawing/2014/main" id="{6C0DC6D9-C042-48D2-8312-53B3F28BF5FE}"/>
              </a:ext>
            </a:extLst>
          </p:cNvPr>
          <p:cNvGrpSpPr/>
          <p:nvPr/>
        </p:nvGrpSpPr>
        <p:grpSpPr>
          <a:xfrm>
            <a:off x="7750183" y="1605519"/>
            <a:ext cx="854746" cy="783501"/>
            <a:chOff x="4207769" y="2691196"/>
            <a:chExt cx="1323709" cy="1213375"/>
          </a:xfrm>
        </p:grpSpPr>
        <p:pic>
          <p:nvPicPr>
            <p:cNvPr id="75" name="圖片 74">
              <a:extLst>
                <a:ext uri="{FF2B5EF4-FFF2-40B4-BE49-F238E27FC236}">
                  <a16:creationId xmlns:a16="http://schemas.microsoft.com/office/drawing/2014/main" id="{3A1C1728-593F-44C5-8C68-404359F21E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68043"/>
            <a:stretch/>
          </p:blipFill>
          <p:spPr>
            <a:xfrm>
              <a:off x="4207769" y="2691196"/>
              <a:ext cx="1323709" cy="257490"/>
            </a:xfrm>
            <a:prstGeom prst="rect">
              <a:avLst/>
            </a:prstGeom>
          </p:spPr>
        </p:pic>
        <p:pic>
          <p:nvPicPr>
            <p:cNvPr id="76" name="圖片 75">
              <a:extLst>
                <a:ext uri="{FF2B5EF4-FFF2-40B4-BE49-F238E27FC236}">
                  <a16:creationId xmlns:a16="http://schemas.microsoft.com/office/drawing/2014/main" id="{1A5BCBC6-47C2-4ECD-B7B7-31F7823C01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60450"/>
            <a:stretch/>
          </p:blipFill>
          <p:spPr>
            <a:xfrm>
              <a:off x="4207769" y="3585899"/>
              <a:ext cx="1323709" cy="318672"/>
            </a:xfrm>
            <a:prstGeom prst="rect">
              <a:avLst/>
            </a:prstGeom>
          </p:spPr>
        </p:pic>
      </p:grpSp>
      <p:pic>
        <p:nvPicPr>
          <p:cNvPr id="10" name="圖片 9">
            <a:extLst>
              <a:ext uri="{FF2B5EF4-FFF2-40B4-BE49-F238E27FC236}">
                <a16:creationId xmlns:a16="http://schemas.microsoft.com/office/drawing/2014/main" id="{AB9437CA-8479-430F-94F9-F829496544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0" t="9901" r="79196" b="70805"/>
          <a:stretch/>
        </p:blipFill>
        <p:spPr>
          <a:xfrm>
            <a:off x="6983157" y="1591145"/>
            <a:ext cx="566558" cy="568275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BE439B64-4C39-4DC3-A808-9F71E101D24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67" t="9936" r="65451" b="70772"/>
          <a:stretch/>
        </p:blipFill>
        <p:spPr>
          <a:xfrm>
            <a:off x="7080796" y="4245061"/>
            <a:ext cx="569133" cy="568275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6CEA8C1C-2566-4F1A-893A-AC03A79BD93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73" t="30231" r="79166" b="50417"/>
          <a:stretch/>
        </p:blipFill>
        <p:spPr>
          <a:xfrm>
            <a:off x="6984840" y="2203318"/>
            <a:ext cx="568273" cy="569991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BE2EB9CE-E8BF-48FD-8E8F-D57D018CDA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92" t="30180" r="65466" b="50469"/>
          <a:stretch/>
        </p:blipFill>
        <p:spPr>
          <a:xfrm>
            <a:off x="7081747" y="4857236"/>
            <a:ext cx="567417" cy="569991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4EC70484-D389-4332-BDD4-D89E28418569}"/>
              </a:ext>
            </a:extLst>
          </p:cNvPr>
          <p:cNvSpPr txBox="1"/>
          <p:nvPr/>
        </p:nvSpPr>
        <p:spPr>
          <a:xfrm>
            <a:off x="6323340" y="1335455"/>
            <a:ext cx="2307359" cy="262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108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Valley-mixed excitons transition rate</a:t>
            </a:r>
            <a:endParaRPr lang="zh-TW" altLang="en-US" sz="110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7235776" y="2583450"/>
                <a:ext cx="186226" cy="216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809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776" y="2583450"/>
                <a:ext cx="186226" cy="216854"/>
              </a:xfrm>
              <a:prstGeom prst="rect">
                <a:avLst/>
              </a:prstGeom>
              <a:blipFill>
                <a:blip r:embed="rId4"/>
                <a:stretch>
                  <a:fillRect r="-838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/>
              <p:nvPr/>
            </p:nvSpPr>
            <p:spPr>
              <a:xfrm>
                <a:off x="7243161" y="1972858"/>
                <a:ext cx="186226" cy="216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809" dirty="0"/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3161" y="1972858"/>
                <a:ext cx="186226" cy="216854"/>
              </a:xfrm>
              <a:prstGeom prst="rect">
                <a:avLst/>
              </a:prstGeom>
              <a:blipFill>
                <a:blip r:embed="rId5"/>
                <a:stretch>
                  <a:fillRect r="-870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群組 32">
            <a:extLst>
              <a:ext uri="{FF2B5EF4-FFF2-40B4-BE49-F238E27FC236}">
                <a16:creationId xmlns:a16="http://schemas.microsoft.com/office/drawing/2014/main" id="{6A0B58D1-42C1-4CB5-BA3E-EA6F7197B252}"/>
              </a:ext>
            </a:extLst>
          </p:cNvPr>
          <p:cNvGrpSpPr/>
          <p:nvPr/>
        </p:nvGrpSpPr>
        <p:grpSpPr>
          <a:xfrm>
            <a:off x="7264895" y="1839991"/>
            <a:ext cx="34974" cy="33550"/>
            <a:chOff x="1373392" y="2391862"/>
            <a:chExt cx="479433" cy="476535"/>
          </a:xfrm>
        </p:grpSpPr>
        <p:sp>
          <p:nvSpPr>
            <p:cNvPr id="36" name="箭號: 向右 35">
              <a:extLst>
                <a:ext uri="{FF2B5EF4-FFF2-40B4-BE49-F238E27FC236}">
                  <a16:creationId xmlns:a16="http://schemas.microsoft.com/office/drawing/2014/main" id="{4F78E4FD-EB91-46FA-9BDF-491D0474719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9">
                <a:solidFill>
                  <a:schemeClr val="bg1"/>
                </a:solidFill>
              </a:endParaRPr>
            </a:p>
          </p:txBody>
        </p:sp>
        <p:sp>
          <p:nvSpPr>
            <p:cNvPr id="37" name="箭號: 向右 36">
              <a:extLst>
                <a:ext uri="{FF2B5EF4-FFF2-40B4-BE49-F238E27FC236}">
                  <a16:creationId xmlns:a16="http://schemas.microsoft.com/office/drawing/2014/main" id="{5E35A25D-4007-47EC-AAFC-52AE6F735637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/>
              <p:nvPr/>
            </p:nvSpPr>
            <p:spPr>
              <a:xfrm>
                <a:off x="7178893" y="1671418"/>
                <a:ext cx="137328" cy="2194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767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8893" y="1671418"/>
                <a:ext cx="137328" cy="219419"/>
              </a:xfrm>
              <a:prstGeom prst="rect">
                <a:avLst/>
              </a:prstGeom>
              <a:blipFill>
                <a:blip r:embed="rId6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/>
              <p:nvPr/>
            </p:nvSpPr>
            <p:spPr>
              <a:xfrm>
                <a:off x="7240903" y="1806995"/>
                <a:ext cx="103347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767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0903" y="1806995"/>
                <a:ext cx="103347" cy="210379"/>
              </a:xfrm>
              <a:prstGeom prst="rect">
                <a:avLst/>
              </a:prstGeom>
              <a:blipFill>
                <a:blip r:embed="rId7"/>
                <a:stretch>
                  <a:fillRect r="-705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7268144" y="2453152"/>
            <a:ext cx="34974" cy="33550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9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7182154" y="2284579"/>
                <a:ext cx="126395" cy="2194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767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2154" y="2284579"/>
                <a:ext cx="126395" cy="219419"/>
              </a:xfrm>
              <a:prstGeom prst="rect">
                <a:avLst/>
              </a:prstGeom>
              <a:blipFill>
                <a:blip r:embed="rId8"/>
                <a:stretch>
                  <a:fillRect r="-571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7272727" y="2393780"/>
                <a:ext cx="103347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767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2727" y="2393780"/>
                <a:ext cx="103347" cy="210379"/>
              </a:xfrm>
              <a:prstGeom prst="rect">
                <a:avLst/>
              </a:prstGeom>
              <a:blipFill>
                <a:blip r:embed="rId9"/>
                <a:stretch>
                  <a:fillRect r="-705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" name="圖片 60">
            <a:extLst>
              <a:ext uri="{FF2B5EF4-FFF2-40B4-BE49-F238E27FC236}">
                <a16:creationId xmlns:a16="http://schemas.microsoft.com/office/drawing/2014/main" id="{20522708-3559-461F-B738-E68F45B69D9E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/>
          <a:stretch/>
        </p:blipFill>
        <p:spPr>
          <a:xfrm>
            <a:off x="7579232" y="2180517"/>
            <a:ext cx="180371" cy="603087"/>
          </a:xfrm>
          <a:prstGeom prst="rect">
            <a:avLst/>
          </a:prstGeom>
        </p:spPr>
      </p:pic>
      <p:pic>
        <p:nvPicPr>
          <p:cNvPr id="141" name="圖片 140">
            <a:extLst>
              <a:ext uri="{FF2B5EF4-FFF2-40B4-BE49-F238E27FC236}">
                <a16:creationId xmlns:a16="http://schemas.microsoft.com/office/drawing/2014/main" id="{54D58104-A6B2-4314-B0D5-EFF445DE619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28" t="9942" r="51700" b="70784"/>
          <a:stretch/>
        </p:blipFill>
        <p:spPr>
          <a:xfrm>
            <a:off x="6332112" y="3795649"/>
            <a:ext cx="564269" cy="567703"/>
          </a:xfrm>
          <a:prstGeom prst="rect">
            <a:avLst/>
          </a:prstGeom>
        </p:spPr>
      </p:pic>
      <p:pic>
        <p:nvPicPr>
          <p:cNvPr id="142" name="圖片 141">
            <a:extLst>
              <a:ext uri="{FF2B5EF4-FFF2-40B4-BE49-F238E27FC236}">
                <a16:creationId xmlns:a16="http://schemas.microsoft.com/office/drawing/2014/main" id="{5C9A896D-E956-4B65-B6D0-476A3CAF2D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74" t="30226" r="51683" b="50480"/>
          <a:stretch/>
        </p:blipFill>
        <p:spPr>
          <a:xfrm>
            <a:off x="6330539" y="4408488"/>
            <a:ext cx="567415" cy="568273"/>
          </a:xfrm>
          <a:prstGeom prst="rect">
            <a:avLst/>
          </a:prstGeom>
        </p:spPr>
      </p:pic>
      <p:pic>
        <p:nvPicPr>
          <p:cNvPr id="143" name="圖片 142">
            <a:extLst>
              <a:ext uri="{FF2B5EF4-FFF2-40B4-BE49-F238E27FC236}">
                <a16:creationId xmlns:a16="http://schemas.microsoft.com/office/drawing/2014/main" id="{CE609567-16AC-4D6A-805B-651C24F002AA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50242"/>
          <a:stretch/>
        </p:blipFill>
        <p:spPr>
          <a:xfrm>
            <a:off x="7578296" y="1572274"/>
            <a:ext cx="180371" cy="5981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/>
              <p:nvPr/>
            </p:nvSpPr>
            <p:spPr>
              <a:xfrm>
                <a:off x="7540825" y="2034637"/>
                <a:ext cx="141332" cy="1981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68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0825" y="2034637"/>
                <a:ext cx="141332" cy="198196"/>
              </a:xfrm>
              <a:prstGeom prst="rect">
                <a:avLst/>
              </a:prstGeom>
              <a:blipFill>
                <a:blip r:embed="rId11"/>
                <a:stretch>
                  <a:fillRect r="-5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7546192" y="2647799"/>
                <a:ext cx="141332" cy="1981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68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6192" y="2647799"/>
                <a:ext cx="141332" cy="198196"/>
              </a:xfrm>
              <a:prstGeom prst="rect">
                <a:avLst/>
              </a:prstGeom>
              <a:blipFill>
                <a:blip r:embed="rId12"/>
                <a:stretch>
                  <a:fillRect r="-5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/>
              <p:nvPr/>
            </p:nvSpPr>
            <p:spPr>
              <a:xfrm>
                <a:off x="6937778" y="2756499"/>
                <a:ext cx="749746" cy="325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767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767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 xmlns="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7778" y="2756499"/>
                <a:ext cx="749746" cy="3254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/>
              <p:nvPr/>
            </p:nvSpPr>
            <p:spPr>
              <a:xfrm>
                <a:off x="6233153" y="4973769"/>
                <a:ext cx="762187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 xmlns="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153" y="4973769"/>
                <a:ext cx="762187" cy="21037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/>
              <p:nvPr/>
            </p:nvSpPr>
            <p:spPr>
              <a:xfrm>
                <a:off x="7018250" y="5431874"/>
                <a:ext cx="707529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 xmlns="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8250" y="5431874"/>
                <a:ext cx="707529" cy="21037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7166046" y="3938988"/>
                <a:ext cx="389640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767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 xmlns="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6046" y="3938988"/>
                <a:ext cx="389640" cy="210379"/>
              </a:xfrm>
              <a:prstGeom prst="rect">
                <a:avLst/>
              </a:prstGeom>
              <a:blipFill>
                <a:blip r:embed="rId16"/>
                <a:stretch>
                  <a:fillRect t="-71429" r="-65079" b="-1114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7174097" y="2983276"/>
                <a:ext cx="389640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767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 xmlns="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4097" y="2983276"/>
                <a:ext cx="389640" cy="210379"/>
              </a:xfrm>
              <a:prstGeom prst="rect">
                <a:avLst/>
              </a:prstGeom>
              <a:blipFill>
                <a:blip r:embed="rId17"/>
                <a:stretch>
                  <a:fillRect t="-71429" r="-62500" b="-1114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7332246" y="3148489"/>
            <a:ext cx="77860" cy="80653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59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7026180" y="3188814"/>
            <a:ext cx="692094" cy="716921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7332246" y="3865007"/>
            <a:ext cx="77860" cy="80653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7221952" y="3201454"/>
            <a:ext cx="298450" cy="692094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7197736" y="3189055"/>
            <a:ext cx="346047" cy="716921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7221952" y="3201454"/>
            <a:ext cx="298450" cy="692094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7107713" y="3462033"/>
                <a:ext cx="84800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67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767" dirty="0"/>
              </a:p>
            </p:txBody>
          </p:sp>
        </mc:Choice>
        <mc:Fallback xmlns="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7713" y="3462033"/>
                <a:ext cx="84800" cy="210379"/>
              </a:xfrm>
              <a:prstGeom prst="rect">
                <a:avLst/>
              </a:prstGeom>
              <a:blipFill>
                <a:blip r:embed="rId18"/>
                <a:stretch>
                  <a:fillRect r="-42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7331793" y="3865007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7421611" y="3507756"/>
                <a:ext cx="84800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67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767" dirty="0"/>
              </a:p>
            </p:txBody>
          </p:sp>
        </mc:Choice>
        <mc:Fallback xmlns="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1611" y="3507756"/>
                <a:ext cx="84800" cy="210379"/>
              </a:xfrm>
              <a:prstGeom prst="rect">
                <a:avLst/>
              </a:prstGeom>
              <a:blipFill>
                <a:blip r:embed="rId19"/>
                <a:stretch>
                  <a:fillRect r="-571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7304604" y="3205927"/>
                <a:ext cx="123162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67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767" dirty="0"/>
              </a:p>
            </p:txBody>
          </p:sp>
        </mc:Choice>
        <mc:Fallback xmlns="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4604" y="3205927"/>
                <a:ext cx="123162" cy="210379"/>
              </a:xfrm>
              <a:prstGeom prst="rect">
                <a:avLst/>
              </a:prstGeom>
              <a:blipFill>
                <a:blip r:embed="rId20"/>
                <a:stretch>
                  <a:fillRect r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7197736" y="3189055"/>
            <a:ext cx="346047" cy="716921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7678251" y="3507189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7369307" y="3332754"/>
            <a:ext cx="813" cy="213711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7370724" y="3545418"/>
            <a:ext cx="93846" cy="75135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88610" y="3463231"/>
            <a:ext cx="0" cy="16437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6986077" y="3507189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7332360" y="3144715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59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39398" y="3500291"/>
            <a:ext cx="49083" cy="94767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7164929" y="3517091"/>
                <a:ext cx="151089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67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767" dirty="0"/>
              </a:p>
            </p:txBody>
          </p:sp>
        </mc:Choice>
        <mc:Fallback xmlns="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4929" y="3517091"/>
                <a:ext cx="151089" cy="210379"/>
              </a:xfrm>
              <a:prstGeom prst="rect">
                <a:avLst/>
              </a:prstGeom>
              <a:blipFill>
                <a:blip r:embed="rId21"/>
                <a:stretch>
                  <a:fillRect r="-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7264272" y="3548255"/>
            <a:ext cx="106203" cy="137335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7333300" y="3482437"/>
            <a:ext cx="71517" cy="144442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7352366" y="3363518"/>
                <a:ext cx="142371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67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767" dirty="0"/>
              </a:p>
            </p:txBody>
          </p:sp>
        </mc:Choice>
        <mc:Fallback xmlns="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2366" y="3363518"/>
                <a:ext cx="142371" cy="210379"/>
              </a:xfrm>
              <a:prstGeom prst="rect">
                <a:avLst/>
              </a:prstGeom>
              <a:blipFill>
                <a:blip r:embed="rId22"/>
                <a:stretch>
                  <a:fillRect r="-260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7366599" y="3334608"/>
            <a:ext cx="274117" cy="21551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Oval 22">
            <a:extLst>
              <a:ext uri="{FF2B5EF4-FFF2-40B4-BE49-F238E27FC236}">
                <a16:creationId xmlns:a16="http://schemas.microsoft.com/office/drawing/2014/main" id="{68D4C253-A7D7-4EF1-861B-831408D0CECC}"/>
              </a:ext>
            </a:extLst>
          </p:cNvPr>
          <p:cNvSpPr/>
          <p:nvPr/>
        </p:nvSpPr>
        <p:spPr>
          <a:xfrm>
            <a:off x="7496142" y="3642223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sp>
        <p:nvSpPr>
          <p:cNvPr id="60" name="Oval 22">
            <a:extLst>
              <a:ext uri="{FF2B5EF4-FFF2-40B4-BE49-F238E27FC236}">
                <a16:creationId xmlns:a16="http://schemas.microsoft.com/office/drawing/2014/main" id="{9DB2E29E-1DA6-4068-BFDE-62C0E72DDCD2}"/>
              </a:ext>
            </a:extLst>
          </p:cNvPr>
          <p:cNvSpPr/>
          <p:nvPr/>
        </p:nvSpPr>
        <p:spPr>
          <a:xfrm>
            <a:off x="7167444" y="3382918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/>
              <p:nvPr/>
            </p:nvSpPr>
            <p:spPr>
              <a:xfrm>
                <a:off x="6277038" y="3586329"/>
                <a:ext cx="674417" cy="325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7038" y="3586329"/>
                <a:ext cx="674417" cy="325410"/>
              </a:xfrm>
              <a:prstGeom prst="rect">
                <a:avLst/>
              </a:prstGeom>
              <a:blipFill>
                <a:blip r:embed="rId23"/>
                <a:stretch>
                  <a:fillRect l="-4545" t="-50000" b="-814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7" name="圖片 66">
            <a:extLst>
              <a:ext uri="{FF2B5EF4-FFF2-40B4-BE49-F238E27FC236}">
                <a16:creationId xmlns:a16="http://schemas.microsoft.com/office/drawing/2014/main" id="{ED150B49-3B48-4303-A3BD-D7CE4EFB3C2E}"/>
              </a:ext>
            </a:extLst>
          </p:cNvPr>
          <p:cNvPicPr>
            <a:picLocks noChangeAspect="1"/>
          </p:cNvPicPr>
          <p:nvPr/>
        </p:nvPicPr>
        <p:blipFill rotWithShape="1">
          <a:blip r:embed="rId24"/>
          <a:srcRect t="51281" r="51003"/>
          <a:stretch/>
        </p:blipFill>
        <p:spPr>
          <a:xfrm>
            <a:off x="6325451" y="3024180"/>
            <a:ext cx="577564" cy="569518"/>
          </a:xfrm>
          <a:prstGeom prst="rect">
            <a:avLst/>
          </a:prstGeom>
        </p:spPr>
      </p:pic>
      <p:cxnSp>
        <p:nvCxnSpPr>
          <p:cNvPr id="72" name="直線接點 71">
            <a:extLst>
              <a:ext uri="{FF2B5EF4-FFF2-40B4-BE49-F238E27FC236}">
                <a16:creationId xmlns:a16="http://schemas.microsoft.com/office/drawing/2014/main" id="{77B2AB87-5071-447A-AF7F-E86B82A679A6}"/>
              </a:ext>
            </a:extLst>
          </p:cNvPr>
          <p:cNvCxnSpPr>
            <a:cxnSpLocks/>
          </p:cNvCxnSpPr>
          <p:nvPr/>
        </p:nvCxnSpPr>
        <p:spPr>
          <a:xfrm>
            <a:off x="7573718" y="3734227"/>
            <a:ext cx="281354" cy="393456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44" name="圖片 143">
            <a:extLst>
              <a:ext uri="{FF2B5EF4-FFF2-40B4-BE49-F238E27FC236}">
                <a16:creationId xmlns:a16="http://schemas.microsoft.com/office/drawing/2014/main" id="{35BF13E5-71D9-475C-8AF1-2A3C413496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70" t="9874" r="37949" b="70775"/>
          <a:stretch/>
        </p:blipFill>
        <p:spPr>
          <a:xfrm>
            <a:off x="7836194" y="2423613"/>
            <a:ext cx="569133" cy="569991"/>
          </a:xfrm>
          <a:prstGeom prst="rect">
            <a:avLst/>
          </a:prstGeom>
        </p:spPr>
      </p:pic>
      <p:pic>
        <p:nvPicPr>
          <p:cNvPr id="145" name="圖片 144">
            <a:extLst>
              <a:ext uri="{FF2B5EF4-FFF2-40B4-BE49-F238E27FC236}">
                <a16:creationId xmlns:a16="http://schemas.microsoft.com/office/drawing/2014/main" id="{A42122A8-C527-4EFD-9116-C124C9D0476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93" t="30160" r="37946" b="50431"/>
          <a:stretch/>
        </p:blipFill>
        <p:spPr>
          <a:xfrm>
            <a:off x="7836623" y="3035774"/>
            <a:ext cx="568275" cy="5717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/>
              <p:nvPr/>
            </p:nvSpPr>
            <p:spPr>
              <a:xfrm>
                <a:off x="7739667" y="3592497"/>
                <a:ext cx="762187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 xmlns="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9667" y="3592497"/>
                <a:ext cx="762187" cy="210379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/>
              <p:nvPr/>
            </p:nvSpPr>
            <p:spPr>
              <a:xfrm>
                <a:off x="7739667" y="4919723"/>
                <a:ext cx="762187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9667" y="4919723"/>
                <a:ext cx="762187" cy="210379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6" name="圖片 65">
            <a:extLst>
              <a:ext uri="{FF2B5EF4-FFF2-40B4-BE49-F238E27FC236}">
                <a16:creationId xmlns:a16="http://schemas.microsoft.com/office/drawing/2014/main" id="{736C0ACC-C173-4013-BFDA-40CFF22EE3A8}"/>
              </a:ext>
            </a:extLst>
          </p:cNvPr>
          <p:cNvPicPr>
            <a:picLocks noChangeAspect="1"/>
          </p:cNvPicPr>
          <p:nvPr/>
        </p:nvPicPr>
        <p:blipFill rotWithShape="1">
          <a:blip r:embed="rId24"/>
          <a:srcRect l="51236" b="50807"/>
          <a:stretch/>
        </p:blipFill>
        <p:spPr>
          <a:xfrm>
            <a:off x="7833331" y="3742982"/>
            <a:ext cx="574828" cy="575058"/>
          </a:xfrm>
          <a:prstGeom prst="rect">
            <a:avLst/>
          </a:prstGeom>
        </p:spPr>
      </p:pic>
      <p:pic>
        <p:nvPicPr>
          <p:cNvPr id="68" name="圖片 67">
            <a:extLst>
              <a:ext uri="{FF2B5EF4-FFF2-40B4-BE49-F238E27FC236}">
                <a16:creationId xmlns:a16="http://schemas.microsoft.com/office/drawing/2014/main" id="{1630767B-2271-4A2C-BDD9-E2716DA6C262}"/>
              </a:ext>
            </a:extLst>
          </p:cNvPr>
          <p:cNvPicPr>
            <a:picLocks noChangeAspect="1"/>
          </p:cNvPicPr>
          <p:nvPr/>
        </p:nvPicPr>
        <p:blipFill rotWithShape="1">
          <a:blip r:embed="rId24"/>
          <a:srcRect l="51236" t="50810"/>
          <a:stretch/>
        </p:blipFill>
        <p:spPr>
          <a:xfrm>
            <a:off x="7833345" y="4358935"/>
            <a:ext cx="574827" cy="575017"/>
          </a:xfrm>
          <a:prstGeom prst="rect">
            <a:avLst/>
          </a:prstGeom>
        </p:spPr>
      </p:pic>
      <p:cxnSp>
        <p:nvCxnSpPr>
          <p:cNvPr id="77" name="直線接點 76">
            <a:extLst>
              <a:ext uri="{FF2B5EF4-FFF2-40B4-BE49-F238E27FC236}">
                <a16:creationId xmlns:a16="http://schemas.microsoft.com/office/drawing/2014/main" id="{072C32C3-02A9-4845-9045-4A0AD873826B}"/>
              </a:ext>
            </a:extLst>
          </p:cNvPr>
          <p:cNvCxnSpPr>
            <a:cxnSpLocks/>
          </p:cNvCxnSpPr>
          <p:nvPr/>
        </p:nvCxnSpPr>
        <p:spPr>
          <a:xfrm>
            <a:off x="6769538" y="2805479"/>
            <a:ext cx="420499" cy="600802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" name="圖片 1">
            <a:extLst>
              <a:ext uri="{FF2B5EF4-FFF2-40B4-BE49-F238E27FC236}">
                <a16:creationId xmlns:a16="http://schemas.microsoft.com/office/drawing/2014/main" id="{66910F86-E065-4D04-A1F1-55349DB6A13A}"/>
              </a:ext>
            </a:extLst>
          </p:cNvPr>
          <p:cNvPicPr>
            <a:picLocks noChangeAspect="1"/>
          </p:cNvPicPr>
          <p:nvPr/>
        </p:nvPicPr>
        <p:blipFill rotWithShape="1">
          <a:blip r:embed="rId24"/>
          <a:srcRect r="51003" b="50581"/>
          <a:stretch/>
        </p:blipFill>
        <p:spPr>
          <a:xfrm>
            <a:off x="6325464" y="2433575"/>
            <a:ext cx="577565" cy="577696"/>
          </a:xfrm>
          <a:prstGeom prst="rect">
            <a:avLst/>
          </a:prstGeom>
        </p:spPr>
      </p:pic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CACA4E4E-C54C-4649-B245-F7E917A73438}"/>
              </a:ext>
            </a:extLst>
          </p:cNvPr>
          <p:cNvCxnSpPr>
            <a:cxnSpLocks/>
          </p:cNvCxnSpPr>
          <p:nvPr/>
        </p:nvCxnSpPr>
        <p:spPr>
          <a:xfrm flipH="1">
            <a:off x="6901107" y="3575172"/>
            <a:ext cx="97062" cy="225013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25B9AB08-75C4-4B5D-BCB0-F5A4F049AB8B}"/>
              </a:ext>
            </a:extLst>
          </p:cNvPr>
          <p:cNvCxnSpPr>
            <a:cxnSpLocks/>
          </p:cNvCxnSpPr>
          <p:nvPr/>
        </p:nvCxnSpPr>
        <p:spPr>
          <a:xfrm flipV="1">
            <a:off x="7747381" y="3325385"/>
            <a:ext cx="85725" cy="182440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0401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: 圓角 72">
            <a:extLst>
              <a:ext uri="{FF2B5EF4-FFF2-40B4-BE49-F238E27FC236}">
                <a16:creationId xmlns:a16="http://schemas.microsoft.com/office/drawing/2014/main" id="{AF2CD985-E316-49AB-BF4B-63BF05252804}"/>
              </a:ext>
            </a:extLst>
          </p:cNvPr>
          <p:cNvSpPr/>
          <p:nvPr/>
        </p:nvSpPr>
        <p:spPr>
          <a:xfrm>
            <a:off x="6219717" y="1261745"/>
            <a:ext cx="2518997" cy="4419379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20873" tIns="10437" rIns="20873" bIns="1043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411" dirty="0"/>
          </a:p>
        </p:txBody>
      </p:sp>
      <p:pic>
        <p:nvPicPr>
          <p:cNvPr id="92" name="圖片 91">
            <a:extLst>
              <a:ext uri="{FF2B5EF4-FFF2-40B4-BE49-F238E27FC236}">
                <a16:creationId xmlns:a16="http://schemas.microsoft.com/office/drawing/2014/main" id="{DE55028B-C902-4300-BAF9-E77F082AAEF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210"/>
          <a:stretch/>
        </p:blipFill>
        <p:spPr>
          <a:xfrm>
            <a:off x="6982626" y="1588479"/>
            <a:ext cx="599218" cy="1178886"/>
          </a:xfrm>
          <a:prstGeom prst="rect">
            <a:avLst/>
          </a:prstGeom>
        </p:spPr>
      </p:pic>
      <p:pic>
        <p:nvPicPr>
          <p:cNvPr id="93" name="圖片 92">
            <a:extLst>
              <a:ext uri="{FF2B5EF4-FFF2-40B4-BE49-F238E27FC236}">
                <a16:creationId xmlns:a16="http://schemas.microsoft.com/office/drawing/2014/main" id="{C4FA81F1-EA15-4F03-A4B7-B3B16342BD1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445"/>
          <a:stretch/>
        </p:blipFill>
        <p:spPr>
          <a:xfrm>
            <a:off x="7816976" y="2419353"/>
            <a:ext cx="593536" cy="1178887"/>
          </a:xfrm>
          <a:prstGeom prst="rect">
            <a:avLst/>
          </a:prstGeom>
        </p:spPr>
      </p:pic>
      <p:pic>
        <p:nvPicPr>
          <p:cNvPr id="94" name="圖片 93">
            <a:extLst>
              <a:ext uri="{FF2B5EF4-FFF2-40B4-BE49-F238E27FC236}">
                <a16:creationId xmlns:a16="http://schemas.microsoft.com/office/drawing/2014/main" id="{145D7180-B4C8-4258-B8ED-01F7B76E19D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975" r="24608"/>
          <a:stretch/>
        </p:blipFill>
        <p:spPr>
          <a:xfrm>
            <a:off x="6307064" y="3782163"/>
            <a:ext cx="614375" cy="1178886"/>
          </a:xfrm>
          <a:prstGeom prst="rect">
            <a:avLst/>
          </a:prstGeom>
        </p:spPr>
      </p:pic>
      <p:pic>
        <p:nvPicPr>
          <p:cNvPr id="95" name="圖片 94">
            <a:extLst>
              <a:ext uri="{FF2B5EF4-FFF2-40B4-BE49-F238E27FC236}">
                <a16:creationId xmlns:a16="http://schemas.microsoft.com/office/drawing/2014/main" id="{51D3BEA8-5028-49BB-98F4-24CA8A5BA4F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430" r="49783"/>
          <a:stretch/>
        </p:blipFill>
        <p:spPr>
          <a:xfrm>
            <a:off x="7062926" y="4242849"/>
            <a:ext cx="623307" cy="1178887"/>
          </a:xfrm>
          <a:prstGeom prst="rect">
            <a:avLst/>
          </a:prstGeom>
        </p:spPr>
      </p:pic>
      <p:pic>
        <p:nvPicPr>
          <p:cNvPr id="96" name="圖片 95">
            <a:extLst>
              <a:ext uri="{FF2B5EF4-FFF2-40B4-BE49-F238E27FC236}">
                <a16:creationId xmlns:a16="http://schemas.microsoft.com/office/drawing/2014/main" id="{63E7967E-EF0D-4FFF-91B8-97CE70A58AB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0542"/>
          <a:stretch/>
        </p:blipFill>
        <p:spPr>
          <a:xfrm>
            <a:off x="7824152" y="3742155"/>
            <a:ext cx="590388" cy="1188753"/>
          </a:xfrm>
          <a:prstGeom prst="rect">
            <a:avLst/>
          </a:prstGeom>
        </p:spPr>
      </p:pic>
      <p:pic>
        <p:nvPicPr>
          <p:cNvPr id="97" name="圖片 96">
            <a:extLst>
              <a:ext uri="{FF2B5EF4-FFF2-40B4-BE49-F238E27FC236}">
                <a16:creationId xmlns:a16="http://schemas.microsoft.com/office/drawing/2014/main" id="{C8F0DC94-8CD7-4F5C-9C50-3B09EB01196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0277"/>
          <a:stretch/>
        </p:blipFill>
        <p:spPr>
          <a:xfrm>
            <a:off x="6331599" y="2418099"/>
            <a:ext cx="593549" cy="1188753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4EC70484-D389-4332-BDD4-D89E28418569}"/>
              </a:ext>
            </a:extLst>
          </p:cNvPr>
          <p:cNvSpPr txBox="1"/>
          <p:nvPr/>
        </p:nvSpPr>
        <p:spPr>
          <a:xfrm>
            <a:off x="6323340" y="1335455"/>
            <a:ext cx="2307359" cy="262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108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Valley-mixed excitons transition rate</a:t>
            </a:r>
            <a:endParaRPr lang="zh-TW" altLang="en-US" sz="110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7235776" y="2583450"/>
                <a:ext cx="186226" cy="216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809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776" y="2583450"/>
                <a:ext cx="186226" cy="216854"/>
              </a:xfrm>
              <a:prstGeom prst="rect">
                <a:avLst/>
              </a:prstGeom>
              <a:blipFill>
                <a:blip r:embed="rId4"/>
                <a:stretch>
                  <a:fillRect r="-838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/>
              <p:nvPr/>
            </p:nvSpPr>
            <p:spPr>
              <a:xfrm>
                <a:off x="7243161" y="1972858"/>
                <a:ext cx="186226" cy="216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809" dirty="0"/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3161" y="1972858"/>
                <a:ext cx="186226" cy="216854"/>
              </a:xfrm>
              <a:prstGeom prst="rect">
                <a:avLst/>
              </a:prstGeom>
              <a:blipFill>
                <a:blip r:embed="rId5"/>
                <a:stretch>
                  <a:fillRect r="-870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群組 32">
            <a:extLst>
              <a:ext uri="{FF2B5EF4-FFF2-40B4-BE49-F238E27FC236}">
                <a16:creationId xmlns:a16="http://schemas.microsoft.com/office/drawing/2014/main" id="{6A0B58D1-42C1-4CB5-BA3E-EA6F7197B252}"/>
              </a:ext>
            </a:extLst>
          </p:cNvPr>
          <p:cNvGrpSpPr/>
          <p:nvPr/>
        </p:nvGrpSpPr>
        <p:grpSpPr>
          <a:xfrm>
            <a:off x="7264895" y="1839991"/>
            <a:ext cx="34974" cy="33550"/>
            <a:chOff x="1373392" y="2391862"/>
            <a:chExt cx="479433" cy="476535"/>
          </a:xfrm>
        </p:grpSpPr>
        <p:sp>
          <p:nvSpPr>
            <p:cNvPr id="36" name="箭號: 向右 35">
              <a:extLst>
                <a:ext uri="{FF2B5EF4-FFF2-40B4-BE49-F238E27FC236}">
                  <a16:creationId xmlns:a16="http://schemas.microsoft.com/office/drawing/2014/main" id="{4F78E4FD-EB91-46FA-9BDF-491D0474719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9">
                <a:solidFill>
                  <a:schemeClr val="bg1"/>
                </a:solidFill>
              </a:endParaRPr>
            </a:p>
          </p:txBody>
        </p:sp>
        <p:sp>
          <p:nvSpPr>
            <p:cNvPr id="37" name="箭號: 向右 36">
              <a:extLst>
                <a:ext uri="{FF2B5EF4-FFF2-40B4-BE49-F238E27FC236}">
                  <a16:creationId xmlns:a16="http://schemas.microsoft.com/office/drawing/2014/main" id="{5E35A25D-4007-47EC-AAFC-52AE6F735637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/>
              <p:nvPr/>
            </p:nvSpPr>
            <p:spPr>
              <a:xfrm>
                <a:off x="7178893" y="1671418"/>
                <a:ext cx="137328" cy="2194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767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8893" y="1671418"/>
                <a:ext cx="137328" cy="219419"/>
              </a:xfrm>
              <a:prstGeom prst="rect">
                <a:avLst/>
              </a:prstGeom>
              <a:blipFill>
                <a:blip r:embed="rId6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/>
              <p:nvPr/>
            </p:nvSpPr>
            <p:spPr>
              <a:xfrm>
                <a:off x="7240903" y="1806995"/>
                <a:ext cx="103347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767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0903" y="1806995"/>
                <a:ext cx="103347" cy="210379"/>
              </a:xfrm>
              <a:prstGeom prst="rect">
                <a:avLst/>
              </a:prstGeom>
              <a:blipFill>
                <a:blip r:embed="rId7"/>
                <a:stretch>
                  <a:fillRect r="-705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7268144" y="2453152"/>
            <a:ext cx="34974" cy="33550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9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7182154" y="2284579"/>
                <a:ext cx="126395" cy="2194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767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2154" y="2284579"/>
                <a:ext cx="126395" cy="219419"/>
              </a:xfrm>
              <a:prstGeom prst="rect">
                <a:avLst/>
              </a:prstGeom>
              <a:blipFill>
                <a:blip r:embed="rId8"/>
                <a:stretch>
                  <a:fillRect r="-571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7272727" y="2393780"/>
                <a:ext cx="103347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767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2727" y="2393780"/>
                <a:ext cx="103347" cy="210379"/>
              </a:xfrm>
              <a:prstGeom prst="rect">
                <a:avLst/>
              </a:prstGeom>
              <a:blipFill>
                <a:blip r:embed="rId9"/>
                <a:stretch>
                  <a:fillRect r="-705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" name="圖片 60">
            <a:extLst>
              <a:ext uri="{FF2B5EF4-FFF2-40B4-BE49-F238E27FC236}">
                <a16:creationId xmlns:a16="http://schemas.microsoft.com/office/drawing/2014/main" id="{20522708-3559-461F-B738-E68F45B69D9E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/>
          <a:stretch/>
        </p:blipFill>
        <p:spPr>
          <a:xfrm>
            <a:off x="7579232" y="2180517"/>
            <a:ext cx="180371" cy="603087"/>
          </a:xfrm>
          <a:prstGeom prst="rect">
            <a:avLst/>
          </a:prstGeom>
        </p:spPr>
      </p:pic>
      <p:pic>
        <p:nvPicPr>
          <p:cNvPr id="143" name="圖片 142">
            <a:extLst>
              <a:ext uri="{FF2B5EF4-FFF2-40B4-BE49-F238E27FC236}">
                <a16:creationId xmlns:a16="http://schemas.microsoft.com/office/drawing/2014/main" id="{CE609567-16AC-4D6A-805B-651C24F002AA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50242"/>
          <a:stretch/>
        </p:blipFill>
        <p:spPr>
          <a:xfrm>
            <a:off x="7578296" y="1572274"/>
            <a:ext cx="180371" cy="5981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/>
              <p:nvPr/>
            </p:nvSpPr>
            <p:spPr>
              <a:xfrm>
                <a:off x="7540825" y="2034637"/>
                <a:ext cx="141332" cy="1981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68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0825" y="2034637"/>
                <a:ext cx="141332" cy="198196"/>
              </a:xfrm>
              <a:prstGeom prst="rect">
                <a:avLst/>
              </a:prstGeom>
              <a:blipFill>
                <a:blip r:embed="rId11"/>
                <a:stretch>
                  <a:fillRect r="-5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7546192" y="2647799"/>
                <a:ext cx="141332" cy="1981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68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6192" y="2647799"/>
                <a:ext cx="141332" cy="198196"/>
              </a:xfrm>
              <a:prstGeom prst="rect">
                <a:avLst/>
              </a:prstGeom>
              <a:blipFill>
                <a:blip r:embed="rId12"/>
                <a:stretch>
                  <a:fillRect r="-5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/>
              <p:nvPr/>
            </p:nvSpPr>
            <p:spPr>
              <a:xfrm>
                <a:off x="6937778" y="2756499"/>
                <a:ext cx="749746" cy="325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767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767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 xmlns="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7778" y="2756499"/>
                <a:ext cx="749746" cy="3254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/>
              <p:nvPr/>
            </p:nvSpPr>
            <p:spPr>
              <a:xfrm>
                <a:off x="6233153" y="4973769"/>
                <a:ext cx="762187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 xmlns="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153" y="4973769"/>
                <a:ext cx="762187" cy="21037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/>
              <p:nvPr/>
            </p:nvSpPr>
            <p:spPr>
              <a:xfrm>
                <a:off x="7018250" y="5431874"/>
                <a:ext cx="707529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 xmlns="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8250" y="5431874"/>
                <a:ext cx="707529" cy="21037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7166046" y="3938988"/>
                <a:ext cx="389640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767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−1, 0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 xmlns="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6046" y="3938988"/>
                <a:ext cx="389640" cy="210379"/>
              </a:xfrm>
              <a:prstGeom prst="rect">
                <a:avLst/>
              </a:prstGeom>
              <a:blipFill>
                <a:blip r:embed="rId16"/>
                <a:stretch>
                  <a:fillRect t="-71429" r="-65079" b="-1114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7174097" y="2983276"/>
                <a:ext cx="389640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767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 xmlns="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4097" y="2983276"/>
                <a:ext cx="389640" cy="210379"/>
              </a:xfrm>
              <a:prstGeom prst="rect">
                <a:avLst/>
              </a:prstGeom>
              <a:blipFill>
                <a:blip r:embed="rId17"/>
                <a:stretch>
                  <a:fillRect t="-71429" r="-43750" b="-1114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7332246" y="3148489"/>
            <a:ext cx="77860" cy="80653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59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7026180" y="3188814"/>
            <a:ext cx="692094" cy="716921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7332246" y="3865007"/>
            <a:ext cx="77860" cy="80653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7221952" y="3201454"/>
            <a:ext cx="298450" cy="692094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7197736" y="3189055"/>
            <a:ext cx="346047" cy="716921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7221952" y="3201454"/>
            <a:ext cx="298450" cy="692094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7107713" y="3462033"/>
                <a:ext cx="84800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67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767" dirty="0"/>
              </a:p>
            </p:txBody>
          </p:sp>
        </mc:Choice>
        <mc:Fallback xmlns="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7713" y="3462033"/>
                <a:ext cx="84800" cy="210379"/>
              </a:xfrm>
              <a:prstGeom prst="rect">
                <a:avLst/>
              </a:prstGeom>
              <a:blipFill>
                <a:blip r:embed="rId18"/>
                <a:stretch>
                  <a:fillRect r="-42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7331793" y="3865007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7421611" y="3507756"/>
                <a:ext cx="84800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67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767" dirty="0"/>
              </a:p>
            </p:txBody>
          </p:sp>
        </mc:Choice>
        <mc:Fallback xmlns="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1611" y="3507756"/>
                <a:ext cx="84800" cy="210379"/>
              </a:xfrm>
              <a:prstGeom prst="rect">
                <a:avLst/>
              </a:prstGeom>
              <a:blipFill>
                <a:blip r:embed="rId19"/>
                <a:stretch>
                  <a:fillRect r="-571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7304604" y="3205927"/>
                <a:ext cx="123162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67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767" dirty="0"/>
              </a:p>
            </p:txBody>
          </p:sp>
        </mc:Choice>
        <mc:Fallback xmlns="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4604" y="3205927"/>
                <a:ext cx="123162" cy="210379"/>
              </a:xfrm>
              <a:prstGeom prst="rect">
                <a:avLst/>
              </a:prstGeom>
              <a:blipFill>
                <a:blip r:embed="rId20"/>
                <a:stretch>
                  <a:fillRect r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7197736" y="3189055"/>
            <a:ext cx="346047" cy="716921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7678251" y="3507189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7369307" y="3332754"/>
            <a:ext cx="813" cy="213711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7370724" y="3545418"/>
            <a:ext cx="93846" cy="75135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88610" y="3463231"/>
            <a:ext cx="0" cy="16437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6986077" y="3507189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7332360" y="3144715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59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39398" y="3500291"/>
            <a:ext cx="49083" cy="94767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7164929" y="3517091"/>
                <a:ext cx="151089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67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767" dirty="0"/>
              </a:p>
            </p:txBody>
          </p:sp>
        </mc:Choice>
        <mc:Fallback xmlns="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4929" y="3517091"/>
                <a:ext cx="151089" cy="210379"/>
              </a:xfrm>
              <a:prstGeom prst="rect">
                <a:avLst/>
              </a:prstGeom>
              <a:blipFill>
                <a:blip r:embed="rId21"/>
                <a:stretch>
                  <a:fillRect r="-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7264272" y="3548255"/>
            <a:ext cx="106203" cy="137335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7333300" y="3482437"/>
            <a:ext cx="71517" cy="144442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7352366" y="3363518"/>
                <a:ext cx="142371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67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767" dirty="0"/>
              </a:p>
            </p:txBody>
          </p:sp>
        </mc:Choice>
        <mc:Fallback xmlns="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2366" y="3363518"/>
                <a:ext cx="142371" cy="210379"/>
              </a:xfrm>
              <a:prstGeom prst="rect">
                <a:avLst/>
              </a:prstGeom>
              <a:blipFill>
                <a:blip r:embed="rId22"/>
                <a:stretch>
                  <a:fillRect r="-260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7366599" y="3334608"/>
            <a:ext cx="274117" cy="21551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Oval 22">
            <a:extLst>
              <a:ext uri="{FF2B5EF4-FFF2-40B4-BE49-F238E27FC236}">
                <a16:creationId xmlns:a16="http://schemas.microsoft.com/office/drawing/2014/main" id="{68D4C253-A7D7-4EF1-861B-831408D0CECC}"/>
              </a:ext>
            </a:extLst>
          </p:cNvPr>
          <p:cNvSpPr/>
          <p:nvPr/>
        </p:nvSpPr>
        <p:spPr>
          <a:xfrm>
            <a:off x="7496142" y="3642223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sp>
        <p:nvSpPr>
          <p:cNvPr id="60" name="Oval 22">
            <a:extLst>
              <a:ext uri="{FF2B5EF4-FFF2-40B4-BE49-F238E27FC236}">
                <a16:creationId xmlns:a16="http://schemas.microsoft.com/office/drawing/2014/main" id="{9DB2E29E-1DA6-4068-BFDE-62C0E72DDCD2}"/>
              </a:ext>
            </a:extLst>
          </p:cNvPr>
          <p:cNvSpPr/>
          <p:nvPr/>
        </p:nvSpPr>
        <p:spPr>
          <a:xfrm>
            <a:off x="7167444" y="3382918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/>
              <p:nvPr/>
            </p:nvSpPr>
            <p:spPr>
              <a:xfrm>
                <a:off x="6277038" y="3586329"/>
                <a:ext cx="674417" cy="325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7038" y="3586329"/>
                <a:ext cx="674417" cy="325410"/>
              </a:xfrm>
              <a:prstGeom prst="rect">
                <a:avLst/>
              </a:prstGeom>
              <a:blipFill>
                <a:blip r:embed="rId23"/>
                <a:stretch>
                  <a:fillRect l="-4545" t="-50000" b="-814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直線接點 71">
            <a:extLst>
              <a:ext uri="{FF2B5EF4-FFF2-40B4-BE49-F238E27FC236}">
                <a16:creationId xmlns:a16="http://schemas.microsoft.com/office/drawing/2014/main" id="{77B2AB87-5071-447A-AF7F-E86B82A679A6}"/>
              </a:ext>
            </a:extLst>
          </p:cNvPr>
          <p:cNvCxnSpPr>
            <a:cxnSpLocks/>
          </p:cNvCxnSpPr>
          <p:nvPr/>
        </p:nvCxnSpPr>
        <p:spPr>
          <a:xfrm>
            <a:off x="7573718" y="3734227"/>
            <a:ext cx="281354" cy="393456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/>
              <p:nvPr/>
            </p:nvSpPr>
            <p:spPr>
              <a:xfrm>
                <a:off x="7739667" y="3592497"/>
                <a:ext cx="762187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 xmlns="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9667" y="3592497"/>
                <a:ext cx="762187" cy="21037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/>
              <p:nvPr/>
            </p:nvSpPr>
            <p:spPr>
              <a:xfrm>
                <a:off x="7739667" y="4919723"/>
                <a:ext cx="762187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9667" y="4919723"/>
                <a:ext cx="762187" cy="210379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直線接點 76">
            <a:extLst>
              <a:ext uri="{FF2B5EF4-FFF2-40B4-BE49-F238E27FC236}">
                <a16:creationId xmlns:a16="http://schemas.microsoft.com/office/drawing/2014/main" id="{072C32C3-02A9-4845-9045-4A0AD873826B}"/>
              </a:ext>
            </a:extLst>
          </p:cNvPr>
          <p:cNvCxnSpPr>
            <a:cxnSpLocks/>
          </p:cNvCxnSpPr>
          <p:nvPr/>
        </p:nvCxnSpPr>
        <p:spPr>
          <a:xfrm>
            <a:off x="6914309" y="3012327"/>
            <a:ext cx="275727" cy="39395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98" name="群組 97">
            <a:extLst>
              <a:ext uri="{FF2B5EF4-FFF2-40B4-BE49-F238E27FC236}">
                <a16:creationId xmlns:a16="http://schemas.microsoft.com/office/drawing/2014/main" id="{E7149377-9A12-481F-B27F-13C99B2FA29A}"/>
              </a:ext>
            </a:extLst>
          </p:cNvPr>
          <p:cNvGrpSpPr/>
          <p:nvPr/>
        </p:nvGrpSpPr>
        <p:grpSpPr>
          <a:xfrm>
            <a:off x="7749516" y="1605033"/>
            <a:ext cx="854746" cy="785609"/>
            <a:chOff x="4207769" y="2687931"/>
            <a:chExt cx="1323709" cy="1216640"/>
          </a:xfrm>
        </p:grpSpPr>
        <p:pic>
          <p:nvPicPr>
            <p:cNvPr id="99" name="圖片 98">
              <a:extLst>
                <a:ext uri="{FF2B5EF4-FFF2-40B4-BE49-F238E27FC236}">
                  <a16:creationId xmlns:a16="http://schemas.microsoft.com/office/drawing/2014/main" id="{5D1374BB-C46D-4969-9F09-3CC6310FB8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68043"/>
            <a:stretch/>
          </p:blipFill>
          <p:spPr>
            <a:xfrm>
              <a:off x="4207769" y="2691196"/>
              <a:ext cx="1323709" cy="257490"/>
            </a:xfrm>
            <a:prstGeom prst="rect">
              <a:avLst/>
            </a:prstGeom>
          </p:spPr>
        </p:pic>
        <p:pic>
          <p:nvPicPr>
            <p:cNvPr id="100" name="圖片 99">
              <a:extLst>
                <a:ext uri="{FF2B5EF4-FFF2-40B4-BE49-F238E27FC236}">
                  <a16:creationId xmlns:a16="http://schemas.microsoft.com/office/drawing/2014/main" id="{83F27FDC-B4DE-4883-A140-18C194554C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60450"/>
            <a:stretch/>
          </p:blipFill>
          <p:spPr>
            <a:xfrm>
              <a:off x="4207769" y="3585899"/>
              <a:ext cx="1323709" cy="318672"/>
            </a:xfrm>
            <a:prstGeom prst="rect">
              <a:avLst/>
            </a:prstGeom>
          </p:spPr>
        </p:pic>
        <p:pic>
          <p:nvPicPr>
            <p:cNvPr id="101" name="圖片 100">
              <a:extLst>
                <a:ext uri="{FF2B5EF4-FFF2-40B4-BE49-F238E27FC236}">
                  <a16:creationId xmlns:a16="http://schemas.microsoft.com/office/drawing/2014/main" id="{B61DC5E0-08F4-4462-96A6-0CED4604D2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7"/>
            <a:srcRect l="11507" t="21184" r="9434" b="16673"/>
            <a:stretch/>
          </p:blipFill>
          <p:spPr>
            <a:xfrm>
              <a:off x="4326730" y="3647575"/>
              <a:ext cx="531019" cy="129089"/>
            </a:xfrm>
            <a:prstGeom prst="rect">
              <a:avLst/>
            </a:prstGeom>
          </p:spPr>
        </p:pic>
        <p:pic>
          <p:nvPicPr>
            <p:cNvPr id="102" name="圖片 101">
              <a:extLst>
                <a:ext uri="{FF2B5EF4-FFF2-40B4-BE49-F238E27FC236}">
                  <a16:creationId xmlns:a16="http://schemas.microsoft.com/office/drawing/2014/main" id="{37DBEF56-7C33-4BEF-9F1D-EE2FC451FD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7"/>
            <a:srcRect l="11507" t="21184" r="9434" b="16673"/>
            <a:stretch/>
          </p:blipFill>
          <p:spPr>
            <a:xfrm>
              <a:off x="4326730" y="2687931"/>
              <a:ext cx="531019" cy="129089"/>
            </a:xfrm>
            <a:prstGeom prst="rect">
              <a:avLst/>
            </a:prstGeom>
          </p:spPr>
        </p:pic>
      </p:grpSp>
      <p:cxnSp>
        <p:nvCxnSpPr>
          <p:cNvPr id="103" name="直線接點 102">
            <a:extLst>
              <a:ext uri="{FF2B5EF4-FFF2-40B4-BE49-F238E27FC236}">
                <a16:creationId xmlns:a16="http://schemas.microsoft.com/office/drawing/2014/main" id="{9259F10B-626A-4111-8419-6CDF2504BD93}"/>
              </a:ext>
            </a:extLst>
          </p:cNvPr>
          <p:cNvCxnSpPr>
            <a:cxnSpLocks/>
          </p:cNvCxnSpPr>
          <p:nvPr/>
        </p:nvCxnSpPr>
        <p:spPr>
          <a:xfrm flipH="1">
            <a:off x="6901107" y="3575172"/>
            <a:ext cx="97062" cy="225013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4" name="直線接點 103">
            <a:extLst>
              <a:ext uri="{FF2B5EF4-FFF2-40B4-BE49-F238E27FC236}">
                <a16:creationId xmlns:a16="http://schemas.microsoft.com/office/drawing/2014/main" id="{A5EB14A0-8F46-4D4F-9C49-614A1630770A}"/>
              </a:ext>
            </a:extLst>
          </p:cNvPr>
          <p:cNvCxnSpPr>
            <a:cxnSpLocks/>
          </p:cNvCxnSpPr>
          <p:nvPr/>
        </p:nvCxnSpPr>
        <p:spPr>
          <a:xfrm flipV="1">
            <a:off x="7747381" y="3325385"/>
            <a:ext cx="85725" cy="182440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4380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: 圓角 72">
            <a:extLst>
              <a:ext uri="{FF2B5EF4-FFF2-40B4-BE49-F238E27FC236}">
                <a16:creationId xmlns:a16="http://schemas.microsoft.com/office/drawing/2014/main" id="{AF2CD985-E316-49AB-BF4B-63BF05252804}"/>
              </a:ext>
            </a:extLst>
          </p:cNvPr>
          <p:cNvSpPr/>
          <p:nvPr/>
        </p:nvSpPr>
        <p:spPr>
          <a:xfrm>
            <a:off x="6219717" y="1261745"/>
            <a:ext cx="2518997" cy="4419379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20873" tIns="10437" rIns="20873" bIns="1043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411" dirty="0"/>
          </a:p>
        </p:txBody>
      </p:sp>
      <p:pic>
        <p:nvPicPr>
          <p:cNvPr id="111" name="圖片 110">
            <a:extLst>
              <a:ext uri="{FF2B5EF4-FFF2-40B4-BE49-F238E27FC236}">
                <a16:creationId xmlns:a16="http://schemas.microsoft.com/office/drawing/2014/main" id="{58B22980-8775-42D9-99FD-9696A1CBE57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231"/>
          <a:stretch/>
        </p:blipFill>
        <p:spPr>
          <a:xfrm>
            <a:off x="6989844" y="1592546"/>
            <a:ext cx="594782" cy="1174833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4EC70484-D389-4332-BDD4-D89E28418569}"/>
              </a:ext>
            </a:extLst>
          </p:cNvPr>
          <p:cNvSpPr txBox="1"/>
          <p:nvPr/>
        </p:nvSpPr>
        <p:spPr>
          <a:xfrm>
            <a:off x="6323340" y="1335455"/>
            <a:ext cx="2307359" cy="262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108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Valley-mixed excitons transition rate</a:t>
            </a:r>
            <a:endParaRPr lang="zh-TW" altLang="en-US" sz="110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7235776" y="2583450"/>
                <a:ext cx="186226" cy="216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809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776" y="2583450"/>
                <a:ext cx="186226" cy="216854"/>
              </a:xfrm>
              <a:prstGeom prst="rect">
                <a:avLst/>
              </a:prstGeom>
              <a:blipFill>
                <a:blip r:embed="rId3"/>
                <a:stretch>
                  <a:fillRect r="-838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/>
              <p:nvPr/>
            </p:nvSpPr>
            <p:spPr>
              <a:xfrm>
                <a:off x="7243161" y="1972858"/>
                <a:ext cx="186226" cy="216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809" dirty="0"/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3161" y="1972858"/>
                <a:ext cx="186226" cy="216854"/>
              </a:xfrm>
              <a:prstGeom prst="rect">
                <a:avLst/>
              </a:prstGeom>
              <a:blipFill>
                <a:blip r:embed="rId4"/>
                <a:stretch>
                  <a:fillRect r="-870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群組 32">
            <a:extLst>
              <a:ext uri="{FF2B5EF4-FFF2-40B4-BE49-F238E27FC236}">
                <a16:creationId xmlns:a16="http://schemas.microsoft.com/office/drawing/2014/main" id="{6A0B58D1-42C1-4CB5-BA3E-EA6F7197B252}"/>
              </a:ext>
            </a:extLst>
          </p:cNvPr>
          <p:cNvGrpSpPr/>
          <p:nvPr/>
        </p:nvGrpSpPr>
        <p:grpSpPr>
          <a:xfrm>
            <a:off x="7264895" y="1839991"/>
            <a:ext cx="34974" cy="33550"/>
            <a:chOff x="1373392" y="2391862"/>
            <a:chExt cx="479433" cy="476535"/>
          </a:xfrm>
        </p:grpSpPr>
        <p:sp>
          <p:nvSpPr>
            <p:cNvPr id="36" name="箭號: 向右 35">
              <a:extLst>
                <a:ext uri="{FF2B5EF4-FFF2-40B4-BE49-F238E27FC236}">
                  <a16:creationId xmlns:a16="http://schemas.microsoft.com/office/drawing/2014/main" id="{4F78E4FD-EB91-46FA-9BDF-491D0474719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9">
                <a:solidFill>
                  <a:schemeClr val="bg1"/>
                </a:solidFill>
              </a:endParaRPr>
            </a:p>
          </p:txBody>
        </p:sp>
        <p:sp>
          <p:nvSpPr>
            <p:cNvPr id="37" name="箭號: 向右 36">
              <a:extLst>
                <a:ext uri="{FF2B5EF4-FFF2-40B4-BE49-F238E27FC236}">
                  <a16:creationId xmlns:a16="http://schemas.microsoft.com/office/drawing/2014/main" id="{5E35A25D-4007-47EC-AAFC-52AE6F735637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/>
              <p:nvPr/>
            </p:nvSpPr>
            <p:spPr>
              <a:xfrm>
                <a:off x="7178893" y="1671418"/>
                <a:ext cx="137328" cy="2194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767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8893" y="1671418"/>
                <a:ext cx="137328" cy="219419"/>
              </a:xfrm>
              <a:prstGeom prst="rect">
                <a:avLst/>
              </a:prstGeom>
              <a:blipFill>
                <a:blip r:embed="rId5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/>
              <p:nvPr/>
            </p:nvSpPr>
            <p:spPr>
              <a:xfrm>
                <a:off x="7240903" y="1806995"/>
                <a:ext cx="103347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767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0903" y="1806995"/>
                <a:ext cx="103347" cy="210379"/>
              </a:xfrm>
              <a:prstGeom prst="rect">
                <a:avLst/>
              </a:prstGeom>
              <a:blipFill>
                <a:blip r:embed="rId6"/>
                <a:stretch>
                  <a:fillRect r="-705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7268144" y="2453152"/>
            <a:ext cx="34974" cy="33550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9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7182154" y="2284579"/>
                <a:ext cx="126395" cy="2194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767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2154" y="2284579"/>
                <a:ext cx="126395" cy="219419"/>
              </a:xfrm>
              <a:prstGeom prst="rect">
                <a:avLst/>
              </a:prstGeom>
              <a:blipFill>
                <a:blip r:embed="rId7"/>
                <a:stretch>
                  <a:fillRect r="-571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7272727" y="2393780"/>
                <a:ext cx="103347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767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2727" y="2393780"/>
                <a:ext cx="103347" cy="210379"/>
              </a:xfrm>
              <a:prstGeom prst="rect">
                <a:avLst/>
              </a:prstGeom>
              <a:blipFill>
                <a:blip r:embed="rId8"/>
                <a:stretch>
                  <a:fillRect r="-705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" name="圖片 60">
            <a:extLst>
              <a:ext uri="{FF2B5EF4-FFF2-40B4-BE49-F238E27FC236}">
                <a16:creationId xmlns:a16="http://schemas.microsoft.com/office/drawing/2014/main" id="{20522708-3559-461F-B738-E68F45B69D9E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/>
          <a:stretch/>
        </p:blipFill>
        <p:spPr>
          <a:xfrm>
            <a:off x="7579232" y="2180517"/>
            <a:ext cx="180371" cy="603087"/>
          </a:xfrm>
          <a:prstGeom prst="rect">
            <a:avLst/>
          </a:prstGeom>
        </p:spPr>
      </p:pic>
      <p:pic>
        <p:nvPicPr>
          <p:cNvPr id="143" name="圖片 142">
            <a:extLst>
              <a:ext uri="{FF2B5EF4-FFF2-40B4-BE49-F238E27FC236}">
                <a16:creationId xmlns:a16="http://schemas.microsoft.com/office/drawing/2014/main" id="{CE609567-16AC-4D6A-805B-651C24F002AA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50242"/>
          <a:stretch/>
        </p:blipFill>
        <p:spPr>
          <a:xfrm>
            <a:off x="7578296" y="1572274"/>
            <a:ext cx="180371" cy="5981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/>
              <p:nvPr/>
            </p:nvSpPr>
            <p:spPr>
              <a:xfrm>
                <a:off x="7540825" y="2034637"/>
                <a:ext cx="141332" cy="1981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68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0825" y="2034637"/>
                <a:ext cx="141332" cy="198196"/>
              </a:xfrm>
              <a:prstGeom prst="rect">
                <a:avLst/>
              </a:prstGeom>
              <a:blipFill>
                <a:blip r:embed="rId10"/>
                <a:stretch>
                  <a:fillRect r="-5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7546192" y="2647799"/>
                <a:ext cx="141332" cy="1981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68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6192" y="2647799"/>
                <a:ext cx="141332" cy="198196"/>
              </a:xfrm>
              <a:prstGeom prst="rect">
                <a:avLst/>
              </a:prstGeom>
              <a:blipFill>
                <a:blip r:embed="rId11"/>
                <a:stretch>
                  <a:fillRect r="-5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/>
              <p:nvPr/>
            </p:nvSpPr>
            <p:spPr>
              <a:xfrm>
                <a:off x="6937778" y="2756499"/>
                <a:ext cx="749746" cy="325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767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767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 xmlns="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7778" y="2756499"/>
                <a:ext cx="749746" cy="3254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/>
              <p:nvPr/>
            </p:nvSpPr>
            <p:spPr>
              <a:xfrm>
                <a:off x="6233153" y="4973769"/>
                <a:ext cx="762187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 xmlns="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153" y="4973769"/>
                <a:ext cx="762187" cy="21037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/>
              <p:nvPr/>
            </p:nvSpPr>
            <p:spPr>
              <a:xfrm>
                <a:off x="7018250" y="5431874"/>
                <a:ext cx="707529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 xmlns="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8250" y="5431874"/>
                <a:ext cx="707529" cy="21037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7166046" y="3938988"/>
                <a:ext cx="389640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767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−1, 2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 xmlns="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6046" y="3938988"/>
                <a:ext cx="389640" cy="210379"/>
              </a:xfrm>
              <a:prstGeom prst="rect">
                <a:avLst/>
              </a:prstGeom>
              <a:blipFill>
                <a:blip r:embed="rId15"/>
                <a:stretch>
                  <a:fillRect t="-71429" r="-65079" b="-1114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7174097" y="2983276"/>
                <a:ext cx="389640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767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 xmlns="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4097" y="2983276"/>
                <a:ext cx="389640" cy="210379"/>
              </a:xfrm>
              <a:prstGeom prst="rect">
                <a:avLst/>
              </a:prstGeom>
              <a:blipFill>
                <a:blip r:embed="rId16"/>
                <a:stretch>
                  <a:fillRect t="-71429" r="-43750" b="-1114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7332246" y="3148489"/>
            <a:ext cx="77860" cy="80653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59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7026180" y="3188814"/>
            <a:ext cx="692094" cy="716921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7332246" y="3865007"/>
            <a:ext cx="77860" cy="80653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7221952" y="3201454"/>
            <a:ext cx="298450" cy="692094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7197736" y="3189055"/>
            <a:ext cx="346047" cy="716921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7221952" y="3201454"/>
            <a:ext cx="298450" cy="692094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7107713" y="3462033"/>
                <a:ext cx="84800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67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767" dirty="0"/>
              </a:p>
            </p:txBody>
          </p:sp>
        </mc:Choice>
        <mc:Fallback xmlns="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7713" y="3462033"/>
                <a:ext cx="84800" cy="210379"/>
              </a:xfrm>
              <a:prstGeom prst="rect">
                <a:avLst/>
              </a:prstGeom>
              <a:blipFill>
                <a:blip r:embed="rId17"/>
                <a:stretch>
                  <a:fillRect r="-42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7331793" y="3865007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7421611" y="3507756"/>
                <a:ext cx="84800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67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767" dirty="0"/>
              </a:p>
            </p:txBody>
          </p:sp>
        </mc:Choice>
        <mc:Fallback xmlns="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1611" y="3507756"/>
                <a:ext cx="84800" cy="210379"/>
              </a:xfrm>
              <a:prstGeom prst="rect">
                <a:avLst/>
              </a:prstGeom>
              <a:blipFill>
                <a:blip r:embed="rId18"/>
                <a:stretch>
                  <a:fillRect r="-571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7304604" y="3205927"/>
                <a:ext cx="123162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67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767" dirty="0"/>
              </a:p>
            </p:txBody>
          </p:sp>
        </mc:Choice>
        <mc:Fallback xmlns="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4604" y="3205927"/>
                <a:ext cx="123162" cy="210379"/>
              </a:xfrm>
              <a:prstGeom prst="rect">
                <a:avLst/>
              </a:prstGeom>
              <a:blipFill>
                <a:blip r:embed="rId19"/>
                <a:stretch>
                  <a:fillRect r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7197736" y="3189055"/>
            <a:ext cx="346047" cy="716921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7678251" y="3507189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7369307" y="3332754"/>
            <a:ext cx="813" cy="213711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7370724" y="3545418"/>
            <a:ext cx="93846" cy="75135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88610" y="3463231"/>
            <a:ext cx="0" cy="16437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6986077" y="3507189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7332360" y="3144715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59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39398" y="3500291"/>
            <a:ext cx="49083" cy="94767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7164929" y="3517091"/>
                <a:ext cx="151089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67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767" dirty="0"/>
              </a:p>
            </p:txBody>
          </p:sp>
        </mc:Choice>
        <mc:Fallback xmlns="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4929" y="3517091"/>
                <a:ext cx="151089" cy="210379"/>
              </a:xfrm>
              <a:prstGeom prst="rect">
                <a:avLst/>
              </a:prstGeom>
              <a:blipFill>
                <a:blip r:embed="rId20"/>
                <a:stretch>
                  <a:fillRect r="-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7264272" y="3548255"/>
            <a:ext cx="106203" cy="137335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7333300" y="3482437"/>
            <a:ext cx="71517" cy="144442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7352366" y="3363518"/>
                <a:ext cx="142371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67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767" dirty="0"/>
              </a:p>
            </p:txBody>
          </p:sp>
        </mc:Choice>
        <mc:Fallback xmlns="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2366" y="3363518"/>
                <a:ext cx="142371" cy="210379"/>
              </a:xfrm>
              <a:prstGeom prst="rect">
                <a:avLst/>
              </a:prstGeom>
              <a:blipFill>
                <a:blip r:embed="rId21"/>
                <a:stretch>
                  <a:fillRect r="-260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7366599" y="3334608"/>
            <a:ext cx="274117" cy="21551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Oval 22">
            <a:extLst>
              <a:ext uri="{FF2B5EF4-FFF2-40B4-BE49-F238E27FC236}">
                <a16:creationId xmlns:a16="http://schemas.microsoft.com/office/drawing/2014/main" id="{68D4C253-A7D7-4EF1-861B-831408D0CECC}"/>
              </a:ext>
            </a:extLst>
          </p:cNvPr>
          <p:cNvSpPr/>
          <p:nvPr/>
        </p:nvSpPr>
        <p:spPr>
          <a:xfrm>
            <a:off x="7496142" y="3642223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sp>
        <p:nvSpPr>
          <p:cNvPr id="60" name="Oval 22">
            <a:extLst>
              <a:ext uri="{FF2B5EF4-FFF2-40B4-BE49-F238E27FC236}">
                <a16:creationId xmlns:a16="http://schemas.microsoft.com/office/drawing/2014/main" id="{9DB2E29E-1DA6-4068-BFDE-62C0E72DDCD2}"/>
              </a:ext>
            </a:extLst>
          </p:cNvPr>
          <p:cNvSpPr/>
          <p:nvPr/>
        </p:nvSpPr>
        <p:spPr>
          <a:xfrm>
            <a:off x="7167444" y="3382918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/>
              <p:nvPr/>
            </p:nvSpPr>
            <p:spPr>
              <a:xfrm>
                <a:off x="6277038" y="3586329"/>
                <a:ext cx="674417" cy="325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7038" y="3586329"/>
                <a:ext cx="674417" cy="325410"/>
              </a:xfrm>
              <a:prstGeom prst="rect">
                <a:avLst/>
              </a:prstGeom>
              <a:blipFill>
                <a:blip r:embed="rId22"/>
                <a:stretch>
                  <a:fillRect l="-4545" t="-50000" b="-814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直線接點 71">
            <a:extLst>
              <a:ext uri="{FF2B5EF4-FFF2-40B4-BE49-F238E27FC236}">
                <a16:creationId xmlns:a16="http://schemas.microsoft.com/office/drawing/2014/main" id="{77B2AB87-5071-447A-AF7F-E86B82A679A6}"/>
              </a:ext>
            </a:extLst>
          </p:cNvPr>
          <p:cNvCxnSpPr>
            <a:cxnSpLocks/>
          </p:cNvCxnSpPr>
          <p:nvPr/>
        </p:nvCxnSpPr>
        <p:spPr>
          <a:xfrm>
            <a:off x="7573718" y="3734227"/>
            <a:ext cx="281354" cy="393456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/>
              <p:nvPr/>
            </p:nvSpPr>
            <p:spPr>
              <a:xfrm>
                <a:off x="7739667" y="3592497"/>
                <a:ext cx="762187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 xmlns="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9667" y="3592497"/>
                <a:ext cx="762187" cy="210379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/>
              <p:nvPr/>
            </p:nvSpPr>
            <p:spPr>
              <a:xfrm>
                <a:off x="7739667" y="4919723"/>
                <a:ext cx="762187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9667" y="4919723"/>
                <a:ext cx="762187" cy="21037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直線接點 76">
            <a:extLst>
              <a:ext uri="{FF2B5EF4-FFF2-40B4-BE49-F238E27FC236}">
                <a16:creationId xmlns:a16="http://schemas.microsoft.com/office/drawing/2014/main" id="{072C32C3-02A9-4845-9045-4A0AD873826B}"/>
              </a:ext>
            </a:extLst>
          </p:cNvPr>
          <p:cNvCxnSpPr>
            <a:cxnSpLocks/>
          </p:cNvCxnSpPr>
          <p:nvPr/>
        </p:nvCxnSpPr>
        <p:spPr>
          <a:xfrm>
            <a:off x="6769538" y="2805479"/>
            <a:ext cx="420499" cy="600802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4" name="圖片 103">
            <a:extLst>
              <a:ext uri="{FF2B5EF4-FFF2-40B4-BE49-F238E27FC236}">
                <a16:creationId xmlns:a16="http://schemas.microsoft.com/office/drawing/2014/main" id="{73F7218C-6ADE-48A8-AD46-409E05AC0F35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68043"/>
          <a:stretch/>
        </p:blipFill>
        <p:spPr>
          <a:xfrm>
            <a:off x="7747985" y="1607716"/>
            <a:ext cx="854746" cy="166267"/>
          </a:xfrm>
          <a:prstGeom prst="rect">
            <a:avLst/>
          </a:prstGeom>
        </p:spPr>
      </p:pic>
      <p:pic>
        <p:nvPicPr>
          <p:cNvPr id="105" name="圖片 104">
            <a:extLst>
              <a:ext uri="{FF2B5EF4-FFF2-40B4-BE49-F238E27FC236}">
                <a16:creationId xmlns:a16="http://schemas.microsoft.com/office/drawing/2014/main" id="{8BF9914A-7206-4E04-83B1-FA0D8868C934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0450"/>
          <a:stretch/>
        </p:blipFill>
        <p:spPr>
          <a:xfrm>
            <a:off x="7747985" y="2185443"/>
            <a:ext cx="854746" cy="205773"/>
          </a:xfrm>
          <a:prstGeom prst="rect">
            <a:avLst/>
          </a:prstGeom>
        </p:spPr>
      </p:pic>
      <p:pic>
        <p:nvPicPr>
          <p:cNvPr id="106" name="圖片 105">
            <a:extLst>
              <a:ext uri="{FF2B5EF4-FFF2-40B4-BE49-F238E27FC236}">
                <a16:creationId xmlns:a16="http://schemas.microsoft.com/office/drawing/2014/main" id="{C74EEC17-67C4-4A39-99E7-EBC55D3996BE}"/>
              </a:ext>
            </a:extLst>
          </p:cNvPr>
          <p:cNvPicPr>
            <a:picLocks noChangeAspect="1"/>
          </p:cNvPicPr>
          <p:nvPr/>
        </p:nvPicPr>
        <p:blipFill rotWithShape="1">
          <a:blip r:embed="rId26"/>
          <a:srcRect l="11115" t="22564" r="9694" b="19380"/>
          <a:stretch/>
        </p:blipFill>
        <p:spPr>
          <a:xfrm>
            <a:off x="7817720" y="2225679"/>
            <a:ext cx="353341" cy="81448"/>
          </a:xfrm>
          <a:prstGeom prst="rect">
            <a:avLst/>
          </a:prstGeom>
        </p:spPr>
      </p:pic>
      <p:pic>
        <p:nvPicPr>
          <p:cNvPr id="107" name="圖片 106">
            <a:extLst>
              <a:ext uri="{FF2B5EF4-FFF2-40B4-BE49-F238E27FC236}">
                <a16:creationId xmlns:a16="http://schemas.microsoft.com/office/drawing/2014/main" id="{41F113BA-8A54-41F1-9974-A3F0DF726DBF}"/>
              </a:ext>
            </a:extLst>
          </p:cNvPr>
          <p:cNvPicPr>
            <a:picLocks noChangeAspect="1"/>
          </p:cNvPicPr>
          <p:nvPr/>
        </p:nvPicPr>
        <p:blipFill rotWithShape="1">
          <a:blip r:embed="rId26"/>
          <a:srcRect l="11115" t="22564" r="9694" b="19380"/>
          <a:stretch/>
        </p:blipFill>
        <p:spPr>
          <a:xfrm>
            <a:off x="7816071" y="1607469"/>
            <a:ext cx="353341" cy="81448"/>
          </a:xfrm>
          <a:prstGeom prst="rect">
            <a:avLst/>
          </a:prstGeom>
        </p:spPr>
      </p:pic>
      <p:pic>
        <p:nvPicPr>
          <p:cNvPr id="112" name="圖片 111">
            <a:extLst>
              <a:ext uri="{FF2B5EF4-FFF2-40B4-BE49-F238E27FC236}">
                <a16:creationId xmlns:a16="http://schemas.microsoft.com/office/drawing/2014/main" id="{EAED27BB-EFC0-4736-B630-90BCAEE4864C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1200"/>
          <a:stretch/>
        </p:blipFill>
        <p:spPr>
          <a:xfrm>
            <a:off x="7812378" y="3742598"/>
            <a:ext cx="581473" cy="1184141"/>
          </a:xfrm>
          <a:prstGeom prst="rect">
            <a:avLst/>
          </a:prstGeom>
        </p:spPr>
      </p:pic>
      <p:pic>
        <p:nvPicPr>
          <p:cNvPr id="113" name="圖片 112">
            <a:extLst>
              <a:ext uri="{FF2B5EF4-FFF2-40B4-BE49-F238E27FC236}">
                <a16:creationId xmlns:a16="http://schemas.microsoft.com/office/drawing/2014/main" id="{8A329DBC-2F9B-495B-AD94-394D5E5315B0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0196"/>
          <a:stretch/>
        </p:blipFill>
        <p:spPr>
          <a:xfrm>
            <a:off x="6328174" y="2413527"/>
            <a:ext cx="593367" cy="1183999"/>
          </a:xfrm>
          <a:prstGeom prst="rect">
            <a:avLst/>
          </a:prstGeom>
        </p:spPr>
      </p:pic>
      <p:cxnSp>
        <p:nvCxnSpPr>
          <p:cNvPr id="114" name="直線接點 113">
            <a:extLst>
              <a:ext uri="{FF2B5EF4-FFF2-40B4-BE49-F238E27FC236}">
                <a16:creationId xmlns:a16="http://schemas.microsoft.com/office/drawing/2014/main" id="{9418BC3C-6FA7-4197-9E0F-68E4A2F8C071}"/>
              </a:ext>
            </a:extLst>
          </p:cNvPr>
          <p:cNvCxnSpPr>
            <a:cxnSpLocks/>
          </p:cNvCxnSpPr>
          <p:nvPr/>
        </p:nvCxnSpPr>
        <p:spPr>
          <a:xfrm flipH="1">
            <a:off x="6901107" y="3575172"/>
            <a:ext cx="97062" cy="225013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5" name="直線接點 114">
            <a:extLst>
              <a:ext uri="{FF2B5EF4-FFF2-40B4-BE49-F238E27FC236}">
                <a16:creationId xmlns:a16="http://schemas.microsoft.com/office/drawing/2014/main" id="{84DEA2CA-6C9A-46E1-AD52-4DCBF01CFB94}"/>
              </a:ext>
            </a:extLst>
          </p:cNvPr>
          <p:cNvCxnSpPr>
            <a:cxnSpLocks/>
          </p:cNvCxnSpPr>
          <p:nvPr/>
        </p:nvCxnSpPr>
        <p:spPr>
          <a:xfrm flipV="1">
            <a:off x="7747381" y="3325385"/>
            <a:ext cx="85725" cy="182440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20" name="圖片 119">
            <a:extLst>
              <a:ext uri="{FF2B5EF4-FFF2-40B4-BE49-F238E27FC236}">
                <a16:creationId xmlns:a16="http://schemas.microsoft.com/office/drawing/2014/main" id="{E406B241-0A70-4DCF-ABA0-F8B42761AB28}"/>
              </a:ext>
            </a:extLst>
          </p:cNvPr>
          <p:cNvPicPr>
            <a:picLocks noChangeAspect="1"/>
          </p:cNvPicPr>
          <p:nvPr/>
        </p:nvPicPr>
        <p:blipFill rotWithShape="1">
          <a:blip r:embed="rId2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236"/>
          <a:stretch/>
        </p:blipFill>
        <p:spPr>
          <a:xfrm>
            <a:off x="7812210" y="2427261"/>
            <a:ext cx="588220" cy="1162101"/>
          </a:xfrm>
          <a:prstGeom prst="rect">
            <a:avLst/>
          </a:prstGeom>
        </p:spPr>
      </p:pic>
      <p:pic>
        <p:nvPicPr>
          <p:cNvPr id="121" name="圖片 120">
            <a:extLst>
              <a:ext uri="{FF2B5EF4-FFF2-40B4-BE49-F238E27FC236}">
                <a16:creationId xmlns:a16="http://schemas.microsoft.com/office/drawing/2014/main" id="{7A07E351-0A92-4595-8F81-D7A4339B3329}"/>
              </a:ext>
            </a:extLst>
          </p:cNvPr>
          <p:cNvPicPr>
            <a:picLocks noChangeAspect="1"/>
          </p:cNvPicPr>
          <p:nvPr/>
        </p:nvPicPr>
        <p:blipFill rotWithShape="1">
          <a:blip r:embed="rId2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597" r="50000"/>
          <a:stretch/>
        </p:blipFill>
        <p:spPr>
          <a:xfrm>
            <a:off x="7070373" y="4251885"/>
            <a:ext cx="603373" cy="1162101"/>
          </a:xfrm>
          <a:prstGeom prst="rect">
            <a:avLst/>
          </a:prstGeom>
        </p:spPr>
      </p:pic>
      <p:pic>
        <p:nvPicPr>
          <p:cNvPr id="122" name="圖片 121">
            <a:extLst>
              <a:ext uri="{FF2B5EF4-FFF2-40B4-BE49-F238E27FC236}">
                <a16:creationId xmlns:a16="http://schemas.microsoft.com/office/drawing/2014/main" id="{FA3D2231-70F2-436E-898F-2B5BEA44CC57}"/>
              </a:ext>
            </a:extLst>
          </p:cNvPr>
          <p:cNvPicPr>
            <a:picLocks noChangeAspect="1"/>
          </p:cNvPicPr>
          <p:nvPr/>
        </p:nvPicPr>
        <p:blipFill rotWithShape="1">
          <a:blip r:embed="rId2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729" r="24452"/>
          <a:stretch/>
        </p:blipFill>
        <p:spPr>
          <a:xfrm>
            <a:off x="6305443" y="3794487"/>
            <a:ext cx="613263" cy="116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364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: 圓角 72">
            <a:extLst>
              <a:ext uri="{FF2B5EF4-FFF2-40B4-BE49-F238E27FC236}">
                <a16:creationId xmlns:a16="http://schemas.microsoft.com/office/drawing/2014/main" id="{AF2CD985-E316-49AB-BF4B-63BF05252804}"/>
              </a:ext>
            </a:extLst>
          </p:cNvPr>
          <p:cNvSpPr/>
          <p:nvPr/>
        </p:nvSpPr>
        <p:spPr>
          <a:xfrm>
            <a:off x="6219717" y="1261745"/>
            <a:ext cx="2518997" cy="4419379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20873" tIns="10437" rIns="20873" bIns="1043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411" dirty="0"/>
          </a:p>
        </p:txBody>
      </p:sp>
      <p:pic>
        <p:nvPicPr>
          <p:cNvPr id="88" name="圖片 87">
            <a:extLst>
              <a:ext uri="{FF2B5EF4-FFF2-40B4-BE49-F238E27FC236}">
                <a16:creationId xmlns:a16="http://schemas.microsoft.com/office/drawing/2014/main" id="{E7D364EB-A3E5-44D8-B826-9192CB5DD31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218"/>
          <a:stretch/>
        </p:blipFill>
        <p:spPr>
          <a:xfrm>
            <a:off x="6980340" y="1588632"/>
            <a:ext cx="596807" cy="1179471"/>
          </a:xfrm>
          <a:prstGeom prst="rect">
            <a:avLst/>
          </a:prstGeom>
        </p:spPr>
      </p:pic>
      <p:pic>
        <p:nvPicPr>
          <p:cNvPr id="89" name="圖片 88">
            <a:extLst>
              <a:ext uri="{FF2B5EF4-FFF2-40B4-BE49-F238E27FC236}">
                <a16:creationId xmlns:a16="http://schemas.microsoft.com/office/drawing/2014/main" id="{4689C949-80FA-4E14-8C73-1ADBABF105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276"/>
          <a:stretch/>
        </p:blipFill>
        <p:spPr>
          <a:xfrm>
            <a:off x="7807813" y="2421379"/>
            <a:ext cx="593041" cy="1174804"/>
          </a:xfrm>
          <a:prstGeom prst="rect">
            <a:avLst/>
          </a:prstGeom>
        </p:spPr>
      </p:pic>
      <p:pic>
        <p:nvPicPr>
          <p:cNvPr id="90" name="圖片 89">
            <a:extLst>
              <a:ext uri="{FF2B5EF4-FFF2-40B4-BE49-F238E27FC236}">
                <a16:creationId xmlns:a16="http://schemas.microsoft.com/office/drawing/2014/main" id="{161FF075-13E2-477B-B2AC-908E3836FED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755" r="24615"/>
          <a:stretch/>
        </p:blipFill>
        <p:spPr>
          <a:xfrm>
            <a:off x="6303010" y="3787766"/>
            <a:ext cx="617220" cy="1179471"/>
          </a:xfrm>
          <a:prstGeom prst="rect">
            <a:avLst/>
          </a:prstGeom>
        </p:spPr>
      </p:pic>
      <p:pic>
        <p:nvPicPr>
          <p:cNvPr id="91" name="圖片 90">
            <a:extLst>
              <a:ext uri="{FF2B5EF4-FFF2-40B4-BE49-F238E27FC236}">
                <a16:creationId xmlns:a16="http://schemas.microsoft.com/office/drawing/2014/main" id="{DACFB157-4E3E-4C3E-89CD-3AEAF2FCA0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869" r="49720"/>
          <a:stretch/>
        </p:blipFill>
        <p:spPr>
          <a:xfrm>
            <a:off x="7070101" y="4237782"/>
            <a:ext cx="611945" cy="1179471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4EC70484-D389-4332-BDD4-D89E28418569}"/>
              </a:ext>
            </a:extLst>
          </p:cNvPr>
          <p:cNvSpPr txBox="1"/>
          <p:nvPr/>
        </p:nvSpPr>
        <p:spPr>
          <a:xfrm>
            <a:off x="6323340" y="1335455"/>
            <a:ext cx="2307359" cy="262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108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Valley-mixed excitons transition rate</a:t>
            </a:r>
            <a:endParaRPr lang="zh-TW" altLang="en-US" sz="110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7235776" y="2583450"/>
                <a:ext cx="186226" cy="216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809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776" y="2583450"/>
                <a:ext cx="186226" cy="216854"/>
              </a:xfrm>
              <a:prstGeom prst="rect">
                <a:avLst/>
              </a:prstGeom>
              <a:blipFill>
                <a:blip r:embed="rId3"/>
                <a:stretch>
                  <a:fillRect r="-838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/>
              <p:nvPr/>
            </p:nvSpPr>
            <p:spPr>
              <a:xfrm>
                <a:off x="7243161" y="1972858"/>
                <a:ext cx="186226" cy="216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80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809" dirty="0"/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3161" y="1972858"/>
                <a:ext cx="186226" cy="216854"/>
              </a:xfrm>
              <a:prstGeom prst="rect">
                <a:avLst/>
              </a:prstGeom>
              <a:blipFill>
                <a:blip r:embed="rId4"/>
                <a:stretch>
                  <a:fillRect r="-870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群組 32">
            <a:extLst>
              <a:ext uri="{FF2B5EF4-FFF2-40B4-BE49-F238E27FC236}">
                <a16:creationId xmlns:a16="http://schemas.microsoft.com/office/drawing/2014/main" id="{6A0B58D1-42C1-4CB5-BA3E-EA6F7197B252}"/>
              </a:ext>
            </a:extLst>
          </p:cNvPr>
          <p:cNvGrpSpPr/>
          <p:nvPr/>
        </p:nvGrpSpPr>
        <p:grpSpPr>
          <a:xfrm>
            <a:off x="7264895" y="1839991"/>
            <a:ext cx="34974" cy="33550"/>
            <a:chOff x="1373392" y="2391862"/>
            <a:chExt cx="479433" cy="476535"/>
          </a:xfrm>
        </p:grpSpPr>
        <p:sp>
          <p:nvSpPr>
            <p:cNvPr id="36" name="箭號: 向右 35">
              <a:extLst>
                <a:ext uri="{FF2B5EF4-FFF2-40B4-BE49-F238E27FC236}">
                  <a16:creationId xmlns:a16="http://schemas.microsoft.com/office/drawing/2014/main" id="{4F78E4FD-EB91-46FA-9BDF-491D0474719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9">
                <a:solidFill>
                  <a:schemeClr val="bg1"/>
                </a:solidFill>
              </a:endParaRPr>
            </a:p>
          </p:txBody>
        </p:sp>
        <p:sp>
          <p:nvSpPr>
            <p:cNvPr id="37" name="箭號: 向右 36">
              <a:extLst>
                <a:ext uri="{FF2B5EF4-FFF2-40B4-BE49-F238E27FC236}">
                  <a16:creationId xmlns:a16="http://schemas.microsoft.com/office/drawing/2014/main" id="{5E35A25D-4007-47EC-AAFC-52AE6F735637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/>
              <p:nvPr/>
            </p:nvSpPr>
            <p:spPr>
              <a:xfrm>
                <a:off x="7178893" y="1671418"/>
                <a:ext cx="137328" cy="2194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767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8893" y="1671418"/>
                <a:ext cx="137328" cy="219419"/>
              </a:xfrm>
              <a:prstGeom prst="rect">
                <a:avLst/>
              </a:prstGeom>
              <a:blipFill>
                <a:blip r:embed="rId5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/>
              <p:nvPr/>
            </p:nvSpPr>
            <p:spPr>
              <a:xfrm>
                <a:off x="7240903" y="1806995"/>
                <a:ext cx="103347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767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0903" y="1806995"/>
                <a:ext cx="103347" cy="210379"/>
              </a:xfrm>
              <a:prstGeom prst="rect">
                <a:avLst/>
              </a:prstGeom>
              <a:blipFill>
                <a:blip r:embed="rId6"/>
                <a:stretch>
                  <a:fillRect r="-705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7268144" y="2453152"/>
            <a:ext cx="34974" cy="33550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9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7182154" y="2284579"/>
                <a:ext cx="126395" cy="2194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767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2154" y="2284579"/>
                <a:ext cx="126395" cy="219419"/>
              </a:xfrm>
              <a:prstGeom prst="rect">
                <a:avLst/>
              </a:prstGeom>
              <a:blipFill>
                <a:blip r:embed="rId7"/>
                <a:stretch>
                  <a:fillRect r="-571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7272727" y="2393780"/>
                <a:ext cx="103347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67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767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2727" y="2393780"/>
                <a:ext cx="103347" cy="210379"/>
              </a:xfrm>
              <a:prstGeom prst="rect">
                <a:avLst/>
              </a:prstGeom>
              <a:blipFill>
                <a:blip r:embed="rId8"/>
                <a:stretch>
                  <a:fillRect r="-705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" name="圖片 60">
            <a:extLst>
              <a:ext uri="{FF2B5EF4-FFF2-40B4-BE49-F238E27FC236}">
                <a16:creationId xmlns:a16="http://schemas.microsoft.com/office/drawing/2014/main" id="{20522708-3559-461F-B738-E68F45B69D9E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/>
          <a:stretch/>
        </p:blipFill>
        <p:spPr>
          <a:xfrm>
            <a:off x="7579232" y="2180517"/>
            <a:ext cx="180371" cy="603087"/>
          </a:xfrm>
          <a:prstGeom prst="rect">
            <a:avLst/>
          </a:prstGeom>
        </p:spPr>
      </p:pic>
      <p:pic>
        <p:nvPicPr>
          <p:cNvPr id="143" name="圖片 142">
            <a:extLst>
              <a:ext uri="{FF2B5EF4-FFF2-40B4-BE49-F238E27FC236}">
                <a16:creationId xmlns:a16="http://schemas.microsoft.com/office/drawing/2014/main" id="{CE609567-16AC-4D6A-805B-651C24F002AA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50242"/>
          <a:stretch/>
        </p:blipFill>
        <p:spPr>
          <a:xfrm>
            <a:off x="7578296" y="1572274"/>
            <a:ext cx="180371" cy="5981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/>
              <p:nvPr/>
            </p:nvSpPr>
            <p:spPr>
              <a:xfrm>
                <a:off x="7540825" y="2034637"/>
                <a:ext cx="141332" cy="1981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68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0825" y="2034637"/>
                <a:ext cx="141332" cy="198196"/>
              </a:xfrm>
              <a:prstGeom prst="rect">
                <a:avLst/>
              </a:prstGeom>
              <a:blipFill>
                <a:blip r:embed="rId10"/>
                <a:stretch>
                  <a:fillRect r="-5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7546192" y="2647799"/>
                <a:ext cx="141332" cy="1981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688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68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6192" y="2647799"/>
                <a:ext cx="141332" cy="198196"/>
              </a:xfrm>
              <a:prstGeom prst="rect">
                <a:avLst/>
              </a:prstGeom>
              <a:blipFill>
                <a:blip r:embed="rId11"/>
                <a:stretch>
                  <a:fillRect r="-5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/>
              <p:nvPr/>
            </p:nvSpPr>
            <p:spPr>
              <a:xfrm>
                <a:off x="6937778" y="2756499"/>
                <a:ext cx="749746" cy="325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767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767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 xmlns="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7778" y="2756499"/>
                <a:ext cx="749746" cy="3254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/>
              <p:nvPr/>
            </p:nvSpPr>
            <p:spPr>
              <a:xfrm>
                <a:off x="6233153" y="4973769"/>
                <a:ext cx="762187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 xmlns="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153" y="4973769"/>
                <a:ext cx="762187" cy="21037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/>
              <p:nvPr/>
            </p:nvSpPr>
            <p:spPr>
              <a:xfrm>
                <a:off x="7018250" y="5431874"/>
                <a:ext cx="707529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 xmlns="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8250" y="5431874"/>
                <a:ext cx="707529" cy="21037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7166046" y="3938988"/>
                <a:ext cx="389640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767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−1, 2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 xmlns="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6046" y="3938988"/>
                <a:ext cx="389640" cy="210379"/>
              </a:xfrm>
              <a:prstGeom prst="rect">
                <a:avLst/>
              </a:prstGeom>
              <a:blipFill>
                <a:blip r:embed="rId15"/>
                <a:stretch>
                  <a:fillRect t="-71429" r="-65079" b="-1114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7174097" y="2983276"/>
                <a:ext cx="389640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767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 xmlns="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4097" y="2983276"/>
                <a:ext cx="389640" cy="210379"/>
              </a:xfrm>
              <a:prstGeom prst="rect">
                <a:avLst/>
              </a:prstGeom>
              <a:blipFill>
                <a:blip r:embed="rId16"/>
                <a:stretch>
                  <a:fillRect t="-71429" r="-62500" b="-1114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7332246" y="3148489"/>
            <a:ext cx="77860" cy="80653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59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7026180" y="3188814"/>
            <a:ext cx="692094" cy="716921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7332246" y="3865007"/>
            <a:ext cx="77860" cy="80653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7221952" y="3201454"/>
            <a:ext cx="298450" cy="692094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7197736" y="3189055"/>
            <a:ext cx="346047" cy="716921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7221952" y="3201454"/>
            <a:ext cx="298450" cy="692094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7107713" y="3462033"/>
                <a:ext cx="84800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67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767" dirty="0"/>
              </a:p>
            </p:txBody>
          </p:sp>
        </mc:Choice>
        <mc:Fallback xmlns="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7713" y="3462033"/>
                <a:ext cx="84800" cy="210379"/>
              </a:xfrm>
              <a:prstGeom prst="rect">
                <a:avLst/>
              </a:prstGeom>
              <a:blipFill>
                <a:blip r:embed="rId17"/>
                <a:stretch>
                  <a:fillRect r="-42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7331793" y="3865007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7421611" y="3507756"/>
                <a:ext cx="84800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67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767" dirty="0"/>
              </a:p>
            </p:txBody>
          </p:sp>
        </mc:Choice>
        <mc:Fallback xmlns="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1611" y="3507756"/>
                <a:ext cx="84800" cy="210379"/>
              </a:xfrm>
              <a:prstGeom prst="rect">
                <a:avLst/>
              </a:prstGeom>
              <a:blipFill>
                <a:blip r:embed="rId18"/>
                <a:stretch>
                  <a:fillRect r="-571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7304604" y="3205927"/>
                <a:ext cx="123162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67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767" dirty="0"/>
              </a:p>
            </p:txBody>
          </p:sp>
        </mc:Choice>
        <mc:Fallback xmlns="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4604" y="3205927"/>
                <a:ext cx="123162" cy="210379"/>
              </a:xfrm>
              <a:prstGeom prst="rect">
                <a:avLst/>
              </a:prstGeom>
              <a:blipFill>
                <a:blip r:embed="rId19"/>
                <a:stretch>
                  <a:fillRect r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7197736" y="3189055"/>
            <a:ext cx="346047" cy="716921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7678251" y="3507189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7369307" y="3332754"/>
            <a:ext cx="813" cy="213711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7370724" y="3545418"/>
            <a:ext cx="93846" cy="75135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88610" y="3463231"/>
            <a:ext cx="0" cy="16437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6986077" y="3507189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7332360" y="3144715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59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39398" y="3500291"/>
            <a:ext cx="49083" cy="94767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7164929" y="3517091"/>
                <a:ext cx="151089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67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767" dirty="0"/>
              </a:p>
            </p:txBody>
          </p:sp>
        </mc:Choice>
        <mc:Fallback xmlns="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4929" y="3517091"/>
                <a:ext cx="151089" cy="210379"/>
              </a:xfrm>
              <a:prstGeom prst="rect">
                <a:avLst/>
              </a:prstGeom>
              <a:blipFill>
                <a:blip r:embed="rId20"/>
                <a:stretch>
                  <a:fillRect r="-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7264272" y="3548255"/>
            <a:ext cx="106203" cy="137335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7333300" y="3482437"/>
            <a:ext cx="71517" cy="144442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7352366" y="3363518"/>
                <a:ext cx="142371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67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767" dirty="0"/>
              </a:p>
            </p:txBody>
          </p:sp>
        </mc:Choice>
        <mc:Fallback xmlns="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2366" y="3363518"/>
                <a:ext cx="142371" cy="210379"/>
              </a:xfrm>
              <a:prstGeom prst="rect">
                <a:avLst/>
              </a:prstGeom>
              <a:blipFill>
                <a:blip r:embed="rId21"/>
                <a:stretch>
                  <a:fillRect r="-260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7366599" y="3334608"/>
            <a:ext cx="274117" cy="215510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Oval 22">
            <a:extLst>
              <a:ext uri="{FF2B5EF4-FFF2-40B4-BE49-F238E27FC236}">
                <a16:creationId xmlns:a16="http://schemas.microsoft.com/office/drawing/2014/main" id="{68D4C253-A7D7-4EF1-861B-831408D0CECC}"/>
              </a:ext>
            </a:extLst>
          </p:cNvPr>
          <p:cNvSpPr/>
          <p:nvPr/>
        </p:nvSpPr>
        <p:spPr>
          <a:xfrm>
            <a:off x="7496142" y="3642223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p:sp>
        <p:nvSpPr>
          <p:cNvPr id="60" name="Oval 22">
            <a:extLst>
              <a:ext uri="{FF2B5EF4-FFF2-40B4-BE49-F238E27FC236}">
                <a16:creationId xmlns:a16="http://schemas.microsoft.com/office/drawing/2014/main" id="{9DB2E29E-1DA6-4068-BFDE-62C0E72DDCD2}"/>
              </a:ext>
            </a:extLst>
          </p:cNvPr>
          <p:cNvSpPr/>
          <p:nvPr/>
        </p:nvSpPr>
        <p:spPr>
          <a:xfrm>
            <a:off x="7167444" y="3382918"/>
            <a:ext cx="77860" cy="80653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7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/>
              <p:nvPr/>
            </p:nvSpPr>
            <p:spPr>
              <a:xfrm>
                <a:off x="6277038" y="3586329"/>
                <a:ext cx="674417" cy="325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7038" y="3586329"/>
                <a:ext cx="674417" cy="325410"/>
              </a:xfrm>
              <a:prstGeom prst="rect">
                <a:avLst/>
              </a:prstGeom>
              <a:blipFill>
                <a:blip r:embed="rId22"/>
                <a:stretch>
                  <a:fillRect l="-4545" t="-50000" b="-814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直線接點 71">
            <a:extLst>
              <a:ext uri="{FF2B5EF4-FFF2-40B4-BE49-F238E27FC236}">
                <a16:creationId xmlns:a16="http://schemas.microsoft.com/office/drawing/2014/main" id="{77B2AB87-5071-447A-AF7F-E86B82A679A6}"/>
              </a:ext>
            </a:extLst>
          </p:cNvPr>
          <p:cNvCxnSpPr>
            <a:cxnSpLocks/>
          </p:cNvCxnSpPr>
          <p:nvPr/>
        </p:nvCxnSpPr>
        <p:spPr>
          <a:xfrm>
            <a:off x="7573718" y="3734227"/>
            <a:ext cx="281354" cy="393456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/>
              <p:nvPr/>
            </p:nvSpPr>
            <p:spPr>
              <a:xfrm>
                <a:off x="7739667" y="3592497"/>
                <a:ext cx="762187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 xmlns="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9667" y="3592497"/>
                <a:ext cx="762187" cy="210379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/>
              <p:nvPr/>
            </p:nvSpPr>
            <p:spPr>
              <a:xfrm>
                <a:off x="7739667" y="4919723"/>
                <a:ext cx="762187" cy="210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6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67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67" dirty="0"/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9667" y="4919723"/>
                <a:ext cx="762187" cy="21037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直線接點 76">
            <a:extLst>
              <a:ext uri="{FF2B5EF4-FFF2-40B4-BE49-F238E27FC236}">
                <a16:creationId xmlns:a16="http://schemas.microsoft.com/office/drawing/2014/main" id="{072C32C3-02A9-4845-9045-4A0AD873826B}"/>
              </a:ext>
            </a:extLst>
          </p:cNvPr>
          <p:cNvCxnSpPr>
            <a:cxnSpLocks/>
          </p:cNvCxnSpPr>
          <p:nvPr/>
        </p:nvCxnSpPr>
        <p:spPr>
          <a:xfrm>
            <a:off x="6769538" y="2805479"/>
            <a:ext cx="420499" cy="600802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70" name="圖片 69">
            <a:extLst>
              <a:ext uri="{FF2B5EF4-FFF2-40B4-BE49-F238E27FC236}">
                <a16:creationId xmlns:a16="http://schemas.microsoft.com/office/drawing/2014/main" id="{D46476D2-6E27-437E-BC02-4C4650B64389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68043"/>
          <a:stretch/>
        </p:blipFill>
        <p:spPr>
          <a:xfrm>
            <a:off x="7750183" y="1607716"/>
            <a:ext cx="854746" cy="166267"/>
          </a:xfrm>
          <a:prstGeom prst="rect">
            <a:avLst/>
          </a:prstGeom>
        </p:spPr>
      </p:pic>
      <p:pic>
        <p:nvPicPr>
          <p:cNvPr id="71" name="圖片 70">
            <a:extLst>
              <a:ext uri="{FF2B5EF4-FFF2-40B4-BE49-F238E27FC236}">
                <a16:creationId xmlns:a16="http://schemas.microsoft.com/office/drawing/2014/main" id="{193D39BE-52B5-4EAD-AFC8-3B7DF6F078E3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0450"/>
          <a:stretch/>
        </p:blipFill>
        <p:spPr>
          <a:xfrm>
            <a:off x="7750183" y="2185443"/>
            <a:ext cx="854746" cy="205773"/>
          </a:xfrm>
          <a:prstGeom prst="rect">
            <a:avLst/>
          </a:prstGeom>
        </p:spPr>
      </p:pic>
      <p:pic>
        <p:nvPicPr>
          <p:cNvPr id="74" name="圖片 73">
            <a:extLst>
              <a:ext uri="{FF2B5EF4-FFF2-40B4-BE49-F238E27FC236}">
                <a16:creationId xmlns:a16="http://schemas.microsoft.com/office/drawing/2014/main" id="{CD870927-DD84-4047-9E25-2070DA9856BD}"/>
              </a:ext>
            </a:extLst>
          </p:cNvPr>
          <p:cNvPicPr>
            <a:picLocks noChangeAspect="1"/>
          </p:cNvPicPr>
          <p:nvPr/>
        </p:nvPicPr>
        <p:blipFill rotWithShape="1">
          <a:blip r:embed="rId26"/>
          <a:srcRect l="9650" t="22680" r="8947" b="18411"/>
          <a:stretch/>
        </p:blipFill>
        <p:spPr>
          <a:xfrm>
            <a:off x="7825711" y="2234035"/>
            <a:ext cx="349182" cy="69434"/>
          </a:xfrm>
          <a:prstGeom prst="rect">
            <a:avLst/>
          </a:prstGeom>
        </p:spPr>
      </p:pic>
      <p:pic>
        <p:nvPicPr>
          <p:cNvPr id="75" name="圖片 74">
            <a:extLst>
              <a:ext uri="{FF2B5EF4-FFF2-40B4-BE49-F238E27FC236}">
                <a16:creationId xmlns:a16="http://schemas.microsoft.com/office/drawing/2014/main" id="{DEA4EC7B-903D-4344-A0D5-AB175E196F25}"/>
              </a:ext>
            </a:extLst>
          </p:cNvPr>
          <p:cNvPicPr>
            <a:picLocks noChangeAspect="1"/>
          </p:cNvPicPr>
          <p:nvPr/>
        </p:nvPicPr>
        <p:blipFill rotWithShape="1">
          <a:blip r:embed="rId26"/>
          <a:srcRect l="9650" t="22680" r="8947" b="18411"/>
          <a:stretch/>
        </p:blipFill>
        <p:spPr>
          <a:xfrm>
            <a:off x="7825711" y="1617474"/>
            <a:ext cx="349182" cy="69434"/>
          </a:xfrm>
          <a:prstGeom prst="rect">
            <a:avLst/>
          </a:prstGeom>
        </p:spPr>
      </p:pic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EB7BEC6F-3B2D-4394-97F4-F8834EA0810E}"/>
              </a:ext>
            </a:extLst>
          </p:cNvPr>
          <p:cNvCxnSpPr>
            <a:cxnSpLocks/>
          </p:cNvCxnSpPr>
          <p:nvPr/>
        </p:nvCxnSpPr>
        <p:spPr>
          <a:xfrm flipH="1">
            <a:off x="6901107" y="3575172"/>
            <a:ext cx="97062" cy="225013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E1C408A5-AE49-439C-AA5A-32C9D24E09FE}"/>
              </a:ext>
            </a:extLst>
          </p:cNvPr>
          <p:cNvCxnSpPr>
            <a:cxnSpLocks/>
          </p:cNvCxnSpPr>
          <p:nvPr/>
        </p:nvCxnSpPr>
        <p:spPr>
          <a:xfrm flipV="1">
            <a:off x="7747381" y="3325385"/>
            <a:ext cx="85725" cy="182440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68" name="圖片 67">
            <a:extLst>
              <a:ext uri="{FF2B5EF4-FFF2-40B4-BE49-F238E27FC236}">
                <a16:creationId xmlns:a16="http://schemas.microsoft.com/office/drawing/2014/main" id="{29B89FA1-624C-4991-8BBE-BF9F0E11DC41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0073"/>
          <a:stretch/>
        </p:blipFill>
        <p:spPr>
          <a:xfrm>
            <a:off x="7821217" y="3742598"/>
            <a:ext cx="586934" cy="1170695"/>
          </a:xfrm>
          <a:prstGeom prst="rect">
            <a:avLst/>
          </a:prstGeom>
        </p:spPr>
      </p:pic>
      <p:pic>
        <p:nvPicPr>
          <p:cNvPr id="69" name="圖片 68">
            <a:extLst>
              <a:ext uri="{FF2B5EF4-FFF2-40B4-BE49-F238E27FC236}">
                <a16:creationId xmlns:a16="http://schemas.microsoft.com/office/drawing/2014/main" id="{2EE34EFC-6BCF-49B8-A731-768A117A846E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748"/>
          <a:stretch/>
        </p:blipFill>
        <p:spPr>
          <a:xfrm>
            <a:off x="6301538" y="2439910"/>
            <a:ext cx="590755" cy="1170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142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矩形: 圓角 1125">
            <a:extLst>
              <a:ext uri="{FF2B5EF4-FFF2-40B4-BE49-F238E27FC236}">
                <a16:creationId xmlns:a16="http://schemas.microsoft.com/office/drawing/2014/main" id="{3F81C03E-8459-4374-9089-3CE9F6EBC87F}"/>
              </a:ext>
            </a:extLst>
          </p:cNvPr>
          <p:cNvSpPr/>
          <p:nvPr/>
        </p:nvSpPr>
        <p:spPr>
          <a:xfrm>
            <a:off x="71798" y="560922"/>
            <a:ext cx="3638551" cy="6072863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3" dirty="0"/>
          </a:p>
        </p:txBody>
      </p:sp>
      <p:grpSp>
        <p:nvGrpSpPr>
          <p:cNvPr id="1127" name="群組 1126">
            <a:extLst>
              <a:ext uri="{FF2B5EF4-FFF2-40B4-BE49-F238E27FC236}">
                <a16:creationId xmlns:a16="http://schemas.microsoft.com/office/drawing/2014/main" id="{76B87B99-4ECC-4AF8-8E70-6EC8652EAA3C}"/>
              </a:ext>
            </a:extLst>
          </p:cNvPr>
          <p:cNvGrpSpPr/>
          <p:nvPr/>
        </p:nvGrpSpPr>
        <p:grpSpPr>
          <a:xfrm>
            <a:off x="2282493" y="746800"/>
            <a:ext cx="1234633" cy="1131724"/>
            <a:chOff x="4207769" y="2691196"/>
            <a:chExt cx="1323709" cy="1213375"/>
          </a:xfrm>
        </p:grpSpPr>
        <p:pic>
          <p:nvPicPr>
            <p:cNvPr id="1128" name="圖片 1127">
              <a:extLst>
                <a:ext uri="{FF2B5EF4-FFF2-40B4-BE49-F238E27FC236}">
                  <a16:creationId xmlns:a16="http://schemas.microsoft.com/office/drawing/2014/main" id="{F54D57A3-4F1E-45B7-B2B6-DB703C20DF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68043"/>
            <a:stretch/>
          </p:blipFill>
          <p:spPr>
            <a:xfrm>
              <a:off x="4207769" y="2691196"/>
              <a:ext cx="1323709" cy="257490"/>
            </a:xfrm>
            <a:prstGeom prst="rect">
              <a:avLst/>
            </a:prstGeom>
          </p:spPr>
        </p:pic>
        <p:pic>
          <p:nvPicPr>
            <p:cNvPr id="1129" name="圖片 1128">
              <a:extLst>
                <a:ext uri="{FF2B5EF4-FFF2-40B4-BE49-F238E27FC236}">
                  <a16:creationId xmlns:a16="http://schemas.microsoft.com/office/drawing/2014/main" id="{258488CE-3D67-4495-9D99-8A029BDC9A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60450"/>
            <a:stretch/>
          </p:blipFill>
          <p:spPr>
            <a:xfrm>
              <a:off x="4207769" y="3585899"/>
              <a:ext cx="1323709" cy="318672"/>
            </a:xfrm>
            <a:prstGeom prst="rect">
              <a:avLst/>
            </a:prstGeom>
          </p:spPr>
        </p:pic>
      </p:grpSp>
      <p:pic>
        <p:nvPicPr>
          <p:cNvPr id="1130" name="圖片 1129">
            <a:extLst>
              <a:ext uri="{FF2B5EF4-FFF2-40B4-BE49-F238E27FC236}">
                <a16:creationId xmlns:a16="http://schemas.microsoft.com/office/drawing/2014/main" id="{4162AC29-1DDC-4ABF-9B12-FC672879999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0" t="9901" r="79196" b="70805"/>
          <a:stretch/>
        </p:blipFill>
        <p:spPr>
          <a:xfrm>
            <a:off x="1174567" y="726038"/>
            <a:ext cx="818361" cy="820842"/>
          </a:xfrm>
          <a:prstGeom prst="rect">
            <a:avLst/>
          </a:prstGeom>
        </p:spPr>
      </p:pic>
      <p:pic>
        <p:nvPicPr>
          <p:cNvPr id="1131" name="圖片 1130">
            <a:extLst>
              <a:ext uri="{FF2B5EF4-FFF2-40B4-BE49-F238E27FC236}">
                <a16:creationId xmlns:a16="http://schemas.microsoft.com/office/drawing/2014/main" id="{0E365498-3DDF-4643-A502-51D69026133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67" t="9936" r="65451" b="70772"/>
          <a:stretch/>
        </p:blipFill>
        <p:spPr>
          <a:xfrm>
            <a:off x="1315578" y="4559473"/>
            <a:ext cx="822081" cy="820842"/>
          </a:xfrm>
          <a:prstGeom prst="rect">
            <a:avLst/>
          </a:prstGeom>
        </p:spPr>
      </p:pic>
      <p:pic>
        <p:nvPicPr>
          <p:cNvPr id="1132" name="圖片 1131">
            <a:extLst>
              <a:ext uri="{FF2B5EF4-FFF2-40B4-BE49-F238E27FC236}">
                <a16:creationId xmlns:a16="http://schemas.microsoft.com/office/drawing/2014/main" id="{D3CDAFBD-A870-404F-BFC7-F124D5310A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73" t="30231" r="79166" b="50417"/>
          <a:stretch/>
        </p:blipFill>
        <p:spPr>
          <a:xfrm>
            <a:off x="1176975" y="1610287"/>
            <a:ext cx="820839" cy="823321"/>
          </a:xfrm>
          <a:prstGeom prst="rect">
            <a:avLst/>
          </a:prstGeom>
        </p:spPr>
      </p:pic>
      <p:pic>
        <p:nvPicPr>
          <p:cNvPr id="1133" name="圖片 1132">
            <a:extLst>
              <a:ext uri="{FF2B5EF4-FFF2-40B4-BE49-F238E27FC236}">
                <a16:creationId xmlns:a16="http://schemas.microsoft.com/office/drawing/2014/main" id="{979ED628-F67C-4651-B609-B5A01105EB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92" t="30180" r="65466" b="50469"/>
          <a:stretch/>
        </p:blipFill>
        <p:spPr>
          <a:xfrm>
            <a:off x="1316953" y="5443725"/>
            <a:ext cx="819602" cy="823321"/>
          </a:xfrm>
          <a:prstGeom prst="rect">
            <a:avLst/>
          </a:prstGeom>
        </p:spPr>
      </p:pic>
      <p:sp>
        <p:nvSpPr>
          <p:cNvPr id="1134" name="文字方塊 1133">
            <a:extLst>
              <a:ext uri="{FF2B5EF4-FFF2-40B4-BE49-F238E27FC236}">
                <a16:creationId xmlns:a16="http://schemas.microsoft.com/office/drawing/2014/main" id="{FA393A80-53CF-49E9-A194-38DFF8B3FB64}"/>
              </a:ext>
            </a:extLst>
          </p:cNvPr>
          <p:cNvSpPr txBox="1"/>
          <p:nvPr/>
        </p:nvSpPr>
        <p:spPr>
          <a:xfrm>
            <a:off x="4136724" y="18210"/>
            <a:ext cx="65479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Valley-mixed excitons transition rate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5" name="文字方塊 1134">
                <a:extLst>
                  <a:ext uri="{FF2B5EF4-FFF2-40B4-BE49-F238E27FC236}">
                    <a16:creationId xmlns:a16="http://schemas.microsoft.com/office/drawing/2014/main" id="{D65BA114-C039-4D76-8EC3-5D18AC1EC637}"/>
                  </a:ext>
                </a:extLst>
              </p:cNvPr>
              <p:cNvSpPr txBox="1"/>
              <p:nvPr/>
            </p:nvSpPr>
            <p:spPr>
              <a:xfrm>
                <a:off x="1539461" y="2159390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 xmlns="">
          <p:sp>
            <p:nvSpPr>
              <p:cNvPr id="1135" name="文字方塊 1134">
                <a:extLst>
                  <a:ext uri="{FF2B5EF4-FFF2-40B4-BE49-F238E27FC236}">
                    <a16:creationId xmlns:a16="http://schemas.microsoft.com/office/drawing/2014/main" id="{D65BA114-C039-4D76-8EC3-5D18AC1EC6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9461" y="2159390"/>
                <a:ext cx="268993" cy="272254"/>
              </a:xfrm>
              <a:prstGeom prst="rect">
                <a:avLst/>
              </a:prstGeom>
              <a:blipFill>
                <a:blip r:embed="rId4"/>
                <a:stretch>
                  <a:fillRect r="-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6" name="文字方塊 1135">
                <a:extLst>
                  <a:ext uri="{FF2B5EF4-FFF2-40B4-BE49-F238E27FC236}">
                    <a16:creationId xmlns:a16="http://schemas.microsoft.com/office/drawing/2014/main" id="{94AF20D6-7AF3-43B7-8E3E-E334A0CB3D93}"/>
                  </a:ext>
                </a:extLst>
              </p:cNvPr>
              <p:cNvSpPr txBox="1"/>
              <p:nvPr/>
            </p:nvSpPr>
            <p:spPr>
              <a:xfrm>
                <a:off x="1550126" y="1277425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 xmlns="">
          <p:sp>
            <p:nvSpPr>
              <p:cNvPr id="1136" name="文字方塊 1135">
                <a:extLst>
                  <a:ext uri="{FF2B5EF4-FFF2-40B4-BE49-F238E27FC236}">
                    <a16:creationId xmlns:a16="http://schemas.microsoft.com/office/drawing/2014/main" id="{94AF20D6-7AF3-43B7-8E3E-E334A0CB3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0126" y="1277425"/>
                <a:ext cx="268993" cy="272254"/>
              </a:xfrm>
              <a:prstGeom prst="rect">
                <a:avLst/>
              </a:prstGeom>
              <a:blipFill>
                <a:blip r:embed="rId5"/>
                <a:stretch>
                  <a:fillRect r="-72727" b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37" name="群組 1136">
            <a:extLst>
              <a:ext uri="{FF2B5EF4-FFF2-40B4-BE49-F238E27FC236}">
                <a16:creationId xmlns:a16="http://schemas.microsoft.com/office/drawing/2014/main" id="{B1FA43C7-EF16-45FA-AB54-A492D8DFD912}"/>
              </a:ext>
            </a:extLst>
          </p:cNvPr>
          <p:cNvGrpSpPr/>
          <p:nvPr/>
        </p:nvGrpSpPr>
        <p:grpSpPr>
          <a:xfrm>
            <a:off x="1581522" y="1085502"/>
            <a:ext cx="50518" cy="48461"/>
            <a:chOff x="1373392" y="2391862"/>
            <a:chExt cx="479433" cy="476535"/>
          </a:xfrm>
        </p:grpSpPr>
        <p:sp>
          <p:nvSpPr>
            <p:cNvPr id="1138" name="箭號: 向右 1137">
              <a:extLst>
                <a:ext uri="{FF2B5EF4-FFF2-40B4-BE49-F238E27FC236}">
                  <a16:creationId xmlns:a16="http://schemas.microsoft.com/office/drawing/2014/main" id="{4689C5B5-0310-4B61-9B95-049CCD04E097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1139" name="箭號: 向右 1138">
              <a:extLst>
                <a:ext uri="{FF2B5EF4-FFF2-40B4-BE49-F238E27FC236}">
                  <a16:creationId xmlns:a16="http://schemas.microsoft.com/office/drawing/2014/main" id="{6D02E4E3-350F-4F39-B4A4-41603B1DA114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40" name="文字方塊 1139">
                <a:extLst>
                  <a:ext uri="{FF2B5EF4-FFF2-40B4-BE49-F238E27FC236}">
                    <a16:creationId xmlns:a16="http://schemas.microsoft.com/office/drawing/2014/main" id="{62DE7100-314B-49FB-8134-2FC4BB9EF0E9}"/>
                  </a:ext>
                </a:extLst>
              </p:cNvPr>
              <p:cNvSpPr txBox="1"/>
              <p:nvPr/>
            </p:nvSpPr>
            <p:spPr>
              <a:xfrm>
                <a:off x="1457297" y="841987"/>
                <a:ext cx="198362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40" name="文字方塊 1139">
                <a:extLst>
                  <a:ext uri="{FF2B5EF4-FFF2-40B4-BE49-F238E27FC236}">
                    <a16:creationId xmlns:a16="http://schemas.microsoft.com/office/drawing/2014/main" id="{62DE7100-314B-49FB-8134-2FC4BB9EF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7297" y="841987"/>
                <a:ext cx="198362" cy="276614"/>
              </a:xfrm>
              <a:prstGeom prst="rect">
                <a:avLst/>
              </a:prstGeom>
              <a:blipFill>
                <a:blip r:embed="rId6"/>
                <a:stretch>
                  <a:fillRect r="-424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1" name="文字方塊 1140">
                <a:extLst>
                  <a:ext uri="{FF2B5EF4-FFF2-40B4-BE49-F238E27FC236}">
                    <a16:creationId xmlns:a16="http://schemas.microsoft.com/office/drawing/2014/main" id="{05A5297E-5E3E-421E-9D34-B38BAE991850}"/>
                  </a:ext>
                </a:extLst>
              </p:cNvPr>
              <p:cNvSpPr txBox="1"/>
              <p:nvPr/>
            </p:nvSpPr>
            <p:spPr>
              <a:xfrm>
                <a:off x="1546844" y="1037821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41" name="文字方塊 1140">
                <a:extLst>
                  <a:ext uri="{FF2B5EF4-FFF2-40B4-BE49-F238E27FC236}">
                    <a16:creationId xmlns:a16="http://schemas.microsoft.com/office/drawing/2014/main" id="{05A5297E-5E3E-421E-9D34-B38BAE991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6844" y="1037821"/>
                <a:ext cx="149279" cy="262829"/>
              </a:xfrm>
              <a:prstGeom prst="rect">
                <a:avLst/>
              </a:prstGeom>
              <a:blipFill>
                <a:blip r:embed="rId7"/>
                <a:stretch>
                  <a:fillRect r="-70833" b="-23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42" name="群組 1141">
            <a:extLst>
              <a:ext uri="{FF2B5EF4-FFF2-40B4-BE49-F238E27FC236}">
                <a16:creationId xmlns:a16="http://schemas.microsoft.com/office/drawing/2014/main" id="{F340941E-A7F5-47BA-B628-3BE12AEF678A}"/>
              </a:ext>
            </a:extLst>
          </p:cNvPr>
          <p:cNvGrpSpPr/>
          <p:nvPr/>
        </p:nvGrpSpPr>
        <p:grpSpPr>
          <a:xfrm>
            <a:off x="1586214" y="1971181"/>
            <a:ext cx="50518" cy="48461"/>
            <a:chOff x="1373392" y="2391862"/>
            <a:chExt cx="479433" cy="476535"/>
          </a:xfrm>
        </p:grpSpPr>
        <p:sp>
          <p:nvSpPr>
            <p:cNvPr id="1143" name="箭號: 向右 1142">
              <a:extLst>
                <a:ext uri="{FF2B5EF4-FFF2-40B4-BE49-F238E27FC236}">
                  <a16:creationId xmlns:a16="http://schemas.microsoft.com/office/drawing/2014/main" id="{1677A3D4-6466-4E11-A6F3-96703CAB4706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1144" name="箭號: 向右 1143">
              <a:extLst>
                <a:ext uri="{FF2B5EF4-FFF2-40B4-BE49-F238E27FC236}">
                  <a16:creationId xmlns:a16="http://schemas.microsoft.com/office/drawing/2014/main" id="{65D26E51-AB59-4010-B80C-AE1F14A3DC1A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45" name="文字方塊 1144">
                <a:extLst>
                  <a:ext uri="{FF2B5EF4-FFF2-40B4-BE49-F238E27FC236}">
                    <a16:creationId xmlns:a16="http://schemas.microsoft.com/office/drawing/2014/main" id="{E13155FC-4055-4C89-A50B-A9C815741A68}"/>
                  </a:ext>
                </a:extLst>
              </p:cNvPr>
              <p:cNvSpPr txBox="1"/>
              <p:nvPr/>
            </p:nvSpPr>
            <p:spPr>
              <a:xfrm>
                <a:off x="1461984" y="1727666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45" name="文字方塊 1144">
                <a:extLst>
                  <a:ext uri="{FF2B5EF4-FFF2-40B4-BE49-F238E27FC236}">
                    <a16:creationId xmlns:a16="http://schemas.microsoft.com/office/drawing/2014/main" id="{E13155FC-4055-4C89-A50B-A9C815741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1984" y="1727666"/>
                <a:ext cx="182571" cy="276614"/>
              </a:xfrm>
              <a:prstGeom prst="rect">
                <a:avLst/>
              </a:prstGeom>
              <a:blipFill>
                <a:blip r:embed="rId8"/>
                <a:stretch>
                  <a:fillRect r="-5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6" name="文字方塊 1145">
                <a:extLst>
                  <a:ext uri="{FF2B5EF4-FFF2-40B4-BE49-F238E27FC236}">
                    <a16:creationId xmlns:a16="http://schemas.microsoft.com/office/drawing/2014/main" id="{016169B7-B99C-406E-8C72-3E35541827F9}"/>
                  </a:ext>
                </a:extLst>
              </p:cNvPr>
              <p:cNvSpPr txBox="1"/>
              <p:nvPr/>
            </p:nvSpPr>
            <p:spPr>
              <a:xfrm>
                <a:off x="1592812" y="1885399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46" name="文字方塊 1145">
                <a:extLst>
                  <a:ext uri="{FF2B5EF4-FFF2-40B4-BE49-F238E27FC236}">
                    <a16:creationId xmlns:a16="http://schemas.microsoft.com/office/drawing/2014/main" id="{016169B7-B99C-406E-8C72-3E3554182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812" y="1885399"/>
                <a:ext cx="149279" cy="262829"/>
              </a:xfrm>
              <a:prstGeom prst="rect">
                <a:avLst/>
              </a:prstGeom>
              <a:blipFill>
                <a:blip r:embed="rId9"/>
                <a:stretch>
                  <a:fillRect r="-68000" b="-23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47" name="圖片 1146">
            <a:extLst>
              <a:ext uri="{FF2B5EF4-FFF2-40B4-BE49-F238E27FC236}">
                <a16:creationId xmlns:a16="http://schemas.microsoft.com/office/drawing/2014/main" id="{FDE0442E-07B2-4C3F-9A8F-4F80F3DA7715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/>
          <a:stretch/>
        </p:blipFill>
        <p:spPr>
          <a:xfrm>
            <a:off x="2035542" y="1577354"/>
            <a:ext cx="260536" cy="871126"/>
          </a:xfrm>
          <a:prstGeom prst="rect">
            <a:avLst/>
          </a:prstGeom>
        </p:spPr>
      </p:pic>
      <p:pic>
        <p:nvPicPr>
          <p:cNvPr id="1148" name="圖片 1147">
            <a:extLst>
              <a:ext uri="{FF2B5EF4-FFF2-40B4-BE49-F238E27FC236}">
                <a16:creationId xmlns:a16="http://schemas.microsoft.com/office/drawing/2014/main" id="{39DB3BD9-D014-42A2-BF0D-D634E7DDD31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28" t="9942" r="51700" b="70784"/>
          <a:stretch/>
        </p:blipFill>
        <p:spPr>
          <a:xfrm>
            <a:off x="234147" y="3910322"/>
            <a:ext cx="815055" cy="820015"/>
          </a:xfrm>
          <a:prstGeom prst="rect">
            <a:avLst/>
          </a:prstGeom>
        </p:spPr>
      </p:pic>
      <p:pic>
        <p:nvPicPr>
          <p:cNvPr id="1149" name="圖片 1148">
            <a:extLst>
              <a:ext uri="{FF2B5EF4-FFF2-40B4-BE49-F238E27FC236}">
                <a16:creationId xmlns:a16="http://schemas.microsoft.com/office/drawing/2014/main" id="{6233F648-6A53-4F5E-91CF-1B36B6E65DD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74" t="30226" r="51683" b="50480"/>
          <a:stretch/>
        </p:blipFill>
        <p:spPr>
          <a:xfrm>
            <a:off x="231874" y="4795533"/>
            <a:ext cx="819600" cy="820839"/>
          </a:xfrm>
          <a:prstGeom prst="rect">
            <a:avLst/>
          </a:prstGeom>
        </p:spPr>
      </p:pic>
      <p:pic>
        <p:nvPicPr>
          <p:cNvPr id="1150" name="圖片 1149">
            <a:extLst>
              <a:ext uri="{FF2B5EF4-FFF2-40B4-BE49-F238E27FC236}">
                <a16:creationId xmlns:a16="http://schemas.microsoft.com/office/drawing/2014/main" id="{957BEE41-4335-4B0E-B2C2-9C0BD50D0CBD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50242"/>
          <a:stretch/>
        </p:blipFill>
        <p:spPr>
          <a:xfrm>
            <a:off x="2034190" y="698801"/>
            <a:ext cx="260536" cy="8640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51" name="文字方塊 1150">
                <a:extLst>
                  <a:ext uri="{FF2B5EF4-FFF2-40B4-BE49-F238E27FC236}">
                    <a16:creationId xmlns:a16="http://schemas.microsoft.com/office/drawing/2014/main" id="{EA3E40E2-D71C-4123-A674-6EFE82719BFD}"/>
                  </a:ext>
                </a:extLst>
              </p:cNvPr>
              <p:cNvSpPr txBox="1"/>
              <p:nvPr/>
            </p:nvSpPr>
            <p:spPr>
              <a:xfrm>
                <a:off x="1980087" y="1366660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51" name="文字方塊 1150">
                <a:extLst>
                  <a:ext uri="{FF2B5EF4-FFF2-40B4-BE49-F238E27FC236}">
                    <a16:creationId xmlns:a16="http://schemas.microsoft.com/office/drawing/2014/main" id="{EA3E40E2-D71C-4123-A674-6EFE82719B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0087" y="1366660"/>
                <a:ext cx="204146" cy="245324"/>
              </a:xfrm>
              <a:prstGeom prst="rect">
                <a:avLst/>
              </a:prstGeom>
              <a:blipFill>
                <a:blip r:embed="rId11"/>
                <a:stretch>
                  <a:fillRect r="-515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2" name="文字方塊 1151">
                <a:extLst>
                  <a:ext uri="{FF2B5EF4-FFF2-40B4-BE49-F238E27FC236}">
                    <a16:creationId xmlns:a16="http://schemas.microsoft.com/office/drawing/2014/main" id="{2646ABF7-A600-4499-9B2C-96E1F03C2F31}"/>
                  </a:ext>
                </a:extLst>
              </p:cNvPr>
              <p:cNvSpPr txBox="1"/>
              <p:nvPr/>
            </p:nvSpPr>
            <p:spPr>
              <a:xfrm>
                <a:off x="1987840" y="2252338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52" name="文字方塊 1151">
                <a:extLst>
                  <a:ext uri="{FF2B5EF4-FFF2-40B4-BE49-F238E27FC236}">
                    <a16:creationId xmlns:a16="http://schemas.microsoft.com/office/drawing/2014/main" id="{2646ABF7-A600-4499-9B2C-96E1F03C2F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7840" y="2252338"/>
                <a:ext cx="204146" cy="245324"/>
              </a:xfrm>
              <a:prstGeom prst="rect">
                <a:avLst/>
              </a:prstGeom>
              <a:blipFill>
                <a:blip r:embed="rId12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3" name="文字方塊 1152">
                <a:extLst>
                  <a:ext uri="{FF2B5EF4-FFF2-40B4-BE49-F238E27FC236}">
                    <a16:creationId xmlns:a16="http://schemas.microsoft.com/office/drawing/2014/main" id="{12E3D157-FB93-48AA-B938-B25371D10ED5}"/>
                  </a:ext>
                </a:extLst>
              </p:cNvPr>
              <p:cNvSpPr txBox="1"/>
              <p:nvPr/>
            </p:nvSpPr>
            <p:spPr>
              <a:xfrm>
                <a:off x="1109020" y="2409347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153" name="文字方塊 1152">
                <a:extLst>
                  <a:ext uri="{FF2B5EF4-FFF2-40B4-BE49-F238E27FC236}">
                    <a16:creationId xmlns:a16="http://schemas.microsoft.com/office/drawing/2014/main" id="{12E3D157-FB93-48AA-B938-B25371D10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020" y="2409347"/>
                <a:ext cx="1082966" cy="262829"/>
              </a:xfrm>
              <a:prstGeom prst="rect">
                <a:avLst/>
              </a:prstGeom>
              <a:blipFill>
                <a:blip r:embed="rId13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4" name="文字方塊 1153">
                <a:extLst>
                  <a:ext uri="{FF2B5EF4-FFF2-40B4-BE49-F238E27FC236}">
                    <a16:creationId xmlns:a16="http://schemas.microsoft.com/office/drawing/2014/main" id="{CB7DD351-D0C1-4FC1-99FB-4B7A30BEFF3B}"/>
                  </a:ext>
                </a:extLst>
              </p:cNvPr>
              <p:cNvSpPr txBox="1"/>
              <p:nvPr/>
            </p:nvSpPr>
            <p:spPr>
              <a:xfrm>
                <a:off x="91206" y="5612050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154" name="文字方塊 1153">
                <a:extLst>
                  <a:ext uri="{FF2B5EF4-FFF2-40B4-BE49-F238E27FC236}">
                    <a16:creationId xmlns:a16="http://schemas.microsoft.com/office/drawing/2014/main" id="{CB7DD351-D0C1-4FC1-99FB-4B7A30BEFF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06" y="5612050"/>
                <a:ext cx="1100937" cy="262829"/>
              </a:xfrm>
              <a:prstGeom prst="rect">
                <a:avLst/>
              </a:prstGeom>
              <a:blipFill>
                <a:blip r:embed="rId14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5" name="文字方塊 1154">
                <a:extLst>
                  <a:ext uri="{FF2B5EF4-FFF2-40B4-BE49-F238E27FC236}">
                    <a16:creationId xmlns:a16="http://schemas.microsoft.com/office/drawing/2014/main" id="{8723016F-17DE-4FA3-A720-6595D3897F23}"/>
                  </a:ext>
                </a:extLst>
              </p:cNvPr>
              <p:cNvSpPr txBox="1"/>
              <p:nvPr/>
            </p:nvSpPr>
            <p:spPr>
              <a:xfrm>
                <a:off x="1225235" y="6273758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155" name="文字方塊 1154">
                <a:extLst>
                  <a:ext uri="{FF2B5EF4-FFF2-40B4-BE49-F238E27FC236}">
                    <a16:creationId xmlns:a16="http://schemas.microsoft.com/office/drawing/2014/main" id="{8723016F-17DE-4FA3-A720-6595D3897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5235" y="6273758"/>
                <a:ext cx="1021987" cy="26282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6" name="文字方塊 1155">
                <a:extLst>
                  <a:ext uri="{FF2B5EF4-FFF2-40B4-BE49-F238E27FC236}">
                    <a16:creationId xmlns:a16="http://schemas.microsoft.com/office/drawing/2014/main" id="{70B61C7D-B109-46B8-8EA3-202DF29D100C}"/>
                  </a:ext>
                </a:extLst>
              </p:cNvPr>
              <p:cNvSpPr txBox="1"/>
              <p:nvPr/>
            </p:nvSpPr>
            <p:spPr>
              <a:xfrm>
                <a:off x="1438740" y="4117366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156" name="文字方塊 1155">
                <a:extLst>
                  <a:ext uri="{FF2B5EF4-FFF2-40B4-BE49-F238E27FC236}">
                    <a16:creationId xmlns:a16="http://schemas.microsoft.com/office/drawing/2014/main" id="{70B61C7D-B109-46B8-8EA3-202DF29D1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740" y="4117366"/>
                <a:ext cx="562814" cy="262829"/>
              </a:xfrm>
              <a:prstGeom prst="rect">
                <a:avLst/>
              </a:prstGeom>
              <a:blipFill>
                <a:blip r:embed="rId16"/>
                <a:stretch>
                  <a:fillRect t="-90909" r="-53261" b="-145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7" name="文字方塊 1156">
                <a:extLst>
                  <a:ext uri="{FF2B5EF4-FFF2-40B4-BE49-F238E27FC236}">
                    <a16:creationId xmlns:a16="http://schemas.microsoft.com/office/drawing/2014/main" id="{3AFB2FB3-9205-4A84-A63A-44F0620416D6}"/>
                  </a:ext>
                </a:extLst>
              </p:cNvPr>
              <p:cNvSpPr txBox="1"/>
              <p:nvPr/>
            </p:nvSpPr>
            <p:spPr>
              <a:xfrm>
                <a:off x="1450368" y="2736894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157" name="文字方塊 1156">
                <a:extLst>
                  <a:ext uri="{FF2B5EF4-FFF2-40B4-BE49-F238E27FC236}">
                    <a16:creationId xmlns:a16="http://schemas.microsoft.com/office/drawing/2014/main" id="{3AFB2FB3-9205-4A84-A63A-44F062041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0368" y="2736894"/>
                <a:ext cx="562814" cy="262829"/>
              </a:xfrm>
              <a:prstGeom prst="rect">
                <a:avLst/>
              </a:prstGeom>
              <a:blipFill>
                <a:blip r:embed="rId17"/>
                <a:stretch>
                  <a:fillRect t="-93023" r="-5217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8" name="Oval 14">
            <a:extLst>
              <a:ext uri="{FF2B5EF4-FFF2-40B4-BE49-F238E27FC236}">
                <a16:creationId xmlns:a16="http://schemas.microsoft.com/office/drawing/2014/main" id="{AA653D80-6913-460E-BF93-2A9F5EC6EFFB}"/>
              </a:ext>
            </a:extLst>
          </p:cNvPr>
          <p:cNvSpPr/>
          <p:nvPr/>
        </p:nvSpPr>
        <p:spPr>
          <a:xfrm>
            <a:off x="1678806" y="2975534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159" name="Oval 4">
            <a:extLst>
              <a:ext uri="{FF2B5EF4-FFF2-40B4-BE49-F238E27FC236}">
                <a16:creationId xmlns:a16="http://schemas.microsoft.com/office/drawing/2014/main" id="{F3639644-23B4-419D-AD9D-69C0350F100F}"/>
              </a:ext>
            </a:extLst>
          </p:cNvPr>
          <p:cNvSpPr/>
          <p:nvPr/>
        </p:nvSpPr>
        <p:spPr>
          <a:xfrm>
            <a:off x="1236711" y="3033783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160" name="Oval 15">
            <a:extLst>
              <a:ext uri="{FF2B5EF4-FFF2-40B4-BE49-F238E27FC236}">
                <a16:creationId xmlns:a16="http://schemas.microsoft.com/office/drawing/2014/main" id="{4744AE0D-95B2-4D1D-A31E-B3591D09EEF3}"/>
              </a:ext>
            </a:extLst>
          </p:cNvPr>
          <p:cNvSpPr/>
          <p:nvPr/>
        </p:nvSpPr>
        <p:spPr>
          <a:xfrm>
            <a:off x="1678806" y="4010505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161" name="SHO">
            <a:extLst>
              <a:ext uri="{FF2B5EF4-FFF2-40B4-BE49-F238E27FC236}">
                <a16:creationId xmlns:a16="http://schemas.microsoft.com/office/drawing/2014/main" id="{22F4A152-A563-477C-AA2A-D551D7B2EDDF}"/>
              </a:ext>
            </a:extLst>
          </p:cNvPr>
          <p:cNvSpPr/>
          <p:nvPr/>
        </p:nvSpPr>
        <p:spPr>
          <a:xfrm rot="16200000">
            <a:off x="1519492" y="3052060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162" name="SVO">
            <a:extLst>
              <a:ext uri="{FF2B5EF4-FFF2-40B4-BE49-F238E27FC236}">
                <a16:creationId xmlns:a16="http://schemas.microsoft.com/office/drawing/2014/main" id="{0C75A43C-B0E3-432D-B6CE-30BD10BA3028}"/>
              </a:ext>
            </a:extLst>
          </p:cNvPr>
          <p:cNvSpPr/>
          <p:nvPr/>
        </p:nvSpPr>
        <p:spPr>
          <a:xfrm>
            <a:off x="1484494" y="3034130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163" name="Oval 6">
            <a:extLst>
              <a:ext uri="{FF2B5EF4-FFF2-40B4-BE49-F238E27FC236}">
                <a16:creationId xmlns:a16="http://schemas.microsoft.com/office/drawing/2014/main" id="{ABBB4698-43B1-41A9-AECD-F75C51EBB443}"/>
              </a:ext>
            </a:extLst>
          </p:cNvPr>
          <p:cNvSpPr/>
          <p:nvPr/>
        </p:nvSpPr>
        <p:spPr>
          <a:xfrm rot="16200000">
            <a:off x="1519492" y="3052060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4" name="TextBox 11">
                <a:extLst>
                  <a:ext uri="{FF2B5EF4-FFF2-40B4-BE49-F238E27FC236}">
                    <a16:creationId xmlns:a16="http://schemas.microsoft.com/office/drawing/2014/main" id="{27D09B36-5F76-49E9-8D16-11032EF403FC}"/>
                  </a:ext>
                </a:extLst>
              </p:cNvPr>
              <p:cNvSpPr txBox="1"/>
              <p:nvPr/>
            </p:nvSpPr>
            <p:spPr>
              <a:xfrm>
                <a:off x="1354479" y="3428432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164" name="TextBox 11">
                <a:extLst>
                  <a:ext uri="{FF2B5EF4-FFF2-40B4-BE49-F238E27FC236}">
                    <a16:creationId xmlns:a16="http://schemas.microsoft.com/office/drawing/2014/main" id="{27D09B36-5F76-49E9-8D16-11032EF40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4479" y="3428432"/>
                <a:ext cx="122489" cy="262829"/>
              </a:xfrm>
              <a:prstGeom prst="rect">
                <a:avLst/>
              </a:prstGeom>
              <a:blipFill>
                <a:blip r:embed="rId18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5" name="Oval 22">
            <a:extLst>
              <a:ext uri="{FF2B5EF4-FFF2-40B4-BE49-F238E27FC236}">
                <a16:creationId xmlns:a16="http://schemas.microsoft.com/office/drawing/2014/main" id="{AFB7E9B2-4CB5-481D-A372-FFDDC6DF8330}"/>
              </a:ext>
            </a:extLst>
          </p:cNvPr>
          <p:cNvSpPr/>
          <p:nvPr/>
        </p:nvSpPr>
        <p:spPr>
          <a:xfrm>
            <a:off x="1678152" y="4010505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6" name="TextBox 12">
                <a:extLst>
                  <a:ext uri="{FF2B5EF4-FFF2-40B4-BE49-F238E27FC236}">
                    <a16:creationId xmlns:a16="http://schemas.microsoft.com/office/drawing/2014/main" id="{F682A07B-A58D-42EC-999D-3ACACE0D064E}"/>
                  </a:ext>
                </a:extLst>
              </p:cNvPr>
              <p:cNvSpPr txBox="1"/>
              <p:nvPr/>
            </p:nvSpPr>
            <p:spPr>
              <a:xfrm>
                <a:off x="1807888" y="3494476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166" name="TextBox 12">
                <a:extLst>
                  <a:ext uri="{FF2B5EF4-FFF2-40B4-BE49-F238E27FC236}">
                    <a16:creationId xmlns:a16="http://schemas.microsoft.com/office/drawing/2014/main" id="{F682A07B-A58D-42EC-999D-3ACACE0D0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888" y="3494476"/>
                <a:ext cx="122489" cy="262829"/>
              </a:xfrm>
              <a:prstGeom prst="rect">
                <a:avLst/>
              </a:prstGeom>
              <a:blipFill>
                <a:blip r:embed="rId19"/>
                <a:stretch>
                  <a:fillRect r="-5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7" name="TextBox 13">
                <a:extLst>
                  <a:ext uri="{FF2B5EF4-FFF2-40B4-BE49-F238E27FC236}">
                    <a16:creationId xmlns:a16="http://schemas.microsoft.com/office/drawing/2014/main" id="{1F81A227-344B-4E60-B8D6-04E3CAA95804}"/>
                  </a:ext>
                </a:extLst>
              </p:cNvPr>
              <p:cNvSpPr txBox="1"/>
              <p:nvPr/>
            </p:nvSpPr>
            <p:spPr>
              <a:xfrm>
                <a:off x="1638879" y="3058501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167" name="TextBox 13">
                <a:extLst>
                  <a:ext uri="{FF2B5EF4-FFF2-40B4-BE49-F238E27FC236}">
                    <a16:creationId xmlns:a16="http://schemas.microsoft.com/office/drawing/2014/main" id="{1F81A227-344B-4E60-B8D6-04E3CAA958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8879" y="3058501"/>
                <a:ext cx="177900" cy="262829"/>
              </a:xfrm>
              <a:prstGeom prst="rect">
                <a:avLst/>
              </a:prstGeom>
              <a:blipFill>
                <a:blip r:embed="rId20"/>
                <a:stretch>
                  <a:fillRect r="-68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8" name="DVO">
            <a:extLst>
              <a:ext uri="{FF2B5EF4-FFF2-40B4-BE49-F238E27FC236}">
                <a16:creationId xmlns:a16="http://schemas.microsoft.com/office/drawing/2014/main" id="{43B25A32-9DFA-4C8D-B7BB-8F835DF49E94}"/>
              </a:ext>
            </a:extLst>
          </p:cNvPr>
          <p:cNvSpPr/>
          <p:nvPr/>
        </p:nvSpPr>
        <p:spPr>
          <a:xfrm flipH="1">
            <a:off x="1484494" y="3034130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169" name="Oval 23">
            <a:extLst>
              <a:ext uri="{FF2B5EF4-FFF2-40B4-BE49-F238E27FC236}">
                <a16:creationId xmlns:a16="http://schemas.microsoft.com/office/drawing/2014/main" id="{D9B3C60F-F09A-43EA-BEF1-E1EBA8B95247}"/>
              </a:ext>
            </a:extLst>
          </p:cNvPr>
          <p:cNvSpPr/>
          <p:nvPr/>
        </p:nvSpPr>
        <p:spPr>
          <a:xfrm>
            <a:off x="2178590" y="3493657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1170" name="Straight Arrow Connector 7">
            <a:extLst>
              <a:ext uri="{FF2B5EF4-FFF2-40B4-BE49-F238E27FC236}">
                <a16:creationId xmlns:a16="http://schemas.microsoft.com/office/drawing/2014/main" id="{FBC59AF6-7D90-433C-9817-9EF3ABFA0287}"/>
              </a:ext>
            </a:extLst>
          </p:cNvPr>
          <p:cNvCxnSpPr>
            <a:cxnSpLocks/>
          </p:cNvCxnSpPr>
          <p:nvPr/>
        </p:nvCxnSpPr>
        <p:spPr>
          <a:xfrm flipV="1">
            <a:off x="1732318" y="3241696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1" name="Straight Arrow Connector 19">
            <a:extLst>
              <a:ext uri="{FF2B5EF4-FFF2-40B4-BE49-F238E27FC236}">
                <a16:creationId xmlns:a16="http://schemas.microsoft.com/office/drawing/2014/main" id="{28140EC2-24AE-4AEE-BD89-EC283772E98A}"/>
              </a:ext>
            </a:extLst>
          </p:cNvPr>
          <p:cNvCxnSpPr>
            <a:cxnSpLocks/>
          </p:cNvCxnSpPr>
          <p:nvPr/>
        </p:nvCxnSpPr>
        <p:spPr>
          <a:xfrm>
            <a:off x="1734384" y="3548877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2" name="Straight Arrow Connector 18">
            <a:extLst>
              <a:ext uri="{FF2B5EF4-FFF2-40B4-BE49-F238E27FC236}">
                <a16:creationId xmlns:a16="http://schemas.microsoft.com/office/drawing/2014/main" id="{1C4FBA02-ACEE-4855-8483-0AAA4071387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615776" y="3430163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3" name="Oval 20">
            <a:extLst>
              <a:ext uri="{FF2B5EF4-FFF2-40B4-BE49-F238E27FC236}">
                <a16:creationId xmlns:a16="http://schemas.microsoft.com/office/drawing/2014/main" id="{3A6001A7-E31D-4533-A278-F437C90FAC3E}"/>
              </a:ext>
            </a:extLst>
          </p:cNvPr>
          <p:cNvSpPr/>
          <p:nvPr/>
        </p:nvSpPr>
        <p:spPr>
          <a:xfrm>
            <a:off x="1178784" y="3493657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174" name="Oval 22">
            <a:extLst>
              <a:ext uri="{FF2B5EF4-FFF2-40B4-BE49-F238E27FC236}">
                <a16:creationId xmlns:a16="http://schemas.microsoft.com/office/drawing/2014/main" id="{EFC1D29D-3F90-4FD1-801B-CA97BA7CAFD0}"/>
              </a:ext>
            </a:extLst>
          </p:cNvPr>
          <p:cNvSpPr/>
          <p:nvPr/>
        </p:nvSpPr>
        <p:spPr>
          <a:xfrm>
            <a:off x="1678970" y="2970083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175" name="Partial Circle 9">
            <a:extLst>
              <a:ext uri="{FF2B5EF4-FFF2-40B4-BE49-F238E27FC236}">
                <a16:creationId xmlns:a16="http://schemas.microsoft.com/office/drawing/2014/main" id="{31D16976-83A1-405A-B7A4-C5E1B8DAD512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1689117" y="3483694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6" name="TextBox 10">
                <a:extLst>
                  <a:ext uri="{FF2B5EF4-FFF2-40B4-BE49-F238E27FC236}">
                    <a16:creationId xmlns:a16="http://schemas.microsoft.com/office/drawing/2014/main" id="{CFE475CC-649A-4782-806F-8E017AB47E8F}"/>
                  </a:ext>
                </a:extLst>
              </p:cNvPr>
              <p:cNvSpPr txBox="1"/>
              <p:nvPr/>
            </p:nvSpPr>
            <p:spPr>
              <a:xfrm>
                <a:off x="1437106" y="3507959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176" name="TextBox 10">
                <a:extLst>
                  <a:ext uri="{FF2B5EF4-FFF2-40B4-BE49-F238E27FC236}">
                    <a16:creationId xmlns:a16="http://schemas.microsoft.com/office/drawing/2014/main" id="{CFE475CC-649A-4782-806F-8E017AB47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7106" y="3507959"/>
                <a:ext cx="218239" cy="262829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77" name="Straight Arrow Connector 17">
            <a:extLst>
              <a:ext uri="{FF2B5EF4-FFF2-40B4-BE49-F238E27FC236}">
                <a16:creationId xmlns:a16="http://schemas.microsoft.com/office/drawing/2014/main" id="{8D8B4017-0E3B-4E13-A6DD-5ED66FC6AB0B}"/>
              </a:ext>
            </a:extLst>
          </p:cNvPr>
          <p:cNvCxnSpPr>
            <a:cxnSpLocks/>
          </p:cNvCxnSpPr>
          <p:nvPr/>
        </p:nvCxnSpPr>
        <p:spPr>
          <a:xfrm flipH="1">
            <a:off x="1580599" y="3552974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78" name="Partial Circle 9">
            <a:extLst>
              <a:ext uri="{FF2B5EF4-FFF2-40B4-BE49-F238E27FC236}">
                <a16:creationId xmlns:a16="http://schemas.microsoft.com/office/drawing/2014/main" id="{47F375D9-3CB7-41B8-8649-EF0644DDF79C}"/>
              </a:ext>
            </a:extLst>
          </p:cNvPr>
          <p:cNvSpPr>
            <a:spLocks noChangeAspect="1"/>
          </p:cNvSpPr>
          <p:nvPr/>
        </p:nvSpPr>
        <p:spPr>
          <a:xfrm>
            <a:off x="1680309" y="3457926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9" name="TextBox 10">
                <a:extLst>
                  <a:ext uri="{FF2B5EF4-FFF2-40B4-BE49-F238E27FC236}">
                    <a16:creationId xmlns:a16="http://schemas.microsoft.com/office/drawing/2014/main" id="{29A0E86B-301B-451A-8DFC-70D1CCEAD959}"/>
                  </a:ext>
                </a:extLst>
              </p:cNvPr>
              <p:cNvSpPr txBox="1"/>
              <p:nvPr/>
            </p:nvSpPr>
            <p:spPr>
              <a:xfrm>
                <a:off x="1707847" y="3286132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179" name="TextBox 10">
                <a:extLst>
                  <a:ext uri="{FF2B5EF4-FFF2-40B4-BE49-F238E27FC236}">
                    <a16:creationId xmlns:a16="http://schemas.microsoft.com/office/drawing/2014/main" id="{29A0E86B-301B-451A-8DFC-70D1CCEAD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7847" y="3286132"/>
                <a:ext cx="205647" cy="262829"/>
              </a:xfrm>
              <a:prstGeom prst="rect">
                <a:avLst/>
              </a:prstGeom>
              <a:blipFill>
                <a:blip r:embed="rId22"/>
                <a:stretch>
                  <a:fillRect r="-17647"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80" name="Straight Arrow Connector 17">
            <a:extLst>
              <a:ext uri="{FF2B5EF4-FFF2-40B4-BE49-F238E27FC236}">
                <a16:creationId xmlns:a16="http://schemas.microsoft.com/office/drawing/2014/main" id="{64C47C89-C3D0-4E6E-B12F-99CA3D9A0FBF}"/>
              </a:ext>
            </a:extLst>
          </p:cNvPr>
          <p:cNvCxnSpPr>
            <a:cxnSpLocks/>
          </p:cNvCxnSpPr>
          <p:nvPr/>
        </p:nvCxnSpPr>
        <p:spPr>
          <a:xfrm flipV="1">
            <a:off x="1728405" y="3244395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81" name="Oval 22">
            <a:extLst>
              <a:ext uri="{FF2B5EF4-FFF2-40B4-BE49-F238E27FC236}">
                <a16:creationId xmlns:a16="http://schemas.microsoft.com/office/drawing/2014/main" id="{265A2CAE-93C0-489E-BBE3-70B05A77C8FE}"/>
              </a:ext>
            </a:extLst>
          </p:cNvPr>
          <p:cNvSpPr/>
          <p:nvPr/>
        </p:nvSpPr>
        <p:spPr>
          <a:xfrm>
            <a:off x="1915544" y="3688706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182" name="Oval 22">
            <a:extLst>
              <a:ext uri="{FF2B5EF4-FFF2-40B4-BE49-F238E27FC236}">
                <a16:creationId xmlns:a16="http://schemas.microsoft.com/office/drawing/2014/main" id="{FBDE118E-64FA-47ED-BDDA-6C826F6C7B69}"/>
              </a:ext>
            </a:extLst>
          </p:cNvPr>
          <p:cNvSpPr/>
          <p:nvPr/>
        </p:nvSpPr>
        <p:spPr>
          <a:xfrm>
            <a:off x="1440759" y="331415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3" name="文字方塊 1182">
                <a:extLst>
                  <a:ext uri="{FF2B5EF4-FFF2-40B4-BE49-F238E27FC236}">
                    <a16:creationId xmlns:a16="http://schemas.microsoft.com/office/drawing/2014/main" id="{DDA22502-32B8-4FE6-BF74-A3E1D8C999FF}"/>
                  </a:ext>
                </a:extLst>
              </p:cNvPr>
              <p:cNvSpPr txBox="1"/>
              <p:nvPr/>
            </p:nvSpPr>
            <p:spPr>
              <a:xfrm>
                <a:off x="154596" y="3607990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183" name="文字方塊 1182">
                <a:extLst>
                  <a:ext uri="{FF2B5EF4-FFF2-40B4-BE49-F238E27FC236}">
                    <a16:creationId xmlns:a16="http://schemas.microsoft.com/office/drawing/2014/main" id="{DDA22502-32B8-4FE6-BF74-A3E1D8C99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596" y="3607990"/>
                <a:ext cx="974158" cy="262829"/>
              </a:xfrm>
              <a:prstGeom prst="rect">
                <a:avLst/>
              </a:prstGeom>
              <a:blipFill>
                <a:blip r:embed="rId23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84" name="圖片 1183">
            <a:extLst>
              <a:ext uri="{FF2B5EF4-FFF2-40B4-BE49-F238E27FC236}">
                <a16:creationId xmlns:a16="http://schemas.microsoft.com/office/drawing/2014/main" id="{85654EC2-7B8A-4ECA-864D-646FDF73B1D5}"/>
              </a:ext>
            </a:extLst>
          </p:cNvPr>
          <p:cNvPicPr>
            <a:picLocks noChangeAspect="1"/>
          </p:cNvPicPr>
          <p:nvPr/>
        </p:nvPicPr>
        <p:blipFill rotWithShape="1">
          <a:blip r:embed="rId24"/>
          <a:srcRect t="51281" r="51003"/>
          <a:stretch/>
        </p:blipFill>
        <p:spPr>
          <a:xfrm>
            <a:off x="224545" y="2795999"/>
            <a:ext cx="834259" cy="822637"/>
          </a:xfrm>
          <a:prstGeom prst="rect">
            <a:avLst/>
          </a:prstGeom>
        </p:spPr>
      </p:pic>
      <p:cxnSp>
        <p:nvCxnSpPr>
          <p:cNvPr id="1185" name="直線接點 1184">
            <a:extLst>
              <a:ext uri="{FF2B5EF4-FFF2-40B4-BE49-F238E27FC236}">
                <a16:creationId xmlns:a16="http://schemas.microsoft.com/office/drawing/2014/main" id="{3F01E9F4-03A1-4731-9C23-B8A4223D4295}"/>
              </a:ext>
            </a:extLst>
          </p:cNvPr>
          <p:cNvCxnSpPr>
            <a:cxnSpLocks/>
          </p:cNvCxnSpPr>
          <p:nvPr/>
        </p:nvCxnSpPr>
        <p:spPr>
          <a:xfrm>
            <a:off x="2027599" y="3821623"/>
            <a:ext cx="406400" cy="56832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186" name="圖片 1185">
            <a:extLst>
              <a:ext uri="{FF2B5EF4-FFF2-40B4-BE49-F238E27FC236}">
                <a16:creationId xmlns:a16="http://schemas.microsoft.com/office/drawing/2014/main" id="{7E0455C2-19FB-4623-8CA9-96B882E7275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70" t="9874" r="37949" b="70775"/>
          <a:stretch/>
        </p:blipFill>
        <p:spPr>
          <a:xfrm>
            <a:off x="2406709" y="1928492"/>
            <a:ext cx="822081" cy="823321"/>
          </a:xfrm>
          <a:prstGeom prst="rect">
            <a:avLst/>
          </a:prstGeom>
        </p:spPr>
      </p:pic>
      <p:pic>
        <p:nvPicPr>
          <p:cNvPr id="1187" name="圖片 1186">
            <a:extLst>
              <a:ext uri="{FF2B5EF4-FFF2-40B4-BE49-F238E27FC236}">
                <a16:creationId xmlns:a16="http://schemas.microsoft.com/office/drawing/2014/main" id="{CF576AC4-872E-484B-A7C0-DE992DEB21C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93" t="30160" r="37946" b="50431"/>
          <a:stretch/>
        </p:blipFill>
        <p:spPr>
          <a:xfrm>
            <a:off x="2407329" y="2812746"/>
            <a:ext cx="820841" cy="8258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88" name="文字方塊 1187">
                <a:extLst>
                  <a:ext uri="{FF2B5EF4-FFF2-40B4-BE49-F238E27FC236}">
                    <a16:creationId xmlns:a16="http://schemas.microsoft.com/office/drawing/2014/main" id="{1B6A70D4-59D6-4590-9783-A4711DD4A44F}"/>
                  </a:ext>
                </a:extLst>
              </p:cNvPr>
              <p:cNvSpPr txBox="1"/>
              <p:nvPr/>
            </p:nvSpPr>
            <p:spPr>
              <a:xfrm>
                <a:off x="2267281" y="3616880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188" name="文字方塊 1187">
                <a:extLst>
                  <a:ext uri="{FF2B5EF4-FFF2-40B4-BE49-F238E27FC236}">
                    <a16:creationId xmlns:a16="http://schemas.microsoft.com/office/drawing/2014/main" id="{1B6A70D4-59D6-4590-9783-A4711DD4A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281" y="3616880"/>
                <a:ext cx="1100937" cy="262829"/>
              </a:xfrm>
              <a:prstGeom prst="rect">
                <a:avLst/>
              </a:prstGeom>
              <a:blipFill>
                <a:blip r:embed="rId25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9" name="文字方塊 1188">
                <a:extLst>
                  <a:ext uri="{FF2B5EF4-FFF2-40B4-BE49-F238E27FC236}">
                    <a16:creationId xmlns:a16="http://schemas.microsoft.com/office/drawing/2014/main" id="{92796B1C-9C41-47BE-B47B-6C401F37E5F9}"/>
                  </a:ext>
                </a:extLst>
              </p:cNvPr>
              <p:cNvSpPr txBox="1"/>
              <p:nvPr/>
            </p:nvSpPr>
            <p:spPr>
              <a:xfrm>
                <a:off x="2267281" y="5533983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189" name="文字方塊 1188">
                <a:extLst>
                  <a:ext uri="{FF2B5EF4-FFF2-40B4-BE49-F238E27FC236}">
                    <a16:creationId xmlns:a16="http://schemas.microsoft.com/office/drawing/2014/main" id="{92796B1C-9C41-47BE-B47B-6C401F37E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281" y="5533983"/>
                <a:ext cx="1100937" cy="262829"/>
              </a:xfrm>
              <a:prstGeom prst="rect">
                <a:avLst/>
              </a:prstGeom>
              <a:blipFill>
                <a:blip r:embed="rId26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90" name="圖片 1189">
            <a:extLst>
              <a:ext uri="{FF2B5EF4-FFF2-40B4-BE49-F238E27FC236}">
                <a16:creationId xmlns:a16="http://schemas.microsoft.com/office/drawing/2014/main" id="{8CBF70BF-095D-41F4-8736-F0F4EEA7DA4E}"/>
              </a:ext>
            </a:extLst>
          </p:cNvPr>
          <p:cNvPicPr>
            <a:picLocks noChangeAspect="1"/>
          </p:cNvPicPr>
          <p:nvPr/>
        </p:nvPicPr>
        <p:blipFill rotWithShape="1">
          <a:blip r:embed="rId24"/>
          <a:srcRect l="51236" b="50807"/>
          <a:stretch/>
        </p:blipFill>
        <p:spPr>
          <a:xfrm>
            <a:off x="2402596" y="3834268"/>
            <a:ext cx="830307" cy="830640"/>
          </a:xfrm>
          <a:prstGeom prst="rect">
            <a:avLst/>
          </a:prstGeom>
        </p:spPr>
      </p:pic>
      <p:pic>
        <p:nvPicPr>
          <p:cNvPr id="1191" name="圖片 1190">
            <a:extLst>
              <a:ext uri="{FF2B5EF4-FFF2-40B4-BE49-F238E27FC236}">
                <a16:creationId xmlns:a16="http://schemas.microsoft.com/office/drawing/2014/main" id="{A3C49FC7-0814-4DAF-AE57-F82594688E12}"/>
              </a:ext>
            </a:extLst>
          </p:cNvPr>
          <p:cNvPicPr>
            <a:picLocks noChangeAspect="1"/>
          </p:cNvPicPr>
          <p:nvPr/>
        </p:nvPicPr>
        <p:blipFill rotWithShape="1">
          <a:blip r:embed="rId24"/>
          <a:srcRect l="51236" t="50810"/>
          <a:stretch/>
        </p:blipFill>
        <p:spPr>
          <a:xfrm>
            <a:off x="2402596" y="4723958"/>
            <a:ext cx="830306" cy="830580"/>
          </a:xfrm>
          <a:prstGeom prst="rect">
            <a:avLst/>
          </a:prstGeom>
        </p:spPr>
      </p:pic>
      <p:cxnSp>
        <p:nvCxnSpPr>
          <p:cNvPr id="1192" name="直線接點 1191">
            <a:extLst>
              <a:ext uri="{FF2B5EF4-FFF2-40B4-BE49-F238E27FC236}">
                <a16:creationId xmlns:a16="http://schemas.microsoft.com/office/drawing/2014/main" id="{7AF4EA0F-9278-4890-999E-71CB44782D1D}"/>
              </a:ext>
            </a:extLst>
          </p:cNvPr>
          <p:cNvCxnSpPr>
            <a:cxnSpLocks/>
          </p:cNvCxnSpPr>
          <p:nvPr/>
        </p:nvCxnSpPr>
        <p:spPr>
          <a:xfrm>
            <a:off x="865984" y="2480098"/>
            <a:ext cx="607387" cy="86782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193" name="圖片 1192">
            <a:extLst>
              <a:ext uri="{FF2B5EF4-FFF2-40B4-BE49-F238E27FC236}">
                <a16:creationId xmlns:a16="http://schemas.microsoft.com/office/drawing/2014/main" id="{C3ECB37F-0F4A-4DE6-825A-A62D6A74B1FD}"/>
              </a:ext>
            </a:extLst>
          </p:cNvPr>
          <p:cNvPicPr>
            <a:picLocks noChangeAspect="1"/>
          </p:cNvPicPr>
          <p:nvPr/>
        </p:nvPicPr>
        <p:blipFill rotWithShape="1">
          <a:blip r:embed="rId24"/>
          <a:srcRect r="51003" b="50581"/>
          <a:stretch/>
        </p:blipFill>
        <p:spPr>
          <a:xfrm>
            <a:off x="224544" y="1942903"/>
            <a:ext cx="834260" cy="834450"/>
          </a:xfrm>
          <a:prstGeom prst="rect">
            <a:avLst/>
          </a:prstGeom>
        </p:spPr>
      </p:pic>
      <p:cxnSp>
        <p:nvCxnSpPr>
          <p:cNvPr id="1194" name="直線接點 1193">
            <a:extLst>
              <a:ext uri="{FF2B5EF4-FFF2-40B4-BE49-F238E27FC236}">
                <a16:creationId xmlns:a16="http://schemas.microsoft.com/office/drawing/2014/main" id="{EEF28BCF-98DD-44EF-9275-1130455C4065}"/>
              </a:ext>
            </a:extLst>
          </p:cNvPr>
          <p:cNvCxnSpPr>
            <a:cxnSpLocks/>
          </p:cNvCxnSpPr>
          <p:nvPr/>
        </p:nvCxnSpPr>
        <p:spPr>
          <a:xfrm flipH="1">
            <a:off x="1056049" y="3591854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95" name="直線接點 1194">
            <a:extLst>
              <a:ext uri="{FF2B5EF4-FFF2-40B4-BE49-F238E27FC236}">
                <a16:creationId xmlns:a16="http://schemas.microsoft.com/office/drawing/2014/main" id="{938750FF-74BB-453B-AA0C-43A905A7682F}"/>
              </a:ext>
            </a:extLst>
          </p:cNvPr>
          <p:cNvCxnSpPr>
            <a:cxnSpLocks/>
          </p:cNvCxnSpPr>
          <p:nvPr/>
        </p:nvCxnSpPr>
        <p:spPr>
          <a:xfrm flipV="1">
            <a:off x="2278424" y="3231074"/>
            <a:ext cx="123825" cy="263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96" name="矩形: 圓角 1195">
            <a:extLst>
              <a:ext uri="{FF2B5EF4-FFF2-40B4-BE49-F238E27FC236}">
                <a16:creationId xmlns:a16="http://schemas.microsoft.com/office/drawing/2014/main" id="{D13472D6-71FA-422C-977D-41CAD58036C2}"/>
              </a:ext>
            </a:extLst>
          </p:cNvPr>
          <p:cNvSpPr/>
          <p:nvPr/>
        </p:nvSpPr>
        <p:spPr>
          <a:xfrm>
            <a:off x="3718785" y="568489"/>
            <a:ext cx="3638551" cy="6072863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3" dirty="0"/>
          </a:p>
        </p:txBody>
      </p:sp>
      <p:pic>
        <p:nvPicPr>
          <p:cNvPr id="1197" name="圖片 1196">
            <a:extLst>
              <a:ext uri="{FF2B5EF4-FFF2-40B4-BE49-F238E27FC236}">
                <a16:creationId xmlns:a16="http://schemas.microsoft.com/office/drawing/2014/main" id="{686DF4F1-9886-406A-8830-FD97A0E6DCAD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210"/>
          <a:stretch/>
        </p:blipFill>
        <p:spPr>
          <a:xfrm>
            <a:off x="4820786" y="729776"/>
            <a:ext cx="865537" cy="1702836"/>
          </a:xfrm>
          <a:prstGeom prst="rect">
            <a:avLst/>
          </a:prstGeom>
        </p:spPr>
      </p:pic>
      <p:pic>
        <p:nvPicPr>
          <p:cNvPr id="1198" name="圖片 1197">
            <a:extLst>
              <a:ext uri="{FF2B5EF4-FFF2-40B4-BE49-F238E27FC236}">
                <a16:creationId xmlns:a16="http://schemas.microsoft.com/office/drawing/2014/main" id="{78FC5479-B611-4BA6-9754-E5AEA3C4A31A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445"/>
          <a:stretch/>
        </p:blipFill>
        <p:spPr>
          <a:xfrm>
            <a:off x="6025959" y="1929905"/>
            <a:ext cx="857330" cy="1702837"/>
          </a:xfrm>
          <a:prstGeom prst="rect">
            <a:avLst/>
          </a:prstGeom>
        </p:spPr>
      </p:pic>
      <p:pic>
        <p:nvPicPr>
          <p:cNvPr id="1199" name="圖片 1198">
            <a:extLst>
              <a:ext uri="{FF2B5EF4-FFF2-40B4-BE49-F238E27FC236}">
                <a16:creationId xmlns:a16="http://schemas.microsoft.com/office/drawing/2014/main" id="{0401C262-0BE3-444B-B169-177009532CF7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975" r="24608"/>
          <a:stretch/>
        </p:blipFill>
        <p:spPr>
          <a:xfrm>
            <a:off x="3844954" y="3898430"/>
            <a:ext cx="887430" cy="1702836"/>
          </a:xfrm>
          <a:prstGeom prst="rect">
            <a:avLst/>
          </a:prstGeom>
        </p:spPr>
      </p:pic>
      <p:pic>
        <p:nvPicPr>
          <p:cNvPr id="1200" name="圖片 1199">
            <a:extLst>
              <a:ext uri="{FF2B5EF4-FFF2-40B4-BE49-F238E27FC236}">
                <a16:creationId xmlns:a16="http://schemas.microsoft.com/office/drawing/2014/main" id="{D53EC49E-DBC9-4FEE-A134-086546CABC2E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430" r="49783"/>
          <a:stretch/>
        </p:blipFill>
        <p:spPr>
          <a:xfrm>
            <a:off x="4936756" y="4563844"/>
            <a:ext cx="900332" cy="1702837"/>
          </a:xfrm>
          <a:prstGeom prst="rect">
            <a:avLst/>
          </a:prstGeom>
        </p:spPr>
      </p:pic>
      <p:pic>
        <p:nvPicPr>
          <p:cNvPr id="1201" name="圖片 1200">
            <a:extLst>
              <a:ext uri="{FF2B5EF4-FFF2-40B4-BE49-F238E27FC236}">
                <a16:creationId xmlns:a16="http://schemas.microsoft.com/office/drawing/2014/main" id="{4D7B64FF-0347-4B60-AFBF-EACDA93671F9}"/>
              </a:ext>
            </a:extLst>
          </p:cNvPr>
          <p:cNvPicPr>
            <a:picLocks noChangeAspect="1"/>
          </p:cNvPicPr>
          <p:nvPr/>
        </p:nvPicPr>
        <p:blipFill rotWithShape="1">
          <a:blip r:embed="rId2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0542"/>
          <a:stretch/>
        </p:blipFill>
        <p:spPr>
          <a:xfrm>
            <a:off x="6036322" y="3840620"/>
            <a:ext cx="852783" cy="1717087"/>
          </a:xfrm>
          <a:prstGeom prst="rect">
            <a:avLst/>
          </a:prstGeom>
        </p:spPr>
      </p:pic>
      <p:pic>
        <p:nvPicPr>
          <p:cNvPr id="1202" name="圖片 1201">
            <a:extLst>
              <a:ext uri="{FF2B5EF4-FFF2-40B4-BE49-F238E27FC236}">
                <a16:creationId xmlns:a16="http://schemas.microsoft.com/office/drawing/2014/main" id="{94F17AAC-774A-49FD-A88E-6FA188968AB2}"/>
              </a:ext>
            </a:extLst>
          </p:cNvPr>
          <p:cNvPicPr>
            <a:picLocks noChangeAspect="1"/>
          </p:cNvPicPr>
          <p:nvPr/>
        </p:nvPicPr>
        <p:blipFill rotWithShape="1">
          <a:blip r:embed="rId2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0277"/>
          <a:stretch/>
        </p:blipFill>
        <p:spPr>
          <a:xfrm>
            <a:off x="3880392" y="1928094"/>
            <a:ext cx="857349" cy="17170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03" name="文字方塊 1202">
                <a:extLst>
                  <a:ext uri="{FF2B5EF4-FFF2-40B4-BE49-F238E27FC236}">
                    <a16:creationId xmlns:a16="http://schemas.microsoft.com/office/drawing/2014/main" id="{EA4201E3-6DAF-42D4-A235-CD97D5152E4F}"/>
                  </a:ext>
                </a:extLst>
              </p:cNvPr>
              <p:cNvSpPr txBox="1"/>
              <p:nvPr/>
            </p:nvSpPr>
            <p:spPr>
              <a:xfrm>
                <a:off x="5186448" y="2166957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 xmlns="">
          <p:sp>
            <p:nvSpPr>
              <p:cNvPr id="1203" name="文字方塊 1202">
                <a:extLst>
                  <a:ext uri="{FF2B5EF4-FFF2-40B4-BE49-F238E27FC236}">
                    <a16:creationId xmlns:a16="http://schemas.microsoft.com/office/drawing/2014/main" id="{EA4201E3-6DAF-42D4-A235-CD97D5152E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6448" y="2166957"/>
                <a:ext cx="268993" cy="272254"/>
              </a:xfrm>
              <a:prstGeom prst="rect">
                <a:avLst/>
              </a:prstGeom>
              <a:blipFill>
                <a:blip r:embed="rId4"/>
                <a:stretch>
                  <a:fillRect r="-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4" name="文字方塊 1203">
                <a:extLst>
                  <a:ext uri="{FF2B5EF4-FFF2-40B4-BE49-F238E27FC236}">
                    <a16:creationId xmlns:a16="http://schemas.microsoft.com/office/drawing/2014/main" id="{46B7A2C3-6A46-43E2-BE15-D0098305EE62}"/>
                  </a:ext>
                </a:extLst>
              </p:cNvPr>
              <p:cNvSpPr txBox="1"/>
              <p:nvPr/>
            </p:nvSpPr>
            <p:spPr>
              <a:xfrm>
                <a:off x="5197113" y="1284992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 xmlns="">
          <p:sp>
            <p:nvSpPr>
              <p:cNvPr id="1204" name="文字方塊 1203">
                <a:extLst>
                  <a:ext uri="{FF2B5EF4-FFF2-40B4-BE49-F238E27FC236}">
                    <a16:creationId xmlns:a16="http://schemas.microsoft.com/office/drawing/2014/main" id="{46B7A2C3-6A46-43E2-BE15-D0098305EE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113" y="1284992"/>
                <a:ext cx="268993" cy="272254"/>
              </a:xfrm>
              <a:prstGeom prst="rect">
                <a:avLst/>
              </a:prstGeom>
              <a:blipFill>
                <a:blip r:embed="rId5"/>
                <a:stretch>
                  <a:fillRect r="-72727" b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05" name="群組 1204">
            <a:extLst>
              <a:ext uri="{FF2B5EF4-FFF2-40B4-BE49-F238E27FC236}">
                <a16:creationId xmlns:a16="http://schemas.microsoft.com/office/drawing/2014/main" id="{F63D3BB3-F9C4-4F9C-8001-FADDF56C2BE0}"/>
              </a:ext>
            </a:extLst>
          </p:cNvPr>
          <p:cNvGrpSpPr/>
          <p:nvPr/>
        </p:nvGrpSpPr>
        <p:grpSpPr>
          <a:xfrm>
            <a:off x="5228509" y="1093069"/>
            <a:ext cx="50518" cy="48461"/>
            <a:chOff x="1373392" y="2391862"/>
            <a:chExt cx="479433" cy="476535"/>
          </a:xfrm>
        </p:grpSpPr>
        <p:sp>
          <p:nvSpPr>
            <p:cNvPr id="1206" name="箭號: 向右 1205">
              <a:extLst>
                <a:ext uri="{FF2B5EF4-FFF2-40B4-BE49-F238E27FC236}">
                  <a16:creationId xmlns:a16="http://schemas.microsoft.com/office/drawing/2014/main" id="{9329CC8A-202F-471F-95A9-D457D494305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1207" name="箭號: 向右 1206">
              <a:extLst>
                <a:ext uri="{FF2B5EF4-FFF2-40B4-BE49-F238E27FC236}">
                  <a16:creationId xmlns:a16="http://schemas.microsoft.com/office/drawing/2014/main" id="{CB0D061C-78E2-404F-8BC4-AA847E927651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08" name="文字方塊 1207">
                <a:extLst>
                  <a:ext uri="{FF2B5EF4-FFF2-40B4-BE49-F238E27FC236}">
                    <a16:creationId xmlns:a16="http://schemas.microsoft.com/office/drawing/2014/main" id="{12644F26-C9F2-42AF-B423-F69C1D64DFBA}"/>
                  </a:ext>
                </a:extLst>
              </p:cNvPr>
              <p:cNvSpPr txBox="1"/>
              <p:nvPr/>
            </p:nvSpPr>
            <p:spPr>
              <a:xfrm>
                <a:off x="5104284" y="849554"/>
                <a:ext cx="198362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08" name="文字方塊 1207">
                <a:extLst>
                  <a:ext uri="{FF2B5EF4-FFF2-40B4-BE49-F238E27FC236}">
                    <a16:creationId xmlns:a16="http://schemas.microsoft.com/office/drawing/2014/main" id="{12644F26-C9F2-42AF-B423-F69C1D64DF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4284" y="849554"/>
                <a:ext cx="198362" cy="276614"/>
              </a:xfrm>
              <a:prstGeom prst="rect">
                <a:avLst/>
              </a:prstGeom>
              <a:blipFill>
                <a:blip r:embed="rId8"/>
                <a:stretch>
                  <a:fillRect r="-424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9" name="文字方塊 1208">
                <a:extLst>
                  <a:ext uri="{FF2B5EF4-FFF2-40B4-BE49-F238E27FC236}">
                    <a16:creationId xmlns:a16="http://schemas.microsoft.com/office/drawing/2014/main" id="{2ACE3764-848F-4688-A425-5C3BBC2DC643}"/>
                  </a:ext>
                </a:extLst>
              </p:cNvPr>
              <p:cNvSpPr txBox="1"/>
              <p:nvPr/>
            </p:nvSpPr>
            <p:spPr>
              <a:xfrm>
                <a:off x="5193831" y="1045388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09" name="文字方塊 1208">
                <a:extLst>
                  <a:ext uri="{FF2B5EF4-FFF2-40B4-BE49-F238E27FC236}">
                    <a16:creationId xmlns:a16="http://schemas.microsoft.com/office/drawing/2014/main" id="{2ACE3764-848F-4688-A425-5C3BBC2DC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3831" y="1045388"/>
                <a:ext cx="149279" cy="262829"/>
              </a:xfrm>
              <a:prstGeom prst="rect">
                <a:avLst/>
              </a:prstGeom>
              <a:blipFill>
                <a:blip r:embed="rId29"/>
                <a:stretch>
                  <a:fillRect r="-7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10" name="群組 1209">
            <a:extLst>
              <a:ext uri="{FF2B5EF4-FFF2-40B4-BE49-F238E27FC236}">
                <a16:creationId xmlns:a16="http://schemas.microsoft.com/office/drawing/2014/main" id="{26C17E23-26AC-49CF-9A2E-D5FDEF92A604}"/>
              </a:ext>
            </a:extLst>
          </p:cNvPr>
          <p:cNvGrpSpPr/>
          <p:nvPr/>
        </p:nvGrpSpPr>
        <p:grpSpPr>
          <a:xfrm>
            <a:off x="5233201" y="1978748"/>
            <a:ext cx="50518" cy="48461"/>
            <a:chOff x="1373392" y="2391862"/>
            <a:chExt cx="479433" cy="476535"/>
          </a:xfrm>
        </p:grpSpPr>
        <p:sp>
          <p:nvSpPr>
            <p:cNvPr id="1211" name="箭號: 向右 1210">
              <a:extLst>
                <a:ext uri="{FF2B5EF4-FFF2-40B4-BE49-F238E27FC236}">
                  <a16:creationId xmlns:a16="http://schemas.microsoft.com/office/drawing/2014/main" id="{14531C87-888A-4468-82C6-1B6D40AC1558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1212" name="箭號: 向右 1211">
              <a:extLst>
                <a:ext uri="{FF2B5EF4-FFF2-40B4-BE49-F238E27FC236}">
                  <a16:creationId xmlns:a16="http://schemas.microsoft.com/office/drawing/2014/main" id="{EC025A0B-B981-4404-BE37-A46D334771C4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13" name="文字方塊 1212">
                <a:extLst>
                  <a:ext uri="{FF2B5EF4-FFF2-40B4-BE49-F238E27FC236}">
                    <a16:creationId xmlns:a16="http://schemas.microsoft.com/office/drawing/2014/main" id="{3F41B4C4-BB58-4EE9-A8B3-1FC579937FC4}"/>
                  </a:ext>
                </a:extLst>
              </p:cNvPr>
              <p:cNvSpPr txBox="1"/>
              <p:nvPr/>
            </p:nvSpPr>
            <p:spPr>
              <a:xfrm>
                <a:off x="5108971" y="1735233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13" name="文字方塊 1212">
                <a:extLst>
                  <a:ext uri="{FF2B5EF4-FFF2-40B4-BE49-F238E27FC236}">
                    <a16:creationId xmlns:a16="http://schemas.microsoft.com/office/drawing/2014/main" id="{3F41B4C4-BB58-4EE9-A8B3-1FC579937F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8971" y="1735233"/>
                <a:ext cx="182571" cy="276614"/>
              </a:xfrm>
              <a:prstGeom prst="rect">
                <a:avLst/>
              </a:prstGeom>
              <a:blipFill>
                <a:blip r:embed="rId30"/>
                <a:stretch>
                  <a:fillRect r="-5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4" name="文字方塊 1213">
                <a:extLst>
                  <a:ext uri="{FF2B5EF4-FFF2-40B4-BE49-F238E27FC236}">
                    <a16:creationId xmlns:a16="http://schemas.microsoft.com/office/drawing/2014/main" id="{2D2DAB9B-FF1B-407E-B2A0-C9BF271711D6}"/>
                  </a:ext>
                </a:extLst>
              </p:cNvPr>
              <p:cNvSpPr txBox="1"/>
              <p:nvPr/>
            </p:nvSpPr>
            <p:spPr>
              <a:xfrm>
                <a:off x="5239799" y="1892966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14" name="文字方塊 1213">
                <a:extLst>
                  <a:ext uri="{FF2B5EF4-FFF2-40B4-BE49-F238E27FC236}">
                    <a16:creationId xmlns:a16="http://schemas.microsoft.com/office/drawing/2014/main" id="{2D2DAB9B-FF1B-407E-B2A0-C9BF27171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9799" y="1892966"/>
                <a:ext cx="149279" cy="262829"/>
              </a:xfrm>
              <a:prstGeom prst="rect">
                <a:avLst/>
              </a:prstGeom>
              <a:blipFill>
                <a:blip r:embed="rId31"/>
                <a:stretch>
                  <a:fillRect r="-708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15" name="圖片 1214">
            <a:extLst>
              <a:ext uri="{FF2B5EF4-FFF2-40B4-BE49-F238E27FC236}">
                <a16:creationId xmlns:a16="http://schemas.microsoft.com/office/drawing/2014/main" id="{A196C719-3B8E-4381-BB26-03443F664C85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/>
          <a:stretch/>
        </p:blipFill>
        <p:spPr>
          <a:xfrm>
            <a:off x="5682529" y="1584921"/>
            <a:ext cx="260536" cy="871126"/>
          </a:xfrm>
          <a:prstGeom prst="rect">
            <a:avLst/>
          </a:prstGeom>
        </p:spPr>
      </p:pic>
      <p:pic>
        <p:nvPicPr>
          <p:cNvPr id="1216" name="圖片 1215">
            <a:extLst>
              <a:ext uri="{FF2B5EF4-FFF2-40B4-BE49-F238E27FC236}">
                <a16:creationId xmlns:a16="http://schemas.microsoft.com/office/drawing/2014/main" id="{12ABDB69-8F6D-4331-AA01-29E88F7D5E11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50242"/>
          <a:stretch/>
        </p:blipFill>
        <p:spPr>
          <a:xfrm>
            <a:off x="5681177" y="706368"/>
            <a:ext cx="260536" cy="8640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17" name="文字方塊 1216">
                <a:extLst>
                  <a:ext uri="{FF2B5EF4-FFF2-40B4-BE49-F238E27FC236}">
                    <a16:creationId xmlns:a16="http://schemas.microsoft.com/office/drawing/2014/main" id="{FAC90901-4AD4-45C0-9EF3-D8140DD5E154}"/>
                  </a:ext>
                </a:extLst>
              </p:cNvPr>
              <p:cNvSpPr txBox="1"/>
              <p:nvPr/>
            </p:nvSpPr>
            <p:spPr>
              <a:xfrm>
                <a:off x="5627074" y="1374227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17" name="文字方塊 1216">
                <a:extLst>
                  <a:ext uri="{FF2B5EF4-FFF2-40B4-BE49-F238E27FC236}">
                    <a16:creationId xmlns:a16="http://schemas.microsoft.com/office/drawing/2014/main" id="{FAC90901-4AD4-45C0-9EF3-D8140DD5E1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7074" y="1374227"/>
                <a:ext cx="204146" cy="245324"/>
              </a:xfrm>
              <a:prstGeom prst="rect">
                <a:avLst/>
              </a:prstGeom>
              <a:blipFill>
                <a:blip r:embed="rId12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8" name="文字方塊 1217">
                <a:extLst>
                  <a:ext uri="{FF2B5EF4-FFF2-40B4-BE49-F238E27FC236}">
                    <a16:creationId xmlns:a16="http://schemas.microsoft.com/office/drawing/2014/main" id="{B94F509E-72E0-4F5B-9AD1-D90C04FC6D83}"/>
                  </a:ext>
                </a:extLst>
              </p:cNvPr>
              <p:cNvSpPr txBox="1"/>
              <p:nvPr/>
            </p:nvSpPr>
            <p:spPr>
              <a:xfrm>
                <a:off x="5634827" y="2259905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18" name="文字方塊 1217">
                <a:extLst>
                  <a:ext uri="{FF2B5EF4-FFF2-40B4-BE49-F238E27FC236}">
                    <a16:creationId xmlns:a16="http://schemas.microsoft.com/office/drawing/2014/main" id="{B94F509E-72E0-4F5B-9AD1-D90C04FC6D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4827" y="2259905"/>
                <a:ext cx="204146" cy="245324"/>
              </a:xfrm>
              <a:prstGeom prst="rect">
                <a:avLst/>
              </a:prstGeom>
              <a:blipFill>
                <a:blip r:embed="rId32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9" name="文字方塊 1218">
                <a:extLst>
                  <a:ext uri="{FF2B5EF4-FFF2-40B4-BE49-F238E27FC236}">
                    <a16:creationId xmlns:a16="http://schemas.microsoft.com/office/drawing/2014/main" id="{632B5117-94CA-4463-BA2F-B0C66D1521E3}"/>
                  </a:ext>
                </a:extLst>
              </p:cNvPr>
              <p:cNvSpPr txBox="1"/>
              <p:nvPr/>
            </p:nvSpPr>
            <p:spPr>
              <a:xfrm>
                <a:off x="4756007" y="2416914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219" name="文字方塊 1218">
                <a:extLst>
                  <a:ext uri="{FF2B5EF4-FFF2-40B4-BE49-F238E27FC236}">
                    <a16:creationId xmlns:a16="http://schemas.microsoft.com/office/drawing/2014/main" id="{632B5117-94CA-4463-BA2F-B0C66D152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6007" y="2416914"/>
                <a:ext cx="1082966" cy="262829"/>
              </a:xfrm>
              <a:prstGeom prst="rect">
                <a:avLst/>
              </a:prstGeom>
              <a:blipFill>
                <a:blip r:embed="rId33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0" name="文字方塊 1219">
                <a:extLst>
                  <a:ext uri="{FF2B5EF4-FFF2-40B4-BE49-F238E27FC236}">
                    <a16:creationId xmlns:a16="http://schemas.microsoft.com/office/drawing/2014/main" id="{22338D1E-19F1-462F-8AA9-DDAD678FABD2}"/>
                  </a:ext>
                </a:extLst>
              </p:cNvPr>
              <p:cNvSpPr txBox="1"/>
              <p:nvPr/>
            </p:nvSpPr>
            <p:spPr>
              <a:xfrm>
                <a:off x="3738193" y="561961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220" name="文字方塊 1219">
                <a:extLst>
                  <a:ext uri="{FF2B5EF4-FFF2-40B4-BE49-F238E27FC236}">
                    <a16:creationId xmlns:a16="http://schemas.microsoft.com/office/drawing/2014/main" id="{22338D1E-19F1-462F-8AA9-DDAD678FAB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8193" y="5619617"/>
                <a:ext cx="1100937" cy="262829"/>
              </a:xfrm>
              <a:prstGeom prst="rect">
                <a:avLst/>
              </a:prstGeom>
              <a:blipFill>
                <a:blip r:embed="rId34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1" name="文字方塊 1220">
                <a:extLst>
                  <a:ext uri="{FF2B5EF4-FFF2-40B4-BE49-F238E27FC236}">
                    <a16:creationId xmlns:a16="http://schemas.microsoft.com/office/drawing/2014/main" id="{8AAA57EE-3560-4F68-A2D2-1B61EAA6075C}"/>
                  </a:ext>
                </a:extLst>
              </p:cNvPr>
              <p:cNvSpPr txBox="1"/>
              <p:nvPr/>
            </p:nvSpPr>
            <p:spPr>
              <a:xfrm>
                <a:off x="4913670" y="6292200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221" name="文字方塊 1220">
                <a:extLst>
                  <a:ext uri="{FF2B5EF4-FFF2-40B4-BE49-F238E27FC236}">
                    <a16:creationId xmlns:a16="http://schemas.microsoft.com/office/drawing/2014/main" id="{8AAA57EE-3560-4F68-A2D2-1B61EAA607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3670" y="6292200"/>
                <a:ext cx="1021987" cy="262829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2" name="文字方塊 1221">
                <a:extLst>
                  <a:ext uri="{FF2B5EF4-FFF2-40B4-BE49-F238E27FC236}">
                    <a16:creationId xmlns:a16="http://schemas.microsoft.com/office/drawing/2014/main" id="{4A4B0B81-8EA9-4026-A0EF-B557E0AB7512}"/>
                  </a:ext>
                </a:extLst>
              </p:cNvPr>
              <p:cNvSpPr txBox="1"/>
              <p:nvPr/>
            </p:nvSpPr>
            <p:spPr>
              <a:xfrm>
                <a:off x="5085727" y="4124933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222" name="文字方塊 1221">
                <a:extLst>
                  <a:ext uri="{FF2B5EF4-FFF2-40B4-BE49-F238E27FC236}">
                    <a16:creationId xmlns:a16="http://schemas.microsoft.com/office/drawing/2014/main" id="{4A4B0B81-8EA9-4026-A0EF-B557E0AB75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5727" y="4124933"/>
                <a:ext cx="562814" cy="262829"/>
              </a:xfrm>
              <a:prstGeom prst="rect">
                <a:avLst/>
              </a:prstGeom>
              <a:blipFill>
                <a:blip r:embed="rId36"/>
                <a:stretch>
                  <a:fillRect t="-93023" r="-51613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3" name="文字方塊 1222">
                <a:extLst>
                  <a:ext uri="{FF2B5EF4-FFF2-40B4-BE49-F238E27FC236}">
                    <a16:creationId xmlns:a16="http://schemas.microsoft.com/office/drawing/2014/main" id="{204EFF91-B827-4BC0-B1C3-A45AF98BA991}"/>
                  </a:ext>
                </a:extLst>
              </p:cNvPr>
              <p:cNvSpPr txBox="1"/>
              <p:nvPr/>
            </p:nvSpPr>
            <p:spPr>
              <a:xfrm>
                <a:off x="5097355" y="2744461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223" name="文字方塊 1222">
                <a:extLst>
                  <a:ext uri="{FF2B5EF4-FFF2-40B4-BE49-F238E27FC236}">
                    <a16:creationId xmlns:a16="http://schemas.microsoft.com/office/drawing/2014/main" id="{204EFF91-B827-4BC0-B1C3-A45AF98BA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355" y="2744461"/>
                <a:ext cx="562814" cy="262829"/>
              </a:xfrm>
              <a:prstGeom prst="rect">
                <a:avLst/>
              </a:prstGeom>
              <a:blipFill>
                <a:blip r:embed="rId37"/>
                <a:stretch>
                  <a:fillRect t="-93023" r="-39785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4" name="Oval 14">
            <a:extLst>
              <a:ext uri="{FF2B5EF4-FFF2-40B4-BE49-F238E27FC236}">
                <a16:creationId xmlns:a16="http://schemas.microsoft.com/office/drawing/2014/main" id="{56CB7EE4-2A2E-4CB9-97F2-75986264B5B4}"/>
              </a:ext>
            </a:extLst>
          </p:cNvPr>
          <p:cNvSpPr/>
          <p:nvPr/>
        </p:nvSpPr>
        <p:spPr>
          <a:xfrm>
            <a:off x="5325793" y="2983101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225" name="Oval 4">
            <a:extLst>
              <a:ext uri="{FF2B5EF4-FFF2-40B4-BE49-F238E27FC236}">
                <a16:creationId xmlns:a16="http://schemas.microsoft.com/office/drawing/2014/main" id="{3DDA1E9B-8EC1-406E-AC21-53BDC5C7965B}"/>
              </a:ext>
            </a:extLst>
          </p:cNvPr>
          <p:cNvSpPr/>
          <p:nvPr/>
        </p:nvSpPr>
        <p:spPr>
          <a:xfrm>
            <a:off x="4883698" y="3041350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226" name="Oval 15">
            <a:extLst>
              <a:ext uri="{FF2B5EF4-FFF2-40B4-BE49-F238E27FC236}">
                <a16:creationId xmlns:a16="http://schemas.microsoft.com/office/drawing/2014/main" id="{5EDED448-CD7F-4F31-B42D-060A7BB368A9}"/>
              </a:ext>
            </a:extLst>
          </p:cNvPr>
          <p:cNvSpPr/>
          <p:nvPr/>
        </p:nvSpPr>
        <p:spPr>
          <a:xfrm>
            <a:off x="5325793" y="4018072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227" name="SHO">
            <a:extLst>
              <a:ext uri="{FF2B5EF4-FFF2-40B4-BE49-F238E27FC236}">
                <a16:creationId xmlns:a16="http://schemas.microsoft.com/office/drawing/2014/main" id="{25029130-B792-4564-9F8C-4FAC5D594983}"/>
              </a:ext>
            </a:extLst>
          </p:cNvPr>
          <p:cNvSpPr/>
          <p:nvPr/>
        </p:nvSpPr>
        <p:spPr>
          <a:xfrm rot="16200000">
            <a:off x="5166479" y="3059627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228" name="SVO">
            <a:extLst>
              <a:ext uri="{FF2B5EF4-FFF2-40B4-BE49-F238E27FC236}">
                <a16:creationId xmlns:a16="http://schemas.microsoft.com/office/drawing/2014/main" id="{96D540F6-B661-4F4C-826A-2B0024E3921E}"/>
              </a:ext>
            </a:extLst>
          </p:cNvPr>
          <p:cNvSpPr/>
          <p:nvPr/>
        </p:nvSpPr>
        <p:spPr>
          <a:xfrm>
            <a:off x="5131481" y="3041697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229" name="Oval 6">
            <a:extLst>
              <a:ext uri="{FF2B5EF4-FFF2-40B4-BE49-F238E27FC236}">
                <a16:creationId xmlns:a16="http://schemas.microsoft.com/office/drawing/2014/main" id="{7100F8C3-EE8E-4CC4-8ECF-8637D0539B52}"/>
              </a:ext>
            </a:extLst>
          </p:cNvPr>
          <p:cNvSpPr/>
          <p:nvPr/>
        </p:nvSpPr>
        <p:spPr>
          <a:xfrm rot="16200000">
            <a:off x="5166479" y="3059627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0" name="TextBox 11">
                <a:extLst>
                  <a:ext uri="{FF2B5EF4-FFF2-40B4-BE49-F238E27FC236}">
                    <a16:creationId xmlns:a16="http://schemas.microsoft.com/office/drawing/2014/main" id="{A69EAD59-7B2F-4474-9DD9-1597A0163CA8}"/>
                  </a:ext>
                </a:extLst>
              </p:cNvPr>
              <p:cNvSpPr txBox="1"/>
              <p:nvPr/>
            </p:nvSpPr>
            <p:spPr>
              <a:xfrm>
                <a:off x="5001466" y="3435999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230" name="TextBox 11">
                <a:extLst>
                  <a:ext uri="{FF2B5EF4-FFF2-40B4-BE49-F238E27FC236}">
                    <a16:creationId xmlns:a16="http://schemas.microsoft.com/office/drawing/2014/main" id="{A69EAD59-7B2F-4474-9DD9-1597A0163C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1466" y="3435999"/>
                <a:ext cx="122489" cy="262829"/>
              </a:xfrm>
              <a:prstGeom prst="rect">
                <a:avLst/>
              </a:prstGeom>
              <a:blipFill>
                <a:blip r:embed="rId38"/>
                <a:stretch>
                  <a:fillRect r="-3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1" name="Oval 22">
            <a:extLst>
              <a:ext uri="{FF2B5EF4-FFF2-40B4-BE49-F238E27FC236}">
                <a16:creationId xmlns:a16="http://schemas.microsoft.com/office/drawing/2014/main" id="{15E1B3C3-5890-4E78-8DA3-83F99DC66BB8}"/>
              </a:ext>
            </a:extLst>
          </p:cNvPr>
          <p:cNvSpPr/>
          <p:nvPr/>
        </p:nvSpPr>
        <p:spPr>
          <a:xfrm>
            <a:off x="5325139" y="4018072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2" name="TextBox 12">
                <a:extLst>
                  <a:ext uri="{FF2B5EF4-FFF2-40B4-BE49-F238E27FC236}">
                    <a16:creationId xmlns:a16="http://schemas.microsoft.com/office/drawing/2014/main" id="{B1611A96-B3FA-4B38-B9EF-465C9D4FA840}"/>
                  </a:ext>
                </a:extLst>
              </p:cNvPr>
              <p:cNvSpPr txBox="1"/>
              <p:nvPr/>
            </p:nvSpPr>
            <p:spPr>
              <a:xfrm>
                <a:off x="5454875" y="3502043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232" name="TextBox 12">
                <a:extLst>
                  <a:ext uri="{FF2B5EF4-FFF2-40B4-BE49-F238E27FC236}">
                    <a16:creationId xmlns:a16="http://schemas.microsoft.com/office/drawing/2014/main" id="{B1611A96-B3FA-4B38-B9EF-465C9D4FA8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4875" y="3502043"/>
                <a:ext cx="122489" cy="262829"/>
              </a:xfrm>
              <a:prstGeom prst="rect">
                <a:avLst/>
              </a:prstGeom>
              <a:blipFill>
                <a:blip r:embed="rId39"/>
                <a:stretch>
                  <a:fillRect r="-5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3" name="TextBox 13">
                <a:extLst>
                  <a:ext uri="{FF2B5EF4-FFF2-40B4-BE49-F238E27FC236}">
                    <a16:creationId xmlns:a16="http://schemas.microsoft.com/office/drawing/2014/main" id="{964A513C-EA4A-4C8C-B916-D5D0FA98D015}"/>
                  </a:ext>
                </a:extLst>
              </p:cNvPr>
              <p:cNvSpPr txBox="1"/>
              <p:nvPr/>
            </p:nvSpPr>
            <p:spPr>
              <a:xfrm>
                <a:off x="5285866" y="3066068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233" name="TextBox 13">
                <a:extLst>
                  <a:ext uri="{FF2B5EF4-FFF2-40B4-BE49-F238E27FC236}">
                    <a16:creationId xmlns:a16="http://schemas.microsoft.com/office/drawing/2014/main" id="{964A513C-EA4A-4C8C-B916-D5D0FA98D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5866" y="3066068"/>
                <a:ext cx="177900" cy="262829"/>
              </a:xfrm>
              <a:prstGeom prst="rect">
                <a:avLst/>
              </a:prstGeom>
              <a:blipFill>
                <a:blip r:embed="rId40"/>
                <a:stretch>
                  <a:fillRect r="-103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4" name="DVO">
            <a:extLst>
              <a:ext uri="{FF2B5EF4-FFF2-40B4-BE49-F238E27FC236}">
                <a16:creationId xmlns:a16="http://schemas.microsoft.com/office/drawing/2014/main" id="{7BA56351-A6E8-4584-81BB-2F7EA8067AE2}"/>
              </a:ext>
            </a:extLst>
          </p:cNvPr>
          <p:cNvSpPr/>
          <p:nvPr/>
        </p:nvSpPr>
        <p:spPr>
          <a:xfrm flipH="1">
            <a:off x="5131481" y="3041697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235" name="Oval 23">
            <a:extLst>
              <a:ext uri="{FF2B5EF4-FFF2-40B4-BE49-F238E27FC236}">
                <a16:creationId xmlns:a16="http://schemas.microsoft.com/office/drawing/2014/main" id="{71BB3D89-7A27-4E89-B5E3-3C17EB32A17C}"/>
              </a:ext>
            </a:extLst>
          </p:cNvPr>
          <p:cNvSpPr/>
          <p:nvPr/>
        </p:nvSpPr>
        <p:spPr>
          <a:xfrm>
            <a:off x="5825577" y="350122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1236" name="Straight Arrow Connector 7">
            <a:extLst>
              <a:ext uri="{FF2B5EF4-FFF2-40B4-BE49-F238E27FC236}">
                <a16:creationId xmlns:a16="http://schemas.microsoft.com/office/drawing/2014/main" id="{F1594841-63F0-4342-940D-9335B4DA4BB8}"/>
              </a:ext>
            </a:extLst>
          </p:cNvPr>
          <p:cNvCxnSpPr>
            <a:cxnSpLocks/>
          </p:cNvCxnSpPr>
          <p:nvPr/>
        </p:nvCxnSpPr>
        <p:spPr>
          <a:xfrm flipV="1">
            <a:off x="5379305" y="3249263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7" name="Straight Arrow Connector 19">
            <a:extLst>
              <a:ext uri="{FF2B5EF4-FFF2-40B4-BE49-F238E27FC236}">
                <a16:creationId xmlns:a16="http://schemas.microsoft.com/office/drawing/2014/main" id="{515DE870-F085-4411-9C8A-470D5DB12D32}"/>
              </a:ext>
            </a:extLst>
          </p:cNvPr>
          <p:cNvCxnSpPr>
            <a:cxnSpLocks/>
          </p:cNvCxnSpPr>
          <p:nvPr/>
        </p:nvCxnSpPr>
        <p:spPr>
          <a:xfrm>
            <a:off x="5381371" y="3556444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8" name="Straight Arrow Connector 18">
            <a:extLst>
              <a:ext uri="{FF2B5EF4-FFF2-40B4-BE49-F238E27FC236}">
                <a16:creationId xmlns:a16="http://schemas.microsoft.com/office/drawing/2014/main" id="{7D06EE01-651E-4D5D-BC70-4C15CEBB31F6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5262763" y="3437730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9" name="Oval 20">
            <a:extLst>
              <a:ext uri="{FF2B5EF4-FFF2-40B4-BE49-F238E27FC236}">
                <a16:creationId xmlns:a16="http://schemas.microsoft.com/office/drawing/2014/main" id="{8D2C7C57-7472-4B9C-88F5-5FC57744EA40}"/>
              </a:ext>
            </a:extLst>
          </p:cNvPr>
          <p:cNvSpPr/>
          <p:nvPr/>
        </p:nvSpPr>
        <p:spPr>
          <a:xfrm>
            <a:off x="4825771" y="350122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240" name="Oval 22">
            <a:extLst>
              <a:ext uri="{FF2B5EF4-FFF2-40B4-BE49-F238E27FC236}">
                <a16:creationId xmlns:a16="http://schemas.microsoft.com/office/drawing/2014/main" id="{36285A96-9C63-425C-B3BD-A554B52F6C51}"/>
              </a:ext>
            </a:extLst>
          </p:cNvPr>
          <p:cNvSpPr/>
          <p:nvPr/>
        </p:nvSpPr>
        <p:spPr>
          <a:xfrm>
            <a:off x="5325957" y="2977650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241" name="Partial Circle 9">
            <a:extLst>
              <a:ext uri="{FF2B5EF4-FFF2-40B4-BE49-F238E27FC236}">
                <a16:creationId xmlns:a16="http://schemas.microsoft.com/office/drawing/2014/main" id="{656A79F3-1B72-44D8-98D6-5CFDA8E82E6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5336104" y="3491261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2" name="TextBox 10">
                <a:extLst>
                  <a:ext uri="{FF2B5EF4-FFF2-40B4-BE49-F238E27FC236}">
                    <a16:creationId xmlns:a16="http://schemas.microsoft.com/office/drawing/2014/main" id="{644BA4D7-E028-4841-B544-D7652E750316}"/>
                  </a:ext>
                </a:extLst>
              </p:cNvPr>
              <p:cNvSpPr txBox="1"/>
              <p:nvPr/>
            </p:nvSpPr>
            <p:spPr>
              <a:xfrm>
                <a:off x="5084093" y="3515526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242" name="TextBox 10">
                <a:extLst>
                  <a:ext uri="{FF2B5EF4-FFF2-40B4-BE49-F238E27FC236}">
                    <a16:creationId xmlns:a16="http://schemas.microsoft.com/office/drawing/2014/main" id="{644BA4D7-E028-4841-B544-D7652E750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4093" y="3515526"/>
                <a:ext cx="218239" cy="262829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43" name="Straight Arrow Connector 17">
            <a:extLst>
              <a:ext uri="{FF2B5EF4-FFF2-40B4-BE49-F238E27FC236}">
                <a16:creationId xmlns:a16="http://schemas.microsoft.com/office/drawing/2014/main" id="{F9896CFA-063E-4425-AF30-F011A8EECC53}"/>
              </a:ext>
            </a:extLst>
          </p:cNvPr>
          <p:cNvCxnSpPr>
            <a:cxnSpLocks/>
          </p:cNvCxnSpPr>
          <p:nvPr/>
        </p:nvCxnSpPr>
        <p:spPr>
          <a:xfrm flipH="1">
            <a:off x="5227586" y="3560541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244" name="Partial Circle 9">
            <a:extLst>
              <a:ext uri="{FF2B5EF4-FFF2-40B4-BE49-F238E27FC236}">
                <a16:creationId xmlns:a16="http://schemas.microsoft.com/office/drawing/2014/main" id="{D2D80876-DB89-4945-B202-193028B19931}"/>
              </a:ext>
            </a:extLst>
          </p:cNvPr>
          <p:cNvSpPr>
            <a:spLocks noChangeAspect="1"/>
          </p:cNvSpPr>
          <p:nvPr/>
        </p:nvSpPr>
        <p:spPr>
          <a:xfrm>
            <a:off x="5327296" y="3465493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5" name="TextBox 10">
                <a:extLst>
                  <a:ext uri="{FF2B5EF4-FFF2-40B4-BE49-F238E27FC236}">
                    <a16:creationId xmlns:a16="http://schemas.microsoft.com/office/drawing/2014/main" id="{36B91655-6FA9-4A6A-A780-5A59AB600D4D}"/>
                  </a:ext>
                </a:extLst>
              </p:cNvPr>
              <p:cNvSpPr txBox="1"/>
              <p:nvPr/>
            </p:nvSpPr>
            <p:spPr>
              <a:xfrm>
                <a:off x="5354834" y="3293699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245" name="TextBox 10">
                <a:extLst>
                  <a:ext uri="{FF2B5EF4-FFF2-40B4-BE49-F238E27FC236}">
                    <a16:creationId xmlns:a16="http://schemas.microsoft.com/office/drawing/2014/main" id="{36B91655-6FA9-4A6A-A780-5A59AB600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4834" y="3293699"/>
                <a:ext cx="205647" cy="262829"/>
              </a:xfrm>
              <a:prstGeom prst="rect">
                <a:avLst/>
              </a:prstGeom>
              <a:blipFill>
                <a:blip r:embed="rId22"/>
                <a:stretch>
                  <a:fillRect r="-17647"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46" name="Straight Arrow Connector 17">
            <a:extLst>
              <a:ext uri="{FF2B5EF4-FFF2-40B4-BE49-F238E27FC236}">
                <a16:creationId xmlns:a16="http://schemas.microsoft.com/office/drawing/2014/main" id="{C8EBA89E-D98E-4F43-AAA3-4D0E85CC6242}"/>
              </a:ext>
            </a:extLst>
          </p:cNvPr>
          <p:cNvCxnSpPr>
            <a:cxnSpLocks/>
          </p:cNvCxnSpPr>
          <p:nvPr/>
        </p:nvCxnSpPr>
        <p:spPr>
          <a:xfrm flipV="1">
            <a:off x="5375392" y="3251962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247" name="Oval 22">
            <a:extLst>
              <a:ext uri="{FF2B5EF4-FFF2-40B4-BE49-F238E27FC236}">
                <a16:creationId xmlns:a16="http://schemas.microsoft.com/office/drawing/2014/main" id="{D36391A0-0B12-4162-8A5A-221B4BFC4F0A}"/>
              </a:ext>
            </a:extLst>
          </p:cNvPr>
          <p:cNvSpPr/>
          <p:nvPr/>
        </p:nvSpPr>
        <p:spPr>
          <a:xfrm>
            <a:off x="5562531" y="3696273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248" name="Oval 22">
            <a:extLst>
              <a:ext uri="{FF2B5EF4-FFF2-40B4-BE49-F238E27FC236}">
                <a16:creationId xmlns:a16="http://schemas.microsoft.com/office/drawing/2014/main" id="{EE05D831-9E72-42D5-B19C-F502E7DFFC42}"/>
              </a:ext>
            </a:extLst>
          </p:cNvPr>
          <p:cNvSpPr/>
          <p:nvPr/>
        </p:nvSpPr>
        <p:spPr>
          <a:xfrm>
            <a:off x="5087746" y="3321721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9" name="文字方塊 1248">
                <a:extLst>
                  <a:ext uri="{FF2B5EF4-FFF2-40B4-BE49-F238E27FC236}">
                    <a16:creationId xmlns:a16="http://schemas.microsoft.com/office/drawing/2014/main" id="{916565A7-BA3F-4084-AFF3-93AAC3EC6309}"/>
                  </a:ext>
                </a:extLst>
              </p:cNvPr>
              <p:cNvSpPr txBox="1"/>
              <p:nvPr/>
            </p:nvSpPr>
            <p:spPr>
              <a:xfrm>
                <a:off x="3801583" y="3615557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249" name="文字方塊 1248">
                <a:extLst>
                  <a:ext uri="{FF2B5EF4-FFF2-40B4-BE49-F238E27FC236}">
                    <a16:creationId xmlns:a16="http://schemas.microsoft.com/office/drawing/2014/main" id="{916565A7-BA3F-4084-AFF3-93AAC3EC6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583" y="3615557"/>
                <a:ext cx="974158" cy="262829"/>
              </a:xfrm>
              <a:prstGeom prst="rect">
                <a:avLst/>
              </a:prstGeom>
              <a:blipFill>
                <a:blip r:embed="rId42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50" name="直線接點 1249">
            <a:extLst>
              <a:ext uri="{FF2B5EF4-FFF2-40B4-BE49-F238E27FC236}">
                <a16:creationId xmlns:a16="http://schemas.microsoft.com/office/drawing/2014/main" id="{0CF51D75-7AC8-42D1-9E49-2165C5467862}"/>
              </a:ext>
            </a:extLst>
          </p:cNvPr>
          <p:cNvCxnSpPr>
            <a:cxnSpLocks/>
          </p:cNvCxnSpPr>
          <p:nvPr/>
        </p:nvCxnSpPr>
        <p:spPr>
          <a:xfrm>
            <a:off x="5674586" y="3829190"/>
            <a:ext cx="406400" cy="56832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51" name="文字方塊 1250">
                <a:extLst>
                  <a:ext uri="{FF2B5EF4-FFF2-40B4-BE49-F238E27FC236}">
                    <a16:creationId xmlns:a16="http://schemas.microsoft.com/office/drawing/2014/main" id="{00E8A049-D37D-43E4-B4AA-200740BE25A2}"/>
                  </a:ext>
                </a:extLst>
              </p:cNvPr>
              <p:cNvSpPr txBox="1"/>
              <p:nvPr/>
            </p:nvSpPr>
            <p:spPr>
              <a:xfrm>
                <a:off x="5914268" y="362444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251" name="文字方塊 1250">
                <a:extLst>
                  <a:ext uri="{FF2B5EF4-FFF2-40B4-BE49-F238E27FC236}">
                    <a16:creationId xmlns:a16="http://schemas.microsoft.com/office/drawing/2014/main" id="{00E8A049-D37D-43E4-B4AA-200740BE25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4268" y="3624447"/>
                <a:ext cx="1100937" cy="262829"/>
              </a:xfrm>
              <a:prstGeom prst="rect">
                <a:avLst/>
              </a:prstGeom>
              <a:blipFill>
                <a:blip r:embed="rId43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2" name="文字方塊 1251">
                <a:extLst>
                  <a:ext uri="{FF2B5EF4-FFF2-40B4-BE49-F238E27FC236}">
                    <a16:creationId xmlns:a16="http://schemas.microsoft.com/office/drawing/2014/main" id="{0E1D562B-364F-40FA-AD03-B5F71FA52856}"/>
                  </a:ext>
                </a:extLst>
              </p:cNvPr>
              <p:cNvSpPr txBox="1"/>
              <p:nvPr/>
            </p:nvSpPr>
            <p:spPr>
              <a:xfrm>
                <a:off x="5914268" y="5541550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252" name="文字方塊 1251">
                <a:extLst>
                  <a:ext uri="{FF2B5EF4-FFF2-40B4-BE49-F238E27FC236}">
                    <a16:creationId xmlns:a16="http://schemas.microsoft.com/office/drawing/2014/main" id="{0E1D562B-364F-40FA-AD03-B5F71FA52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4268" y="5541550"/>
                <a:ext cx="1100937" cy="262829"/>
              </a:xfrm>
              <a:prstGeom prst="rect">
                <a:avLst/>
              </a:prstGeom>
              <a:blipFill>
                <a:blip r:embed="rId44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53" name="直線接點 1252">
            <a:extLst>
              <a:ext uri="{FF2B5EF4-FFF2-40B4-BE49-F238E27FC236}">
                <a16:creationId xmlns:a16="http://schemas.microsoft.com/office/drawing/2014/main" id="{3D51ABBF-56B6-4030-B382-331827D95103}"/>
              </a:ext>
            </a:extLst>
          </p:cNvPr>
          <p:cNvCxnSpPr>
            <a:cxnSpLocks/>
          </p:cNvCxnSpPr>
          <p:nvPr/>
        </p:nvCxnSpPr>
        <p:spPr>
          <a:xfrm>
            <a:off x="4722086" y="2786445"/>
            <a:ext cx="398272" cy="56904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254" name="群組 1253">
            <a:extLst>
              <a:ext uri="{FF2B5EF4-FFF2-40B4-BE49-F238E27FC236}">
                <a16:creationId xmlns:a16="http://schemas.microsoft.com/office/drawing/2014/main" id="{0A5894D7-0F68-490A-859B-9237EAFA441A}"/>
              </a:ext>
            </a:extLst>
          </p:cNvPr>
          <p:cNvGrpSpPr/>
          <p:nvPr/>
        </p:nvGrpSpPr>
        <p:grpSpPr>
          <a:xfrm>
            <a:off x="5928517" y="753665"/>
            <a:ext cx="1234633" cy="1134769"/>
            <a:chOff x="4207769" y="2687931"/>
            <a:chExt cx="1323709" cy="1216640"/>
          </a:xfrm>
        </p:grpSpPr>
        <p:pic>
          <p:nvPicPr>
            <p:cNvPr id="1255" name="圖片 1254">
              <a:extLst>
                <a:ext uri="{FF2B5EF4-FFF2-40B4-BE49-F238E27FC236}">
                  <a16:creationId xmlns:a16="http://schemas.microsoft.com/office/drawing/2014/main" id="{90BA59B0-D4F2-47F1-9976-0E68A3A317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68043"/>
            <a:stretch/>
          </p:blipFill>
          <p:spPr>
            <a:xfrm>
              <a:off x="4207769" y="2691196"/>
              <a:ext cx="1323709" cy="257490"/>
            </a:xfrm>
            <a:prstGeom prst="rect">
              <a:avLst/>
            </a:prstGeom>
          </p:spPr>
        </p:pic>
        <p:pic>
          <p:nvPicPr>
            <p:cNvPr id="1256" name="圖片 1255">
              <a:extLst>
                <a:ext uri="{FF2B5EF4-FFF2-40B4-BE49-F238E27FC236}">
                  <a16:creationId xmlns:a16="http://schemas.microsoft.com/office/drawing/2014/main" id="{419F2432-97BE-4222-A587-49E8E0E981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60450"/>
            <a:stretch/>
          </p:blipFill>
          <p:spPr>
            <a:xfrm>
              <a:off x="4207769" y="3585899"/>
              <a:ext cx="1323709" cy="318672"/>
            </a:xfrm>
            <a:prstGeom prst="rect">
              <a:avLst/>
            </a:prstGeom>
          </p:spPr>
        </p:pic>
        <p:pic>
          <p:nvPicPr>
            <p:cNvPr id="1257" name="圖片 1256">
              <a:extLst>
                <a:ext uri="{FF2B5EF4-FFF2-40B4-BE49-F238E27FC236}">
                  <a16:creationId xmlns:a16="http://schemas.microsoft.com/office/drawing/2014/main" id="{CE8B4F80-E55D-40DC-AC00-8646755436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5"/>
            <a:srcRect l="11507" t="21184" r="9434" b="16673"/>
            <a:stretch/>
          </p:blipFill>
          <p:spPr>
            <a:xfrm>
              <a:off x="4326730" y="3647575"/>
              <a:ext cx="531019" cy="129089"/>
            </a:xfrm>
            <a:prstGeom prst="rect">
              <a:avLst/>
            </a:prstGeom>
          </p:spPr>
        </p:pic>
        <p:pic>
          <p:nvPicPr>
            <p:cNvPr id="1258" name="圖片 1257">
              <a:extLst>
                <a:ext uri="{FF2B5EF4-FFF2-40B4-BE49-F238E27FC236}">
                  <a16:creationId xmlns:a16="http://schemas.microsoft.com/office/drawing/2014/main" id="{0CB8588B-77A1-49C6-B5D9-1A264F847D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5"/>
            <a:srcRect l="11507" t="21184" r="9434" b="16673"/>
            <a:stretch/>
          </p:blipFill>
          <p:spPr>
            <a:xfrm>
              <a:off x="4326730" y="2687931"/>
              <a:ext cx="531019" cy="129089"/>
            </a:xfrm>
            <a:prstGeom prst="rect">
              <a:avLst/>
            </a:prstGeom>
          </p:spPr>
        </p:pic>
      </p:grpSp>
      <p:cxnSp>
        <p:nvCxnSpPr>
          <p:cNvPr id="1259" name="直線接點 1258">
            <a:extLst>
              <a:ext uri="{FF2B5EF4-FFF2-40B4-BE49-F238E27FC236}">
                <a16:creationId xmlns:a16="http://schemas.microsoft.com/office/drawing/2014/main" id="{CF946EC2-20FD-4ABB-BD9B-20597BBF3F3D}"/>
              </a:ext>
            </a:extLst>
          </p:cNvPr>
          <p:cNvCxnSpPr>
            <a:cxnSpLocks/>
          </p:cNvCxnSpPr>
          <p:nvPr/>
        </p:nvCxnSpPr>
        <p:spPr>
          <a:xfrm flipH="1">
            <a:off x="4703036" y="3599421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60" name="直線接點 1259">
            <a:extLst>
              <a:ext uri="{FF2B5EF4-FFF2-40B4-BE49-F238E27FC236}">
                <a16:creationId xmlns:a16="http://schemas.microsoft.com/office/drawing/2014/main" id="{218A6D23-A608-4CC1-9F1E-D2D74E89256C}"/>
              </a:ext>
            </a:extLst>
          </p:cNvPr>
          <p:cNvCxnSpPr>
            <a:cxnSpLocks/>
          </p:cNvCxnSpPr>
          <p:nvPr/>
        </p:nvCxnSpPr>
        <p:spPr>
          <a:xfrm flipV="1">
            <a:off x="5925411" y="3238641"/>
            <a:ext cx="123825" cy="263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61" name="矩形: 圓角 1260">
            <a:extLst>
              <a:ext uri="{FF2B5EF4-FFF2-40B4-BE49-F238E27FC236}">
                <a16:creationId xmlns:a16="http://schemas.microsoft.com/office/drawing/2014/main" id="{C6EE33C1-59E6-45C9-BD5C-B9B80E218A69}"/>
              </a:ext>
            </a:extLst>
          </p:cNvPr>
          <p:cNvSpPr/>
          <p:nvPr/>
        </p:nvSpPr>
        <p:spPr>
          <a:xfrm>
            <a:off x="7388214" y="542584"/>
            <a:ext cx="3638551" cy="6072863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3" dirty="0"/>
          </a:p>
        </p:txBody>
      </p:sp>
      <p:pic>
        <p:nvPicPr>
          <p:cNvPr id="1262" name="圖片 1261">
            <a:extLst>
              <a:ext uri="{FF2B5EF4-FFF2-40B4-BE49-F238E27FC236}">
                <a16:creationId xmlns:a16="http://schemas.microsoft.com/office/drawing/2014/main" id="{1105AFC1-D97D-46A1-A59D-364B6055C334}"/>
              </a:ext>
            </a:extLst>
          </p:cNvPr>
          <p:cNvPicPr>
            <a:picLocks noChangeAspect="1"/>
          </p:cNvPicPr>
          <p:nvPr/>
        </p:nvPicPr>
        <p:blipFill rotWithShape="1">
          <a:blip r:embed="rId4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231"/>
          <a:stretch/>
        </p:blipFill>
        <p:spPr>
          <a:xfrm>
            <a:off x="8500641" y="709723"/>
            <a:ext cx="859130" cy="16969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63" name="文字方塊 1262">
                <a:extLst>
                  <a:ext uri="{FF2B5EF4-FFF2-40B4-BE49-F238E27FC236}">
                    <a16:creationId xmlns:a16="http://schemas.microsoft.com/office/drawing/2014/main" id="{0ED8A623-7272-41CB-A734-16B3E143C68C}"/>
                  </a:ext>
                </a:extLst>
              </p:cNvPr>
              <p:cNvSpPr txBox="1"/>
              <p:nvPr/>
            </p:nvSpPr>
            <p:spPr>
              <a:xfrm>
                <a:off x="8855877" y="2141052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 xmlns="">
          <p:sp>
            <p:nvSpPr>
              <p:cNvPr id="1263" name="文字方塊 1262">
                <a:extLst>
                  <a:ext uri="{FF2B5EF4-FFF2-40B4-BE49-F238E27FC236}">
                    <a16:creationId xmlns:a16="http://schemas.microsoft.com/office/drawing/2014/main" id="{0ED8A623-7272-41CB-A734-16B3E143C6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877" y="2141052"/>
                <a:ext cx="268993" cy="272254"/>
              </a:xfrm>
              <a:prstGeom prst="rect">
                <a:avLst/>
              </a:prstGeom>
              <a:blipFill>
                <a:blip r:embed="rId4"/>
                <a:stretch>
                  <a:fillRect r="-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4" name="文字方塊 1263">
                <a:extLst>
                  <a:ext uri="{FF2B5EF4-FFF2-40B4-BE49-F238E27FC236}">
                    <a16:creationId xmlns:a16="http://schemas.microsoft.com/office/drawing/2014/main" id="{CB1C2EFD-2C76-489F-B617-1815765B54B7}"/>
                  </a:ext>
                </a:extLst>
              </p:cNvPr>
              <p:cNvSpPr txBox="1"/>
              <p:nvPr/>
            </p:nvSpPr>
            <p:spPr>
              <a:xfrm>
                <a:off x="8866542" y="1259087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 xmlns="">
          <p:sp>
            <p:nvSpPr>
              <p:cNvPr id="1264" name="文字方塊 1263">
                <a:extLst>
                  <a:ext uri="{FF2B5EF4-FFF2-40B4-BE49-F238E27FC236}">
                    <a16:creationId xmlns:a16="http://schemas.microsoft.com/office/drawing/2014/main" id="{CB1C2EFD-2C76-489F-B617-1815765B5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6542" y="1259087"/>
                <a:ext cx="268993" cy="272254"/>
              </a:xfrm>
              <a:prstGeom prst="rect">
                <a:avLst/>
              </a:prstGeom>
              <a:blipFill>
                <a:blip r:embed="rId47"/>
                <a:stretch>
                  <a:fillRect r="-68889" b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65" name="群組 1264">
            <a:extLst>
              <a:ext uri="{FF2B5EF4-FFF2-40B4-BE49-F238E27FC236}">
                <a16:creationId xmlns:a16="http://schemas.microsoft.com/office/drawing/2014/main" id="{42E40D2E-8674-408A-A487-6013C49C5DCA}"/>
              </a:ext>
            </a:extLst>
          </p:cNvPr>
          <p:cNvGrpSpPr/>
          <p:nvPr/>
        </p:nvGrpSpPr>
        <p:grpSpPr>
          <a:xfrm>
            <a:off x="8897938" y="1067164"/>
            <a:ext cx="50518" cy="48461"/>
            <a:chOff x="1373392" y="2391862"/>
            <a:chExt cx="479433" cy="476535"/>
          </a:xfrm>
        </p:grpSpPr>
        <p:sp>
          <p:nvSpPr>
            <p:cNvPr id="1266" name="箭號: 向右 1265">
              <a:extLst>
                <a:ext uri="{FF2B5EF4-FFF2-40B4-BE49-F238E27FC236}">
                  <a16:creationId xmlns:a16="http://schemas.microsoft.com/office/drawing/2014/main" id="{DDB7E7CC-506F-4E2E-82A3-FC2254B443D8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1267" name="箭號: 向右 1266">
              <a:extLst>
                <a:ext uri="{FF2B5EF4-FFF2-40B4-BE49-F238E27FC236}">
                  <a16:creationId xmlns:a16="http://schemas.microsoft.com/office/drawing/2014/main" id="{D45E34E6-9ACF-4C6F-8B3A-A67AED7F35C0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68" name="文字方塊 1267">
                <a:extLst>
                  <a:ext uri="{FF2B5EF4-FFF2-40B4-BE49-F238E27FC236}">
                    <a16:creationId xmlns:a16="http://schemas.microsoft.com/office/drawing/2014/main" id="{BC85F090-CDEE-4B17-8764-7CA59D639D68}"/>
                  </a:ext>
                </a:extLst>
              </p:cNvPr>
              <p:cNvSpPr txBox="1"/>
              <p:nvPr/>
            </p:nvSpPr>
            <p:spPr>
              <a:xfrm>
                <a:off x="8773713" y="823649"/>
                <a:ext cx="198362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68" name="文字方塊 1267">
                <a:extLst>
                  <a:ext uri="{FF2B5EF4-FFF2-40B4-BE49-F238E27FC236}">
                    <a16:creationId xmlns:a16="http://schemas.microsoft.com/office/drawing/2014/main" id="{BC85F090-CDEE-4B17-8764-7CA59D639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3713" y="823649"/>
                <a:ext cx="198362" cy="276614"/>
              </a:xfrm>
              <a:prstGeom prst="rect">
                <a:avLst/>
              </a:prstGeom>
              <a:blipFill>
                <a:blip r:embed="rId6"/>
                <a:stretch>
                  <a:fillRect r="-424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9" name="文字方塊 1268">
                <a:extLst>
                  <a:ext uri="{FF2B5EF4-FFF2-40B4-BE49-F238E27FC236}">
                    <a16:creationId xmlns:a16="http://schemas.microsoft.com/office/drawing/2014/main" id="{36B62C8E-0C42-490B-B7FD-14C9E48FE0F5}"/>
                  </a:ext>
                </a:extLst>
              </p:cNvPr>
              <p:cNvSpPr txBox="1"/>
              <p:nvPr/>
            </p:nvSpPr>
            <p:spPr>
              <a:xfrm>
                <a:off x="8863260" y="1019483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69" name="文字方塊 1268">
                <a:extLst>
                  <a:ext uri="{FF2B5EF4-FFF2-40B4-BE49-F238E27FC236}">
                    <a16:creationId xmlns:a16="http://schemas.microsoft.com/office/drawing/2014/main" id="{36B62C8E-0C42-490B-B7FD-14C9E48FE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3260" y="1019483"/>
                <a:ext cx="149279" cy="262829"/>
              </a:xfrm>
              <a:prstGeom prst="rect">
                <a:avLst/>
              </a:prstGeom>
              <a:blipFill>
                <a:blip r:embed="rId29"/>
                <a:stretch>
                  <a:fillRect r="-75000" b="-23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70" name="群組 1269">
            <a:extLst>
              <a:ext uri="{FF2B5EF4-FFF2-40B4-BE49-F238E27FC236}">
                <a16:creationId xmlns:a16="http://schemas.microsoft.com/office/drawing/2014/main" id="{4D0A9489-EBE8-4683-B672-252A7CDFD940}"/>
              </a:ext>
            </a:extLst>
          </p:cNvPr>
          <p:cNvGrpSpPr/>
          <p:nvPr/>
        </p:nvGrpSpPr>
        <p:grpSpPr>
          <a:xfrm>
            <a:off x="8902630" y="1952843"/>
            <a:ext cx="50518" cy="48461"/>
            <a:chOff x="1373392" y="2391862"/>
            <a:chExt cx="479433" cy="476535"/>
          </a:xfrm>
        </p:grpSpPr>
        <p:sp>
          <p:nvSpPr>
            <p:cNvPr id="1271" name="箭號: 向右 1270">
              <a:extLst>
                <a:ext uri="{FF2B5EF4-FFF2-40B4-BE49-F238E27FC236}">
                  <a16:creationId xmlns:a16="http://schemas.microsoft.com/office/drawing/2014/main" id="{D73C7A9F-3FAB-43DB-BDF1-A3D9A13FA60C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1272" name="箭號: 向右 1271">
              <a:extLst>
                <a:ext uri="{FF2B5EF4-FFF2-40B4-BE49-F238E27FC236}">
                  <a16:creationId xmlns:a16="http://schemas.microsoft.com/office/drawing/2014/main" id="{EBEF5AE5-6B8F-46D4-AFC6-8CABA938A34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73" name="文字方塊 1272">
                <a:extLst>
                  <a:ext uri="{FF2B5EF4-FFF2-40B4-BE49-F238E27FC236}">
                    <a16:creationId xmlns:a16="http://schemas.microsoft.com/office/drawing/2014/main" id="{339F3546-E3CC-4180-A004-3129F29FE043}"/>
                  </a:ext>
                </a:extLst>
              </p:cNvPr>
              <p:cNvSpPr txBox="1"/>
              <p:nvPr/>
            </p:nvSpPr>
            <p:spPr>
              <a:xfrm>
                <a:off x="8778400" y="1709328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73" name="文字方塊 1272">
                <a:extLst>
                  <a:ext uri="{FF2B5EF4-FFF2-40B4-BE49-F238E27FC236}">
                    <a16:creationId xmlns:a16="http://schemas.microsoft.com/office/drawing/2014/main" id="{339F3546-E3CC-4180-A004-3129F29FE0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8400" y="1709328"/>
                <a:ext cx="182571" cy="276614"/>
              </a:xfrm>
              <a:prstGeom prst="rect">
                <a:avLst/>
              </a:prstGeom>
              <a:blipFill>
                <a:blip r:embed="rId8"/>
                <a:stretch>
                  <a:fillRect r="-5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4" name="文字方塊 1273">
                <a:extLst>
                  <a:ext uri="{FF2B5EF4-FFF2-40B4-BE49-F238E27FC236}">
                    <a16:creationId xmlns:a16="http://schemas.microsoft.com/office/drawing/2014/main" id="{E0A8C4C2-971F-4EDA-B35D-8160D11F85B0}"/>
                  </a:ext>
                </a:extLst>
              </p:cNvPr>
              <p:cNvSpPr txBox="1"/>
              <p:nvPr/>
            </p:nvSpPr>
            <p:spPr>
              <a:xfrm>
                <a:off x="8909228" y="1867061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74" name="文字方塊 1273">
                <a:extLst>
                  <a:ext uri="{FF2B5EF4-FFF2-40B4-BE49-F238E27FC236}">
                    <a16:creationId xmlns:a16="http://schemas.microsoft.com/office/drawing/2014/main" id="{E0A8C4C2-971F-4EDA-B35D-8160D11F8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9228" y="1867061"/>
                <a:ext cx="149279" cy="262829"/>
              </a:xfrm>
              <a:prstGeom prst="rect">
                <a:avLst/>
              </a:prstGeom>
              <a:blipFill>
                <a:blip r:embed="rId9"/>
                <a:stretch>
                  <a:fillRect r="-68000" b="-23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75" name="圖片 1274">
            <a:extLst>
              <a:ext uri="{FF2B5EF4-FFF2-40B4-BE49-F238E27FC236}">
                <a16:creationId xmlns:a16="http://schemas.microsoft.com/office/drawing/2014/main" id="{B87FD825-759B-4538-91E5-3B4B70F0AC25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/>
          <a:stretch/>
        </p:blipFill>
        <p:spPr>
          <a:xfrm>
            <a:off x="9351958" y="1559016"/>
            <a:ext cx="260536" cy="871126"/>
          </a:xfrm>
          <a:prstGeom prst="rect">
            <a:avLst/>
          </a:prstGeom>
        </p:spPr>
      </p:pic>
      <p:pic>
        <p:nvPicPr>
          <p:cNvPr id="1276" name="圖片 1275">
            <a:extLst>
              <a:ext uri="{FF2B5EF4-FFF2-40B4-BE49-F238E27FC236}">
                <a16:creationId xmlns:a16="http://schemas.microsoft.com/office/drawing/2014/main" id="{8FD9D92E-6DD2-4D1E-B5D9-57B2443F262E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50242"/>
          <a:stretch/>
        </p:blipFill>
        <p:spPr>
          <a:xfrm>
            <a:off x="9350606" y="680463"/>
            <a:ext cx="260536" cy="8640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77" name="文字方塊 1276">
                <a:extLst>
                  <a:ext uri="{FF2B5EF4-FFF2-40B4-BE49-F238E27FC236}">
                    <a16:creationId xmlns:a16="http://schemas.microsoft.com/office/drawing/2014/main" id="{C69A2209-02E7-4A5D-8EAF-0D053129ED2B}"/>
                  </a:ext>
                </a:extLst>
              </p:cNvPr>
              <p:cNvSpPr txBox="1"/>
              <p:nvPr/>
            </p:nvSpPr>
            <p:spPr>
              <a:xfrm>
                <a:off x="9296503" y="1348322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77" name="文字方塊 1276">
                <a:extLst>
                  <a:ext uri="{FF2B5EF4-FFF2-40B4-BE49-F238E27FC236}">
                    <a16:creationId xmlns:a16="http://schemas.microsoft.com/office/drawing/2014/main" id="{C69A2209-02E7-4A5D-8EAF-0D053129E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6503" y="1348322"/>
                <a:ext cx="204146" cy="245324"/>
              </a:xfrm>
              <a:prstGeom prst="rect">
                <a:avLst/>
              </a:prstGeom>
              <a:blipFill>
                <a:blip r:embed="rId48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8" name="文字方塊 1277">
                <a:extLst>
                  <a:ext uri="{FF2B5EF4-FFF2-40B4-BE49-F238E27FC236}">
                    <a16:creationId xmlns:a16="http://schemas.microsoft.com/office/drawing/2014/main" id="{2D2B8ED6-B3F5-46CA-A2D5-33A6CB7127A9}"/>
                  </a:ext>
                </a:extLst>
              </p:cNvPr>
              <p:cNvSpPr txBox="1"/>
              <p:nvPr/>
            </p:nvSpPr>
            <p:spPr>
              <a:xfrm>
                <a:off x="9304256" y="2234000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78" name="文字方塊 1277">
                <a:extLst>
                  <a:ext uri="{FF2B5EF4-FFF2-40B4-BE49-F238E27FC236}">
                    <a16:creationId xmlns:a16="http://schemas.microsoft.com/office/drawing/2014/main" id="{2D2B8ED6-B3F5-46CA-A2D5-33A6CB712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4256" y="2234000"/>
                <a:ext cx="204146" cy="245324"/>
              </a:xfrm>
              <a:prstGeom prst="rect">
                <a:avLst/>
              </a:prstGeom>
              <a:blipFill>
                <a:blip r:embed="rId12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9" name="文字方塊 1278">
                <a:extLst>
                  <a:ext uri="{FF2B5EF4-FFF2-40B4-BE49-F238E27FC236}">
                    <a16:creationId xmlns:a16="http://schemas.microsoft.com/office/drawing/2014/main" id="{9363B103-7EEE-444F-8CA9-10DBFAE3AF6F}"/>
                  </a:ext>
                </a:extLst>
              </p:cNvPr>
              <p:cNvSpPr txBox="1"/>
              <p:nvPr/>
            </p:nvSpPr>
            <p:spPr>
              <a:xfrm>
                <a:off x="8425436" y="2391009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279" name="文字方塊 1278">
                <a:extLst>
                  <a:ext uri="{FF2B5EF4-FFF2-40B4-BE49-F238E27FC236}">
                    <a16:creationId xmlns:a16="http://schemas.microsoft.com/office/drawing/2014/main" id="{9363B103-7EEE-444F-8CA9-10DBFAE3A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5436" y="2391009"/>
                <a:ext cx="1082966" cy="262829"/>
              </a:xfrm>
              <a:prstGeom prst="rect">
                <a:avLst/>
              </a:prstGeom>
              <a:blipFill>
                <a:blip r:embed="rId49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0" name="文字方塊 1279">
                <a:extLst>
                  <a:ext uri="{FF2B5EF4-FFF2-40B4-BE49-F238E27FC236}">
                    <a16:creationId xmlns:a16="http://schemas.microsoft.com/office/drawing/2014/main" id="{E1A3B422-AD52-40AF-A3B3-ABF3FE233364}"/>
                  </a:ext>
                </a:extLst>
              </p:cNvPr>
              <p:cNvSpPr txBox="1"/>
              <p:nvPr/>
            </p:nvSpPr>
            <p:spPr>
              <a:xfrm>
                <a:off x="7407622" y="5593712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280" name="文字方塊 1279">
                <a:extLst>
                  <a:ext uri="{FF2B5EF4-FFF2-40B4-BE49-F238E27FC236}">
                    <a16:creationId xmlns:a16="http://schemas.microsoft.com/office/drawing/2014/main" id="{E1A3B422-AD52-40AF-A3B3-ABF3FE233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7622" y="5593712"/>
                <a:ext cx="1100937" cy="262829"/>
              </a:xfrm>
              <a:prstGeom prst="rect">
                <a:avLst/>
              </a:prstGeom>
              <a:blipFill>
                <a:blip r:embed="rId50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1" name="文字方塊 1280">
                <a:extLst>
                  <a:ext uri="{FF2B5EF4-FFF2-40B4-BE49-F238E27FC236}">
                    <a16:creationId xmlns:a16="http://schemas.microsoft.com/office/drawing/2014/main" id="{7921EBD4-CDBF-44BD-BE9F-8D27D5F6260A}"/>
                  </a:ext>
                </a:extLst>
              </p:cNvPr>
              <p:cNvSpPr txBox="1"/>
              <p:nvPr/>
            </p:nvSpPr>
            <p:spPr>
              <a:xfrm>
                <a:off x="8541651" y="6255420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281" name="文字方塊 1280">
                <a:extLst>
                  <a:ext uri="{FF2B5EF4-FFF2-40B4-BE49-F238E27FC236}">
                    <a16:creationId xmlns:a16="http://schemas.microsoft.com/office/drawing/2014/main" id="{7921EBD4-CDBF-44BD-BE9F-8D27D5F62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1651" y="6255420"/>
                <a:ext cx="1021987" cy="262829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2" name="文字方塊 1281">
                <a:extLst>
                  <a:ext uri="{FF2B5EF4-FFF2-40B4-BE49-F238E27FC236}">
                    <a16:creationId xmlns:a16="http://schemas.microsoft.com/office/drawing/2014/main" id="{7529F8C7-2CB4-49D3-9A73-04160CFD5A66}"/>
                  </a:ext>
                </a:extLst>
              </p:cNvPr>
              <p:cNvSpPr txBox="1"/>
              <p:nvPr/>
            </p:nvSpPr>
            <p:spPr>
              <a:xfrm>
                <a:off x="8755156" y="4099028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282" name="文字方塊 1281">
                <a:extLst>
                  <a:ext uri="{FF2B5EF4-FFF2-40B4-BE49-F238E27FC236}">
                    <a16:creationId xmlns:a16="http://schemas.microsoft.com/office/drawing/2014/main" id="{7529F8C7-2CB4-49D3-9A73-04160CFD5A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5156" y="4099028"/>
                <a:ext cx="562814" cy="262829"/>
              </a:xfrm>
              <a:prstGeom prst="rect">
                <a:avLst/>
              </a:prstGeom>
              <a:blipFill>
                <a:blip r:embed="rId52"/>
                <a:stretch>
                  <a:fillRect t="-90909" r="-51613" b="-145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3" name="文字方塊 1282">
                <a:extLst>
                  <a:ext uri="{FF2B5EF4-FFF2-40B4-BE49-F238E27FC236}">
                    <a16:creationId xmlns:a16="http://schemas.microsoft.com/office/drawing/2014/main" id="{72CD9021-71C4-41ED-8E85-5D85729B9CD8}"/>
                  </a:ext>
                </a:extLst>
              </p:cNvPr>
              <p:cNvSpPr txBox="1"/>
              <p:nvPr/>
            </p:nvSpPr>
            <p:spPr>
              <a:xfrm>
                <a:off x="8766784" y="2718556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283" name="文字方塊 1282">
                <a:extLst>
                  <a:ext uri="{FF2B5EF4-FFF2-40B4-BE49-F238E27FC236}">
                    <a16:creationId xmlns:a16="http://schemas.microsoft.com/office/drawing/2014/main" id="{72CD9021-71C4-41ED-8E85-5D85729B9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6784" y="2718556"/>
                <a:ext cx="562814" cy="262829"/>
              </a:xfrm>
              <a:prstGeom prst="rect">
                <a:avLst/>
              </a:prstGeom>
              <a:blipFill>
                <a:blip r:embed="rId53"/>
                <a:stretch>
                  <a:fillRect t="-93023" r="-4130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4" name="Oval 14">
            <a:extLst>
              <a:ext uri="{FF2B5EF4-FFF2-40B4-BE49-F238E27FC236}">
                <a16:creationId xmlns:a16="http://schemas.microsoft.com/office/drawing/2014/main" id="{211F9F62-8ECA-488F-ACF4-F2E7A9F497DF}"/>
              </a:ext>
            </a:extLst>
          </p:cNvPr>
          <p:cNvSpPr/>
          <p:nvPr/>
        </p:nvSpPr>
        <p:spPr>
          <a:xfrm>
            <a:off x="8995222" y="2957196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285" name="Oval 4">
            <a:extLst>
              <a:ext uri="{FF2B5EF4-FFF2-40B4-BE49-F238E27FC236}">
                <a16:creationId xmlns:a16="http://schemas.microsoft.com/office/drawing/2014/main" id="{089472F9-3593-46D1-8ABA-773B1BA3301E}"/>
              </a:ext>
            </a:extLst>
          </p:cNvPr>
          <p:cNvSpPr/>
          <p:nvPr/>
        </p:nvSpPr>
        <p:spPr>
          <a:xfrm>
            <a:off x="8553127" y="3015445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286" name="Oval 15">
            <a:extLst>
              <a:ext uri="{FF2B5EF4-FFF2-40B4-BE49-F238E27FC236}">
                <a16:creationId xmlns:a16="http://schemas.microsoft.com/office/drawing/2014/main" id="{E13FA905-648A-40A2-9A81-62084268BFF1}"/>
              </a:ext>
            </a:extLst>
          </p:cNvPr>
          <p:cNvSpPr/>
          <p:nvPr/>
        </p:nvSpPr>
        <p:spPr>
          <a:xfrm>
            <a:off x="8995222" y="3992167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287" name="SHO">
            <a:extLst>
              <a:ext uri="{FF2B5EF4-FFF2-40B4-BE49-F238E27FC236}">
                <a16:creationId xmlns:a16="http://schemas.microsoft.com/office/drawing/2014/main" id="{FA601E0C-C695-4160-83C5-71169373CE9E}"/>
              </a:ext>
            </a:extLst>
          </p:cNvPr>
          <p:cNvSpPr/>
          <p:nvPr/>
        </p:nvSpPr>
        <p:spPr>
          <a:xfrm rot="16200000">
            <a:off x="8835908" y="3033722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288" name="SVO">
            <a:extLst>
              <a:ext uri="{FF2B5EF4-FFF2-40B4-BE49-F238E27FC236}">
                <a16:creationId xmlns:a16="http://schemas.microsoft.com/office/drawing/2014/main" id="{F61AF90F-DA0C-4456-BE9F-E7F80BC29F0E}"/>
              </a:ext>
            </a:extLst>
          </p:cNvPr>
          <p:cNvSpPr/>
          <p:nvPr/>
        </p:nvSpPr>
        <p:spPr>
          <a:xfrm>
            <a:off x="8800910" y="3015792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289" name="Oval 6">
            <a:extLst>
              <a:ext uri="{FF2B5EF4-FFF2-40B4-BE49-F238E27FC236}">
                <a16:creationId xmlns:a16="http://schemas.microsoft.com/office/drawing/2014/main" id="{88234C3E-F881-4F85-A7F3-8C168C87C8C0}"/>
              </a:ext>
            </a:extLst>
          </p:cNvPr>
          <p:cNvSpPr/>
          <p:nvPr/>
        </p:nvSpPr>
        <p:spPr>
          <a:xfrm rot="16200000">
            <a:off x="8835908" y="3033722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0" name="TextBox 11">
                <a:extLst>
                  <a:ext uri="{FF2B5EF4-FFF2-40B4-BE49-F238E27FC236}">
                    <a16:creationId xmlns:a16="http://schemas.microsoft.com/office/drawing/2014/main" id="{214073AE-C8EB-463A-92B8-655055955C6F}"/>
                  </a:ext>
                </a:extLst>
              </p:cNvPr>
              <p:cNvSpPr txBox="1"/>
              <p:nvPr/>
            </p:nvSpPr>
            <p:spPr>
              <a:xfrm>
                <a:off x="8670895" y="3410094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290" name="TextBox 11">
                <a:extLst>
                  <a:ext uri="{FF2B5EF4-FFF2-40B4-BE49-F238E27FC236}">
                    <a16:creationId xmlns:a16="http://schemas.microsoft.com/office/drawing/2014/main" id="{214073AE-C8EB-463A-92B8-655055955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0895" y="3410094"/>
                <a:ext cx="122489" cy="262829"/>
              </a:xfrm>
              <a:prstGeom prst="rect">
                <a:avLst/>
              </a:prstGeom>
              <a:blipFill>
                <a:blip r:embed="rId18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91" name="Oval 22">
            <a:extLst>
              <a:ext uri="{FF2B5EF4-FFF2-40B4-BE49-F238E27FC236}">
                <a16:creationId xmlns:a16="http://schemas.microsoft.com/office/drawing/2014/main" id="{66BAAE15-2A90-4530-A112-5DB9D0CA7B5E}"/>
              </a:ext>
            </a:extLst>
          </p:cNvPr>
          <p:cNvSpPr/>
          <p:nvPr/>
        </p:nvSpPr>
        <p:spPr>
          <a:xfrm>
            <a:off x="8994568" y="3992167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2" name="TextBox 12">
                <a:extLst>
                  <a:ext uri="{FF2B5EF4-FFF2-40B4-BE49-F238E27FC236}">
                    <a16:creationId xmlns:a16="http://schemas.microsoft.com/office/drawing/2014/main" id="{31AE937C-79A5-4E25-B852-D78F04DC2A0F}"/>
                  </a:ext>
                </a:extLst>
              </p:cNvPr>
              <p:cNvSpPr txBox="1"/>
              <p:nvPr/>
            </p:nvSpPr>
            <p:spPr>
              <a:xfrm>
                <a:off x="9124304" y="3476138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292" name="TextBox 12">
                <a:extLst>
                  <a:ext uri="{FF2B5EF4-FFF2-40B4-BE49-F238E27FC236}">
                    <a16:creationId xmlns:a16="http://schemas.microsoft.com/office/drawing/2014/main" id="{31AE937C-79A5-4E25-B852-D78F04DC2A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4304" y="3476138"/>
                <a:ext cx="122489" cy="262829"/>
              </a:xfrm>
              <a:prstGeom prst="rect">
                <a:avLst/>
              </a:prstGeom>
              <a:blipFill>
                <a:blip r:embed="rId19"/>
                <a:stretch>
                  <a:fillRect r="-5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3" name="TextBox 13">
                <a:extLst>
                  <a:ext uri="{FF2B5EF4-FFF2-40B4-BE49-F238E27FC236}">
                    <a16:creationId xmlns:a16="http://schemas.microsoft.com/office/drawing/2014/main" id="{75D6CC24-50DC-49D0-8EA8-969A0B67890C}"/>
                  </a:ext>
                </a:extLst>
              </p:cNvPr>
              <p:cNvSpPr txBox="1"/>
              <p:nvPr/>
            </p:nvSpPr>
            <p:spPr>
              <a:xfrm>
                <a:off x="8955295" y="3040163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293" name="TextBox 13">
                <a:extLst>
                  <a:ext uri="{FF2B5EF4-FFF2-40B4-BE49-F238E27FC236}">
                    <a16:creationId xmlns:a16="http://schemas.microsoft.com/office/drawing/2014/main" id="{75D6CC24-50DC-49D0-8EA8-969A0B6789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5295" y="3040163"/>
                <a:ext cx="177900" cy="262829"/>
              </a:xfrm>
              <a:prstGeom prst="rect">
                <a:avLst/>
              </a:prstGeom>
              <a:blipFill>
                <a:blip r:embed="rId40"/>
                <a:stretch>
                  <a:fillRect r="-103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94" name="DVO">
            <a:extLst>
              <a:ext uri="{FF2B5EF4-FFF2-40B4-BE49-F238E27FC236}">
                <a16:creationId xmlns:a16="http://schemas.microsoft.com/office/drawing/2014/main" id="{AB23A6AD-A238-4DE6-8080-C1020921909F}"/>
              </a:ext>
            </a:extLst>
          </p:cNvPr>
          <p:cNvSpPr/>
          <p:nvPr/>
        </p:nvSpPr>
        <p:spPr>
          <a:xfrm flipH="1">
            <a:off x="8800910" y="3015792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295" name="Oval 23">
            <a:extLst>
              <a:ext uri="{FF2B5EF4-FFF2-40B4-BE49-F238E27FC236}">
                <a16:creationId xmlns:a16="http://schemas.microsoft.com/office/drawing/2014/main" id="{53B9E0F6-00F6-4D74-858E-31AD778FE213}"/>
              </a:ext>
            </a:extLst>
          </p:cNvPr>
          <p:cNvSpPr/>
          <p:nvPr/>
        </p:nvSpPr>
        <p:spPr>
          <a:xfrm>
            <a:off x="9495006" y="3475319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1296" name="Straight Arrow Connector 7">
            <a:extLst>
              <a:ext uri="{FF2B5EF4-FFF2-40B4-BE49-F238E27FC236}">
                <a16:creationId xmlns:a16="http://schemas.microsoft.com/office/drawing/2014/main" id="{2E987718-A0D9-4D9A-8C3A-9C37B0E981F6}"/>
              </a:ext>
            </a:extLst>
          </p:cNvPr>
          <p:cNvCxnSpPr>
            <a:cxnSpLocks/>
          </p:cNvCxnSpPr>
          <p:nvPr/>
        </p:nvCxnSpPr>
        <p:spPr>
          <a:xfrm flipV="1">
            <a:off x="9048734" y="3223358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7" name="Straight Arrow Connector 19">
            <a:extLst>
              <a:ext uri="{FF2B5EF4-FFF2-40B4-BE49-F238E27FC236}">
                <a16:creationId xmlns:a16="http://schemas.microsoft.com/office/drawing/2014/main" id="{9FD0672D-22E7-4BB4-B46A-50F795A0A9FE}"/>
              </a:ext>
            </a:extLst>
          </p:cNvPr>
          <p:cNvCxnSpPr>
            <a:cxnSpLocks/>
          </p:cNvCxnSpPr>
          <p:nvPr/>
        </p:nvCxnSpPr>
        <p:spPr>
          <a:xfrm>
            <a:off x="9050800" y="3530539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8" name="Straight Arrow Connector 18">
            <a:extLst>
              <a:ext uri="{FF2B5EF4-FFF2-40B4-BE49-F238E27FC236}">
                <a16:creationId xmlns:a16="http://schemas.microsoft.com/office/drawing/2014/main" id="{0155E8C3-1355-43DE-95C8-EFFD45DA93BD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8932192" y="3411825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9" name="Oval 20">
            <a:extLst>
              <a:ext uri="{FF2B5EF4-FFF2-40B4-BE49-F238E27FC236}">
                <a16:creationId xmlns:a16="http://schemas.microsoft.com/office/drawing/2014/main" id="{BDD0AA39-CD06-43D3-900D-485DE644E9F4}"/>
              </a:ext>
            </a:extLst>
          </p:cNvPr>
          <p:cNvSpPr/>
          <p:nvPr/>
        </p:nvSpPr>
        <p:spPr>
          <a:xfrm>
            <a:off x="8495200" y="3475319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300" name="Oval 22">
            <a:extLst>
              <a:ext uri="{FF2B5EF4-FFF2-40B4-BE49-F238E27FC236}">
                <a16:creationId xmlns:a16="http://schemas.microsoft.com/office/drawing/2014/main" id="{99212970-78AC-4362-BD7A-C44FF80F0637}"/>
              </a:ext>
            </a:extLst>
          </p:cNvPr>
          <p:cNvSpPr/>
          <p:nvPr/>
        </p:nvSpPr>
        <p:spPr>
          <a:xfrm>
            <a:off x="8995386" y="2951745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301" name="Partial Circle 9">
            <a:extLst>
              <a:ext uri="{FF2B5EF4-FFF2-40B4-BE49-F238E27FC236}">
                <a16:creationId xmlns:a16="http://schemas.microsoft.com/office/drawing/2014/main" id="{18C30D0B-4A78-44AC-8840-DA1350D71D17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9005533" y="3465356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02" name="TextBox 10">
                <a:extLst>
                  <a:ext uri="{FF2B5EF4-FFF2-40B4-BE49-F238E27FC236}">
                    <a16:creationId xmlns:a16="http://schemas.microsoft.com/office/drawing/2014/main" id="{D543045B-0234-4EAF-AAB6-261D1937FBC1}"/>
                  </a:ext>
                </a:extLst>
              </p:cNvPr>
              <p:cNvSpPr txBox="1"/>
              <p:nvPr/>
            </p:nvSpPr>
            <p:spPr>
              <a:xfrm>
                <a:off x="8753522" y="3489621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302" name="TextBox 10">
                <a:extLst>
                  <a:ext uri="{FF2B5EF4-FFF2-40B4-BE49-F238E27FC236}">
                    <a16:creationId xmlns:a16="http://schemas.microsoft.com/office/drawing/2014/main" id="{D543045B-0234-4EAF-AAB6-261D1937F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3522" y="3489621"/>
                <a:ext cx="218239" cy="262829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03" name="Straight Arrow Connector 17">
            <a:extLst>
              <a:ext uri="{FF2B5EF4-FFF2-40B4-BE49-F238E27FC236}">
                <a16:creationId xmlns:a16="http://schemas.microsoft.com/office/drawing/2014/main" id="{E144F39D-5BFE-4CDE-8E38-A2E2ECA33CCC}"/>
              </a:ext>
            </a:extLst>
          </p:cNvPr>
          <p:cNvCxnSpPr>
            <a:cxnSpLocks/>
          </p:cNvCxnSpPr>
          <p:nvPr/>
        </p:nvCxnSpPr>
        <p:spPr>
          <a:xfrm flipH="1">
            <a:off x="8897015" y="3534636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04" name="Partial Circle 9">
            <a:extLst>
              <a:ext uri="{FF2B5EF4-FFF2-40B4-BE49-F238E27FC236}">
                <a16:creationId xmlns:a16="http://schemas.microsoft.com/office/drawing/2014/main" id="{D83A01F7-6EAF-49C1-AAA3-2F48FFC5CB50}"/>
              </a:ext>
            </a:extLst>
          </p:cNvPr>
          <p:cNvSpPr>
            <a:spLocks noChangeAspect="1"/>
          </p:cNvSpPr>
          <p:nvPr/>
        </p:nvSpPr>
        <p:spPr>
          <a:xfrm>
            <a:off x="8996725" y="3439588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05" name="TextBox 10">
                <a:extLst>
                  <a:ext uri="{FF2B5EF4-FFF2-40B4-BE49-F238E27FC236}">
                    <a16:creationId xmlns:a16="http://schemas.microsoft.com/office/drawing/2014/main" id="{D6986335-A833-428C-A039-66F504C137F3}"/>
                  </a:ext>
                </a:extLst>
              </p:cNvPr>
              <p:cNvSpPr txBox="1"/>
              <p:nvPr/>
            </p:nvSpPr>
            <p:spPr>
              <a:xfrm>
                <a:off x="9024263" y="3267794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305" name="TextBox 10">
                <a:extLst>
                  <a:ext uri="{FF2B5EF4-FFF2-40B4-BE49-F238E27FC236}">
                    <a16:creationId xmlns:a16="http://schemas.microsoft.com/office/drawing/2014/main" id="{D6986335-A833-428C-A039-66F504C13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4263" y="3267794"/>
                <a:ext cx="205647" cy="262829"/>
              </a:xfrm>
              <a:prstGeom prst="rect">
                <a:avLst/>
              </a:prstGeom>
              <a:blipFill>
                <a:blip r:embed="rId22"/>
                <a:stretch>
                  <a:fillRect r="-17647"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06" name="Straight Arrow Connector 17">
            <a:extLst>
              <a:ext uri="{FF2B5EF4-FFF2-40B4-BE49-F238E27FC236}">
                <a16:creationId xmlns:a16="http://schemas.microsoft.com/office/drawing/2014/main" id="{C447C7D1-305C-4EB6-8DE3-A423D18087B8}"/>
              </a:ext>
            </a:extLst>
          </p:cNvPr>
          <p:cNvCxnSpPr>
            <a:cxnSpLocks/>
          </p:cNvCxnSpPr>
          <p:nvPr/>
        </p:nvCxnSpPr>
        <p:spPr>
          <a:xfrm flipV="1">
            <a:off x="9044821" y="3226057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07" name="Oval 22">
            <a:extLst>
              <a:ext uri="{FF2B5EF4-FFF2-40B4-BE49-F238E27FC236}">
                <a16:creationId xmlns:a16="http://schemas.microsoft.com/office/drawing/2014/main" id="{0AE7508C-A297-4E5A-B19E-FA1D9366F3A1}"/>
              </a:ext>
            </a:extLst>
          </p:cNvPr>
          <p:cNvSpPr/>
          <p:nvPr/>
        </p:nvSpPr>
        <p:spPr>
          <a:xfrm>
            <a:off x="9231960" y="3670368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308" name="Oval 22">
            <a:extLst>
              <a:ext uri="{FF2B5EF4-FFF2-40B4-BE49-F238E27FC236}">
                <a16:creationId xmlns:a16="http://schemas.microsoft.com/office/drawing/2014/main" id="{F42B9E9B-9610-49D4-BF83-E344E6AE5FCC}"/>
              </a:ext>
            </a:extLst>
          </p:cNvPr>
          <p:cNvSpPr/>
          <p:nvPr/>
        </p:nvSpPr>
        <p:spPr>
          <a:xfrm>
            <a:off x="8757175" y="3295816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09" name="文字方塊 1308">
                <a:extLst>
                  <a:ext uri="{FF2B5EF4-FFF2-40B4-BE49-F238E27FC236}">
                    <a16:creationId xmlns:a16="http://schemas.microsoft.com/office/drawing/2014/main" id="{1B862125-A0CD-46A0-83DF-2B3A2B68E2BA}"/>
                  </a:ext>
                </a:extLst>
              </p:cNvPr>
              <p:cNvSpPr txBox="1"/>
              <p:nvPr/>
            </p:nvSpPr>
            <p:spPr>
              <a:xfrm>
                <a:off x="7471012" y="3589652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309" name="文字方塊 1308">
                <a:extLst>
                  <a:ext uri="{FF2B5EF4-FFF2-40B4-BE49-F238E27FC236}">
                    <a16:creationId xmlns:a16="http://schemas.microsoft.com/office/drawing/2014/main" id="{1B862125-A0CD-46A0-83DF-2B3A2B68E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1012" y="3589652"/>
                <a:ext cx="974158" cy="262829"/>
              </a:xfrm>
              <a:prstGeom prst="rect">
                <a:avLst/>
              </a:prstGeom>
              <a:blipFill>
                <a:blip r:embed="rId54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10" name="直線接點 1309">
            <a:extLst>
              <a:ext uri="{FF2B5EF4-FFF2-40B4-BE49-F238E27FC236}">
                <a16:creationId xmlns:a16="http://schemas.microsoft.com/office/drawing/2014/main" id="{8185C70D-1E4E-474C-8B25-FD50CA3AC40C}"/>
              </a:ext>
            </a:extLst>
          </p:cNvPr>
          <p:cNvCxnSpPr>
            <a:cxnSpLocks/>
          </p:cNvCxnSpPr>
          <p:nvPr/>
        </p:nvCxnSpPr>
        <p:spPr>
          <a:xfrm>
            <a:off x="9344015" y="3803285"/>
            <a:ext cx="406400" cy="56832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11" name="文字方塊 1310">
                <a:extLst>
                  <a:ext uri="{FF2B5EF4-FFF2-40B4-BE49-F238E27FC236}">
                    <a16:creationId xmlns:a16="http://schemas.microsoft.com/office/drawing/2014/main" id="{AAAA9456-ECE1-45AB-8A84-AA420714CB59}"/>
                  </a:ext>
                </a:extLst>
              </p:cNvPr>
              <p:cNvSpPr txBox="1"/>
              <p:nvPr/>
            </p:nvSpPr>
            <p:spPr>
              <a:xfrm>
                <a:off x="9583697" y="3598542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311" name="文字方塊 1310">
                <a:extLst>
                  <a:ext uri="{FF2B5EF4-FFF2-40B4-BE49-F238E27FC236}">
                    <a16:creationId xmlns:a16="http://schemas.microsoft.com/office/drawing/2014/main" id="{AAAA9456-ECE1-45AB-8A84-AA420714CB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3697" y="3598542"/>
                <a:ext cx="1100937" cy="262829"/>
              </a:xfrm>
              <a:prstGeom prst="rect">
                <a:avLst/>
              </a:prstGeom>
              <a:blipFill>
                <a:blip r:embed="rId55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2" name="文字方塊 1311">
                <a:extLst>
                  <a:ext uri="{FF2B5EF4-FFF2-40B4-BE49-F238E27FC236}">
                    <a16:creationId xmlns:a16="http://schemas.microsoft.com/office/drawing/2014/main" id="{0027AFFC-4FAA-4055-B1DD-3F6F2F53670E}"/>
                  </a:ext>
                </a:extLst>
              </p:cNvPr>
              <p:cNvSpPr txBox="1"/>
              <p:nvPr/>
            </p:nvSpPr>
            <p:spPr>
              <a:xfrm>
                <a:off x="9583697" y="5515645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312" name="文字方塊 1311">
                <a:extLst>
                  <a:ext uri="{FF2B5EF4-FFF2-40B4-BE49-F238E27FC236}">
                    <a16:creationId xmlns:a16="http://schemas.microsoft.com/office/drawing/2014/main" id="{0027AFFC-4FAA-4055-B1DD-3F6F2F536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3697" y="5515645"/>
                <a:ext cx="1100937" cy="262829"/>
              </a:xfrm>
              <a:prstGeom prst="rect">
                <a:avLst/>
              </a:prstGeom>
              <a:blipFill>
                <a:blip r:embed="rId56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13" name="直線接點 1312">
            <a:extLst>
              <a:ext uri="{FF2B5EF4-FFF2-40B4-BE49-F238E27FC236}">
                <a16:creationId xmlns:a16="http://schemas.microsoft.com/office/drawing/2014/main" id="{6945DAEC-2E6D-4530-9E9E-319EBE481224}"/>
              </a:ext>
            </a:extLst>
          </p:cNvPr>
          <p:cNvCxnSpPr>
            <a:cxnSpLocks/>
          </p:cNvCxnSpPr>
          <p:nvPr/>
        </p:nvCxnSpPr>
        <p:spPr>
          <a:xfrm>
            <a:off x="8182400" y="2461760"/>
            <a:ext cx="607387" cy="86782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314" name="圖片 1313">
            <a:extLst>
              <a:ext uri="{FF2B5EF4-FFF2-40B4-BE49-F238E27FC236}">
                <a16:creationId xmlns:a16="http://schemas.microsoft.com/office/drawing/2014/main" id="{03B7229B-25A9-414F-9F58-4CCC50F97BF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68043"/>
          <a:stretch/>
        </p:blipFill>
        <p:spPr>
          <a:xfrm>
            <a:off x="9595734" y="731636"/>
            <a:ext cx="1234633" cy="240163"/>
          </a:xfrm>
          <a:prstGeom prst="rect">
            <a:avLst/>
          </a:prstGeom>
        </p:spPr>
      </p:pic>
      <p:pic>
        <p:nvPicPr>
          <p:cNvPr id="1315" name="圖片 1314">
            <a:extLst>
              <a:ext uri="{FF2B5EF4-FFF2-40B4-BE49-F238E27FC236}">
                <a16:creationId xmlns:a16="http://schemas.microsoft.com/office/drawing/2014/main" id="{12905DF2-FCC6-43A9-9221-ACEBD8DA75E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0450"/>
          <a:stretch/>
        </p:blipFill>
        <p:spPr>
          <a:xfrm>
            <a:off x="9595734" y="1566132"/>
            <a:ext cx="1234633" cy="297228"/>
          </a:xfrm>
          <a:prstGeom prst="rect">
            <a:avLst/>
          </a:prstGeom>
        </p:spPr>
      </p:pic>
      <p:pic>
        <p:nvPicPr>
          <p:cNvPr id="1316" name="圖片 1315">
            <a:extLst>
              <a:ext uri="{FF2B5EF4-FFF2-40B4-BE49-F238E27FC236}">
                <a16:creationId xmlns:a16="http://schemas.microsoft.com/office/drawing/2014/main" id="{28021F59-3BA2-44CC-A22B-B28B0E6464C4}"/>
              </a:ext>
            </a:extLst>
          </p:cNvPr>
          <p:cNvPicPr>
            <a:picLocks noChangeAspect="1"/>
          </p:cNvPicPr>
          <p:nvPr/>
        </p:nvPicPr>
        <p:blipFill rotWithShape="1">
          <a:blip r:embed="rId57"/>
          <a:srcRect l="11115" t="22564" r="9694" b="19380"/>
          <a:stretch/>
        </p:blipFill>
        <p:spPr>
          <a:xfrm>
            <a:off x="9696440" y="1624270"/>
            <a:ext cx="510381" cy="117647"/>
          </a:xfrm>
          <a:prstGeom prst="rect">
            <a:avLst/>
          </a:prstGeom>
        </p:spPr>
      </p:pic>
      <p:pic>
        <p:nvPicPr>
          <p:cNvPr id="1317" name="圖片 1316">
            <a:extLst>
              <a:ext uri="{FF2B5EF4-FFF2-40B4-BE49-F238E27FC236}">
                <a16:creationId xmlns:a16="http://schemas.microsoft.com/office/drawing/2014/main" id="{385235AD-52F9-437E-B7E5-4B817DA2D833}"/>
              </a:ext>
            </a:extLst>
          </p:cNvPr>
          <p:cNvPicPr>
            <a:picLocks noChangeAspect="1"/>
          </p:cNvPicPr>
          <p:nvPr/>
        </p:nvPicPr>
        <p:blipFill rotWithShape="1">
          <a:blip r:embed="rId57"/>
          <a:srcRect l="11115" t="22564" r="9694" b="19380"/>
          <a:stretch/>
        </p:blipFill>
        <p:spPr>
          <a:xfrm>
            <a:off x="9694059" y="731301"/>
            <a:ext cx="510381" cy="117647"/>
          </a:xfrm>
          <a:prstGeom prst="rect">
            <a:avLst/>
          </a:prstGeom>
        </p:spPr>
      </p:pic>
      <p:pic>
        <p:nvPicPr>
          <p:cNvPr id="1318" name="圖片 1317">
            <a:extLst>
              <a:ext uri="{FF2B5EF4-FFF2-40B4-BE49-F238E27FC236}">
                <a16:creationId xmlns:a16="http://schemas.microsoft.com/office/drawing/2014/main" id="{81F73322-9649-46B3-9E99-746CFF61D752}"/>
              </a:ext>
            </a:extLst>
          </p:cNvPr>
          <p:cNvPicPr>
            <a:picLocks noChangeAspect="1"/>
          </p:cNvPicPr>
          <p:nvPr/>
        </p:nvPicPr>
        <p:blipFill rotWithShape="1">
          <a:blip r:embed="rId5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1200"/>
          <a:stretch/>
        </p:blipFill>
        <p:spPr>
          <a:xfrm>
            <a:off x="9688725" y="3815354"/>
            <a:ext cx="839905" cy="1710426"/>
          </a:xfrm>
          <a:prstGeom prst="rect">
            <a:avLst/>
          </a:prstGeom>
        </p:spPr>
      </p:pic>
      <p:pic>
        <p:nvPicPr>
          <p:cNvPr id="1319" name="圖片 1318">
            <a:extLst>
              <a:ext uri="{FF2B5EF4-FFF2-40B4-BE49-F238E27FC236}">
                <a16:creationId xmlns:a16="http://schemas.microsoft.com/office/drawing/2014/main" id="{9425A47C-CBC3-43FD-A9E9-9BC9B30FFD62}"/>
              </a:ext>
            </a:extLst>
          </p:cNvPr>
          <p:cNvPicPr>
            <a:picLocks noChangeAspect="1"/>
          </p:cNvPicPr>
          <p:nvPr/>
        </p:nvPicPr>
        <p:blipFill rotWithShape="1">
          <a:blip r:embed="rId5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0196"/>
          <a:stretch/>
        </p:blipFill>
        <p:spPr>
          <a:xfrm>
            <a:off x="7544876" y="1895585"/>
            <a:ext cx="857085" cy="1710221"/>
          </a:xfrm>
          <a:prstGeom prst="rect">
            <a:avLst/>
          </a:prstGeom>
        </p:spPr>
      </p:pic>
      <p:cxnSp>
        <p:nvCxnSpPr>
          <p:cNvPr id="1320" name="直線接點 1319">
            <a:extLst>
              <a:ext uri="{FF2B5EF4-FFF2-40B4-BE49-F238E27FC236}">
                <a16:creationId xmlns:a16="http://schemas.microsoft.com/office/drawing/2014/main" id="{79CFA347-69F1-4037-93FA-0448E522736B}"/>
              </a:ext>
            </a:extLst>
          </p:cNvPr>
          <p:cNvCxnSpPr>
            <a:cxnSpLocks/>
          </p:cNvCxnSpPr>
          <p:nvPr/>
        </p:nvCxnSpPr>
        <p:spPr>
          <a:xfrm flipH="1">
            <a:off x="8372465" y="3573516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21" name="直線接點 1320">
            <a:extLst>
              <a:ext uri="{FF2B5EF4-FFF2-40B4-BE49-F238E27FC236}">
                <a16:creationId xmlns:a16="http://schemas.microsoft.com/office/drawing/2014/main" id="{B71011CA-3FDF-4D2F-B442-C6CE5DCE4A8C}"/>
              </a:ext>
            </a:extLst>
          </p:cNvPr>
          <p:cNvCxnSpPr>
            <a:cxnSpLocks/>
          </p:cNvCxnSpPr>
          <p:nvPr/>
        </p:nvCxnSpPr>
        <p:spPr>
          <a:xfrm flipV="1">
            <a:off x="9594840" y="3212736"/>
            <a:ext cx="123825" cy="263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322" name="圖片 1321">
            <a:extLst>
              <a:ext uri="{FF2B5EF4-FFF2-40B4-BE49-F238E27FC236}">
                <a16:creationId xmlns:a16="http://schemas.microsoft.com/office/drawing/2014/main" id="{CA05C281-CCEE-47A7-8EA3-27FB0710C3AF}"/>
              </a:ext>
            </a:extLst>
          </p:cNvPr>
          <p:cNvPicPr>
            <a:picLocks noChangeAspect="1"/>
          </p:cNvPicPr>
          <p:nvPr/>
        </p:nvPicPr>
        <p:blipFill rotWithShape="1">
          <a:blip r:embed="rId5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236"/>
          <a:stretch/>
        </p:blipFill>
        <p:spPr>
          <a:xfrm>
            <a:off x="9688503" y="1915424"/>
            <a:ext cx="849651" cy="1678590"/>
          </a:xfrm>
          <a:prstGeom prst="rect">
            <a:avLst/>
          </a:prstGeom>
        </p:spPr>
      </p:pic>
      <p:pic>
        <p:nvPicPr>
          <p:cNvPr id="1323" name="圖片 1322">
            <a:extLst>
              <a:ext uri="{FF2B5EF4-FFF2-40B4-BE49-F238E27FC236}">
                <a16:creationId xmlns:a16="http://schemas.microsoft.com/office/drawing/2014/main" id="{C1D557D4-F57E-41D4-B14E-7360682E8945}"/>
              </a:ext>
            </a:extLst>
          </p:cNvPr>
          <p:cNvPicPr>
            <a:picLocks noChangeAspect="1"/>
          </p:cNvPicPr>
          <p:nvPr/>
        </p:nvPicPr>
        <p:blipFill rotWithShape="1">
          <a:blip r:embed="rId5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597" r="50000"/>
          <a:stretch/>
        </p:blipFill>
        <p:spPr>
          <a:xfrm>
            <a:off x="8616939" y="4550993"/>
            <a:ext cx="871539" cy="1678590"/>
          </a:xfrm>
          <a:prstGeom prst="rect">
            <a:avLst/>
          </a:prstGeom>
        </p:spPr>
      </p:pic>
      <p:pic>
        <p:nvPicPr>
          <p:cNvPr id="1324" name="圖片 1323">
            <a:extLst>
              <a:ext uri="{FF2B5EF4-FFF2-40B4-BE49-F238E27FC236}">
                <a16:creationId xmlns:a16="http://schemas.microsoft.com/office/drawing/2014/main" id="{E82F669D-4134-450A-8758-BED6CC5EE47C}"/>
              </a:ext>
            </a:extLst>
          </p:cNvPr>
          <p:cNvPicPr>
            <a:picLocks noChangeAspect="1"/>
          </p:cNvPicPr>
          <p:nvPr/>
        </p:nvPicPr>
        <p:blipFill rotWithShape="1">
          <a:blip r:embed="rId5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729" r="24452"/>
          <a:stretch/>
        </p:blipFill>
        <p:spPr>
          <a:xfrm>
            <a:off x="7512040" y="3890306"/>
            <a:ext cx="885825" cy="1678590"/>
          </a:xfrm>
          <a:prstGeom prst="rect">
            <a:avLst/>
          </a:prstGeom>
        </p:spPr>
      </p:pic>
      <p:sp>
        <p:nvSpPr>
          <p:cNvPr id="1325" name="矩形: 圓角 1324">
            <a:extLst>
              <a:ext uri="{FF2B5EF4-FFF2-40B4-BE49-F238E27FC236}">
                <a16:creationId xmlns:a16="http://schemas.microsoft.com/office/drawing/2014/main" id="{8E07622F-8C39-44AE-934F-28AD203AD89B}"/>
              </a:ext>
            </a:extLst>
          </p:cNvPr>
          <p:cNvSpPr/>
          <p:nvPr/>
        </p:nvSpPr>
        <p:spPr>
          <a:xfrm>
            <a:off x="11050240" y="529004"/>
            <a:ext cx="3638551" cy="6072863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3" dirty="0"/>
          </a:p>
        </p:txBody>
      </p:sp>
      <p:pic>
        <p:nvPicPr>
          <p:cNvPr id="1326" name="圖片 1325">
            <a:extLst>
              <a:ext uri="{FF2B5EF4-FFF2-40B4-BE49-F238E27FC236}">
                <a16:creationId xmlns:a16="http://schemas.microsoft.com/office/drawing/2014/main" id="{90928B0A-C5CD-47BC-B2E1-16A753C9FBFF}"/>
              </a:ext>
            </a:extLst>
          </p:cNvPr>
          <p:cNvPicPr>
            <a:picLocks noChangeAspect="1"/>
          </p:cNvPicPr>
          <p:nvPr/>
        </p:nvPicPr>
        <p:blipFill rotWithShape="1">
          <a:blip r:embed="rId6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218"/>
          <a:stretch/>
        </p:blipFill>
        <p:spPr>
          <a:xfrm>
            <a:off x="12148918" y="690492"/>
            <a:ext cx="862055" cy="1703680"/>
          </a:xfrm>
          <a:prstGeom prst="rect">
            <a:avLst/>
          </a:prstGeom>
        </p:spPr>
      </p:pic>
      <p:pic>
        <p:nvPicPr>
          <p:cNvPr id="1327" name="圖片 1326">
            <a:extLst>
              <a:ext uri="{FF2B5EF4-FFF2-40B4-BE49-F238E27FC236}">
                <a16:creationId xmlns:a16="http://schemas.microsoft.com/office/drawing/2014/main" id="{7105E68D-2093-4BCA-AD99-8DD463B91BBC}"/>
              </a:ext>
            </a:extLst>
          </p:cNvPr>
          <p:cNvPicPr>
            <a:picLocks noChangeAspect="1"/>
          </p:cNvPicPr>
          <p:nvPr/>
        </p:nvPicPr>
        <p:blipFill rotWithShape="1">
          <a:blip r:embed="rId6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276"/>
          <a:stretch/>
        </p:blipFill>
        <p:spPr>
          <a:xfrm>
            <a:off x="13344156" y="1893368"/>
            <a:ext cx="856615" cy="1696939"/>
          </a:xfrm>
          <a:prstGeom prst="rect">
            <a:avLst/>
          </a:prstGeom>
        </p:spPr>
      </p:pic>
      <p:pic>
        <p:nvPicPr>
          <p:cNvPr id="1328" name="圖片 1327">
            <a:extLst>
              <a:ext uri="{FF2B5EF4-FFF2-40B4-BE49-F238E27FC236}">
                <a16:creationId xmlns:a16="http://schemas.microsoft.com/office/drawing/2014/main" id="{9760781B-FC51-46CC-95E9-E185441133A4}"/>
              </a:ext>
            </a:extLst>
          </p:cNvPr>
          <p:cNvPicPr>
            <a:picLocks noChangeAspect="1"/>
          </p:cNvPicPr>
          <p:nvPr/>
        </p:nvPicPr>
        <p:blipFill rotWithShape="1">
          <a:blip r:embed="rId6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755" r="24615"/>
          <a:stretch/>
        </p:blipFill>
        <p:spPr>
          <a:xfrm>
            <a:off x="11170574" y="3867018"/>
            <a:ext cx="891540" cy="1703680"/>
          </a:xfrm>
          <a:prstGeom prst="rect">
            <a:avLst/>
          </a:prstGeom>
        </p:spPr>
      </p:pic>
      <p:pic>
        <p:nvPicPr>
          <p:cNvPr id="1329" name="圖片 1328">
            <a:extLst>
              <a:ext uri="{FF2B5EF4-FFF2-40B4-BE49-F238E27FC236}">
                <a16:creationId xmlns:a16="http://schemas.microsoft.com/office/drawing/2014/main" id="{A50AD2CE-14A4-4E41-9866-B656D8515684}"/>
              </a:ext>
            </a:extLst>
          </p:cNvPr>
          <p:cNvPicPr>
            <a:picLocks noChangeAspect="1"/>
          </p:cNvPicPr>
          <p:nvPr/>
        </p:nvPicPr>
        <p:blipFill rotWithShape="1">
          <a:blip r:embed="rId6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869" r="49720"/>
          <a:stretch/>
        </p:blipFill>
        <p:spPr>
          <a:xfrm>
            <a:off x="12278573" y="4517041"/>
            <a:ext cx="883920" cy="17036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30" name="文字方塊 1329">
                <a:extLst>
                  <a:ext uri="{FF2B5EF4-FFF2-40B4-BE49-F238E27FC236}">
                    <a16:creationId xmlns:a16="http://schemas.microsoft.com/office/drawing/2014/main" id="{7F8A592F-F874-469F-ABC3-A7477B5B7015}"/>
                  </a:ext>
                </a:extLst>
              </p:cNvPr>
              <p:cNvSpPr txBox="1"/>
              <p:nvPr/>
            </p:nvSpPr>
            <p:spPr>
              <a:xfrm>
                <a:off x="12517903" y="2127472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 xmlns="">
          <p:sp>
            <p:nvSpPr>
              <p:cNvPr id="1330" name="文字方塊 1329">
                <a:extLst>
                  <a:ext uri="{FF2B5EF4-FFF2-40B4-BE49-F238E27FC236}">
                    <a16:creationId xmlns:a16="http://schemas.microsoft.com/office/drawing/2014/main" id="{7F8A592F-F874-469F-ABC3-A7477B5B7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7903" y="2127472"/>
                <a:ext cx="268993" cy="272254"/>
              </a:xfrm>
              <a:prstGeom prst="rect">
                <a:avLst/>
              </a:prstGeom>
              <a:blipFill>
                <a:blip r:embed="rId4"/>
                <a:stretch>
                  <a:fillRect r="-68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1" name="文字方塊 1330">
                <a:extLst>
                  <a:ext uri="{FF2B5EF4-FFF2-40B4-BE49-F238E27FC236}">
                    <a16:creationId xmlns:a16="http://schemas.microsoft.com/office/drawing/2014/main" id="{F772F496-DD3A-44B4-AB7D-6A241C8BA41B}"/>
                  </a:ext>
                </a:extLst>
              </p:cNvPr>
              <p:cNvSpPr txBox="1"/>
              <p:nvPr/>
            </p:nvSpPr>
            <p:spPr>
              <a:xfrm>
                <a:off x="12528568" y="1245507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 xmlns="">
          <p:sp>
            <p:nvSpPr>
              <p:cNvPr id="1331" name="文字方塊 1330">
                <a:extLst>
                  <a:ext uri="{FF2B5EF4-FFF2-40B4-BE49-F238E27FC236}">
                    <a16:creationId xmlns:a16="http://schemas.microsoft.com/office/drawing/2014/main" id="{F772F496-DD3A-44B4-AB7D-6A241C8BA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28568" y="1245507"/>
                <a:ext cx="268993" cy="272254"/>
              </a:xfrm>
              <a:prstGeom prst="rect">
                <a:avLst/>
              </a:prstGeom>
              <a:blipFill>
                <a:blip r:embed="rId4"/>
                <a:stretch>
                  <a:fillRect r="-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32" name="群組 1331">
            <a:extLst>
              <a:ext uri="{FF2B5EF4-FFF2-40B4-BE49-F238E27FC236}">
                <a16:creationId xmlns:a16="http://schemas.microsoft.com/office/drawing/2014/main" id="{81C049A7-B3FC-4C21-97D3-24D217BCE15C}"/>
              </a:ext>
            </a:extLst>
          </p:cNvPr>
          <p:cNvGrpSpPr/>
          <p:nvPr/>
        </p:nvGrpSpPr>
        <p:grpSpPr>
          <a:xfrm>
            <a:off x="12559964" y="1053584"/>
            <a:ext cx="50518" cy="48461"/>
            <a:chOff x="1373392" y="2391862"/>
            <a:chExt cx="479433" cy="476535"/>
          </a:xfrm>
        </p:grpSpPr>
        <p:sp>
          <p:nvSpPr>
            <p:cNvPr id="1333" name="箭號: 向右 1332">
              <a:extLst>
                <a:ext uri="{FF2B5EF4-FFF2-40B4-BE49-F238E27FC236}">
                  <a16:creationId xmlns:a16="http://schemas.microsoft.com/office/drawing/2014/main" id="{E42B5946-181F-442C-8EBD-11401E4448CA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1334" name="箭號: 向右 1333">
              <a:extLst>
                <a:ext uri="{FF2B5EF4-FFF2-40B4-BE49-F238E27FC236}">
                  <a16:creationId xmlns:a16="http://schemas.microsoft.com/office/drawing/2014/main" id="{9DBC63C6-957F-4F9D-BDC1-33463F9AE231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35" name="文字方塊 1334">
                <a:extLst>
                  <a:ext uri="{FF2B5EF4-FFF2-40B4-BE49-F238E27FC236}">
                    <a16:creationId xmlns:a16="http://schemas.microsoft.com/office/drawing/2014/main" id="{89237BDB-F936-48CF-A702-ADDC189544DC}"/>
                  </a:ext>
                </a:extLst>
              </p:cNvPr>
              <p:cNvSpPr txBox="1"/>
              <p:nvPr/>
            </p:nvSpPr>
            <p:spPr>
              <a:xfrm>
                <a:off x="12435739" y="810069"/>
                <a:ext cx="198362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35" name="文字方塊 1334">
                <a:extLst>
                  <a:ext uri="{FF2B5EF4-FFF2-40B4-BE49-F238E27FC236}">
                    <a16:creationId xmlns:a16="http://schemas.microsoft.com/office/drawing/2014/main" id="{89237BDB-F936-48CF-A702-ADDC18954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35739" y="810069"/>
                <a:ext cx="198362" cy="276614"/>
              </a:xfrm>
              <a:prstGeom prst="rect">
                <a:avLst/>
              </a:prstGeom>
              <a:blipFill>
                <a:blip r:embed="rId30"/>
                <a:stretch>
                  <a:fillRect r="-424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6" name="文字方塊 1335">
                <a:extLst>
                  <a:ext uri="{FF2B5EF4-FFF2-40B4-BE49-F238E27FC236}">
                    <a16:creationId xmlns:a16="http://schemas.microsoft.com/office/drawing/2014/main" id="{3D8C851E-9FF1-40E5-BBE3-7D487ED3431B}"/>
                  </a:ext>
                </a:extLst>
              </p:cNvPr>
              <p:cNvSpPr txBox="1"/>
              <p:nvPr/>
            </p:nvSpPr>
            <p:spPr>
              <a:xfrm>
                <a:off x="12525286" y="1005903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36" name="文字方塊 1335">
                <a:extLst>
                  <a:ext uri="{FF2B5EF4-FFF2-40B4-BE49-F238E27FC236}">
                    <a16:creationId xmlns:a16="http://schemas.microsoft.com/office/drawing/2014/main" id="{3D8C851E-9FF1-40E5-BBE3-7D487ED34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25286" y="1005903"/>
                <a:ext cx="149279" cy="262829"/>
              </a:xfrm>
              <a:prstGeom prst="rect">
                <a:avLst/>
              </a:prstGeom>
              <a:blipFill>
                <a:blip r:embed="rId7"/>
                <a:stretch>
                  <a:fillRect r="-70833" b="-23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37" name="群組 1336">
            <a:extLst>
              <a:ext uri="{FF2B5EF4-FFF2-40B4-BE49-F238E27FC236}">
                <a16:creationId xmlns:a16="http://schemas.microsoft.com/office/drawing/2014/main" id="{D8AA9238-7A08-4711-8901-D136A6BC72ED}"/>
              </a:ext>
            </a:extLst>
          </p:cNvPr>
          <p:cNvGrpSpPr/>
          <p:nvPr/>
        </p:nvGrpSpPr>
        <p:grpSpPr>
          <a:xfrm>
            <a:off x="12564656" y="1939263"/>
            <a:ext cx="50518" cy="48461"/>
            <a:chOff x="1373392" y="2391862"/>
            <a:chExt cx="479433" cy="476535"/>
          </a:xfrm>
        </p:grpSpPr>
        <p:sp>
          <p:nvSpPr>
            <p:cNvPr id="1338" name="箭號: 向右 1337">
              <a:extLst>
                <a:ext uri="{FF2B5EF4-FFF2-40B4-BE49-F238E27FC236}">
                  <a16:creationId xmlns:a16="http://schemas.microsoft.com/office/drawing/2014/main" id="{49DF0131-390F-453C-B72C-0C1FE1D05FEE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1339" name="箭號: 向右 1338">
              <a:extLst>
                <a:ext uri="{FF2B5EF4-FFF2-40B4-BE49-F238E27FC236}">
                  <a16:creationId xmlns:a16="http://schemas.microsoft.com/office/drawing/2014/main" id="{150B8E6D-0C48-4A25-8C21-D2E423CF451A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40" name="文字方塊 1339">
                <a:extLst>
                  <a:ext uri="{FF2B5EF4-FFF2-40B4-BE49-F238E27FC236}">
                    <a16:creationId xmlns:a16="http://schemas.microsoft.com/office/drawing/2014/main" id="{A8EFCF26-4A95-4433-9B77-35155C695D68}"/>
                  </a:ext>
                </a:extLst>
              </p:cNvPr>
              <p:cNvSpPr txBox="1"/>
              <p:nvPr/>
            </p:nvSpPr>
            <p:spPr>
              <a:xfrm>
                <a:off x="12440426" y="1695748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40" name="文字方塊 1339">
                <a:extLst>
                  <a:ext uri="{FF2B5EF4-FFF2-40B4-BE49-F238E27FC236}">
                    <a16:creationId xmlns:a16="http://schemas.microsoft.com/office/drawing/2014/main" id="{A8EFCF26-4A95-4433-9B77-35155C695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0426" y="1695748"/>
                <a:ext cx="182571" cy="276614"/>
              </a:xfrm>
              <a:prstGeom prst="rect">
                <a:avLst/>
              </a:prstGeom>
              <a:blipFill>
                <a:blip r:embed="rId8"/>
                <a:stretch>
                  <a:fillRect r="-5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1" name="文字方塊 1340">
                <a:extLst>
                  <a:ext uri="{FF2B5EF4-FFF2-40B4-BE49-F238E27FC236}">
                    <a16:creationId xmlns:a16="http://schemas.microsoft.com/office/drawing/2014/main" id="{9A96613F-D944-4E0C-B0FC-EF17B8372333}"/>
                  </a:ext>
                </a:extLst>
              </p:cNvPr>
              <p:cNvSpPr txBox="1"/>
              <p:nvPr/>
            </p:nvSpPr>
            <p:spPr>
              <a:xfrm>
                <a:off x="12571254" y="1853481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41" name="文字方塊 1340">
                <a:extLst>
                  <a:ext uri="{FF2B5EF4-FFF2-40B4-BE49-F238E27FC236}">
                    <a16:creationId xmlns:a16="http://schemas.microsoft.com/office/drawing/2014/main" id="{9A96613F-D944-4E0C-B0FC-EF17B83723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1254" y="1853481"/>
                <a:ext cx="149279" cy="262829"/>
              </a:xfrm>
              <a:prstGeom prst="rect">
                <a:avLst/>
              </a:prstGeom>
              <a:blipFill>
                <a:blip r:embed="rId29"/>
                <a:stretch>
                  <a:fillRect r="-68000" b="-23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42" name="圖片 1341">
            <a:extLst>
              <a:ext uri="{FF2B5EF4-FFF2-40B4-BE49-F238E27FC236}">
                <a16:creationId xmlns:a16="http://schemas.microsoft.com/office/drawing/2014/main" id="{E37D72D4-AC12-4E5B-85A6-466BC6CD5B69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/>
          <a:stretch/>
        </p:blipFill>
        <p:spPr>
          <a:xfrm>
            <a:off x="13013984" y="1545436"/>
            <a:ext cx="260536" cy="871126"/>
          </a:xfrm>
          <a:prstGeom prst="rect">
            <a:avLst/>
          </a:prstGeom>
        </p:spPr>
      </p:pic>
      <p:pic>
        <p:nvPicPr>
          <p:cNvPr id="1343" name="圖片 1342">
            <a:extLst>
              <a:ext uri="{FF2B5EF4-FFF2-40B4-BE49-F238E27FC236}">
                <a16:creationId xmlns:a16="http://schemas.microsoft.com/office/drawing/2014/main" id="{3BC12AE4-C83C-4456-985B-D2302B5D0D2C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50242"/>
          <a:stretch/>
        </p:blipFill>
        <p:spPr>
          <a:xfrm>
            <a:off x="13012632" y="666883"/>
            <a:ext cx="260536" cy="8640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44" name="文字方塊 1343">
                <a:extLst>
                  <a:ext uri="{FF2B5EF4-FFF2-40B4-BE49-F238E27FC236}">
                    <a16:creationId xmlns:a16="http://schemas.microsoft.com/office/drawing/2014/main" id="{6DAC5B71-4C3E-42CF-80E3-53D64FB6D453}"/>
                  </a:ext>
                </a:extLst>
              </p:cNvPr>
              <p:cNvSpPr txBox="1"/>
              <p:nvPr/>
            </p:nvSpPr>
            <p:spPr>
              <a:xfrm>
                <a:off x="12958529" y="1334742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44" name="文字方塊 1343">
                <a:extLst>
                  <a:ext uri="{FF2B5EF4-FFF2-40B4-BE49-F238E27FC236}">
                    <a16:creationId xmlns:a16="http://schemas.microsoft.com/office/drawing/2014/main" id="{6DAC5B71-4C3E-42CF-80E3-53D64FB6D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8529" y="1334742"/>
                <a:ext cx="204146" cy="245324"/>
              </a:xfrm>
              <a:prstGeom prst="rect">
                <a:avLst/>
              </a:prstGeom>
              <a:blipFill>
                <a:blip r:embed="rId61"/>
                <a:stretch>
                  <a:fillRect r="-515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5" name="文字方塊 1344">
                <a:extLst>
                  <a:ext uri="{FF2B5EF4-FFF2-40B4-BE49-F238E27FC236}">
                    <a16:creationId xmlns:a16="http://schemas.microsoft.com/office/drawing/2014/main" id="{7DF6DDA2-98C5-42FB-9B77-0106F8453987}"/>
                  </a:ext>
                </a:extLst>
              </p:cNvPr>
              <p:cNvSpPr txBox="1"/>
              <p:nvPr/>
            </p:nvSpPr>
            <p:spPr>
              <a:xfrm>
                <a:off x="12966282" y="2220420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45" name="文字方塊 1344">
                <a:extLst>
                  <a:ext uri="{FF2B5EF4-FFF2-40B4-BE49-F238E27FC236}">
                    <a16:creationId xmlns:a16="http://schemas.microsoft.com/office/drawing/2014/main" id="{7DF6DDA2-98C5-42FB-9B77-0106F8453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66282" y="2220420"/>
                <a:ext cx="204146" cy="245324"/>
              </a:xfrm>
              <a:prstGeom prst="rect">
                <a:avLst/>
              </a:prstGeom>
              <a:blipFill>
                <a:blip r:embed="rId48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6" name="文字方塊 1345">
                <a:extLst>
                  <a:ext uri="{FF2B5EF4-FFF2-40B4-BE49-F238E27FC236}">
                    <a16:creationId xmlns:a16="http://schemas.microsoft.com/office/drawing/2014/main" id="{D9B27BB9-2D5C-4724-B67F-96FD30E3AA28}"/>
                  </a:ext>
                </a:extLst>
              </p:cNvPr>
              <p:cNvSpPr txBox="1"/>
              <p:nvPr/>
            </p:nvSpPr>
            <p:spPr>
              <a:xfrm>
                <a:off x="12087462" y="2377429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346" name="文字方塊 1345">
                <a:extLst>
                  <a:ext uri="{FF2B5EF4-FFF2-40B4-BE49-F238E27FC236}">
                    <a16:creationId xmlns:a16="http://schemas.microsoft.com/office/drawing/2014/main" id="{D9B27BB9-2D5C-4724-B67F-96FD30E3A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87462" y="2377429"/>
                <a:ext cx="1082966" cy="262829"/>
              </a:xfrm>
              <a:prstGeom prst="rect">
                <a:avLst/>
              </a:prstGeom>
              <a:blipFill>
                <a:blip r:embed="rId62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7" name="文字方塊 1346">
                <a:extLst>
                  <a:ext uri="{FF2B5EF4-FFF2-40B4-BE49-F238E27FC236}">
                    <a16:creationId xmlns:a16="http://schemas.microsoft.com/office/drawing/2014/main" id="{23EE86B5-51AA-4C6D-A25E-85D84C1A7E48}"/>
                  </a:ext>
                </a:extLst>
              </p:cNvPr>
              <p:cNvSpPr txBox="1"/>
              <p:nvPr/>
            </p:nvSpPr>
            <p:spPr>
              <a:xfrm>
                <a:off x="11069648" y="5580132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347" name="文字方塊 1346">
                <a:extLst>
                  <a:ext uri="{FF2B5EF4-FFF2-40B4-BE49-F238E27FC236}">
                    <a16:creationId xmlns:a16="http://schemas.microsoft.com/office/drawing/2014/main" id="{23EE86B5-51AA-4C6D-A25E-85D84C1A7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9648" y="5580132"/>
                <a:ext cx="1100937" cy="262829"/>
              </a:xfrm>
              <a:prstGeom prst="rect">
                <a:avLst/>
              </a:prstGeom>
              <a:blipFill>
                <a:blip r:embed="rId63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8" name="文字方塊 1347">
                <a:extLst>
                  <a:ext uri="{FF2B5EF4-FFF2-40B4-BE49-F238E27FC236}">
                    <a16:creationId xmlns:a16="http://schemas.microsoft.com/office/drawing/2014/main" id="{C43DB329-D4BB-4012-8F0B-E7C6062D97F8}"/>
                  </a:ext>
                </a:extLst>
              </p:cNvPr>
              <p:cNvSpPr txBox="1"/>
              <p:nvPr/>
            </p:nvSpPr>
            <p:spPr>
              <a:xfrm>
                <a:off x="12203677" y="6241840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348" name="文字方塊 1347">
                <a:extLst>
                  <a:ext uri="{FF2B5EF4-FFF2-40B4-BE49-F238E27FC236}">
                    <a16:creationId xmlns:a16="http://schemas.microsoft.com/office/drawing/2014/main" id="{C43DB329-D4BB-4012-8F0B-E7C6062D9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77" y="6241840"/>
                <a:ext cx="1021987" cy="262829"/>
              </a:xfrm>
              <a:prstGeom prst="rect">
                <a:avLst/>
              </a:prstGeom>
              <a:blipFill>
                <a:blip r:embed="rId6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9" name="文字方塊 1348">
                <a:extLst>
                  <a:ext uri="{FF2B5EF4-FFF2-40B4-BE49-F238E27FC236}">
                    <a16:creationId xmlns:a16="http://schemas.microsoft.com/office/drawing/2014/main" id="{2A241696-77CB-448A-9851-2F6D5FE29661}"/>
                  </a:ext>
                </a:extLst>
              </p:cNvPr>
              <p:cNvSpPr txBox="1"/>
              <p:nvPr/>
            </p:nvSpPr>
            <p:spPr>
              <a:xfrm>
                <a:off x="12417182" y="4085448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349" name="文字方塊 1348">
                <a:extLst>
                  <a:ext uri="{FF2B5EF4-FFF2-40B4-BE49-F238E27FC236}">
                    <a16:creationId xmlns:a16="http://schemas.microsoft.com/office/drawing/2014/main" id="{2A241696-77CB-448A-9851-2F6D5FE29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7182" y="4085448"/>
                <a:ext cx="562814" cy="262829"/>
              </a:xfrm>
              <a:prstGeom prst="rect">
                <a:avLst/>
              </a:prstGeom>
              <a:blipFill>
                <a:blip r:embed="rId65"/>
                <a:stretch>
                  <a:fillRect t="-93023" r="-5217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0" name="文字方塊 1349">
                <a:extLst>
                  <a:ext uri="{FF2B5EF4-FFF2-40B4-BE49-F238E27FC236}">
                    <a16:creationId xmlns:a16="http://schemas.microsoft.com/office/drawing/2014/main" id="{A5E8FEF7-F2B1-40E7-B8F5-C3BCE8888D23}"/>
                  </a:ext>
                </a:extLst>
              </p:cNvPr>
              <p:cNvSpPr txBox="1"/>
              <p:nvPr/>
            </p:nvSpPr>
            <p:spPr>
              <a:xfrm>
                <a:off x="12428810" y="2704976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350" name="文字方塊 1349">
                <a:extLst>
                  <a:ext uri="{FF2B5EF4-FFF2-40B4-BE49-F238E27FC236}">
                    <a16:creationId xmlns:a16="http://schemas.microsoft.com/office/drawing/2014/main" id="{A5E8FEF7-F2B1-40E7-B8F5-C3BCE8888D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28810" y="2704976"/>
                <a:ext cx="562814" cy="262829"/>
              </a:xfrm>
              <a:prstGeom prst="rect">
                <a:avLst/>
              </a:prstGeom>
              <a:blipFill>
                <a:blip r:embed="rId17"/>
                <a:stretch>
                  <a:fillRect t="-93023" r="-5217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1" name="Oval 14">
            <a:extLst>
              <a:ext uri="{FF2B5EF4-FFF2-40B4-BE49-F238E27FC236}">
                <a16:creationId xmlns:a16="http://schemas.microsoft.com/office/drawing/2014/main" id="{5BC60185-BEAE-4FA9-80DD-F76AB3298CFE}"/>
              </a:ext>
            </a:extLst>
          </p:cNvPr>
          <p:cNvSpPr/>
          <p:nvPr/>
        </p:nvSpPr>
        <p:spPr>
          <a:xfrm>
            <a:off x="12657248" y="2943616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352" name="Oval 4">
            <a:extLst>
              <a:ext uri="{FF2B5EF4-FFF2-40B4-BE49-F238E27FC236}">
                <a16:creationId xmlns:a16="http://schemas.microsoft.com/office/drawing/2014/main" id="{BAF00DB0-5D66-4D4B-99F3-E2DB347B76EA}"/>
              </a:ext>
            </a:extLst>
          </p:cNvPr>
          <p:cNvSpPr/>
          <p:nvPr/>
        </p:nvSpPr>
        <p:spPr>
          <a:xfrm>
            <a:off x="12215153" y="3001865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353" name="Oval 15">
            <a:extLst>
              <a:ext uri="{FF2B5EF4-FFF2-40B4-BE49-F238E27FC236}">
                <a16:creationId xmlns:a16="http://schemas.microsoft.com/office/drawing/2014/main" id="{B477F839-4355-46D9-9545-A97012977960}"/>
              </a:ext>
            </a:extLst>
          </p:cNvPr>
          <p:cNvSpPr/>
          <p:nvPr/>
        </p:nvSpPr>
        <p:spPr>
          <a:xfrm>
            <a:off x="12657248" y="3978587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354" name="SHO">
            <a:extLst>
              <a:ext uri="{FF2B5EF4-FFF2-40B4-BE49-F238E27FC236}">
                <a16:creationId xmlns:a16="http://schemas.microsoft.com/office/drawing/2014/main" id="{C5E1CF03-2F20-4F79-8B69-F1D91D3ECAC7}"/>
              </a:ext>
            </a:extLst>
          </p:cNvPr>
          <p:cNvSpPr/>
          <p:nvPr/>
        </p:nvSpPr>
        <p:spPr>
          <a:xfrm rot="16200000">
            <a:off x="12497934" y="3020142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355" name="SVO">
            <a:extLst>
              <a:ext uri="{FF2B5EF4-FFF2-40B4-BE49-F238E27FC236}">
                <a16:creationId xmlns:a16="http://schemas.microsoft.com/office/drawing/2014/main" id="{CD50E500-63B4-4FC6-BE7B-68CF7B511425}"/>
              </a:ext>
            </a:extLst>
          </p:cNvPr>
          <p:cNvSpPr/>
          <p:nvPr/>
        </p:nvSpPr>
        <p:spPr>
          <a:xfrm>
            <a:off x="12462936" y="3002212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356" name="Oval 6">
            <a:extLst>
              <a:ext uri="{FF2B5EF4-FFF2-40B4-BE49-F238E27FC236}">
                <a16:creationId xmlns:a16="http://schemas.microsoft.com/office/drawing/2014/main" id="{C5B3D3CD-1972-47EF-99A6-69C5E037F9EF}"/>
              </a:ext>
            </a:extLst>
          </p:cNvPr>
          <p:cNvSpPr/>
          <p:nvPr/>
        </p:nvSpPr>
        <p:spPr>
          <a:xfrm rot="16200000">
            <a:off x="12497934" y="3020142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57" name="TextBox 11">
                <a:extLst>
                  <a:ext uri="{FF2B5EF4-FFF2-40B4-BE49-F238E27FC236}">
                    <a16:creationId xmlns:a16="http://schemas.microsoft.com/office/drawing/2014/main" id="{9301BB35-B57F-4882-B3FD-6E666EC8D8D2}"/>
                  </a:ext>
                </a:extLst>
              </p:cNvPr>
              <p:cNvSpPr txBox="1"/>
              <p:nvPr/>
            </p:nvSpPr>
            <p:spPr>
              <a:xfrm>
                <a:off x="12332921" y="3396514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357" name="TextBox 11">
                <a:extLst>
                  <a:ext uri="{FF2B5EF4-FFF2-40B4-BE49-F238E27FC236}">
                    <a16:creationId xmlns:a16="http://schemas.microsoft.com/office/drawing/2014/main" id="{9301BB35-B57F-4882-B3FD-6E666EC8D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2921" y="3396514"/>
                <a:ext cx="122489" cy="262829"/>
              </a:xfrm>
              <a:prstGeom prst="rect">
                <a:avLst/>
              </a:prstGeom>
              <a:blipFill>
                <a:blip r:embed="rId66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8" name="Oval 22">
            <a:extLst>
              <a:ext uri="{FF2B5EF4-FFF2-40B4-BE49-F238E27FC236}">
                <a16:creationId xmlns:a16="http://schemas.microsoft.com/office/drawing/2014/main" id="{58F6BBA3-DB07-492E-94B3-BD0FFCB52F81}"/>
              </a:ext>
            </a:extLst>
          </p:cNvPr>
          <p:cNvSpPr/>
          <p:nvPr/>
        </p:nvSpPr>
        <p:spPr>
          <a:xfrm>
            <a:off x="12656594" y="3978587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59" name="TextBox 12">
                <a:extLst>
                  <a:ext uri="{FF2B5EF4-FFF2-40B4-BE49-F238E27FC236}">
                    <a16:creationId xmlns:a16="http://schemas.microsoft.com/office/drawing/2014/main" id="{B444DC3F-ACF9-4F20-A39D-F7FB86792057}"/>
                  </a:ext>
                </a:extLst>
              </p:cNvPr>
              <p:cNvSpPr txBox="1"/>
              <p:nvPr/>
            </p:nvSpPr>
            <p:spPr>
              <a:xfrm>
                <a:off x="12786330" y="3462558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359" name="TextBox 12">
                <a:extLst>
                  <a:ext uri="{FF2B5EF4-FFF2-40B4-BE49-F238E27FC236}">
                    <a16:creationId xmlns:a16="http://schemas.microsoft.com/office/drawing/2014/main" id="{B444DC3F-ACF9-4F20-A39D-F7FB867920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6330" y="3462558"/>
                <a:ext cx="122489" cy="262829"/>
              </a:xfrm>
              <a:prstGeom prst="rect">
                <a:avLst/>
              </a:prstGeom>
              <a:blipFill>
                <a:blip r:embed="rId67"/>
                <a:stretch>
                  <a:fillRect r="-5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0" name="TextBox 13">
                <a:extLst>
                  <a:ext uri="{FF2B5EF4-FFF2-40B4-BE49-F238E27FC236}">
                    <a16:creationId xmlns:a16="http://schemas.microsoft.com/office/drawing/2014/main" id="{1AE80AB8-E9B1-435A-8AF5-4ADAC6AF7EAF}"/>
                  </a:ext>
                </a:extLst>
              </p:cNvPr>
              <p:cNvSpPr txBox="1"/>
              <p:nvPr/>
            </p:nvSpPr>
            <p:spPr>
              <a:xfrm>
                <a:off x="12617321" y="3026583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360" name="TextBox 13">
                <a:extLst>
                  <a:ext uri="{FF2B5EF4-FFF2-40B4-BE49-F238E27FC236}">
                    <a16:creationId xmlns:a16="http://schemas.microsoft.com/office/drawing/2014/main" id="{1AE80AB8-E9B1-435A-8AF5-4ADAC6AF7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17321" y="3026583"/>
                <a:ext cx="177900" cy="262829"/>
              </a:xfrm>
              <a:prstGeom prst="rect">
                <a:avLst/>
              </a:prstGeom>
              <a:blipFill>
                <a:blip r:embed="rId68"/>
                <a:stretch>
                  <a:fillRect r="-68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1" name="DVO">
            <a:extLst>
              <a:ext uri="{FF2B5EF4-FFF2-40B4-BE49-F238E27FC236}">
                <a16:creationId xmlns:a16="http://schemas.microsoft.com/office/drawing/2014/main" id="{42FD4FAB-305B-4E20-9E3A-DC73C6526C86}"/>
              </a:ext>
            </a:extLst>
          </p:cNvPr>
          <p:cNvSpPr/>
          <p:nvPr/>
        </p:nvSpPr>
        <p:spPr>
          <a:xfrm flipH="1">
            <a:off x="12462936" y="3002212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362" name="Oval 23">
            <a:extLst>
              <a:ext uri="{FF2B5EF4-FFF2-40B4-BE49-F238E27FC236}">
                <a16:creationId xmlns:a16="http://schemas.microsoft.com/office/drawing/2014/main" id="{A03FA640-EC08-4F82-BCCA-C34DA85811F6}"/>
              </a:ext>
            </a:extLst>
          </p:cNvPr>
          <p:cNvSpPr/>
          <p:nvPr/>
        </p:nvSpPr>
        <p:spPr>
          <a:xfrm>
            <a:off x="13157032" y="3461739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1363" name="Straight Arrow Connector 7">
            <a:extLst>
              <a:ext uri="{FF2B5EF4-FFF2-40B4-BE49-F238E27FC236}">
                <a16:creationId xmlns:a16="http://schemas.microsoft.com/office/drawing/2014/main" id="{DD5389DE-BAFB-4C17-A000-4BA78932F5D8}"/>
              </a:ext>
            </a:extLst>
          </p:cNvPr>
          <p:cNvCxnSpPr>
            <a:cxnSpLocks/>
          </p:cNvCxnSpPr>
          <p:nvPr/>
        </p:nvCxnSpPr>
        <p:spPr>
          <a:xfrm flipV="1">
            <a:off x="12710760" y="3209778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4" name="Straight Arrow Connector 19">
            <a:extLst>
              <a:ext uri="{FF2B5EF4-FFF2-40B4-BE49-F238E27FC236}">
                <a16:creationId xmlns:a16="http://schemas.microsoft.com/office/drawing/2014/main" id="{033B3428-2AC1-4CF9-99C1-3273CC60E684}"/>
              </a:ext>
            </a:extLst>
          </p:cNvPr>
          <p:cNvCxnSpPr>
            <a:cxnSpLocks/>
          </p:cNvCxnSpPr>
          <p:nvPr/>
        </p:nvCxnSpPr>
        <p:spPr>
          <a:xfrm>
            <a:off x="12712826" y="3516959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5" name="Straight Arrow Connector 18">
            <a:extLst>
              <a:ext uri="{FF2B5EF4-FFF2-40B4-BE49-F238E27FC236}">
                <a16:creationId xmlns:a16="http://schemas.microsoft.com/office/drawing/2014/main" id="{07294AC1-8700-4D89-82B3-FEEAE60EAB23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2594218" y="3398245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6" name="Oval 20">
            <a:extLst>
              <a:ext uri="{FF2B5EF4-FFF2-40B4-BE49-F238E27FC236}">
                <a16:creationId xmlns:a16="http://schemas.microsoft.com/office/drawing/2014/main" id="{DC5A5D1B-1BA3-4108-B260-22F28CFDE903}"/>
              </a:ext>
            </a:extLst>
          </p:cNvPr>
          <p:cNvSpPr/>
          <p:nvPr/>
        </p:nvSpPr>
        <p:spPr>
          <a:xfrm>
            <a:off x="12157226" y="3461739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367" name="Oval 22">
            <a:extLst>
              <a:ext uri="{FF2B5EF4-FFF2-40B4-BE49-F238E27FC236}">
                <a16:creationId xmlns:a16="http://schemas.microsoft.com/office/drawing/2014/main" id="{1D045CD0-28A4-4991-A538-C326B4D40DB1}"/>
              </a:ext>
            </a:extLst>
          </p:cNvPr>
          <p:cNvSpPr/>
          <p:nvPr/>
        </p:nvSpPr>
        <p:spPr>
          <a:xfrm>
            <a:off x="12657412" y="2938165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368" name="Partial Circle 9">
            <a:extLst>
              <a:ext uri="{FF2B5EF4-FFF2-40B4-BE49-F238E27FC236}">
                <a16:creationId xmlns:a16="http://schemas.microsoft.com/office/drawing/2014/main" id="{1EDA075F-217A-46A6-94BD-F87B4C83C2A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12667559" y="3451776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9" name="TextBox 10">
                <a:extLst>
                  <a:ext uri="{FF2B5EF4-FFF2-40B4-BE49-F238E27FC236}">
                    <a16:creationId xmlns:a16="http://schemas.microsoft.com/office/drawing/2014/main" id="{170DFC1E-A5EC-4196-916B-BC1291272FF3}"/>
                  </a:ext>
                </a:extLst>
              </p:cNvPr>
              <p:cNvSpPr txBox="1"/>
              <p:nvPr/>
            </p:nvSpPr>
            <p:spPr>
              <a:xfrm>
                <a:off x="12415548" y="3476041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369" name="TextBox 10">
                <a:extLst>
                  <a:ext uri="{FF2B5EF4-FFF2-40B4-BE49-F238E27FC236}">
                    <a16:creationId xmlns:a16="http://schemas.microsoft.com/office/drawing/2014/main" id="{170DFC1E-A5EC-4196-916B-BC1291272F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5548" y="3476041"/>
                <a:ext cx="218239" cy="262829"/>
              </a:xfrm>
              <a:prstGeom prst="rect">
                <a:avLst/>
              </a:prstGeom>
              <a:blipFill>
                <a:blip r:embed="rId6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70" name="Straight Arrow Connector 17">
            <a:extLst>
              <a:ext uri="{FF2B5EF4-FFF2-40B4-BE49-F238E27FC236}">
                <a16:creationId xmlns:a16="http://schemas.microsoft.com/office/drawing/2014/main" id="{0ABC8776-2B91-479A-AA6F-EC2046B0D40A}"/>
              </a:ext>
            </a:extLst>
          </p:cNvPr>
          <p:cNvCxnSpPr>
            <a:cxnSpLocks/>
          </p:cNvCxnSpPr>
          <p:nvPr/>
        </p:nvCxnSpPr>
        <p:spPr>
          <a:xfrm flipH="1">
            <a:off x="12559041" y="3521056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71" name="Partial Circle 9">
            <a:extLst>
              <a:ext uri="{FF2B5EF4-FFF2-40B4-BE49-F238E27FC236}">
                <a16:creationId xmlns:a16="http://schemas.microsoft.com/office/drawing/2014/main" id="{D8B2B7A7-D8DA-4E0D-B46F-7DA26A6303F5}"/>
              </a:ext>
            </a:extLst>
          </p:cNvPr>
          <p:cNvSpPr>
            <a:spLocks noChangeAspect="1"/>
          </p:cNvSpPr>
          <p:nvPr/>
        </p:nvSpPr>
        <p:spPr>
          <a:xfrm>
            <a:off x="12658751" y="3426008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72" name="TextBox 10">
                <a:extLst>
                  <a:ext uri="{FF2B5EF4-FFF2-40B4-BE49-F238E27FC236}">
                    <a16:creationId xmlns:a16="http://schemas.microsoft.com/office/drawing/2014/main" id="{49B9A82A-0A88-4EDB-96C5-B15382E40E42}"/>
                  </a:ext>
                </a:extLst>
              </p:cNvPr>
              <p:cNvSpPr txBox="1"/>
              <p:nvPr/>
            </p:nvSpPr>
            <p:spPr>
              <a:xfrm>
                <a:off x="12686289" y="3254214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372" name="TextBox 10">
                <a:extLst>
                  <a:ext uri="{FF2B5EF4-FFF2-40B4-BE49-F238E27FC236}">
                    <a16:creationId xmlns:a16="http://schemas.microsoft.com/office/drawing/2014/main" id="{49B9A82A-0A88-4EDB-96C5-B15382E40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86289" y="3254214"/>
                <a:ext cx="205647" cy="262829"/>
              </a:xfrm>
              <a:prstGeom prst="rect">
                <a:avLst/>
              </a:prstGeom>
              <a:blipFill>
                <a:blip r:embed="rId70"/>
                <a:stretch>
                  <a:fillRect r="-17647"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73" name="Straight Arrow Connector 17">
            <a:extLst>
              <a:ext uri="{FF2B5EF4-FFF2-40B4-BE49-F238E27FC236}">
                <a16:creationId xmlns:a16="http://schemas.microsoft.com/office/drawing/2014/main" id="{41F8EC45-75DF-46B1-89B9-6254E81AFB0C}"/>
              </a:ext>
            </a:extLst>
          </p:cNvPr>
          <p:cNvCxnSpPr>
            <a:cxnSpLocks/>
          </p:cNvCxnSpPr>
          <p:nvPr/>
        </p:nvCxnSpPr>
        <p:spPr>
          <a:xfrm flipV="1">
            <a:off x="12706847" y="3212477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74" name="Oval 22">
            <a:extLst>
              <a:ext uri="{FF2B5EF4-FFF2-40B4-BE49-F238E27FC236}">
                <a16:creationId xmlns:a16="http://schemas.microsoft.com/office/drawing/2014/main" id="{0FEE4E25-E489-4AB9-A412-864D70171FF1}"/>
              </a:ext>
            </a:extLst>
          </p:cNvPr>
          <p:cNvSpPr/>
          <p:nvPr/>
        </p:nvSpPr>
        <p:spPr>
          <a:xfrm>
            <a:off x="12893986" y="3656788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375" name="Oval 22">
            <a:extLst>
              <a:ext uri="{FF2B5EF4-FFF2-40B4-BE49-F238E27FC236}">
                <a16:creationId xmlns:a16="http://schemas.microsoft.com/office/drawing/2014/main" id="{DD8AD07A-100E-4167-97BA-59167025A6AA}"/>
              </a:ext>
            </a:extLst>
          </p:cNvPr>
          <p:cNvSpPr/>
          <p:nvPr/>
        </p:nvSpPr>
        <p:spPr>
          <a:xfrm>
            <a:off x="12419201" y="3282236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76" name="文字方塊 1375">
                <a:extLst>
                  <a:ext uri="{FF2B5EF4-FFF2-40B4-BE49-F238E27FC236}">
                    <a16:creationId xmlns:a16="http://schemas.microsoft.com/office/drawing/2014/main" id="{F8D6F4A0-02D8-4446-BB83-BBCF9F41FC66}"/>
                  </a:ext>
                </a:extLst>
              </p:cNvPr>
              <p:cNvSpPr txBox="1"/>
              <p:nvPr/>
            </p:nvSpPr>
            <p:spPr>
              <a:xfrm>
                <a:off x="11133038" y="3576072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376" name="文字方塊 1375">
                <a:extLst>
                  <a:ext uri="{FF2B5EF4-FFF2-40B4-BE49-F238E27FC236}">
                    <a16:creationId xmlns:a16="http://schemas.microsoft.com/office/drawing/2014/main" id="{F8D6F4A0-02D8-4446-BB83-BBCF9F41F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3038" y="3576072"/>
                <a:ext cx="974158" cy="262829"/>
              </a:xfrm>
              <a:prstGeom prst="rect">
                <a:avLst/>
              </a:prstGeom>
              <a:blipFill>
                <a:blip r:embed="rId71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77" name="直線接點 1376">
            <a:extLst>
              <a:ext uri="{FF2B5EF4-FFF2-40B4-BE49-F238E27FC236}">
                <a16:creationId xmlns:a16="http://schemas.microsoft.com/office/drawing/2014/main" id="{8181E59C-0D82-4B71-8EE2-5199478CA036}"/>
              </a:ext>
            </a:extLst>
          </p:cNvPr>
          <p:cNvCxnSpPr>
            <a:cxnSpLocks/>
          </p:cNvCxnSpPr>
          <p:nvPr/>
        </p:nvCxnSpPr>
        <p:spPr>
          <a:xfrm>
            <a:off x="13006041" y="3789705"/>
            <a:ext cx="406400" cy="56832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78" name="文字方塊 1377">
                <a:extLst>
                  <a:ext uri="{FF2B5EF4-FFF2-40B4-BE49-F238E27FC236}">
                    <a16:creationId xmlns:a16="http://schemas.microsoft.com/office/drawing/2014/main" id="{094F22F3-9444-4358-88D1-11D01AE0F1BC}"/>
                  </a:ext>
                </a:extLst>
              </p:cNvPr>
              <p:cNvSpPr txBox="1"/>
              <p:nvPr/>
            </p:nvSpPr>
            <p:spPr>
              <a:xfrm>
                <a:off x="13245723" y="3584962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378" name="文字方塊 1377">
                <a:extLst>
                  <a:ext uri="{FF2B5EF4-FFF2-40B4-BE49-F238E27FC236}">
                    <a16:creationId xmlns:a16="http://schemas.microsoft.com/office/drawing/2014/main" id="{094F22F3-9444-4358-88D1-11D01AE0F1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45723" y="3584962"/>
                <a:ext cx="1100937" cy="262829"/>
              </a:xfrm>
              <a:prstGeom prst="rect">
                <a:avLst/>
              </a:prstGeom>
              <a:blipFill>
                <a:blip r:embed="rId72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9" name="文字方塊 1378">
                <a:extLst>
                  <a:ext uri="{FF2B5EF4-FFF2-40B4-BE49-F238E27FC236}">
                    <a16:creationId xmlns:a16="http://schemas.microsoft.com/office/drawing/2014/main" id="{E432334B-48B2-40D1-A84C-BC3556D5FD6C}"/>
                  </a:ext>
                </a:extLst>
              </p:cNvPr>
              <p:cNvSpPr txBox="1"/>
              <p:nvPr/>
            </p:nvSpPr>
            <p:spPr>
              <a:xfrm>
                <a:off x="13245723" y="5502065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379" name="文字方塊 1378">
                <a:extLst>
                  <a:ext uri="{FF2B5EF4-FFF2-40B4-BE49-F238E27FC236}">
                    <a16:creationId xmlns:a16="http://schemas.microsoft.com/office/drawing/2014/main" id="{E432334B-48B2-40D1-A84C-BC3556D5F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45723" y="5502065"/>
                <a:ext cx="1100937" cy="262829"/>
              </a:xfrm>
              <a:prstGeom prst="rect">
                <a:avLst/>
              </a:prstGeom>
              <a:blipFill>
                <a:blip r:embed="rId73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80" name="直線接點 1379">
            <a:extLst>
              <a:ext uri="{FF2B5EF4-FFF2-40B4-BE49-F238E27FC236}">
                <a16:creationId xmlns:a16="http://schemas.microsoft.com/office/drawing/2014/main" id="{B820BCE2-C69F-424C-9431-36F7350C9E13}"/>
              </a:ext>
            </a:extLst>
          </p:cNvPr>
          <p:cNvCxnSpPr>
            <a:cxnSpLocks/>
          </p:cNvCxnSpPr>
          <p:nvPr/>
        </p:nvCxnSpPr>
        <p:spPr>
          <a:xfrm>
            <a:off x="11844426" y="2448180"/>
            <a:ext cx="607387" cy="86782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381" name="圖片 1380">
            <a:extLst>
              <a:ext uri="{FF2B5EF4-FFF2-40B4-BE49-F238E27FC236}">
                <a16:creationId xmlns:a16="http://schemas.microsoft.com/office/drawing/2014/main" id="{0F1C914E-48DD-4847-A7E2-90F2D5D319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68043"/>
          <a:stretch/>
        </p:blipFill>
        <p:spPr>
          <a:xfrm>
            <a:off x="13260935" y="718056"/>
            <a:ext cx="1234633" cy="240163"/>
          </a:xfrm>
          <a:prstGeom prst="rect">
            <a:avLst/>
          </a:prstGeom>
        </p:spPr>
      </p:pic>
      <p:pic>
        <p:nvPicPr>
          <p:cNvPr id="1382" name="圖片 1381">
            <a:extLst>
              <a:ext uri="{FF2B5EF4-FFF2-40B4-BE49-F238E27FC236}">
                <a16:creationId xmlns:a16="http://schemas.microsoft.com/office/drawing/2014/main" id="{FC62C5B7-E859-4EAB-9CF1-5D02CB6D9E7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0450"/>
          <a:stretch/>
        </p:blipFill>
        <p:spPr>
          <a:xfrm>
            <a:off x="13260935" y="1552552"/>
            <a:ext cx="1234633" cy="297228"/>
          </a:xfrm>
          <a:prstGeom prst="rect">
            <a:avLst/>
          </a:prstGeom>
        </p:spPr>
      </p:pic>
      <p:pic>
        <p:nvPicPr>
          <p:cNvPr id="1383" name="圖片 1382">
            <a:extLst>
              <a:ext uri="{FF2B5EF4-FFF2-40B4-BE49-F238E27FC236}">
                <a16:creationId xmlns:a16="http://schemas.microsoft.com/office/drawing/2014/main" id="{BB340BAD-407F-44EF-90F2-CFC947448167}"/>
              </a:ext>
            </a:extLst>
          </p:cNvPr>
          <p:cNvPicPr>
            <a:picLocks noChangeAspect="1"/>
          </p:cNvPicPr>
          <p:nvPr/>
        </p:nvPicPr>
        <p:blipFill rotWithShape="1">
          <a:blip r:embed="rId74"/>
          <a:srcRect l="9650" t="22680" r="8947" b="18411"/>
          <a:stretch/>
        </p:blipFill>
        <p:spPr>
          <a:xfrm>
            <a:off x="13370031" y="1622761"/>
            <a:ext cx="504374" cy="100293"/>
          </a:xfrm>
          <a:prstGeom prst="rect">
            <a:avLst/>
          </a:prstGeom>
        </p:spPr>
      </p:pic>
      <p:pic>
        <p:nvPicPr>
          <p:cNvPr id="1384" name="圖片 1383">
            <a:extLst>
              <a:ext uri="{FF2B5EF4-FFF2-40B4-BE49-F238E27FC236}">
                <a16:creationId xmlns:a16="http://schemas.microsoft.com/office/drawing/2014/main" id="{422BB6E5-5AB8-4543-A4A1-A948432CEBDA}"/>
              </a:ext>
            </a:extLst>
          </p:cNvPr>
          <p:cNvPicPr>
            <a:picLocks noChangeAspect="1"/>
          </p:cNvPicPr>
          <p:nvPr/>
        </p:nvPicPr>
        <p:blipFill rotWithShape="1">
          <a:blip r:embed="rId74"/>
          <a:srcRect l="9650" t="22680" r="8947" b="18411"/>
          <a:stretch/>
        </p:blipFill>
        <p:spPr>
          <a:xfrm>
            <a:off x="13370031" y="732173"/>
            <a:ext cx="504374" cy="100293"/>
          </a:xfrm>
          <a:prstGeom prst="rect">
            <a:avLst/>
          </a:prstGeom>
        </p:spPr>
      </p:pic>
      <p:cxnSp>
        <p:nvCxnSpPr>
          <p:cNvPr id="1385" name="直線接點 1384">
            <a:extLst>
              <a:ext uri="{FF2B5EF4-FFF2-40B4-BE49-F238E27FC236}">
                <a16:creationId xmlns:a16="http://schemas.microsoft.com/office/drawing/2014/main" id="{8AF6DD71-9324-415A-BE57-FF2150FCD2FC}"/>
              </a:ext>
            </a:extLst>
          </p:cNvPr>
          <p:cNvCxnSpPr>
            <a:cxnSpLocks/>
          </p:cNvCxnSpPr>
          <p:nvPr/>
        </p:nvCxnSpPr>
        <p:spPr>
          <a:xfrm flipH="1">
            <a:off x="12034491" y="3559936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86" name="直線接點 1385">
            <a:extLst>
              <a:ext uri="{FF2B5EF4-FFF2-40B4-BE49-F238E27FC236}">
                <a16:creationId xmlns:a16="http://schemas.microsoft.com/office/drawing/2014/main" id="{1261BB49-BA4C-4827-A6EA-1F6EA7FE678F}"/>
              </a:ext>
            </a:extLst>
          </p:cNvPr>
          <p:cNvCxnSpPr>
            <a:cxnSpLocks/>
          </p:cNvCxnSpPr>
          <p:nvPr/>
        </p:nvCxnSpPr>
        <p:spPr>
          <a:xfrm flipV="1">
            <a:off x="13256866" y="3199156"/>
            <a:ext cx="123825" cy="263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387" name="圖片 1386">
            <a:extLst>
              <a:ext uri="{FF2B5EF4-FFF2-40B4-BE49-F238E27FC236}">
                <a16:creationId xmlns:a16="http://schemas.microsoft.com/office/drawing/2014/main" id="{CDB4FD7B-757D-4446-A9D2-4D891A05176E}"/>
              </a:ext>
            </a:extLst>
          </p:cNvPr>
          <p:cNvPicPr>
            <a:picLocks noChangeAspect="1"/>
          </p:cNvPicPr>
          <p:nvPr/>
        </p:nvPicPr>
        <p:blipFill rotWithShape="1">
          <a:blip r:embed="rId7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0073"/>
          <a:stretch/>
        </p:blipFill>
        <p:spPr>
          <a:xfrm>
            <a:off x="13363539" y="3801774"/>
            <a:ext cx="847794" cy="1691004"/>
          </a:xfrm>
          <a:prstGeom prst="rect">
            <a:avLst/>
          </a:prstGeom>
        </p:spPr>
      </p:pic>
      <p:pic>
        <p:nvPicPr>
          <p:cNvPr id="1388" name="圖片 1387">
            <a:extLst>
              <a:ext uri="{FF2B5EF4-FFF2-40B4-BE49-F238E27FC236}">
                <a16:creationId xmlns:a16="http://schemas.microsoft.com/office/drawing/2014/main" id="{B8AD46BE-343F-43DE-89DA-6060E306568E}"/>
              </a:ext>
            </a:extLst>
          </p:cNvPr>
          <p:cNvPicPr>
            <a:picLocks noChangeAspect="1"/>
          </p:cNvPicPr>
          <p:nvPr/>
        </p:nvPicPr>
        <p:blipFill rotWithShape="1">
          <a:blip r:embed="rId7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748"/>
          <a:stretch/>
        </p:blipFill>
        <p:spPr>
          <a:xfrm>
            <a:off x="11168425" y="1920114"/>
            <a:ext cx="853313" cy="169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687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矩形: 圓角 264">
            <a:extLst>
              <a:ext uri="{FF2B5EF4-FFF2-40B4-BE49-F238E27FC236}">
                <a16:creationId xmlns:a16="http://schemas.microsoft.com/office/drawing/2014/main" id="{62D8B222-7201-4367-854A-DB205B1EF4EE}"/>
              </a:ext>
            </a:extLst>
          </p:cNvPr>
          <p:cNvSpPr/>
          <p:nvPr/>
        </p:nvSpPr>
        <p:spPr>
          <a:xfrm>
            <a:off x="9183450" y="568489"/>
            <a:ext cx="3638551" cy="6072863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3" dirty="0"/>
          </a:p>
        </p:txBody>
      </p:sp>
      <p:pic>
        <p:nvPicPr>
          <p:cNvPr id="335" name="圖片 334">
            <a:extLst>
              <a:ext uri="{FF2B5EF4-FFF2-40B4-BE49-F238E27FC236}">
                <a16:creationId xmlns:a16="http://schemas.microsoft.com/office/drawing/2014/main" id="{1269A989-E142-4B8F-AE4E-3E2C970F368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84182"/>
          <a:stretch/>
        </p:blipFill>
        <p:spPr>
          <a:xfrm>
            <a:off x="10298519" y="652624"/>
            <a:ext cx="853200" cy="1748986"/>
          </a:xfrm>
          <a:prstGeom prst="rect">
            <a:avLst/>
          </a:prstGeom>
        </p:spPr>
      </p:pic>
      <p:pic>
        <p:nvPicPr>
          <p:cNvPr id="336" name="圖片 335">
            <a:extLst>
              <a:ext uri="{FF2B5EF4-FFF2-40B4-BE49-F238E27FC236}">
                <a16:creationId xmlns:a16="http://schemas.microsoft.com/office/drawing/2014/main" id="{216CA984-71CD-4C57-A313-55969167A91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766" r="67121"/>
          <a:stretch/>
        </p:blipFill>
        <p:spPr>
          <a:xfrm>
            <a:off x="10430514" y="4562644"/>
            <a:ext cx="853200" cy="1717030"/>
          </a:xfrm>
          <a:prstGeom prst="rect">
            <a:avLst/>
          </a:prstGeom>
        </p:spPr>
      </p:pic>
      <p:pic>
        <p:nvPicPr>
          <p:cNvPr id="337" name="圖片 336">
            <a:extLst>
              <a:ext uri="{FF2B5EF4-FFF2-40B4-BE49-F238E27FC236}">
                <a16:creationId xmlns:a16="http://schemas.microsoft.com/office/drawing/2014/main" id="{BABA65C5-A5CD-4762-8E9F-ED79686311F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3589" r="50535"/>
          <a:stretch/>
        </p:blipFill>
        <p:spPr>
          <a:xfrm>
            <a:off x="9333241" y="3895760"/>
            <a:ext cx="853200" cy="1742657"/>
          </a:xfrm>
          <a:prstGeom prst="rect">
            <a:avLst/>
          </a:prstGeom>
        </p:spPr>
      </p:pic>
      <p:pic>
        <p:nvPicPr>
          <p:cNvPr id="338" name="圖片 337">
            <a:extLst>
              <a:ext uri="{FF2B5EF4-FFF2-40B4-BE49-F238E27FC236}">
                <a16:creationId xmlns:a16="http://schemas.microsoft.com/office/drawing/2014/main" id="{23BE8985-F04B-446C-BC82-F420F40122F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0650" r="33592"/>
          <a:stretch/>
        </p:blipFill>
        <p:spPr>
          <a:xfrm>
            <a:off x="11502801" y="3829190"/>
            <a:ext cx="853200" cy="1755760"/>
          </a:xfrm>
          <a:prstGeom prst="rect">
            <a:avLst/>
          </a:prstGeom>
        </p:spPr>
      </p:pic>
      <p:pic>
        <p:nvPicPr>
          <p:cNvPr id="339" name="圖片 338">
            <a:extLst>
              <a:ext uri="{FF2B5EF4-FFF2-40B4-BE49-F238E27FC236}">
                <a16:creationId xmlns:a16="http://schemas.microsoft.com/office/drawing/2014/main" id="{19C18B5A-76C5-4504-BC20-65BF3ACEF7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7355" r="16651"/>
          <a:stretch/>
        </p:blipFill>
        <p:spPr>
          <a:xfrm>
            <a:off x="11496010" y="1921570"/>
            <a:ext cx="853200" cy="1729749"/>
          </a:xfrm>
          <a:prstGeom prst="rect">
            <a:avLst/>
          </a:prstGeom>
        </p:spPr>
      </p:pic>
      <p:pic>
        <p:nvPicPr>
          <p:cNvPr id="340" name="圖片 339">
            <a:extLst>
              <a:ext uri="{FF2B5EF4-FFF2-40B4-BE49-F238E27FC236}">
                <a16:creationId xmlns:a16="http://schemas.microsoft.com/office/drawing/2014/main" id="{AA934053-5B40-4BB9-ABBA-02B1DFCB52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84179"/>
          <a:stretch/>
        </p:blipFill>
        <p:spPr>
          <a:xfrm>
            <a:off x="9343997" y="1893602"/>
            <a:ext cx="853200" cy="1748655"/>
          </a:xfrm>
          <a:prstGeom prst="rect">
            <a:avLst/>
          </a:prstGeom>
        </p:spPr>
      </p:pic>
      <p:sp>
        <p:nvSpPr>
          <p:cNvPr id="1126" name="矩形: 圓角 1125">
            <a:extLst>
              <a:ext uri="{FF2B5EF4-FFF2-40B4-BE49-F238E27FC236}">
                <a16:creationId xmlns:a16="http://schemas.microsoft.com/office/drawing/2014/main" id="{3F81C03E-8459-4374-9089-3CE9F6EBC87F}"/>
              </a:ext>
            </a:extLst>
          </p:cNvPr>
          <p:cNvSpPr/>
          <p:nvPr/>
        </p:nvSpPr>
        <p:spPr>
          <a:xfrm>
            <a:off x="1881548" y="560922"/>
            <a:ext cx="3638551" cy="6072863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3" dirty="0"/>
          </a:p>
        </p:txBody>
      </p:sp>
      <p:grpSp>
        <p:nvGrpSpPr>
          <p:cNvPr id="1127" name="群組 1126">
            <a:extLst>
              <a:ext uri="{FF2B5EF4-FFF2-40B4-BE49-F238E27FC236}">
                <a16:creationId xmlns:a16="http://schemas.microsoft.com/office/drawing/2014/main" id="{76B87B99-4ECC-4AF8-8E70-6EC8652EAA3C}"/>
              </a:ext>
            </a:extLst>
          </p:cNvPr>
          <p:cNvGrpSpPr/>
          <p:nvPr/>
        </p:nvGrpSpPr>
        <p:grpSpPr>
          <a:xfrm>
            <a:off x="4092243" y="746800"/>
            <a:ext cx="1234633" cy="1131724"/>
            <a:chOff x="4207769" y="2691196"/>
            <a:chExt cx="1323709" cy="1213375"/>
          </a:xfrm>
        </p:grpSpPr>
        <p:pic>
          <p:nvPicPr>
            <p:cNvPr id="1128" name="圖片 1127">
              <a:extLst>
                <a:ext uri="{FF2B5EF4-FFF2-40B4-BE49-F238E27FC236}">
                  <a16:creationId xmlns:a16="http://schemas.microsoft.com/office/drawing/2014/main" id="{F54D57A3-4F1E-45B7-B2B6-DB703C20DF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68043"/>
            <a:stretch/>
          </p:blipFill>
          <p:spPr>
            <a:xfrm>
              <a:off x="4207769" y="2691196"/>
              <a:ext cx="1323709" cy="257490"/>
            </a:xfrm>
            <a:prstGeom prst="rect">
              <a:avLst/>
            </a:prstGeom>
          </p:spPr>
        </p:pic>
        <p:pic>
          <p:nvPicPr>
            <p:cNvPr id="1129" name="圖片 1128">
              <a:extLst>
                <a:ext uri="{FF2B5EF4-FFF2-40B4-BE49-F238E27FC236}">
                  <a16:creationId xmlns:a16="http://schemas.microsoft.com/office/drawing/2014/main" id="{258488CE-3D67-4495-9D99-8A029BDC9A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60450"/>
            <a:stretch/>
          </p:blipFill>
          <p:spPr>
            <a:xfrm>
              <a:off x="4207769" y="3585899"/>
              <a:ext cx="1323709" cy="318672"/>
            </a:xfrm>
            <a:prstGeom prst="rect">
              <a:avLst/>
            </a:prstGeom>
          </p:spPr>
        </p:pic>
      </p:grpSp>
      <p:pic>
        <p:nvPicPr>
          <p:cNvPr id="1130" name="圖片 1129">
            <a:extLst>
              <a:ext uri="{FF2B5EF4-FFF2-40B4-BE49-F238E27FC236}">
                <a16:creationId xmlns:a16="http://schemas.microsoft.com/office/drawing/2014/main" id="{4162AC29-1DDC-4ABF-9B12-FC672879999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0" t="9901" r="79196" b="70805"/>
          <a:stretch/>
        </p:blipFill>
        <p:spPr>
          <a:xfrm>
            <a:off x="2984317" y="726038"/>
            <a:ext cx="818361" cy="820842"/>
          </a:xfrm>
          <a:prstGeom prst="rect">
            <a:avLst/>
          </a:prstGeom>
        </p:spPr>
      </p:pic>
      <p:pic>
        <p:nvPicPr>
          <p:cNvPr id="1131" name="圖片 1130">
            <a:extLst>
              <a:ext uri="{FF2B5EF4-FFF2-40B4-BE49-F238E27FC236}">
                <a16:creationId xmlns:a16="http://schemas.microsoft.com/office/drawing/2014/main" id="{0E365498-3DDF-4643-A502-51D69026133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67" t="9936" r="65451" b="70772"/>
          <a:stretch/>
        </p:blipFill>
        <p:spPr>
          <a:xfrm>
            <a:off x="3125328" y="4559473"/>
            <a:ext cx="822081" cy="820842"/>
          </a:xfrm>
          <a:prstGeom prst="rect">
            <a:avLst/>
          </a:prstGeom>
        </p:spPr>
      </p:pic>
      <p:pic>
        <p:nvPicPr>
          <p:cNvPr id="1132" name="圖片 1131">
            <a:extLst>
              <a:ext uri="{FF2B5EF4-FFF2-40B4-BE49-F238E27FC236}">
                <a16:creationId xmlns:a16="http://schemas.microsoft.com/office/drawing/2014/main" id="{D3CDAFBD-A870-404F-BFC7-F124D5310A7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73" t="30231" r="79166" b="50417"/>
          <a:stretch/>
        </p:blipFill>
        <p:spPr>
          <a:xfrm>
            <a:off x="2986725" y="1610287"/>
            <a:ext cx="820839" cy="823321"/>
          </a:xfrm>
          <a:prstGeom prst="rect">
            <a:avLst/>
          </a:prstGeom>
        </p:spPr>
      </p:pic>
      <p:pic>
        <p:nvPicPr>
          <p:cNvPr id="1133" name="圖片 1132">
            <a:extLst>
              <a:ext uri="{FF2B5EF4-FFF2-40B4-BE49-F238E27FC236}">
                <a16:creationId xmlns:a16="http://schemas.microsoft.com/office/drawing/2014/main" id="{979ED628-F67C-4651-B609-B5A01105EBA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92" t="30180" r="65466" b="50469"/>
          <a:stretch/>
        </p:blipFill>
        <p:spPr>
          <a:xfrm>
            <a:off x="3126703" y="5443725"/>
            <a:ext cx="819602" cy="823321"/>
          </a:xfrm>
          <a:prstGeom prst="rect">
            <a:avLst/>
          </a:prstGeom>
        </p:spPr>
      </p:pic>
      <p:sp>
        <p:nvSpPr>
          <p:cNvPr id="1134" name="文字方塊 1133">
            <a:extLst>
              <a:ext uri="{FF2B5EF4-FFF2-40B4-BE49-F238E27FC236}">
                <a16:creationId xmlns:a16="http://schemas.microsoft.com/office/drawing/2014/main" id="{FA393A80-53CF-49E9-A194-38DFF8B3FB64}"/>
              </a:ext>
            </a:extLst>
          </p:cNvPr>
          <p:cNvSpPr txBox="1"/>
          <p:nvPr/>
        </p:nvSpPr>
        <p:spPr>
          <a:xfrm>
            <a:off x="4136724" y="18210"/>
            <a:ext cx="65479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Valley-mixed excitons transition rate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5" name="文字方塊 1134">
                <a:extLst>
                  <a:ext uri="{FF2B5EF4-FFF2-40B4-BE49-F238E27FC236}">
                    <a16:creationId xmlns:a16="http://schemas.microsoft.com/office/drawing/2014/main" id="{D65BA114-C039-4D76-8EC3-5D18AC1EC637}"/>
                  </a:ext>
                </a:extLst>
              </p:cNvPr>
              <p:cNvSpPr txBox="1"/>
              <p:nvPr/>
            </p:nvSpPr>
            <p:spPr>
              <a:xfrm>
                <a:off x="3349211" y="2159390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 xmlns="">
          <p:sp>
            <p:nvSpPr>
              <p:cNvPr id="1135" name="文字方塊 1134">
                <a:extLst>
                  <a:ext uri="{FF2B5EF4-FFF2-40B4-BE49-F238E27FC236}">
                    <a16:creationId xmlns:a16="http://schemas.microsoft.com/office/drawing/2014/main" id="{D65BA114-C039-4D76-8EC3-5D18AC1EC6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211" y="2159390"/>
                <a:ext cx="268993" cy="272254"/>
              </a:xfrm>
              <a:prstGeom prst="rect">
                <a:avLst/>
              </a:prstGeom>
              <a:blipFill>
                <a:blip r:embed="rId5"/>
                <a:stretch>
                  <a:fillRect r="-68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6" name="文字方塊 1135">
                <a:extLst>
                  <a:ext uri="{FF2B5EF4-FFF2-40B4-BE49-F238E27FC236}">
                    <a16:creationId xmlns:a16="http://schemas.microsoft.com/office/drawing/2014/main" id="{94AF20D6-7AF3-43B7-8E3E-E334A0CB3D93}"/>
                  </a:ext>
                </a:extLst>
              </p:cNvPr>
              <p:cNvSpPr txBox="1"/>
              <p:nvPr/>
            </p:nvSpPr>
            <p:spPr>
              <a:xfrm>
                <a:off x="3359876" y="1277425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 xmlns="">
          <p:sp>
            <p:nvSpPr>
              <p:cNvPr id="1136" name="文字方塊 1135">
                <a:extLst>
                  <a:ext uri="{FF2B5EF4-FFF2-40B4-BE49-F238E27FC236}">
                    <a16:creationId xmlns:a16="http://schemas.microsoft.com/office/drawing/2014/main" id="{94AF20D6-7AF3-43B7-8E3E-E334A0CB3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9876" y="1277425"/>
                <a:ext cx="268993" cy="272254"/>
              </a:xfrm>
              <a:prstGeom prst="rect">
                <a:avLst/>
              </a:prstGeom>
              <a:blipFill>
                <a:blip r:embed="rId6"/>
                <a:stretch>
                  <a:fillRect r="-72727" b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37" name="群組 1136">
            <a:extLst>
              <a:ext uri="{FF2B5EF4-FFF2-40B4-BE49-F238E27FC236}">
                <a16:creationId xmlns:a16="http://schemas.microsoft.com/office/drawing/2014/main" id="{B1FA43C7-EF16-45FA-AB54-A492D8DFD912}"/>
              </a:ext>
            </a:extLst>
          </p:cNvPr>
          <p:cNvGrpSpPr/>
          <p:nvPr/>
        </p:nvGrpSpPr>
        <p:grpSpPr>
          <a:xfrm>
            <a:off x="3391272" y="1085502"/>
            <a:ext cx="50518" cy="48461"/>
            <a:chOff x="1373392" y="2391862"/>
            <a:chExt cx="479433" cy="476535"/>
          </a:xfrm>
        </p:grpSpPr>
        <p:sp>
          <p:nvSpPr>
            <p:cNvPr id="1138" name="箭號: 向右 1137">
              <a:extLst>
                <a:ext uri="{FF2B5EF4-FFF2-40B4-BE49-F238E27FC236}">
                  <a16:creationId xmlns:a16="http://schemas.microsoft.com/office/drawing/2014/main" id="{4689C5B5-0310-4B61-9B95-049CCD04E097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1139" name="箭號: 向右 1138">
              <a:extLst>
                <a:ext uri="{FF2B5EF4-FFF2-40B4-BE49-F238E27FC236}">
                  <a16:creationId xmlns:a16="http://schemas.microsoft.com/office/drawing/2014/main" id="{6D02E4E3-350F-4F39-B4A4-41603B1DA114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40" name="文字方塊 1139">
                <a:extLst>
                  <a:ext uri="{FF2B5EF4-FFF2-40B4-BE49-F238E27FC236}">
                    <a16:creationId xmlns:a16="http://schemas.microsoft.com/office/drawing/2014/main" id="{62DE7100-314B-49FB-8134-2FC4BB9EF0E9}"/>
                  </a:ext>
                </a:extLst>
              </p:cNvPr>
              <p:cNvSpPr txBox="1"/>
              <p:nvPr/>
            </p:nvSpPr>
            <p:spPr>
              <a:xfrm>
                <a:off x="3267047" y="841987"/>
                <a:ext cx="198362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40" name="文字方塊 1139">
                <a:extLst>
                  <a:ext uri="{FF2B5EF4-FFF2-40B4-BE49-F238E27FC236}">
                    <a16:creationId xmlns:a16="http://schemas.microsoft.com/office/drawing/2014/main" id="{62DE7100-314B-49FB-8134-2FC4BB9EF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047" y="841987"/>
                <a:ext cx="198362" cy="276614"/>
              </a:xfrm>
              <a:prstGeom prst="rect">
                <a:avLst/>
              </a:prstGeom>
              <a:blipFill>
                <a:blip r:embed="rId7"/>
                <a:stretch>
                  <a:fillRect r="-468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1" name="文字方塊 1140">
                <a:extLst>
                  <a:ext uri="{FF2B5EF4-FFF2-40B4-BE49-F238E27FC236}">
                    <a16:creationId xmlns:a16="http://schemas.microsoft.com/office/drawing/2014/main" id="{05A5297E-5E3E-421E-9D34-B38BAE991850}"/>
                  </a:ext>
                </a:extLst>
              </p:cNvPr>
              <p:cNvSpPr txBox="1"/>
              <p:nvPr/>
            </p:nvSpPr>
            <p:spPr>
              <a:xfrm>
                <a:off x="3356594" y="1037821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41" name="文字方塊 1140">
                <a:extLst>
                  <a:ext uri="{FF2B5EF4-FFF2-40B4-BE49-F238E27FC236}">
                    <a16:creationId xmlns:a16="http://schemas.microsoft.com/office/drawing/2014/main" id="{05A5297E-5E3E-421E-9D34-B38BAE991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6594" y="1037821"/>
                <a:ext cx="149279" cy="262829"/>
              </a:xfrm>
              <a:prstGeom prst="rect">
                <a:avLst/>
              </a:prstGeom>
              <a:blipFill>
                <a:blip r:embed="rId8"/>
                <a:stretch>
                  <a:fillRect r="-70833" b="-23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42" name="群組 1141">
            <a:extLst>
              <a:ext uri="{FF2B5EF4-FFF2-40B4-BE49-F238E27FC236}">
                <a16:creationId xmlns:a16="http://schemas.microsoft.com/office/drawing/2014/main" id="{F340941E-A7F5-47BA-B628-3BE12AEF678A}"/>
              </a:ext>
            </a:extLst>
          </p:cNvPr>
          <p:cNvGrpSpPr/>
          <p:nvPr/>
        </p:nvGrpSpPr>
        <p:grpSpPr>
          <a:xfrm>
            <a:off x="3395964" y="1971181"/>
            <a:ext cx="50518" cy="48461"/>
            <a:chOff x="1373392" y="2391862"/>
            <a:chExt cx="479433" cy="476535"/>
          </a:xfrm>
        </p:grpSpPr>
        <p:sp>
          <p:nvSpPr>
            <p:cNvPr id="1143" name="箭號: 向右 1142">
              <a:extLst>
                <a:ext uri="{FF2B5EF4-FFF2-40B4-BE49-F238E27FC236}">
                  <a16:creationId xmlns:a16="http://schemas.microsoft.com/office/drawing/2014/main" id="{1677A3D4-6466-4E11-A6F3-96703CAB4706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1144" name="箭號: 向右 1143">
              <a:extLst>
                <a:ext uri="{FF2B5EF4-FFF2-40B4-BE49-F238E27FC236}">
                  <a16:creationId xmlns:a16="http://schemas.microsoft.com/office/drawing/2014/main" id="{65D26E51-AB59-4010-B80C-AE1F14A3DC1A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45" name="文字方塊 1144">
                <a:extLst>
                  <a:ext uri="{FF2B5EF4-FFF2-40B4-BE49-F238E27FC236}">
                    <a16:creationId xmlns:a16="http://schemas.microsoft.com/office/drawing/2014/main" id="{E13155FC-4055-4C89-A50B-A9C815741A68}"/>
                  </a:ext>
                </a:extLst>
              </p:cNvPr>
              <p:cNvSpPr txBox="1"/>
              <p:nvPr/>
            </p:nvSpPr>
            <p:spPr>
              <a:xfrm>
                <a:off x="3271734" y="1727666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45" name="文字方塊 1144">
                <a:extLst>
                  <a:ext uri="{FF2B5EF4-FFF2-40B4-BE49-F238E27FC236}">
                    <a16:creationId xmlns:a16="http://schemas.microsoft.com/office/drawing/2014/main" id="{E13155FC-4055-4C89-A50B-A9C815741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1734" y="1727666"/>
                <a:ext cx="182571" cy="276614"/>
              </a:xfrm>
              <a:prstGeom prst="rect">
                <a:avLst/>
              </a:prstGeom>
              <a:blipFill>
                <a:blip r:embed="rId9"/>
                <a:stretch>
                  <a:fillRect r="-5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6" name="文字方塊 1145">
                <a:extLst>
                  <a:ext uri="{FF2B5EF4-FFF2-40B4-BE49-F238E27FC236}">
                    <a16:creationId xmlns:a16="http://schemas.microsoft.com/office/drawing/2014/main" id="{016169B7-B99C-406E-8C72-3E35541827F9}"/>
                  </a:ext>
                </a:extLst>
              </p:cNvPr>
              <p:cNvSpPr txBox="1"/>
              <p:nvPr/>
            </p:nvSpPr>
            <p:spPr>
              <a:xfrm>
                <a:off x="3402562" y="1885399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46" name="文字方塊 1145">
                <a:extLst>
                  <a:ext uri="{FF2B5EF4-FFF2-40B4-BE49-F238E27FC236}">
                    <a16:creationId xmlns:a16="http://schemas.microsoft.com/office/drawing/2014/main" id="{016169B7-B99C-406E-8C72-3E3554182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2562" y="1885399"/>
                <a:ext cx="149279" cy="262829"/>
              </a:xfrm>
              <a:prstGeom prst="rect">
                <a:avLst/>
              </a:prstGeom>
              <a:blipFill>
                <a:blip r:embed="rId10"/>
                <a:stretch>
                  <a:fillRect r="-68000" b="-23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47" name="圖片 1146">
            <a:extLst>
              <a:ext uri="{FF2B5EF4-FFF2-40B4-BE49-F238E27FC236}">
                <a16:creationId xmlns:a16="http://schemas.microsoft.com/office/drawing/2014/main" id="{FDE0442E-07B2-4C3F-9A8F-4F80F3DA7715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/>
          <a:stretch/>
        </p:blipFill>
        <p:spPr>
          <a:xfrm>
            <a:off x="3845292" y="1577354"/>
            <a:ext cx="260536" cy="871126"/>
          </a:xfrm>
          <a:prstGeom prst="rect">
            <a:avLst/>
          </a:prstGeom>
        </p:spPr>
      </p:pic>
      <p:pic>
        <p:nvPicPr>
          <p:cNvPr id="1148" name="圖片 1147">
            <a:extLst>
              <a:ext uri="{FF2B5EF4-FFF2-40B4-BE49-F238E27FC236}">
                <a16:creationId xmlns:a16="http://schemas.microsoft.com/office/drawing/2014/main" id="{39DB3BD9-D014-42A2-BF0D-D634E7DDD31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28" t="9942" r="51700" b="70784"/>
          <a:stretch/>
        </p:blipFill>
        <p:spPr>
          <a:xfrm>
            <a:off x="2043897" y="3910322"/>
            <a:ext cx="815055" cy="820015"/>
          </a:xfrm>
          <a:prstGeom prst="rect">
            <a:avLst/>
          </a:prstGeom>
        </p:spPr>
      </p:pic>
      <p:pic>
        <p:nvPicPr>
          <p:cNvPr id="1149" name="圖片 1148">
            <a:extLst>
              <a:ext uri="{FF2B5EF4-FFF2-40B4-BE49-F238E27FC236}">
                <a16:creationId xmlns:a16="http://schemas.microsoft.com/office/drawing/2014/main" id="{6233F648-6A53-4F5E-91CF-1B36B6E65DD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74" t="30226" r="51683" b="50480"/>
          <a:stretch/>
        </p:blipFill>
        <p:spPr>
          <a:xfrm>
            <a:off x="2041624" y="4795533"/>
            <a:ext cx="819600" cy="820839"/>
          </a:xfrm>
          <a:prstGeom prst="rect">
            <a:avLst/>
          </a:prstGeom>
        </p:spPr>
      </p:pic>
      <p:pic>
        <p:nvPicPr>
          <p:cNvPr id="1150" name="圖片 1149">
            <a:extLst>
              <a:ext uri="{FF2B5EF4-FFF2-40B4-BE49-F238E27FC236}">
                <a16:creationId xmlns:a16="http://schemas.microsoft.com/office/drawing/2014/main" id="{957BEE41-4335-4B0E-B2C2-9C0BD50D0CBD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50242"/>
          <a:stretch/>
        </p:blipFill>
        <p:spPr>
          <a:xfrm>
            <a:off x="3843940" y="698801"/>
            <a:ext cx="260536" cy="8640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51" name="文字方塊 1150">
                <a:extLst>
                  <a:ext uri="{FF2B5EF4-FFF2-40B4-BE49-F238E27FC236}">
                    <a16:creationId xmlns:a16="http://schemas.microsoft.com/office/drawing/2014/main" id="{EA3E40E2-D71C-4123-A674-6EFE82719BFD}"/>
                  </a:ext>
                </a:extLst>
              </p:cNvPr>
              <p:cNvSpPr txBox="1"/>
              <p:nvPr/>
            </p:nvSpPr>
            <p:spPr>
              <a:xfrm>
                <a:off x="3789837" y="1366660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51" name="文字方塊 1150">
                <a:extLst>
                  <a:ext uri="{FF2B5EF4-FFF2-40B4-BE49-F238E27FC236}">
                    <a16:creationId xmlns:a16="http://schemas.microsoft.com/office/drawing/2014/main" id="{EA3E40E2-D71C-4123-A674-6EFE82719B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9837" y="1366660"/>
                <a:ext cx="204146" cy="245324"/>
              </a:xfrm>
              <a:prstGeom prst="rect">
                <a:avLst/>
              </a:prstGeom>
              <a:blipFill>
                <a:blip r:embed="rId12"/>
                <a:stretch>
                  <a:fillRect r="-515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2" name="文字方塊 1151">
                <a:extLst>
                  <a:ext uri="{FF2B5EF4-FFF2-40B4-BE49-F238E27FC236}">
                    <a16:creationId xmlns:a16="http://schemas.microsoft.com/office/drawing/2014/main" id="{2646ABF7-A600-4499-9B2C-96E1F03C2F31}"/>
                  </a:ext>
                </a:extLst>
              </p:cNvPr>
              <p:cNvSpPr txBox="1"/>
              <p:nvPr/>
            </p:nvSpPr>
            <p:spPr>
              <a:xfrm>
                <a:off x="3797590" y="2252338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52" name="文字方塊 1151">
                <a:extLst>
                  <a:ext uri="{FF2B5EF4-FFF2-40B4-BE49-F238E27FC236}">
                    <a16:creationId xmlns:a16="http://schemas.microsoft.com/office/drawing/2014/main" id="{2646ABF7-A600-4499-9B2C-96E1F03C2F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7590" y="2252338"/>
                <a:ext cx="204146" cy="245324"/>
              </a:xfrm>
              <a:prstGeom prst="rect">
                <a:avLst/>
              </a:prstGeom>
              <a:blipFill>
                <a:blip r:embed="rId13"/>
                <a:stretch>
                  <a:fillRect r="-515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3" name="文字方塊 1152">
                <a:extLst>
                  <a:ext uri="{FF2B5EF4-FFF2-40B4-BE49-F238E27FC236}">
                    <a16:creationId xmlns:a16="http://schemas.microsoft.com/office/drawing/2014/main" id="{12E3D157-FB93-48AA-B938-B25371D10ED5}"/>
                  </a:ext>
                </a:extLst>
              </p:cNvPr>
              <p:cNvSpPr txBox="1"/>
              <p:nvPr/>
            </p:nvSpPr>
            <p:spPr>
              <a:xfrm>
                <a:off x="2918770" y="2409347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153" name="文字方塊 1152">
                <a:extLst>
                  <a:ext uri="{FF2B5EF4-FFF2-40B4-BE49-F238E27FC236}">
                    <a16:creationId xmlns:a16="http://schemas.microsoft.com/office/drawing/2014/main" id="{12E3D157-FB93-48AA-B938-B25371D10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8770" y="2409347"/>
                <a:ext cx="1082966" cy="262829"/>
              </a:xfrm>
              <a:prstGeom prst="rect">
                <a:avLst/>
              </a:prstGeom>
              <a:blipFill>
                <a:blip r:embed="rId14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4" name="文字方塊 1153">
                <a:extLst>
                  <a:ext uri="{FF2B5EF4-FFF2-40B4-BE49-F238E27FC236}">
                    <a16:creationId xmlns:a16="http://schemas.microsoft.com/office/drawing/2014/main" id="{CB7DD351-D0C1-4FC1-99FB-4B7A30BEFF3B}"/>
                  </a:ext>
                </a:extLst>
              </p:cNvPr>
              <p:cNvSpPr txBox="1"/>
              <p:nvPr/>
            </p:nvSpPr>
            <p:spPr>
              <a:xfrm>
                <a:off x="1900956" y="5612050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154" name="文字方塊 1153">
                <a:extLst>
                  <a:ext uri="{FF2B5EF4-FFF2-40B4-BE49-F238E27FC236}">
                    <a16:creationId xmlns:a16="http://schemas.microsoft.com/office/drawing/2014/main" id="{CB7DD351-D0C1-4FC1-99FB-4B7A30BEFF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0956" y="5612050"/>
                <a:ext cx="1100937" cy="262829"/>
              </a:xfrm>
              <a:prstGeom prst="rect">
                <a:avLst/>
              </a:prstGeom>
              <a:blipFill>
                <a:blip r:embed="rId15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5" name="文字方塊 1154">
                <a:extLst>
                  <a:ext uri="{FF2B5EF4-FFF2-40B4-BE49-F238E27FC236}">
                    <a16:creationId xmlns:a16="http://schemas.microsoft.com/office/drawing/2014/main" id="{8723016F-17DE-4FA3-A720-6595D3897F23}"/>
                  </a:ext>
                </a:extLst>
              </p:cNvPr>
              <p:cNvSpPr txBox="1"/>
              <p:nvPr/>
            </p:nvSpPr>
            <p:spPr>
              <a:xfrm>
                <a:off x="3034985" y="6273758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155" name="文字方塊 1154">
                <a:extLst>
                  <a:ext uri="{FF2B5EF4-FFF2-40B4-BE49-F238E27FC236}">
                    <a16:creationId xmlns:a16="http://schemas.microsoft.com/office/drawing/2014/main" id="{8723016F-17DE-4FA3-A720-6595D3897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4985" y="6273758"/>
                <a:ext cx="1021987" cy="26282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6" name="文字方塊 1155">
                <a:extLst>
                  <a:ext uri="{FF2B5EF4-FFF2-40B4-BE49-F238E27FC236}">
                    <a16:creationId xmlns:a16="http://schemas.microsoft.com/office/drawing/2014/main" id="{70B61C7D-B109-46B8-8EA3-202DF29D100C}"/>
                  </a:ext>
                </a:extLst>
              </p:cNvPr>
              <p:cNvSpPr txBox="1"/>
              <p:nvPr/>
            </p:nvSpPr>
            <p:spPr>
              <a:xfrm>
                <a:off x="3248490" y="4117366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156" name="文字方塊 1155">
                <a:extLst>
                  <a:ext uri="{FF2B5EF4-FFF2-40B4-BE49-F238E27FC236}">
                    <a16:creationId xmlns:a16="http://schemas.microsoft.com/office/drawing/2014/main" id="{70B61C7D-B109-46B8-8EA3-202DF29D1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8490" y="4117366"/>
                <a:ext cx="562814" cy="262829"/>
              </a:xfrm>
              <a:prstGeom prst="rect">
                <a:avLst/>
              </a:prstGeom>
              <a:blipFill>
                <a:blip r:embed="rId17"/>
                <a:stretch>
                  <a:fillRect t="-90909" r="-52174" b="-145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7" name="文字方塊 1156">
                <a:extLst>
                  <a:ext uri="{FF2B5EF4-FFF2-40B4-BE49-F238E27FC236}">
                    <a16:creationId xmlns:a16="http://schemas.microsoft.com/office/drawing/2014/main" id="{3AFB2FB3-9205-4A84-A63A-44F0620416D6}"/>
                  </a:ext>
                </a:extLst>
              </p:cNvPr>
              <p:cNvSpPr txBox="1"/>
              <p:nvPr/>
            </p:nvSpPr>
            <p:spPr>
              <a:xfrm>
                <a:off x="3260118" y="2736894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157" name="文字方塊 1156">
                <a:extLst>
                  <a:ext uri="{FF2B5EF4-FFF2-40B4-BE49-F238E27FC236}">
                    <a16:creationId xmlns:a16="http://schemas.microsoft.com/office/drawing/2014/main" id="{3AFB2FB3-9205-4A84-A63A-44F062041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0118" y="2736894"/>
                <a:ext cx="562814" cy="262829"/>
              </a:xfrm>
              <a:prstGeom prst="rect">
                <a:avLst/>
              </a:prstGeom>
              <a:blipFill>
                <a:blip r:embed="rId18"/>
                <a:stretch>
                  <a:fillRect t="-93023" r="-5217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8" name="Oval 14">
            <a:extLst>
              <a:ext uri="{FF2B5EF4-FFF2-40B4-BE49-F238E27FC236}">
                <a16:creationId xmlns:a16="http://schemas.microsoft.com/office/drawing/2014/main" id="{AA653D80-6913-460E-BF93-2A9F5EC6EFFB}"/>
              </a:ext>
            </a:extLst>
          </p:cNvPr>
          <p:cNvSpPr/>
          <p:nvPr/>
        </p:nvSpPr>
        <p:spPr>
          <a:xfrm>
            <a:off x="3488556" y="2975534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159" name="Oval 4">
            <a:extLst>
              <a:ext uri="{FF2B5EF4-FFF2-40B4-BE49-F238E27FC236}">
                <a16:creationId xmlns:a16="http://schemas.microsoft.com/office/drawing/2014/main" id="{F3639644-23B4-419D-AD9D-69C0350F100F}"/>
              </a:ext>
            </a:extLst>
          </p:cNvPr>
          <p:cNvSpPr/>
          <p:nvPr/>
        </p:nvSpPr>
        <p:spPr>
          <a:xfrm>
            <a:off x="3046461" y="3033783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160" name="Oval 15">
            <a:extLst>
              <a:ext uri="{FF2B5EF4-FFF2-40B4-BE49-F238E27FC236}">
                <a16:creationId xmlns:a16="http://schemas.microsoft.com/office/drawing/2014/main" id="{4744AE0D-95B2-4D1D-A31E-B3591D09EEF3}"/>
              </a:ext>
            </a:extLst>
          </p:cNvPr>
          <p:cNvSpPr/>
          <p:nvPr/>
        </p:nvSpPr>
        <p:spPr>
          <a:xfrm>
            <a:off x="3488556" y="4010505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161" name="SHO">
            <a:extLst>
              <a:ext uri="{FF2B5EF4-FFF2-40B4-BE49-F238E27FC236}">
                <a16:creationId xmlns:a16="http://schemas.microsoft.com/office/drawing/2014/main" id="{22F4A152-A563-477C-AA2A-D551D7B2EDDF}"/>
              </a:ext>
            </a:extLst>
          </p:cNvPr>
          <p:cNvSpPr/>
          <p:nvPr/>
        </p:nvSpPr>
        <p:spPr>
          <a:xfrm rot="16200000">
            <a:off x="3329242" y="3052060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162" name="SVO">
            <a:extLst>
              <a:ext uri="{FF2B5EF4-FFF2-40B4-BE49-F238E27FC236}">
                <a16:creationId xmlns:a16="http://schemas.microsoft.com/office/drawing/2014/main" id="{0C75A43C-B0E3-432D-B6CE-30BD10BA3028}"/>
              </a:ext>
            </a:extLst>
          </p:cNvPr>
          <p:cNvSpPr/>
          <p:nvPr/>
        </p:nvSpPr>
        <p:spPr>
          <a:xfrm>
            <a:off x="3294244" y="3034130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163" name="Oval 6">
            <a:extLst>
              <a:ext uri="{FF2B5EF4-FFF2-40B4-BE49-F238E27FC236}">
                <a16:creationId xmlns:a16="http://schemas.microsoft.com/office/drawing/2014/main" id="{ABBB4698-43B1-41A9-AECD-F75C51EBB443}"/>
              </a:ext>
            </a:extLst>
          </p:cNvPr>
          <p:cNvSpPr/>
          <p:nvPr/>
        </p:nvSpPr>
        <p:spPr>
          <a:xfrm rot="16200000">
            <a:off x="3329242" y="3052060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4" name="TextBox 11">
                <a:extLst>
                  <a:ext uri="{FF2B5EF4-FFF2-40B4-BE49-F238E27FC236}">
                    <a16:creationId xmlns:a16="http://schemas.microsoft.com/office/drawing/2014/main" id="{27D09B36-5F76-49E9-8D16-11032EF403FC}"/>
                  </a:ext>
                </a:extLst>
              </p:cNvPr>
              <p:cNvSpPr txBox="1"/>
              <p:nvPr/>
            </p:nvSpPr>
            <p:spPr>
              <a:xfrm>
                <a:off x="3164229" y="3428432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164" name="TextBox 11">
                <a:extLst>
                  <a:ext uri="{FF2B5EF4-FFF2-40B4-BE49-F238E27FC236}">
                    <a16:creationId xmlns:a16="http://schemas.microsoft.com/office/drawing/2014/main" id="{27D09B36-5F76-49E9-8D16-11032EF40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4229" y="3428432"/>
                <a:ext cx="122489" cy="262829"/>
              </a:xfrm>
              <a:prstGeom prst="rect">
                <a:avLst/>
              </a:prstGeom>
              <a:blipFill>
                <a:blip r:embed="rId19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5" name="Oval 22">
            <a:extLst>
              <a:ext uri="{FF2B5EF4-FFF2-40B4-BE49-F238E27FC236}">
                <a16:creationId xmlns:a16="http://schemas.microsoft.com/office/drawing/2014/main" id="{AFB7E9B2-4CB5-481D-A372-FFDDC6DF8330}"/>
              </a:ext>
            </a:extLst>
          </p:cNvPr>
          <p:cNvSpPr/>
          <p:nvPr/>
        </p:nvSpPr>
        <p:spPr>
          <a:xfrm>
            <a:off x="3487902" y="4010505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6" name="TextBox 12">
                <a:extLst>
                  <a:ext uri="{FF2B5EF4-FFF2-40B4-BE49-F238E27FC236}">
                    <a16:creationId xmlns:a16="http://schemas.microsoft.com/office/drawing/2014/main" id="{F682A07B-A58D-42EC-999D-3ACACE0D064E}"/>
                  </a:ext>
                </a:extLst>
              </p:cNvPr>
              <p:cNvSpPr txBox="1"/>
              <p:nvPr/>
            </p:nvSpPr>
            <p:spPr>
              <a:xfrm>
                <a:off x="3617638" y="3494476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166" name="TextBox 12">
                <a:extLst>
                  <a:ext uri="{FF2B5EF4-FFF2-40B4-BE49-F238E27FC236}">
                    <a16:creationId xmlns:a16="http://schemas.microsoft.com/office/drawing/2014/main" id="{F682A07B-A58D-42EC-999D-3ACACE0D0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7638" y="3494476"/>
                <a:ext cx="122489" cy="262829"/>
              </a:xfrm>
              <a:prstGeom prst="rect">
                <a:avLst/>
              </a:prstGeom>
              <a:blipFill>
                <a:blip r:embed="rId20"/>
                <a:stretch>
                  <a:fillRect r="-5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7" name="TextBox 13">
                <a:extLst>
                  <a:ext uri="{FF2B5EF4-FFF2-40B4-BE49-F238E27FC236}">
                    <a16:creationId xmlns:a16="http://schemas.microsoft.com/office/drawing/2014/main" id="{1F81A227-344B-4E60-B8D6-04E3CAA95804}"/>
                  </a:ext>
                </a:extLst>
              </p:cNvPr>
              <p:cNvSpPr txBox="1"/>
              <p:nvPr/>
            </p:nvSpPr>
            <p:spPr>
              <a:xfrm>
                <a:off x="3448629" y="3058501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167" name="TextBox 13">
                <a:extLst>
                  <a:ext uri="{FF2B5EF4-FFF2-40B4-BE49-F238E27FC236}">
                    <a16:creationId xmlns:a16="http://schemas.microsoft.com/office/drawing/2014/main" id="{1F81A227-344B-4E60-B8D6-04E3CAA958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8629" y="3058501"/>
                <a:ext cx="177900" cy="262829"/>
              </a:xfrm>
              <a:prstGeom prst="rect">
                <a:avLst/>
              </a:prstGeom>
              <a:blipFill>
                <a:blip r:embed="rId21"/>
                <a:stretch>
                  <a:fillRect r="-68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8" name="DVO">
            <a:extLst>
              <a:ext uri="{FF2B5EF4-FFF2-40B4-BE49-F238E27FC236}">
                <a16:creationId xmlns:a16="http://schemas.microsoft.com/office/drawing/2014/main" id="{43B25A32-9DFA-4C8D-B7BB-8F835DF49E94}"/>
              </a:ext>
            </a:extLst>
          </p:cNvPr>
          <p:cNvSpPr/>
          <p:nvPr/>
        </p:nvSpPr>
        <p:spPr>
          <a:xfrm flipH="1">
            <a:off x="3294244" y="3034130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169" name="Oval 23">
            <a:extLst>
              <a:ext uri="{FF2B5EF4-FFF2-40B4-BE49-F238E27FC236}">
                <a16:creationId xmlns:a16="http://schemas.microsoft.com/office/drawing/2014/main" id="{D9B3C60F-F09A-43EA-BEF1-E1EBA8B95247}"/>
              </a:ext>
            </a:extLst>
          </p:cNvPr>
          <p:cNvSpPr/>
          <p:nvPr/>
        </p:nvSpPr>
        <p:spPr>
          <a:xfrm>
            <a:off x="3988340" y="3493657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1170" name="Straight Arrow Connector 7">
            <a:extLst>
              <a:ext uri="{FF2B5EF4-FFF2-40B4-BE49-F238E27FC236}">
                <a16:creationId xmlns:a16="http://schemas.microsoft.com/office/drawing/2014/main" id="{FBC59AF6-7D90-433C-9817-9EF3ABFA0287}"/>
              </a:ext>
            </a:extLst>
          </p:cNvPr>
          <p:cNvCxnSpPr>
            <a:cxnSpLocks/>
          </p:cNvCxnSpPr>
          <p:nvPr/>
        </p:nvCxnSpPr>
        <p:spPr>
          <a:xfrm flipV="1">
            <a:off x="3542068" y="3241696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1" name="Straight Arrow Connector 19">
            <a:extLst>
              <a:ext uri="{FF2B5EF4-FFF2-40B4-BE49-F238E27FC236}">
                <a16:creationId xmlns:a16="http://schemas.microsoft.com/office/drawing/2014/main" id="{28140EC2-24AE-4AEE-BD89-EC283772E98A}"/>
              </a:ext>
            </a:extLst>
          </p:cNvPr>
          <p:cNvCxnSpPr>
            <a:cxnSpLocks/>
          </p:cNvCxnSpPr>
          <p:nvPr/>
        </p:nvCxnSpPr>
        <p:spPr>
          <a:xfrm>
            <a:off x="3544134" y="3548877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2" name="Straight Arrow Connector 18">
            <a:extLst>
              <a:ext uri="{FF2B5EF4-FFF2-40B4-BE49-F238E27FC236}">
                <a16:creationId xmlns:a16="http://schemas.microsoft.com/office/drawing/2014/main" id="{1C4FBA02-ACEE-4855-8483-0AAA4071387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3425526" y="3430163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3" name="Oval 20">
            <a:extLst>
              <a:ext uri="{FF2B5EF4-FFF2-40B4-BE49-F238E27FC236}">
                <a16:creationId xmlns:a16="http://schemas.microsoft.com/office/drawing/2014/main" id="{3A6001A7-E31D-4533-A278-F437C90FAC3E}"/>
              </a:ext>
            </a:extLst>
          </p:cNvPr>
          <p:cNvSpPr/>
          <p:nvPr/>
        </p:nvSpPr>
        <p:spPr>
          <a:xfrm>
            <a:off x="2988534" y="3493657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174" name="Oval 22">
            <a:extLst>
              <a:ext uri="{FF2B5EF4-FFF2-40B4-BE49-F238E27FC236}">
                <a16:creationId xmlns:a16="http://schemas.microsoft.com/office/drawing/2014/main" id="{EFC1D29D-3F90-4FD1-801B-CA97BA7CAFD0}"/>
              </a:ext>
            </a:extLst>
          </p:cNvPr>
          <p:cNvSpPr/>
          <p:nvPr/>
        </p:nvSpPr>
        <p:spPr>
          <a:xfrm>
            <a:off x="3488720" y="2970083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175" name="Partial Circle 9">
            <a:extLst>
              <a:ext uri="{FF2B5EF4-FFF2-40B4-BE49-F238E27FC236}">
                <a16:creationId xmlns:a16="http://schemas.microsoft.com/office/drawing/2014/main" id="{31D16976-83A1-405A-B7A4-C5E1B8DAD512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3498867" y="3483694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6" name="TextBox 10">
                <a:extLst>
                  <a:ext uri="{FF2B5EF4-FFF2-40B4-BE49-F238E27FC236}">
                    <a16:creationId xmlns:a16="http://schemas.microsoft.com/office/drawing/2014/main" id="{CFE475CC-649A-4782-806F-8E017AB47E8F}"/>
                  </a:ext>
                </a:extLst>
              </p:cNvPr>
              <p:cNvSpPr txBox="1"/>
              <p:nvPr/>
            </p:nvSpPr>
            <p:spPr>
              <a:xfrm>
                <a:off x="3246856" y="3507959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176" name="TextBox 10">
                <a:extLst>
                  <a:ext uri="{FF2B5EF4-FFF2-40B4-BE49-F238E27FC236}">
                    <a16:creationId xmlns:a16="http://schemas.microsoft.com/office/drawing/2014/main" id="{CFE475CC-649A-4782-806F-8E017AB47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6856" y="3507959"/>
                <a:ext cx="218239" cy="262829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77" name="Straight Arrow Connector 17">
            <a:extLst>
              <a:ext uri="{FF2B5EF4-FFF2-40B4-BE49-F238E27FC236}">
                <a16:creationId xmlns:a16="http://schemas.microsoft.com/office/drawing/2014/main" id="{8D8B4017-0E3B-4E13-A6DD-5ED66FC6AB0B}"/>
              </a:ext>
            </a:extLst>
          </p:cNvPr>
          <p:cNvCxnSpPr>
            <a:cxnSpLocks/>
          </p:cNvCxnSpPr>
          <p:nvPr/>
        </p:nvCxnSpPr>
        <p:spPr>
          <a:xfrm flipH="1">
            <a:off x="3390349" y="3552974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78" name="Partial Circle 9">
            <a:extLst>
              <a:ext uri="{FF2B5EF4-FFF2-40B4-BE49-F238E27FC236}">
                <a16:creationId xmlns:a16="http://schemas.microsoft.com/office/drawing/2014/main" id="{47F375D9-3CB7-41B8-8649-EF0644DDF79C}"/>
              </a:ext>
            </a:extLst>
          </p:cNvPr>
          <p:cNvSpPr>
            <a:spLocks noChangeAspect="1"/>
          </p:cNvSpPr>
          <p:nvPr/>
        </p:nvSpPr>
        <p:spPr>
          <a:xfrm>
            <a:off x="3490059" y="3457926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9" name="TextBox 10">
                <a:extLst>
                  <a:ext uri="{FF2B5EF4-FFF2-40B4-BE49-F238E27FC236}">
                    <a16:creationId xmlns:a16="http://schemas.microsoft.com/office/drawing/2014/main" id="{29A0E86B-301B-451A-8DFC-70D1CCEAD959}"/>
                  </a:ext>
                </a:extLst>
              </p:cNvPr>
              <p:cNvSpPr txBox="1"/>
              <p:nvPr/>
            </p:nvSpPr>
            <p:spPr>
              <a:xfrm>
                <a:off x="3517597" y="3286132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179" name="TextBox 10">
                <a:extLst>
                  <a:ext uri="{FF2B5EF4-FFF2-40B4-BE49-F238E27FC236}">
                    <a16:creationId xmlns:a16="http://schemas.microsoft.com/office/drawing/2014/main" id="{29A0E86B-301B-451A-8DFC-70D1CCEAD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7597" y="3286132"/>
                <a:ext cx="205647" cy="262829"/>
              </a:xfrm>
              <a:prstGeom prst="rect">
                <a:avLst/>
              </a:prstGeom>
              <a:blipFill>
                <a:blip r:embed="rId23"/>
                <a:stretch>
                  <a:fillRect r="-17647"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80" name="Straight Arrow Connector 17">
            <a:extLst>
              <a:ext uri="{FF2B5EF4-FFF2-40B4-BE49-F238E27FC236}">
                <a16:creationId xmlns:a16="http://schemas.microsoft.com/office/drawing/2014/main" id="{64C47C89-C3D0-4E6E-B12F-99CA3D9A0FBF}"/>
              </a:ext>
            </a:extLst>
          </p:cNvPr>
          <p:cNvCxnSpPr>
            <a:cxnSpLocks/>
          </p:cNvCxnSpPr>
          <p:nvPr/>
        </p:nvCxnSpPr>
        <p:spPr>
          <a:xfrm flipV="1">
            <a:off x="3538155" y="3244395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81" name="Oval 22">
            <a:extLst>
              <a:ext uri="{FF2B5EF4-FFF2-40B4-BE49-F238E27FC236}">
                <a16:creationId xmlns:a16="http://schemas.microsoft.com/office/drawing/2014/main" id="{265A2CAE-93C0-489E-BBE3-70B05A77C8FE}"/>
              </a:ext>
            </a:extLst>
          </p:cNvPr>
          <p:cNvSpPr/>
          <p:nvPr/>
        </p:nvSpPr>
        <p:spPr>
          <a:xfrm>
            <a:off x="3725294" y="3688706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182" name="Oval 22">
            <a:extLst>
              <a:ext uri="{FF2B5EF4-FFF2-40B4-BE49-F238E27FC236}">
                <a16:creationId xmlns:a16="http://schemas.microsoft.com/office/drawing/2014/main" id="{FBDE118E-64FA-47ED-BDDA-6C826F6C7B69}"/>
              </a:ext>
            </a:extLst>
          </p:cNvPr>
          <p:cNvSpPr/>
          <p:nvPr/>
        </p:nvSpPr>
        <p:spPr>
          <a:xfrm>
            <a:off x="3250509" y="331415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3" name="文字方塊 1182">
                <a:extLst>
                  <a:ext uri="{FF2B5EF4-FFF2-40B4-BE49-F238E27FC236}">
                    <a16:creationId xmlns:a16="http://schemas.microsoft.com/office/drawing/2014/main" id="{DDA22502-32B8-4FE6-BF74-A3E1D8C999FF}"/>
                  </a:ext>
                </a:extLst>
              </p:cNvPr>
              <p:cNvSpPr txBox="1"/>
              <p:nvPr/>
            </p:nvSpPr>
            <p:spPr>
              <a:xfrm>
                <a:off x="1964346" y="3607990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183" name="文字方塊 1182">
                <a:extLst>
                  <a:ext uri="{FF2B5EF4-FFF2-40B4-BE49-F238E27FC236}">
                    <a16:creationId xmlns:a16="http://schemas.microsoft.com/office/drawing/2014/main" id="{DDA22502-32B8-4FE6-BF74-A3E1D8C99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4346" y="3607990"/>
                <a:ext cx="974158" cy="262829"/>
              </a:xfrm>
              <a:prstGeom prst="rect">
                <a:avLst/>
              </a:prstGeom>
              <a:blipFill>
                <a:blip r:embed="rId24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84" name="圖片 1183">
            <a:extLst>
              <a:ext uri="{FF2B5EF4-FFF2-40B4-BE49-F238E27FC236}">
                <a16:creationId xmlns:a16="http://schemas.microsoft.com/office/drawing/2014/main" id="{85654EC2-7B8A-4ECA-864D-646FDF73B1D5}"/>
              </a:ext>
            </a:extLst>
          </p:cNvPr>
          <p:cNvPicPr>
            <a:picLocks noChangeAspect="1"/>
          </p:cNvPicPr>
          <p:nvPr/>
        </p:nvPicPr>
        <p:blipFill rotWithShape="1">
          <a:blip r:embed="rId25"/>
          <a:srcRect t="51281" r="51003"/>
          <a:stretch/>
        </p:blipFill>
        <p:spPr>
          <a:xfrm>
            <a:off x="2034295" y="2795999"/>
            <a:ext cx="834259" cy="822637"/>
          </a:xfrm>
          <a:prstGeom prst="rect">
            <a:avLst/>
          </a:prstGeom>
        </p:spPr>
      </p:pic>
      <p:cxnSp>
        <p:nvCxnSpPr>
          <p:cNvPr id="1185" name="直線接點 1184">
            <a:extLst>
              <a:ext uri="{FF2B5EF4-FFF2-40B4-BE49-F238E27FC236}">
                <a16:creationId xmlns:a16="http://schemas.microsoft.com/office/drawing/2014/main" id="{3F01E9F4-03A1-4731-9C23-B8A4223D4295}"/>
              </a:ext>
            </a:extLst>
          </p:cNvPr>
          <p:cNvCxnSpPr>
            <a:cxnSpLocks/>
          </p:cNvCxnSpPr>
          <p:nvPr/>
        </p:nvCxnSpPr>
        <p:spPr>
          <a:xfrm>
            <a:off x="3837349" y="3821623"/>
            <a:ext cx="406400" cy="56832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186" name="圖片 1185">
            <a:extLst>
              <a:ext uri="{FF2B5EF4-FFF2-40B4-BE49-F238E27FC236}">
                <a16:creationId xmlns:a16="http://schemas.microsoft.com/office/drawing/2014/main" id="{7E0455C2-19FB-4623-8CA9-96B882E7275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70" t="9874" r="37949" b="70775"/>
          <a:stretch/>
        </p:blipFill>
        <p:spPr>
          <a:xfrm>
            <a:off x="4216459" y="1928492"/>
            <a:ext cx="822081" cy="823321"/>
          </a:xfrm>
          <a:prstGeom prst="rect">
            <a:avLst/>
          </a:prstGeom>
        </p:spPr>
      </p:pic>
      <p:pic>
        <p:nvPicPr>
          <p:cNvPr id="1187" name="圖片 1186">
            <a:extLst>
              <a:ext uri="{FF2B5EF4-FFF2-40B4-BE49-F238E27FC236}">
                <a16:creationId xmlns:a16="http://schemas.microsoft.com/office/drawing/2014/main" id="{CF576AC4-872E-484B-A7C0-DE992DEB21C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93" t="30160" r="37946" b="50431"/>
          <a:stretch/>
        </p:blipFill>
        <p:spPr>
          <a:xfrm>
            <a:off x="4217079" y="2812746"/>
            <a:ext cx="820841" cy="8258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88" name="文字方塊 1187">
                <a:extLst>
                  <a:ext uri="{FF2B5EF4-FFF2-40B4-BE49-F238E27FC236}">
                    <a16:creationId xmlns:a16="http://schemas.microsoft.com/office/drawing/2014/main" id="{1B6A70D4-59D6-4590-9783-A4711DD4A44F}"/>
                  </a:ext>
                </a:extLst>
              </p:cNvPr>
              <p:cNvSpPr txBox="1"/>
              <p:nvPr/>
            </p:nvSpPr>
            <p:spPr>
              <a:xfrm>
                <a:off x="4077031" y="3616880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188" name="文字方塊 1187">
                <a:extLst>
                  <a:ext uri="{FF2B5EF4-FFF2-40B4-BE49-F238E27FC236}">
                    <a16:creationId xmlns:a16="http://schemas.microsoft.com/office/drawing/2014/main" id="{1B6A70D4-59D6-4590-9783-A4711DD4A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7031" y="3616880"/>
                <a:ext cx="1100937" cy="262829"/>
              </a:xfrm>
              <a:prstGeom prst="rect">
                <a:avLst/>
              </a:prstGeom>
              <a:blipFill>
                <a:blip r:embed="rId26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9" name="文字方塊 1188">
                <a:extLst>
                  <a:ext uri="{FF2B5EF4-FFF2-40B4-BE49-F238E27FC236}">
                    <a16:creationId xmlns:a16="http://schemas.microsoft.com/office/drawing/2014/main" id="{92796B1C-9C41-47BE-B47B-6C401F37E5F9}"/>
                  </a:ext>
                </a:extLst>
              </p:cNvPr>
              <p:cNvSpPr txBox="1"/>
              <p:nvPr/>
            </p:nvSpPr>
            <p:spPr>
              <a:xfrm>
                <a:off x="4077031" y="5533983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189" name="文字方塊 1188">
                <a:extLst>
                  <a:ext uri="{FF2B5EF4-FFF2-40B4-BE49-F238E27FC236}">
                    <a16:creationId xmlns:a16="http://schemas.microsoft.com/office/drawing/2014/main" id="{92796B1C-9C41-47BE-B47B-6C401F37E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7031" y="5533983"/>
                <a:ext cx="1100937" cy="262829"/>
              </a:xfrm>
              <a:prstGeom prst="rect">
                <a:avLst/>
              </a:prstGeom>
              <a:blipFill>
                <a:blip r:embed="rId27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90" name="圖片 1189">
            <a:extLst>
              <a:ext uri="{FF2B5EF4-FFF2-40B4-BE49-F238E27FC236}">
                <a16:creationId xmlns:a16="http://schemas.microsoft.com/office/drawing/2014/main" id="{8CBF70BF-095D-41F4-8736-F0F4EEA7DA4E}"/>
              </a:ext>
            </a:extLst>
          </p:cNvPr>
          <p:cNvPicPr>
            <a:picLocks noChangeAspect="1"/>
          </p:cNvPicPr>
          <p:nvPr/>
        </p:nvPicPr>
        <p:blipFill rotWithShape="1">
          <a:blip r:embed="rId25"/>
          <a:srcRect l="51236" b="50807"/>
          <a:stretch/>
        </p:blipFill>
        <p:spPr>
          <a:xfrm>
            <a:off x="4212346" y="3834268"/>
            <a:ext cx="830307" cy="830640"/>
          </a:xfrm>
          <a:prstGeom prst="rect">
            <a:avLst/>
          </a:prstGeom>
        </p:spPr>
      </p:pic>
      <p:pic>
        <p:nvPicPr>
          <p:cNvPr id="1191" name="圖片 1190">
            <a:extLst>
              <a:ext uri="{FF2B5EF4-FFF2-40B4-BE49-F238E27FC236}">
                <a16:creationId xmlns:a16="http://schemas.microsoft.com/office/drawing/2014/main" id="{A3C49FC7-0814-4DAF-AE57-F82594688E12}"/>
              </a:ext>
            </a:extLst>
          </p:cNvPr>
          <p:cNvPicPr>
            <a:picLocks noChangeAspect="1"/>
          </p:cNvPicPr>
          <p:nvPr/>
        </p:nvPicPr>
        <p:blipFill rotWithShape="1">
          <a:blip r:embed="rId25"/>
          <a:srcRect l="51236" t="50810"/>
          <a:stretch/>
        </p:blipFill>
        <p:spPr>
          <a:xfrm>
            <a:off x="4212346" y="4723958"/>
            <a:ext cx="830306" cy="830580"/>
          </a:xfrm>
          <a:prstGeom prst="rect">
            <a:avLst/>
          </a:prstGeom>
        </p:spPr>
      </p:pic>
      <p:cxnSp>
        <p:nvCxnSpPr>
          <p:cNvPr id="1192" name="直線接點 1191">
            <a:extLst>
              <a:ext uri="{FF2B5EF4-FFF2-40B4-BE49-F238E27FC236}">
                <a16:creationId xmlns:a16="http://schemas.microsoft.com/office/drawing/2014/main" id="{7AF4EA0F-9278-4890-999E-71CB44782D1D}"/>
              </a:ext>
            </a:extLst>
          </p:cNvPr>
          <p:cNvCxnSpPr>
            <a:cxnSpLocks/>
          </p:cNvCxnSpPr>
          <p:nvPr/>
        </p:nvCxnSpPr>
        <p:spPr>
          <a:xfrm>
            <a:off x="2675734" y="2480098"/>
            <a:ext cx="607387" cy="86782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193" name="圖片 1192">
            <a:extLst>
              <a:ext uri="{FF2B5EF4-FFF2-40B4-BE49-F238E27FC236}">
                <a16:creationId xmlns:a16="http://schemas.microsoft.com/office/drawing/2014/main" id="{C3ECB37F-0F4A-4DE6-825A-A62D6A74B1FD}"/>
              </a:ext>
            </a:extLst>
          </p:cNvPr>
          <p:cNvPicPr>
            <a:picLocks noChangeAspect="1"/>
          </p:cNvPicPr>
          <p:nvPr/>
        </p:nvPicPr>
        <p:blipFill rotWithShape="1">
          <a:blip r:embed="rId25"/>
          <a:srcRect r="51003" b="50581"/>
          <a:stretch/>
        </p:blipFill>
        <p:spPr>
          <a:xfrm>
            <a:off x="2034294" y="1942903"/>
            <a:ext cx="834260" cy="834450"/>
          </a:xfrm>
          <a:prstGeom prst="rect">
            <a:avLst/>
          </a:prstGeom>
        </p:spPr>
      </p:pic>
      <p:cxnSp>
        <p:nvCxnSpPr>
          <p:cNvPr id="1194" name="直線接點 1193">
            <a:extLst>
              <a:ext uri="{FF2B5EF4-FFF2-40B4-BE49-F238E27FC236}">
                <a16:creationId xmlns:a16="http://schemas.microsoft.com/office/drawing/2014/main" id="{EEF28BCF-98DD-44EF-9275-1130455C4065}"/>
              </a:ext>
            </a:extLst>
          </p:cNvPr>
          <p:cNvCxnSpPr>
            <a:cxnSpLocks/>
          </p:cNvCxnSpPr>
          <p:nvPr/>
        </p:nvCxnSpPr>
        <p:spPr>
          <a:xfrm flipH="1">
            <a:off x="2865799" y="3591854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95" name="直線接點 1194">
            <a:extLst>
              <a:ext uri="{FF2B5EF4-FFF2-40B4-BE49-F238E27FC236}">
                <a16:creationId xmlns:a16="http://schemas.microsoft.com/office/drawing/2014/main" id="{938750FF-74BB-453B-AA0C-43A905A7682F}"/>
              </a:ext>
            </a:extLst>
          </p:cNvPr>
          <p:cNvCxnSpPr>
            <a:cxnSpLocks/>
          </p:cNvCxnSpPr>
          <p:nvPr/>
        </p:nvCxnSpPr>
        <p:spPr>
          <a:xfrm flipV="1">
            <a:off x="4088174" y="3231074"/>
            <a:ext cx="123825" cy="263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96" name="矩形: 圓角 1195">
            <a:extLst>
              <a:ext uri="{FF2B5EF4-FFF2-40B4-BE49-F238E27FC236}">
                <a16:creationId xmlns:a16="http://schemas.microsoft.com/office/drawing/2014/main" id="{D13472D6-71FA-422C-977D-41CAD58036C2}"/>
              </a:ext>
            </a:extLst>
          </p:cNvPr>
          <p:cNvSpPr/>
          <p:nvPr/>
        </p:nvSpPr>
        <p:spPr>
          <a:xfrm>
            <a:off x="5528535" y="568489"/>
            <a:ext cx="3638551" cy="6072863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3" dirty="0"/>
          </a:p>
        </p:txBody>
      </p:sp>
      <p:pic>
        <p:nvPicPr>
          <p:cNvPr id="1197" name="圖片 1196">
            <a:extLst>
              <a:ext uri="{FF2B5EF4-FFF2-40B4-BE49-F238E27FC236}">
                <a16:creationId xmlns:a16="http://schemas.microsoft.com/office/drawing/2014/main" id="{686DF4F1-9886-406A-8830-FD97A0E6DCAD}"/>
              </a:ext>
            </a:extLst>
          </p:cNvPr>
          <p:cNvPicPr>
            <a:picLocks noChangeAspect="1"/>
          </p:cNvPicPr>
          <p:nvPr/>
        </p:nvPicPr>
        <p:blipFill rotWithShape="1">
          <a:blip r:embed="rId2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210"/>
          <a:stretch/>
        </p:blipFill>
        <p:spPr>
          <a:xfrm>
            <a:off x="6630536" y="729776"/>
            <a:ext cx="865537" cy="1702836"/>
          </a:xfrm>
          <a:prstGeom prst="rect">
            <a:avLst/>
          </a:prstGeom>
        </p:spPr>
      </p:pic>
      <p:pic>
        <p:nvPicPr>
          <p:cNvPr id="1198" name="圖片 1197">
            <a:extLst>
              <a:ext uri="{FF2B5EF4-FFF2-40B4-BE49-F238E27FC236}">
                <a16:creationId xmlns:a16="http://schemas.microsoft.com/office/drawing/2014/main" id="{78FC5479-B611-4BA6-9754-E5AEA3C4A31A}"/>
              </a:ext>
            </a:extLst>
          </p:cNvPr>
          <p:cNvPicPr>
            <a:picLocks noChangeAspect="1"/>
          </p:cNvPicPr>
          <p:nvPr/>
        </p:nvPicPr>
        <p:blipFill rotWithShape="1">
          <a:blip r:embed="rId2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445"/>
          <a:stretch/>
        </p:blipFill>
        <p:spPr>
          <a:xfrm>
            <a:off x="7835709" y="1929905"/>
            <a:ext cx="857330" cy="1702837"/>
          </a:xfrm>
          <a:prstGeom prst="rect">
            <a:avLst/>
          </a:prstGeom>
        </p:spPr>
      </p:pic>
      <p:pic>
        <p:nvPicPr>
          <p:cNvPr id="1199" name="圖片 1198">
            <a:extLst>
              <a:ext uri="{FF2B5EF4-FFF2-40B4-BE49-F238E27FC236}">
                <a16:creationId xmlns:a16="http://schemas.microsoft.com/office/drawing/2014/main" id="{0401C262-0BE3-444B-B169-177009532CF7}"/>
              </a:ext>
            </a:extLst>
          </p:cNvPr>
          <p:cNvPicPr>
            <a:picLocks noChangeAspect="1"/>
          </p:cNvPicPr>
          <p:nvPr/>
        </p:nvPicPr>
        <p:blipFill rotWithShape="1">
          <a:blip r:embed="rId2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975" r="24608"/>
          <a:stretch/>
        </p:blipFill>
        <p:spPr>
          <a:xfrm>
            <a:off x="5654704" y="3898430"/>
            <a:ext cx="887430" cy="1702836"/>
          </a:xfrm>
          <a:prstGeom prst="rect">
            <a:avLst/>
          </a:prstGeom>
        </p:spPr>
      </p:pic>
      <p:pic>
        <p:nvPicPr>
          <p:cNvPr id="1200" name="圖片 1199">
            <a:extLst>
              <a:ext uri="{FF2B5EF4-FFF2-40B4-BE49-F238E27FC236}">
                <a16:creationId xmlns:a16="http://schemas.microsoft.com/office/drawing/2014/main" id="{D53EC49E-DBC9-4FEE-A134-086546CABC2E}"/>
              </a:ext>
            </a:extLst>
          </p:cNvPr>
          <p:cNvPicPr>
            <a:picLocks noChangeAspect="1"/>
          </p:cNvPicPr>
          <p:nvPr/>
        </p:nvPicPr>
        <p:blipFill rotWithShape="1">
          <a:blip r:embed="rId2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430" r="49783"/>
          <a:stretch/>
        </p:blipFill>
        <p:spPr>
          <a:xfrm>
            <a:off x="6746506" y="4563844"/>
            <a:ext cx="900332" cy="1702837"/>
          </a:xfrm>
          <a:prstGeom prst="rect">
            <a:avLst/>
          </a:prstGeom>
        </p:spPr>
      </p:pic>
      <p:pic>
        <p:nvPicPr>
          <p:cNvPr id="1201" name="圖片 1200">
            <a:extLst>
              <a:ext uri="{FF2B5EF4-FFF2-40B4-BE49-F238E27FC236}">
                <a16:creationId xmlns:a16="http://schemas.microsoft.com/office/drawing/2014/main" id="{4D7B64FF-0347-4B60-AFBF-EACDA93671F9}"/>
              </a:ext>
            </a:extLst>
          </p:cNvPr>
          <p:cNvPicPr>
            <a:picLocks noChangeAspect="1"/>
          </p:cNvPicPr>
          <p:nvPr/>
        </p:nvPicPr>
        <p:blipFill rotWithShape="1">
          <a:blip r:embed="rId2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0542"/>
          <a:stretch/>
        </p:blipFill>
        <p:spPr>
          <a:xfrm>
            <a:off x="7846072" y="3840620"/>
            <a:ext cx="852783" cy="1717087"/>
          </a:xfrm>
          <a:prstGeom prst="rect">
            <a:avLst/>
          </a:prstGeom>
        </p:spPr>
      </p:pic>
      <p:pic>
        <p:nvPicPr>
          <p:cNvPr id="1202" name="圖片 1201">
            <a:extLst>
              <a:ext uri="{FF2B5EF4-FFF2-40B4-BE49-F238E27FC236}">
                <a16:creationId xmlns:a16="http://schemas.microsoft.com/office/drawing/2014/main" id="{94F17AAC-774A-49FD-A88E-6FA188968AB2}"/>
              </a:ext>
            </a:extLst>
          </p:cNvPr>
          <p:cNvPicPr>
            <a:picLocks noChangeAspect="1"/>
          </p:cNvPicPr>
          <p:nvPr/>
        </p:nvPicPr>
        <p:blipFill rotWithShape="1">
          <a:blip r:embed="rId2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0277"/>
          <a:stretch/>
        </p:blipFill>
        <p:spPr>
          <a:xfrm>
            <a:off x="5690142" y="1928094"/>
            <a:ext cx="857349" cy="17170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03" name="文字方塊 1202">
                <a:extLst>
                  <a:ext uri="{FF2B5EF4-FFF2-40B4-BE49-F238E27FC236}">
                    <a16:creationId xmlns:a16="http://schemas.microsoft.com/office/drawing/2014/main" id="{EA4201E3-6DAF-42D4-A235-CD97D5152E4F}"/>
                  </a:ext>
                </a:extLst>
              </p:cNvPr>
              <p:cNvSpPr txBox="1"/>
              <p:nvPr/>
            </p:nvSpPr>
            <p:spPr>
              <a:xfrm>
                <a:off x="6996198" y="2166957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 xmlns="">
          <p:sp>
            <p:nvSpPr>
              <p:cNvPr id="1203" name="文字方塊 1202">
                <a:extLst>
                  <a:ext uri="{FF2B5EF4-FFF2-40B4-BE49-F238E27FC236}">
                    <a16:creationId xmlns:a16="http://schemas.microsoft.com/office/drawing/2014/main" id="{EA4201E3-6DAF-42D4-A235-CD97D5152E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6198" y="2166957"/>
                <a:ext cx="268993" cy="272254"/>
              </a:xfrm>
              <a:prstGeom prst="rect">
                <a:avLst/>
              </a:prstGeom>
              <a:blipFill>
                <a:blip r:embed="rId5"/>
                <a:stretch>
                  <a:fillRect r="-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4" name="文字方塊 1203">
                <a:extLst>
                  <a:ext uri="{FF2B5EF4-FFF2-40B4-BE49-F238E27FC236}">
                    <a16:creationId xmlns:a16="http://schemas.microsoft.com/office/drawing/2014/main" id="{46B7A2C3-6A46-43E2-BE15-D0098305EE62}"/>
                  </a:ext>
                </a:extLst>
              </p:cNvPr>
              <p:cNvSpPr txBox="1"/>
              <p:nvPr/>
            </p:nvSpPr>
            <p:spPr>
              <a:xfrm>
                <a:off x="7006863" y="1284992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 xmlns="">
          <p:sp>
            <p:nvSpPr>
              <p:cNvPr id="1204" name="文字方塊 1203">
                <a:extLst>
                  <a:ext uri="{FF2B5EF4-FFF2-40B4-BE49-F238E27FC236}">
                    <a16:creationId xmlns:a16="http://schemas.microsoft.com/office/drawing/2014/main" id="{46B7A2C3-6A46-43E2-BE15-D0098305EE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6863" y="1284992"/>
                <a:ext cx="268993" cy="272254"/>
              </a:xfrm>
              <a:prstGeom prst="rect">
                <a:avLst/>
              </a:prstGeom>
              <a:blipFill>
                <a:blip r:embed="rId6"/>
                <a:stretch>
                  <a:fillRect r="-68889" b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05" name="群組 1204">
            <a:extLst>
              <a:ext uri="{FF2B5EF4-FFF2-40B4-BE49-F238E27FC236}">
                <a16:creationId xmlns:a16="http://schemas.microsoft.com/office/drawing/2014/main" id="{F63D3BB3-F9C4-4F9C-8001-FADDF56C2BE0}"/>
              </a:ext>
            </a:extLst>
          </p:cNvPr>
          <p:cNvGrpSpPr/>
          <p:nvPr/>
        </p:nvGrpSpPr>
        <p:grpSpPr>
          <a:xfrm>
            <a:off x="7038259" y="1093069"/>
            <a:ext cx="50518" cy="48461"/>
            <a:chOff x="1373392" y="2391862"/>
            <a:chExt cx="479433" cy="476535"/>
          </a:xfrm>
        </p:grpSpPr>
        <p:sp>
          <p:nvSpPr>
            <p:cNvPr id="1206" name="箭號: 向右 1205">
              <a:extLst>
                <a:ext uri="{FF2B5EF4-FFF2-40B4-BE49-F238E27FC236}">
                  <a16:creationId xmlns:a16="http://schemas.microsoft.com/office/drawing/2014/main" id="{9329CC8A-202F-471F-95A9-D457D494305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1207" name="箭號: 向右 1206">
              <a:extLst>
                <a:ext uri="{FF2B5EF4-FFF2-40B4-BE49-F238E27FC236}">
                  <a16:creationId xmlns:a16="http://schemas.microsoft.com/office/drawing/2014/main" id="{CB0D061C-78E2-404F-8BC4-AA847E927651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08" name="文字方塊 1207">
                <a:extLst>
                  <a:ext uri="{FF2B5EF4-FFF2-40B4-BE49-F238E27FC236}">
                    <a16:creationId xmlns:a16="http://schemas.microsoft.com/office/drawing/2014/main" id="{12644F26-C9F2-42AF-B423-F69C1D64DFBA}"/>
                  </a:ext>
                </a:extLst>
              </p:cNvPr>
              <p:cNvSpPr txBox="1"/>
              <p:nvPr/>
            </p:nvSpPr>
            <p:spPr>
              <a:xfrm>
                <a:off x="6914034" y="849554"/>
                <a:ext cx="198362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08" name="文字方塊 1207">
                <a:extLst>
                  <a:ext uri="{FF2B5EF4-FFF2-40B4-BE49-F238E27FC236}">
                    <a16:creationId xmlns:a16="http://schemas.microsoft.com/office/drawing/2014/main" id="{12644F26-C9F2-42AF-B423-F69C1D64DF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4034" y="849554"/>
                <a:ext cx="198362" cy="276614"/>
              </a:xfrm>
              <a:prstGeom prst="rect">
                <a:avLst/>
              </a:prstGeom>
              <a:blipFill>
                <a:blip r:embed="rId9"/>
                <a:stretch>
                  <a:fillRect r="-424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9" name="文字方塊 1208">
                <a:extLst>
                  <a:ext uri="{FF2B5EF4-FFF2-40B4-BE49-F238E27FC236}">
                    <a16:creationId xmlns:a16="http://schemas.microsoft.com/office/drawing/2014/main" id="{2ACE3764-848F-4688-A425-5C3BBC2DC643}"/>
                  </a:ext>
                </a:extLst>
              </p:cNvPr>
              <p:cNvSpPr txBox="1"/>
              <p:nvPr/>
            </p:nvSpPr>
            <p:spPr>
              <a:xfrm>
                <a:off x="7003581" y="1045388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09" name="文字方塊 1208">
                <a:extLst>
                  <a:ext uri="{FF2B5EF4-FFF2-40B4-BE49-F238E27FC236}">
                    <a16:creationId xmlns:a16="http://schemas.microsoft.com/office/drawing/2014/main" id="{2ACE3764-848F-4688-A425-5C3BBC2DC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581" y="1045388"/>
                <a:ext cx="149279" cy="262829"/>
              </a:xfrm>
              <a:prstGeom prst="rect">
                <a:avLst/>
              </a:prstGeom>
              <a:blipFill>
                <a:blip r:embed="rId10"/>
                <a:stretch>
                  <a:fillRect r="-7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10" name="群組 1209">
            <a:extLst>
              <a:ext uri="{FF2B5EF4-FFF2-40B4-BE49-F238E27FC236}">
                <a16:creationId xmlns:a16="http://schemas.microsoft.com/office/drawing/2014/main" id="{26C17E23-26AC-49CF-9A2E-D5FDEF92A604}"/>
              </a:ext>
            </a:extLst>
          </p:cNvPr>
          <p:cNvGrpSpPr/>
          <p:nvPr/>
        </p:nvGrpSpPr>
        <p:grpSpPr>
          <a:xfrm>
            <a:off x="7042951" y="1978748"/>
            <a:ext cx="50518" cy="48461"/>
            <a:chOff x="1373392" y="2391862"/>
            <a:chExt cx="479433" cy="476535"/>
          </a:xfrm>
        </p:grpSpPr>
        <p:sp>
          <p:nvSpPr>
            <p:cNvPr id="1211" name="箭號: 向右 1210">
              <a:extLst>
                <a:ext uri="{FF2B5EF4-FFF2-40B4-BE49-F238E27FC236}">
                  <a16:creationId xmlns:a16="http://schemas.microsoft.com/office/drawing/2014/main" id="{14531C87-888A-4468-82C6-1B6D40AC1558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1212" name="箭號: 向右 1211">
              <a:extLst>
                <a:ext uri="{FF2B5EF4-FFF2-40B4-BE49-F238E27FC236}">
                  <a16:creationId xmlns:a16="http://schemas.microsoft.com/office/drawing/2014/main" id="{EC025A0B-B981-4404-BE37-A46D334771C4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13" name="文字方塊 1212">
                <a:extLst>
                  <a:ext uri="{FF2B5EF4-FFF2-40B4-BE49-F238E27FC236}">
                    <a16:creationId xmlns:a16="http://schemas.microsoft.com/office/drawing/2014/main" id="{3F41B4C4-BB58-4EE9-A8B3-1FC579937FC4}"/>
                  </a:ext>
                </a:extLst>
              </p:cNvPr>
              <p:cNvSpPr txBox="1"/>
              <p:nvPr/>
            </p:nvSpPr>
            <p:spPr>
              <a:xfrm>
                <a:off x="6918721" y="1735233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13" name="文字方塊 1212">
                <a:extLst>
                  <a:ext uri="{FF2B5EF4-FFF2-40B4-BE49-F238E27FC236}">
                    <a16:creationId xmlns:a16="http://schemas.microsoft.com/office/drawing/2014/main" id="{3F41B4C4-BB58-4EE9-A8B3-1FC579937F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8721" y="1735233"/>
                <a:ext cx="182571" cy="276614"/>
              </a:xfrm>
              <a:prstGeom prst="rect">
                <a:avLst/>
              </a:prstGeom>
              <a:blipFill>
                <a:blip r:embed="rId30"/>
                <a:stretch>
                  <a:fillRect r="-5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4" name="文字方塊 1213">
                <a:extLst>
                  <a:ext uri="{FF2B5EF4-FFF2-40B4-BE49-F238E27FC236}">
                    <a16:creationId xmlns:a16="http://schemas.microsoft.com/office/drawing/2014/main" id="{2D2DAB9B-FF1B-407E-B2A0-C9BF271711D6}"/>
                  </a:ext>
                </a:extLst>
              </p:cNvPr>
              <p:cNvSpPr txBox="1"/>
              <p:nvPr/>
            </p:nvSpPr>
            <p:spPr>
              <a:xfrm>
                <a:off x="7049549" y="1892966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14" name="文字方塊 1213">
                <a:extLst>
                  <a:ext uri="{FF2B5EF4-FFF2-40B4-BE49-F238E27FC236}">
                    <a16:creationId xmlns:a16="http://schemas.microsoft.com/office/drawing/2014/main" id="{2D2DAB9B-FF1B-407E-B2A0-C9BF27171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9549" y="1892966"/>
                <a:ext cx="149279" cy="262829"/>
              </a:xfrm>
              <a:prstGeom prst="rect">
                <a:avLst/>
              </a:prstGeom>
              <a:blipFill>
                <a:blip r:embed="rId31"/>
                <a:stretch>
                  <a:fillRect r="-6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15" name="圖片 1214">
            <a:extLst>
              <a:ext uri="{FF2B5EF4-FFF2-40B4-BE49-F238E27FC236}">
                <a16:creationId xmlns:a16="http://schemas.microsoft.com/office/drawing/2014/main" id="{A196C719-3B8E-4381-BB26-03443F664C85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/>
          <a:stretch/>
        </p:blipFill>
        <p:spPr>
          <a:xfrm>
            <a:off x="7492279" y="1584921"/>
            <a:ext cx="260536" cy="871126"/>
          </a:xfrm>
          <a:prstGeom prst="rect">
            <a:avLst/>
          </a:prstGeom>
        </p:spPr>
      </p:pic>
      <p:pic>
        <p:nvPicPr>
          <p:cNvPr id="1216" name="圖片 1215">
            <a:extLst>
              <a:ext uri="{FF2B5EF4-FFF2-40B4-BE49-F238E27FC236}">
                <a16:creationId xmlns:a16="http://schemas.microsoft.com/office/drawing/2014/main" id="{12ABDB69-8F6D-4331-AA01-29E88F7D5E11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50242"/>
          <a:stretch/>
        </p:blipFill>
        <p:spPr>
          <a:xfrm>
            <a:off x="7490927" y="706368"/>
            <a:ext cx="260536" cy="8640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17" name="文字方塊 1216">
                <a:extLst>
                  <a:ext uri="{FF2B5EF4-FFF2-40B4-BE49-F238E27FC236}">
                    <a16:creationId xmlns:a16="http://schemas.microsoft.com/office/drawing/2014/main" id="{FAC90901-4AD4-45C0-9EF3-D8140DD5E154}"/>
                  </a:ext>
                </a:extLst>
              </p:cNvPr>
              <p:cNvSpPr txBox="1"/>
              <p:nvPr/>
            </p:nvSpPr>
            <p:spPr>
              <a:xfrm>
                <a:off x="7436824" y="1374227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17" name="文字方塊 1216">
                <a:extLst>
                  <a:ext uri="{FF2B5EF4-FFF2-40B4-BE49-F238E27FC236}">
                    <a16:creationId xmlns:a16="http://schemas.microsoft.com/office/drawing/2014/main" id="{FAC90901-4AD4-45C0-9EF3-D8140DD5E1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6824" y="1374227"/>
                <a:ext cx="204146" cy="245324"/>
              </a:xfrm>
              <a:prstGeom prst="rect">
                <a:avLst/>
              </a:prstGeom>
              <a:blipFill>
                <a:blip r:embed="rId13"/>
                <a:stretch>
                  <a:fillRect r="-515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8" name="文字方塊 1217">
                <a:extLst>
                  <a:ext uri="{FF2B5EF4-FFF2-40B4-BE49-F238E27FC236}">
                    <a16:creationId xmlns:a16="http://schemas.microsoft.com/office/drawing/2014/main" id="{B94F509E-72E0-4F5B-9AD1-D90C04FC6D83}"/>
                  </a:ext>
                </a:extLst>
              </p:cNvPr>
              <p:cNvSpPr txBox="1"/>
              <p:nvPr/>
            </p:nvSpPr>
            <p:spPr>
              <a:xfrm>
                <a:off x="7444577" y="2259905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18" name="文字方塊 1217">
                <a:extLst>
                  <a:ext uri="{FF2B5EF4-FFF2-40B4-BE49-F238E27FC236}">
                    <a16:creationId xmlns:a16="http://schemas.microsoft.com/office/drawing/2014/main" id="{B94F509E-72E0-4F5B-9AD1-D90C04FC6D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4577" y="2259905"/>
                <a:ext cx="204146" cy="245324"/>
              </a:xfrm>
              <a:prstGeom prst="rect">
                <a:avLst/>
              </a:prstGeom>
              <a:blipFill>
                <a:blip r:embed="rId32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9" name="文字方塊 1218">
                <a:extLst>
                  <a:ext uri="{FF2B5EF4-FFF2-40B4-BE49-F238E27FC236}">
                    <a16:creationId xmlns:a16="http://schemas.microsoft.com/office/drawing/2014/main" id="{632B5117-94CA-4463-BA2F-B0C66D1521E3}"/>
                  </a:ext>
                </a:extLst>
              </p:cNvPr>
              <p:cNvSpPr txBox="1"/>
              <p:nvPr/>
            </p:nvSpPr>
            <p:spPr>
              <a:xfrm>
                <a:off x="6565757" y="2416914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219" name="文字方塊 1218">
                <a:extLst>
                  <a:ext uri="{FF2B5EF4-FFF2-40B4-BE49-F238E27FC236}">
                    <a16:creationId xmlns:a16="http://schemas.microsoft.com/office/drawing/2014/main" id="{632B5117-94CA-4463-BA2F-B0C66D152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5757" y="2416914"/>
                <a:ext cx="1082966" cy="262829"/>
              </a:xfrm>
              <a:prstGeom prst="rect">
                <a:avLst/>
              </a:prstGeom>
              <a:blipFill>
                <a:blip r:embed="rId33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0" name="文字方塊 1219">
                <a:extLst>
                  <a:ext uri="{FF2B5EF4-FFF2-40B4-BE49-F238E27FC236}">
                    <a16:creationId xmlns:a16="http://schemas.microsoft.com/office/drawing/2014/main" id="{22338D1E-19F1-462F-8AA9-DDAD678FABD2}"/>
                  </a:ext>
                </a:extLst>
              </p:cNvPr>
              <p:cNvSpPr txBox="1"/>
              <p:nvPr/>
            </p:nvSpPr>
            <p:spPr>
              <a:xfrm>
                <a:off x="5547943" y="561961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220" name="文字方塊 1219">
                <a:extLst>
                  <a:ext uri="{FF2B5EF4-FFF2-40B4-BE49-F238E27FC236}">
                    <a16:creationId xmlns:a16="http://schemas.microsoft.com/office/drawing/2014/main" id="{22338D1E-19F1-462F-8AA9-DDAD678FAB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7943" y="5619617"/>
                <a:ext cx="1100937" cy="262829"/>
              </a:xfrm>
              <a:prstGeom prst="rect">
                <a:avLst/>
              </a:prstGeom>
              <a:blipFill>
                <a:blip r:embed="rId34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1" name="文字方塊 1220">
                <a:extLst>
                  <a:ext uri="{FF2B5EF4-FFF2-40B4-BE49-F238E27FC236}">
                    <a16:creationId xmlns:a16="http://schemas.microsoft.com/office/drawing/2014/main" id="{8AAA57EE-3560-4F68-A2D2-1B61EAA6075C}"/>
                  </a:ext>
                </a:extLst>
              </p:cNvPr>
              <p:cNvSpPr txBox="1"/>
              <p:nvPr/>
            </p:nvSpPr>
            <p:spPr>
              <a:xfrm>
                <a:off x="6723420" y="6292200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221" name="文字方塊 1220">
                <a:extLst>
                  <a:ext uri="{FF2B5EF4-FFF2-40B4-BE49-F238E27FC236}">
                    <a16:creationId xmlns:a16="http://schemas.microsoft.com/office/drawing/2014/main" id="{8AAA57EE-3560-4F68-A2D2-1B61EAA607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3420" y="6292200"/>
                <a:ext cx="1021987" cy="262829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2" name="文字方塊 1221">
                <a:extLst>
                  <a:ext uri="{FF2B5EF4-FFF2-40B4-BE49-F238E27FC236}">
                    <a16:creationId xmlns:a16="http://schemas.microsoft.com/office/drawing/2014/main" id="{4A4B0B81-8EA9-4026-A0EF-B557E0AB7512}"/>
                  </a:ext>
                </a:extLst>
              </p:cNvPr>
              <p:cNvSpPr txBox="1"/>
              <p:nvPr/>
            </p:nvSpPr>
            <p:spPr>
              <a:xfrm>
                <a:off x="6895477" y="4124933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222" name="文字方塊 1221">
                <a:extLst>
                  <a:ext uri="{FF2B5EF4-FFF2-40B4-BE49-F238E27FC236}">
                    <a16:creationId xmlns:a16="http://schemas.microsoft.com/office/drawing/2014/main" id="{4A4B0B81-8EA9-4026-A0EF-B557E0AB75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5477" y="4124933"/>
                <a:ext cx="562814" cy="262829"/>
              </a:xfrm>
              <a:prstGeom prst="rect">
                <a:avLst/>
              </a:prstGeom>
              <a:blipFill>
                <a:blip r:embed="rId36"/>
                <a:stretch>
                  <a:fillRect t="-93023" r="-53261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3" name="文字方塊 1222">
                <a:extLst>
                  <a:ext uri="{FF2B5EF4-FFF2-40B4-BE49-F238E27FC236}">
                    <a16:creationId xmlns:a16="http://schemas.microsoft.com/office/drawing/2014/main" id="{204EFF91-B827-4BC0-B1C3-A45AF98BA991}"/>
                  </a:ext>
                </a:extLst>
              </p:cNvPr>
              <p:cNvSpPr txBox="1"/>
              <p:nvPr/>
            </p:nvSpPr>
            <p:spPr>
              <a:xfrm>
                <a:off x="6907105" y="2744461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223" name="文字方塊 1222">
                <a:extLst>
                  <a:ext uri="{FF2B5EF4-FFF2-40B4-BE49-F238E27FC236}">
                    <a16:creationId xmlns:a16="http://schemas.microsoft.com/office/drawing/2014/main" id="{204EFF91-B827-4BC0-B1C3-A45AF98BA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105" y="2744461"/>
                <a:ext cx="562814" cy="262829"/>
              </a:xfrm>
              <a:prstGeom prst="rect">
                <a:avLst/>
              </a:prstGeom>
              <a:blipFill>
                <a:blip r:embed="rId37"/>
                <a:stretch>
                  <a:fillRect t="-93023" r="-4130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4" name="Oval 14">
            <a:extLst>
              <a:ext uri="{FF2B5EF4-FFF2-40B4-BE49-F238E27FC236}">
                <a16:creationId xmlns:a16="http://schemas.microsoft.com/office/drawing/2014/main" id="{56CB7EE4-2A2E-4CB9-97F2-75986264B5B4}"/>
              </a:ext>
            </a:extLst>
          </p:cNvPr>
          <p:cNvSpPr/>
          <p:nvPr/>
        </p:nvSpPr>
        <p:spPr>
          <a:xfrm>
            <a:off x="7135543" y="2983101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225" name="Oval 4">
            <a:extLst>
              <a:ext uri="{FF2B5EF4-FFF2-40B4-BE49-F238E27FC236}">
                <a16:creationId xmlns:a16="http://schemas.microsoft.com/office/drawing/2014/main" id="{3DDA1E9B-8EC1-406E-AC21-53BDC5C7965B}"/>
              </a:ext>
            </a:extLst>
          </p:cNvPr>
          <p:cNvSpPr/>
          <p:nvPr/>
        </p:nvSpPr>
        <p:spPr>
          <a:xfrm>
            <a:off x="6693448" y="3041350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226" name="Oval 15">
            <a:extLst>
              <a:ext uri="{FF2B5EF4-FFF2-40B4-BE49-F238E27FC236}">
                <a16:creationId xmlns:a16="http://schemas.microsoft.com/office/drawing/2014/main" id="{5EDED448-CD7F-4F31-B42D-060A7BB368A9}"/>
              </a:ext>
            </a:extLst>
          </p:cNvPr>
          <p:cNvSpPr/>
          <p:nvPr/>
        </p:nvSpPr>
        <p:spPr>
          <a:xfrm>
            <a:off x="7135543" y="4018072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227" name="SHO">
            <a:extLst>
              <a:ext uri="{FF2B5EF4-FFF2-40B4-BE49-F238E27FC236}">
                <a16:creationId xmlns:a16="http://schemas.microsoft.com/office/drawing/2014/main" id="{25029130-B792-4564-9F8C-4FAC5D594983}"/>
              </a:ext>
            </a:extLst>
          </p:cNvPr>
          <p:cNvSpPr/>
          <p:nvPr/>
        </p:nvSpPr>
        <p:spPr>
          <a:xfrm rot="16200000">
            <a:off x="6976229" y="3059627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228" name="SVO">
            <a:extLst>
              <a:ext uri="{FF2B5EF4-FFF2-40B4-BE49-F238E27FC236}">
                <a16:creationId xmlns:a16="http://schemas.microsoft.com/office/drawing/2014/main" id="{96D540F6-B661-4F4C-826A-2B0024E3921E}"/>
              </a:ext>
            </a:extLst>
          </p:cNvPr>
          <p:cNvSpPr/>
          <p:nvPr/>
        </p:nvSpPr>
        <p:spPr>
          <a:xfrm>
            <a:off x="6941231" y="3041697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229" name="Oval 6">
            <a:extLst>
              <a:ext uri="{FF2B5EF4-FFF2-40B4-BE49-F238E27FC236}">
                <a16:creationId xmlns:a16="http://schemas.microsoft.com/office/drawing/2014/main" id="{7100F8C3-EE8E-4CC4-8ECF-8637D0539B52}"/>
              </a:ext>
            </a:extLst>
          </p:cNvPr>
          <p:cNvSpPr/>
          <p:nvPr/>
        </p:nvSpPr>
        <p:spPr>
          <a:xfrm rot="16200000">
            <a:off x="6976229" y="3059627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0" name="TextBox 11">
                <a:extLst>
                  <a:ext uri="{FF2B5EF4-FFF2-40B4-BE49-F238E27FC236}">
                    <a16:creationId xmlns:a16="http://schemas.microsoft.com/office/drawing/2014/main" id="{A69EAD59-7B2F-4474-9DD9-1597A0163CA8}"/>
                  </a:ext>
                </a:extLst>
              </p:cNvPr>
              <p:cNvSpPr txBox="1"/>
              <p:nvPr/>
            </p:nvSpPr>
            <p:spPr>
              <a:xfrm>
                <a:off x="6811216" y="3435999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230" name="TextBox 11">
                <a:extLst>
                  <a:ext uri="{FF2B5EF4-FFF2-40B4-BE49-F238E27FC236}">
                    <a16:creationId xmlns:a16="http://schemas.microsoft.com/office/drawing/2014/main" id="{A69EAD59-7B2F-4474-9DD9-1597A0163C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1216" y="3435999"/>
                <a:ext cx="122489" cy="262829"/>
              </a:xfrm>
              <a:prstGeom prst="rect">
                <a:avLst/>
              </a:prstGeom>
              <a:blipFill>
                <a:blip r:embed="rId38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1" name="Oval 22">
            <a:extLst>
              <a:ext uri="{FF2B5EF4-FFF2-40B4-BE49-F238E27FC236}">
                <a16:creationId xmlns:a16="http://schemas.microsoft.com/office/drawing/2014/main" id="{15E1B3C3-5890-4E78-8DA3-83F99DC66BB8}"/>
              </a:ext>
            </a:extLst>
          </p:cNvPr>
          <p:cNvSpPr/>
          <p:nvPr/>
        </p:nvSpPr>
        <p:spPr>
          <a:xfrm>
            <a:off x="7134889" y="4018072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2" name="TextBox 12">
                <a:extLst>
                  <a:ext uri="{FF2B5EF4-FFF2-40B4-BE49-F238E27FC236}">
                    <a16:creationId xmlns:a16="http://schemas.microsoft.com/office/drawing/2014/main" id="{B1611A96-B3FA-4B38-B9EF-465C9D4FA840}"/>
                  </a:ext>
                </a:extLst>
              </p:cNvPr>
              <p:cNvSpPr txBox="1"/>
              <p:nvPr/>
            </p:nvSpPr>
            <p:spPr>
              <a:xfrm>
                <a:off x="7264625" y="3502043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232" name="TextBox 12">
                <a:extLst>
                  <a:ext uri="{FF2B5EF4-FFF2-40B4-BE49-F238E27FC236}">
                    <a16:creationId xmlns:a16="http://schemas.microsoft.com/office/drawing/2014/main" id="{B1611A96-B3FA-4B38-B9EF-465C9D4FA8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4625" y="3502043"/>
                <a:ext cx="122489" cy="262829"/>
              </a:xfrm>
              <a:prstGeom prst="rect">
                <a:avLst/>
              </a:prstGeom>
              <a:blipFill>
                <a:blip r:embed="rId39"/>
                <a:stretch>
                  <a:fillRect r="-5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3" name="TextBox 13">
                <a:extLst>
                  <a:ext uri="{FF2B5EF4-FFF2-40B4-BE49-F238E27FC236}">
                    <a16:creationId xmlns:a16="http://schemas.microsoft.com/office/drawing/2014/main" id="{964A513C-EA4A-4C8C-B916-D5D0FA98D015}"/>
                  </a:ext>
                </a:extLst>
              </p:cNvPr>
              <p:cNvSpPr txBox="1"/>
              <p:nvPr/>
            </p:nvSpPr>
            <p:spPr>
              <a:xfrm>
                <a:off x="7095616" y="3066068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233" name="TextBox 13">
                <a:extLst>
                  <a:ext uri="{FF2B5EF4-FFF2-40B4-BE49-F238E27FC236}">
                    <a16:creationId xmlns:a16="http://schemas.microsoft.com/office/drawing/2014/main" id="{964A513C-EA4A-4C8C-B916-D5D0FA98D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5616" y="3066068"/>
                <a:ext cx="177900" cy="262829"/>
              </a:xfrm>
              <a:prstGeom prst="rect">
                <a:avLst/>
              </a:prstGeom>
              <a:blipFill>
                <a:blip r:embed="rId40"/>
                <a:stretch>
                  <a:fillRect r="-103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4" name="DVO">
            <a:extLst>
              <a:ext uri="{FF2B5EF4-FFF2-40B4-BE49-F238E27FC236}">
                <a16:creationId xmlns:a16="http://schemas.microsoft.com/office/drawing/2014/main" id="{7BA56351-A6E8-4584-81BB-2F7EA8067AE2}"/>
              </a:ext>
            </a:extLst>
          </p:cNvPr>
          <p:cNvSpPr/>
          <p:nvPr/>
        </p:nvSpPr>
        <p:spPr>
          <a:xfrm flipH="1">
            <a:off x="6941231" y="3041697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235" name="Oval 23">
            <a:extLst>
              <a:ext uri="{FF2B5EF4-FFF2-40B4-BE49-F238E27FC236}">
                <a16:creationId xmlns:a16="http://schemas.microsoft.com/office/drawing/2014/main" id="{71BB3D89-7A27-4E89-B5E3-3C17EB32A17C}"/>
              </a:ext>
            </a:extLst>
          </p:cNvPr>
          <p:cNvSpPr/>
          <p:nvPr/>
        </p:nvSpPr>
        <p:spPr>
          <a:xfrm>
            <a:off x="7635327" y="350122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1236" name="Straight Arrow Connector 7">
            <a:extLst>
              <a:ext uri="{FF2B5EF4-FFF2-40B4-BE49-F238E27FC236}">
                <a16:creationId xmlns:a16="http://schemas.microsoft.com/office/drawing/2014/main" id="{F1594841-63F0-4342-940D-9335B4DA4BB8}"/>
              </a:ext>
            </a:extLst>
          </p:cNvPr>
          <p:cNvCxnSpPr>
            <a:cxnSpLocks/>
          </p:cNvCxnSpPr>
          <p:nvPr/>
        </p:nvCxnSpPr>
        <p:spPr>
          <a:xfrm flipV="1">
            <a:off x="7189055" y="3249263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7" name="Straight Arrow Connector 19">
            <a:extLst>
              <a:ext uri="{FF2B5EF4-FFF2-40B4-BE49-F238E27FC236}">
                <a16:creationId xmlns:a16="http://schemas.microsoft.com/office/drawing/2014/main" id="{515DE870-F085-4411-9C8A-470D5DB12D32}"/>
              </a:ext>
            </a:extLst>
          </p:cNvPr>
          <p:cNvCxnSpPr>
            <a:cxnSpLocks/>
          </p:cNvCxnSpPr>
          <p:nvPr/>
        </p:nvCxnSpPr>
        <p:spPr>
          <a:xfrm>
            <a:off x="7191121" y="3556444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8" name="Straight Arrow Connector 18">
            <a:extLst>
              <a:ext uri="{FF2B5EF4-FFF2-40B4-BE49-F238E27FC236}">
                <a16:creationId xmlns:a16="http://schemas.microsoft.com/office/drawing/2014/main" id="{7D06EE01-651E-4D5D-BC70-4C15CEBB31F6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072513" y="3437730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9" name="Oval 20">
            <a:extLst>
              <a:ext uri="{FF2B5EF4-FFF2-40B4-BE49-F238E27FC236}">
                <a16:creationId xmlns:a16="http://schemas.microsoft.com/office/drawing/2014/main" id="{8D2C7C57-7472-4B9C-88F5-5FC57744EA40}"/>
              </a:ext>
            </a:extLst>
          </p:cNvPr>
          <p:cNvSpPr/>
          <p:nvPr/>
        </p:nvSpPr>
        <p:spPr>
          <a:xfrm>
            <a:off x="6635521" y="350122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240" name="Oval 22">
            <a:extLst>
              <a:ext uri="{FF2B5EF4-FFF2-40B4-BE49-F238E27FC236}">
                <a16:creationId xmlns:a16="http://schemas.microsoft.com/office/drawing/2014/main" id="{36285A96-9C63-425C-B3BD-A554B52F6C51}"/>
              </a:ext>
            </a:extLst>
          </p:cNvPr>
          <p:cNvSpPr/>
          <p:nvPr/>
        </p:nvSpPr>
        <p:spPr>
          <a:xfrm>
            <a:off x="7135707" y="2977650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241" name="Partial Circle 9">
            <a:extLst>
              <a:ext uri="{FF2B5EF4-FFF2-40B4-BE49-F238E27FC236}">
                <a16:creationId xmlns:a16="http://schemas.microsoft.com/office/drawing/2014/main" id="{656A79F3-1B72-44D8-98D6-5CFDA8E82E6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145854" y="3491261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2" name="TextBox 10">
                <a:extLst>
                  <a:ext uri="{FF2B5EF4-FFF2-40B4-BE49-F238E27FC236}">
                    <a16:creationId xmlns:a16="http://schemas.microsoft.com/office/drawing/2014/main" id="{644BA4D7-E028-4841-B544-D7652E750316}"/>
                  </a:ext>
                </a:extLst>
              </p:cNvPr>
              <p:cNvSpPr txBox="1"/>
              <p:nvPr/>
            </p:nvSpPr>
            <p:spPr>
              <a:xfrm>
                <a:off x="6893843" y="3515526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242" name="TextBox 10">
                <a:extLst>
                  <a:ext uri="{FF2B5EF4-FFF2-40B4-BE49-F238E27FC236}">
                    <a16:creationId xmlns:a16="http://schemas.microsoft.com/office/drawing/2014/main" id="{644BA4D7-E028-4841-B544-D7652E750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3843" y="3515526"/>
                <a:ext cx="218239" cy="262829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43" name="Straight Arrow Connector 17">
            <a:extLst>
              <a:ext uri="{FF2B5EF4-FFF2-40B4-BE49-F238E27FC236}">
                <a16:creationId xmlns:a16="http://schemas.microsoft.com/office/drawing/2014/main" id="{F9896CFA-063E-4425-AF30-F011A8EECC53}"/>
              </a:ext>
            </a:extLst>
          </p:cNvPr>
          <p:cNvCxnSpPr>
            <a:cxnSpLocks/>
          </p:cNvCxnSpPr>
          <p:nvPr/>
        </p:nvCxnSpPr>
        <p:spPr>
          <a:xfrm flipH="1">
            <a:off x="7037336" y="3560541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244" name="Partial Circle 9">
            <a:extLst>
              <a:ext uri="{FF2B5EF4-FFF2-40B4-BE49-F238E27FC236}">
                <a16:creationId xmlns:a16="http://schemas.microsoft.com/office/drawing/2014/main" id="{D2D80876-DB89-4945-B202-193028B19931}"/>
              </a:ext>
            </a:extLst>
          </p:cNvPr>
          <p:cNvSpPr>
            <a:spLocks noChangeAspect="1"/>
          </p:cNvSpPr>
          <p:nvPr/>
        </p:nvSpPr>
        <p:spPr>
          <a:xfrm>
            <a:off x="7137046" y="3465493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5" name="TextBox 10">
                <a:extLst>
                  <a:ext uri="{FF2B5EF4-FFF2-40B4-BE49-F238E27FC236}">
                    <a16:creationId xmlns:a16="http://schemas.microsoft.com/office/drawing/2014/main" id="{36B91655-6FA9-4A6A-A780-5A59AB600D4D}"/>
                  </a:ext>
                </a:extLst>
              </p:cNvPr>
              <p:cNvSpPr txBox="1"/>
              <p:nvPr/>
            </p:nvSpPr>
            <p:spPr>
              <a:xfrm>
                <a:off x="7164584" y="3293699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245" name="TextBox 10">
                <a:extLst>
                  <a:ext uri="{FF2B5EF4-FFF2-40B4-BE49-F238E27FC236}">
                    <a16:creationId xmlns:a16="http://schemas.microsoft.com/office/drawing/2014/main" id="{36B91655-6FA9-4A6A-A780-5A59AB600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4584" y="3293699"/>
                <a:ext cx="205647" cy="262829"/>
              </a:xfrm>
              <a:prstGeom prst="rect">
                <a:avLst/>
              </a:prstGeom>
              <a:blipFill>
                <a:blip r:embed="rId23"/>
                <a:stretch>
                  <a:fillRect r="-17647"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46" name="Straight Arrow Connector 17">
            <a:extLst>
              <a:ext uri="{FF2B5EF4-FFF2-40B4-BE49-F238E27FC236}">
                <a16:creationId xmlns:a16="http://schemas.microsoft.com/office/drawing/2014/main" id="{C8EBA89E-D98E-4F43-AAA3-4D0E85CC6242}"/>
              </a:ext>
            </a:extLst>
          </p:cNvPr>
          <p:cNvCxnSpPr>
            <a:cxnSpLocks/>
          </p:cNvCxnSpPr>
          <p:nvPr/>
        </p:nvCxnSpPr>
        <p:spPr>
          <a:xfrm flipV="1">
            <a:off x="7185142" y="3251962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247" name="Oval 22">
            <a:extLst>
              <a:ext uri="{FF2B5EF4-FFF2-40B4-BE49-F238E27FC236}">
                <a16:creationId xmlns:a16="http://schemas.microsoft.com/office/drawing/2014/main" id="{D36391A0-0B12-4162-8A5A-221B4BFC4F0A}"/>
              </a:ext>
            </a:extLst>
          </p:cNvPr>
          <p:cNvSpPr/>
          <p:nvPr/>
        </p:nvSpPr>
        <p:spPr>
          <a:xfrm>
            <a:off x="7372281" y="3696273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248" name="Oval 22">
            <a:extLst>
              <a:ext uri="{FF2B5EF4-FFF2-40B4-BE49-F238E27FC236}">
                <a16:creationId xmlns:a16="http://schemas.microsoft.com/office/drawing/2014/main" id="{EE05D831-9E72-42D5-B19C-F502E7DFFC42}"/>
              </a:ext>
            </a:extLst>
          </p:cNvPr>
          <p:cNvSpPr/>
          <p:nvPr/>
        </p:nvSpPr>
        <p:spPr>
          <a:xfrm>
            <a:off x="6897496" y="3321721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9" name="文字方塊 1248">
                <a:extLst>
                  <a:ext uri="{FF2B5EF4-FFF2-40B4-BE49-F238E27FC236}">
                    <a16:creationId xmlns:a16="http://schemas.microsoft.com/office/drawing/2014/main" id="{916565A7-BA3F-4084-AFF3-93AAC3EC6309}"/>
                  </a:ext>
                </a:extLst>
              </p:cNvPr>
              <p:cNvSpPr txBox="1"/>
              <p:nvPr/>
            </p:nvSpPr>
            <p:spPr>
              <a:xfrm>
                <a:off x="5611333" y="3615557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249" name="文字方塊 1248">
                <a:extLst>
                  <a:ext uri="{FF2B5EF4-FFF2-40B4-BE49-F238E27FC236}">
                    <a16:creationId xmlns:a16="http://schemas.microsoft.com/office/drawing/2014/main" id="{916565A7-BA3F-4084-AFF3-93AAC3EC6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1333" y="3615557"/>
                <a:ext cx="974158" cy="262829"/>
              </a:xfrm>
              <a:prstGeom prst="rect">
                <a:avLst/>
              </a:prstGeom>
              <a:blipFill>
                <a:blip r:embed="rId42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50" name="直線接點 1249">
            <a:extLst>
              <a:ext uri="{FF2B5EF4-FFF2-40B4-BE49-F238E27FC236}">
                <a16:creationId xmlns:a16="http://schemas.microsoft.com/office/drawing/2014/main" id="{0CF51D75-7AC8-42D1-9E49-2165C5467862}"/>
              </a:ext>
            </a:extLst>
          </p:cNvPr>
          <p:cNvCxnSpPr>
            <a:cxnSpLocks/>
          </p:cNvCxnSpPr>
          <p:nvPr/>
        </p:nvCxnSpPr>
        <p:spPr>
          <a:xfrm>
            <a:off x="7484336" y="3829190"/>
            <a:ext cx="406400" cy="56832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51" name="文字方塊 1250">
                <a:extLst>
                  <a:ext uri="{FF2B5EF4-FFF2-40B4-BE49-F238E27FC236}">
                    <a16:creationId xmlns:a16="http://schemas.microsoft.com/office/drawing/2014/main" id="{00E8A049-D37D-43E4-B4AA-200740BE25A2}"/>
                  </a:ext>
                </a:extLst>
              </p:cNvPr>
              <p:cNvSpPr txBox="1"/>
              <p:nvPr/>
            </p:nvSpPr>
            <p:spPr>
              <a:xfrm>
                <a:off x="7724018" y="362444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251" name="文字方塊 1250">
                <a:extLst>
                  <a:ext uri="{FF2B5EF4-FFF2-40B4-BE49-F238E27FC236}">
                    <a16:creationId xmlns:a16="http://schemas.microsoft.com/office/drawing/2014/main" id="{00E8A049-D37D-43E4-B4AA-200740BE25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4018" y="3624447"/>
                <a:ext cx="1100937" cy="262829"/>
              </a:xfrm>
              <a:prstGeom prst="rect">
                <a:avLst/>
              </a:prstGeom>
              <a:blipFill>
                <a:blip r:embed="rId43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2" name="文字方塊 1251">
                <a:extLst>
                  <a:ext uri="{FF2B5EF4-FFF2-40B4-BE49-F238E27FC236}">
                    <a16:creationId xmlns:a16="http://schemas.microsoft.com/office/drawing/2014/main" id="{0E1D562B-364F-40FA-AD03-B5F71FA52856}"/>
                  </a:ext>
                </a:extLst>
              </p:cNvPr>
              <p:cNvSpPr txBox="1"/>
              <p:nvPr/>
            </p:nvSpPr>
            <p:spPr>
              <a:xfrm>
                <a:off x="7724018" y="5541550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252" name="文字方塊 1251">
                <a:extLst>
                  <a:ext uri="{FF2B5EF4-FFF2-40B4-BE49-F238E27FC236}">
                    <a16:creationId xmlns:a16="http://schemas.microsoft.com/office/drawing/2014/main" id="{0E1D562B-364F-40FA-AD03-B5F71FA52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4018" y="5541550"/>
                <a:ext cx="1100937" cy="262829"/>
              </a:xfrm>
              <a:prstGeom prst="rect">
                <a:avLst/>
              </a:prstGeom>
              <a:blipFill>
                <a:blip r:embed="rId44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53" name="直線接點 1252">
            <a:extLst>
              <a:ext uri="{FF2B5EF4-FFF2-40B4-BE49-F238E27FC236}">
                <a16:creationId xmlns:a16="http://schemas.microsoft.com/office/drawing/2014/main" id="{3D51ABBF-56B6-4030-B382-331827D95103}"/>
              </a:ext>
            </a:extLst>
          </p:cNvPr>
          <p:cNvCxnSpPr>
            <a:cxnSpLocks/>
          </p:cNvCxnSpPr>
          <p:nvPr/>
        </p:nvCxnSpPr>
        <p:spPr>
          <a:xfrm>
            <a:off x="6531836" y="2786445"/>
            <a:ext cx="398272" cy="56904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254" name="群組 1253">
            <a:extLst>
              <a:ext uri="{FF2B5EF4-FFF2-40B4-BE49-F238E27FC236}">
                <a16:creationId xmlns:a16="http://schemas.microsoft.com/office/drawing/2014/main" id="{0A5894D7-0F68-490A-859B-9237EAFA441A}"/>
              </a:ext>
            </a:extLst>
          </p:cNvPr>
          <p:cNvGrpSpPr/>
          <p:nvPr/>
        </p:nvGrpSpPr>
        <p:grpSpPr>
          <a:xfrm>
            <a:off x="7738267" y="753665"/>
            <a:ext cx="1234633" cy="1134769"/>
            <a:chOff x="4207769" y="2687931"/>
            <a:chExt cx="1323709" cy="1216640"/>
          </a:xfrm>
        </p:grpSpPr>
        <p:pic>
          <p:nvPicPr>
            <p:cNvPr id="1255" name="圖片 1254">
              <a:extLst>
                <a:ext uri="{FF2B5EF4-FFF2-40B4-BE49-F238E27FC236}">
                  <a16:creationId xmlns:a16="http://schemas.microsoft.com/office/drawing/2014/main" id="{90BA59B0-D4F2-47F1-9976-0E68A3A317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68043"/>
            <a:stretch/>
          </p:blipFill>
          <p:spPr>
            <a:xfrm>
              <a:off x="4207769" y="2691196"/>
              <a:ext cx="1323709" cy="257490"/>
            </a:xfrm>
            <a:prstGeom prst="rect">
              <a:avLst/>
            </a:prstGeom>
          </p:spPr>
        </p:pic>
        <p:pic>
          <p:nvPicPr>
            <p:cNvPr id="1256" name="圖片 1255">
              <a:extLst>
                <a:ext uri="{FF2B5EF4-FFF2-40B4-BE49-F238E27FC236}">
                  <a16:creationId xmlns:a16="http://schemas.microsoft.com/office/drawing/2014/main" id="{419F2432-97BE-4222-A587-49E8E0E981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60450"/>
            <a:stretch/>
          </p:blipFill>
          <p:spPr>
            <a:xfrm>
              <a:off x="4207769" y="3585899"/>
              <a:ext cx="1323709" cy="318672"/>
            </a:xfrm>
            <a:prstGeom prst="rect">
              <a:avLst/>
            </a:prstGeom>
          </p:spPr>
        </p:pic>
        <p:pic>
          <p:nvPicPr>
            <p:cNvPr id="1257" name="圖片 1256">
              <a:extLst>
                <a:ext uri="{FF2B5EF4-FFF2-40B4-BE49-F238E27FC236}">
                  <a16:creationId xmlns:a16="http://schemas.microsoft.com/office/drawing/2014/main" id="{CE8B4F80-E55D-40DC-AC00-8646755436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5"/>
            <a:srcRect l="11507" t="21184" r="9434" b="16673"/>
            <a:stretch/>
          </p:blipFill>
          <p:spPr>
            <a:xfrm>
              <a:off x="4326730" y="3647575"/>
              <a:ext cx="531019" cy="129089"/>
            </a:xfrm>
            <a:prstGeom prst="rect">
              <a:avLst/>
            </a:prstGeom>
          </p:spPr>
        </p:pic>
        <p:pic>
          <p:nvPicPr>
            <p:cNvPr id="1258" name="圖片 1257">
              <a:extLst>
                <a:ext uri="{FF2B5EF4-FFF2-40B4-BE49-F238E27FC236}">
                  <a16:creationId xmlns:a16="http://schemas.microsoft.com/office/drawing/2014/main" id="{0CB8588B-77A1-49C6-B5D9-1A264F847D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5"/>
            <a:srcRect l="11507" t="21184" r="9434" b="16673"/>
            <a:stretch/>
          </p:blipFill>
          <p:spPr>
            <a:xfrm>
              <a:off x="4326730" y="2687931"/>
              <a:ext cx="531019" cy="129089"/>
            </a:xfrm>
            <a:prstGeom prst="rect">
              <a:avLst/>
            </a:prstGeom>
          </p:spPr>
        </p:pic>
      </p:grpSp>
      <p:cxnSp>
        <p:nvCxnSpPr>
          <p:cNvPr id="1259" name="直線接點 1258">
            <a:extLst>
              <a:ext uri="{FF2B5EF4-FFF2-40B4-BE49-F238E27FC236}">
                <a16:creationId xmlns:a16="http://schemas.microsoft.com/office/drawing/2014/main" id="{CF946EC2-20FD-4ABB-BD9B-20597BBF3F3D}"/>
              </a:ext>
            </a:extLst>
          </p:cNvPr>
          <p:cNvCxnSpPr>
            <a:cxnSpLocks/>
          </p:cNvCxnSpPr>
          <p:nvPr/>
        </p:nvCxnSpPr>
        <p:spPr>
          <a:xfrm flipH="1">
            <a:off x="6512786" y="3599421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60" name="直線接點 1259">
            <a:extLst>
              <a:ext uri="{FF2B5EF4-FFF2-40B4-BE49-F238E27FC236}">
                <a16:creationId xmlns:a16="http://schemas.microsoft.com/office/drawing/2014/main" id="{218A6D23-A608-4CC1-9F1E-D2D74E89256C}"/>
              </a:ext>
            </a:extLst>
          </p:cNvPr>
          <p:cNvCxnSpPr>
            <a:cxnSpLocks/>
          </p:cNvCxnSpPr>
          <p:nvPr/>
        </p:nvCxnSpPr>
        <p:spPr>
          <a:xfrm flipV="1">
            <a:off x="7735161" y="3238641"/>
            <a:ext cx="123825" cy="263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文字方塊 266">
                <a:extLst>
                  <a:ext uri="{FF2B5EF4-FFF2-40B4-BE49-F238E27FC236}">
                    <a16:creationId xmlns:a16="http://schemas.microsoft.com/office/drawing/2014/main" id="{C8780539-8722-40CF-A9C7-67ED14D4684B}"/>
                  </a:ext>
                </a:extLst>
              </p:cNvPr>
              <p:cNvSpPr txBox="1"/>
              <p:nvPr/>
            </p:nvSpPr>
            <p:spPr>
              <a:xfrm>
                <a:off x="10693528" y="2128352"/>
                <a:ext cx="496312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 xmlns="">
          <p:sp>
            <p:nvSpPr>
              <p:cNvPr id="267" name="文字方塊 266">
                <a:extLst>
                  <a:ext uri="{FF2B5EF4-FFF2-40B4-BE49-F238E27FC236}">
                    <a16:creationId xmlns:a16="http://schemas.microsoft.com/office/drawing/2014/main" id="{C8780539-8722-40CF-A9C7-67ED14D46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3528" y="2128352"/>
                <a:ext cx="496312" cy="272254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8" name="文字方塊 267">
                <a:extLst>
                  <a:ext uri="{FF2B5EF4-FFF2-40B4-BE49-F238E27FC236}">
                    <a16:creationId xmlns:a16="http://schemas.microsoft.com/office/drawing/2014/main" id="{079CA27B-208C-4219-AADC-B4463D55B86E}"/>
                  </a:ext>
                </a:extLst>
              </p:cNvPr>
              <p:cNvSpPr txBox="1"/>
              <p:nvPr/>
            </p:nvSpPr>
            <p:spPr>
              <a:xfrm>
                <a:off x="10693528" y="1224162"/>
                <a:ext cx="496312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 xmlns="">
          <p:sp>
            <p:nvSpPr>
              <p:cNvPr id="268" name="文字方塊 267">
                <a:extLst>
                  <a:ext uri="{FF2B5EF4-FFF2-40B4-BE49-F238E27FC236}">
                    <a16:creationId xmlns:a16="http://schemas.microsoft.com/office/drawing/2014/main" id="{079CA27B-208C-4219-AADC-B4463D55B8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3528" y="1224162"/>
                <a:ext cx="496312" cy="272254"/>
              </a:xfrm>
              <a:prstGeom prst="rect">
                <a:avLst/>
              </a:prstGeom>
              <a:blipFill>
                <a:blip r:embed="rId47"/>
                <a:stretch>
                  <a:fillRect b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9" name="群組 268">
            <a:extLst>
              <a:ext uri="{FF2B5EF4-FFF2-40B4-BE49-F238E27FC236}">
                <a16:creationId xmlns:a16="http://schemas.microsoft.com/office/drawing/2014/main" id="{36149ECF-193D-4C44-A5CF-F288486A4ECF}"/>
              </a:ext>
            </a:extLst>
          </p:cNvPr>
          <p:cNvGrpSpPr/>
          <p:nvPr/>
        </p:nvGrpSpPr>
        <p:grpSpPr>
          <a:xfrm>
            <a:off x="10718574" y="1044939"/>
            <a:ext cx="50518" cy="48461"/>
            <a:chOff x="1373392" y="2391862"/>
            <a:chExt cx="479433" cy="476535"/>
          </a:xfrm>
        </p:grpSpPr>
        <p:sp>
          <p:nvSpPr>
            <p:cNvPr id="270" name="箭號: 向右 269">
              <a:extLst>
                <a:ext uri="{FF2B5EF4-FFF2-40B4-BE49-F238E27FC236}">
                  <a16:creationId xmlns:a16="http://schemas.microsoft.com/office/drawing/2014/main" id="{57110906-294D-4A45-BC61-87AF4D5F957A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271" name="箭號: 向右 270">
              <a:extLst>
                <a:ext uri="{FF2B5EF4-FFF2-40B4-BE49-F238E27FC236}">
                  <a16:creationId xmlns:a16="http://schemas.microsoft.com/office/drawing/2014/main" id="{8D836A15-220C-4D4B-8794-05814C457846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2" name="文字方塊 271">
                <a:extLst>
                  <a:ext uri="{FF2B5EF4-FFF2-40B4-BE49-F238E27FC236}">
                    <a16:creationId xmlns:a16="http://schemas.microsoft.com/office/drawing/2014/main" id="{F3DABC41-C3C0-4DB8-BF5C-8B781ADA4404}"/>
                  </a:ext>
                </a:extLst>
              </p:cNvPr>
              <p:cNvSpPr txBox="1"/>
              <p:nvPr/>
            </p:nvSpPr>
            <p:spPr>
              <a:xfrm>
                <a:off x="10594349" y="801424"/>
                <a:ext cx="198362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2" name="文字方塊 271">
                <a:extLst>
                  <a:ext uri="{FF2B5EF4-FFF2-40B4-BE49-F238E27FC236}">
                    <a16:creationId xmlns:a16="http://schemas.microsoft.com/office/drawing/2014/main" id="{F3DABC41-C3C0-4DB8-BF5C-8B781ADA44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4349" y="801424"/>
                <a:ext cx="198362" cy="276614"/>
              </a:xfrm>
              <a:prstGeom prst="rect">
                <a:avLst/>
              </a:prstGeom>
              <a:blipFill>
                <a:blip r:embed="rId9"/>
                <a:stretch>
                  <a:fillRect r="-468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3" name="文字方塊 272">
                <a:extLst>
                  <a:ext uri="{FF2B5EF4-FFF2-40B4-BE49-F238E27FC236}">
                    <a16:creationId xmlns:a16="http://schemas.microsoft.com/office/drawing/2014/main" id="{A28C37A0-35AA-4A01-A483-BBE83A4BE96D}"/>
                  </a:ext>
                </a:extLst>
              </p:cNvPr>
              <p:cNvSpPr txBox="1"/>
              <p:nvPr/>
            </p:nvSpPr>
            <p:spPr>
              <a:xfrm>
                <a:off x="10683896" y="997258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3" name="文字方塊 272">
                <a:extLst>
                  <a:ext uri="{FF2B5EF4-FFF2-40B4-BE49-F238E27FC236}">
                    <a16:creationId xmlns:a16="http://schemas.microsoft.com/office/drawing/2014/main" id="{A28C37A0-35AA-4A01-A483-BBE83A4BE9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3896" y="997258"/>
                <a:ext cx="149279" cy="262829"/>
              </a:xfrm>
              <a:prstGeom prst="rect">
                <a:avLst/>
              </a:prstGeom>
              <a:blipFill>
                <a:blip r:embed="rId48"/>
                <a:stretch>
                  <a:fillRect r="-708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4" name="群組 273">
            <a:extLst>
              <a:ext uri="{FF2B5EF4-FFF2-40B4-BE49-F238E27FC236}">
                <a16:creationId xmlns:a16="http://schemas.microsoft.com/office/drawing/2014/main" id="{69F97F08-DF72-4DEE-B432-34DF1F8CF82B}"/>
              </a:ext>
            </a:extLst>
          </p:cNvPr>
          <p:cNvGrpSpPr/>
          <p:nvPr/>
        </p:nvGrpSpPr>
        <p:grpSpPr>
          <a:xfrm>
            <a:off x="10723266" y="1930618"/>
            <a:ext cx="50518" cy="48461"/>
            <a:chOff x="1373392" y="2391862"/>
            <a:chExt cx="479433" cy="476535"/>
          </a:xfrm>
        </p:grpSpPr>
        <p:sp>
          <p:nvSpPr>
            <p:cNvPr id="275" name="箭號: 向右 274">
              <a:extLst>
                <a:ext uri="{FF2B5EF4-FFF2-40B4-BE49-F238E27FC236}">
                  <a16:creationId xmlns:a16="http://schemas.microsoft.com/office/drawing/2014/main" id="{5F014916-F341-4159-A87F-D1F2A9DF2AE9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276" name="箭號: 向右 275">
              <a:extLst>
                <a:ext uri="{FF2B5EF4-FFF2-40B4-BE49-F238E27FC236}">
                  <a16:creationId xmlns:a16="http://schemas.microsoft.com/office/drawing/2014/main" id="{8D096D5E-64AF-44E5-A606-250611B3024B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7" name="文字方塊 276">
                <a:extLst>
                  <a:ext uri="{FF2B5EF4-FFF2-40B4-BE49-F238E27FC236}">
                    <a16:creationId xmlns:a16="http://schemas.microsoft.com/office/drawing/2014/main" id="{91161718-3AB2-473D-8FFB-5962DA8BA18C}"/>
                  </a:ext>
                </a:extLst>
              </p:cNvPr>
              <p:cNvSpPr txBox="1"/>
              <p:nvPr/>
            </p:nvSpPr>
            <p:spPr>
              <a:xfrm>
                <a:off x="10599036" y="1687103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7" name="文字方塊 276">
                <a:extLst>
                  <a:ext uri="{FF2B5EF4-FFF2-40B4-BE49-F238E27FC236}">
                    <a16:creationId xmlns:a16="http://schemas.microsoft.com/office/drawing/2014/main" id="{91161718-3AB2-473D-8FFB-5962DA8BA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9036" y="1687103"/>
                <a:ext cx="182571" cy="276614"/>
              </a:xfrm>
              <a:prstGeom prst="rect">
                <a:avLst/>
              </a:prstGeom>
              <a:blipFill>
                <a:blip r:embed="rId30"/>
                <a:stretch>
                  <a:fillRect r="-5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8" name="文字方塊 277">
                <a:extLst>
                  <a:ext uri="{FF2B5EF4-FFF2-40B4-BE49-F238E27FC236}">
                    <a16:creationId xmlns:a16="http://schemas.microsoft.com/office/drawing/2014/main" id="{6BE81658-BDF4-4626-BD5C-3A6989EE4DBC}"/>
                  </a:ext>
                </a:extLst>
              </p:cNvPr>
              <p:cNvSpPr txBox="1"/>
              <p:nvPr/>
            </p:nvSpPr>
            <p:spPr>
              <a:xfrm>
                <a:off x="10729864" y="1844836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8" name="文字方塊 277">
                <a:extLst>
                  <a:ext uri="{FF2B5EF4-FFF2-40B4-BE49-F238E27FC236}">
                    <a16:creationId xmlns:a16="http://schemas.microsoft.com/office/drawing/2014/main" id="{6BE81658-BDF4-4626-BD5C-3A6989EE4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9864" y="1844836"/>
                <a:ext cx="149279" cy="262829"/>
              </a:xfrm>
              <a:prstGeom prst="rect">
                <a:avLst/>
              </a:prstGeom>
              <a:blipFill>
                <a:blip r:embed="rId49"/>
                <a:stretch>
                  <a:fillRect r="-6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9" name="圖片 278">
            <a:extLst>
              <a:ext uri="{FF2B5EF4-FFF2-40B4-BE49-F238E27FC236}">
                <a16:creationId xmlns:a16="http://schemas.microsoft.com/office/drawing/2014/main" id="{95429BDB-5C85-44A6-A57D-02E7F5CBA0FA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/>
          <a:stretch/>
        </p:blipFill>
        <p:spPr>
          <a:xfrm>
            <a:off x="11147194" y="1559016"/>
            <a:ext cx="260536" cy="871126"/>
          </a:xfrm>
          <a:prstGeom prst="rect">
            <a:avLst/>
          </a:prstGeom>
        </p:spPr>
      </p:pic>
      <p:pic>
        <p:nvPicPr>
          <p:cNvPr id="280" name="圖片 279">
            <a:extLst>
              <a:ext uri="{FF2B5EF4-FFF2-40B4-BE49-F238E27FC236}">
                <a16:creationId xmlns:a16="http://schemas.microsoft.com/office/drawing/2014/main" id="{37024A40-A896-4A18-A450-026E4AF359E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50242"/>
          <a:stretch/>
        </p:blipFill>
        <p:spPr>
          <a:xfrm>
            <a:off x="11145842" y="680463"/>
            <a:ext cx="260536" cy="8640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81" name="文字方塊 280">
                <a:extLst>
                  <a:ext uri="{FF2B5EF4-FFF2-40B4-BE49-F238E27FC236}">
                    <a16:creationId xmlns:a16="http://schemas.microsoft.com/office/drawing/2014/main" id="{A11B4EA8-8E6A-4D31-B4FC-16CDCDEF5C11}"/>
                  </a:ext>
                </a:extLst>
              </p:cNvPr>
              <p:cNvSpPr txBox="1"/>
              <p:nvPr/>
            </p:nvSpPr>
            <p:spPr>
              <a:xfrm>
                <a:off x="11091739" y="1348322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1" name="文字方塊 280">
                <a:extLst>
                  <a:ext uri="{FF2B5EF4-FFF2-40B4-BE49-F238E27FC236}">
                    <a16:creationId xmlns:a16="http://schemas.microsoft.com/office/drawing/2014/main" id="{A11B4EA8-8E6A-4D31-B4FC-16CDCDEF5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1739" y="1348322"/>
                <a:ext cx="204146" cy="245324"/>
              </a:xfrm>
              <a:prstGeom prst="rect">
                <a:avLst/>
              </a:prstGeom>
              <a:blipFill>
                <a:blip r:embed="rId12"/>
                <a:stretch>
                  <a:fillRect r="-515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2" name="文字方塊 281">
                <a:extLst>
                  <a:ext uri="{FF2B5EF4-FFF2-40B4-BE49-F238E27FC236}">
                    <a16:creationId xmlns:a16="http://schemas.microsoft.com/office/drawing/2014/main" id="{16EA8469-53FB-4066-9CE2-65C8139523BF}"/>
                  </a:ext>
                </a:extLst>
              </p:cNvPr>
              <p:cNvSpPr txBox="1"/>
              <p:nvPr/>
            </p:nvSpPr>
            <p:spPr>
              <a:xfrm>
                <a:off x="11099492" y="2234000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2" name="文字方塊 281">
                <a:extLst>
                  <a:ext uri="{FF2B5EF4-FFF2-40B4-BE49-F238E27FC236}">
                    <a16:creationId xmlns:a16="http://schemas.microsoft.com/office/drawing/2014/main" id="{16EA8469-53FB-4066-9CE2-65C813952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9492" y="2234000"/>
                <a:ext cx="204146" cy="245324"/>
              </a:xfrm>
              <a:prstGeom prst="rect">
                <a:avLst/>
              </a:prstGeom>
              <a:blipFill>
                <a:blip r:embed="rId13"/>
                <a:stretch>
                  <a:fillRect r="-515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3" name="文字方塊 282">
                <a:extLst>
                  <a:ext uri="{FF2B5EF4-FFF2-40B4-BE49-F238E27FC236}">
                    <a16:creationId xmlns:a16="http://schemas.microsoft.com/office/drawing/2014/main" id="{3CE5E256-31BB-4E8D-9178-46948269FC66}"/>
                  </a:ext>
                </a:extLst>
              </p:cNvPr>
              <p:cNvSpPr txBox="1"/>
              <p:nvPr/>
            </p:nvSpPr>
            <p:spPr>
              <a:xfrm>
                <a:off x="10220672" y="2391009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283" name="文字方塊 282">
                <a:extLst>
                  <a:ext uri="{FF2B5EF4-FFF2-40B4-BE49-F238E27FC236}">
                    <a16:creationId xmlns:a16="http://schemas.microsoft.com/office/drawing/2014/main" id="{3CE5E256-31BB-4E8D-9178-46948269F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0672" y="2391009"/>
                <a:ext cx="1082966" cy="262829"/>
              </a:xfrm>
              <a:prstGeom prst="rect">
                <a:avLst/>
              </a:prstGeom>
              <a:blipFill>
                <a:blip r:embed="rId50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4" name="文字方塊 283">
                <a:extLst>
                  <a:ext uri="{FF2B5EF4-FFF2-40B4-BE49-F238E27FC236}">
                    <a16:creationId xmlns:a16="http://schemas.microsoft.com/office/drawing/2014/main" id="{4A22214C-63F9-45D0-A391-4ADF2172B38C}"/>
                  </a:ext>
                </a:extLst>
              </p:cNvPr>
              <p:cNvSpPr txBox="1"/>
              <p:nvPr/>
            </p:nvSpPr>
            <p:spPr>
              <a:xfrm>
                <a:off x="9202858" y="5593712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284" name="文字方塊 283">
                <a:extLst>
                  <a:ext uri="{FF2B5EF4-FFF2-40B4-BE49-F238E27FC236}">
                    <a16:creationId xmlns:a16="http://schemas.microsoft.com/office/drawing/2014/main" id="{4A22214C-63F9-45D0-A391-4ADF2172B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2858" y="5593712"/>
                <a:ext cx="1100937" cy="262829"/>
              </a:xfrm>
              <a:prstGeom prst="rect">
                <a:avLst/>
              </a:prstGeom>
              <a:blipFill>
                <a:blip r:embed="rId51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5" name="文字方塊 284">
                <a:extLst>
                  <a:ext uri="{FF2B5EF4-FFF2-40B4-BE49-F238E27FC236}">
                    <a16:creationId xmlns:a16="http://schemas.microsoft.com/office/drawing/2014/main" id="{D0AB2CC8-E91E-4D04-96ED-D3FE329C068F}"/>
                  </a:ext>
                </a:extLst>
              </p:cNvPr>
              <p:cNvSpPr txBox="1"/>
              <p:nvPr/>
            </p:nvSpPr>
            <p:spPr>
              <a:xfrm>
                <a:off x="10336887" y="6255420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285" name="文字方塊 284">
                <a:extLst>
                  <a:ext uri="{FF2B5EF4-FFF2-40B4-BE49-F238E27FC236}">
                    <a16:creationId xmlns:a16="http://schemas.microsoft.com/office/drawing/2014/main" id="{D0AB2CC8-E91E-4D04-96ED-D3FE329C0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6887" y="6255420"/>
                <a:ext cx="1021987" cy="262829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6" name="文字方塊 285">
                <a:extLst>
                  <a:ext uri="{FF2B5EF4-FFF2-40B4-BE49-F238E27FC236}">
                    <a16:creationId xmlns:a16="http://schemas.microsoft.com/office/drawing/2014/main" id="{FFD3C608-29FB-4BB3-B984-D58271FA0180}"/>
                  </a:ext>
                </a:extLst>
              </p:cNvPr>
              <p:cNvSpPr txBox="1"/>
              <p:nvPr/>
            </p:nvSpPr>
            <p:spPr>
              <a:xfrm>
                <a:off x="10550392" y="4099028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286" name="文字方塊 285">
                <a:extLst>
                  <a:ext uri="{FF2B5EF4-FFF2-40B4-BE49-F238E27FC236}">
                    <a16:creationId xmlns:a16="http://schemas.microsoft.com/office/drawing/2014/main" id="{FFD3C608-29FB-4BB3-B984-D58271FA0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0392" y="4099028"/>
                <a:ext cx="562814" cy="262829"/>
              </a:xfrm>
              <a:prstGeom prst="rect">
                <a:avLst/>
              </a:prstGeom>
              <a:blipFill>
                <a:blip r:embed="rId53"/>
                <a:stretch>
                  <a:fillRect t="-90909" r="-52174" b="-145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7" name="文字方塊 286">
                <a:extLst>
                  <a:ext uri="{FF2B5EF4-FFF2-40B4-BE49-F238E27FC236}">
                    <a16:creationId xmlns:a16="http://schemas.microsoft.com/office/drawing/2014/main" id="{D6B9F59A-1934-4D49-8CAE-EC8502D33B6B}"/>
                  </a:ext>
                </a:extLst>
              </p:cNvPr>
              <p:cNvSpPr txBox="1"/>
              <p:nvPr/>
            </p:nvSpPr>
            <p:spPr>
              <a:xfrm>
                <a:off x="10562020" y="2718556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287" name="文字方塊 286">
                <a:extLst>
                  <a:ext uri="{FF2B5EF4-FFF2-40B4-BE49-F238E27FC236}">
                    <a16:creationId xmlns:a16="http://schemas.microsoft.com/office/drawing/2014/main" id="{D6B9F59A-1934-4D49-8CAE-EC8502D33B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2020" y="2718556"/>
                <a:ext cx="562814" cy="262829"/>
              </a:xfrm>
              <a:prstGeom prst="rect">
                <a:avLst/>
              </a:prstGeom>
              <a:blipFill>
                <a:blip r:embed="rId54"/>
                <a:stretch>
                  <a:fillRect t="-93023" r="-40217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8" name="Oval 14">
            <a:extLst>
              <a:ext uri="{FF2B5EF4-FFF2-40B4-BE49-F238E27FC236}">
                <a16:creationId xmlns:a16="http://schemas.microsoft.com/office/drawing/2014/main" id="{DA4B18EE-42B1-4EFA-8222-4332B10E3B20}"/>
              </a:ext>
            </a:extLst>
          </p:cNvPr>
          <p:cNvSpPr/>
          <p:nvPr/>
        </p:nvSpPr>
        <p:spPr>
          <a:xfrm>
            <a:off x="10790458" y="2957196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289" name="Oval 4">
            <a:extLst>
              <a:ext uri="{FF2B5EF4-FFF2-40B4-BE49-F238E27FC236}">
                <a16:creationId xmlns:a16="http://schemas.microsoft.com/office/drawing/2014/main" id="{434DC2F0-9675-4330-A80D-4EE084579E5A}"/>
              </a:ext>
            </a:extLst>
          </p:cNvPr>
          <p:cNvSpPr/>
          <p:nvPr/>
        </p:nvSpPr>
        <p:spPr>
          <a:xfrm>
            <a:off x="10348363" y="3015445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290" name="Oval 15">
            <a:extLst>
              <a:ext uri="{FF2B5EF4-FFF2-40B4-BE49-F238E27FC236}">
                <a16:creationId xmlns:a16="http://schemas.microsoft.com/office/drawing/2014/main" id="{4259FF1A-0AD3-440A-85DC-8F5B6D80D8E8}"/>
              </a:ext>
            </a:extLst>
          </p:cNvPr>
          <p:cNvSpPr/>
          <p:nvPr/>
        </p:nvSpPr>
        <p:spPr>
          <a:xfrm>
            <a:off x="10790458" y="3992167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291" name="SHO">
            <a:extLst>
              <a:ext uri="{FF2B5EF4-FFF2-40B4-BE49-F238E27FC236}">
                <a16:creationId xmlns:a16="http://schemas.microsoft.com/office/drawing/2014/main" id="{2D98195C-F07B-4F1F-8B77-75C8DB146459}"/>
              </a:ext>
            </a:extLst>
          </p:cNvPr>
          <p:cNvSpPr/>
          <p:nvPr/>
        </p:nvSpPr>
        <p:spPr>
          <a:xfrm rot="16200000">
            <a:off x="10631144" y="3033722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292" name="SVO">
            <a:extLst>
              <a:ext uri="{FF2B5EF4-FFF2-40B4-BE49-F238E27FC236}">
                <a16:creationId xmlns:a16="http://schemas.microsoft.com/office/drawing/2014/main" id="{7CBC7BC8-8A85-46FD-AD42-ABF0B3DD7315}"/>
              </a:ext>
            </a:extLst>
          </p:cNvPr>
          <p:cNvSpPr/>
          <p:nvPr/>
        </p:nvSpPr>
        <p:spPr>
          <a:xfrm>
            <a:off x="10596146" y="3015792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293" name="Oval 6">
            <a:extLst>
              <a:ext uri="{FF2B5EF4-FFF2-40B4-BE49-F238E27FC236}">
                <a16:creationId xmlns:a16="http://schemas.microsoft.com/office/drawing/2014/main" id="{7A413C2B-F5B7-4D10-BF80-37E90F1DC2AC}"/>
              </a:ext>
            </a:extLst>
          </p:cNvPr>
          <p:cNvSpPr/>
          <p:nvPr/>
        </p:nvSpPr>
        <p:spPr>
          <a:xfrm rot="16200000">
            <a:off x="10631144" y="3033722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4" name="TextBox 11">
                <a:extLst>
                  <a:ext uri="{FF2B5EF4-FFF2-40B4-BE49-F238E27FC236}">
                    <a16:creationId xmlns:a16="http://schemas.microsoft.com/office/drawing/2014/main" id="{C04D12DD-4DD1-40CC-88F8-15666390C609}"/>
                  </a:ext>
                </a:extLst>
              </p:cNvPr>
              <p:cNvSpPr txBox="1"/>
              <p:nvPr/>
            </p:nvSpPr>
            <p:spPr>
              <a:xfrm>
                <a:off x="10466131" y="3410094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94" name="TextBox 11">
                <a:extLst>
                  <a:ext uri="{FF2B5EF4-FFF2-40B4-BE49-F238E27FC236}">
                    <a16:creationId xmlns:a16="http://schemas.microsoft.com/office/drawing/2014/main" id="{C04D12DD-4DD1-40CC-88F8-15666390C6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6131" y="3410094"/>
                <a:ext cx="122489" cy="262829"/>
              </a:xfrm>
              <a:prstGeom prst="rect">
                <a:avLst/>
              </a:prstGeom>
              <a:blipFill>
                <a:blip r:embed="rId19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5" name="Oval 22">
            <a:extLst>
              <a:ext uri="{FF2B5EF4-FFF2-40B4-BE49-F238E27FC236}">
                <a16:creationId xmlns:a16="http://schemas.microsoft.com/office/drawing/2014/main" id="{05791D37-5BED-427A-B56C-8F7D7CF24F4C}"/>
              </a:ext>
            </a:extLst>
          </p:cNvPr>
          <p:cNvSpPr/>
          <p:nvPr/>
        </p:nvSpPr>
        <p:spPr>
          <a:xfrm>
            <a:off x="10789804" y="3992167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6" name="TextBox 12">
                <a:extLst>
                  <a:ext uri="{FF2B5EF4-FFF2-40B4-BE49-F238E27FC236}">
                    <a16:creationId xmlns:a16="http://schemas.microsoft.com/office/drawing/2014/main" id="{D39EE878-A0AA-4068-AF89-AE7D96ABDE20}"/>
                  </a:ext>
                </a:extLst>
              </p:cNvPr>
              <p:cNvSpPr txBox="1"/>
              <p:nvPr/>
            </p:nvSpPr>
            <p:spPr>
              <a:xfrm>
                <a:off x="10919540" y="3476138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96" name="TextBox 12">
                <a:extLst>
                  <a:ext uri="{FF2B5EF4-FFF2-40B4-BE49-F238E27FC236}">
                    <a16:creationId xmlns:a16="http://schemas.microsoft.com/office/drawing/2014/main" id="{D39EE878-A0AA-4068-AF89-AE7D96ABD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9540" y="3476138"/>
                <a:ext cx="122489" cy="262829"/>
              </a:xfrm>
              <a:prstGeom prst="rect">
                <a:avLst/>
              </a:prstGeom>
              <a:blipFill>
                <a:blip r:embed="rId55"/>
                <a:stretch>
                  <a:fillRect r="-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7" name="TextBox 13">
                <a:extLst>
                  <a:ext uri="{FF2B5EF4-FFF2-40B4-BE49-F238E27FC236}">
                    <a16:creationId xmlns:a16="http://schemas.microsoft.com/office/drawing/2014/main" id="{7ECD5384-98AF-481D-9CD6-409E8B82FC00}"/>
                  </a:ext>
                </a:extLst>
              </p:cNvPr>
              <p:cNvSpPr txBox="1"/>
              <p:nvPr/>
            </p:nvSpPr>
            <p:spPr>
              <a:xfrm>
                <a:off x="10750531" y="3040163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97" name="TextBox 13">
                <a:extLst>
                  <a:ext uri="{FF2B5EF4-FFF2-40B4-BE49-F238E27FC236}">
                    <a16:creationId xmlns:a16="http://schemas.microsoft.com/office/drawing/2014/main" id="{7ECD5384-98AF-481D-9CD6-409E8B82FC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531" y="3040163"/>
                <a:ext cx="177900" cy="262829"/>
              </a:xfrm>
              <a:prstGeom prst="rect">
                <a:avLst/>
              </a:prstGeom>
              <a:blipFill>
                <a:blip r:embed="rId21"/>
                <a:stretch>
                  <a:fillRect r="-68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8" name="DVO">
            <a:extLst>
              <a:ext uri="{FF2B5EF4-FFF2-40B4-BE49-F238E27FC236}">
                <a16:creationId xmlns:a16="http://schemas.microsoft.com/office/drawing/2014/main" id="{D69C21A8-FC45-4C22-B773-51E00F651E3B}"/>
              </a:ext>
            </a:extLst>
          </p:cNvPr>
          <p:cNvSpPr/>
          <p:nvPr/>
        </p:nvSpPr>
        <p:spPr>
          <a:xfrm flipH="1">
            <a:off x="10596146" y="3015792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299" name="Oval 23">
            <a:extLst>
              <a:ext uri="{FF2B5EF4-FFF2-40B4-BE49-F238E27FC236}">
                <a16:creationId xmlns:a16="http://schemas.microsoft.com/office/drawing/2014/main" id="{DC0AF23C-1E27-404B-A70E-84FAD02E35DE}"/>
              </a:ext>
            </a:extLst>
          </p:cNvPr>
          <p:cNvSpPr/>
          <p:nvPr/>
        </p:nvSpPr>
        <p:spPr>
          <a:xfrm>
            <a:off x="11290242" y="3475319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300" name="Straight Arrow Connector 7">
            <a:extLst>
              <a:ext uri="{FF2B5EF4-FFF2-40B4-BE49-F238E27FC236}">
                <a16:creationId xmlns:a16="http://schemas.microsoft.com/office/drawing/2014/main" id="{2492FBFC-0570-4F76-A189-21CF6962C74F}"/>
              </a:ext>
            </a:extLst>
          </p:cNvPr>
          <p:cNvCxnSpPr>
            <a:cxnSpLocks/>
          </p:cNvCxnSpPr>
          <p:nvPr/>
        </p:nvCxnSpPr>
        <p:spPr>
          <a:xfrm flipV="1">
            <a:off x="10843970" y="3223358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Arrow Connector 19">
            <a:extLst>
              <a:ext uri="{FF2B5EF4-FFF2-40B4-BE49-F238E27FC236}">
                <a16:creationId xmlns:a16="http://schemas.microsoft.com/office/drawing/2014/main" id="{EAA5E4F4-F7AC-4D32-AD1D-1500AE697B9F}"/>
              </a:ext>
            </a:extLst>
          </p:cNvPr>
          <p:cNvCxnSpPr>
            <a:cxnSpLocks/>
          </p:cNvCxnSpPr>
          <p:nvPr/>
        </p:nvCxnSpPr>
        <p:spPr>
          <a:xfrm>
            <a:off x="10846036" y="3530539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Arrow Connector 18">
            <a:extLst>
              <a:ext uri="{FF2B5EF4-FFF2-40B4-BE49-F238E27FC236}">
                <a16:creationId xmlns:a16="http://schemas.microsoft.com/office/drawing/2014/main" id="{3AEF5ABA-9173-4907-B281-04CF736CB2AA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0727428" y="3411825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3" name="Oval 20">
            <a:extLst>
              <a:ext uri="{FF2B5EF4-FFF2-40B4-BE49-F238E27FC236}">
                <a16:creationId xmlns:a16="http://schemas.microsoft.com/office/drawing/2014/main" id="{E2490784-0DBE-43DC-B4E0-CAEF5134A802}"/>
              </a:ext>
            </a:extLst>
          </p:cNvPr>
          <p:cNvSpPr/>
          <p:nvPr/>
        </p:nvSpPr>
        <p:spPr>
          <a:xfrm>
            <a:off x="10290436" y="3475319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304" name="Oval 22">
            <a:extLst>
              <a:ext uri="{FF2B5EF4-FFF2-40B4-BE49-F238E27FC236}">
                <a16:creationId xmlns:a16="http://schemas.microsoft.com/office/drawing/2014/main" id="{6194F235-AE44-4181-B8CC-2E1EE8C21460}"/>
              </a:ext>
            </a:extLst>
          </p:cNvPr>
          <p:cNvSpPr/>
          <p:nvPr/>
        </p:nvSpPr>
        <p:spPr>
          <a:xfrm>
            <a:off x="10790622" y="2951745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305" name="Partial Circle 9">
            <a:extLst>
              <a:ext uri="{FF2B5EF4-FFF2-40B4-BE49-F238E27FC236}">
                <a16:creationId xmlns:a16="http://schemas.microsoft.com/office/drawing/2014/main" id="{1B390A63-3277-41B9-8439-E44A7D96FA10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10800769" y="3465356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6" name="TextBox 10">
                <a:extLst>
                  <a:ext uri="{FF2B5EF4-FFF2-40B4-BE49-F238E27FC236}">
                    <a16:creationId xmlns:a16="http://schemas.microsoft.com/office/drawing/2014/main" id="{20F2FC00-530E-425A-8404-23B54B6F39D1}"/>
                  </a:ext>
                </a:extLst>
              </p:cNvPr>
              <p:cNvSpPr txBox="1"/>
              <p:nvPr/>
            </p:nvSpPr>
            <p:spPr>
              <a:xfrm>
                <a:off x="10548758" y="3489621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306" name="TextBox 10">
                <a:extLst>
                  <a:ext uri="{FF2B5EF4-FFF2-40B4-BE49-F238E27FC236}">
                    <a16:creationId xmlns:a16="http://schemas.microsoft.com/office/drawing/2014/main" id="{20F2FC00-530E-425A-8404-23B54B6F3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8758" y="3489621"/>
                <a:ext cx="218239" cy="262829"/>
              </a:xfrm>
              <a:prstGeom prst="rect">
                <a:avLst/>
              </a:prstGeom>
              <a:blipFill>
                <a:blip r:embed="rId5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7" name="Straight Arrow Connector 17">
            <a:extLst>
              <a:ext uri="{FF2B5EF4-FFF2-40B4-BE49-F238E27FC236}">
                <a16:creationId xmlns:a16="http://schemas.microsoft.com/office/drawing/2014/main" id="{E64C69CE-6352-4AEE-9A7D-328F4EB1EE6A}"/>
              </a:ext>
            </a:extLst>
          </p:cNvPr>
          <p:cNvCxnSpPr>
            <a:cxnSpLocks/>
          </p:cNvCxnSpPr>
          <p:nvPr/>
        </p:nvCxnSpPr>
        <p:spPr>
          <a:xfrm flipH="1">
            <a:off x="10692251" y="3534636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08" name="Partial Circle 9">
            <a:extLst>
              <a:ext uri="{FF2B5EF4-FFF2-40B4-BE49-F238E27FC236}">
                <a16:creationId xmlns:a16="http://schemas.microsoft.com/office/drawing/2014/main" id="{61A957A9-3A8E-427E-B8F1-BA0949AD93B1}"/>
              </a:ext>
            </a:extLst>
          </p:cNvPr>
          <p:cNvSpPr>
            <a:spLocks noChangeAspect="1"/>
          </p:cNvSpPr>
          <p:nvPr/>
        </p:nvSpPr>
        <p:spPr>
          <a:xfrm>
            <a:off x="10791961" y="3439588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9" name="TextBox 10">
                <a:extLst>
                  <a:ext uri="{FF2B5EF4-FFF2-40B4-BE49-F238E27FC236}">
                    <a16:creationId xmlns:a16="http://schemas.microsoft.com/office/drawing/2014/main" id="{659A96E8-1029-4313-A0CD-DDBCF959A3D7}"/>
                  </a:ext>
                </a:extLst>
              </p:cNvPr>
              <p:cNvSpPr txBox="1"/>
              <p:nvPr/>
            </p:nvSpPr>
            <p:spPr>
              <a:xfrm>
                <a:off x="10819499" y="3267794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309" name="TextBox 10">
                <a:extLst>
                  <a:ext uri="{FF2B5EF4-FFF2-40B4-BE49-F238E27FC236}">
                    <a16:creationId xmlns:a16="http://schemas.microsoft.com/office/drawing/2014/main" id="{659A96E8-1029-4313-A0CD-DDBCF959A3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9499" y="3267794"/>
                <a:ext cx="205647" cy="262829"/>
              </a:xfrm>
              <a:prstGeom prst="rect">
                <a:avLst/>
              </a:prstGeom>
              <a:blipFill>
                <a:blip r:embed="rId23"/>
                <a:stretch>
                  <a:fillRect r="-17647"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0" name="Straight Arrow Connector 17">
            <a:extLst>
              <a:ext uri="{FF2B5EF4-FFF2-40B4-BE49-F238E27FC236}">
                <a16:creationId xmlns:a16="http://schemas.microsoft.com/office/drawing/2014/main" id="{A8D63E9C-0B80-4E90-8A6B-0B7F3BA5D650}"/>
              </a:ext>
            </a:extLst>
          </p:cNvPr>
          <p:cNvCxnSpPr>
            <a:cxnSpLocks/>
          </p:cNvCxnSpPr>
          <p:nvPr/>
        </p:nvCxnSpPr>
        <p:spPr>
          <a:xfrm flipV="1">
            <a:off x="10840057" y="3226057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11" name="Oval 22">
            <a:extLst>
              <a:ext uri="{FF2B5EF4-FFF2-40B4-BE49-F238E27FC236}">
                <a16:creationId xmlns:a16="http://schemas.microsoft.com/office/drawing/2014/main" id="{8F7D38EF-658D-45C2-B5CA-DFDA5833302D}"/>
              </a:ext>
            </a:extLst>
          </p:cNvPr>
          <p:cNvSpPr/>
          <p:nvPr/>
        </p:nvSpPr>
        <p:spPr>
          <a:xfrm>
            <a:off x="11027196" y="3670368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312" name="Oval 22">
            <a:extLst>
              <a:ext uri="{FF2B5EF4-FFF2-40B4-BE49-F238E27FC236}">
                <a16:creationId xmlns:a16="http://schemas.microsoft.com/office/drawing/2014/main" id="{7A35CB95-8BE7-4A61-A196-941AA6C1692B}"/>
              </a:ext>
            </a:extLst>
          </p:cNvPr>
          <p:cNvSpPr/>
          <p:nvPr/>
        </p:nvSpPr>
        <p:spPr>
          <a:xfrm>
            <a:off x="10552411" y="3295816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3" name="文字方塊 312">
                <a:extLst>
                  <a:ext uri="{FF2B5EF4-FFF2-40B4-BE49-F238E27FC236}">
                    <a16:creationId xmlns:a16="http://schemas.microsoft.com/office/drawing/2014/main" id="{1CD41821-40D2-4EB1-B815-F75E3783CE3D}"/>
                  </a:ext>
                </a:extLst>
              </p:cNvPr>
              <p:cNvSpPr txBox="1"/>
              <p:nvPr/>
            </p:nvSpPr>
            <p:spPr>
              <a:xfrm>
                <a:off x="9266248" y="3589652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313" name="文字方塊 312">
                <a:extLst>
                  <a:ext uri="{FF2B5EF4-FFF2-40B4-BE49-F238E27FC236}">
                    <a16:creationId xmlns:a16="http://schemas.microsoft.com/office/drawing/2014/main" id="{1CD41821-40D2-4EB1-B815-F75E3783CE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6248" y="3589652"/>
                <a:ext cx="974158" cy="262829"/>
              </a:xfrm>
              <a:prstGeom prst="rect">
                <a:avLst/>
              </a:prstGeom>
              <a:blipFill>
                <a:blip r:embed="rId57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4" name="直線接點 313">
            <a:extLst>
              <a:ext uri="{FF2B5EF4-FFF2-40B4-BE49-F238E27FC236}">
                <a16:creationId xmlns:a16="http://schemas.microsoft.com/office/drawing/2014/main" id="{A133BB37-490D-42D4-AEFE-CDF757B2BFB1}"/>
              </a:ext>
            </a:extLst>
          </p:cNvPr>
          <p:cNvCxnSpPr>
            <a:cxnSpLocks/>
          </p:cNvCxnSpPr>
          <p:nvPr/>
        </p:nvCxnSpPr>
        <p:spPr>
          <a:xfrm>
            <a:off x="11139251" y="3803285"/>
            <a:ext cx="406400" cy="56832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5" name="文字方塊 314">
                <a:extLst>
                  <a:ext uri="{FF2B5EF4-FFF2-40B4-BE49-F238E27FC236}">
                    <a16:creationId xmlns:a16="http://schemas.microsoft.com/office/drawing/2014/main" id="{B1AF26A5-9A82-488D-BE0C-C7FA53BFB303}"/>
                  </a:ext>
                </a:extLst>
              </p:cNvPr>
              <p:cNvSpPr txBox="1"/>
              <p:nvPr/>
            </p:nvSpPr>
            <p:spPr>
              <a:xfrm>
                <a:off x="11378933" y="3598542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315" name="文字方塊 314">
                <a:extLst>
                  <a:ext uri="{FF2B5EF4-FFF2-40B4-BE49-F238E27FC236}">
                    <a16:creationId xmlns:a16="http://schemas.microsoft.com/office/drawing/2014/main" id="{B1AF26A5-9A82-488D-BE0C-C7FA53BFB3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8933" y="3598542"/>
                <a:ext cx="1100937" cy="262829"/>
              </a:xfrm>
              <a:prstGeom prst="rect">
                <a:avLst/>
              </a:prstGeom>
              <a:blipFill>
                <a:blip r:embed="rId58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6" name="文字方塊 315">
                <a:extLst>
                  <a:ext uri="{FF2B5EF4-FFF2-40B4-BE49-F238E27FC236}">
                    <a16:creationId xmlns:a16="http://schemas.microsoft.com/office/drawing/2014/main" id="{0BA623D9-B83E-4205-B785-854287DF8E9C}"/>
                  </a:ext>
                </a:extLst>
              </p:cNvPr>
              <p:cNvSpPr txBox="1"/>
              <p:nvPr/>
            </p:nvSpPr>
            <p:spPr>
              <a:xfrm>
                <a:off x="11378933" y="5515645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316" name="文字方塊 315">
                <a:extLst>
                  <a:ext uri="{FF2B5EF4-FFF2-40B4-BE49-F238E27FC236}">
                    <a16:creationId xmlns:a16="http://schemas.microsoft.com/office/drawing/2014/main" id="{0BA623D9-B83E-4205-B785-854287DF8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8933" y="5515645"/>
                <a:ext cx="1100937" cy="262829"/>
              </a:xfrm>
              <a:prstGeom prst="rect">
                <a:avLst/>
              </a:prstGeom>
              <a:blipFill>
                <a:blip r:embed="rId59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7" name="直線接點 316">
            <a:extLst>
              <a:ext uri="{FF2B5EF4-FFF2-40B4-BE49-F238E27FC236}">
                <a16:creationId xmlns:a16="http://schemas.microsoft.com/office/drawing/2014/main" id="{166FC092-1931-4A5D-8C88-67B054F82DC2}"/>
              </a:ext>
            </a:extLst>
          </p:cNvPr>
          <p:cNvCxnSpPr>
            <a:cxnSpLocks/>
          </p:cNvCxnSpPr>
          <p:nvPr/>
        </p:nvCxnSpPr>
        <p:spPr>
          <a:xfrm>
            <a:off x="9977636" y="2461760"/>
            <a:ext cx="607387" cy="86782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18" name="圖片 317">
            <a:extLst>
              <a:ext uri="{FF2B5EF4-FFF2-40B4-BE49-F238E27FC236}">
                <a16:creationId xmlns:a16="http://schemas.microsoft.com/office/drawing/2014/main" id="{AD575A31-386F-48C9-9FA0-9AC8F06E55C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68043"/>
          <a:stretch/>
        </p:blipFill>
        <p:spPr>
          <a:xfrm>
            <a:off x="11390970" y="731636"/>
            <a:ext cx="1234633" cy="240163"/>
          </a:xfrm>
          <a:prstGeom prst="rect">
            <a:avLst/>
          </a:prstGeom>
        </p:spPr>
      </p:pic>
      <p:pic>
        <p:nvPicPr>
          <p:cNvPr id="319" name="圖片 318">
            <a:extLst>
              <a:ext uri="{FF2B5EF4-FFF2-40B4-BE49-F238E27FC236}">
                <a16:creationId xmlns:a16="http://schemas.microsoft.com/office/drawing/2014/main" id="{0D16403B-94E8-467E-8205-0D3FF775C98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0450"/>
          <a:stretch/>
        </p:blipFill>
        <p:spPr>
          <a:xfrm>
            <a:off x="11390970" y="1566132"/>
            <a:ext cx="1234633" cy="297228"/>
          </a:xfrm>
          <a:prstGeom prst="rect">
            <a:avLst/>
          </a:prstGeom>
        </p:spPr>
      </p:pic>
      <p:pic>
        <p:nvPicPr>
          <p:cNvPr id="320" name="圖片 319">
            <a:extLst>
              <a:ext uri="{FF2B5EF4-FFF2-40B4-BE49-F238E27FC236}">
                <a16:creationId xmlns:a16="http://schemas.microsoft.com/office/drawing/2014/main" id="{B7C65FBD-E7B6-448C-8C9C-1EEDFEDFAA9F}"/>
              </a:ext>
            </a:extLst>
          </p:cNvPr>
          <p:cNvPicPr>
            <a:picLocks noChangeAspect="1"/>
          </p:cNvPicPr>
          <p:nvPr/>
        </p:nvPicPr>
        <p:blipFill rotWithShape="1">
          <a:blip r:embed="rId60"/>
          <a:srcRect l="11115" t="22564" r="9694" b="19380"/>
          <a:stretch/>
        </p:blipFill>
        <p:spPr>
          <a:xfrm>
            <a:off x="11491676" y="1624270"/>
            <a:ext cx="510381" cy="117647"/>
          </a:xfrm>
          <a:prstGeom prst="rect">
            <a:avLst/>
          </a:prstGeom>
        </p:spPr>
      </p:pic>
      <p:pic>
        <p:nvPicPr>
          <p:cNvPr id="321" name="圖片 320">
            <a:extLst>
              <a:ext uri="{FF2B5EF4-FFF2-40B4-BE49-F238E27FC236}">
                <a16:creationId xmlns:a16="http://schemas.microsoft.com/office/drawing/2014/main" id="{5525DF10-C0CF-4FD7-8971-B14306C44824}"/>
              </a:ext>
            </a:extLst>
          </p:cNvPr>
          <p:cNvPicPr>
            <a:picLocks noChangeAspect="1"/>
          </p:cNvPicPr>
          <p:nvPr/>
        </p:nvPicPr>
        <p:blipFill rotWithShape="1">
          <a:blip r:embed="rId60"/>
          <a:srcRect l="11115" t="22564" r="9694" b="19380"/>
          <a:stretch/>
        </p:blipFill>
        <p:spPr>
          <a:xfrm>
            <a:off x="11489295" y="731301"/>
            <a:ext cx="510381" cy="117647"/>
          </a:xfrm>
          <a:prstGeom prst="rect">
            <a:avLst/>
          </a:prstGeom>
        </p:spPr>
      </p:pic>
      <p:cxnSp>
        <p:nvCxnSpPr>
          <p:cNvPr id="324" name="直線接點 323">
            <a:extLst>
              <a:ext uri="{FF2B5EF4-FFF2-40B4-BE49-F238E27FC236}">
                <a16:creationId xmlns:a16="http://schemas.microsoft.com/office/drawing/2014/main" id="{393C9B49-09E4-427D-A449-357EF4B29DC5}"/>
              </a:ext>
            </a:extLst>
          </p:cNvPr>
          <p:cNvCxnSpPr>
            <a:cxnSpLocks/>
          </p:cNvCxnSpPr>
          <p:nvPr/>
        </p:nvCxnSpPr>
        <p:spPr>
          <a:xfrm flipH="1">
            <a:off x="10167701" y="3573516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5" name="直線接點 324">
            <a:extLst>
              <a:ext uri="{FF2B5EF4-FFF2-40B4-BE49-F238E27FC236}">
                <a16:creationId xmlns:a16="http://schemas.microsoft.com/office/drawing/2014/main" id="{326A49AA-099E-47A6-AF54-4D1593039BA0}"/>
              </a:ext>
            </a:extLst>
          </p:cNvPr>
          <p:cNvCxnSpPr>
            <a:cxnSpLocks/>
          </p:cNvCxnSpPr>
          <p:nvPr/>
        </p:nvCxnSpPr>
        <p:spPr>
          <a:xfrm flipV="1">
            <a:off x="11390076" y="3212736"/>
            <a:ext cx="123825" cy="263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4770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矩形: 圓角 1324">
            <a:extLst>
              <a:ext uri="{FF2B5EF4-FFF2-40B4-BE49-F238E27FC236}">
                <a16:creationId xmlns:a16="http://schemas.microsoft.com/office/drawing/2014/main" id="{8E07622F-8C39-44AE-934F-28AD203AD89B}"/>
              </a:ext>
            </a:extLst>
          </p:cNvPr>
          <p:cNvSpPr/>
          <p:nvPr/>
        </p:nvSpPr>
        <p:spPr>
          <a:xfrm>
            <a:off x="3849340" y="529004"/>
            <a:ext cx="3638551" cy="6072863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3" dirty="0"/>
          </a:p>
        </p:txBody>
      </p:sp>
      <p:pic>
        <p:nvPicPr>
          <p:cNvPr id="1326" name="圖片 1325">
            <a:extLst>
              <a:ext uri="{FF2B5EF4-FFF2-40B4-BE49-F238E27FC236}">
                <a16:creationId xmlns:a16="http://schemas.microsoft.com/office/drawing/2014/main" id="{90928B0A-C5CD-47BC-B2E1-16A753C9FB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218"/>
          <a:stretch/>
        </p:blipFill>
        <p:spPr>
          <a:xfrm>
            <a:off x="4948018" y="690492"/>
            <a:ext cx="862055" cy="1703680"/>
          </a:xfrm>
          <a:prstGeom prst="rect">
            <a:avLst/>
          </a:prstGeom>
        </p:spPr>
      </p:pic>
      <p:pic>
        <p:nvPicPr>
          <p:cNvPr id="1327" name="圖片 1326">
            <a:extLst>
              <a:ext uri="{FF2B5EF4-FFF2-40B4-BE49-F238E27FC236}">
                <a16:creationId xmlns:a16="http://schemas.microsoft.com/office/drawing/2014/main" id="{7105E68D-2093-4BCA-AD99-8DD463B91B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276"/>
          <a:stretch/>
        </p:blipFill>
        <p:spPr>
          <a:xfrm>
            <a:off x="6143256" y="1893368"/>
            <a:ext cx="856615" cy="1696939"/>
          </a:xfrm>
          <a:prstGeom prst="rect">
            <a:avLst/>
          </a:prstGeom>
        </p:spPr>
      </p:pic>
      <p:pic>
        <p:nvPicPr>
          <p:cNvPr id="1328" name="圖片 1327">
            <a:extLst>
              <a:ext uri="{FF2B5EF4-FFF2-40B4-BE49-F238E27FC236}">
                <a16:creationId xmlns:a16="http://schemas.microsoft.com/office/drawing/2014/main" id="{9760781B-FC51-46CC-95E9-E185441133A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755" r="24615"/>
          <a:stretch/>
        </p:blipFill>
        <p:spPr>
          <a:xfrm>
            <a:off x="3969674" y="3867018"/>
            <a:ext cx="891540" cy="1703680"/>
          </a:xfrm>
          <a:prstGeom prst="rect">
            <a:avLst/>
          </a:prstGeom>
        </p:spPr>
      </p:pic>
      <p:pic>
        <p:nvPicPr>
          <p:cNvPr id="1329" name="圖片 1328">
            <a:extLst>
              <a:ext uri="{FF2B5EF4-FFF2-40B4-BE49-F238E27FC236}">
                <a16:creationId xmlns:a16="http://schemas.microsoft.com/office/drawing/2014/main" id="{A50AD2CE-14A4-4E41-9866-B656D851568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869" r="49720"/>
          <a:stretch/>
        </p:blipFill>
        <p:spPr>
          <a:xfrm>
            <a:off x="5077673" y="4517041"/>
            <a:ext cx="883920" cy="17036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30" name="文字方塊 1329">
                <a:extLst>
                  <a:ext uri="{FF2B5EF4-FFF2-40B4-BE49-F238E27FC236}">
                    <a16:creationId xmlns:a16="http://schemas.microsoft.com/office/drawing/2014/main" id="{7F8A592F-F874-469F-ABC3-A7477B5B7015}"/>
                  </a:ext>
                </a:extLst>
              </p:cNvPr>
              <p:cNvSpPr txBox="1"/>
              <p:nvPr/>
            </p:nvSpPr>
            <p:spPr>
              <a:xfrm>
                <a:off x="5317003" y="2127472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 xmlns="">
          <p:sp>
            <p:nvSpPr>
              <p:cNvPr id="1330" name="文字方塊 1329">
                <a:extLst>
                  <a:ext uri="{FF2B5EF4-FFF2-40B4-BE49-F238E27FC236}">
                    <a16:creationId xmlns:a16="http://schemas.microsoft.com/office/drawing/2014/main" id="{7F8A592F-F874-469F-ABC3-A7477B5B7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7003" y="2127472"/>
                <a:ext cx="268993" cy="272254"/>
              </a:xfrm>
              <a:prstGeom prst="rect">
                <a:avLst/>
              </a:prstGeom>
              <a:blipFill>
                <a:blip r:embed="rId3"/>
                <a:stretch>
                  <a:fillRect r="-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1" name="文字方塊 1330">
                <a:extLst>
                  <a:ext uri="{FF2B5EF4-FFF2-40B4-BE49-F238E27FC236}">
                    <a16:creationId xmlns:a16="http://schemas.microsoft.com/office/drawing/2014/main" id="{F772F496-DD3A-44B4-AB7D-6A241C8BA41B}"/>
                  </a:ext>
                </a:extLst>
              </p:cNvPr>
              <p:cNvSpPr txBox="1"/>
              <p:nvPr/>
            </p:nvSpPr>
            <p:spPr>
              <a:xfrm>
                <a:off x="5327668" y="1245507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 xmlns="">
          <p:sp>
            <p:nvSpPr>
              <p:cNvPr id="1331" name="文字方塊 1330">
                <a:extLst>
                  <a:ext uri="{FF2B5EF4-FFF2-40B4-BE49-F238E27FC236}">
                    <a16:creationId xmlns:a16="http://schemas.microsoft.com/office/drawing/2014/main" id="{F772F496-DD3A-44B4-AB7D-6A241C8BA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7668" y="1245507"/>
                <a:ext cx="268993" cy="272254"/>
              </a:xfrm>
              <a:prstGeom prst="rect">
                <a:avLst/>
              </a:prstGeom>
              <a:blipFill>
                <a:blip r:embed="rId3"/>
                <a:stretch>
                  <a:fillRect r="-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32" name="群組 1331">
            <a:extLst>
              <a:ext uri="{FF2B5EF4-FFF2-40B4-BE49-F238E27FC236}">
                <a16:creationId xmlns:a16="http://schemas.microsoft.com/office/drawing/2014/main" id="{81C049A7-B3FC-4C21-97D3-24D217BCE15C}"/>
              </a:ext>
            </a:extLst>
          </p:cNvPr>
          <p:cNvGrpSpPr/>
          <p:nvPr/>
        </p:nvGrpSpPr>
        <p:grpSpPr>
          <a:xfrm>
            <a:off x="5359064" y="1053584"/>
            <a:ext cx="50518" cy="48461"/>
            <a:chOff x="1373392" y="2391862"/>
            <a:chExt cx="479433" cy="476535"/>
          </a:xfrm>
        </p:grpSpPr>
        <p:sp>
          <p:nvSpPr>
            <p:cNvPr id="1333" name="箭號: 向右 1332">
              <a:extLst>
                <a:ext uri="{FF2B5EF4-FFF2-40B4-BE49-F238E27FC236}">
                  <a16:creationId xmlns:a16="http://schemas.microsoft.com/office/drawing/2014/main" id="{E42B5946-181F-442C-8EBD-11401E4448CA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1334" name="箭號: 向右 1333">
              <a:extLst>
                <a:ext uri="{FF2B5EF4-FFF2-40B4-BE49-F238E27FC236}">
                  <a16:creationId xmlns:a16="http://schemas.microsoft.com/office/drawing/2014/main" id="{9DBC63C6-957F-4F9D-BDC1-33463F9AE231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35" name="文字方塊 1334">
                <a:extLst>
                  <a:ext uri="{FF2B5EF4-FFF2-40B4-BE49-F238E27FC236}">
                    <a16:creationId xmlns:a16="http://schemas.microsoft.com/office/drawing/2014/main" id="{89237BDB-F936-48CF-A702-ADDC189544DC}"/>
                  </a:ext>
                </a:extLst>
              </p:cNvPr>
              <p:cNvSpPr txBox="1"/>
              <p:nvPr/>
            </p:nvSpPr>
            <p:spPr>
              <a:xfrm>
                <a:off x="5234839" y="810069"/>
                <a:ext cx="198362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35" name="文字方塊 1334">
                <a:extLst>
                  <a:ext uri="{FF2B5EF4-FFF2-40B4-BE49-F238E27FC236}">
                    <a16:creationId xmlns:a16="http://schemas.microsoft.com/office/drawing/2014/main" id="{89237BDB-F936-48CF-A702-ADDC18954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4839" y="810069"/>
                <a:ext cx="198362" cy="276614"/>
              </a:xfrm>
              <a:prstGeom prst="rect">
                <a:avLst/>
              </a:prstGeom>
              <a:blipFill>
                <a:blip r:embed="rId4"/>
                <a:stretch>
                  <a:fillRect r="-468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6" name="文字方塊 1335">
                <a:extLst>
                  <a:ext uri="{FF2B5EF4-FFF2-40B4-BE49-F238E27FC236}">
                    <a16:creationId xmlns:a16="http://schemas.microsoft.com/office/drawing/2014/main" id="{3D8C851E-9FF1-40E5-BBE3-7D487ED3431B}"/>
                  </a:ext>
                </a:extLst>
              </p:cNvPr>
              <p:cNvSpPr txBox="1"/>
              <p:nvPr/>
            </p:nvSpPr>
            <p:spPr>
              <a:xfrm>
                <a:off x="5324386" y="1005903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36" name="文字方塊 1335">
                <a:extLst>
                  <a:ext uri="{FF2B5EF4-FFF2-40B4-BE49-F238E27FC236}">
                    <a16:creationId xmlns:a16="http://schemas.microsoft.com/office/drawing/2014/main" id="{3D8C851E-9FF1-40E5-BBE3-7D487ED34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4386" y="1005903"/>
                <a:ext cx="149279" cy="262829"/>
              </a:xfrm>
              <a:prstGeom prst="rect">
                <a:avLst/>
              </a:prstGeom>
              <a:blipFill>
                <a:blip r:embed="rId5"/>
                <a:stretch>
                  <a:fillRect r="-68000" b="-23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37" name="群組 1336">
            <a:extLst>
              <a:ext uri="{FF2B5EF4-FFF2-40B4-BE49-F238E27FC236}">
                <a16:creationId xmlns:a16="http://schemas.microsoft.com/office/drawing/2014/main" id="{D8AA9238-7A08-4711-8901-D136A6BC72ED}"/>
              </a:ext>
            </a:extLst>
          </p:cNvPr>
          <p:cNvGrpSpPr/>
          <p:nvPr/>
        </p:nvGrpSpPr>
        <p:grpSpPr>
          <a:xfrm>
            <a:off x="5363756" y="1939263"/>
            <a:ext cx="50518" cy="48461"/>
            <a:chOff x="1373392" y="2391862"/>
            <a:chExt cx="479433" cy="476535"/>
          </a:xfrm>
        </p:grpSpPr>
        <p:sp>
          <p:nvSpPr>
            <p:cNvPr id="1338" name="箭號: 向右 1337">
              <a:extLst>
                <a:ext uri="{FF2B5EF4-FFF2-40B4-BE49-F238E27FC236}">
                  <a16:creationId xmlns:a16="http://schemas.microsoft.com/office/drawing/2014/main" id="{49DF0131-390F-453C-B72C-0C1FE1D05FEE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1339" name="箭號: 向右 1338">
              <a:extLst>
                <a:ext uri="{FF2B5EF4-FFF2-40B4-BE49-F238E27FC236}">
                  <a16:creationId xmlns:a16="http://schemas.microsoft.com/office/drawing/2014/main" id="{150B8E6D-0C48-4A25-8C21-D2E423CF451A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40" name="文字方塊 1339">
                <a:extLst>
                  <a:ext uri="{FF2B5EF4-FFF2-40B4-BE49-F238E27FC236}">
                    <a16:creationId xmlns:a16="http://schemas.microsoft.com/office/drawing/2014/main" id="{A8EFCF26-4A95-4433-9B77-35155C695D68}"/>
                  </a:ext>
                </a:extLst>
              </p:cNvPr>
              <p:cNvSpPr txBox="1"/>
              <p:nvPr/>
            </p:nvSpPr>
            <p:spPr>
              <a:xfrm>
                <a:off x="5239526" y="1695748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40" name="文字方塊 1339">
                <a:extLst>
                  <a:ext uri="{FF2B5EF4-FFF2-40B4-BE49-F238E27FC236}">
                    <a16:creationId xmlns:a16="http://schemas.microsoft.com/office/drawing/2014/main" id="{A8EFCF26-4A95-4433-9B77-35155C695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9526" y="1695748"/>
                <a:ext cx="182571" cy="276614"/>
              </a:xfrm>
              <a:prstGeom prst="rect">
                <a:avLst/>
              </a:prstGeom>
              <a:blipFill>
                <a:blip r:embed="rId6"/>
                <a:stretch>
                  <a:fillRect r="-5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1" name="文字方塊 1340">
                <a:extLst>
                  <a:ext uri="{FF2B5EF4-FFF2-40B4-BE49-F238E27FC236}">
                    <a16:creationId xmlns:a16="http://schemas.microsoft.com/office/drawing/2014/main" id="{9A96613F-D944-4E0C-B0FC-EF17B8372333}"/>
                  </a:ext>
                </a:extLst>
              </p:cNvPr>
              <p:cNvSpPr txBox="1"/>
              <p:nvPr/>
            </p:nvSpPr>
            <p:spPr>
              <a:xfrm>
                <a:off x="5370354" y="1853481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41" name="文字方塊 1340">
                <a:extLst>
                  <a:ext uri="{FF2B5EF4-FFF2-40B4-BE49-F238E27FC236}">
                    <a16:creationId xmlns:a16="http://schemas.microsoft.com/office/drawing/2014/main" id="{9A96613F-D944-4E0C-B0FC-EF17B83723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0354" y="1853481"/>
                <a:ext cx="149279" cy="262829"/>
              </a:xfrm>
              <a:prstGeom prst="rect">
                <a:avLst/>
              </a:prstGeom>
              <a:blipFill>
                <a:blip r:embed="rId7"/>
                <a:stretch>
                  <a:fillRect r="-75000" b="-23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42" name="圖片 1341">
            <a:extLst>
              <a:ext uri="{FF2B5EF4-FFF2-40B4-BE49-F238E27FC236}">
                <a16:creationId xmlns:a16="http://schemas.microsoft.com/office/drawing/2014/main" id="{E37D72D4-AC12-4E5B-85A6-466BC6CD5B69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/>
          <a:stretch/>
        </p:blipFill>
        <p:spPr>
          <a:xfrm>
            <a:off x="5813084" y="1545436"/>
            <a:ext cx="260536" cy="871126"/>
          </a:xfrm>
          <a:prstGeom prst="rect">
            <a:avLst/>
          </a:prstGeom>
        </p:spPr>
      </p:pic>
      <p:pic>
        <p:nvPicPr>
          <p:cNvPr id="1343" name="圖片 1342">
            <a:extLst>
              <a:ext uri="{FF2B5EF4-FFF2-40B4-BE49-F238E27FC236}">
                <a16:creationId xmlns:a16="http://schemas.microsoft.com/office/drawing/2014/main" id="{3BC12AE4-C83C-4456-985B-D2302B5D0D2C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50242"/>
          <a:stretch/>
        </p:blipFill>
        <p:spPr>
          <a:xfrm>
            <a:off x="5811732" y="666883"/>
            <a:ext cx="260536" cy="8640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44" name="文字方塊 1343">
                <a:extLst>
                  <a:ext uri="{FF2B5EF4-FFF2-40B4-BE49-F238E27FC236}">
                    <a16:creationId xmlns:a16="http://schemas.microsoft.com/office/drawing/2014/main" id="{6DAC5B71-4C3E-42CF-80E3-53D64FB6D453}"/>
                  </a:ext>
                </a:extLst>
              </p:cNvPr>
              <p:cNvSpPr txBox="1"/>
              <p:nvPr/>
            </p:nvSpPr>
            <p:spPr>
              <a:xfrm>
                <a:off x="5757629" y="1334742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44" name="文字方塊 1343">
                <a:extLst>
                  <a:ext uri="{FF2B5EF4-FFF2-40B4-BE49-F238E27FC236}">
                    <a16:creationId xmlns:a16="http://schemas.microsoft.com/office/drawing/2014/main" id="{6DAC5B71-4C3E-42CF-80E3-53D64FB6D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7629" y="1334742"/>
                <a:ext cx="204146" cy="245324"/>
              </a:xfrm>
              <a:prstGeom prst="rect">
                <a:avLst/>
              </a:prstGeom>
              <a:blipFill>
                <a:blip r:embed="rId9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5" name="文字方塊 1344">
                <a:extLst>
                  <a:ext uri="{FF2B5EF4-FFF2-40B4-BE49-F238E27FC236}">
                    <a16:creationId xmlns:a16="http://schemas.microsoft.com/office/drawing/2014/main" id="{7DF6DDA2-98C5-42FB-9B77-0106F8453987}"/>
                  </a:ext>
                </a:extLst>
              </p:cNvPr>
              <p:cNvSpPr txBox="1"/>
              <p:nvPr/>
            </p:nvSpPr>
            <p:spPr>
              <a:xfrm>
                <a:off x="5765382" y="2220420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45" name="文字方塊 1344">
                <a:extLst>
                  <a:ext uri="{FF2B5EF4-FFF2-40B4-BE49-F238E27FC236}">
                    <a16:creationId xmlns:a16="http://schemas.microsoft.com/office/drawing/2014/main" id="{7DF6DDA2-98C5-42FB-9B77-0106F8453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5382" y="2220420"/>
                <a:ext cx="204146" cy="245324"/>
              </a:xfrm>
              <a:prstGeom prst="rect">
                <a:avLst/>
              </a:prstGeom>
              <a:blipFill>
                <a:blip r:embed="rId10"/>
                <a:stretch>
                  <a:fillRect r="-515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6" name="文字方塊 1345">
                <a:extLst>
                  <a:ext uri="{FF2B5EF4-FFF2-40B4-BE49-F238E27FC236}">
                    <a16:creationId xmlns:a16="http://schemas.microsoft.com/office/drawing/2014/main" id="{D9B27BB9-2D5C-4724-B67F-96FD30E3AA28}"/>
                  </a:ext>
                </a:extLst>
              </p:cNvPr>
              <p:cNvSpPr txBox="1"/>
              <p:nvPr/>
            </p:nvSpPr>
            <p:spPr>
              <a:xfrm>
                <a:off x="4886562" y="2377429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346" name="文字方塊 1345">
                <a:extLst>
                  <a:ext uri="{FF2B5EF4-FFF2-40B4-BE49-F238E27FC236}">
                    <a16:creationId xmlns:a16="http://schemas.microsoft.com/office/drawing/2014/main" id="{D9B27BB9-2D5C-4724-B67F-96FD30E3A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6562" y="2377429"/>
                <a:ext cx="1082966" cy="262829"/>
              </a:xfrm>
              <a:prstGeom prst="rect">
                <a:avLst/>
              </a:prstGeom>
              <a:blipFill>
                <a:blip r:embed="rId11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7" name="文字方塊 1346">
                <a:extLst>
                  <a:ext uri="{FF2B5EF4-FFF2-40B4-BE49-F238E27FC236}">
                    <a16:creationId xmlns:a16="http://schemas.microsoft.com/office/drawing/2014/main" id="{23EE86B5-51AA-4C6D-A25E-85D84C1A7E48}"/>
                  </a:ext>
                </a:extLst>
              </p:cNvPr>
              <p:cNvSpPr txBox="1"/>
              <p:nvPr/>
            </p:nvSpPr>
            <p:spPr>
              <a:xfrm>
                <a:off x="3868748" y="5580132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347" name="文字方塊 1346">
                <a:extLst>
                  <a:ext uri="{FF2B5EF4-FFF2-40B4-BE49-F238E27FC236}">
                    <a16:creationId xmlns:a16="http://schemas.microsoft.com/office/drawing/2014/main" id="{23EE86B5-51AA-4C6D-A25E-85D84C1A7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8748" y="5580132"/>
                <a:ext cx="1100937" cy="262829"/>
              </a:xfrm>
              <a:prstGeom prst="rect">
                <a:avLst/>
              </a:prstGeom>
              <a:blipFill>
                <a:blip r:embed="rId12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8" name="文字方塊 1347">
                <a:extLst>
                  <a:ext uri="{FF2B5EF4-FFF2-40B4-BE49-F238E27FC236}">
                    <a16:creationId xmlns:a16="http://schemas.microsoft.com/office/drawing/2014/main" id="{C43DB329-D4BB-4012-8F0B-E7C6062D97F8}"/>
                  </a:ext>
                </a:extLst>
              </p:cNvPr>
              <p:cNvSpPr txBox="1"/>
              <p:nvPr/>
            </p:nvSpPr>
            <p:spPr>
              <a:xfrm>
                <a:off x="5002777" y="6241840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348" name="文字方塊 1347">
                <a:extLst>
                  <a:ext uri="{FF2B5EF4-FFF2-40B4-BE49-F238E27FC236}">
                    <a16:creationId xmlns:a16="http://schemas.microsoft.com/office/drawing/2014/main" id="{C43DB329-D4BB-4012-8F0B-E7C6062D9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2777" y="6241840"/>
                <a:ext cx="1021987" cy="26282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9" name="文字方塊 1348">
                <a:extLst>
                  <a:ext uri="{FF2B5EF4-FFF2-40B4-BE49-F238E27FC236}">
                    <a16:creationId xmlns:a16="http://schemas.microsoft.com/office/drawing/2014/main" id="{2A241696-77CB-448A-9851-2F6D5FE29661}"/>
                  </a:ext>
                </a:extLst>
              </p:cNvPr>
              <p:cNvSpPr txBox="1"/>
              <p:nvPr/>
            </p:nvSpPr>
            <p:spPr>
              <a:xfrm>
                <a:off x="5216282" y="4085448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349" name="文字方塊 1348">
                <a:extLst>
                  <a:ext uri="{FF2B5EF4-FFF2-40B4-BE49-F238E27FC236}">
                    <a16:creationId xmlns:a16="http://schemas.microsoft.com/office/drawing/2014/main" id="{2A241696-77CB-448A-9851-2F6D5FE29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6282" y="4085448"/>
                <a:ext cx="562814" cy="262829"/>
              </a:xfrm>
              <a:prstGeom prst="rect">
                <a:avLst/>
              </a:prstGeom>
              <a:blipFill>
                <a:blip r:embed="rId14"/>
                <a:stretch>
                  <a:fillRect t="-93023" r="-5217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0" name="文字方塊 1349">
                <a:extLst>
                  <a:ext uri="{FF2B5EF4-FFF2-40B4-BE49-F238E27FC236}">
                    <a16:creationId xmlns:a16="http://schemas.microsoft.com/office/drawing/2014/main" id="{A5E8FEF7-F2B1-40E7-B8F5-C3BCE8888D23}"/>
                  </a:ext>
                </a:extLst>
              </p:cNvPr>
              <p:cNvSpPr txBox="1"/>
              <p:nvPr/>
            </p:nvSpPr>
            <p:spPr>
              <a:xfrm>
                <a:off x="5227910" y="2704976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350" name="文字方塊 1349">
                <a:extLst>
                  <a:ext uri="{FF2B5EF4-FFF2-40B4-BE49-F238E27FC236}">
                    <a16:creationId xmlns:a16="http://schemas.microsoft.com/office/drawing/2014/main" id="{A5E8FEF7-F2B1-40E7-B8F5-C3BCE8888D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7910" y="2704976"/>
                <a:ext cx="562814" cy="262829"/>
              </a:xfrm>
              <a:prstGeom prst="rect">
                <a:avLst/>
              </a:prstGeom>
              <a:blipFill>
                <a:blip r:embed="rId15"/>
                <a:stretch>
                  <a:fillRect t="-93023" r="-5217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1" name="Oval 14">
            <a:extLst>
              <a:ext uri="{FF2B5EF4-FFF2-40B4-BE49-F238E27FC236}">
                <a16:creationId xmlns:a16="http://schemas.microsoft.com/office/drawing/2014/main" id="{5BC60185-BEAE-4FA9-80DD-F76AB3298CFE}"/>
              </a:ext>
            </a:extLst>
          </p:cNvPr>
          <p:cNvSpPr/>
          <p:nvPr/>
        </p:nvSpPr>
        <p:spPr>
          <a:xfrm>
            <a:off x="5456348" y="2943616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352" name="Oval 4">
            <a:extLst>
              <a:ext uri="{FF2B5EF4-FFF2-40B4-BE49-F238E27FC236}">
                <a16:creationId xmlns:a16="http://schemas.microsoft.com/office/drawing/2014/main" id="{BAF00DB0-5D66-4D4B-99F3-E2DB347B76EA}"/>
              </a:ext>
            </a:extLst>
          </p:cNvPr>
          <p:cNvSpPr/>
          <p:nvPr/>
        </p:nvSpPr>
        <p:spPr>
          <a:xfrm>
            <a:off x="5014253" y="3001865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353" name="Oval 15">
            <a:extLst>
              <a:ext uri="{FF2B5EF4-FFF2-40B4-BE49-F238E27FC236}">
                <a16:creationId xmlns:a16="http://schemas.microsoft.com/office/drawing/2014/main" id="{B477F839-4355-46D9-9545-A97012977960}"/>
              </a:ext>
            </a:extLst>
          </p:cNvPr>
          <p:cNvSpPr/>
          <p:nvPr/>
        </p:nvSpPr>
        <p:spPr>
          <a:xfrm>
            <a:off x="5456348" y="3978587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354" name="SHO">
            <a:extLst>
              <a:ext uri="{FF2B5EF4-FFF2-40B4-BE49-F238E27FC236}">
                <a16:creationId xmlns:a16="http://schemas.microsoft.com/office/drawing/2014/main" id="{C5E1CF03-2F20-4F79-8B69-F1D91D3ECAC7}"/>
              </a:ext>
            </a:extLst>
          </p:cNvPr>
          <p:cNvSpPr/>
          <p:nvPr/>
        </p:nvSpPr>
        <p:spPr>
          <a:xfrm rot="16200000">
            <a:off x="5297034" y="3020142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355" name="SVO">
            <a:extLst>
              <a:ext uri="{FF2B5EF4-FFF2-40B4-BE49-F238E27FC236}">
                <a16:creationId xmlns:a16="http://schemas.microsoft.com/office/drawing/2014/main" id="{CD50E500-63B4-4FC6-BE7B-68CF7B511425}"/>
              </a:ext>
            </a:extLst>
          </p:cNvPr>
          <p:cNvSpPr/>
          <p:nvPr/>
        </p:nvSpPr>
        <p:spPr>
          <a:xfrm>
            <a:off x="5262036" y="3002212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356" name="Oval 6">
            <a:extLst>
              <a:ext uri="{FF2B5EF4-FFF2-40B4-BE49-F238E27FC236}">
                <a16:creationId xmlns:a16="http://schemas.microsoft.com/office/drawing/2014/main" id="{C5B3D3CD-1972-47EF-99A6-69C5E037F9EF}"/>
              </a:ext>
            </a:extLst>
          </p:cNvPr>
          <p:cNvSpPr/>
          <p:nvPr/>
        </p:nvSpPr>
        <p:spPr>
          <a:xfrm rot="16200000">
            <a:off x="5297034" y="3020142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57" name="TextBox 11">
                <a:extLst>
                  <a:ext uri="{FF2B5EF4-FFF2-40B4-BE49-F238E27FC236}">
                    <a16:creationId xmlns:a16="http://schemas.microsoft.com/office/drawing/2014/main" id="{9301BB35-B57F-4882-B3FD-6E666EC8D8D2}"/>
                  </a:ext>
                </a:extLst>
              </p:cNvPr>
              <p:cNvSpPr txBox="1"/>
              <p:nvPr/>
            </p:nvSpPr>
            <p:spPr>
              <a:xfrm>
                <a:off x="5132021" y="3396514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357" name="TextBox 11">
                <a:extLst>
                  <a:ext uri="{FF2B5EF4-FFF2-40B4-BE49-F238E27FC236}">
                    <a16:creationId xmlns:a16="http://schemas.microsoft.com/office/drawing/2014/main" id="{9301BB35-B57F-4882-B3FD-6E666EC8D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2021" y="3396514"/>
                <a:ext cx="122489" cy="262829"/>
              </a:xfrm>
              <a:prstGeom prst="rect">
                <a:avLst/>
              </a:prstGeom>
              <a:blipFill>
                <a:blip r:embed="rId16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8" name="Oval 22">
            <a:extLst>
              <a:ext uri="{FF2B5EF4-FFF2-40B4-BE49-F238E27FC236}">
                <a16:creationId xmlns:a16="http://schemas.microsoft.com/office/drawing/2014/main" id="{58F6BBA3-DB07-492E-94B3-BD0FFCB52F81}"/>
              </a:ext>
            </a:extLst>
          </p:cNvPr>
          <p:cNvSpPr/>
          <p:nvPr/>
        </p:nvSpPr>
        <p:spPr>
          <a:xfrm>
            <a:off x="5455694" y="3978587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59" name="TextBox 12">
                <a:extLst>
                  <a:ext uri="{FF2B5EF4-FFF2-40B4-BE49-F238E27FC236}">
                    <a16:creationId xmlns:a16="http://schemas.microsoft.com/office/drawing/2014/main" id="{B444DC3F-ACF9-4F20-A39D-F7FB86792057}"/>
                  </a:ext>
                </a:extLst>
              </p:cNvPr>
              <p:cNvSpPr txBox="1"/>
              <p:nvPr/>
            </p:nvSpPr>
            <p:spPr>
              <a:xfrm>
                <a:off x="5585430" y="3462558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359" name="TextBox 12">
                <a:extLst>
                  <a:ext uri="{FF2B5EF4-FFF2-40B4-BE49-F238E27FC236}">
                    <a16:creationId xmlns:a16="http://schemas.microsoft.com/office/drawing/2014/main" id="{B444DC3F-ACF9-4F20-A39D-F7FB867920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5430" y="3462558"/>
                <a:ext cx="122489" cy="262829"/>
              </a:xfrm>
              <a:prstGeom prst="rect">
                <a:avLst/>
              </a:prstGeom>
              <a:blipFill>
                <a:blip r:embed="rId17"/>
                <a:stretch>
                  <a:fillRect r="-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0" name="TextBox 13">
                <a:extLst>
                  <a:ext uri="{FF2B5EF4-FFF2-40B4-BE49-F238E27FC236}">
                    <a16:creationId xmlns:a16="http://schemas.microsoft.com/office/drawing/2014/main" id="{1AE80AB8-E9B1-435A-8AF5-4ADAC6AF7EAF}"/>
                  </a:ext>
                </a:extLst>
              </p:cNvPr>
              <p:cNvSpPr txBox="1"/>
              <p:nvPr/>
            </p:nvSpPr>
            <p:spPr>
              <a:xfrm>
                <a:off x="5416421" y="3026583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360" name="TextBox 13">
                <a:extLst>
                  <a:ext uri="{FF2B5EF4-FFF2-40B4-BE49-F238E27FC236}">
                    <a16:creationId xmlns:a16="http://schemas.microsoft.com/office/drawing/2014/main" id="{1AE80AB8-E9B1-435A-8AF5-4ADAC6AF7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6421" y="3026583"/>
                <a:ext cx="177900" cy="262829"/>
              </a:xfrm>
              <a:prstGeom prst="rect">
                <a:avLst/>
              </a:prstGeom>
              <a:blipFill>
                <a:blip r:embed="rId18"/>
                <a:stretch>
                  <a:fillRect r="-68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1" name="DVO">
            <a:extLst>
              <a:ext uri="{FF2B5EF4-FFF2-40B4-BE49-F238E27FC236}">
                <a16:creationId xmlns:a16="http://schemas.microsoft.com/office/drawing/2014/main" id="{42FD4FAB-305B-4E20-9E3A-DC73C6526C86}"/>
              </a:ext>
            </a:extLst>
          </p:cNvPr>
          <p:cNvSpPr/>
          <p:nvPr/>
        </p:nvSpPr>
        <p:spPr>
          <a:xfrm flipH="1">
            <a:off x="5262036" y="3002212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362" name="Oval 23">
            <a:extLst>
              <a:ext uri="{FF2B5EF4-FFF2-40B4-BE49-F238E27FC236}">
                <a16:creationId xmlns:a16="http://schemas.microsoft.com/office/drawing/2014/main" id="{A03FA640-EC08-4F82-BCCA-C34DA85811F6}"/>
              </a:ext>
            </a:extLst>
          </p:cNvPr>
          <p:cNvSpPr/>
          <p:nvPr/>
        </p:nvSpPr>
        <p:spPr>
          <a:xfrm>
            <a:off x="5956132" y="3461739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1363" name="Straight Arrow Connector 7">
            <a:extLst>
              <a:ext uri="{FF2B5EF4-FFF2-40B4-BE49-F238E27FC236}">
                <a16:creationId xmlns:a16="http://schemas.microsoft.com/office/drawing/2014/main" id="{DD5389DE-BAFB-4C17-A000-4BA78932F5D8}"/>
              </a:ext>
            </a:extLst>
          </p:cNvPr>
          <p:cNvCxnSpPr>
            <a:cxnSpLocks/>
          </p:cNvCxnSpPr>
          <p:nvPr/>
        </p:nvCxnSpPr>
        <p:spPr>
          <a:xfrm flipV="1">
            <a:off x="5509860" y="3209778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4" name="Straight Arrow Connector 19">
            <a:extLst>
              <a:ext uri="{FF2B5EF4-FFF2-40B4-BE49-F238E27FC236}">
                <a16:creationId xmlns:a16="http://schemas.microsoft.com/office/drawing/2014/main" id="{033B3428-2AC1-4CF9-99C1-3273CC60E684}"/>
              </a:ext>
            </a:extLst>
          </p:cNvPr>
          <p:cNvCxnSpPr>
            <a:cxnSpLocks/>
          </p:cNvCxnSpPr>
          <p:nvPr/>
        </p:nvCxnSpPr>
        <p:spPr>
          <a:xfrm>
            <a:off x="5511926" y="3516959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5" name="Straight Arrow Connector 18">
            <a:extLst>
              <a:ext uri="{FF2B5EF4-FFF2-40B4-BE49-F238E27FC236}">
                <a16:creationId xmlns:a16="http://schemas.microsoft.com/office/drawing/2014/main" id="{07294AC1-8700-4D89-82B3-FEEAE60EAB23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5393318" y="3398245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6" name="Oval 20">
            <a:extLst>
              <a:ext uri="{FF2B5EF4-FFF2-40B4-BE49-F238E27FC236}">
                <a16:creationId xmlns:a16="http://schemas.microsoft.com/office/drawing/2014/main" id="{DC5A5D1B-1BA3-4108-B260-22F28CFDE903}"/>
              </a:ext>
            </a:extLst>
          </p:cNvPr>
          <p:cNvSpPr/>
          <p:nvPr/>
        </p:nvSpPr>
        <p:spPr>
          <a:xfrm>
            <a:off x="4956326" y="3461739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367" name="Oval 22">
            <a:extLst>
              <a:ext uri="{FF2B5EF4-FFF2-40B4-BE49-F238E27FC236}">
                <a16:creationId xmlns:a16="http://schemas.microsoft.com/office/drawing/2014/main" id="{1D045CD0-28A4-4991-A538-C326B4D40DB1}"/>
              </a:ext>
            </a:extLst>
          </p:cNvPr>
          <p:cNvSpPr/>
          <p:nvPr/>
        </p:nvSpPr>
        <p:spPr>
          <a:xfrm>
            <a:off x="5456512" y="2938165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368" name="Partial Circle 9">
            <a:extLst>
              <a:ext uri="{FF2B5EF4-FFF2-40B4-BE49-F238E27FC236}">
                <a16:creationId xmlns:a16="http://schemas.microsoft.com/office/drawing/2014/main" id="{1EDA075F-217A-46A6-94BD-F87B4C83C2A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5466659" y="3451776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9" name="TextBox 10">
                <a:extLst>
                  <a:ext uri="{FF2B5EF4-FFF2-40B4-BE49-F238E27FC236}">
                    <a16:creationId xmlns:a16="http://schemas.microsoft.com/office/drawing/2014/main" id="{170DFC1E-A5EC-4196-916B-BC1291272FF3}"/>
                  </a:ext>
                </a:extLst>
              </p:cNvPr>
              <p:cNvSpPr txBox="1"/>
              <p:nvPr/>
            </p:nvSpPr>
            <p:spPr>
              <a:xfrm>
                <a:off x="5214648" y="3476041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369" name="TextBox 10">
                <a:extLst>
                  <a:ext uri="{FF2B5EF4-FFF2-40B4-BE49-F238E27FC236}">
                    <a16:creationId xmlns:a16="http://schemas.microsoft.com/office/drawing/2014/main" id="{170DFC1E-A5EC-4196-916B-BC1291272F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4648" y="3476041"/>
                <a:ext cx="218239" cy="26282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70" name="Straight Arrow Connector 17">
            <a:extLst>
              <a:ext uri="{FF2B5EF4-FFF2-40B4-BE49-F238E27FC236}">
                <a16:creationId xmlns:a16="http://schemas.microsoft.com/office/drawing/2014/main" id="{0ABC8776-2B91-479A-AA6F-EC2046B0D40A}"/>
              </a:ext>
            </a:extLst>
          </p:cNvPr>
          <p:cNvCxnSpPr>
            <a:cxnSpLocks/>
          </p:cNvCxnSpPr>
          <p:nvPr/>
        </p:nvCxnSpPr>
        <p:spPr>
          <a:xfrm flipH="1">
            <a:off x="5358141" y="3521056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71" name="Partial Circle 9">
            <a:extLst>
              <a:ext uri="{FF2B5EF4-FFF2-40B4-BE49-F238E27FC236}">
                <a16:creationId xmlns:a16="http://schemas.microsoft.com/office/drawing/2014/main" id="{D8B2B7A7-D8DA-4E0D-B46F-7DA26A6303F5}"/>
              </a:ext>
            </a:extLst>
          </p:cNvPr>
          <p:cNvSpPr>
            <a:spLocks noChangeAspect="1"/>
          </p:cNvSpPr>
          <p:nvPr/>
        </p:nvSpPr>
        <p:spPr>
          <a:xfrm>
            <a:off x="5457851" y="3426008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72" name="TextBox 10">
                <a:extLst>
                  <a:ext uri="{FF2B5EF4-FFF2-40B4-BE49-F238E27FC236}">
                    <a16:creationId xmlns:a16="http://schemas.microsoft.com/office/drawing/2014/main" id="{49B9A82A-0A88-4EDB-96C5-B15382E40E42}"/>
                  </a:ext>
                </a:extLst>
              </p:cNvPr>
              <p:cNvSpPr txBox="1"/>
              <p:nvPr/>
            </p:nvSpPr>
            <p:spPr>
              <a:xfrm>
                <a:off x="5485389" y="3254214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372" name="TextBox 10">
                <a:extLst>
                  <a:ext uri="{FF2B5EF4-FFF2-40B4-BE49-F238E27FC236}">
                    <a16:creationId xmlns:a16="http://schemas.microsoft.com/office/drawing/2014/main" id="{49B9A82A-0A88-4EDB-96C5-B15382E40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5389" y="3254214"/>
                <a:ext cx="205647" cy="262829"/>
              </a:xfrm>
              <a:prstGeom prst="rect">
                <a:avLst/>
              </a:prstGeom>
              <a:blipFill>
                <a:blip r:embed="rId20"/>
                <a:stretch>
                  <a:fillRect r="-17647"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73" name="Straight Arrow Connector 17">
            <a:extLst>
              <a:ext uri="{FF2B5EF4-FFF2-40B4-BE49-F238E27FC236}">
                <a16:creationId xmlns:a16="http://schemas.microsoft.com/office/drawing/2014/main" id="{41F8EC45-75DF-46B1-89B9-6254E81AFB0C}"/>
              </a:ext>
            </a:extLst>
          </p:cNvPr>
          <p:cNvCxnSpPr>
            <a:cxnSpLocks/>
          </p:cNvCxnSpPr>
          <p:nvPr/>
        </p:nvCxnSpPr>
        <p:spPr>
          <a:xfrm flipV="1">
            <a:off x="5505947" y="3212477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74" name="Oval 22">
            <a:extLst>
              <a:ext uri="{FF2B5EF4-FFF2-40B4-BE49-F238E27FC236}">
                <a16:creationId xmlns:a16="http://schemas.microsoft.com/office/drawing/2014/main" id="{0FEE4E25-E489-4AB9-A412-864D70171FF1}"/>
              </a:ext>
            </a:extLst>
          </p:cNvPr>
          <p:cNvSpPr/>
          <p:nvPr/>
        </p:nvSpPr>
        <p:spPr>
          <a:xfrm>
            <a:off x="5693086" y="3656788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375" name="Oval 22">
            <a:extLst>
              <a:ext uri="{FF2B5EF4-FFF2-40B4-BE49-F238E27FC236}">
                <a16:creationId xmlns:a16="http://schemas.microsoft.com/office/drawing/2014/main" id="{DD8AD07A-100E-4167-97BA-59167025A6AA}"/>
              </a:ext>
            </a:extLst>
          </p:cNvPr>
          <p:cNvSpPr/>
          <p:nvPr/>
        </p:nvSpPr>
        <p:spPr>
          <a:xfrm>
            <a:off x="5218301" y="3282236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76" name="文字方塊 1375">
                <a:extLst>
                  <a:ext uri="{FF2B5EF4-FFF2-40B4-BE49-F238E27FC236}">
                    <a16:creationId xmlns:a16="http://schemas.microsoft.com/office/drawing/2014/main" id="{F8D6F4A0-02D8-4446-BB83-BBCF9F41FC66}"/>
                  </a:ext>
                </a:extLst>
              </p:cNvPr>
              <p:cNvSpPr txBox="1"/>
              <p:nvPr/>
            </p:nvSpPr>
            <p:spPr>
              <a:xfrm>
                <a:off x="3932138" y="3576072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376" name="文字方塊 1375">
                <a:extLst>
                  <a:ext uri="{FF2B5EF4-FFF2-40B4-BE49-F238E27FC236}">
                    <a16:creationId xmlns:a16="http://schemas.microsoft.com/office/drawing/2014/main" id="{F8D6F4A0-02D8-4446-BB83-BBCF9F41F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2138" y="3576072"/>
                <a:ext cx="974158" cy="262829"/>
              </a:xfrm>
              <a:prstGeom prst="rect">
                <a:avLst/>
              </a:prstGeom>
              <a:blipFill>
                <a:blip r:embed="rId21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77" name="直線接點 1376">
            <a:extLst>
              <a:ext uri="{FF2B5EF4-FFF2-40B4-BE49-F238E27FC236}">
                <a16:creationId xmlns:a16="http://schemas.microsoft.com/office/drawing/2014/main" id="{8181E59C-0D82-4B71-8EE2-5199478CA036}"/>
              </a:ext>
            </a:extLst>
          </p:cNvPr>
          <p:cNvCxnSpPr>
            <a:cxnSpLocks/>
          </p:cNvCxnSpPr>
          <p:nvPr/>
        </p:nvCxnSpPr>
        <p:spPr>
          <a:xfrm>
            <a:off x="5805141" y="3789705"/>
            <a:ext cx="406400" cy="56832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78" name="文字方塊 1377">
                <a:extLst>
                  <a:ext uri="{FF2B5EF4-FFF2-40B4-BE49-F238E27FC236}">
                    <a16:creationId xmlns:a16="http://schemas.microsoft.com/office/drawing/2014/main" id="{094F22F3-9444-4358-88D1-11D01AE0F1BC}"/>
                  </a:ext>
                </a:extLst>
              </p:cNvPr>
              <p:cNvSpPr txBox="1"/>
              <p:nvPr/>
            </p:nvSpPr>
            <p:spPr>
              <a:xfrm>
                <a:off x="6044823" y="3584962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378" name="文字方塊 1377">
                <a:extLst>
                  <a:ext uri="{FF2B5EF4-FFF2-40B4-BE49-F238E27FC236}">
                    <a16:creationId xmlns:a16="http://schemas.microsoft.com/office/drawing/2014/main" id="{094F22F3-9444-4358-88D1-11D01AE0F1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4823" y="3584962"/>
                <a:ext cx="1100937" cy="262829"/>
              </a:xfrm>
              <a:prstGeom prst="rect">
                <a:avLst/>
              </a:prstGeom>
              <a:blipFill>
                <a:blip r:embed="rId22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9" name="文字方塊 1378">
                <a:extLst>
                  <a:ext uri="{FF2B5EF4-FFF2-40B4-BE49-F238E27FC236}">
                    <a16:creationId xmlns:a16="http://schemas.microsoft.com/office/drawing/2014/main" id="{E432334B-48B2-40D1-A84C-BC3556D5FD6C}"/>
                  </a:ext>
                </a:extLst>
              </p:cNvPr>
              <p:cNvSpPr txBox="1"/>
              <p:nvPr/>
            </p:nvSpPr>
            <p:spPr>
              <a:xfrm>
                <a:off x="6044823" y="5502065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379" name="文字方塊 1378">
                <a:extLst>
                  <a:ext uri="{FF2B5EF4-FFF2-40B4-BE49-F238E27FC236}">
                    <a16:creationId xmlns:a16="http://schemas.microsoft.com/office/drawing/2014/main" id="{E432334B-48B2-40D1-A84C-BC3556D5F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4823" y="5502065"/>
                <a:ext cx="1100937" cy="262829"/>
              </a:xfrm>
              <a:prstGeom prst="rect">
                <a:avLst/>
              </a:prstGeom>
              <a:blipFill>
                <a:blip r:embed="rId23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80" name="直線接點 1379">
            <a:extLst>
              <a:ext uri="{FF2B5EF4-FFF2-40B4-BE49-F238E27FC236}">
                <a16:creationId xmlns:a16="http://schemas.microsoft.com/office/drawing/2014/main" id="{B820BCE2-C69F-424C-9431-36F7350C9E13}"/>
              </a:ext>
            </a:extLst>
          </p:cNvPr>
          <p:cNvCxnSpPr>
            <a:cxnSpLocks/>
          </p:cNvCxnSpPr>
          <p:nvPr/>
        </p:nvCxnSpPr>
        <p:spPr>
          <a:xfrm>
            <a:off x="4643526" y="2448180"/>
            <a:ext cx="607387" cy="86782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381" name="圖片 1380">
            <a:extLst>
              <a:ext uri="{FF2B5EF4-FFF2-40B4-BE49-F238E27FC236}">
                <a16:creationId xmlns:a16="http://schemas.microsoft.com/office/drawing/2014/main" id="{0F1C914E-48DD-4847-A7E2-90F2D5D31912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68043"/>
          <a:stretch/>
        </p:blipFill>
        <p:spPr>
          <a:xfrm>
            <a:off x="6060035" y="718056"/>
            <a:ext cx="1234633" cy="240163"/>
          </a:xfrm>
          <a:prstGeom prst="rect">
            <a:avLst/>
          </a:prstGeom>
        </p:spPr>
      </p:pic>
      <p:pic>
        <p:nvPicPr>
          <p:cNvPr id="1382" name="圖片 1381">
            <a:extLst>
              <a:ext uri="{FF2B5EF4-FFF2-40B4-BE49-F238E27FC236}">
                <a16:creationId xmlns:a16="http://schemas.microsoft.com/office/drawing/2014/main" id="{FC62C5B7-E859-4EAB-9CF1-5D02CB6D9E72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0450"/>
          <a:stretch/>
        </p:blipFill>
        <p:spPr>
          <a:xfrm>
            <a:off x="6060035" y="1552552"/>
            <a:ext cx="1234633" cy="297228"/>
          </a:xfrm>
          <a:prstGeom prst="rect">
            <a:avLst/>
          </a:prstGeom>
        </p:spPr>
      </p:pic>
      <p:pic>
        <p:nvPicPr>
          <p:cNvPr id="1383" name="圖片 1382">
            <a:extLst>
              <a:ext uri="{FF2B5EF4-FFF2-40B4-BE49-F238E27FC236}">
                <a16:creationId xmlns:a16="http://schemas.microsoft.com/office/drawing/2014/main" id="{BB340BAD-407F-44EF-90F2-CFC947448167}"/>
              </a:ext>
            </a:extLst>
          </p:cNvPr>
          <p:cNvPicPr>
            <a:picLocks noChangeAspect="1"/>
          </p:cNvPicPr>
          <p:nvPr/>
        </p:nvPicPr>
        <p:blipFill rotWithShape="1">
          <a:blip r:embed="rId25"/>
          <a:srcRect l="9650" t="22680" r="8947" b="18411"/>
          <a:stretch/>
        </p:blipFill>
        <p:spPr>
          <a:xfrm>
            <a:off x="6169131" y="1622761"/>
            <a:ext cx="504374" cy="100293"/>
          </a:xfrm>
          <a:prstGeom prst="rect">
            <a:avLst/>
          </a:prstGeom>
        </p:spPr>
      </p:pic>
      <p:pic>
        <p:nvPicPr>
          <p:cNvPr id="1384" name="圖片 1383">
            <a:extLst>
              <a:ext uri="{FF2B5EF4-FFF2-40B4-BE49-F238E27FC236}">
                <a16:creationId xmlns:a16="http://schemas.microsoft.com/office/drawing/2014/main" id="{422BB6E5-5AB8-4543-A4A1-A948432CEBDA}"/>
              </a:ext>
            </a:extLst>
          </p:cNvPr>
          <p:cNvPicPr>
            <a:picLocks noChangeAspect="1"/>
          </p:cNvPicPr>
          <p:nvPr/>
        </p:nvPicPr>
        <p:blipFill rotWithShape="1">
          <a:blip r:embed="rId25"/>
          <a:srcRect l="9650" t="22680" r="8947" b="18411"/>
          <a:stretch/>
        </p:blipFill>
        <p:spPr>
          <a:xfrm>
            <a:off x="6169131" y="732173"/>
            <a:ext cx="504374" cy="100293"/>
          </a:xfrm>
          <a:prstGeom prst="rect">
            <a:avLst/>
          </a:prstGeom>
        </p:spPr>
      </p:pic>
      <p:cxnSp>
        <p:nvCxnSpPr>
          <p:cNvPr id="1385" name="直線接點 1384">
            <a:extLst>
              <a:ext uri="{FF2B5EF4-FFF2-40B4-BE49-F238E27FC236}">
                <a16:creationId xmlns:a16="http://schemas.microsoft.com/office/drawing/2014/main" id="{8AF6DD71-9324-415A-BE57-FF2150FCD2FC}"/>
              </a:ext>
            </a:extLst>
          </p:cNvPr>
          <p:cNvCxnSpPr>
            <a:cxnSpLocks/>
          </p:cNvCxnSpPr>
          <p:nvPr/>
        </p:nvCxnSpPr>
        <p:spPr>
          <a:xfrm flipH="1">
            <a:off x="4833591" y="3559936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86" name="直線接點 1385">
            <a:extLst>
              <a:ext uri="{FF2B5EF4-FFF2-40B4-BE49-F238E27FC236}">
                <a16:creationId xmlns:a16="http://schemas.microsoft.com/office/drawing/2014/main" id="{1261BB49-BA4C-4827-A6EA-1F6EA7FE678F}"/>
              </a:ext>
            </a:extLst>
          </p:cNvPr>
          <p:cNvCxnSpPr>
            <a:cxnSpLocks/>
          </p:cNvCxnSpPr>
          <p:nvPr/>
        </p:nvCxnSpPr>
        <p:spPr>
          <a:xfrm flipV="1">
            <a:off x="6055966" y="3199156"/>
            <a:ext cx="123825" cy="263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387" name="圖片 1386">
            <a:extLst>
              <a:ext uri="{FF2B5EF4-FFF2-40B4-BE49-F238E27FC236}">
                <a16:creationId xmlns:a16="http://schemas.microsoft.com/office/drawing/2014/main" id="{CDB4FD7B-757D-4446-A9D2-4D891A05176E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0073"/>
          <a:stretch/>
        </p:blipFill>
        <p:spPr>
          <a:xfrm>
            <a:off x="6162639" y="3801774"/>
            <a:ext cx="847794" cy="1691004"/>
          </a:xfrm>
          <a:prstGeom prst="rect">
            <a:avLst/>
          </a:prstGeom>
        </p:spPr>
      </p:pic>
      <p:pic>
        <p:nvPicPr>
          <p:cNvPr id="1388" name="圖片 1387">
            <a:extLst>
              <a:ext uri="{FF2B5EF4-FFF2-40B4-BE49-F238E27FC236}">
                <a16:creationId xmlns:a16="http://schemas.microsoft.com/office/drawing/2014/main" id="{B8AD46BE-343F-43DE-89DA-6060E306568E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748"/>
          <a:stretch/>
        </p:blipFill>
        <p:spPr>
          <a:xfrm>
            <a:off x="3967525" y="1920114"/>
            <a:ext cx="853313" cy="169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516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1587</TotalTime>
  <Words>396</Words>
  <Application>Microsoft Office PowerPoint</Application>
  <PresentationFormat>自訂</PresentationFormat>
  <Paragraphs>258</Paragraphs>
  <Slides>7</Slides>
  <Notes>0</Notes>
  <HiddenSlides>6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4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63</cp:revision>
  <dcterms:created xsi:type="dcterms:W3CDTF">2026-04-28T04:34:15Z</dcterms:created>
  <dcterms:modified xsi:type="dcterms:W3CDTF">2026-07-20T07:15:11Z</dcterms:modified>
</cp:coreProperties>
</file>