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68" r:id="rId2"/>
    <p:sldId id="270" r:id="rId3"/>
    <p:sldId id="272" r:id="rId4"/>
  </p:sldIdLst>
  <p:sldSz cx="8459788" cy="7829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0000" autoAdjust="0"/>
  </p:normalViewPr>
  <p:slideViewPr>
    <p:cSldViewPr snapToGrid="0">
      <p:cViewPr varScale="1">
        <p:scale>
          <a:sx n="74" d="100"/>
          <a:sy n="74" d="100"/>
        </p:scale>
        <p:origin x="14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484" y="1281365"/>
            <a:ext cx="7190820" cy="2725843"/>
          </a:xfrm>
        </p:spPr>
        <p:txBody>
          <a:bodyPr anchor="b"/>
          <a:lstStyle>
            <a:lvl1pPr algn="ctr">
              <a:defRPr sz="5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7474" y="4112327"/>
            <a:ext cx="6344841" cy="1890328"/>
          </a:xfrm>
        </p:spPr>
        <p:txBody>
          <a:bodyPr/>
          <a:lstStyle>
            <a:lvl1pPr marL="0" indent="0" algn="ctr">
              <a:buNone/>
              <a:defRPr sz="2220"/>
            </a:lvl1pPr>
            <a:lvl2pPr marL="423001" indent="0" algn="ctr">
              <a:buNone/>
              <a:defRPr sz="1850"/>
            </a:lvl2pPr>
            <a:lvl3pPr marL="846003" indent="0" algn="ctr">
              <a:buNone/>
              <a:defRPr sz="1665"/>
            </a:lvl3pPr>
            <a:lvl4pPr marL="1269004" indent="0" algn="ctr">
              <a:buNone/>
              <a:defRPr sz="1480"/>
            </a:lvl4pPr>
            <a:lvl5pPr marL="1692006" indent="0" algn="ctr">
              <a:buNone/>
              <a:defRPr sz="1480"/>
            </a:lvl5pPr>
            <a:lvl6pPr marL="2115007" indent="0" algn="ctr">
              <a:buNone/>
              <a:defRPr sz="1480"/>
            </a:lvl6pPr>
            <a:lvl7pPr marL="2538009" indent="0" algn="ctr">
              <a:buNone/>
              <a:defRPr sz="1480"/>
            </a:lvl7pPr>
            <a:lvl8pPr marL="2961010" indent="0" algn="ctr">
              <a:buNone/>
              <a:defRPr sz="1480"/>
            </a:lvl8pPr>
            <a:lvl9pPr marL="3384012" indent="0" algn="ctr">
              <a:buNone/>
              <a:defRPr sz="148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98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62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5" y="1951952"/>
            <a:ext cx="7296567" cy="3256875"/>
          </a:xfrm>
        </p:spPr>
        <p:txBody>
          <a:bodyPr anchor="b"/>
          <a:lstStyle>
            <a:lvl1pPr>
              <a:defRPr sz="555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205" y="5239639"/>
            <a:ext cx="7296567" cy="1712713"/>
          </a:xfrm>
        </p:spPr>
        <p:txBody>
          <a:bodyPr/>
          <a:lstStyle>
            <a:lvl1pPr marL="0" indent="0">
              <a:buNone/>
              <a:defRPr sz="2220">
                <a:solidFill>
                  <a:schemeClr val="tx1"/>
                </a:solidFill>
              </a:defRPr>
            </a:lvl1pPr>
            <a:lvl2pPr marL="423001" indent="0">
              <a:buNone/>
              <a:defRPr sz="1850">
                <a:solidFill>
                  <a:schemeClr val="tx1">
                    <a:tint val="75000"/>
                  </a:schemeClr>
                </a:solidFill>
              </a:defRPr>
            </a:lvl2pPr>
            <a:lvl3pPr marL="846003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3pPr>
            <a:lvl4pPr marL="1269004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4pPr>
            <a:lvl5pPr marL="1692006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5pPr>
            <a:lvl6pPr marL="2115007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6pPr>
            <a:lvl7pPr marL="2538009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7pPr>
            <a:lvl8pPr marL="2961010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8pPr>
            <a:lvl9pPr marL="3384012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73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610" y="2084255"/>
            <a:ext cx="3595410" cy="49677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768" y="2084255"/>
            <a:ext cx="3595410" cy="49677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186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416853"/>
            <a:ext cx="7296567" cy="151335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713" y="1919328"/>
            <a:ext cx="3578886" cy="940633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713" y="2859961"/>
            <a:ext cx="3578886" cy="4206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768" y="1919328"/>
            <a:ext cx="3596512" cy="940633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82768" y="2859961"/>
            <a:ext cx="3596512" cy="42065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33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31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6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521970"/>
            <a:ext cx="2728502" cy="1826895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512" y="1127312"/>
            <a:ext cx="4282768" cy="5564055"/>
          </a:xfrm>
        </p:spPr>
        <p:txBody>
          <a:bodyPr/>
          <a:lstStyle>
            <a:lvl1pPr>
              <a:defRPr sz="2961"/>
            </a:lvl1pPr>
            <a:lvl2pPr>
              <a:defRPr sz="2591"/>
            </a:lvl2pPr>
            <a:lvl3pPr>
              <a:defRPr sz="2220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2348865"/>
            <a:ext cx="2728502" cy="4351563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3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12" y="521970"/>
            <a:ext cx="2728502" cy="1826895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96512" y="1127312"/>
            <a:ext cx="4282768" cy="5564055"/>
          </a:xfrm>
        </p:spPr>
        <p:txBody>
          <a:bodyPr anchor="t"/>
          <a:lstStyle>
            <a:lvl1pPr marL="0" indent="0">
              <a:buNone/>
              <a:defRPr sz="2961"/>
            </a:lvl1pPr>
            <a:lvl2pPr marL="423001" indent="0">
              <a:buNone/>
              <a:defRPr sz="2591"/>
            </a:lvl2pPr>
            <a:lvl3pPr marL="846003" indent="0">
              <a:buNone/>
              <a:defRPr sz="2220"/>
            </a:lvl3pPr>
            <a:lvl4pPr marL="1269004" indent="0">
              <a:buNone/>
              <a:defRPr sz="1850"/>
            </a:lvl4pPr>
            <a:lvl5pPr marL="1692006" indent="0">
              <a:buNone/>
              <a:defRPr sz="1850"/>
            </a:lvl5pPr>
            <a:lvl6pPr marL="2115007" indent="0">
              <a:buNone/>
              <a:defRPr sz="1850"/>
            </a:lvl6pPr>
            <a:lvl7pPr marL="2538009" indent="0">
              <a:buNone/>
              <a:defRPr sz="1850"/>
            </a:lvl7pPr>
            <a:lvl8pPr marL="2961010" indent="0">
              <a:buNone/>
              <a:defRPr sz="1850"/>
            </a:lvl8pPr>
            <a:lvl9pPr marL="3384012" indent="0">
              <a:buNone/>
              <a:defRPr sz="18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712" y="2348865"/>
            <a:ext cx="2728502" cy="4351563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6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10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54036" y="416851"/>
            <a:ext cx="1824142" cy="66351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611" y="416851"/>
            <a:ext cx="5366678" cy="66351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00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611" y="416853"/>
            <a:ext cx="7296567" cy="1513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611" y="2084255"/>
            <a:ext cx="7296567" cy="4967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1611" y="7256835"/>
            <a:ext cx="1903452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02305" y="7256835"/>
            <a:ext cx="2855178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74725" y="7256835"/>
            <a:ext cx="1903452" cy="4168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03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846003" rtl="0" eaLnBrk="1" latinLnBrk="0" hangingPunct="1">
        <a:lnSpc>
          <a:spcPct val="90000"/>
        </a:lnSpc>
        <a:spcBef>
          <a:spcPct val="0"/>
        </a:spcBef>
        <a:buNone/>
        <a:defRPr sz="40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501" indent="-211501" algn="l" defTabSz="846003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1" kern="1200">
          <a:solidFill>
            <a:schemeClr val="tx1"/>
          </a:solidFill>
          <a:latin typeface="+mn-lt"/>
          <a:ea typeface="+mn-ea"/>
          <a:cs typeface="+mn-cs"/>
        </a:defRPr>
      </a:lvl1pPr>
      <a:lvl2pPr marL="63450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504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505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506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508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9509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2511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1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3001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6003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9004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6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5007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8009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6101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4012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7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5" Type="http://schemas.openxmlformats.org/officeDocument/2006/relationships/image" Target="../media/image4.png"/><Relationship Id="rId61" Type="http://schemas.openxmlformats.org/officeDocument/2006/relationships/image" Target="../media/image59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7.png"/><Relationship Id="rId51" Type="http://schemas.openxmlformats.org/officeDocument/2006/relationships/image" Target="../media/image49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60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20" Type="http://schemas.openxmlformats.org/officeDocument/2006/relationships/image" Target="../media/image19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55.png"/><Relationship Id="rId26" Type="http://schemas.openxmlformats.org/officeDocument/2006/relationships/image" Target="../media/image58.png"/><Relationship Id="rId39" Type="http://schemas.openxmlformats.org/officeDocument/2006/relationships/image" Target="../media/image53.png"/><Relationship Id="rId21" Type="http://schemas.openxmlformats.org/officeDocument/2006/relationships/image" Target="../media/image62.png"/><Relationship Id="rId34" Type="http://schemas.openxmlformats.org/officeDocument/2006/relationships/image" Target="../media/image72.png"/><Relationship Id="rId42" Type="http://schemas.openxmlformats.org/officeDocument/2006/relationships/image" Target="../media/image610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20" Type="http://schemas.openxmlformats.org/officeDocument/2006/relationships/image" Target="../media/image13.png"/><Relationship Id="rId29" Type="http://schemas.openxmlformats.org/officeDocument/2006/relationships/image" Target="../media/image14.png"/><Relationship Id="rId41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24" Type="http://schemas.openxmlformats.org/officeDocument/2006/relationships/image" Target="../media/image65.png"/><Relationship Id="rId32" Type="http://schemas.openxmlformats.org/officeDocument/2006/relationships/image" Target="../media/image70.png"/><Relationship Id="rId37" Type="http://schemas.openxmlformats.org/officeDocument/2006/relationships/image" Target="../media/image75.png"/><Relationship Id="rId40" Type="http://schemas.openxmlformats.org/officeDocument/2006/relationships/image" Target="../media/image77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23" Type="http://schemas.openxmlformats.org/officeDocument/2006/relationships/image" Target="../media/image64.png"/><Relationship Id="rId28" Type="http://schemas.openxmlformats.org/officeDocument/2006/relationships/image" Target="../media/image68.png"/><Relationship Id="rId36" Type="http://schemas.openxmlformats.org/officeDocument/2006/relationships/image" Target="../media/image74.png"/><Relationship Id="rId10" Type="http://schemas.openxmlformats.org/officeDocument/2006/relationships/image" Target="../media/image41.png"/><Relationship Id="rId19" Type="http://schemas.openxmlformats.org/officeDocument/2006/relationships/image" Target="../media/image3.png"/><Relationship Id="rId31" Type="http://schemas.openxmlformats.org/officeDocument/2006/relationships/image" Target="../media/image69.png"/><Relationship Id="rId44" Type="http://schemas.openxmlformats.org/officeDocument/2006/relationships/image" Target="../media/image80.png"/><Relationship Id="rId4" Type="http://schemas.openxmlformats.org/officeDocument/2006/relationships/image" Target="../media/image45.png"/><Relationship Id="rId9" Type="http://schemas.openxmlformats.org/officeDocument/2006/relationships/image" Target="../media/image57.png"/><Relationship Id="rId14" Type="http://schemas.openxmlformats.org/officeDocument/2006/relationships/image" Target="../media/image47.png"/><Relationship Id="rId22" Type="http://schemas.openxmlformats.org/officeDocument/2006/relationships/image" Target="../media/image63.png"/><Relationship Id="rId27" Type="http://schemas.openxmlformats.org/officeDocument/2006/relationships/image" Target="../media/image67.png"/><Relationship Id="rId30" Type="http://schemas.openxmlformats.org/officeDocument/2006/relationships/image" Target="../media/image35.png"/><Relationship Id="rId35" Type="http://schemas.openxmlformats.org/officeDocument/2006/relationships/image" Target="../media/image73.png"/><Relationship Id="rId43" Type="http://schemas.openxmlformats.org/officeDocument/2006/relationships/image" Target="../media/image79.png"/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61.png"/><Relationship Id="rId17" Type="http://schemas.openxmlformats.org/officeDocument/2006/relationships/image" Target="../media/image48.png"/><Relationship Id="rId25" Type="http://schemas.openxmlformats.org/officeDocument/2006/relationships/image" Target="../media/image66.png"/><Relationship Id="rId33" Type="http://schemas.openxmlformats.org/officeDocument/2006/relationships/image" Target="../media/image71.png"/><Relationship Id="rId38" Type="http://schemas.openxmlformats.org/officeDocument/2006/relationships/image" Target="../media/image76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0.png"/><Relationship Id="rId39" Type="http://schemas.openxmlformats.org/officeDocument/2006/relationships/image" Target="../media/image103.png"/><Relationship Id="rId21" Type="http://schemas.openxmlformats.org/officeDocument/2006/relationships/image" Target="../media/image1890.png"/><Relationship Id="rId34" Type="http://schemas.openxmlformats.org/officeDocument/2006/relationships/image" Target="../media/image98.png"/><Relationship Id="rId42" Type="http://schemas.openxmlformats.org/officeDocument/2006/relationships/image" Target="../media/image106.png"/><Relationship Id="rId47" Type="http://schemas.openxmlformats.org/officeDocument/2006/relationships/image" Target="../media/image111.png"/><Relationship Id="rId50" Type="http://schemas.openxmlformats.org/officeDocument/2006/relationships/image" Target="../media/image114.png"/><Relationship Id="rId55" Type="http://schemas.openxmlformats.org/officeDocument/2006/relationships/image" Target="../media/image119.png"/><Relationship Id="rId63" Type="http://schemas.openxmlformats.org/officeDocument/2006/relationships/image" Target="../media/image125.png"/><Relationship Id="rId68" Type="http://schemas.openxmlformats.org/officeDocument/2006/relationships/image" Target="../media/image130.png"/><Relationship Id="rId76" Type="http://schemas.openxmlformats.org/officeDocument/2006/relationships/image" Target="../media/image138.png"/><Relationship Id="rId71" Type="http://schemas.openxmlformats.org/officeDocument/2006/relationships/image" Target="../media/image133.png"/><Relationship Id="rId2" Type="http://schemas.openxmlformats.org/officeDocument/2006/relationships/image" Target="../media/image81.png"/><Relationship Id="rId29" Type="http://schemas.openxmlformats.org/officeDocument/2006/relationships/image" Target="../media/image93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37" Type="http://schemas.openxmlformats.org/officeDocument/2006/relationships/image" Target="../media/image101.png"/><Relationship Id="rId40" Type="http://schemas.openxmlformats.org/officeDocument/2006/relationships/image" Target="../media/image104.png"/><Relationship Id="rId45" Type="http://schemas.openxmlformats.org/officeDocument/2006/relationships/image" Target="../media/image109.png"/><Relationship Id="rId53" Type="http://schemas.openxmlformats.org/officeDocument/2006/relationships/image" Target="../media/image117.png"/><Relationship Id="rId58" Type="http://schemas.openxmlformats.org/officeDocument/2006/relationships/image" Target="../media/image122.png"/><Relationship Id="rId66" Type="http://schemas.openxmlformats.org/officeDocument/2006/relationships/image" Target="../media/image128.png"/><Relationship Id="rId74" Type="http://schemas.openxmlformats.org/officeDocument/2006/relationships/image" Target="../media/image136.png"/><Relationship Id="rId5" Type="http://schemas.openxmlformats.org/officeDocument/2006/relationships/image" Target="../media/image84.png"/><Relationship Id="rId61" Type="http://schemas.openxmlformats.org/officeDocument/2006/relationships/image" Target="../media/image123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35" Type="http://schemas.openxmlformats.org/officeDocument/2006/relationships/image" Target="../media/image99.png"/><Relationship Id="rId43" Type="http://schemas.openxmlformats.org/officeDocument/2006/relationships/image" Target="../media/image107.png"/><Relationship Id="rId48" Type="http://schemas.openxmlformats.org/officeDocument/2006/relationships/image" Target="../media/image112.svg"/><Relationship Id="rId56" Type="http://schemas.openxmlformats.org/officeDocument/2006/relationships/image" Target="../media/image120.png"/><Relationship Id="rId64" Type="http://schemas.openxmlformats.org/officeDocument/2006/relationships/image" Target="../media/image126.png"/><Relationship Id="rId69" Type="http://schemas.openxmlformats.org/officeDocument/2006/relationships/image" Target="../media/image131.png"/><Relationship Id="rId51" Type="http://schemas.openxmlformats.org/officeDocument/2006/relationships/image" Target="../media/image115.png"/><Relationship Id="rId72" Type="http://schemas.openxmlformats.org/officeDocument/2006/relationships/image" Target="../media/image134.png"/><Relationship Id="rId3" Type="http://schemas.openxmlformats.org/officeDocument/2006/relationships/image" Target="../media/image82.png"/><Relationship Id="rId25" Type="http://schemas.openxmlformats.org/officeDocument/2006/relationships/image" Target="../media/image89.png"/><Relationship Id="rId33" Type="http://schemas.openxmlformats.org/officeDocument/2006/relationships/image" Target="../media/image97.png"/><Relationship Id="rId38" Type="http://schemas.openxmlformats.org/officeDocument/2006/relationships/image" Target="../media/image102.png"/><Relationship Id="rId46" Type="http://schemas.openxmlformats.org/officeDocument/2006/relationships/image" Target="../media/image110.png"/><Relationship Id="rId59" Type="http://schemas.openxmlformats.org/officeDocument/2006/relationships/image" Target="../media/image1880.png"/><Relationship Id="rId67" Type="http://schemas.openxmlformats.org/officeDocument/2006/relationships/image" Target="../media/image129.png"/><Relationship Id="rId20" Type="http://schemas.openxmlformats.org/officeDocument/2006/relationships/image" Target="../media/image1880.png"/><Relationship Id="rId41" Type="http://schemas.openxmlformats.org/officeDocument/2006/relationships/image" Target="../media/image105.png"/><Relationship Id="rId54" Type="http://schemas.openxmlformats.org/officeDocument/2006/relationships/image" Target="../media/image118.png"/><Relationship Id="rId62" Type="http://schemas.openxmlformats.org/officeDocument/2006/relationships/image" Target="../media/image124.png"/><Relationship Id="rId70" Type="http://schemas.openxmlformats.org/officeDocument/2006/relationships/image" Target="../media/image132.png"/><Relationship Id="rId75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36" Type="http://schemas.openxmlformats.org/officeDocument/2006/relationships/image" Target="../media/image100.png"/><Relationship Id="rId49" Type="http://schemas.openxmlformats.org/officeDocument/2006/relationships/image" Target="../media/image113.png"/><Relationship Id="rId57" Type="http://schemas.openxmlformats.org/officeDocument/2006/relationships/image" Target="../media/image121.png"/><Relationship Id="rId31" Type="http://schemas.openxmlformats.org/officeDocument/2006/relationships/image" Target="../media/image95.png"/><Relationship Id="rId44" Type="http://schemas.openxmlformats.org/officeDocument/2006/relationships/image" Target="../media/image108.png"/><Relationship Id="rId52" Type="http://schemas.openxmlformats.org/officeDocument/2006/relationships/image" Target="../media/image116.png"/><Relationship Id="rId60" Type="http://schemas.openxmlformats.org/officeDocument/2006/relationships/image" Target="../media/image1890.png"/><Relationship Id="rId65" Type="http://schemas.openxmlformats.org/officeDocument/2006/relationships/image" Target="../media/image127.png"/><Relationship Id="rId73" Type="http://schemas.openxmlformats.org/officeDocument/2006/relationships/image" Target="../media/image135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: 圓角 465">
            <a:extLst>
              <a:ext uri="{FF2B5EF4-FFF2-40B4-BE49-F238E27FC236}">
                <a16:creationId xmlns:a16="http://schemas.microsoft.com/office/drawing/2014/main" id="{85B0E51F-6F12-417B-9B44-3F6FEE2BF495}"/>
              </a:ext>
            </a:extLst>
          </p:cNvPr>
          <p:cNvSpPr/>
          <p:nvPr/>
        </p:nvSpPr>
        <p:spPr>
          <a:xfrm>
            <a:off x="5934562" y="1613775"/>
            <a:ext cx="3173494" cy="2826848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p:sp>
        <p:nvSpPr>
          <p:cNvPr id="583" name="矩形: 圓角 582">
            <a:extLst>
              <a:ext uri="{FF2B5EF4-FFF2-40B4-BE49-F238E27FC236}">
                <a16:creationId xmlns:a16="http://schemas.microsoft.com/office/drawing/2014/main" id="{CA867357-D8C7-4D8B-9B92-A5665453B36F}"/>
              </a:ext>
            </a:extLst>
          </p:cNvPr>
          <p:cNvSpPr/>
          <p:nvPr/>
        </p:nvSpPr>
        <p:spPr>
          <a:xfrm>
            <a:off x="-747131" y="1171575"/>
            <a:ext cx="2989996" cy="3758626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p:pic>
        <p:nvPicPr>
          <p:cNvPr id="588" name="圖片 587">
            <a:extLst>
              <a:ext uri="{FF2B5EF4-FFF2-40B4-BE49-F238E27FC236}">
                <a16:creationId xmlns:a16="http://schemas.microsoft.com/office/drawing/2014/main" id="{6E5A1261-E324-4526-87B9-196F8B43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39" y="1744520"/>
            <a:ext cx="831600" cy="831599"/>
          </a:xfrm>
          <a:prstGeom prst="rect">
            <a:avLst/>
          </a:prstGeom>
        </p:spPr>
      </p:pic>
      <p:pic>
        <p:nvPicPr>
          <p:cNvPr id="589" name="圖片 588">
            <a:extLst>
              <a:ext uri="{FF2B5EF4-FFF2-40B4-BE49-F238E27FC236}">
                <a16:creationId xmlns:a16="http://schemas.microsoft.com/office/drawing/2014/main" id="{7B2B814C-0CA0-4188-8F78-FB09AEA1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9" y="4055650"/>
            <a:ext cx="831600" cy="831599"/>
          </a:xfrm>
          <a:prstGeom prst="rect">
            <a:avLst/>
          </a:prstGeom>
        </p:spPr>
      </p:pic>
      <p:pic>
        <p:nvPicPr>
          <p:cNvPr id="590" name="圖片 589">
            <a:extLst>
              <a:ext uri="{FF2B5EF4-FFF2-40B4-BE49-F238E27FC236}">
                <a16:creationId xmlns:a16="http://schemas.microsoft.com/office/drawing/2014/main" id="{6A3A07FA-4741-4D50-92F3-1431479423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3810" y="1230300"/>
            <a:ext cx="1403983" cy="2869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43" name="文字方塊 642">
                <a:extLst>
                  <a:ext uri="{FF2B5EF4-FFF2-40B4-BE49-F238E27FC236}">
                    <a16:creationId xmlns:a16="http://schemas.microsoft.com/office/drawing/2014/main" id="{82C73B6E-71BC-43F5-8D61-FD7067853472}"/>
                  </a:ext>
                </a:extLst>
              </p:cNvPr>
              <p:cNvSpPr txBox="1"/>
              <p:nvPr/>
            </p:nvSpPr>
            <p:spPr>
              <a:xfrm>
                <a:off x="380702" y="369266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643" name="文字方塊 642">
                <a:extLst>
                  <a:ext uri="{FF2B5EF4-FFF2-40B4-BE49-F238E27FC236}">
                    <a16:creationId xmlns:a16="http://schemas.microsoft.com/office/drawing/2014/main" id="{82C73B6E-71BC-43F5-8D61-FD706785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02" y="3692666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3" name="群組 902">
            <a:extLst>
              <a:ext uri="{FF2B5EF4-FFF2-40B4-BE49-F238E27FC236}">
                <a16:creationId xmlns:a16="http://schemas.microsoft.com/office/drawing/2014/main" id="{95DE3699-1C99-4545-9EEF-27996D85C518}"/>
              </a:ext>
            </a:extLst>
          </p:cNvPr>
          <p:cNvGrpSpPr/>
          <p:nvPr/>
        </p:nvGrpSpPr>
        <p:grpSpPr>
          <a:xfrm>
            <a:off x="692878" y="2091111"/>
            <a:ext cx="70535" cy="67663"/>
            <a:chOff x="1373392" y="2391862"/>
            <a:chExt cx="479433" cy="476535"/>
          </a:xfrm>
        </p:grpSpPr>
        <p:sp>
          <p:nvSpPr>
            <p:cNvPr id="904" name="箭號: 向右 903">
              <a:extLst>
                <a:ext uri="{FF2B5EF4-FFF2-40B4-BE49-F238E27FC236}">
                  <a16:creationId xmlns:a16="http://schemas.microsoft.com/office/drawing/2014/main" id="{8763C8C1-CB52-48C1-97F3-AC1CD3DACD2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905" name="箭號: 向右 904">
              <a:extLst>
                <a:ext uri="{FF2B5EF4-FFF2-40B4-BE49-F238E27FC236}">
                  <a16:creationId xmlns:a16="http://schemas.microsoft.com/office/drawing/2014/main" id="{592E8556-D100-4A0C-AB53-7A869B2E2D1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文字方塊 905">
                <a:extLst>
                  <a:ext uri="{FF2B5EF4-FFF2-40B4-BE49-F238E27FC236}">
                    <a16:creationId xmlns:a16="http://schemas.microsoft.com/office/drawing/2014/main" id="{7A2BF894-99F7-4175-A2D9-0244A85F069F}"/>
                  </a:ext>
                </a:extLst>
              </p:cNvPr>
              <p:cNvSpPr txBox="1"/>
              <p:nvPr/>
            </p:nvSpPr>
            <p:spPr>
              <a:xfrm>
                <a:off x="543510" y="1802389"/>
                <a:ext cx="267530" cy="33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906" name="文字方塊 905">
                <a:extLst>
                  <a:ext uri="{FF2B5EF4-FFF2-40B4-BE49-F238E27FC236}">
                    <a16:creationId xmlns:a16="http://schemas.microsoft.com/office/drawing/2014/main" id="{7A2BF894-99F7-4175-A2D9-0244A85F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0" y="1802389"/>
                <a:ext cx="267530" cy="334055"/>
              </a:xfrm>
              <a:prstGeom prst="rect">
                <a:avLst/>
              </a:prstGeom>
              <a:blipFill>
                <a:blip r:embed="rId6"/>
                <a:stretch>
                  <a:fillRect r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8" name="文字方塊 907">
                <a:extLst>
                  <a:ext uri="{FF2B5EF4-FFF2-40B4-BE49-F238E27FC236}">
                    <a16:creationId xmlns:a16="http://schemas.microsoft.com/office/drawing/2014/main" id="{AC52EE5F-8E2C-4737-9894-FD1409336AC3}"/>
                  </a:ext>
                </a:extLst>
              </p:cNvPr>
              <p:cNvSpPr txBox="1"/>
              <p:nvPr/>
            </p:nvSpPr>
            <p:spPr>
              <a:xfrm>
                <a:off x="382840" y="2322409"/>
                <a:ext cx="3980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00" dirty="0"/>
              </a:p>
            </p:txBody>
          </p:sp>
        </mc:Choice>
        <mc:Fallback>
          <p:sp>
            <p:nvSpPr>
              <p:cNvPr id="908" name="文字方塊 907">
                <a:extLst>
                  <a:ext uri="{FF2B5EF4-FFF2-40B4-BE49-F238E27FC236}">
                    <a16:creationId xmlns:a16="http://schemas.microsoft.com/office/drawing/2014/main" id="{AC52EE5F-8E2C-4737-9894-FD1409336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0" y="2322409"/>
                <a:ext cx="398061" cy="261610"/>
              </a:xfrm>
              <a:prstGeom prst="rect">
                <a:avLst/>
              </a:prstGeom>
              <a:blipFill>
                <a:blip r:embed="rId7"/>
                <a:stretch>
                  <a:fillRect r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9" name="文字方塊 908">
                <a:extLst>
                  <a:ext uri="{FF2B5EF4-FFF2-40B4-BE49-F238E27FC236}">
                    <a16:creationId xmlns:a16="http://schemas.microsoft.com/office/drawing/2014/main" id="{A1D3E37A-D505-4350-B7FE-B7C35E7C4F51}"/>
                  </a:ext>
                </a:extLst>
              </p:cNvPr>
              <p:cNvSpPr txBox="1"/>
              <p:nvPr/>
            </p:nvSpPr>
            <p:spPr>
              <a:xfrm>
                <a:off x="-80268" y="1527177"/>
                <a:ext cx="15536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09" name="文字方塊 908">
                <a:extLst>
                  <a:ext uri="{FF2B5EF4-FFF2-40B4-BE49-F238E27FC236}">
                    <a16:creationId xmlns:a16="http://schemas.microsoft.com/office/drawing/2014/main" id="{A1D3E37A-D505-4350-B7FE-B7C35E7C4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268" y="1527177"/>
                <a:ext cx="1553608" cy="261610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0" name="文字方塊 909">
                <a:extLst>
                  <a:ext uri="{FF2B5EF4-FFF2-40B4-BE49-F238E27FC236}">
                    <a16:creationId xmlns:a16="http://schemas.microsoft.com/office/drawing/2014/main" id="{D6C7F1F4-59BA-4581-AC36-DC298E73B6B4}"/>
                  </a:ext>
                </a:extLst>
              </p:cNvPr>
              <p:cNvSpPr txBox="1"/>
              <p:nvPr/>
            </p:nvSpPr>
            <p:spPr>
              <a:xfrm>
                <a:off x="-521014" y="3235868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0" name="文字方塊 909">
                <a:extLst>
                  <a:ext uri="{FF2B5EF4-FFF2-40B4-BE49-F238E27FC236}">
                    <a16:creationId xmlns:a16="http://schemas.microsoft.com/office/drawing/2014/main" id="{D6C7F1F4-59BA-4581-AC36-DC298E73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1014" y="3235868"/>
                <a:ext cx="701886" cy="261610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1" name="文字方塊 910">
                <a:extLst>
                  <a:ext uri="{FF2B5EF4-FFF2-40B4-BE49-F238E27FC236}">
                    <a16:creationId xmlns:a16="http://schemas.microsoft.com/office/drawing/2014/main" id="{585B49A8-9D4A-40A7-A673-A047AD37FFE8}"/>
                  </a:ext>
                </a:extLst>
              </p:cNvPr>
              <p:cNvSpPr txBox="1"/>
              <p:nvPr/>
            </p:nvSpPr>
            <p:spPr>
              <a:xfrm>
                <a:off x="1331517" y="2134273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1" name="文字方塊 910">
                <a:extLst>
                  <a:ext uri="{FF2B5EF4-FFF2-40B4-BE49-F238E27FC236}">
                    <a16:creationId xmlns:a16="http://schemas.microsoft.com/office/drawing/2014/main" id="{585B49A8-9D4A-40A7-A673-A047AD37F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517" y="2134273"/>
                <a:ext cx="701886" cy="261610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2" name="文字方塊 911">
                <a:extLst>
                  <a:ext uri="{FF2B5EF4-FFF2-40B4-BE49-F238E27FC236}">
                    <a16:creationId xmlns:a16="http://schemas.microsoft.com/office/drawing/2014/main" id="{EBE19E20-8987-4863-AC7E-E746CFE445D0}"/>
                  </a:ext>
                </a:extLst>
              </p:cNvPr>
              <p:cNvSpPr txBox="1"/>
              <p:nvPr/>
            </p:nvSpPr>
            <p:spPr>
              <a:xfrm>
                <a:off x="348796" y="4019681"/>
                <a:ext cx="7018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12" name="文字方塊 911">
                <a:extLst>
                  <a:ext uri="{FF2B5EF4-FFF2-40B4-BE49-F238E27FC236}">
                    <a16:creationId xmlns:a16="http://schemas.microsoft.com/office/drawing/2014/main" id="{EBE19E20-8987-4863-AC7E-E746CFE4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96" y="4019681"/>
                <a:ext cx="701886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8" name="文字方塊 937">
                <a:extLst>
                  <a:ext uri="{FF2B5EF4-FFF2-40B4-BE49-F238E27FC236}">
                    <a16:creationId xmlns:a16="http://schemas.microsoft.com/office/drawing/2014/main" id="{3D2FE9D1-9DBA-41C2-A8AE-F6ED40E89D11}"/>
                  </a:ext>
                </a:extLst>
              </p:cNvPr>
              <p:cNvSpPr txBox="1"/>
              <p:nvPr/>
            </p:nvSpPr>
            <p:spPr>
              <a:xfrm>
                <a:off x="1229484" y="3235868"/>
                <a:ext cx="90595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38" name="文字方塊 937">
                <a:extLst>
                  <a:ext uri="{FF2B5EF4-FFF2-40B4-BE49-F238E27FC236}">
                    <a16:creationId xmlns:a16="http://schemas.microsoft.com/office/drawing/2014/main" id="{3D2FE9D1-9DBA-41C2-A8AE-F6ED40E89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484" y="3235868"/>
                <a:ext cx="905952" cy="261610"/>
              </a:xfrm>
              <a:prstGeom prst="rect">
                <a:avLst/>
              </a:prstGeom>
              <a:blipFill>
                <a:blip r:embed="rId1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9" name="文字方塊 938">
                <a:extLst>
                  <a:ext uri="{FF2B5EF4-FFF2-40B4-BE49-F238E27FC236}">
                    <a16:creationId xmlns:a16="http://schemas.microsoft.com/office/drawing/2014/main" id="{EF37CECB-05C6-45B6-9796-DA97456752B5}"/>
                  </a:ext>
                </a:extLst>
              </p:cNvPr>
              <p:cNvSpPr txBox="1"/>
              <p:nvPr/>
            </p:nvSpPr>
            <p:spPr>
              <a:xfrm>
                <a:off x="-689060" y="2134273"/>
                <a:ext cx="10015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39" name="文字方塊 938">
                <a:extLst>
                  <a:ext uri="{FF2B5EF4-FFF2-40B4-BE49-F238E27FC236}">
                    <a16:creationId xmlns:a16="http://schemas.microsoft.com/office/drawing/2014/main" id="{EF37CECB-05C6-45B6-9796-DA974567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9060" y="2134273"/>
                <a:ext cx="1001586" cy="261610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3" name="圖片 342">
            <a:extLst>
              <a:ext uri="{FF2B5EF4-FFF2-40B4-BE49-F238E27FC236}">
                <a16:creationId xmlns:a16="http://schemas.microsoft.com/office/drawing/2014/main" id="{C580989A-2B1E-4BFD-9666-D1E0FF216C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432" y="1181530"/>
            <a:ext cx="588243" cy="367965"/>
          </a:xfrm>
          <a:prstGeom prst="rect">
            <a:avLst/>
          </a:prstGeom>
        </p:spPr>
      </p:pic>
      <p:pic>
        <p:nvPicPr>
          <p:cNvPr id="346" name="圖片 345">
            <a:extLst>
              <a:ext uri="{FF2B5EF4-FFF2-40B4-BE49-F238E27FC236}">
                <a16:creationId xmlns:a16="http://schemas.microsoft.com/office/drawing/2014/main" id="{DD102CD5-CD36-4B7A-A399-6EC6A4A07EF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4038087" y="4952647"/>
            <a:ext cx="390006" cy="2863135"/>
          </a:xfrm>
          <a:prstGeom prst="rect">
            <a:avLst/>
          </a:prstGeom>
        </p:spPr>
      </p:pic>
      <p:pic>
        <p:nvPicPr>
          <p:cNvPr id="347" name="圖片 346">
            <a:extLst>
              <a:ext uri="{FF2B5EF4-FFF2-40B4-BE49-F238E27FC236}">
                <a16:creationId xmlns:a16="http://schemas.microsoft.com/office/drawing/2014/main" id="{91C13A0C-85A1-4206-8F91-8CBEEEB6150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7936483" y="4895557"/>
            <a:ext cx="390006" cy="288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DC6CB5E4-41EB-43E2-9F14-4012761D9A61}"/>
                  </a:ext>
                </a:extLst>
              </p:cNvPr>
              <p:cNvSpPr txBox="1"/>
              <p:nvPr/>
            </p:nvSpPr>
            <p:spPr>
              <a:xfrm>
                <a:off x="3967628" y="7975112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48" name="文字方塊 347">
                <a:extLst>
                  <a:ext uri="{FF2B5EF4-FFF2-40B4-BE49-F238E27FC236}">
                    <a16:creationId xmlns:a16="http://schemas.microsoft.com/office/drawing/2014/main" id="{DC6CB5E4-41EB-43E2-9F14-4012761D9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28" y="7975112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字方塊 351">
                <a:extLst>
                  <a:ext uri="{FF2B5EF4-FFF2-40B4-BE49-F238E27FC236}">
                    <a16:creationId xmlns:a16="http://schemas.microsoft.com/office/drawing/2014/main" id="{1CBF3A48-9950-416B-AEE3-0CE279963874}"/>
                  </a:ext>
                </a:extLst>
              </p:cNvPr>
              <p:cNvSpPr txBox="1"/>
              <p:nvPr/>
            </p:nvSpPr>
            <p:spPr>
              <a:xfrm>
                <a:off x="2151227" y="419729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52" name="文字方塊 351">
                <a:extLst>
                  <a:ext uri="{FF2B5EF4-FFF2-40B4-BE49-F238E27FC236}">
                    <a16:creationId xmlns:a16="http://schemas.microsoft.com/office/drawing/2014/main" id="{1CBF3A48-9950-416B-AEE3-0CE279963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27" y="4197291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文字方塊 352">
                <a:extLst>
                  <a:ext uri="{FF2B5EF4-FFF2-40B4-BE49-F238E27FC236}">
                    <a16:creationId xmlns:a16="http://schemas.microsoft.com/office/drawing/2014/main" id="{4F47EDC4-FB15-4358-B98E-7D0DC1174296}"/>
                  </a:ext>
                </a:extLst>
              </p:cNvPr>
              <p:cNvSpPr txBox="1"/>
              <p:nvPr/>
            </p:nvSpPr>
            <p:spPr>
              <a:xfrm>
                <a:off x="7864834" y="7975112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353" name="文字方塊 352">
                <a:extLst>
                  <a:ext uri="{FF2B5EF4-FFF2-40B4-BE49-F238E27FC236}">
                    <a16:creationId xmlns:a16="http://schemas.microsoft.com/office/drawing/2014/main" id="{4F47EDC4-FB15-4358-B98E-7D0DC1174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34" y="7975112"/>
                <a:ext cx="478319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4" name="內容版面配置區 2">
                <a:extLst>
                  <a:ext uri="{FF2B5EF4-FFF2-40B4-BE49-F238E27FC236}">
                    <a16:creationId xmlns:a16="http://schemas.microsoft.com/office/drawing/2014/main" id="{42EDA0DD-B209-4358-B730-E9453F2D7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8874" y="1563627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4" name="內容版面配置區 2">
                <a:extLst>
                  <a:ext uri="{FF2B5EF4-FFF2-40B4-BE49-F238E27FC236}">
                    <a16:creationId xmlns:a16="http://schemas.microsoft.com/office/drawing/2014/main" id="{42EDA0DD-B209-4358-B730-E9453F2D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874" y="1563627"/>
                <a:ext cx="422874" cy="324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5" name="內容版面配置區 2">
                <a:extLst>
                  <a:ext uri="{FF2B5EF4-FFF2-40B4-BE49-F238E27FC236}">
                    <a16:creationId xmlns:a16="http://schemas.microsoft.com/office/drawing/2014/main" id="{72DABC00-5FB3-47DD-94FD-E4B9CDAA4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5999" y="4321205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5" name="內容版面配置區 2">
                <a:extLst>
                  <a:ext uri="{FF2B5EF4-FFF2-40B4-BE49-F238E27FC236}">
                    <a16:creationId xmlns:a16="http://schemas.microsoft.com/office/drawing/2014/main" id="{72DABC00-5FB3-47DD-94FD-E4B9CDAA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999" y="4321205"/>
                <a:ext cx="365364" cy="324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內容版面配置區 2">
                <a:extLst>
                  <a:ext uri="{FF2B5EF4-FFF2-40B4-BE49-F238E27FC236}">
                    <a16:creationId xmlns:a16="http://schemas.microsoft.com/office/drawing/2014/main" id="{427FA658-329B-4868-A641-EFB5CC9CD6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6873" y="4835559"/>
                <a:ext cx="42287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6" name="內容版面配置區 2">
                <a:extLst>
                  <a:ext uri="{FF2B5EF4-FFF2-40B4-BE49-F238E27FC236}">
                    <a16:creationId xmlns:a16="http://schemas.microsoft.com/office/drawing/2014/main" id="{427FA658-329B-4868-A641-EFB5CC9CD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873" y="4835559"/>
                <a:ext cx="422874" cy="324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內容版面配置區 2">
                <a:extLst>
                  <a:ext uri="{FF2B5EF4-FFF2-40B4-BE49-F238E27FC236}">
                    <a16:creationId xmlns:a16="http://schemas.microsoft.com/office/drawing/2014/main" id="{06FBE219-58F7-4A85-92F9-BBD0CB992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3998" y="8078912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7" name="內容版面配置區 2">
                <a:extLst>
                  <a:ext uri="{FF2B5EF4-FFF2-40B4-BE49-F238E27FC236}">
                    <a16:creationId xmlns:a16="http://schemas.microsoft.com/office/drawing/2014/main" id="{06FBE219-58F7-4A85-92F9-BBD0CB992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998" y="8078912"/>
                <a:ext cx="365364" cy="3243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內容版面配置區 2">
                <a:extLst>
                  <a:ext uri="{FF2B5EF4-FFF2-40B4-BE49-F238E27FC236}">
                    <a16:creationId xmlns:a16="http://schemas.microsoft.com/office/drawing/2014/main" id="{BD521100-FC78-4FB0-98FC-A7E6EA5792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7402" y="4822777"/>
                <a:ext cx="73342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b="1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TW" sz="14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.05 </a:t>
                </a:r>
              </a:p>
            </p:txBody>
          </p:sp>
        </mc:Choice>
        <mc:Fallback>
          <p:sp>
            <p:nvSpPr>
              <p:cNvPr id="358" name="內容版面配置區 2">
                <a:extLst>
                  <a:ext uri="{FF2B5EF4-FFF2-40B4-BE49-F238E27FC236}">
                    <a16:creationId xmlns:a16="http://schemas.microsoft.com/office/drawing/2014/main" id="{BD521100-FC78-4FB0-98FC-A7E6EA579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402" y="4822777"/>
                <a:ext cx="733424" cy="324388"/>
              </a:xfrm>
              <a:prstGeom prst="rect">
                <a:avLst/>
              </a:prstGeom>
              <a:blipFill>
                <a:blip r:embed="rId23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9" name="內容版面配置區 2">
                <a:extLst>
                  <a:ext uri="{FF2B5EF4-FFF2-40B4-BE49-F238E27FC236}">
                    <a16:creationId xmlns:a16="http://schemas.microsoft.com/office/drawing/2014/main" id="{954CBB62-CEBD-4BDB-8CCB-1DA0BBF52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3510" y="8084663"/>
                <a:ext cx="36536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59" name="內容版面配置區 2">
                <a:extLst>
                  <a:ext uri="{FF2B5EF4-FFF2-40B4-BE49-F238E27FC236}">
                    <a16:creationId xmlns:a16="http://schemas.microsoft.com/office/drawing/2014/main" id="{954CBB62-CEBD-4BDB-8CCB-1DA0BBF52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510" y="8084663"/>
                <a:ext cx="365364" cy="32438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3" name="內容版面配置區 2">
                <a:extLst>
                  <a:ext uri="{FF2B5EF4-FFF2-40B4-BE49-F238E27FC236}">
                    <a16:creationId xmlns:a16="http://schemas.microsoft.com/office/drawing/2014/main" id="{CD60AB71-3F90-4A7D-B9C2-C1A0C45A9A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84152" y="4940243"/>
                <a:ext cx="2142544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,ℓ,</m:t>
                    </m:r>
                    <m:sSup>
                      <m:sSup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400" i="1" dirty="0">
                        <a:latin typeface="Cambria Math" panose="02040503050406030204" pitchFamily="18" charset="0"/>
                      </a:rPr>
                      <m:t>=1, −1, −1, 2</m:t>
                    </m:r>
                  </m:oMath>
                </a14:m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63" name="內容版面配置區 2">
                <a:extLst>
                  <a:ext uri="{FF2B5EF4-FFF2-40B4-BE49-F238E27FC236}">
                    <a16:creationId xmlns:a16="http://schemas.microsoft.com/office/drawing/2014/main" id="{CD60AB71-3F90-4A7D-B9C2-C1A0C45A9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152" y="4940243"/>
                <a:ext cx="2142544" cy="32438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" name="矩形: 圓角 470">
            <a:extLst>
              <a:ext uri="{FF2B5EF4-FFF2-40B4-BE49-F238E27FC236}">
                <a16:creationId xmlns:a16="http://schemas.microsoft.com/office/drawing/2014/main" id="{91AE4B7F-DC31-440D-B0AC-B5114A1CE3DB}"/>
              </a:ext>
            </a:extLst>
          </p:cNvPr>
          <p:cNvSpPr/>
          <p:nvPr/>
        </p:nvSpPr>
        <p:spPr>
          <a:xfrm>
            <a:off x="2750610" y="1613775"/>
            <a:ext cx="3173494" cy="2826848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字方塊 484">
                <a:extLst>
                  <a:ext uri="{FF2B5EF4-FFF2-40B4-BE49-F238E27FC236}">
                    <a16:creationId xmlns:a16="http://schemas.microsoft.com/office/drawing/2014/main" id="{F5AED592-B67C-4C70-B6E4-DF77FF02C8B1}"/>
                  </a:ext>
                </a:extLst>
              </p:cNvPr>
              <p:cNvSpPr txBox="1"/>
              <p:nvPr/>
            </p:nvSpPr>
            <p:spPr>
              <a:xfrm>
                <a:off x="2818086" y="3235868"/>
                <a:ext cx="1089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485" name="文字方塊 484">
                <a:extLst>
                  <a:ext uri="{FF2B5EF4-FFF2-40B4-BE49-F238E27FC236}">
                    <a16:creationId xmlns:a16="http://schemas.microsoft.com/office/drawing/2014/main" id="{F5AED592-B67C-4C70-B6E4-DF77FF02C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086" y="3235868"/>
                <a:ext cx="1089996" cy="261610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6" name="文字方塊 485">
                <a:extLst>
                  <a:ext uri="{FF2B5EF4-FFF2-40B4-BE49-F238E27FC236}">
                    <a16:creationId xmlns:a16="http://schemas.microsoft.com/office/drawing/2014/main" id="{0BA21D7E-7A3E-4322-AE32-BF44D5F42EAD}"/>
                  </a:ext>
                </a:extLst>
              </p:cNvPr>
              <p:cNvSpPr txBox="1"/>
              <p:nvPr/>
            </p:nvSpPr>
            <p:spPr>
              <a:xfrm>
                <a:off x="4940649" y="2134273"/>
                <a:ext cx="74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486" name="文字方塊 485">
                <a:extLst>
                  <a:ext uri="{FF2B5EF4-FFF2-40B4-BE49-F238E27FC236}">
                    <a16:creationId xmlns:a16="http://schemas.microsoft.com/office/drawing/2014/main" id="{0BA21D7E-7A3E-4322-AE32-BF44D5F42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649" y="2134273"/>
                <a:ext cx="744960" cy="261610"/>
              </a:xfrm>
              <a:prstGeom prst="rect">
                <a:avLst/>
              </a:prstGeom>
              <a:blipFill>
                <a:blip r:embed="rId2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文字方塊 511">
                <a:extLst>
                  <a:ext uri="{FF2B5EF4-FFF2-40B4-BE49-F238E27FC236}">
                    <a16:creationId xmlns:a16="http://schemas.microsoft.com/office/drawing/2014/main" id="{8B6D71B5-D789-4405-8323-63DAA1122687}"/>
                  </a:ext>
                </a:extLst>
              </p:cNvPr>
              <p:cNvSpPr txBox="1"/>
              <p:nvPr/>
            </p:nvSpPr>
            <p:spPr>
              <a:xfrm>
                <a:off x="4829409" y="3235868"/>
                <a:ext cx="9674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12" name="文字方塊 511">
                <a:extLst>
                  <a:ext uri="{FF2B5EF4-FFF2-40B4-BE49-F238E27FC236}">
                    <a16:creationId xmlns:a16="http://schemas.microsoft.com/office/drawing/2014/main" id="{8B6D71B5-D789-4405-8323-63DAA1122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09" y="3235868"/>
                <a:ext cx="967440" cy="261610"/>
              </a:xfrm>
              <a:prstGeom prst="rect">
                <a:avLst/>
              </a:prstGeom>
              <a:blipFill>
                <a:blip r:embed="rId2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文字方塊 512">
                <a:extLst>
                  <a:ext uri="{FF2B5EF4-FFF2-40B4-BE49-F238E27FC236}">
                    <a16:creationId xmlns:a16="http://schemas.microsoft.com/office/drawing/2014/main" id="{B5C6DA07-9951-47CA-B2BB-1119A6B3A98D}"/>
                  </a:ext>
                </a:extLst>
              </p:cNvPr>
              <p:cNvSpPr txBox="1"/>
              <p:nvPr/>
            </p:nvSpPr>
            <p:spPr>
              <a:xfrm>
                <a:off x="2781840" y="2134273"/>
                <a:ext cx="15256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13" name="文字方塊 512">
                <a:extLst>
                  <a:ext uri="{FF2B5EF4-FFF2-40B4-BE49-F238E27FC236}">
                    <a16:creationId xmlns:a16="http://schemas.microsoft.com/office/drawing/2014/main" id="{B5C6DA07-9951-47CA-B2BB-1119A6B3A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840" y="2134273"/>
                <a:ext cx="1525644" cy="261610"/>
              </a:xfrm>
              <a:prstGeom prst="rect">
                <a:avLst/>
              </a:prstGeom>
              <a:blipFill>
                <a:blip r:embed="rId2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DE795860-9D8D-4C0F-8F6A-70EAC890EA0A}"/>
                  </a:ext>
                </a:extLst>
              </p:cNvPr>
              <p:cNvSpPr/>
              <p:nvPr/>
            </p:nvSpPr>
            <p:spPr>
              <a:xfrm>
                <a:off x="2777792" y="1614716"/>
                <a:ext cx="3119128" cy="506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1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1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1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1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DE795860-9D8D-4C0F-8F6A-70EAC890E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792" y="1614716"/>
                <a:ext cx="3119128" cy="50674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0E8922EB-FDCE-4B58-AFB5-E3E6B4CF0518}"/>
                  </a:ext>
                </a:extLst>
              </p:cNvPr>
              <p:cNvSpPr txBox="1"/>
              <p:nvPr/>
            </p:nvSpPr>
            <p:spPr>
              <a:xfrm>
                <a:off x="6002038" y="3235868"/>
                <a:ext cx="1089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45" name="文字方塊 544">
                <a:extLst>
                  <a:ext uri="{FF2B5EF4-FFF2-40B4-BE49-F238E27FC236}">
                    <a16:creationId xmlns:a16="http://schemas.microsoft.com/office/drawing/2014/main" id="{0E8922EB-FDCE-4B58-AFB5-E3E6B4CF0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038" y="3235868"/>
                <a:ext cx="1089996" cy="261610"/>
              </a:xfrm>
              <a:prstGeom prst="rect">
                <a:avLst/>
              </a:prstGeom>
              <a:blipFill>
                <a:blip r:embed="rId3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2DA3B2C9-2C64-4FCE-A380-D7C9866F4328}"/>
                  </a:ext>
                </a:extLst>
              </p:cNvPr>
              <p:cNvSpPr txBox="1"/>
              <p:nvPr/>
            </p:nvSpPr>
            <p:spPr>
              <a:xfrm>
                <a:off x="8124602" y="2134273"/>
                <a:ext cx="7449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46" name="文字方塊 545">
                <a:extLst>
                  <a:ext uri="{FF2B5EF4-FFF2-40B4-BE49-F238E27FC236}">
                    <a16:creationId xmlns:a16="http://schemas.microsoft.com/office/drawing/2014/main" id="{2DA3B2C9-2C64-4FCE-A380-D7C9866F4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602" y="2134273"/>
                <a:ext cx="744960" cy="261610"/>
              </a:xfrm>
              <a:prstGeom prst="rect">
                <a:avLst/>
              </a:prstGeom>
              <a:blipFill>
                <a:blip r:embed="rId3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E81B3050-52AE-4426-A8FD-96CBE0DB4DA3}"/>
                  </a:ext>
                </a:extLst>
              </p:cNvPr>
              <p:cNvSpPr txBox="1"/>
              <p:nvPr/>
            </p:nvSpPr>
            <p:spPr>
              <a:xfrm>
                <a:off x="8013362" y="3235868"/>
                <a:ext cx="9674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76" name="文字方塊 575">
                <a:extLst>
                  <a:ext uri="{FF2B5EF4-FFF2-40B4-BE49-F238E27FC236}">
                    <a16:creationId xmlns:a16="http://schemas.microsoft.com/office/drawing/2014/main" id="{E81B3050-52AE-4426-A8FD-96CBE0DB4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362" y="3235868"/>
                <a:ext cx="967440" cy="261610"/>
              </a:xfrm>
              <a:prstGeom prst="rect">
                <a:avLst/>
              </a:prstGeom>
              <a:blipFill>
                <a:blip r:embed="rId3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文字方塊 576">
                <a:extLst>
                  <a:ext uri="{FF2B5EF4-FFF2-40B4-BE49-F238E27FC236}">
                    <a16:creationId xmlns:a16="http://schemas.microsoft.com/office/drawing/2014/main" id="{64BC7AD7-69D9-4855-9138-D78D4623C1AC}"/>
                  </a:ext>
                </a:extLst>
              </p:cNvPr>
              <p:cNvSpPr txBox="1"/>
              <p:nvPr/>
            </p:nvSpPr>
            <p:spPr>
              <a:xfrm>
                <a:off x="5965792" y="2134273"/>
                <a:ext cx="15256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77" name="文字方塊 576">
                <a:extLst>
                  <a:ext uri="{FF2B5EF4-FFF2-40B4-BE49-F238E27FC236}">
                    <a16:creationId xmlns:a16="http://schemas.microsoft.com/office/drawing/2014/main" id="{64BC7AD7-69D9-4855-9138-D78D4623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792" y="2134273"/>
                <a:ext cx="1525644" cy="261610"/>
              </a:xfrm>
              <a:prstGeom prst="rect">
                <a:avLst/>
              </a:prstGeom>
              <a:blipFill>
                <a:blip r:embed="rId3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2" name="矩形 581">
                <a:extLst>
                  <a:ext uri="{FF2B5EF4-FFF2-40B4-BE49-F238E27FC236}">
                    <a16:creationId xmlns:a16="http://schemas.microsoft.com/office/drawing/2014/main" id="{F06B9D37-FBBB-4227-A321-09EDCC520114}"/>
                  </a:ext>
                </a:extLst>
              </p:cNvPr>
              <p:cNvSpPr/>
              <p:nvPr/>
            </p:nvSpPr>
            <p:spPr>
              <a:xfrm>
                <a:off x="5961744" y="1614716"/>
                <a:ext cx="3119128" cy="506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1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1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1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1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1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1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1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1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1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1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1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1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2" name="矩形 581">
                <a:extLst>
                  <a:ext uri="{FF2B5EF4-FFF2-40B4-BE49-F238E27FC236}">
                    <a16:creationId xmlns:a16="http://schemas.microsoft.com/office/drawing/2014/main" id="{F06B9D37-FBBB-4227-A321-09EDCC520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744" y="1614716"/>
                <a:ext cx="3119128" cy="50674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9" name="圖片 348">
            <a:extLst>
              <a:ext uri="{FF2B5EF4-FFF2-40B4-BE49-F238E27FC236}">
                <a16:creationId xmlns:a16="http://schemas.microsoft.com/office/drawing/2014/main" id="{78429B12-66B5-4CE2-97E2-3AE5CAF48C76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2" b="70339"/>
          <a:stretch/>
        </p:blipFill>
        <p:spPr>
          <a:xfrm>
            <a:off x="2229366" y="1578000"/>
            <a:ext cx="344550" cy="29551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44" name="文字方塊 943">
                <a:extLst>
                  <a:ext uri="{FF2B5EF4-FFF2-40B4-BE49-F238E27FC236}">
                    <a16:creationId xmlns:a16="http://schemas.microsoft.com/office/drawing/2014/main" id="{93A3D268-BCD1-421D-B650-455DE6B49EBC}"/>
                  </a:ext>
                </a:extLst>
              </p:cNvPr>
              <p:cNvSpPr txBox="1"/>
              <p:nvPr/>
            </p:nvSpPr>
            <p:spPr>
              <a:xfrm>
                <a:off x="380702" y="2648590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44" name="文字方塊 943">
                <a:extLst>
                  <a:ext uri="{FF2B5EF4-FFF2-40B4-BE49-F238E27FC236}">
                    <a16:creationId xmlns:a16="http://schemas.microsoft.com/office/drawing/2014/main" id="{93A3D268-BCD1-421D-B650-455DE6B49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02" y="2648590"/>
                <a:ext cx="620968" cy="261610"/>
              </a:xfrm>
              <a:prstGeom prst="rect">
                <a:avLst/>
              </a:prstGeom>
              <a:blipFill>
                <a:blip r:embed="rId37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0F4D3971-8563-4E32-8C3F-2D6EB337D663}"/>
              </a:ext>
            </a:extLst>
          </p:cNvPr>
          <p:cNvGrpSpPr/>
          <p:nvPr/>
        </p:nvGrpSpPr>
        <p:grpSpPr>
          <a:xfrm>
            <a:off x="496108" y="6000750"/>
            <a:ext cx="2400301" cy="1680042"/>
            <a:chOff x="1988592" y="5145623"/>
            <a:chExt cx="1456964" cy="1019772"/>
          </a:xfrm>
        </p:grpSpPr>
        <p:sp>
          <p:nvSpPr>
            <p:cNvPr id="945" name="Oval 14">
              <a:extLst>
                <a:ext uri="{FF2B5EF4-FFF2-40B4-BE49-F238E27FC236}">
                  <a16:creationId xmlns:a16="http://schemas.microsoft.com/office/drawing/2014/main" id="{D8A88EAC-6EB5-4530-A3E6-F0BE6628F2DD}"/>
                </a:ext>
              </a:extLst>
            </p:cNvPr>
            <p:cNvSpPr/>
            <p:nvPr/>
          </p:nvSpPr>
          <p:spPr>
            <a:xfrm>
              <a:off x="2669436" y="5150428"/>
              <a:ext cx="99133" cy="102689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6" name="Oval 4">
              <a:extLst>
                <a:ext uri="{FF2B5EF4-FFF2-40B4-BE49-F238E27FC236}">
                  <a16:creationId xmlns:a16="http://schemas.microsoft.com/office/drawing/2014/main" id="{71A2E741-BFEC-4F2A-9865-55AA9A7BE733}"/>
                </a:ext>
              </a:extLst>
            </p:cNvPr>
            <p:cNvSpPr/>
            <p:nvPr/>
          </p:nvSpPr>
          <p:spPr>
            <a:xfrm>
              <a:off x="2279750" y="5201772"/>
              <a:ext cx="881182" cy="912791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7" name="Oval 15">
              <a:extLst>
                <a:ext uri="{FF2B5EF4-FFF2-40B4-BE49-F238E27FC236}">
                  <a16:creationId xmlns:a16="http://schemas.microsoft.com/office/drawing/2014/main" id="{DDBF036D-3EFE-4CA3-802C-A508957A01A1}"/>
                </a:ext>
              </a:extLst>
            </p:cNvPr>
            <p:cNvSpPr/>
            <p:nvPr/>
          </p:nvSpPr>
          <p:spPr>
            <a:xfrm>
              <a:off x="2669436" y="6062706"/>
              <a:ext cx="99133" cy="102689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8" name="SHO">
              <a:extLst>
                <a:ext uri="{FF2B5EF4-FFF2-40B4-BE49-F238E27FC236}">
                  <a16:creationId xmlns:a16="http://schemas.microsoft.com/office/drawing/2014/main" id="{CE1594B7-E762-44B3-97C7-E51620F0ADFE}"/>
                </a:ext>
              </a:extLst>
            </p:cNvPr>
            <p:cNvSpPr/>
            <p:nvPr/>
          </p:nvSpPr>
          <p:spPr>
            <a:xfrm rot="16200000">
              <a:off x="2529008" y="5217882"/>
              <a:ext cx="379990" cy="881182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49" name="SVO">
              <a:extLst>
                <a:ext uri="{FF2B5EF4-FFF2-40B4-BE49-F238E27FC236}">
                  <a16:creationId xmlns:a16="http://schemas.microsoft.com/office/drawing/2014/main" id="{0E3A1E78-3455-4332-AE82-2EAA1DEAA833}"/>
                </a:ext>
              </a:extLst>
            </p:cNvPr>
            <p:cNvSpPr/>
            <p:nvPr/>
          </p:nvSpPr>
          <p:spPr>
            <a:xfrm>
              <a:off x="2498158" y="5202078"/>
              <a:ext cx="440591" cy="912791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50" name="Oval 6">
              <a:extLst>
                <a:ext uri="{FF2B5EF4-FFF2-40B4-BE49-F238E27FC236}">
                  <a16:creationId xmlns:a16="http://schemas.microsoft.com/office/drawing/2014/main" id="{08B9DBEA-FEA3-49AF-B119-EE102EBA2267}"/>
                </a:ext>
              </a:extLst>
            </p:cNvPr>
            <p:cNvSpPr/>
            <p:nvPr/>
          </p:nvSpPr>
          <p:spPr>
            <a:xfrm rot="16200000">
              <a:off x="2529008" y="5217882"/>
              <a:ext cx="379990" cy="881182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1" name="TextBox 11">
                  <a:extLst>
                    <a:ext uri="{FF2B5EF4-FFF2-40B4-BE49-F238E27FC236}">
                      <a16:creationId xmlns:a16="http://schemas.microsoft.com/office/drawing/2014/main" id="{244EEA8F-A46C-4A12-9468-D9B0F9E18EF5}"/>
                    </a:ext>
                  </a:extLst>
                </p:cNvPr>
                <p:cNvSpPr txBox="1"/>
                <p:nvPr/>
              </p:nvSpPr>
              <p:spPr>
                <a:xfrm>
                  <a:off x="2383557" y="5549636"/>
                  <a:ext cx="1079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51" name="TextBox 11">
                  <a:extLst>
                    <a:ext uri="{FF2B5EF4-FFF2-40B4-BE49-F238E27FC236}">
                      <a16:creationId xmlns:a16="http://schemas.microsoft.com/office/drawing/2014/main" id="{244EEA8F-A46C-4A12-9468-D9B0F9E18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3557" y="5549636"/>
                  <a:ext cx="107968" cy="186818"/>
                </a:xfrm>
                <a:prstGeom prst="rect">
                  <a:avLst/>
                </a:prstGeom>
                <a:blipFill>
                  <a:blip r:embed="rId38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2" name="Oval 22">
              <a:extLst>
                <a:ext uri="{FF2B5EF4-FFF2-40B4-BE49-F238E27FC236}">
                  <a16:creationId xmlns:a16="http://schemas.microsoft.com/office/drawing/2014/main" id="{AD7EC2CB-26A4-43AB-BC59-2D70A95E8DF3}"/>
                </a:ext>
              </a:extLst>
            </p:cNvPr>
            <p:cNvSpPr/>
            <p:nvPr/>
          </p:nvSpPr>
          <p:spPr>
            <a:xfrm>
              <a:off x="2668859" y="6062706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3" name="TextBox 12">
                  <a:extLst>
                    <a:ext uri="{FF2B5EF4-FFF2-40B4-BE49-F238E27FC236}">
                      <a16:creationId xmlns:a16="http://schemas.microsoft.com/office/drawing/2014/main" id="{60C00FFE-FC7D-46E9-A73D-E58EB7C1D26E}"/>
                    </a:ext>
                  </a:extLst>
                </p:cNvPr>
                <p:cNvSpPr txBox="1"/>
                <p:nvPr/>
              </p:nvSpPr>
              <p:spPr>
                <a:xfrm>
                  <a:off x="2783214" y="5607851"/>
                  <a:ext cx="1079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53" name="TextBox 12">
                  <a:extLst>
                    <a:ext uri="{FF2B5EF4-FFF2-40B4-BE49-F238E27FC236}">
                      <a16:creationId xmlns:a16="http://schemas.microsoft.com/office/drawing/2014/main" id="{60C00FFE-FC7D-46E9-A73D-E58EB7C1D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214" y="5607851"/>
                  <a:ext cx="107968" cy="186818"/>
                </a:xfrm>
                <a:prstGeom prst="rect">
                  <a:avLst/>
                </a:prstGeom>
                <a:blipFill>
                  <a:blip r:embed="rId39"/>
                  <a:stretch>
                    <a:fillRect r="-41379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4" name="TextBox 13">
                  <a:extLst>
                    <a:ext uri="{FF2B5EF4-FFF2-40B4-BE49-F238E27FC236}">
                      <a16:creationId xmlns:a16="http://schemas.microsoft.com/office/drawing/2014/main" id="{F3493885-5D78-484A-8E9F-B658783ECF64}"/>
                    </a:ext>
                  </a:extLst>
                </p:cNvPr>
                <p:cNvSpPr txBox="1"/>
                <p:nvPr/>
              </p:nvSpPr>
              <p:spPr>
                <a:xfrm>
                  <a:off x="2634242" y="5223559"/>
                  <a:ext cx="156811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54" name="TextBox 13">
                  <a:extLst>
                    <a:ext uri="{FF2B5EF4-FFF2-40B4-BE49-F238E27FC236}">
                      <a16:creationId xmlns:a16="http://schemas.microsoft.com/office/drawing/2014/main" id="{F3493885-5D78-484A-8E9F-B658783EC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242" y="5223559"/>
                  <a:ext cx="156811" cy="186818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5" name="DVO">
              <a:extLst>
                <a:ext uri="{FF2B5EF4-FFF2-40B4-BE49-F238E27FC236}">
                  <a16:creationId xmlns:a16="http://schemas.microsoft.com/office/drawing/2014/main" id="{55511C14-6D00-4154-96FA-F36038978690}"/>
                </a:ext>
              </a:extLst>
            </p:cNvPr>
            <p:cNvSpPr/>
            <p:nvPr/>
          </p:nvSpPr>
          <p:spPr>
            <a:xfrm flipH="1">
              <a:off x="2498158" y="5202078"/>
              <a:ext cx="440591" cy="912791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56" name="Oval 23">
              <a:extLst>
                <a:ext uri="{FF2B5EF4-FFF2-40B4-BE49-F238E27FC236}">
                  <a16:creationId xmlns:a16="http://schemas.microsoft.com/office/drawing/2014/main" id="{B195577D-A3AD-40F6-A9AC-B30B2404CA55}"/>
                </a:ext>
              </a:extLst>
            </p:cNvPr>
            <p:cNvSpPr/>
            <p:nvPr/>
          </p:nvSpPr>
          <p:spPr>
            <a:xfrm>
              <a:off x="3109972" y="5607129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957" name="Straight Arrow Connector 7">
              <a:extLst>
                <a:ext uri="{FF2B5EF4-FFF2-40B4-BE49-F238E27FC236}">
                  <a16:creationId xmlns:a16="http://schemas.microsoft.com/office/drawing/2014/main" id="{129D4CF0-0BC8-4DF7-B738-082F01801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6604" y="5385036"/>
              <a:ext cx="1036" cy="2720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Arrow Connector 19">
              <a:extLst>
                <a:ext uri="{FF2B5EF4-FFF2-40B4-BE49-F238E27FC236}">
                  <a16:creationId xmlns:a16="http://schemas.microsoft.com/office/drawing/2014/main" id="{6CBA6702-49BD-41AD-B8FA-0090A406C7C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425" y="5655802"/>
              <a:ext cx="119486" cy="956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Arrow Connector 18">
              <a:extLst>
                <a:ext uri="{FF2B5EF4-FFF2-40B4-BE49-F238E27FC236}">
                  <a16:creationId xmlns:a16="http://schemas.microsoft.com/office/drawing/2014/main" id="{F2E557EA-C0E1-4085-BB50-FC68A88314E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613878" y="5551161"/>
              <a:ext cx="0" cy="2092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0" name="Oval 20">
              <a:extLst>
                <a:ext uri="{FF2B5EF4-FFF2-40B4-BE49-F238E27FC236}">
                  <a16:creationId xmlns:a16="http://schemas.microsoft.com/office/drawing/2014/main" id="{02F5FAFD-2D60-4957-9C57-C2E5B62CB588}"/>
                </a:ext>
              </a:extLst>
            </p:cNvPr>
            <p:cNvSpPr/>
            <p:nvPr/>
          </p:nvSpPr>
          <p:spPr>
            <a:xfrm>
              <a:off x="2228690" y="5607129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61" name="Oval 22">
              <a:extLst>
                <a:ext uri="{FF2B5EF4-FFF2-40B4-BE49-F238E27FC236}">
                  <a16:creationId xmlns:a16="http://schemas.microsoft.com/office/drawing/2014/main" id="{FA793114-4D12-486A-B43D-53DF30703E13}"/>
                </a:ext>
              </a:extLst>
            </p:cNvPr>
            <p:cNvSpPr/>
            <p:nvPr/>
          </p:nvSpPr>
          <p:spPr>
            <a:xfrm>
              <a:off x="2669580" y="5145623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62" name="Partial Circle 9">
              <a:extLst>
                <a:ext uri="{FF2B5EF4-FFF2-40B4-BE49-F238E27FC236}">
                  <a16:creationId xmlns:a16="http://schemas.microsoft.com/office/drawing/2014/main" id="{368E7CE5-7C69-4160-9427-53CCBBE70DA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679442" y="5597898"/>
              <a:ext cx="62493" cy="120657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3" name="TextBox 10">
                  <a:extLst>
                    <a:ext uri="{FF2B5EF4-FFF2-40B4-BE49-F238E27FC236}">
                      <a16:creationId xmlns:a16="http://schemas.microsoft.com/office/drawing/2014/main" id="{D31CF2FB-AF62-4560-A5DC-1198EB3AFF61}"/>
                    </a:ext>
                  </a:extLst>
                </p:cNvPr>
                <p:cNvSpPr txBox="1"/>
                <p:nvPr/>
              </p:nvSpPr>
              <p:spPr>
                <a:xfrm>
                  <a:off x="2457305" y="5619285"/>
                  <a:ext cx="192367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3" name="TextBox 10">
                  <a:extLst>
                    <a:ext uri="{FF2B5EF4-FFF2-40B4-BE49-F238E27FC236}">
                      <a16:creationId xmlns:a16="http://schemas.microsoft.com/office/drawing/2014/main" id="{D31CF2FB-AF62-4560-A5DC-1198EB3AF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7305" y="5619285"/>
                  <a:ext cx="192367" cy="18681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4" name="Straight Arrow Connector 17">
              <a:extLst>
                <a:ext uri="{FF2B5EF4-FFF2-40B4-BE49-F238E27FC236}">
                  <a16:creationId xmlns:a16="http://schemas.microsoft.com/office/drawing/2014/main" id="{D4779D14-3103-4523-912E-3F9373220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3788" y="5658963"/>
              <a:ext cx="135219" cy="1748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65" name="Partial Circle 9">
              <a:extLst>
                <a:ext uri="{FF2B5EF4-FFF2-40B4-BE49-F238E27FC236}">
                  <a16:creationId xmlns:a16="http://schemas.microsoft.com/office/drawing/2014/main" id="{66525D59-3C68-4648-8C44-4F7C59E045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1677" y="5575182"/>
              <a:ext cx="91056" cy="18390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6" name="TextBox 10">
                  <a:extLst>
                    <a:ext uri="{FF2B5EF4-FFF2-40B4-BE49-F238E27FC236}">
                      <a16:creationId xmlns:a16="http://schemas.microsoft.com/office/drawing/2014/main" id="{24088B0F-155B-4A83-B266-C08C0E9D6EEA}"/>
                    </a:ext>
                  </a:extLst>
                </p:cNvPr>
                <p:cNvSpPr txBox="1"/>
                <p:nvPr/>
              </p:nvSpPr>
              <p:spPr>
                <a:xfrm>
                  <a:off x="2695951" y="5423754"/>
                  <a:ext cx="181268" cy="1868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66" name="TextBox 10">
                  <a:extLst>
                    <a:ext uri="{FF2B5EF4-FFF2-40B4-BE49-F238E27FC236}">
                      <a16:creationId xmlns:a16="http://schemas.microsoft.com/office/drawing/2014/main" id="{24088B0F-155B-4A83-B266-C08C0E9D6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951" y="5423754"/>
                  <a:ext cx="181268" cy="186818"/>
                </a:xfrm>
                <a:prstGeom prst="rect">
                  <a:avLst/>
                </a:prstGeom>
                <a:blipFill>
                  <a:blip r:embed="rId4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7" name="Straight Arrow Connector 17">
              <a:extLst>
                <a:ext uri="{FF2B5EF4-FFF2-40B4-BE49-F238E27FC236}">
                  <a16:creationId xmlns:a16="http://schemas.microsoft.com/office/drawing/2014/main" id="{D2EB7D29-713F-498B-93A8-F1BD1544C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072" y="5386965"/>
              <a:ext cx="349009" cy="2743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68" name="Oval 23">
              <a:extLst>
                <a:ext uri="{FF2B5EF4-FFF2-40B4-BE49-F238E27FC236}">
                  <a16:creationId xmlns:a16="http://schemas.microsoft.com/office/drawing/2014/main" id="{B7AA7500-AFEA-4594-9C2D-24B65393E4C8}"/>
                </a:ext>
              </a:extLst>
            </p:cNvPr>
            <p:cNvSpPr/>
            <p:nvPr/>
          </p:nvSpPr>
          <p:spPr>
            <a:xfrm>
              <a:off x="2872789" y="5765785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969" name="Oval 23">
              <a:extLst>
                <a:ext uri="{FF2B5EF4-FFF2-40B4-BE49-F238E27FC236}">
                  <a16:creationId xmlns:a16="http://schemas.microsoft.com/office/drawing/2014/main" id="{CF67C0AA-F5FE-4A99-AB95-10CB7F882A38}"/>
                </a:ext>
              </a:extLst>
            </p:cNvPr>
            <p:cNvSpPr/>
            <p:nvPr/>
          </p:nvSpPr>
          <p:spPr>
            <a:xfrm>
              <a:off x="2454289" y="5440284"/>
              <a:ext cx="99133" cy="102689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970" name="直線接點 969">
              <a:extLst>
                <a:ext uri="{FF2B5EF4-FFF2-40B4-BE49-F238E27FC236}">
                  <a16:creationId xmlns:a16="http://schemas.microsoft.com/office/drawing/2014/main" id="{E442112A-51A4-4752-A7E6-D025ECC8436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592" y="5491116"/>
              <a:ext cx="472580" cy="1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1" name="直線接點 970">
              <a:extLst>
                <a:ext uri="{FF2B5EF4-FFF2-40B4-BE49-F238E27FC236}">
                  <a16:creationId xmlns:a16="http://schemas.microsoft.com/office/drawing/2014/main" id="{94DFFBD7-0EF3-4C76-AD54-6DF7EB8505A0}"/>
                </a:ext>
              </a:extLst>
            </p:cNvPr>
            <p:cNvCxnSpPr>
              <a:cxnSpLocks/>
            </p:cNvCxnSpPr>
            <p:nvPr/>
          </p:nvCxnSpPr>
          <p:spPr>
            <a:xfrm>
              <a:off x="2980120" y="5833201"/>
              <a:ext cx="465436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2" name="直線接點 971">
              <a:extLst>
                <a:ext uri="{FF2B5EF4-FFF2-40B4-BE49-F238E27FC236}">
                  <a16:creationId xmlns:a16="http://schemas.microsoft.com/office/drawing/2014/main" id="{FD83FF46-4741-475C-A16C-5BB4F9F0B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9177" y="5440485"/>
              <a:ext cx="205445" cy="171842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3" name="直線接點 972">
              <a:extLst>
                <a:ext uri="{FF2B5EF4-FFF2-40B4-BE49-F238E27FC236}">
                  <a16:creationId xmlns:a16="http://schemas.microsoft.com/office/drawing/2014/main" id="{B7F488CB-59F0-4E6C-BB4E-22271F28D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1777" y="5698823"/>
              <a:ext cx="197910" cy="360293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974" name="圖片 973">
            <a:extLst>
              <a:ext uri="{FF2B5EF4-FFF2-40B4-BE49-F238E27FC236}">
                <a16:creationId xmlns:a16="http://schemas.microsoft.com/office/drawing/2014/main" id="{7065C58F-809B-4B14-9A49-B378F84C619F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9304" y="2853214"/>
            <a:ext cx="1288308" cy="9034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76" name="文字方塊 975">
                <a:extLst>
                  <a:ext uri="{FF2B5EF4-FFF2-40B4-BE49-F238E27FC236}">
                    <a16:creationId xmlns:a16="http://schemas.microsoft.com/office/drawing/2014/main" id="{4B2CD31F-76A7-42E1-A427-E80F0FA0D816}"/>
                  </a:ext>
                </a:extLst>
              </p:cNvPr>
              <p:cNvSpPr txBox="1"/>
              <p:nvPr/>
            </p:nvSpPr>
            <p:spPr>
              <a:xfrm>
                <a:off x="699091" y="1959427"/>
                <a:ext cx="237033" cy="316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976" name="文字方塊 975">
                <a:extLst>
                  <a:ext uri="{FF2B5EF4-FFF2-40B4-BE49-F238E27FC236}">
                    <a16:creationId xmlns:a16="http://schemas.microsoft.com/office/drawing/2014/main" id="{4B2CD31F-76A7-42E1-A427-E80F0FA0D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91" y="1959427"/>
                <a:ext cx="237033" cy="316577"/>
              </a:xfrm>
              <a:prstGeom prst="rect">
                <a:avLst/>
              </a:prstGeom>
              <a:blipFill>
                <a:blip r:embed="rId44"/>
                <a:stretch>
                  <a:fillRect r="-205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4" name="圖片 583">
            <a:extLst>
              <a:ext uri="{FF2B5EF4-FFF2-40B4-BE49-F238E27FC236}">
                <a16:creationId xmlns:a16="http://schemas.microsoft.com/office/drawing/2014/main" id="{2931A2FF-8C90-4686-B572-BB29AC7AEA9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-654102" y="3457717"/>
            <a:ext cx="831600" cy="831599"/>
          </a:xfrm>
          <a:prstGeom prst="rect">
            <a:avLst/>
          </a:prstGeom>
        </p:spPr>
      </p:pic>
      <p:pic>
        <p:nvPicPr>
          <p:cNvPr id="585" name="圖片 584">
            <a:extLst>
              <a:ext uri="{FF2B5EF4-FFF2-40B4-BE49-F238E27FC236}">
                <a16:creationId xmlns:a16="http://schemas.microsoft.com/office/drawing/2014/main" id="{2B87AAD8-FE43-4663-BB8B-28BBBE26A63A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20675" y="3457723"/>
            <a:ext cx="831600" cy="831599"/>
          </a:xfrm>
          <a:prstGeom prst="rect">
            <a:avLst/>
          </a:prstGeom>
        </p:spPr>
      </p:pic>
      <p:pic>
        <p:nvPicPr>
          <p:cNvPr id="586" name="圖片 585">
            <a:extLst>
              <a:ext uri="{FF2B5EF4-FFF2-40B4-BE49-F238E27FC236}">
                <a16:creationId xmlns:a16="http://schemas.microsoft.com/office/drawing/2014/main" id="{0CB5FE5C-E0B5-47EE-B4BF-420EA6CDBB61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213255" y="2340580"/>
            <a:ext cx="831600" cy="829878"/>
          </a:xfrm>
          <a:prstGeom prst="rect">
            <a:avLst/>
          </a:prstGeom>
        </p:spPr>
      </p:pic>
      <p:pic>
        <p:nvPicPr>
          <p:cNvPr id="587" name="圖片 586">
            <a:extLst>
              <a:ext uri="{FF2B5EF4-FFF2-40B4-BE49-F238E27FC236}">
                <a16:creationId xmlns:a16="http://schemas.microsoft.com/office/drawing/2014/main" id="{7E916AD1-173D-4A6F-98E5-9163DD700BCD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-661057" y="2339728"/>
            <a:ext cx="831600" cy="8315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77" name="文字方塊 976">
                <a:extLst>
                  <a:ext uri="{FF2B5EF4-FFF2-40B4-BE49-F238E27FC236}">
                    <a16:creationId xmlns:a16="http://schemas.microsoft.com/office/drawing/2014/main" id="{791EB977-42A4-4761-8991-C91A482EACCC}"/>
                  </a:ext>
                </a:extLst>
              </p:cNvPr>
              <p:cNvSpPr txBox="1"/>
              <p:nvPr/>
            </p:nvSpPr>
            <p:spPr>
              <a:xfrm>
                <a:off x="4068782" y="369266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77" name="文字方塊 976">
                <a:extLst>
                  <a:ext uri="{FF2B5EF4-FFF2-40B4-BE49-F238E27FC236}">
                    <a16:creationId xmlns:a16="http://schemas.microsoft.com/office/drawing/2014/main" id="{791EB977-42A4-4761-8991-C91A482EA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782" y="3692666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8" name="文字方塊 977">
                <a:extLst>
                  <a:ext uri="{FF2B5EF4-FFF2-40B4-BE49-F238E27FC236}">
                    <a16:creationId xmlns:a16="http://schemas.microsoft.com/office/drawing/2014/main" id="{51F219BC-A856-415D-BD97-4C367CDCAE66}"/>
                  </a:ext>
                </a:extLst>
              </p:cNvPr>
              <p:cNvSpPr txBox="1"/>
              <p:nvPr/>
            </p:nvSpPr>
            <p:spPr>
              <a:xfrm>
                <a:off x="4068782" y="2648590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78" name="文字方塊 977">
                <a:extLst>
                  <a:ext uri="{FF2B5EF4-FFF2-40B4-BE49-F238E27FC236}">
                    <a16:creationId xmlns:a16="http://schemas.microsoft.com/office/drawing/2014/main" id="{51F219BC-A856-415D-BD97-4C367CDCA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782" y="2648590"/>
                <a:ext cx="620968" cy="261610"/>
              </a:xfrm>
              <a:prstGeom prst="rect">
                <a:avLst/>
              </a:prstGeom>
              <a:blipFill>
                <a:blip r:embed="rId37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9" name="圖片 978">
            <a:extLst>
              <a:ext uri="{FF2B5EF4-FFF2-40B4-BE49-F238E27FC236}">
                <a16:creationId xmlns:a16="http://schemas.microsoft.com/office/drawing/2014/main" id="{57914CC3-8C33-40CB-890D-12574187CA5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17384" y="2853214"/>
            <a:ext cx="1288308" cy="9034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80" name="文字方塊 979">
                <a:extLst>
                  <a:ext uri="{FF2B5EF4-FFF2-40B4-BE49-F238E27FC236}">
                    <a16:creationId xmlns:a16="http://schemas.microsoft.com/office/drawing/2014/main" id="{1A71F7DA-ADDC-4ACE-B466-40B97ADA5427}"/>
                  </a:ext>
                </a:extLst>
              </p:cNvPr>
              <p:cNvSpPr txBox="1"/>
              <p:nvPr/>
            </p:nvSpPr>
            <p:spPr>
              <a:xfrm>
                <a:off x="7232352" y="3692666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80" name="文字方塊 979">
                <a:extLst>
                  <a:ext uri="{FF2B5EF4-FFF2-40B4-BE49-F238E27FC236}">
                    <a16:creationId xmlns:a16="http://schemas.microsoft.com/office/drawing/2014/main" id="{1A71F7DA-ADDC-4ACE-B466-40B97ADA5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352" y="3692666"/>
                <a:ext cx="620968" cy="261610"/>
              </a:xfrm>
              <a:prstGeom prst="rect">
                <a:avLst/>
              </a:prstGeom>
              <a:blipFill>
                <a:blip r:embed="rId5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1" name="文字方塊 980">
                <a:extLst>
                  <a:ext uri="{FF2B5EF4-FFF2-40B4-BE49-F238E27FC236}">
                    <a16:creationId xmlns:a16="http://schemas.microsoft.com/office/drawing/2014/main" id="{AD6730BD-FC31-4079-8076-8F7AD08027A0}"/>
                  </a:ext>
                </a:extLst>
              </p:cNvPr>
              <p:cNvSpPr txBox="1"/>
              <p:nvPr/>
            </p:nvSpPr>
            <p:spPr>
              <a:xfrm>
                <a:off x="7232352" y="2648590"/>
                <a:ext cx="6209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11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81" name="文字方塊 980">
                <a:extLst>
                  <a:ext uri="{FF2B5EF4-FFF2-40B4-BE49-F238E27FC236}">
                    <a16:creationId xmlns:a16="http://schemas.microsoft.com/office/drawing/2014/main" id="{AD6730BD-FC31-4079-8076-8F7AD0802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352" y="2648590"/>
                <a:ext cx="620968" cy="261610"/>
              </a:xfrm>
              <a:prstGeom prst="rect">
                <a:avLst/>
              </a:prstGeom>
              <a:blipFill>
                <a:blip r:embed="rId37"/>
                <a:stretch>
                  <a:fillRect t="-93023" r="-3725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82" name="圖片 981">
            <a:extLst>
              <a:ext uri="{FF2B5EF4-FFF2-40B4-BE49-F238E27FC236}">
                <a16:creationId xmlns:a16="http://schemas.microsoft.com/office/drawing/2014/main" id="{7F6CF9F0-963A-43C1-AC77-57C62207BA8A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80954" y="2853214"/>
            <a:ext cx="1288308" cy="903446"/>
          </a:xfrm>
          <a:prstGeom prst="rect">
            <a:avLst/>
          </a:prstGeom>
        </p:spPr>
      </p:pic>
      <p:pic>
        <p:nvPicPr>
          <p:cNvPr id="467" name="圖片 466">
            <a:extLst>
              <a:ext uri="{FF2B5EF4-FFF2-40B4-BE49-F238E27FC236}">
                <a16:creationId xmlns:a16="http://schemas.microsoft.com/office/drawing/2014/main" id="{D74549DB-3380-46D1-8342-633319BBAD4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26914" y="3455955"/>
            <a:ext cx="832408" cy="835106"/>
          </a:xfrm>
          <a:prstGeom prst="rect">
            <a:avLst/>
          </a:prstGeom>
        </p:spPr>
      </p:pic>
      <p:pic>
        <p:nvPicPr>
          <p:cNvPr id="468" name="圖片 467">
            <a:extLst>
              <a:ext uri="{FF2B5EF4-FFF2-40B4-BE49-F238E27FC236}">
                <a16:creationId xmlns:a16="http://schemas.microsoft.com/office/drawing/2014/main" id="{354E81E3-1101-41F1-8873-1B7053B74EDC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121936" y="3456628"/>
            <a:ext cx="832408" cy="833789"/>
          </a:xfrm>
          <a:prstGeom prst="rect">
            <a:avLst/>
          </a:prstGeom>
        </p:spPr>
      </p:pic>
      <p:pic>
        <p:nvPicPr>
          <p:cNvPr id="469" name="圖片 468">
            <a:extLst>
              <a:ext uri="{FF2B5EF4-FFF2-40B4-BE49-F238E27FC236}">
                <a16:creationId xmlns:a16="http://schemas.microsoft.com/office/drawing/2014/main" id="{D1EF73F9-85DD-4CAC-8C53-11606977C377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111070" y="2340020"/>
            <a:ext cx="832408" cy="831027"/>
          </a:xfrm>
          <a:prstGeom prst="rect">
            <a:avLst/>
          </a:prstGeom>
        </p:spPr>
      </p:pic>
      <p:pic>
        <p:nvPicPr>
          <p:cNvPr id="470" name="圖片 469">
            <a:extLst>
              <a:ext uri="{FF2B5EF4-FFF2-40B4-BE49-F238E27FC236}">
                <a16:creationId xmlns:a16="http://schemas.microsoft.com/office/drawing/2014/main" id="{1478BFBC-D945-4C09-BDC2-80BCEB826AE2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23366" y="2339315"/>
            <a:ext cx="832408" cy="832408"/>
          </a:xfrm>
          <a:prstGeom prst="rect">
            <a:avLst/>
          </a:prstGeom>
        </p:spPr>
      </p:pic>
      <p:grpSp>
        <p:nvGrpSpPr>
          <p:cNvPr id="983" name="群組 982">
            <a:extLst>
              <a:ext uri="{FF2B5EF4-FFF2-40B4-BE49-F238E27FC236}">
                <a16:creationId xmlns:a16="http://schemas.microsoft.com/office/drawing/2014/main" id="{0B8D45B4-E4D4-491F-9F88-BECB775D793A}"/>
              </a:ext>
            </a:extLst>
          </p:cNvPr>
          <p:cNvGrpSpPr/>
          <p:nvPr/>
        </p:nvGrpSpPr>
        <p:grpSpPr>
          <a:xfrm>
            <a:off x="6214621" y="2405531"/>
            <a:ext cx="562162" cy="773394"/>
            <a:chOff x="6720996" y="1373209"/>
            <a:chExt cx="867954" cy="1194085"/>
          </a:xfrm>
        </p:grpSpPr>
        <p:grpSp>
          <p:nvGrpSpPr>
            <p:cNvPr id="984" name="群組 983">
              <a:extLst>
                <a:ext uri="{FF2B5EF4-FFF2-40B4-BE49-F238E27FC236}">
                  <a16:creationId xmlns:a16="http://schemas.microsoft.com/office/drawing/2014/main" id="{E3541E3C-1D36-4B71-9B76-93B23F74E9A3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88" name="箭號: 向右 987">
                <a:extLst>
                  <a:ext uri="{FF2B5EF4-FFF2-40B4-BE49-F238E27FC236}">
                    <a16:creationId xmlns:a16="http://schemas.microsoft.com/office/drawing/2014/main" id="{75F6444A-7449-48CC-BCDB-FEF6FC89F5E4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989" name="箭號: 向右 988">
                <a:extLst>
                  <a:ext uri="{FF2B5EF4-FFF2-40B4-BE49-F238E27FC236}">
                    <a16:creationId xmlns:a16="http://schemas.microsoft.com/office/drawing/2014/main" id="{0957F291-FB27-4CA0-BCB7-D25670C7A73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5" name="文字方塊 984">
                  <a:extLst>
                    <a:ext uri="{FF2B5EF4-FFF2-40B4-BE49-F238E27FC236}">
                      <a16:creationId xmlns:a16="http://schemas.microsoft.com/office/drawing/2014/main" id="{38755A47-3B6D-4F76-9B9A-5808869B8C50}"/>
                    </a:ext>
                  </a:extLst>
                </p:cNvPr>
                <p:cNvSpPr txBox="1"/>
                <p:nvPr/>
              </p:nvSpPr>
              <p:spPr>
                <a:xfrm>
                  <a:off x="6957686" y="1373209"/>
                  <a:ext cx="438402" cy="501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985" name="文字方塊 984">
                  <a:extLst>
                    <a:ext uri="{FF2B5EF4-FFF2-40B4-BE49-F238E27FC236}">
                      <a16:creationId xmlns:a16="http://schemas.microsoft.com/office/drawing/2014/main" id="{38755A47-3B6D-4F76-9B9A-5808869B8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7686" y="1373209"/>
                  <a:ext cx="438402" cy="501428"/>
                </a:xfrm>
                <a:prstGeom prst="rect">
                  <a:avLst/>
                </a:prstGeom>
                <a:blipFill>
                  <a:blip r:embed="rId53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6" name="文字方塊 985">
                  <a:extLst>
                    <a:ext uri="{FF2B5EF4-FFF2-40B4-BE49-F238E27FC236}">
                      <a16:creationId xmlns:a16="http://schemas.microsoft.com/office/drawing/2014/main" id="{65070C9F-34AB-42BA-BB81-620D4D0AC06A}"/>
                    </a:ext>
                  </a:extLst>
                </p:cNvPr>
                <p:cNvSpPr txBox="1"/>
                <p:nvPr/>
              </p:nvSpPr>
              <p:spPr>
                <a:xfrm>
                  <a:off x="7200524" y="1632978"/>
                  <a:ext cx="388426" cy="475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986" name="文字方塊 985">
                  <a:extLst>
                    <a:ext uri="{FF2B5EF4-FFF2-40B4-BE49-F238E27FC236}">
                      <a16:creationId xmlns:a16="http://schemas.microsoft.com/office/drawing/2014/main" id="{65070C9F-34AB-42BA-BB81-620D4D0AC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524" y="1632978"/>
                  <a:ext cx="388426" cy="475194"/>
                </a:xfrm>
                <a:prstGeom prst="rect">
                  <a:avLst/>
                </a:prstGeom>
                <a:blipFill>
                  <a:blip r:embed="rId54"/>
                  <a:stretch>
                    <a:fillRect r="-14286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7" name="文字方塊 986">
                  <a:extLst>
                    <a:ext uri="{FF2B5EF4-FFF2-40B4-BE49-F238E27FC236}">
                      <a16:creationId xmlns:a16="http://schemas.microsoft.com/office/drawing/2014/main" id="{03AA9274-6AA7-43DF-A92F-566E7C1E43FA}"/>
                    </a:ext>
                  </a:extLst>
                </p:cNvPr>
                <p:cNvSpPr txBox="1"/>
                <p:nvPr/>
              </p:nvSpPr>
              <p:spPr>
                <a:xfrm>
                  <a:off x="6720996" y="2163380"/>
                  <a:ext cx="652306" cy="4039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100" dirty="0"/>
                </a:p>
              </p:txBody>
            </p:sp>
          </mc:Choice>
          <mc:Fallback xmlns="">
            <p:sp>
              <p:nvSpPr>
                <p:cNvPr id="987" name="文字方塊 986">
                  <a:extLst>
                    <a:ext uri="{FF2B5EF4-FFF2-40B4-BE49-F238E27FC236}">
                      <a16:creationId xmlns:a16="http://schemas.microsoft.com/office/drawing/2014/main" id="{03AA9274-6AA7-43DF-A92F-566E7C1E4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996" y="2163380"/>
                  <a:ext cx="652306" cy="403914"/>
                </a:xfrm>
                <a:prstGeom prst="rect">
                  <a:avLst/>
                </a:prstGeom>
                <a:blipFill>
                  <a:blip r:embed="rId55"/>
                  <a:stretch>
                    <a:fillRect r="-5714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72" name="圖片 471">
            <a:extLst>
              <a:ext uri="{FF2B5EF4-FFF2-40B4-BE49-F238E27FC236}">
                <a16:creationId xmlns:a16="http://schemas.microsoft.com/office/drawing/2014/main" id="{71D4D684-1CD6-48E6-A0E0-6147AAF38A23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943076" y="3458993"/>
            <a:ext cx="832408" cy="829059"/>
          </a:xfrm>
          <a:prstGeom prst="rect">
            <a:avLst/>
          </a:prstGeom>
        </p:spPr>
      </p:pic>
      <p:pic>
        <p:nvPicPr>
          <p:cNvPr id="473" name="圖片 472">
            <a:extLst>
              <a:ext uri="{FF2B5EF4-FFF2-40B4-BE49-F238E27FC236}">
                <a16:creationId xmlns:a16="http://schemas.microsoft.com/office/drawing/2014/main" id="{ABEACDE0-291A-4B93-AF82-6EBD6EE73310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934125" y="3457304"/>
            <a:ext cx="832408" cy="832408"/>
          </a:xfrm>
          <a:prstGeom prst="rect">
            <a:avLst/>
          </a:prstGeom>
        </p:spPr>
      </p:pic>
      <p:pic>
        <p:nvPicPr>
          <p:cNvPr id="474" name="圖片 473">
            <a:extLst>
              <a:ext uri="{FF2B5EF4-FFF2-40B4-BE49-F238E27FC236}">
                <a16:creationId xmlns:a16="http://schemas.microsoft.com/office/drawing/2014/main" id="{0695A103-6F59-4525-AEF8-0F0BBC77D774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924001" y="2339316"/>
            <a:ext cx="832408" cy="830684"/>
          </a:xfrm>
          <a:prstGeom prst="rect">
            <a:avLst/>
          </a:prstGeom>
        </p:spPr>
      </p:pic>
      <p:pic>
        <p:nvPicPr>
          <p:cNvPr id="475" name="圖片 474">
            <a:extLst>
              <a:ext uri="{FF2B5EF4-FFF2-40B4-BE49-F238E27FC236}">
                <a16:creationId xmlns:a16="http://schemas.microsoft.com/office/drawing/2014/main" id="{36B7E375-B6EF-4D07-ABA7-8DC79EB05589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937084" y="2339315"/>
            <a:ext cx="832408" cy="832408"/>
          </a:xfrm>
          <a:prstGeom prst="rect">
            <a:avLst/>
          </a:prstGeom>
        </p:spPr>
      </p:pic>
      <p:grpSp>
        <p:nvGrpSpPr>
          <p:cNvPr id="990" name="群組 989">
            <a:extLst>
              <a:ext uri="{FF2B5EF4-FFF2-40B4-BE49-F238E27FC236}">
                <a16:creationId xmlns:a16="http://schemas.microsoft.com/office/drawing/2014/main" id="{36BC89A0-51FB-48FC-BB6F-9A4935954518}"/>
              </a:ext>
            </a:extLst>
          </p:cNvPr>
          <p:cNvGrpSpPr/>
          <p:nvPr/>
        </p:nvGrpSpPr>
        <p:grpSpPr>
          <a:xfrm>
            <a:off x="3026717" y="2441251"/>
            <a:ext cx="537557" cy="723390"/>
            <a:chOff x="6736928" y="1376885"/>
            <a:chExt cx="829963" cy="1116879"/>
          </a:xfrm>
        </p:grpSpPr>
        <p:grpSp>
          <p:nvGrpSpPr>
            <p:cNvPr id="991" name="群組 990">
              <a:extLst>
                <a:ext uri="{FF2B5EF4-FFF2-40B4-BE49-F238E27FC236}">
                  <a16:creationId xmlns:a16="http://schemas.microsoft.com/office/drawing/2014/main" id="{92085C3D-5F9B-484B-863C-31453E779D56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95" name="箭號: 向右 994">
                <a:extLst>
                  <a:ext uri="{FF2B5EF4-FFF2-40B4-BE49-F238E27FC236}">
                    <a16:creationId xmlns:a16="http://schemas.microsoft.com/office/drawing/2014/main" id="{CDB39156-F0EA-47EB-9F8E-F45D46F8EDC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996" name="箭號: 向右 995">
                <a:extLst>
                  <a:ext uri="{FF2B5EF4-FFF2-40B4-BE49-F238E27FC236}">
                    <a16:creationId xmlns:a16="http://schemas.microsoft.com/office/drawing/2014/main" id="{EEC12DD4-D63E-47A8-8FA3-61A12FA07112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2" name="文字方塊 991">
                  <a:extLst>
                    <a:ext uri="{FF2B5EF4-FFF2-40B4-BE49-F238E27FC236}">
                      <a16:creationId xmlns:a16="http://schemas.microsoft.com/office/drawing/2014/main" id="{F31D9B91-CC4F-4294-8334-4DD5B68DBB80}"/>
                    </a:ext>
                  </a:extLst>
                </p:cNvPr>
                <p:cNvSpPr txBox="1"/>
                <p:nvPr/>
              </p:nvSpPr>
              <p:spPr>
                <a:xfrm>
                  <a:off x="7005482" y="1376885"/>
                  <a:ext cx="438403" cy="501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992" name="文字方塊 991">
                  <a:extLst>
                    <a:ext uri="{FF2B5EF4-FFF2-40B4-BE49-F238E27FC236}">
                      <a16:creationId xmlns:a16="http://schemas.microsoft.com/office/drawing/2014/main" id="{F31D9B91-CC4F-4294-8334-4DD5B68DB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5482" y="1376885"/>
                  <a:ext cx="438403" cy="501428"/>
                </a:xfrm>
                <a:prstGeom prst="rect">
                  <a:avLst/>
                </a:prstGeom>
                <a:blipFill>
                  <a:blip r:embed="rId60"/>
                  <a:stretch>
                    <a:fillRect r="-85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3" name="文字方塊 992">
                  <a:extLst>
                    <a:ext uri="{FF2B5EF4-FFF2-40B4-BE49-F238E27FC236}">
                      <a16:creationId xmlns:a16="http://schemas.microsoft.com/office/drawing/2014/main" id="{23FCF685-DB37-41B9-B15B-FD5C608CEA89}"/>
                    </a:ext>
                  </a:extLst>
                </p:cNvPr>
                <p:cNvSpPr txBox="1"/>
                <p:nvPr/>
              </p:nvSpPr>
              <p:spPr>
                <a:xfrm>
                  <a:off x="7178465" y="1655036"/>
                  <a:ext cx="388426" cy="475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993" name="文字方塊 992">
                  <a:extLst>
                    <a:ext uri="{FF2B5EF4-FFF2-40B4-BE49-F238E27FC236}">
                      <a16:creationId xmlns:a16="http://schemas.microsoft.com/office/drawing/2014/main" id="{23FCF685-DB37-41B9-B15B-FD5C608CE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8465" y="1655036"/>
                  <a:ext cx="388426" cy="475193"/>
                </a:xfrm>
                <a:prstGeom prst="rect">
                  <a:avLst/>
                </a:prstGeom>
                <a:blipFill>
                  <a:blip r:embed="rId54"/>
                  <a:stretch>
                    <a:fillRect r="-14286" b="-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4" name="文字方塊 993">
                  <a:extLst>
                    <a:ext uri="{FF2B5EF4-FFF2-40B4-BE49-F238E27FC236}">
                      <a16:creationId xmlns:a16="http://schemas.microsoft.com/office/drawing/2014/main" id="{3A389F60-7822-4FD6-B949-3B796169EF01}"/>
                    </a:ext>
                  </a:extLst>
                </p:cNvPr>
                <p:cNvSpPr txBox="1"/>
                <p:nvPr/>
              </p:nvSpPr>
              <p:spPr>
                <a:xfrm>
                  <a:off x="6736928" y="2089851"/>
                  <a:ext cx="652306" cy="4039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994" name="文字方塊 993">
                  <a:extLst>
                    <a:ext uri="{FF2B5EF4-FFF2-40B4-BE49-F238E27FC236}">
                      <a16:creationId xmlns:a16="http://schemas.microsoft.com/office/drawing/2014/main" id="{3A389F60-7822-4FD6-B949-3B796169E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6928" y="2089851"/>
                  <a:ext cx="652306" cy="403913"/>
                </a:xfrm>
                <a:prstGeom prst="rect">
                  <a:avLst/>
                </a:prstGeom>
                <a:blipFill>
                  <a:blip r:embed="rId61"/>
                  <a:stretch>
                    <a:fillRect r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115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136E7897-3092-424D-8362-BB2974F9EC7E}"/>
              </a:ext>
            </a:extLst>
          </p:cNvPr>
          <p:cNvGrpSpPr/>
          <p:nvPr/>
        </p:nvGrpSpPr>
        <p:grpSpPr>
          <a:xfrm>
            <a:off x="15462" y="1171973"/>
            <a:ext cx="8562214" cy="5561811"/>
            <a:chOff x="15462" y="219074"/>
            <a:chExt cx="8562214" cy="5561811"/>
          </a:xfrm>
        </p:grpSpPr>
        <p:sp>
          <p:nvSpPr>
            <p:cNvPr id="111" name="矩形: 圓角 110">
              <a:extLst>
                <a:ext uri="{FF2B5EF4-FFF2-40B4-BE49-F238E27FC236}">
                  <a16:creationId xmlns:a16="http://schemas.microsoft.com/office/drawing/2014/main" id="{E5E518C1-5F39-42D6-B1A3-AD3F9134C56D}"/>
                </a:ext>
              </a:extLst>
            </p:cNvPr>
            <p:cNvSpPr/>
            <p:nvPr/>
          </p:nvSpPr>
          <p:spPr>
            <a:xfrm>
              <a:off x="15462" y="219074"/>
              <a:ext cx="8407878" cy="5495133"/>
            </a:xfrm>
            <a:prstGeom prst="roundRect">
              <a:avLst>
                <a:gd name="adj" fmla="val 2528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400" dirty="0"/>
            </a:p>
          </p:txBody>
        </p:sp>
        <p:pic>
          <p:nvPicPr>
            <p:cNvPr id="112" name="圖片 111">
              <a:extLst>
                <a:ext uri="{FF2B5EF4-FFF2-40B4-BE49-F238E27FC236}">
                  <a16:creationId xmlns:a16="http://schemas.microsoft.com/office/drawing/2014/main" id="{6132CFF3-451A-455A-B546-2331D9D3C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631" y="2027586"/>
              <a:ext cx="1087637" cy="1087636"/>
            </a:xfrm>
            <a:prstGeom prst="rect">
              <a:avLst/>
            </a:prstGeom>
          </p:spPr>
        </p:pic>
        <p:pic>
          <p:nvPicPr>
            <p:cNvPr id="113" name="圖片 112">
              <a:extLst>
                <a:ext uri="{FF2B5EF4-FFF2-40B4-BE49-F238E27FC236}">
                  <a16:creationId xmlns:a16="http://schemas.microsoft.com/office/drawing/2014/main" id="{378AE5A4-BB93-4477-9C6E-09967074A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631" y="4565421"/>
              <a:ext cx="1087637" cy="1087636"/>
            </a:xfrm>
            <a:prstGeom prst="rect">
              <a:avLst/>
            </a:prstGeom>
          </p:spPr>
        </p:pic>
        <p:pic>
          <p:nvPicPr>
            <p:cNvPr id="114" name="圖片 113">
              <a:extLst>
                <a:ext uri="{FF2B5EF4-FFF2-40B4-BE49-F238E27FC236}">
                  <a16:creationId xmlns:a16="http://schemas.microsoft.com/office/drawing/2014/main" id="{953A525C-9EC2-4081-B692-C1ACDDDF9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5421" y="2576893"/>
              <a:ext cx="1087637" cy="1085385"/>
            </a:xfrm>
            <a:prstGeom prst="rect">
              <a:avLst/>
            </a:prstGeom>
          </p:spPr>
        </p:pic>
        <p:pic>
          <p:nvPicPr>
            <p:cNvPr id="115" name="圖片 114">
              <a:extLst>
                <a:ext uri="{FF2B5EF4-FFF2-40B4-BE49-F238E27FC236}">
                  <a16:creationId xmlns:a16="http://schemas.microsoft.com/office/drawing/2014/main" id="{70DC9277-75A8-46EC-8B6D-739C7A246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3493" y="2576317"/>
              <a:ext cx="1088694" cy="1086888"/>
            </a:xfrm>
            <a:prstGeom prst="rect">
              <a:avLst/>
            </a:prstGeom>
          </p:spPr>
        </p:pic>
        <p:pic>
          <p:nvPicPr>
            <p:cNvPr id="116" name="圖片 115">
              <a:extLst>
                <a:ext uri="{FF2B5EF4-FFF2-40B4-BE49-F238E27FC236}">
                  <a16:creationId xmlns:a16="http://schemas.microsoft.com/office/drawing/2014/main" id="{46F9C436-24C7-42E7-9618-934E19C88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41455" y="2576490"/>
              <a:ext cx="1088694" cy="1086439"/>
            </a:xfrm>
            <a:prstGeom prst="rect">
              <a:avLst/>
            </a:prstGeom>
          </p:spPr>
        </p:pic>
        <p:pic>
          <p:nvPicPr>
            <p:cNvPr id="117" name="圖片 116">
              <a:extLst>
                <a:ext uri="{FF2B5EF4-FFF2-40B4-BE49-F238E27FC236}">
                  <a16:creationId xmlns:a16="http://schemas.microsoft.com/office/drawing/2014/main" id="{BD6A475B-94B4-46D2-8553-6E91A529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981" y="2576031"/>
              <a:ext cx="1087637" cy="1087636"/>
            </a:xfrm>
            <a:prstGeom prst="rect">
              <a:avLst/>
            </a:prstGeom>
          </p:spPr>
        </p:pic>
        <p:pic>
          <p:nvPicPr>
            <p:cNvPr id="118" name="圖片 117">
              <a:extLst>
                <a:ext uri="{FF2B5EF4-FFF2-40B4-BE49-F238E27FC236}">
                  <a16:creationId xmlns:a16="http://schemas.microsoft.com/office/drawing/2014/main" id="{58E5242D-A341-4BC1-816C-D401E4B1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62708" y="2575626"/>
              <a:ext cx="1088694" cy="1088694"/>
            </a:xfrm>
            <a:prstGeom prst="rect">
              <a:avLst/>
            </a:prstGeom>
          </p:spPr>
        </p:pic>
        <p:pic>
          <p:nvPicPr>
            <p:cNvPr id="119" name="圖片 118">
              <a:extLst>
                <a:ext uri="{FF2B5EF4-FFF2-40B4-BE49-F238E27FC236}">
                  <a16:creationId xmlns:a16="http://schemas.microsoft.com/office/drawing/2014/main" id="{06D2F641-9F49-4AF5-BA06-47535DB4E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9062" y="2575626"/>
              <a:ext cx="1088694" cy="1088694"/>
            </a:xfrm>
            <a:prstGeom prst="rect">
              <a:avLst/>
            </a:prstGeom>
          </p:spPr>
        </p:pic>
        <p:pic>
          <p:nvPicPr>
            <p:cNvPr id="120" name="圖片 119">
              <a:extLst>
                <a:ext uri="{FF2B5EF4-FFF2-40B4-BE49-F238E27FC236}">
                  <a16:creationId xmlns:a16="http://schemas.microsoft.com/office/drawing/2014/main" id="{AA8E3CD1-862C-4532-9816-A1B9101A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12823" y="3294704"/>
              <a:ext cx="1288308" cy="9034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57701CF7-7129-4EA1-8F4B-D51DE54A8492}"/>
                    </a:ext>
                  </a:extLst>
                </p:cNvPr>
                <p:cNvSpPr txBox="1"/>
                <p:nvPr/>
              </p:nvSpPr>
              <p:spPr>
                <a:xfrm>
                  <a:off x="3967885" y="4130964"/>
                  <a:ext cx="6209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−1, 2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57701CF7-7129-4EA1-8F4B-D51DE54A8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885" y="4130964"/>
                  <a:ext cx="620968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93023" r="-37255" b="-1511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163B2971-9F63-4BD2-809F-F9C6B50C6AA9}"/>
                    </a:ext>
                  </a:extLst>
                </p:cNvPr>
                <p:cNvSpPr txBox="1"/>
                <p:nvPr/>
              </p:nvSpPr>
              <p:spPr>
                <a:xfrm>
                  <a:off x="3967885" y="3101175"/>
                  <a:ext cx="6209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1, −1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163B2971-9F63-4BD2-809F-F9C6B50C6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885" y="3101175"/>
                  <a:ext cx="620968" cy="261610"/>
                </a:xfrm>
                <a:prstGeom prst="rect">
                  <a:avLst/>
                </a:prstGeom>
                <a:blipFill>
                  <a:blip r:embed="rId12"/>
                  <a:stretch>
                    <a:fillRect t="-95238" r="-37255" b="-157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3" name="圖片 122">
              <a:extLst>
                <a:ext uri="{FF2B5EF4-FFF2-40B4-BE49-F238E27FC236}">
                  <a16:creationId xmlns:a16="http://schemas.microsoft.com/office/drawing/2014/main" id="{248E6B65-4A2A-4D8E-B62E-55D289112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4981" y="3908679"/>
              <a:ext cx="1087637" cy="1087636"/>
            </a:xfrm>
            <a:prstGeom prst="rect">
              <a:avLst/>
            </a:prstGeom>
          </p:spPr>
        </p:pic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D1A19471-7471-471A-B84F-76BB3C33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62708" y="3906927"/>
              <a:ext cx="1088694" cy="1092223"/>
            </a:xfrm>
            <a:prstGeom prst="rect">
              <a:avLst/>
            </a:prstGeom>
          </p:spPr>
        </p:pic>
        <p:pic>
          <p:nvPicPr>
            <p:cNvPr id="125" name="圖片 124">
              <a:extLst>
                <a:ext uri="{FF2B5EF4-FFF2-40B4-BE49-F238E27FC236}">
                  <a16:creationId xmlns:a16="http://schemas.microsoft.com/office/drawing/2014/main" id="{8E09F5AD-5C7E-4A60-88E9-21A9E2B94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59062" y="3909949"/>
              <a:ext cx="1088694" cy="1084314"/>
            </a:xfrm>
            <a:prstGeom prst="rect">
              <a:avLst/>
            </a:prstGeom>
          </p:spPr>
        </p:pic>
        <p:pic>
          <p:nvPicPr>
            <p:cNvPr id="126" name="圖片 125">
              <a:extLst>
                <a:ext uri="{FF2B5EF4-FFF2-40B4-BE49-F238E27FC236}">
                  <a16:creationId xmlns:a16="http://schemas.microsoft.com/office/drawing/2014/main" id="{1A0977EE-A144-411C-A80E-1071D9E4C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35421" y="3908679"/>
              <a:ext cx="1087637" cy="1087636"/>
            </a:xfrm>
            <a:prstGeom prst="rect">
              <a:avLst/>
            </a:prstGeom>
          </p:spPr>
        </p:pic>
        <p:pic>
          <p:nvPicPr>
            <p:cNvPr id="127" name="圖片 126">
              <a:extLst>
                <a:ext uri="{FF2B5EF4-FFF2-40B4-BE49-F238E27FC236}">
                  <a16:creationId xmlns:a16="http://schemas.microsoft.com/office/drawing/2014/main" id="{2FDC6365-D2E2-4A6C-A58A-166AA0986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043493" y="3907584"/>
              <a:ext cx="1088694" cy="1090500"/>
            </a:xfrm>
            <a:prstGeom prst="rect">
              <a:avLst/>
            </a:prstGeom>
          </p:spPr>
        </p:pic>
        <p:pic>
          <p:nvPicPr>
            <p:cNvPr id="128" name="圖片 127">
              <a:extLst>
                <a:ext uri="{FF2B5EF4-FFF2-40B4-BE49-F238E27FC236}">
                  <a16:creationId xmlns:a16="http://schemas.microsoft.com/office/drawing/2014/main" id="{AA058C86-83FE-4148-92CD-9EC50652A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941455" y="3908274"/>
              <a:ext cx="1088694" cy="1088694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A2415DD7-4508-4517-A882-2D650D06BA18}"/>
                </a:ext>
              </a:extLst>
            </p:cNvPr>
            <p:cNvGrpSpPr/>
            <p:nvPr/>
          </p:nvGrpSpPr>
          <p:grpSpPr>
            <a:xfrm>
              <a:off x="5528399" y="232121"/>
              <a:ext cx="1865605" cy="488950"/>
              <a:chOff x="-5835737" y="351079"/>
              <a:chExt cx="1403983" cy="367965"/>
            </a:xfrm>
          </p:grpSpPr>
          <p:pic>
            <p:nvPicPr>
              <p:cNvPr id="590" name="圖片 589">
                <a:extLst>
                  <a:ext uri="{FF2B5EF4-FFF2-40B4-BE49-F238E27FC236}">
                    <a16:creationId xmlns:a16="http://schemas.microsoft.com/office/drawing/2014/main" id="{6A3A07FA-4741-4D50-92F3-1431479423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61405"/>
              <a:stretch/>
            </p:blipFill>
            <p:spPr>
              <a:xfrm>
                <a:off x="-5835737" y="399849"/>
                <a:ext cx="1403983" cy="286985"/>
              </a:xfrm>
              <a:prstGeom prst="rect">
                <a:avLst/>
              </a:prstGeom>
            </p:spPr>
          </p:pic>
          <p:pic>
            <p:nvPicPr>
              <p:cNvPr id="343" name="圖片 342">
                <a:extLst>
                  <a:ext uri="{FF2B5EF4-FFF2-40B4-BE49-F238E27FC236}">
                    <a16:creationId xmlns:a16="http://schemas.microsoft.com/office/drawing/2014/main" id="{C580989A-2B1E-4BFD-9666-D1E0FF216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5782115" y="351079"/>
                <a:ext cx="588243" cy="367965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567D125-BC3E-4046-8258-2C8E656F8946}"/>
                    </a:ext>
                  </a:extLst>
                </p:cNvPr>
                <p:cNvSpPr/>
                <p:nvPr/>
              </p:nvSpPr>
              <p:spPr>
                <a:xfrm>
                  <a:off x="5458548" y="1100467"/>
                  <a:ext cx="3119128" cy="5067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100" b="1" i="1">
                                                <a:latin typeface="Cambria Math" panose="02040503050406030204" pitchFamily="18" charset="0"/>
                                              </a:rPr>
                                              <m:t>𝒒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TW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∥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TW" altLang="en-US" sz="11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id="{E567D125-BC3E-4046-8258-2C8E656F89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548" y="1100467"/>
                  <a:ext cx="3119128" cy="50674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C8289E2-D97E-44CF-9CB5-7EB1041570C9}"/>
                    </a:ext>
                  </a:extLst>
                </p:cNvPr>
                <p:cNvSpPr txBox="1"/>
                <p:nvPr/>
              </p:nvSpPr>
              <p:spPr>
                <a:xfrm>
                  <a:off x="1452222" y="3698948"/>
                  <a:ext cx="10899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C8289E2-D97E-44CF-9CB5-7EB104157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222" y="3698948"/>
                  <a:ext cx="1089996" cy="261610"/>
                </a:xfrm>
                <a:prstGeom prst="rect">
                  <a:avLst/>
                </a:prstGeom>
                <a:blipFill>
                  <a:blip r:embed="rId22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78F96577-14D9-4ACF-8446-772AFB3BF35B}"/>
                    </a:ext>
                  </a:extLst>
                </p:cNvPr>
                <p:cNvSpPr txBox="1"/>
                <p:nvPr/>
              </p:nvSpPr>
              <p:spPr>
                <a:xfrm>
                  <a:off x="6077624" y="2362704"/>
                  <a:ext cx="74496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78F96577-14D9-4ACF-8446-772AFB3BF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7624" y="2362704"/>
                  <a:ext cx="744960" cy="261610"/>
                </a:xfrm>
                <a:prstGeom prst="rect">
                  <a:avLst/>
                </a:prstGeom>
                <a:blipFill>
                  <a:blip r:embed="rId23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A797F13-C315-42A8-B9FD-3275700501B7}"/>
                    </a:ext>
                  </a:extLst>
                </p:cNvPr>
                <p:cNvSpPr txBox="1"/>
                <p:nvPr/>
              </p:nvSpPr>
              <p:spPr>
                <a:xfrm>
                  <a:off x="5966384" y="3698948"/>
                  <a:ext cx="96744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AA797F13-C315-42A8-B9FD-327570050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6384" y="3698948"/>
                  <a:ext cx="967440" cy="261610"/>
                </a:xfrm>
                <a:prstGeom prst="rect">
                  <a:avLst/>
                </a:prstGeom>
                <a:blipFill>
                  <a:blip r:embed="rId24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FB4278A7-0253-4523-8D0B-28B50BFBA877}"/>
                    </a:ext>
                  </a:extLst>
                </p:cNvPr>
                <p:cNvSpPr txBox="1"/>
                <p:nvPr/>
              </p:nvSpPr>
              <p:spPr>
                <a:xfrm>
                  <a:off x="1234398" y="2362704"/>
                  <a:ext cx="152564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FB4278A7-0253-4523-8D0B-28B50BFBA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398" y="2362704"/>
                  <a:ext cx="1525644" cy="261610"/>
                </a:xfrm>
                <a:prstGeom prst="rect">
                  <a:avLst/>
                </a:prstGeom>
                <a:blipFill>
                  <a:blip r:embed="rId2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7E4CF22F-9D26-417A-A6ED-4D3606607B6C}"/>
                </a:ext>
              </a:extLst>
            </p:cNvPr>
            <p:cNvGrpSpPr/>
            <p:nvPr/>
          </p:nvGrpSpPr>
          <p:grpSpPr>
            <a:xfrm>
              <a:off x="763726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37" name="群組 136">
                <a:extLst>
                  <a:ext uri="{FF2B5EF4-FFF2-40B4-BE49-F238E27FC236}">
                    <a16:creationId xmlns:a16="http://schemas.microsoft.com/office/drawing/2014/main" id="{1E9A0868-5E8B-41C8-9A78-2FB92E2C8810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41" name="箭號: 向右 140">
                  <a:extLst>
                    <a:ext uri="{FF2B5EF4-FFF2-40B4-BE49-F238E27FC236}">
                      <a16:creationId xmlns:a16="http://schemas.microsoft.com/office/drawing/2014/main" id="{03917827-1C4D-40B1-9392-6C064E067ED3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箭號: 向右 141">
                  <a:extLst>
                    <a:ext uri="{FF2B5EF4-FFF2-40B4-BE49-F238E27FC236}">
                      <a16:creationId xmlns:a16="http://schemas.microsoft.com/office/drawing/2014/main" id="{3E006E49-78CC-4F45-B4B3-F1123B98610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文字方塊 137">
                    <a:extLst>
                      <a:ext uri="{FF2B5EF4-FFF2-40B4-BE49-F238E27FC236}">
                        <a16:creationId xmlns:a16="http://schemas.microsoft.com/office/drawing/2014/main" id="{1157713C-940A-4B85-A06F-F9452703AA13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38" name="文字方塊 137">
                    <a:extLst>
                      <a:ext uri="{FF2B5EF4-FFF2-40B4-BE49-F238E27FC236}">
                        <a16:creationId xmlns:a16="http://schemas.microsoft.com/office/drawing/2014/main" id="{1157713C-940A-4B85-A06F-F9452703AA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851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E06B66AA-A439-4063-B946-EECD72C04B8C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39" name="文字方塊 138">
                    <a:extLst>
                      <a:ext uri="{FF2B5EF4-FFF2-40B4-BE49-F238E27FC236}">
                        <a16:creationId xmlns:a16="http://schemas.microsoft.com/office/drawing/2014/main" id="{E06B66AA-A439-4063-B946-EECD72C04B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4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內容版面配置區 2">
                  <a:extLst>
                    <a:ext uri="{FF2B5EF4-FFF2-40B4-BE49-F238E27FC236}">
                      <a16:creationId xmlns:a16="http://schemas.microsoft.com/office/drawing/2014/main" id="{1F59A80F-1C73-4C13-B004-A65336F3A8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15204" y="5456497"/>
                  <a:ext cx="214254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,ℓ,</m:t>
                      </m:r>
                      <m:sSup>
                        <m:sSup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=1, −1, −1, 2</m:t>
                      </m:r>
                    </m:oMath>
                  </a14:m>
                  <a:r>
                    <a:rPr lang="en-US" altLang="zh-TW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3" name="內容版面配置區 2">
                  <a:extLst>
                    <a:ext uri="{FF2B5EF4-FFF2-40B4-BE49-F238E27FC236}">
                      <a16:creationId xmlns:a16="http://schemas.microsoft.com/office/drawing/2014/main" id="{1F59A80F-1C73-4C13-B004-A65336F3A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5204" y="5456497"/>
                  <a:ext cx="2142544" cy="324388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6" name="圖片 345">
              <a:extLst>
                <a:ext uri="{FF2B5EF4-FFF2-40B4-BE49-F238E27FC236}">
                  <a16:creationId xmlns:a16="http://schemas.microsoft.com/office/drawing/2014/main" id="{DD102CD5-CD36-4B7A-A399-6EC6A4A07E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55" b="51401"/>
            <a:stretch/>
          </p:blipFill>
          <p:spPr>
            <a:xfrm rot="5400000">
              <a:off x="2515857" y="-1408271"/>
              <a:ext cx="389994" cy="4770042"/>
            </a:xfrm>
            <a:prstGeom prst="rect">
              <a:avLst/>
            </a:prstGeom>
          </p:spPr>
        </p:pic>
        <p:pic>
          <p:nvPicPr>
            <p:cNvPr id="347" name="圖片 346">
              <a:extLst>
                <a:ext uri="{FF2B5EF4-FFF2-40B4-BE49-F238E27FC236}">
                  <a16:creationId xmlns:a16="http://schemas.microsoft.com/office/drawing/2014/main" id="{91C13A0C-85A1-4206-8F91-8CBEEEB615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0632" b="526"/>
            <a:stretch/>
          </p:blipFill>
          <p:spPr>
            <a:xfrm rot="5400000">
              <a:off x="261252" y="1296817"/>
              <a:ext cx="393533" cy="238963"/>
            </a:xfrm>
            <a:prstGeom prst="rect">
              <a:avLst/>
            </a:prstGeom>
          </p:spPr>
        </p:pic>
        <p:pic>
          <p:nvPicPr>
            <p:cNvPr id="349" name="圖片 348">
              <a:extLst>
                <a:ext uri="{FF2B5EF4-FFF2-40B4-BE49-F238E27FC236}">
                  <a16:creationId xmlns:a16="http://schemas.microsoft.com/office/drawing/2014/main" id="{78429B12-66B5-4CE2-97E2-3AE5CAF48C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79" t="9702" r="5592" b="70842"/>
            <a:stretch/>
          </p:blipFill>
          <p:spPr>
            <a:xfrm rot="5400000">
              <a:off x="2538780" y="-1860331"/>
              <a:ext cx="344146" cy="477004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內容版面配置區 2">
                  <a:extLst>
                    <a:ext uri="{FF2B5EF4-FFF2-40B4-BE49-F238E27FC236}">
                      <a16:creationId xmlns:a16="http://schemas.microsoft.com/office/drawing/2014/main" id="{BD521100-FC78-4FB0-98FC-A7E6EA57922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31118" y="1267123"/>
                  <a:ext cx="73342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.05 </a:t>
                  </a:r>
                </a:p>
              </p:txBody>
            </p:sp>
          </mc:Choice>
          <mc:Fallback xmlns="">
            <p:sp>
              <p:nvSpPr>
                <p:cNvPr id="358" name="內容版面配置區 2">
                  <a:extLst>
                    <a:ext uri="{FF2B5EF4-FFF2-40B4-BE49-F238E27FC236}">
                      <a16:creationId xmlns:a16="http://schemas.microsoft.com/office/drawing/2014/main" id="{BD521100-FC78-4FB0-98FC-A7E6EA579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118" y="1267123"/>
                  <a:ext cx="733424" cy="324388"/>
                </a:xfrm>
                <a:prstGeom prst="rect">
                  <a:avLst/>
                </a:prstGeom>
                <a:blipFill>
                  <a:blip r:embed="rId31"/>
                  <a:stretch>
                    <a:fillRect t="-33962" r="-5000" b="-339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內容版面配置區 2">
                  <a:extLst>
                    <a:ext uri="{FF2B5EF4-FFF2-40B4-BE49-F238E27FC236}">
                      <a16:creationId xmlns:a16="http://schemas.microsoft.com/office/drawing/2014/main" id="{954CBB62-CEBD-4BDB-8CCB-1DA0BBF521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821316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9" name="內容版面配置區 2">
                  <a:extLst>
                    <a:ext uri="{FF2B5EF4-FFF2-40B4-BE49-F238E27FC236}">
                      <a16:creationId xmlns:a16="http://schemas.microsoft.com/office/drawing/2014/main" id="{954CBB62-CEBD-4BDB-8CCB-1DA0BBF52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821316"/>
                  <a:ext cx="365364" cy="32438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內容版面配置區 2">
                  <a:extLst>
                    <a:ext uri="{FF2B5EF4-FFF2-40B4-BE49-F238E27FC236}">
                      <a16:creationId xmlns:a16="http://schemas.microsoft.com/office/drawing/2014/main" id="{2900D4EE-5937-40DB-B424-B3391C5D2D1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1257239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9" name="內容版面配置區 2">
                  <a:extLst>
                    <a:ext uri="{FF2B5EF4-FFF2-40B4-BE49-F238E27FC236}">
                      <a16:creationId xmlns:a16="http://schemas.microsoft.com/office/drawing/2014/main" id="{2900D4EE-5937-40DB-B424-B3391C5D2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1257239"/>
                  <a:ext cx="365364" cy="32438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內容版面配置區 2">
                  <a:extLst>
                    <a:ext uri="{FF2B5EF4-FFF2-40B4-BE49-F238E27FC236}">
                      <a16:creationId xmlns:a16="http://schemas.microsoft.com/office/drawing/2014/main" id="{66DF7CCA-4257-48C1-A329-B62DC535960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797" y="396697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10" name="內容版面配置區 2">
                  <a:extLst>
                    <a:ext uri="{FF2B5EF4-FFF2-40B4-BE49-F238E27FC236}">
                      <a16:creationId xmlns:a16="http://schemas.microsoft.com/office/drawing/2014/main" id="{66DF7CCA-4257-48C1-A329-B62DC5359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97" y="396697"/>
                  <a:ext cx="365364" cy="32438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70F80984-DFC7-4920-BEA5-B74EC56562FC}"/>
                    </a:ext>
                  </a:extLst>
                </p:cNvPr>
                <p:cNvSpPr txBox="1"/>
                <p:nvPr/>
              </p:nvSpPr>
              <p:spPr>
                <a:xfrm>
                  <a:off x="205585" y="1421857"/>
                  <a:ext cx="4783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46" name="文字方塊 145">
                  <a:extLst>
                    <a:ext uri="{FF2B5EF4-FFF2-40B4-BE49-F238E27FC236}">
                      <a16:creationId xmlns:a16="http://schemas.microsoft.com/office/drawing/2014/main" id="{70F80984-DFC7-4920-BEA5-B74EC5656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85" y="1421857"/>
                  <a:ext cx="478319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CA438081-1C58-48FE-89E7-3EB9EBEABA44}"/>
                    </a:ext>
                  </a:extLst>
                </p:cNvPr>
                <p:cNvSpPr/>
                <p:nvPr/>
              </p:nvSpPr>
              <p:spPr>
                <a:xfrm>
                  <a:off x="5458548" y="651662"/>
                  <a:ext cx="3119128" cy="50674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1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10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100" b="1" i="1">
                                                <a:latin typeface="Cambria Math" panose="02040503050406030204" pitchFamily="18" charset="0"/>
                                              </a:rPr>
                                              <m:t>𝒒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US" altLang="zh-TW" sz="11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altLang="zh-TW" sz="11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1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∥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TW" sz="11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sz="11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TW" altLang="en-US" sz="11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sSub>
                                  <m:sSub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altLang="zh-TW" sz="1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1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zh-TW" sz="1100" i="1" dirty="0">
                                            <a:latin typeface="Cambria Math" panose="02040503050406030204" pitchFamily="18" charset="0"/>
                                          </a:rPr>
                                          <m:t>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11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CA438081-1C58-48FE-89E7-3EB9EBEABA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8548" y="651662"/>
                  <a:ext cx="3119128" cy="50674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93ABC369-80F7-4586-8762-889245316DCC}"/>
                    </a:ext>
                  </a:extLst>
                </p:cNvPr>
                <p:cNvSpPr txBox="1"/>
                <p:nvPr/>
              </p:nvSpPr>
              <p:spPr>
                <a:xfrm>
                  <a:off x="3468642" y="1793120"/>
                  <a:ext cx="155360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100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1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47" name="文字方塊 146">
                  <a:extLst>
                    <a:ext uri="{FF2B5EF4-FFF2-40B4-BE49-F238E27FC236}">
                      <a16:creationId xmlns:a16="http://schemas.microsoft.com/office/drawing/2014/main" id="{93ABC369-80F7-4586-8762-889245316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8642" y="1793120"/>
                  <a:ext cx="1553608" cy="261610"/>
                </a:xfrm>
                <a:prstGeom prst="rect">
                  <a:avLst/>
                </a:prstGeom>
                <a:blipFill>
                  <a:blip r:embed="rId37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5D941787-FD72-4258-A46C-AEC7685C8DA7}"/>
                    </a:ext>
                  </a:extLst>
                </p:cNvPr>
                <p:cNvSpPr txBox="1"/>
                <p:nvPr/>
              </p:nvSpPr>
              <p:spPr>
                <a:xfrm>
                  <a:off x="3894503" y="4346840"/>
                  <a:ext cx="70188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 xmlns="">
            <p:sp>
              <p:nvSpPr>
                <p:cNvPr id="148" name="文字方塊 147">
                  <a:extLst>
                    <a:ext uri="{FF2B5EF4-FFF2-40B4-BE49-F238E27FC236}">
                      <a16:creationId xmlns:a16="http://schemas.microsoft.com/office/drawing/2014/main" id="{5D941787-FD72-4258-A46C-AEC7685C8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4503" y="4346840"/>
                  <a:ext cx="701886" cy="2616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36A8A665-12B6-4CCC-A69E-368A609A402A}"/>
                    </a:ext>
                  </a:extLst>
                </p:cNvPr>
                <p:cNvSpPr txBox="1"/>
                <p:nvPr/>
              </p:nvSpPr>
              <p:spPr>
                <a:xfrm>
                  <a:off x="525494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36A8A665-12B6-4CCC-A69E-368A609A4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94" y="3392917"/>
                  <a:ext cx="422491" cy="261610"/>
                </a:xfrm>
                <a:prstGeom prst="rect">
                  <a:avLst/>
                </a:prstGeom>
                <a:blipFill>
                  <a:blip r:embed="rId39"/>
                  <a:stretch>
                    <a:fillRect r="-5714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群組 156">
              <a:extLst>
                <a:ext uri="{FF2B5EF4-FFF2-40B4-BE49-F238E27FC236}">
                  <a16:creationId xmlns:a16="http://schemas.microsoft.com/office/drawing/2014/main" id="{D98F00F8-D355-46DC-9036-CB0597FAF26F}"/>
                </a:ext>
              </a:extLst>
            </p:cNvPr>
            <p:cNvGrpSpPr/>
            <p:nvPr/>
          </p:nvGrpSpPr>
          <p:grpSpPr>
            <a:xfrm>
              <a:off x="1872218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58" name="群組 157">
                <a:extLst>
                  <a:ext uri="{FF2B5EF4-FFF2-40B4-BE49-F238E27FC236}">
                    <a16:creationId xmlns:a16="http://schemas.microsoft.com/office/drawing/2014/main" id="{256DEE4B-0315-45CD-A2C6-0E843C3E47F5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61" name="箭號: 向右 160">
                  <a:extLst>
                    <a:ext uri="{FF2B5EF4-FFF2-40B4-BE49-F238E27FC236}">
                      <a16:creationId xmlns:a16="http://schemas.microsoft.com/office/drawing/2014/main" id="{704C84F6-FE07-4CDA-83B9-DC9A6E54C840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2" name="箭號: 向右 161">
                  <a:extLst>
                    <a:ext uri="{FF2B5EF4-FFF2-40B4-BE49-F238E27FC236}">
                      <a16:creationId xmlns:a16="http://schemas.microsoft.com/office/drawing/2014/main" id="{A35BAE3A-8B7C-4EA6-BA04-6B452736BC5F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9DF67BFF-B3EE-4EF9-A69C-53B057AC0A9A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9DF67BFF-B3EE-4EF9-A69C-53B057AC0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851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文字方塊 159">
                    <a:extLst>
                      <a:ext uri="{FF2B5EF4-FFF2-40B4-BE49-F238E27FC236}">
                        <a16:creationId xmlns:a16="http://schemas.microsoft.com/office/drawing/2014/main" id="{B725CD5C-F0F0-4EE3-AEC0-DDD8A5BFCEF3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60" name="文字方塊 159">
                    <a:extLst>
                      <a:ext uri="{FF2B5EF4-FFF2-40B4-BE49-F238E27FC236}">
                        <a16:creationId xmlns:a16="http://schemas.microsoft.com/office/drawing/2014/main" id="{B725CD5C-F0F0-4EE3-AEC0-DDD8A5BFC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46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260C9607-1A6A-48FE-8DD2-55B3F4D8D06A}"/>
                    </a:ext>
                  </a:extLst>
                </p:cNvPr>
                <p:cNvSpPr txBox="1"/>
                <p:nvPr/>
              </p:nvSpPr>
              <p:spPr>
                <a:xfrm>
                  <a:off x="1633986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260C9607-1A6A-48FE-8DD2-55B3F4D8D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3986" y="3392917"/>
                  <a:ext cx="422491" cy="261610"/>
                </a:xfrm>
                <a:prstGeom prst="rect">
                  <a:avLst/>
                </a:prstGeom>
                <a:blipFill>
                  <a:blip r:embed="rId39"/>
                  <a:stretch>
                    <a:fillRect r="-7246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F40396DC-749A-4EBD-A392-69A9EFDE0920}"/>
                </a:ext>
              </a:extLst>
            </p:cNvPr>
            <p:cNvGrpSpPr/>
            <p:nvPr/>
          </p:nvGrpSpPr>
          <p:grpSpPr>
            <a:xfrm>
              <a:off x="2961878" y="2785879"/>
              <a:ext cx="363618" cy="487932"/>
              <a:chOff x="7005482" y="1376885"/>
              <a:chExt cx="561409" cy="753344"/>
            </a:xfrm>
          </p:grpSpPr>
          <p:grpSp>
            <p:nvGrpSpPr>
              <p:cNvPr id="165" name="群組 164">
                <a:extLst>
                  <a:ext uri="{FF2B5EF4-FFF2-40B4-BE49-F238E27FC236}">
                    <a16:creationId xmlns:a16="http://schemas.microsoft.com/office/drawing/2014/main" id="{D98CC0F6-6813-499C-8B10-E959CAC493DB}"/>
                  </a:ext>
                </a:extLst>
              </p:cNvPr>
              <p:cNvGrpSpPr/>
              <p:nvPr/>
            </p:nvGrpSpPr>
            <p:grpSpPr>
              <a:xfrm>
                <a:off x="7184183" y="1808686"/>
                <a:ext cx="115586" cy="110880"/>
                <a:chOff x="1373392" y="2391862"/>
                <a:chExt cx="479433" cy="476535"/>
              </a:xfrm>
            </p:grpSpPr>
            <p:sp>
              <p:nvSpPr>
                <p:cNvPr id="168" name="箭號: 向右 167">
                  <a:extLst>
                    <a:ext uri="{FF2B5EF4-FFF2-40B4-BE49-F238E27FC236}">
                      <a16:creationId xmlns:a16="http://schemas.microsoft.com/office/drawing/2014/main" id="{BF485CB0-49AD-41DA-961C-F4EA0C2CE29A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箭號: 向右 168">
                  <a:extLst>
                    <a:ext uri="{FF2B5EF4-FFF2-40B4-BE49-F238E27FC236}">
                      <a16:creationId xmlns:a16="http://schemas.microsoft.com/office/drawing/2014/main" id="{C85B4FCD-48D8-4B8C-A3E8-009CDFD476C9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A05AC0AD-863E-4203-9758-CB1783316E4B}"/>
                      </a:ext>
                    </a:extLst>
                  </p:cNvPr>
                  <p:cNvSpPr txBox="1"/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A05AC0AD-863E-4203-9758-CB1783316E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05482" y="1376885"/>
                    <a:ext cx="438402" cy="501428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r="-869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34CC30A5-3229-4F53-94A4-F3CD18F1141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400" dirty="0"/>
                  </a:p>
                </p:txBody>
              </p:sp>
            </mc:Choice>
            <mc:Fallback xmlns="">
              <p:sp>
                <p:nvSpPr>
                  <p:cNvPr id="167" name="文字方塊 166">
                    <a:extLst>
                      <a:ext uri="{FF2B5EF4-FFF2-40B4-BE49-F238E27FC236}">
                        <a16:creationId xmlns:a16="http://schemas.microsoft.com/office/drawing/2014/main" id="{34CC30A5-3229-4F53-94A4-F3CD18F114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8465" y="1655036"/>
                    <a:ext cx="388426" cy="475193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1325B4A6-CB5E-4068-8B81-3114949BAAE9}"/>
                    </a:ext>
                  </a:extLst>
                </p:cNvPr>
                <p:cNvSpPr txBox="1"/>
                <p:nvPr/>
              </p:nvSpPr>
              <p:spPr>
                <a:xfrm>
                  <a:off x="2723646" y="3392917"/>
                  <a:ext cx="4224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1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 xmlns="">
            <p:sp>
              <p:nvSpPr>
                <p:cNvPr id="170" name="文字方塊 169">
                  <a:extLst>
                    <a:ext uri="{FF2B5EF4-FFF2-40B4-BE49-F238E27FC236}">
                      <a16:creationId xmlns:a16="http://schemas.microsoft.com/office/drawing/2014/main" id="{1325B4A6-CB5E-4068-8B81-3114949BA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3646" y="3392917"/>
                  <a:ext cx="42249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5797" b="-23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內容版面配置區 2">
                  <a:extLst>
                    <a:ext uri="{FF2B5EF4-FFF2-40B4-BE49-F238E27FC236}">
                      <a16:creationId xmlns:a16="http://schemas.microsoft.com/office/drawing/2014/main" id="{427FA658-329B-4868-A641-EFB5CC9CD6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95352" y="364487"/>
                  <a:ext cx="42287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6" name="內容版面配置區 2">
                  <a:extLst>
                    <a:ext uri="{FF2B5EF4-FFF2-40B4-BE49-F238E27FC236}">
                      <a16:creationId xmlns:a16="http://schemas.microsoft.com/office/drawing/2014/main" id="{427FA658-329B-4868-A641-EFB5CC9CD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5352" y="364487"/>
                  <a:ext cx="422874" cy="324388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內容版面配置區 2">
                  <a:extLst>
                    <a:ext uri="{FF2B5EF4-FFF2-40B4-BE49-F238E27FC236}">
                      <a16:creationId xmlns:a16="http://schemas.microsoft.com/office/drawing/2014/main" id="{06FBE219-58F7-4A85-92F9-BBD0CB9923F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24107" y="810665"/>
                  <a:ext cx="365364" cy="32438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ts val="1800"/>
                    </a:lnSpc>
                    <a:buClr>
                      <a:schemeClr val="accent1">
                        <a:lumMod val="75000"/>
                      </a:schemeClr>
                    </a:buClr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7" name="內容版面配置區 2">
                  <a:extLst>
                    <a:ext uri="{FF2B5EF4-FFF2-40B4-BE49-F238E27FC236}">
                      <a16:creationId xmlns:a16="http://schemas.microsoft.com/office/drawing/2014/main" id="{06FBE219-58F7-4A85-92F9-BBD0CB992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4107" y="810665"/>
                  <a:ext cx="365364" cy="32438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矩形: 圓角 265">
            <a:extLst>
              <a:ext uri="{FF2B5EF4-FFF2-40B4-BE49-F238E27FC236}">
                <a16:creationId xmlns:a16="http://schemas.microsoft.com/office/drawing/2014/main" id="{6967C386-B970-4327-A09C-B82E107FD667}"/>
              </a:ext>
            </a:extLst>
          </p:cNvPr>
          <p:cNvSpPr/>
          <p:nvPr/>
        </p:nvSpPr>
        <p:spPr>
          <a:xfrm>
            <a:off x="4246968" y="28575"/>
            <a:ext cx="4187512" cy="7772400"/>
          </a:xfrm>
          <a:prstGeom prst="roundRect">
            <a:avLst>
              <a:gd name="adj" fmla="val 7772"/>
            </a:avLst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265" name="矩形: 圓角 264">
            <a:extLst>
              <a:ext uri="{FF2B5EF4-FFF2-40B4-BE49-F238E27FC236}">
                <a16:creationId xmlns:a16="http://schemas.microsoft.com/office/drawing/2014/main" id="{D560E3DF-5ACB-4E77-B20F-8998F1C9E1F4}"/>
              </a:ext>
            </a:extLst>
          </p:cNvPr>
          <p:cNvSpPr/>
          <p:nvPr/>
        </p:nvSpPr>
        <p:spPr>
          <a:xfrm>
            <a:off x="16238" y="28575"/>
            <a:ext cx="4187512" cy="7772400"/>
          </a:xfrm>
          <a:prstGeom prst="roundRect">
            <a:avLst>
              <a:gd name="adj" fmla="val 7772"/>
            </a:avLst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sp>
        <p:nvSpPr>
          <p:cNvPr id="396" name="矩形: 圓角 395">
            <a:extLst>
              <a:ext uri="{FF2B5EF4-FFF2-40B4-BE49-F238E27FC236}">
                <a16:creationId xmlns:a16="http://schemas.microsoft.com/office/drawing/2014/main" id="{CFF81C14-DD8C-42EA-80DA-A772E6D72321}"/>
              </a:ext>
            </a:extLst>
          </p:cNvPr>
          <p:cNvSpPr/>
          <p:nvPr/>
        </p:nvSpPr>
        <p:spPr>
          <a:xfrm>
            <a:off x="250713" y="784301"/>
            <a:ext cx="2790825" cy="318135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397" name="圖片 396">
            <a:extLst>
              <a:ext uri="{FF2B5EF4-FFF2-40B4-BE49-F238E27FC236}">
                <a16:creationId xmlns:a16="http://schemas.microsoft.com/office/drawing/2014/main" id="{413B4585-762E-4DDB-9E01-1864A337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246437" y="2616151"/>
            <a:ext cx="720000" cy="720000"/>
          </a:xfrm>
          <a:prstGeom prst="rect">
            <a:avLst/>
          </a:prstGeom>
        </p:spPr>
      </p:pic>
      <p:pic>
        <p:nvPicPr>
          <p:cNvPr id="398" name="圖片 397">
            <a:extLst>
              <a:ext uri="{FF2B5EF4-FFF2-40B4-BE49-F238E27FC236}">
                <a16:creationId xmlns:a16="http://schemas.microsoft.com/office/drawing/2014/main" id="{48423C97-A0A5-4BE3-88BD-A7485819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28" y="1603254"/>
            <a:ext cx="720000" cy="721651"/>
          </a:xfrm>
          <a:prstGeom prst="rect">
            <a:avLst/>
          </a:prstGeom>
        </p:spPr>
      </p:pic>
      <p:pic>
        <p:nvPicPr>
          <p:cNvPr id="399" name="圖片 398">
            <a:extLst>
              <a:ext uri="{FF2B5EF4-FFF2-40B4-BE49-F238E27FC236}">
                <a16:creationId xmlns:a16="http://schemas.microsoft.com/office/drawing/2014/main" id="{F3AA9DCB-DD2F-43F9-AC46-080B3312B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63" y="2623197"/>
            <a:ext cx="720000" cy="716698"/>
          </a:xfrm>
          <a:prstGeom prst="rect">
            <a:avLst/>
          </a:prstGeom>
        </p:spPr>
      </p:pic>
      <p:pic>
        <p:nvPicPr>
          <p:cNvPr id="400" name="圖片 399">
            <a:extLst>
              <a:ext uri="{FF2B5EF4-FFF2-40B4-BE49-F238E27FC236}">
                <a16:creationId xmlns:a16="http://schemas.microsoft.com/office/drawing/2014/main" id="{1B0A16CA-B531-4955-A278-BD26D0FBD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046" y="1592454"/>
            <a:ext cx="720000" cy="718345"/>
          </a:xfrm>
          <a:prstGeom prst="rect">
            <a:avLst/>
          </a:prstGeom>
        </p:spPr>
      </p:pic>
      <p:pic>
        <p:nvPicPr>
          <p:cNvPr id="401" name="圖片 400">
            <a:extLst>
              <a:ext uri="{FF2B5EF4-FFF2-40B4-BE49-F238E27FC236}">
                <a16:creationId xmlns:a16="http://schemas.microsoft.com/office/drawing/2014/main" id="{02020BE7-DD95-4B58-B2BD-0D2AFA96C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870" y="1072397"/>
            <a:ext cx="720000" cy="720000"/>
          </a:xfrm>
          <a:prstGeom prst="rect">
            <a:avLst/>
          </a:prstGeom>
        </p:spPr>
      </p:pic>
      <p:pic>
        <p:nvPicPr>
          <p:cNvPr id="402" name="圖片 401">
            <a:extLst>
              <a:ext uri="{FF2B5EF4-FFF2-40B4-BE49-F238E27FC236}">
                <a16:creationId xmlns:a16="http://schemas.microsoft.com/office/drawing/2014/main" id="{6BBE96B3-B939-420F-B679-4A2F9648C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773" y="3192594"/>
            <a:ext cx="720000" cy="720000"/>
          </a:xfrm>
          <a:prstGeom prst="rect">
            <a:avLst/>
          </a:prstGeom>
        </p:spPr>
      </p:pic>
      <p:cxnSp>
        <p:nvCxnSpPr>
          <p:cNvPr id="403" name="直線接點 402">
            <a:extLst>
              <a:ext uri="{FF2B5EF4-FFF2-40B4-BE49-F238E27FC236}">
                <a16:creationId xmlns:a16="http://schemas.microsoft.com/office/drawing/2014/main" id="{2E980FA5-4991-42E8-A9A3-E520ECFC18B6}"/>
              </a:ext>
            </a:extLst>
          </p:cNvPr>
          <p:cNvCxnSpPr>
            <a:cxnSpLocks/>
          </p:cNvCxnSpPr>
          <p:nvPr/>
        </p:nvCxnSpPr>
        <p:spPr>
          <a:xfrm flipV="1">
            <a:off x="1073677" y="2524092"/>
            <a:ext cx="94566" cy="914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直線接點 403">
            <a:extLst>
              <a:ext uri="{FF2B5EF4-FFF2-40B4-BE49-F238E27FC236}">
                <a16:creationId xmlns:a16="http://schemas.microsoft.com/office/drawing/2014/main" id="{EE037010-C4D6-41BC-AEF4-DDA7520BE1EB}"/>
              </a:ext>
            </a:extLst>
          </p:cNvPr>
          <p:cNvCxnSpPr>
            <a:cxnSpLocks/>
          </p:cNvCxnSpPr>
          <p:nvPr/>
        </p:nvCxnSpPr>
        <p:spPr>
          <a:xfrm>
            <a:off x="1083203" y="2310436"/>
            <a:ext cx="29808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05" name="群組 404">
            <a:extLst>
              <a:ext uri="{FF2B5EF4-FFF2-40B4-BE49-F238E27FC236}">
                <a16:creationId xmlns:a16="http://schemas.microsoft.com/office/drawing/2014/main" id="{02E27CEB-9675-4ACE-B7F7-44D1257ED0EF}"/>
              </a:ext>
            </a:extLst>
          </p:cNvPr>
          <p:cNvGrpSpPr/>
          <p:nvPr/>
        </p:nvGrpSpPr>
        <p:grpSpPr>
          <a:xfrm>
            <a:off x="1434866" y="1114756"/>
            <a:ext cx="398236" cy="439953"/>
            <a:chOff x="7963356" y="-570952"/>
            <a:chExt cx="398236" cy="439953"/>
          </a:xfrm>
        </p:grpSpPr>
        <p:grpSp>
          <p:nvGrpSpPr>
            <p:cNvPr id="406" name="群組 405">
              <a:extLst>
                <a:ext uri="{FF2B5EF4-FFF2-40B4-BE49-F238E27FC236}">
                  <a16:creationId xmlns:a16="http://schemas.microsoft.com/office/drawing/2014/main" id="{3A31D1F3-9A4D-44E0-BE50-3B593C9BE838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09" name="箭號: 向右 408">
                <a:extLst>
                  <a:ext uri="{FF2B5EF4-FFF2-40B4-BE49-F238E27FC236}">
                    <a16:creationId xmlns:a16="http://schemas.microsoft.com/office/drawing/2014/main" id="{EC2FAE70-571C-4A64-8CDF-48663D428ED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箭號: 向右 409">
                <a:extLst>
                  <a:ext uri="{FF2B5EF4-FFF2-40B4-BE49-F238E27FC236}">
                    <a16:creationId xmlns:a16="http://schemas.microsoft.com/office/drawing/2014/main" id="{61987BCD-CECC-42B2-8493-6715EA2D7D9D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7" name="文字方塊 406">
                  <a:extLst>
                    <a:ext uri="{FF2B5EF4-FFF2-40B4-BE49-F238E27FC236}">
                      <a16:creationId xmlns:a16="http://schemas.microsoft.com/office/drawing/2014/main" id="{9C8E7BBD-DA35-4AB0-9CE4-2F7E3E62F0B0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字方塊 407">
                  <a:extLst>
                    <a:ext uri="{FF2B5EF4-FFF2-40B4-BE49-F238E27FC236}">
                      <a16:creationId xmlns:a16="http://schemas.microsoft.com/office/drawing/2014/main" id="{BED41EC8-FC17-44AF-B568-7628E981F5C3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939FF79F-4D88-44F3-A89C-A0A16E4D3606}"/>
                  </a:ext>
                </a:extLst>
              </p:cNvPr>
              <p:cNvSpPr txBox="1"/>
              <p:nvPr/>
            </p:nvSpPr>
            <p:spPr>
              <a:xfrm>
                <a:off x="746510" y="81136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939FF79F-4D88-44F3-A89C-A0A16E4D3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0" y="811364"/>
                <a:ext cx="1673596" cy="276999"/>
              </a:xfrm>
              <a:prstGeom prst="rect">
                <a:avLst/>
              </a:prstGeom>
              <a:blipFill>
                <a:blip r:embed="rId2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2" name="直線接點 411">
            <a:extLst>
              <a:ext uri="{FF2B5EF4-FFF2-40B4-BE49-F238E27FC236}">
                <a16:creationId xmlns:a16="http://schemas.microsoft.com/office/drawing/2014/main" id="{D76A7608-70C4-4036-82DD-1F06977AE57D}"/>
              </a:ext>
            </a:extLst>
          </p:cNvPr>
          <p:cNvCxnSpPr>
            <a:cxnSpLocks/>
          </p:cNvCxnSpPr>
          <p:nvPr/>
        </p:nvCxnSpPr>
        <p:spPr>
          <a:xfrm>
            <a:off x="1827693" y="2639049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13" name="圖片 412">
            <a:extLst>
              <a:ext uri="{FF2B5EF4-FFF2-40B4-BE49-F238E27FC236}">
                <a16:creationId xmlns:a16="http://schemas.microsoft.com/office/drawing/2014/main" id="{44514CFE-00BB-4D67-93F5-90F683346B4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9833" y="2020938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4" name="文字方塊 413">
                <a:extLst>
                  <a:ext uri="{FF2B5EF4-FFF2-40B4-BE49-F238E27FC236}">
                    <a16:creationId xmlns:a16="http://schemas.microsoft.com/office/drawing/2014/main" id="{D7D26AE1-D565-468D-906B-ED71F9C89A46}"/>
                  </a:ext>
                </a:extLst>
              </p:cNvPr>
              <p:cNvSpPr txBox="1"/>
              <p:nvPr/>
            </p:nvSpPr>
            <p:spPr>
              <a:xfrm>
                <a:off x="1286009" y="1552899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414" name="文字方塊 413">
                <a:extLst>
                  <a:ext uri="{FF2B5EF4-FFF2-40B4-BE49-F238E27FC236}">
                    <a16:creationId xmlns:a16="http://schemas.microsoft.com/office/drawing/2014/main" id="{D7D26AE1-D565-468D-906B-ED71F9C89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09" y="1552899"/>
                <a:ext cx="61212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5" name="直線接點 414">
            <a:extLst>
              <a:ext uri="{FF2B5EF4-FFF2-40B4-BE49-F238E27FC236}">
                <a16:creationId xmlns:a16="http://schemas.microsoft.com/office/drawing/2014/main" id="{AE6E9663-8090-4384-B2E8-FE68604BFC78}"/>
              </a:ext>
            </a:extLst>
          </p:cNvPr>
          <p:cNvCxnSpPr>
            <a:cxnSpLocks/>
          </p:cNvCxnSpPr>
          <p:nvPr/>
        </p:nvCxnSpPr>
        <p:spPr>
          <a:xfrm flipV="1">
            <a:off x="2023313" y="2211612"/>
            <a:ext cx="229009" cy="22155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6" name="文字方塊 415">
                <a:extLst>
                  <a:ext uri="{FF2B5EF4-FFF2-40B4-BE49-F238E27FC236}">
                    <a16:creationId xmlns:a16="http://schemas.microsoft.com/office/drawing/2014/main" id="{CF913836-91C3-44AF-AB9D-32CE5567A2D3}"/>
                  </a:ext>
                </a:extLst>
              </p:cNvPr>
              <p:cNvSpPr txBox="1"/>
              <p:nvPr/>
            </p:nvSpPr>
            <p:spPr>
              <a:xfrm>
                <a:off x="1232965" y="180195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16" name="文字方塊 415">
                <a:extLst>
                  <a:ext uri="{FF2B5EF4-FFF2-40B4-BE49-F238E27FC236}">
                    <a16:creationId xmlns:a16="http://schemas.microsoft.com/office/drawing/2014/main" id="{CF913836-91C3-44AF-AB9D-32CE5567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965" y="1801957"/>
                <a:ext cx="715550" cy="276999"/>
              </a:xfrm>
              <a:prstGeom prst="rect">
                <a:avLst/>
              </a:prstGeom>
              <a:blipFill>
                <a:blip r:embed="rId25"/>
                <a:stretch>
                  <a:fillRect t="-100000" r="-36441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7" name="文字方塊 416">
                <a:extLst>
                  <a:ext uri="{FF2B5EF4-FFF2-40B4-BE49-F238E27FC236}">
                    <a16:creationId xmlns:a16="http://schemas.microsoft.com/office/drawing/2014/main" id="{8746BAEF-9C8C-4101-BF0D-C50DAA61DCDA}"/>
                  </a:ext>
                </a:extLst>
              </p:cNvPr>
              <p:cNvSpPr txBox="1"/>
              <p:nvPr/>
            </p:nvSpPr>
            <p:spPr>
              <a:xfrm>
                <a:off x="1184263" y="286238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17" name="文字方塊 416">
                <a:extLst>
                  <a:ext uri="{FF2B5EF4-FFF2-40B4-BE49-F238E27FC236}">
                    <a16:creationId xmlns:a16="http://schemas.microsoft.com/office/drawing/2014/main" id="{8746BAEF-9C8C-4101-BF0D-C50DAA61D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63" y="2862387"/>
                <a:ext cx="812954" cy="276999"/>
              </a:xfrm>
              <a:prstGeom prst="rect">
                <a:avLst/>
              </a:prstGeom>
              <a:blipFill>
                <a:blip r:embed="rId26"/>
                <a:stretch>
                  <a:fillRect t="-100000" r="-26119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8" name="圖片 417">
            <a:extLst>
              <a:ext uri="{FF2B5EF4-FFF2-40B4-BE49-F238E27FC236}">
                <a16:creationId xmlns:a16="http://schemas.microsoft.com/office/drawing/2014/main" id="{0B9DCEE3-6BFD-4BDB-8A0B-490601AF5E13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5661" y="1076129"/>
            <a:ext cx="322777" cy="741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9" name="文字方塊 418">
                <a:extLst>
                  <a:ext uri="{FF2B5EF4-FFF2-40B4-BE49-F238E27FC236}">
                    <a16:creationId xmlns:a16="http://schemas.microsoft.com/office/drawing/2014/main" id="{631E0486-32CA-42DA-B3B6-B38428C74362}"/>
                  </a:ext>
                </a:extLst>
              </p:cNvPr>
              <p:cNvSpPr txBox="1"/>
              <p:nvPr/>
            </p:nvSpPr>
            <p:spPr>
              <a:xfrm rot="5400000">
                <a:off x="1870917" y="1213240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19" name="文字方塊 418">
                <a:extLst>
                  <a:ext uri="{FF2B5EF4-FFF2-40B4-BE49-F238E27FC236}">
                    <a16:creationId xmlns:a16="http://schemas.microsoft.com/office/drawing/2014/main" id="{631E0486-32CA-42DA-B3B6-B38428C74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870917" y="1213240"/>
                <a:ext cx="337468" cy="307777"/>
              </a:xfrm>
              <a:prstGeom prst="rect">
                <a:avLst/>
              </a:prstGeom>
              <a:blipFill>
                <a:blip r:embed="rId2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0" name="文字方塊 419">
                <a:extLst>
                  <a:ext uri="{FF2B5EF4-FFF2-40B4-BE49-F238E27FC236}">
                    <a16:creationId xmlns:a16="http://schemas.microsoft.com/office/drawing/2014/main" id="{EDE93E2D-A970-4CF8-A739-E49FD611E3CA}"/>
                  </a:ext>
                </a:extLst>
              </p:cNvPr>
              <p:cNvSpPr txBox="1"/>
              <p:nvPr/>
            </p:nvSpPr>
            <p:spPr>
              <a:xfrm>
                <a:off x="1008215" y="311982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20" name="文字方塊 419">
                <a:extLst>
                  <a:ext uri="{FF2B5EF4-FFF2-40B4-BE49-F238E27FC236}">
                    <a16:creationId xmlns:a16="http://schemas.microsoft.com/office/drawing/2014/main" id="{EDE93E2D-A970-4CF8-A739-E49FD611E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15" y="3119821"/>
                <a:ext cx="1150186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BCAD32BA-863D-45BD-BB70-2D7751C515A9}"/>
                  </a:ext>
                </a:extLst>
              </p:cNvPr>
              <p:cNvSpPr txBox="1"/>
              <p:nvPr/>
            </p:nvSpPr>
            <p:spPr>
              <a:xfrm>
                <a:off x="246422" y="1547370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21" name="文字方塊 420">
                <a:extLst>
                  <a:ext uri="{FF2B5EF4-FFF2-40B4-BE49-F238E27FC236}">
                    <a16:creationId xmlns:a16="http://schemas.microsoft.com/office/drawing/2014/main" id="{BCAD32BA-863D-45BD-BB70-2D7751C51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22" y="1547370"/>
                <a:ext cx="969490" cy="276999"/>
              </a:xfrm>
              <a:prstGeom prst="rect">
                <a:avLst/>
              </a:prstGeom>
              <a:blipFill>
                <a:blip r:embed="rId3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2" name="文字方塊 421">
                <a:extLst>
                  <a:ext uri="{FF2B5EF4-FFF2-40B4-BE49-F238E27FC236}">
                    <a16:creationId xmlns:a16="http://schemas.microsoft.com/office/drawing/2014/main" id="{A2176CFC-AE95-477C-8A88-6375DC1B2FA3}"/>
                  </a:ext>
                </a:extLst>
              </p:cNvPr>
              <p:cNvSpPr txBox="1"/>
              <p:nvPr/>
            </p:nvSpPr>
            <p:spPr>
              <a:xfrm>
                <a:off x="362661" y="2555483"/>
                <a:ext cx="737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22" name="文字方塊 421">
                <a:extLst>
                  <a:ext uri="{FF2B5EF4-FFF2-40B4-BE49-F238E27FC236}">
                    <a16:creationId xmlns:a16="http://schemas.microsoft.com/office/drawing/2014/main" id="{A2176CFC-AE95-477C-8A88-6375DC1B2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61" y="2555483"/>
                <a:ext cx="737012" cy="276999"/>
              </a:xfrm>
              <a:prstGeom prst="rect">
                <a:avLst/>
              </a:prstGeom>
              <a:blipFill>
                <a:blip r:embed="rId3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3" name="文字方塊 422">
                <a:extLst>
                  <a:ext uri="{FF2B5EF4-FFF2-40B4-BE49-F238E27FC236}">
                    <a16:creationId xmlns:a16="http://schemas.microsoft.com/office/drawing/2014/main" id="{E478D020-3D87-4759-A37B-794BA2A4AAD1}"/>
                  </a:ext>
                </a:extLst>
              </p:cNvPr>
              <p:cNvSpPr txBox="1"/>
              <p:nvPr/>
            </p:nvSpPr>
            <p:spPr>
              <a:xfrm>
                <a:off x="2030079" y="154737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23" name="文字方塊 422">
                <a:extLst>
                  <a:ext uri="{FF2B5EF4-FFF2-40B4-BE49-F238E27FC236}">
                    <a16:creationId xmlns:a16="http://schemas.microsoft.com/office/drawing/2014/main" id="{E478D020-3D87-4759-A37B-794BA2A4A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079" y="1547370"/>
                <a:ext cx="1150186" cy="276999"/>
              </a:xfrm>
              <a:prstGeom prst="rect">
                <a:avLst/>
              </a:prstGeom>
              <a:blipFill>
                <a:blip r:embed="rId3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4" name="文字方塊 423">
                <a:extLst>
                  <a:ext uri="{FF2B5EF4-FFF2-40B4-BE49-F238E27FC236}">
                    <a16:creationId xmlns:a16="http://schemas.microsoft.com/office/drawing/2014/main" id="{55240F38-359B-4E9E-B917-AC61506E63A4}"/>
                  </a:ext>
                </a:extLst>
              </p:cNvPr>
              <p:cNvSpPr txBox="1"/>
              <p:nvPr/>
            </p:nvSpPr>
            <p:spPr>
              <a:xfrm>
                <a:off x="2111072" y="2555483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24" name="文字方塊 423">
                <a:extLst>
                  <a:ext uri="{FF2B5EF4-FFF2-40B4-BE49-F238E27FC236}">
                    <a16:creationId xmlns:a16="http://schemas.microsoft.com/office/drawing/2014/main" id="{55240F38-359B-4E9E-B917-AC61506E6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072" y="2555483"/>
                <a:ext cx="988200" cy="276999"/>
              </a:xfrm>
              <a:prstGeom prst="rect">
                <a:avLst/>
              </a:prstGeom>
              <a:blipFill>
                <a:blip r:embed="rId3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E6A516CF-7D10-4E25-8558-C9456B539C0E}"/>
                  </a:ext>
                </a:extLst>
              </p:cNvPr>
              <p:cNvSpPr txBox="1"/>
              <p:nvPr/>
            </p:nvSpPr>
            <p:spPr>
              <a:xfrm>
                <a:off x="3023878" y="2190343"/>
                <a:ext cx="1139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E6A516CF-7D10-4E25-8558-C9456B539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878" y="2190343"/>
                <a:ext cx="1139107" cy="369332"/>
              </a:xfrm>
              <a:prstGeom prst="rect">
                <a:avLst/>
              </a:prstGeom>
              <a:blipFill>
                <a:blip r:embed="rId3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矩形: 圓角 425">
            <a:extLst>
              <a:ext uri="{FF2B5EF4-FFF2-40B4-BE49-F238E27FC236}">
                <a16:creationId xmlns:a16="http://schemas.microsoft.com/office/drawing/2014/main" id="{4403796A-5C6D-4BBC-BBDB-2B43A62A43D5}"/>
              </a:ext>
            </a:extLst>
          </p:cNvPr>
          <p:cNvSpPr/>
          <p:nvPr/>
        </p:nvSpPr>
        <p:spPr>
          <a:xfrm>
            <a:off x="4469340" y="784301"/>
            <a:ext cx="2790825" cy="318135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427" name="圖片 426">
            <a:extLst>
              <a:ext uri="{FF2B5EF4-FFF2-40B4-BE49-F238E27FC236}">
                <a16:creationId xmlns:a16="http://schemas.microsoft.com/office/drawing/2014/main" id="{C2794DFE-950E-4B0B-A422-411E554731E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9502" y="2637841"/>
            <a:ext cx="720000" cy="720000"/>
          </a:xfrm>
          <a:prstGeom prst="rect">
            <a:avLst/>
          </a:prstGeom>
        </p:spPr>
      </p:pic>
      <p:pic>
        <p:nvPicPr>
          <p:cNvPr id="428" name="圖片 427">
            <a:extLst>
              <a:ext uri="{FF2B5EF4-FFF2-40B4-BE49-F238E27FC236}">
                <a16:creationId xmlns:a16="http://schemas.microsoft.com/office/drawing/2014/main" id="{1D4C05ED-7032-4B1C-BC9D-9753512AAE5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5360" y="1607999"/>
            <a:ext cx="720000" cy="720000"/>
          </a:xfrm>
          <a:prstGeom prst="rect">
            <a:avLst/>
          </a:prstGeom>
        </p:spPr>
      </p:pic>
      <p:pic>
        <p:nvPicPr>
          <p:cNvPr id="429" name="圖片 428">
            <a:extLst>
              <a:ext uri="{FF2B5EF4-FFF2-40B4-BE49-F238E27FC236}">
                <a16:creationId xmlns:a16="http://schemas.microsoft.com/office/drawing/2014/main" id="{5ABA5EC9-C521-4B97-8161-7D794C09BB3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71354" y="1590252"/>
            <a:ext cx="720000" cy="720000"/>
          </a:xfrm>
          <a:prstGeom prst="rect">
            <a:avLst/>
          </a:prstGeom>
        </p:spPr>
      </p:pic>
      <p:pic>
        <p:nvPicPr>
          <p:cNvPr id="430" name="圖片 429">
            <a:extLst>
              <a:ext uri="{FF2B5EF4-FFF2-40B4-BE49-F238E27FC236}">
                <a16:creationId xmlns:a16="http://schemas.microsoft.com/office/drawing/2014/main" id="{8C6D6F8C-00F2-4221-9780-566C9A07E24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73499" y="2623197"/>
            <a:ext cx="720000" cy="720000"/>
          </a:xfrm>
          <a:prstGeom prst="rect">
            <a:avLst/>
          </a:prstGeom>
        </p:spPr>
      </p:pic>
      <p:pic>
        <p:nvPicPr>
          <p:cNvPr id="431" name="圖片 430">
            <a:extLst>
              <a:ext uri="{FF2B5EF4-FFF2-40B4-BE49-F238E27FC236}">
                <a16:creationId xmlns:a16="http://schemas.microsoft.com/office/drawing/2014/main" id="{BED0885F-90AB-416D-B0E9-5ED0C4B933C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50957" y="3185617"/>
            <a:ext cx="720000" cy="720000"/>
          </a:xfrm>
          <a:prstGeom prst="rect">
            <a:avLst/>
          </a:prstGeom>
        </p:spPr>
      </p:pic>
      <p:pic>
        <p:nvPicPr>
          <p:cNvPr id="432" name="圖片 431">
            <a:extLst>
              <a:ext uri="{FF2B5EF4-FFF2-40B4-BE49-F238E27FC236}">
                <a16:creationId xmlns:a16="http://schemas.microsoft.com/office/drawing/2014/main" id="{1FB5E68F-E775-4837-8604-9A3844336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4651" y="1074945"/>
            <a:ext cx="720000" cy="720000"/>
          </a:xfrm>
          <a:prstGeom prst="rect">
            <a:avLst/>
          </a:prstGeom>
        </p:spPr>
      </p:pic>
      <p:cxnSp>
        <p:nvCxnSpPr>
          <p:cNvPr id="433" name="直線接點 432">
            <a:extLst>
              <a:ext uri="{FF2B5EF4-FFF2-40B4-BE49-F238E27FC236}">
                <a16:creationId xmlns:a16="http://schemas.microsoft.com/office/drawing/2014/main" id="{0BDDFBA0-B9EA-418F-B23D-6DA0F1174B35}"/>
              </a:ext>
            </a:extLst>
          </p:cNvPr>
          <p:cNvCxnSpPr>
            <a:cxnSpLocks/>
          </p:cNvCxnSpPr>
          <p:nvPr/>
        </p:nvCxnSpPr>
        <p:spPr>
          <a:xfrm>
            <a:off x="5301190" y="2310436"/>
            <a:ext cx="29872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4" name="直線接點 433">
            <a:extLst>
              <a:ext uri="{FF2B5EF4-FFF2-40B4-BE49-F238E27FC236}">
                <a16:creationId xmlns:a16="http://schemas.microsoft.com/office/drawing/2014/main" id="{52D48D41-1C08-4EF0-BC49-94276190F26B}"/>
              </a:ext>
            </a:extLst>
          </p:cNvPr>
          <p:cNvCxnSpPr>
            <a:cxnSpLocks/>
          </p:cNvCxnSpPr>
          <p:nvPr/>
        </p:nvCxnSpPr>
        <p:spPr>
          <a:xfrm flipV="1">
            <a:off x="5270466" y="2524093"/>
            <a:ext cx="116404" cy="11261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5" name="群組 434">
            <a:extLst>
              <a:ext uri="{FF2B5EF4-FFF2-40B4-BE49-F238E27FC236}">
                <a16:creationId xmlns:a16="http://schemas.microsoft.com/office/drawing/2014/main" id="{F61E68C0-6F39-4ED3-8FFE-0A7FC0DFF3E9}"/>
              </a:ext>
            </a:extLst>
          </p:cNvPr>
          <p:cNvGrpSpPr/>
          <p:nvPr/>
        </p:nvGrpSpPr>
        <p:grpSpPr>
          <a:xfrm>
            <a:off x="5653493" y="1114756"/>
            <a:ext cx="398236" cy="439953"/>
            <a:chOff x="7963356" y="-570952"/>
            <a:chExt cx="398236" cy="439953"/>
          </a:xfrm>
        </p:grpSpPr>
        <p:grpSp>
          <p:nvGrpSpPr>
            <p:cNvPr id="436" name="群組 435">
              <a:extLst>
                <a:ext uri="{FF2B5EF4-FFF2-40B4-BE49-F238E27FC236}">
                  <a16:creationId xmlns:a16="http://schemas.microsoft.com/office/drawing/2014/main" id="{7FAF99BD-4371-41B2-B27C-6F26D2115784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439" name="箭號: 向右 438">
                <a:extLst>
                  <a:ext uri="{FF2B5EF4-FFF2-40B4-BE49-F238E27FC236}">
                    <a16:creationId xmlns:a16="http://schemas.microsoft.com/office/drawing/2014/main" id="{FF6CE1EC-3A5A-424A-9BAD-A1788828CC0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440" name="箭號: 向右 439">
                <a:extLst>
                  <a:ext uri="{FF2B5EF4-FFF2-40B4-BE49-F238E27FC236}">
                    <a16:creationId xmlns:a16="http://schemas.microsoft.com/office/drawing/2014/main" id="{14B4431C-B11D-4B4B-855D-F6AE49229FD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7" name="文字方塊 436">
                  <a:extLst>
                    <a:ext uri="{FF2B5EF4-FFF2-40B4-BE49-F238E27FC236}">
                      <a16:creationId xmlns:a16="http://schemas.microsoft.com/office/drawing/2014/main" id="{7EF07BFF-78AF-4B17-B6A4-0440EA65BF1E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8" name="文字方塊 437">
                  <a:extLst>
                    <a:ext uri="{FF2B5EF4-FFF2-40B4-BE49-F238E27FC236}">
                      <a16:creationId xmlns:a16="http://schemas.microsoft.com/office/drawing/2014/main" id="{452CFE7D-C6C6-4856-8566-96E51D55F085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21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1" name="文字方塊 440">
                <a:extLst>
                  <a:ext uri="{FF2B5EF4-FFF2-40B4-BE49-F238E27FC236}">
                    <a16:creationId xmlns:a16="http://schemas.microsoft.com/office/drawing/2014/main" id="{29365358-1773-4463-BE69-F323023491A6}"/>
                  </a:ext>
                </a:extLst>
              </p:cNvPr>
              <p:cNvSpPr txBox="1"/>
              <p:nvPr/>
            </p:nvSpPr>
            <p:spPr>
              <a:xfrm>
                <a:off x="4965137" y="811364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41" name="文字方塊 440">
                <a:extLst>
                  <a:ext uri="{FF2B5EF4-FFF2-40B4-BE49-F238E27FC236}">
                    <a16:creationId xmlns:a16="http://schemas.microsoft.com/office/drawing/2014/main" id="{29365358-1773-4463-BE69-F32302349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137" y="811364"/>
                <a:ext cx="1673596" cy="276999"/>
              </a:xfrm>
              <a:prstGeom prst="rect">
                <a:avLst/>
              </a:prstGeom>
              <a:blipFill>
                <a:blip r:embed="rId3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2" name="直線接點 441">
            <a:extLst>
              <a:ext uri="{FF2B5EF4-FFF2-40B4-BE49-F238E27FC236}">
                <a16:creationId xmlns:a16="http://schemas.microsoft.com/office/drawing/2014/main" id="{40950E82-6470-4237-87CE-9246DA5954F7}"/>
              </a:ext>
            </a:extLst>
          </p:cNvPr>
          <p:cNvCxnSpPr>
            <a:cxnSpLocks/>
          </p:cNvCxnSpPr>
          <p:nvPr/>
        </p:nvCxnSpPr>
        <p:spPr>
          <a:xfrm>
            <a:off x="6046320" y="2639049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43" name="圖片 442">
            <a:extLst>
              <a:ext uri="{FF2B5EF4-FFF2-40B4-BE49-F238E27FC236}">
                <a16:creationId xmlns:a16="http://schemas.microsoft.com/office/drawing/2014/main" id="{E7AD560F-BFF4-4823-961D-9420B590DE8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78460" y="2020938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文字方塊 443">
                <a:extLst>
                  <a:ext uri="{FF2B5EF4-FFF2-40B4-BE49-F238E27FC236}">
                    <a16:creationId xmlns:a16="http://schemas.microsoft.com/office/drawing/2014/main" id="{0B50E0A1-36AA-4FE9-A0F0-8BDB525DC9CC}"/>
                  </a:ext>
                </a:extLst>
              </p:cNvPr>
              <p:cNvSpPr txBox="1"/>
              <p:nvPr/>
            </p:nvSpPr>
            <p:spPr>
              <a:xfrm>
                <a:off x="5504636" y="1552899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444" name="文字方塊 443">
                <a:extLst>
                  <a:ext uri="{FF2B5EF4-FFF2-40B4-BE49-F238E27FC236}">
                    <a16:creationId xmlns:a16="http://schemas.microsoft.com/office/drawing/2014/main" id="{0B50E0A1-36AA-4FE9-A0F0-8BDB525DC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636" y="1552899"/>
                <a:ext cx="61212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5" name="直線接點 444">
            <a:extLst>
              <a:ext uri="{FF2B5EF4-FFF2-40B4-BE49-F238E27FC236}">
                <a16:creationId xmlns:a16="http://schemas.microsoft.com/office/drawing/2014/main" id="{A25416A8-74BF-4371-9568-D3321E908FAA}"/>
              </a:ext>
            </a:extLst>
          </p:cNvPr>
          <p:cNvCxnSpPr>
            <a:cxnSpLocks/>
          </p:cNvCxnSpPr>
          <p:nvPr/>
        </p:nvCxnSpPr>
        <p:spPr>
          <a:xfrm flipV="1">
            <a:off x="6241939" y="2230662"/>
            <a:ext cx="209318" cy="20250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6" name="文字方塊 445">
                <a:extLst>
                  <a:ext uri="{FF2B5EF4-FFF2-40B4-BE49-F238E27FC236}">
                    <a16:creationId xmlns:a16="http://schemas.microsoft.com/office/drawing/2014/main" id="{7541F66A-E1C6-4F3E-93D1-19DDD9880BC9}"/>
                  </a:ext>
                </a:extLst>
              </p:cNvPr>
              <p:cNvSpPr txBox="1"/>
              <p:nvPr/>
            </p:nvSpPr>
            <p:spPr>
              <a:xfrm>
                <a:off x="5451592" y="1801957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46" name="文字方塊 445">
                <a:extLst>
                  <a:ext uri="{FF2B5EF4-FFF2-40B4-BE49-F238E27FC236}">
                    <a16:creationId xmlns:a16="http://schemas.microsoft.com/office/drawing/2014/main" id="{7541F66A-E1C6-4F3E-93D1-19DDD9880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592" y="1801957"/>
                <a:ext cx="715550" cy="276999"/>
              </a:xfrm>
              <a:prstGeom prst="rect">
                <a:avLst/>
              </a:prstGeom>
              <a:blipFill>
                <a:blip r:embed="rId25"/>
                <a:stretch>
                  <a:fillRect t="-100000" r="-36441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文字方塊 446">
                <a:extLst>
                  <a:ext uri="{FF2B5EF4-FFF2-40B4-BE49-F238E27FC236}">
                    <a16:creationId xmlns:a16="http://schemas.microsoft.com/office/drawing/2014/main" id="{3B493C3D-DD51-4C65-A823-F176D6C80A8C}"/>
                  </a:ext>
                </a:extLst>
              </p:cNvPr>
              <p:cNvSpPr txBox="1"/>
              <p:nvPr/>
            </p:nvSpPr>
            <p:spPr>
              <a:xfrm>
                <a:off x="5402890" y="2862387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47" name="文字方塊 446">
                <a:extLst>
                  <a:ext uri="{FF2B5EF4-FFF2-40B4-BE49-F238E27FC236}">
                    <a16:creationId xmlns:a16="http://schemas.microsoft.com/office/drawing/2014/main" id="{3B493C3D-DD51-4C65-A823-F176D6C80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90" y="2862387"/>
                <a:ext cx="812954" cy="276999"/>
              </a:xfrm>
              <a:prstGeom prst="rect">
                <a:avLst/>
              </a:prstGeom>
              <a:blipFill>
                <a:blip r:embed="rId38"/>
                <a:stretch>
                  <a:fillRect t="-100000" r="-33582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8" name="圖片 447">
            <a:extLst>
              <a:ext uri="{FF2B5EF4-FFF2-40B4-BE49-F238E27FC236}">
                <a16:creationId xmlns:a16="http://schemas.microsoft.com/office/drawing/2014/main" id="{7EF90A76-B879-4396-975B-94B00C78E2C5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4288" y="1076129"/>
            <a:ext cx="322777" cy="741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字方塊 448">
                <a:extLst>
                  <a:ext uri="{FF2B5EF4-FFF2-40B4-BE49-F238E27FC236}">
                    <a16:creationId xmlns:a16="http://schemas.microsoft.com/office/drawing/2014/main" id="{6F311BA0-9E7F-43A2-9786-4228545AF5D4}"/>
                  </a:ext>
                </a:extLst>
              </p:cNvPr>
              <p:cNvSpPr txBox="1"/>
              <p:nvPr/>
            </p:nvSpPr>
            <p:spPr>
              <a:xfrm rot="5400000">
                <a:off x="6089544" y="1213240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449" name="文字方塊 448">
                <a:extLst>
                  <a:ext uri="{FF2B5EF4-FFF2-40B4-BE49-F238E27FC236}">
                    <a16:creationId xmlns:a16="http://schemas.microsoft.com/office/drawing/2014/main" id="{6F311BA0-9E7F-43A2-9786-4228545AF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089544" y="1213240"/>
                <a:ext cx="337468" cy="307777"/>
              </a:xfrm>
              <a:prstGeom prst="rect">
                <a:avLst/>
              </a:prstGeom>
              <a:blipFill>
                <a:blip r:embed="rId2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字方塊 449">
                <a:extLst>
                  <a:ext uri="{FF2B5EF4-FFF2-40B4-BE49-F238E27FC236}">
                    <a16:creationId xmlns:a16="http://schemas.microsoft.com/office/drawing/2014/main" id="{49808789-AD11-4785-8E76-5E5A6456FC52}"/>
                  </a:ext>
                </a:extLst>
              </p:cNvPr>
              <p:cNvSpPr txBox="1"/>
              <p:nvPr/>
            </p:nvSpPr>
            <p:spPr>
              <a:xfrm>
                <a:off x="5226842" y="3119821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50" name="文字方塊 449">
                <a:extLst>
                  <a:ext uri="{FF2B5EF4-FFF2-40B4-BE49-F238E27FC236}">
                    <a16:creationId xmlns:a16="http://schemas.microsoft.com/office/drawing/2014/main" id="{49808789-AD11-4785-8E76-5E5A6456F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842" y="3119821"/>
                <a:ext cx="1150186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文字方塊 450">
                <a:extLst>
                  <a:ext uri="{FF2B5EF4-FFF2-40B4-BE49-F238E27FC236}">
                    <a16:creationId xmlns:a16="http://schemas.microsoft.com/office/drawing/2014/main" id="{6D7FA5B8-718C-4773-85F6-5D1C86831B41}"/>
                  </a:ext>
                </a:extLst>
              </p:cNvPr>
              <p:cNvSpPr txBox="1"/>
              <p:nvPr/>
            </p:nvSpPr>
            <p:spPr>
              <a:xfrm>
                <a:off x="4465049" y="1547370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51" name="文字方塊 450">
                <a:extLst>
                  <a:ext uri="{FF2B5EF4-FFF2-40B4-BE49-F238E27FC236}">
                    <a16:creationId xmlns:a16="http://schemas.microsoft.com/office/drawing/2014/main" id="{6D7FA5B8-718C-4773-85F6-5D1C86831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049" y="1547370"/>
                <a:ext cx="969490" cy="276999"/>
              </a:xfrm>
              <a:prstGeom prst="rect">
                <a:avLst/>
              </a:prstGeom>
              <a:blipFill>
                <a:blip r:embed="rId4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文字方塊 451">
                <a:extLst>
                  <a:ext uri="{FF2B5EF4-FFF2-40B4-BE49-F238E27FC236}">
                    <a16:creationId xmlns:a16="http://schemas.microsoft.com/office/drawing/2014/main" id="{EFB96E0F-F1E1-4073-9C10-293686BA4A8B}"/>
                  </a:ext>
                </a:extLst>
              </p:cNvPr>
              <p:cNvSpPr txBox="1"/>
              <p:nvPr/>
            </p:nvSpPr>
            <p:spPr>
              <a:xfrm>
                <a:off x="4578863" y="2555483"/>
                <a:ext cx="74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52" name="文字方塊 451">
                <a:extLst>
                  <a:ext uri="{FF2B5EF4-FFF2-40B4-BE49-F238E27FC236}">
                    <a16:creationId xmlns:a16="http://schemas.microsoft.com/office/drawing/2014/main" id="{EFB96E0F-F1E1-4073-9C10-293686BA4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863" y="2555483"/>
                <a:ext cx="741862" cy="276999"/>
              </a:xfrm>
              <a:prstGeom prst="rect">
                <a:avLst/>
              </a:prstGeom>
              <a:blipFill>
                <a:blip r:embed="rId4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文字方塊 452">
                <a:extLst>
                  <a:ext uri="{FF2B5EF4-FFF2-40B4-BE49-F238E27FC236}">
                    <a16:creationId xmlns:a16="http://schemas.microsoft.com/office/drawing/2014/main" id="{9E397BA6-2DE4-4C86-9462-2E6E625C33A7}"/>
                  </a:ext>
                </a:extLst>
              </p:cNvPr>
              <p:cNvSpPr txBox="1"/>
              <p:nvPr/>
            </p:nvSpPr>
            <p:spPr>
              <a:xfrm>
                <a:off x="6248706" y="1547370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53" name="文字方塊 452">
                <a:extLst>
                  <a:ext uri="{FF2B5EF4-FFF2-40B4-BE49-F238E27FC236}">
                    <a16:creationId xmlns:a16="http://schemas.microsoft.com/office/drawing/2014/main" id="{9E397BA6-2DE4-4C86-9462-2E6E625C3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706" y="1547370"/>
                <a:ext cx="1150186" cy="276999"/>
              </a:xfrm>
              <a:prstGeom prst="rect">
                <a:avLst/>
              </a:prstGeom>
              <a:blipFill>
                <a:blip r:embed="rId4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文字方塊 453">
                <a:extLst>
                  <a:ext uri="{FF2B5EF4-FFF2-40B4-BE49-F238E27FC236}">
                    <a16:creationId xmlns:a16="http://schemas.microsoft.com/office/drawing/2014/main" id="{7441BC42-C7A4-4F9F-9D95-F6E405626A0C}"/>
                  </a:ext>
                </a:extLst>
              </p:cNvPr>
              <p:cNvSpPr txBox="1"/>
              <p:nvPr/>
            </p:nvSpPr>
            <p:spPr>
              <a:xfrm>
                <a:off x="6329699" y="2555483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454" name="文字方塊 453">
                <a:extLst>
                  <a:ext uri="{FF2B5EF4-FFF2-40B4-BE49-F238E27FC236}">
                    <a16:creationId xmlns:a16="http://schemas.microsoft.com/office/drawing/2014/main" id="{7441BC42-C7A4-4F9F-9D95-F6E405626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699" y="2555483"/>
                <a:ext cx="988200" cy="276999"/>
              </a:xfrm>
              <a:prstGeom prst="rect">
                <a:avLst/>
              </a:prstGeom>
              <a:blipFill>
                <a:blip r:embed="rId4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26E3453A-8677-4F66-8EBE-0E4FC43C1FBB}"/>
                  </a:ext>
                </a:extLst>
              </p:cNvPr>
              <p:cNvSpPr txBox="1"/>
              <p:nvPr/>
            </p:nvSpPr>
            <p:spPr>
              <a:xfrm>
                <a:off x="7230765" y="2190343"/>
                <a:ext cx="1139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26E3453A-8677-4F66-8EBE-0E4FC43C1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65" y="2190343"/>
                <a:ext cx="1139107" cy="369332"/>
              </a:xfrm>
              <a:prstGeom prst="rect">
                <a:avLst/>
              </a:prstGeom>
              <a:blipFill>
                <a:blip r:embed="rId4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字方塊 455">
                <a:extLst>
                  <a:ext uri="{FF2B5EF4-FFF2-40B4-BE49-F238E27FC236}">
                    <a16:creationId xmlns:a16="http://schemas.microsoft.com/office/drawing/2014/main" id="{FEB69723-458E-4109-9514-81381F028330}"/>
                  </a:ext>
                </a:extLst>
              </p:cNvPr>
              <p:cNvSpPr txBox="1"/>
              <p:nvPr/>
            </p:nvSpPr>
            <p:spPr>
              <a:xfrm>
                <a:off x="-464303" y="299928"/>
                <a:ext cx="3260019" cy="422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456" name="文字方塊 455">
                <a:extLst>
                  <a:ext uri="{FF2B5EF4-FFF2-40B4-BE49-F238E27FC236}">
                    <a16:creationId xmlns:a16="http://schemas.microsoft.com/office/drawing/2014/main" id="{FEB69723-458E-4109-9514-81381F028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4303" y="299928"/>
                <a:ext cx="3260019" cy="422808"/>
              </a:xfrm>
              <a:prstGeom prst="rect">
                <a:avLst/>
              </a:prstGeom>
              <a:blipFill>
                <a:blip r:embed="rId4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文字方塊 456">
                <a:extLst>
                  <a:ext uri="{FF2B5EF4-FFF2-40B4-BE49-F238E27FC236}">
                    <a16:creationId xmlns:a16="http://schemas.microsoft.com/office/drawing/2014/main" id="{EBA7AB32-39A9-4A6C-89F6-9804828BCC38}"/>
                  </a:ext>
                </a:extLst>
              </p:cNvPr>
              <p:cNvSpPr txBox="1"/>
              <p:nvPr/>
            </p:nvSpPr>
            <p:spPr>
              <a:xfrm>
                <a:off x="3711161" y="299928"/>
                <a:ext cx="3260019" cy="422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457" name="文字方塊 456">
                <a:extLst>
                  <a:ext uri="{FF2B5EF4-FFF2-40B4-BE49-F238E27FC236}">
                    <a16:creationId xmlns:a16="http://schemas.microsoft.com/office/drawing/2014/main" id="{EBA7AB32-39A9-4A6C-89F6-9804828BC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161" y="299928"/>
                <a:ext cx="3260019" cy="422808"/>
              </a:xfrm>
              <a:prstGeom prst="rect">
                <a:avLst/>
              </a:prstGeom>
              <a:blipFill>
                <a:blip r:embed="rId4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8" name="圖形 457">
            <a:extLst>
              <a:ext uri="{FF2B5EF4-FFF2-40B4-BE49-F238E27FC236}">
                <a16:creationId xmlns:a16="http://schemas.microsoft.com/office/drawing/2014/main" id="{B96F146C-17A1-494A-8AFB-018A4E9069EE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26840" r="46872"/>
          <a:stretch/>
        </p:blipFill>
        <p:spPr>
          <a:xfrm>
            <a:off x="595851" y="400718"/>
            <a:ext cx="235745" cy="212400"/>
          </a:xfrm>
          <a:prstGeom prst="rect">
            <a:avLst/>
          </a:prstGeom>
        </p:spPr>
      </p:pic>
      <p:pic>
        <p:nvPicPr>
          <p:cNvPr id="459" name="圖形 458">
            <a:extLst>
              <a:ext uri="{FF2B5EF4-FFF2-40B4-BE49-F238E27FC236}">
                <a16:creationId xmlns:a16="http://schemas.microsoft.com/office/drawing/2014/main" id="{E5DFA75F-D42A-49FB-8FEE-AC231A2D16BB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26840" r="46872"/>
          <a:stretch/>
        </p:blipFill>
        <p:spPr>
          <a:xfrm>
            <a:off x="4715923" y="400718"/>
            <a:ext cx="235745" cy="212400"/>
          </a:xfrm>
          <a:prstGeom prst="rect">
            <a:avLst/>
          </a:prstGeom>
        </p:spPr>
      </p:pic>
      <p:sp>
        <p:nvSpPr>
          <p:cNvPr id="526" name="矩形: 圓角 525">
            <a:extLst>
              <a:ext uri="{FF2B5EF4-FFF2-40B4-BE49-F238E27FC236}">
                <a16:creationId xmlns:a16="http://schemas.microsoft.com/office/drawing/2014/main" id="{34EEE943-16A9-4937-BBB5-C8AF30167577}"/>
              </a:ext>
            </a:extLst>
          </p:cNvPr>
          <p:cNvSpPr/>
          <p:nvPr/>
        </p:nvSpPr>
        <p:spPr>
          <a:xfrm>
            <a:off x="4482040" y="4491474"/>
            <a:ext cx="2790825" cy="318135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527" name="群組 526">
            <a:extLst>
              <a:ext uri="{FF2B5EF4-FFF2-40B4-BE49-F238E27FC236}">
                <a16:creationId xmlns:a16="http://schemas.microsoft.com/office/drawing/2014/main" id="{0401D853-13B0-474D-8E87-E5BEC5695A23}"/>
              </a:ext>
            </a:extLst>
          </p:cNvPr>
          <p:cNvGrpSpPr/>
          <p:nvPr/>
        </p:nvGrpSpPr>
        <p:grpSpPr>
          <a:xfrm>
            <a:off x="6178491" y="4772067"/>
            <a:ext cx="303223" cy="753341"/>
            <a:chOff x="1962150" y="3679031"/>
            <a:chExt cx="303223" cy="753341"/>
          </a:xfrm>
        </p:grpSpPr>
        <p:pic>
          <p:nvPicPr>
            <p:cNvPr id="528" name="圖片 527">
              <a:extLst>
                <a:ext uri="{FF2B5EF4-FFF2-40B4-BE49-F238E27FC236}">
                  <a16:creationId xmlns:a16="http://schemas.microsoft.com/office/drawing/2014/main" id="{D6D06607-FAE4-49A4-A479-591BFCD538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8028"/>
            <a:stretch/>
          </p:blipFill>
          <p:spPr>
            <a:xfrm>
              <a:off x="2162175" y="3690872"/>
              <a:ext cx="103198" cy="741500"/>
            </a:xfrm>
            <a:prstGeom prst="rect">
              <a:avLst/>
            </a:prstGeom>
          </p:spPr>
        </p:pic>
        <p:pic>
          <p:nvPicPr>
            <p:cNvPr id="529" name="圖片 528">
              <a:extLst>
                <a:ext uri="{FF2B5EF4-FFF2-40B4-BE49-F238E27FC236}">
                  <a16:creationId xmlns:a16="http://schemas.microsoft.com/office/drawing/2014/main" id="{0584833B-FC92-4BF5-AE89-5933FEB84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18612"/>
            <a:stretch/>
          </p:blipFill>
          <p:spPr>
            <a:xfrm>
              <a:off x="1962150" y="3679031"/>
              <a:ext cx="192881" cy="740990"/>
            </a:xfrm>
            <a:prstGeom prst="rect">
              <a:avLst/>
            </a:prstGeom>
          </p:spPr>
        </p:pic>
      </p:grpSp>
      <p:sp>
        <p:nvSpPr>
          <p:cNvPr id="530" name="矩形: 圓角 529">
            <a:extLst>
              <a:ext uri="{FF2B5EF4-FFF2-40B4-BE49-F238E27FC236}">
                <a16:creationId xmlns:a16="http://schemas.microsoft.com/office/drawing/2014/main" id="{02542540-C815-42A7-8E45-8004143A93FE}"/>
              </a:ext>
            </a:extLst>
          </p:cNvPr>
          <p:cNvSpPr/>
          <p:nvPr/>
        </p:nvSpPr>
        <p:spPr>
          <a:xfrm>
            <a:off x="250713" y="4491474"/>
            <a:ext cx="2790825" cy="318135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531" name="群組 530">
            <a:extLst>
              <a:ext uri="{FF2B5EF4-FFF2-40B4-BE49-F238E27FC236}">
                <a16:creationId xmlns:a16="http://schemas.microsoft.com/office/drawing/2014/main" id="{115DDF5D-96AA-4340-9CE6-669DE57029B1}"/>
              </a:ext>
            </a:extLst>
          </p:cNvPr>
          <p:cNvGrpSpPr/>
          <p:nvPr/>
        </p:nvGrpSpPr>
        <p:grpSpPr>
          <a:xfrm>
            <a:off x="1945215" y="4771462"/>
            <a:ext cx="303223" cy="753341"/>
            <a:chOff x="1962150" y="3679031"/>
            <a:chExt cx="303223" cy="753341"/>
          </a:xfrm>
        </p:grpSpPr>
        <p:pic>
          <p:nvPicPr>
            <p:cNvPr id="532" name="圖片 531">
              <a:extLst>
                <a:ext uri="{FF2B5EF4-FFF2-40B4-BE49-F238E27FC236}">
                  <a16:creationId xmlns:a16="http://schemas.microsoft.com/office/drawing/2014/main" id="{460B40E3-05D3-468C-9814-F988E1F1FA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8028"/>
            <a:stretch/>
          </p:blipFill>
          <p:spPr>
            <a:xfrm>
              <a:off x="2162175" y="3690872"/>
              <a:ext cx="103198" cy="741500"/>
            </a:xfrm>
            <a:prstGeom prst="rect">
              <a:avLst/>
            </a:prstGeom>
          </p:spPr>
        </p:pic>
        <p:pic>
          <p:nvPicPr>
            <p:cNvPr id="533" name="圖片 532">
              <a:extLst>
                <a:ext uri="{FF2B5EF4-FFF2-40B4-BE49-F238E27FC236}">
                  <a16:creationId xmlns:a16="http://schemas.microsoft.com/office/drawing/2014/main" id="{3FC2CE91-E5F3-4332-96C9-8158A64BB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18612"/>
            <a:stretch/>
          </p:blipFill>
          <p:spPr>
            <a:xfrm>
              <a:off x="1962150" y="3679031"/>
              <a:ext cx="192881" cy="740990"/>
            </a:xfrm>
            <a:prstGeom prst="rect">
              <a:avLst/>
            </a:prstGeom>
          </p:spPr>
        </p:pic>
      </p:grpSp>
      <p:pic>
        <p:nvPicPr>
          <p:cNvPr id="534" name="圖片 533">
            <a:extLst>
              <a:ext uri="{FF2B5EF4-FFF2-40B4-BE49-F238E27FC236}">
                <a16:creationId xmlns:a16="http://schemas.microsoft.com/office/drawing/2014/main" id="{A0B2A86A-EED9-4693-940E-8EA70D8ADE4F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59212" y="6343226"/>
            <a:ext cx="720000" cy="718548"/>
          </a:xfrm>
          <a:prstGeom prst="rect">
            <a:avLst/>
          </a:prstGeom>
        </p:spPr>
      </p:pic>
      <p:pic>
        <p:nvPicPr>
          <p:cNvPr id="535" name="圖片 534">
            <a:extLst>
              <a:ext uri="{FF2B5EF4-FFF2-40B4-BE49-F238E27FC236}">
                <a16:creationId xmlns:a16="http://schemas.microsoft.com/office/drawing/2014/main" id="{8E4C0AC3-1C87-477B-AB5C-23B2E7D2B624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248459" y="6322579"/>
            <a:ext cx="720000" cy="721491"/>
          </a:xfrm>
          <a:prstGeom prst="rect">
            <a:avLst/>
          </a:prstGeom>
        </p:spPr>
      </p:pic>
      <p:pic>
        <p:nvPicPr>
          <p:cNvPr id="536" name="圖片 535">
            <a:extLst>
              <a:ext uri="{FF2B5EF4-FFF2-40B4-BE49-F238E27FC236}">
                <a16:creationId xmlns:a16="http://schemas.microsoft.com/office/drawing/2014/main" id="{75B671F3-9611-4DB0-A5AD-4E39EE6C311C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241904" y="5308054"/>
            <a:ext cx="720000" cy="721493"/>
          </a:xfrm>
          <a:prstGeom prst="rect">
            <a:avLst/>
          </a:prstGeom>
        </p:spPr>
      </p:pic>
      <p:pic>
        <p:nvPicPr>
          <p:cNvPr id="537" name="圖片 536">
            <a:extLst>
              <a:ext uri="{FF2B5EF4-FFF2-40B4-BE49-F238E27FC236}">
                <a16:creationId xmlns:a16="http://schemas.microsoft.com/office/drawing/2014/main" id="{377BAF4D-6805-486A-846F-436AD08B88CD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75903" y="5303113"/>
            <a:ext cx="720000" cy="722982"/>
          </a:xfrm>
          <a:prstGeom prst="rect">
            <a:avLst/>
          </a:prstGeom>
        </p:spPr>
      </p:pic>
      <p:pic>
        <p:nvPicPr>
          <p:cNvPr id="538" name="圖片 537">
            <a:extLst>
              <a:ext uri="{FF2B5EF4-FFF2-40B4-BE49-F238E27FC236}">
                <a16:creationId xmlns:a16="http://schemas.microsoft.com/office/drawing/2014/main" id="{96C9C47E-A400-4E32-8949-477077D3BBB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611371" y="5307972"/>
            <a:ext cx="720000" cy="721655"/>
          </a:xfrm>
          <a:prstGeom prst="rect">
            <a:avLst/>
          </a:prstGeom>
        </p:spPr>
      </p:pic>
      <p:pic>
        <p:nvPicPr>
          <p:cNvPr id="539" name="圖片 538">
            <a:extLst>
              <a:ext uri="{FF2B5EF4-FFF2-40B4-BE49-F238E27FC236}">
                <a16:creationId xmlns:a16="http://schemas.microsoft.com/office/drawing/2014/main" id="{FB7FDCBB-E9C9-4302-9FA1-7CF1DEF9A5FD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610428" y="6324291"/>
            <a:ext cx="720000" cy="718352"/>
          </a:xfrm>
          <a:prstGeom prst="rect">
            <a:avLst/>
          </a:prstGeom>
        </p:spPr>
      </p:pic>
      <p:pic>
        <p:nvPicPr>
          <p:cNvPr id="540" name="圖片 539">
            <a:extLst>
              <a:ext uri="{FF2B5EF4-FFF2-40B4-BE49-F238E27FC236}">
                <a16:creationId xmlns:a16="http://schemas.microsoft.com/office/drawing/2014/main" id="{46C57C20-C037-4725-AA64-0FD20D943354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486474" y="6345135"/>
            <a:ext cx="720000" cy="718349"/>
          </a:xfrm>
          <a:prstGeom prst="rect">
            <a:avLst/>
          </a:prstGeom>
        </p:spPr>
      </p:pic>
      <p:pic>
        <p:nvPicPr>
          <p:cNvPr id="541" name="圖片 540">
            <a:extLst>
              <a:ext uri="{FF2B5EF4-FFF2-40B4-BE49-F238E27FC236}">
                <a16:creationId xmlns:a16="http://schemas.microsoft.com/office/drawing/2014/main" id="{28CB0DA8-5062-44AE-9C24-3EFE9D1E7413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484434" y="5306095"/>
            <a:ext cx="720000" cy="720000"/>
          </a:xfrm>
          <a:prstGeom prst="rect">
            <a:avLst/>
          </a:prstGeom>
        </p:spPr>
      </p:pic>
      <p:pic>
        <p:nvPicPr>
          <p:cNvPr id="542" name="圖片 541">
            <a:extLst>
              <a:ext uri="{FF2B5EF4-FFF2-40B4-BE49-F238E27FC236}">
                <a16:creationId xmlns:a16="http://schemas.microsoft.com/office/drawing/2014/main" id="{7527B253-C206-48E4-9612-9D123882241A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199961" y="4785877"/>
            <a:ext cx="720000" cy="721497"/>
          </a:xfrm>
          <a:prstGeom prst="rect">
            <a:avLst/>
          </a:prstGeom>
        </p:spPr>
      </p:pic>
      <p:pic>
        <p:nvPicPr>
          <p:cNvPr id="543" name="圖片 542">
            <a:extLst>
              <a:ext uri="{FF2B5EF4-FFF2-40B4-BE49-F238E27FC236}">
                <a16:creationId xmlns:a16="http://schemas.microsoft.com/office/drawing/2014/main" id="{F3DDB4B0-F76A-4510-BEF9-BABDD2643EB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222360" y="6899768"/>
            <a:ext cx="720000" cy="721497"/>
          </a:xfrm>
          <a:prstGeom prst="rect">
            <a:avLst/>
          </a:prstGeom>
        </p:spPr>
      </p:pic>
      <p:pic>
        <p:nvPicPr>
          <p:cNvPr id="544" name="圖片 543">
            <a:extLst>
              <a:ext uri="{FF2B5EF4-FFF2-40B4-BE49-F238E27FC236}">
                <a16:creationId xmlns:a16="http://schemas.microsoft.com/office/drawing/2014/main" id="{823C4187-AD2E-4E38-BE99-B5E254FA045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442122" y="4785609"/>
            <a:ext cx="720000" cy="721497"/>
          </a:xfrm>
          <a:prstGeom prst="rect">
            <a:avLst/>
          </a:prstGeom>
        </p:spPr>
      </p:pic>
      <p:pic>
        <p:nvPicPr>
          <p:cNvPr id="545" name="圖片 544">
            <a:extLst>
              <a:ext uri="{FF2B5EF4-FFF2-40B4-BE49-F238E27FC236}">
                <a16:creationId xmlns:a16="http://schemas.microsoft.com/office/drawing/2014/main" id="{AF8CCB10-D27C-412D-9B79-32F72C2B879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464521" y="6899500"/>
            <a:ext cx="720000" cy="721497"/>
          </a:xfrm>
          <a:prstGeom prst="rect">
            <a:avLst/>
          </a:prstGeom>
        </p:spPr>
      </p:pic>
      <p:cxnSp>
        <p:nvCxnSpPr>
          <p:cNvPr id="546" name="直線接點 545">
            <a:extLst>
              <a:ext uri="{FF2B5EF4-FFF2-40B4-BE49-F238E27FC236}">
                <a16:creationId xmlns:a16="http://schemas.microsoft.com/office/drawing/2014/main" id="{72E9247D-514C-42F0-8C36-E63DA1D344FD}"/>
              </a:ext>
            </a:extLst>
          </p:cNvPr>
          <p:cNvCxnSpPr>
            <a:cxnSpLocks/>
          </p:cNvCxnSpPr>
          <p:nvPr/>
        </p:nvCxnSpPr>
        <p:spPr>
          <a:xfrm flipV="1">
            <a:off x="1073677" y="6231265"/>
            <a:ext cx="94566" cy="914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7" name="直線接點 546">
            <a:extLst>
              <a:ext uri="{FF2B5EF4-FFF2-40B4-BE49-F238E27FC236}">
                <a16:creationId xmlns:a16="http://schemas.microsoft.com/office/drawing/2014/main" id="{A5DBEF64-169C-44A4-997D-49446A568599}"/>
              </a:ext>
            </a:extLst>
          </p:cNvPr>
          <p:cNvCxnSpPr>
            <a:cxnSpLocks/>
          </p:cNvCxnSpPr>
          <p:nvPr/>
        </p:nvCxnSpPr>
        <p:spPr>
          <a:xfrm>
            <a:off x="5313890" y="6017609"/>
            <a:ext cx="29872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8" name="直線接點 547">
            <a:extLst>
              <a:ext uri="{FF2B5EF4-FFF2-40B4-BE49-F238E27FC236}">
                <a16:creationId xmlns:a16="http://schemas.microsoft.com/office/drawing/2014/main" id="{EAD26C59-5803-4249-B1E4-6A9E25817F06}"/>
              </a:ext>
            </a:extLst>
          </p:cNvPr>
          <p:cNvCxnSpPr>
            <a:cxnSpLocks/>
          </p:cNvCxnSpPr>
          <p:nvPr/>
        </p:nvCxnSpPr>
        <p:spPr>
          <a:xfrm flipV="1">
            <a:off x="5283166" y="6231266"/>
            <a:ext cx="116404" cy="112615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9" name="直線接點 548">
            <a:extLst>
              <a:ext uri="{FF2B5EF4-FFF2-40B4-BE49-F238E27FC236}">
                <a16:creationId xmlns:a16="http://schemas.microsoft.com/office/drawing/2014/main" id="{98376CE6-9B42-40D1-96C8-08CA1C2F197F}"/>
              </a:ext>
            </a:extLst>
          </p:cNvPr>
          <p:cNvCxnSpPr>
            <a:cxnSpLocks/>
          </p:cNvCxnSpPr>
          <p:nvPr/>
        </p:nvCxnSpPr>
        <p:spPr>
          <a:xfrm>
            <a:off x="1083203" y="6017609"/>
            <a:ext cx="298085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50" name="群組 549">
            <a:extLst>
              <a:ext uri="{FF2B5EF4-FFF2-40B4-BE49-F238E27FC236}">
                <a16:creationId xmlns:a16="http://schemas.microsoft.com/office/drawing/2014/main" id="{A2DCEA80-2F5F-4D20-951B-96DFD3C92795}"/>
              </a:ext>
            </a:extLst>
          </p:cNvPr>
          <p:cNvGrpSpPr/>
          <p:nvPr/>
        </p:nvGrpSpPr>
        <p:grpSpPr>
          <a:xfrm>
            <a:off x="1434866" y="4821929"/>
            <a:ext cx="398236" cy="439953"/>
            <a:chOff x="7963356" y="-570952"/>
            <a:chExt cx="398236" cy="439953"/>
          </a:xfrm>
        </p:grpSpPr>
        <p:grpSp>
          <p:nvGrpSpPr>
            <p:cNvPr id="551" name="群組 550">
              <a:extLst>
                <a:ext uri="{FF2B5EF4-FFF2-40B4-BE49-F238E27FC236}">
                  <a16:creationId xmlns:a16="http://schemas.microsoft.com/office/drawing/2014/main" id="{03463CD3-DAF8-48F0-8070-D114AF64881F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54" name="箭號: 向右 553">
                <a:extLst>
                  <a:ext uri="{FF2B5EF4-FFF2-40B4-BE49-F238E27FC236}">
                    <a16:creationId xmlns:a16="http://schemas.microsoft.com/office/drawing/2014/main" id="{C1628758-D2E5-4A42-900E-2F9CD8D4680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55" name="箭號: 向右 554">
                <a:extLst>
                  <a:ext uri="{FF2B5EF4-FFF2-40B4-BE49-F238E27FC236}">
                    <a16:creationId xmlns:a16="http://schemas.microsoft.com/office/drawing/2014/main" id="{C54E5B77-1C8A-48A3-B827-B4A58F89B5F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文字方塊 551">
                  <a:extLst>
                    <a:ext uri="{FF2B5EF4-FFF2-40B4-BE49-F238E27FC236}">
                      <a16:creationId xmlns:a16="http://schemas.microsoft.com/office/drawing/2014/main" id="{DCFD8A08-0B8F-442C-AB06-212E4A0AD6F3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文字方塊 552">
                  <a:extLst>
                    <a:ext uri="{FF2B5EF4-FFF2-40B4-BE49-F238E27FC236}">
                      <a16:creationId xmlns:a16="http://schemas.microsoft.com/office/drawing/2014/main" id="{A45A4E92-77C0-4EE4-A440-D931935E9827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6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6" name="文字方塊 555">
                <a:extLst>
                  <a:ext uri="{FF2B5EF4-FFF2-40B4-BE49-F238E27FC236}">
                    <a16:creationId xmlns:a16="http://schemas.microsoft.com/office/drawing/2014/main" id="{18BA04C0-6627-4E99-AE9A-05D9BD2AE4A4}"/>
                  </a:ext>
                </a:extLst>
              </p:cNvPr>
              <p:cNvSpPr txBox="1"/>
              <p:nvPr/>
            </p:nvSpPr>
            <p:spPr>
              <a:xfrm>
                <a:off x="746510" y="4518537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56" name="文字方塊 555">
                <a:extLst>
                  <a:ext uri="{FF2B5EF4-FFF2-40B4-BE49-F238E27FC236}">
                    <a16:creationId xmlns:a16="http://schemas.microsoft.com/office/drawing/2014/main" id="{18BA04C0-6627-4E99-AE9A-05D9BD2AE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0" y="4518537"/>
                <a:ext cx="1673596" cy="276999"/>
              </a:xfrm>
              <a:prstGeom prst="rect">
                <a:avLst/>
              </a:prstGeom>
              <a:blipFill>
                <a:blip r:embed="rId6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7" name="直線接點 556">
            <a:extLst>
              <a:ext uri="{FF2B5EF4-FFF2-40B4-BE49-F238E27FC236}">
                <a16:creationId xmlns:a16="http://schemas.microsoft.com/office/drawing/2014/main" id="{3044494C-E87C-4B62-AC3E-10D23D7D2F31}"/>
              </a:ext>
            </a:extLst>
          </p:cNvPr>
          <p:cNvCxnSpPr>
            <a:cxnSpLocks/>
          </p:cNvCxnSpPr>
          <p:nvPr/>
        </p:nvCxnSpPr>
        <p:spPr>
          <a:xfrm>
            <a:off x="1827693" y="6346222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58" name="圖片 557">
            <a:extLst>
              <a:ext uri="{FF2B5EF4-FFF2-40B4-BE49-F238E27FC236}">
                <a16:creationId xmlns:a16="http://schemas.microsoft.com/office/drawing/2014/main" id="{46933581-69D1-4F38-8B84-EA8A546A57A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9833" y="5728111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文字方塊 558">
                <a:extLst>
                  <a:ext uri="{FF2B5EF4-FFF2-40B4-BE49-F238E27FC236}">
                    <a16:creationId xmlns:a16="http://schemas.microsoft.com/office/drawing/2014/main" id="{05087043-FCEF-4ED9-AFA0-087D7041FF5B}"/>
                  </a:ext>
                </a:extLst>
              </p:cNvPr>
              <p:cNvSpPr txBox="1"/>
              <p:nvPr/>
            </p:nvSpPr>
            <p:spPr>
              <a:xfrm>
                <a:off x="1286009" y="5260072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559" name="文字方塊 558">
                <a:extLst>
                  <a:ext uri="{FF2B5EF4-FFF2-40B4-BE49-F238E27FC236}">
                    <a16:creationId xmlns:a16="http://schemas.microsoft.com/office/drawing/2014/main" id="{05087043-FCEF-4ED9-AFA0-087D7041F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09" y="5260072"/>
                <a:ext cx="61212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0" name="直線接點 559">
            <a:extLst>
              <a:ext uri="{FF2B5EF4-FFF2-40B4-BE49-F238E27FC236}">
                <a16:creationId xmlns:a16="http://schemas.microsoft.com/office/drawing/2014/main" id="{1FB0C2D9-8DE1-4F11-A6AF-C8CE58DD8762}"/>
              </a:ext>
            </a:extLst>
          </p:cNvPr>
          <p:cNvCxnSpPr>
            <a:cxnSpLocks/>
          </p:cNvCxnSpPr>
          <p:nvPr/>
        </p:nvCxnSpPr>
        <p:spPr>
          <a:xfrm flipV="1">
            <a:off x="2023313" y="5918785"/>
            <a:ext cx="229009" cy="22155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1" name="文字方塊 560">
                <a:extLst>
                  <a:ext uri="{FF2B5EF4-FFF2-40B4-BE49-F238E27FC236}">
                    <a16:creationId xmlns:a16="http://schemas.microsoft.com/office/drawing/2014/main" id="{D5E45EBF-D1F2-4866-A593-4C621AF65D5D}"/>
                  </a:ext>
                </a:extLst>
              </p:cNvPr>
              <p:cNvSpPr txBox="1"/>
              <p:nvPr/>
            </p:nvSpPr>
            <p:spPr>
              <a:xfrm>
                <a:off x="1232965" y="5509130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1" name="文字方塊 560">
                <a:extLst>
                  <a:ext uri="{FF2B5EF4-FFF2-40B4-BE49-F238E27FC236}">
                    <a16:creationId xmlns:a16="http://schemas.microsoft.com/office/drawing/2014/main" id="{D5E45EBF-D1F2-4866-A593-4C621AF65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965" y="5509130"/>
                <a:ext cx="715550" cy="276999"/>
              </a:xfrm>
              <a:prstGeom prst="rect">
                <a:avLst/>
              </a:prstGeom>
              <a:blipFill>
                <a:blip r:embed="rId25"/>
                <a:stretch>
                  <a:fillRect t="-100000" r="-36441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2" name="文字方塊 561">
                <a:extLst>
                  <a:ext uri="{FF2B5EF4-FFF2-40B4-BE49-F238E27FC236}">
                    <a16:creationId xmlns:a16="http://schemas.microsoft.com/office/drawing/2014/main" id="{2927FCBD-1E4E-47F8-80CA-49A6B30683C9}"/>
                  </a:ext>
                </a:extLst>
              </p:cNvPr>
              <p:cNvSpPr txBox="1"/>
              <p:nvPr/>
            </p:nvSpPr>
            <p:spPr>
              <a:xfrm>
                <a:off x="1184263" y="6569560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2" name="文字方塊 561">
                <a:extLst>
                  <a:ext uri="{FF2B5EF4-FFF2-40B4-BE49-F238E27FC236}">
                    <a16:creationId xmlns:a16="http://schemas.microsoft.com/office/drawing/2014/main" id="{2927FCBD-1E4E-47F8-80CA-49A6B3068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63" y="6569560"/>
                <a:ext cx="812954" cy="276999"/>
              </a:xfrm>
              <a:prstGeom prst="rect">
                <a:avLst/>
              </a:prstGeom>
              <a:blipFill>
                <a:blip r:embed="rId26"/>
                <a:stretch>
                  <a:fillRect t="-100000" r="-26119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3" name="文字方塊 562">
                <a:extLst>
                  <a:ext uri="{FF2B5EF4-FFF2-40B4-BE49-F238E27FC236}">
                    <a16:creationId xmlns:a16="http://schemas.microsoft.com/office/drawing/2014/main" id="{222F4D3A-6887-46A1-BA53-31B3C040E145}"/>
                  </a:ext>
                </a:extLst>
              </p:cNvPr>
              <p:cNvSpPr txBox="1"/>
              <p:nvPr/>
            </p:nvSpPr>
            <p:spPr>
              <a:xfrm rot="5400000">
                <a:off x="1870917" y="4920413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63" name="文字方塊 562">
                <a:extLst>
                  <a:ext uri="{FF2B5EF4-FFF2-40B4-BE49-F238E27FC236}">
                    <a16:creationId xmlns:a16="http://schemas.microsoft.com/office/drawing/2014/main" id="{222F4D3A-6887-46A1-BA53-31B3C040E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870917" y="4920413"/>
                <a:ext cx="337468" cy="307777"/>
              </a:xfrm>
              <a:prstGeom prst="rect">
                <a:avLst/>
              </a:prstGeom>
              <a:blipFill>
                <a:blip r:embed="rId2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4" name="文字方塊 563">
                <a:extLst>
                  <a:ext uri="{FF2B5EF4-FFF2-40B4-BE49-F238E27FC236}">
                    <a16:creationId xmlns:a16="http://schemas.microsoft.com/office/drawing/2014/main" id="{C6625FC1-F542-410C-8FF3-4E182CC86D53}"/>
                  </a:ext>
                </a:extLst>
              </p:cNvPr>
              <p:cNvSpPr txBox="1"/>
              <p:nvPr/>
            </p:nvSpPr>
            <p:spPr>
              <a:xfrm>
                <a:off x="1008215" y="682699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4" name="文字方塊 563">
                <a:extLst>
                  <a:ext uri="{FF2B5EF4-FFF2-40B4-BE49-F238E27FC236}">
                    <a16:creationId xmlns:a16="http://schemas.microsoft.com/office/drawing/2014/main" id="{C6625FC1-F542-410C-8FF3-4E182CC86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15" y="6826994"/>
                <a:ext cx="1150186" cy="276999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5" name="文字方塊 564">
                <a:extLst>
                  <a:ext uri="{FF2B5EF4-FFF2-40B4-BE49-F238E27FC236}">
                    <a16:creationId xmlns:a16="http://schemas.microsoft.com/office/drawing/2014/main" id="{28C5D82A-5A6A-4802-BDE6-D54E0FC270AD}"/>
                  </a:ext>
                </a:extLst>
              </p:cNvPr>
              <p:cNvSpPr txBox="1"/>
              <p:nvPr/>
            </p:nvSpPr>
            <p:spPr>
              <a:xfrm>
                <a:off x="246422" y="5254543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5" name="文字方塊 564">
                <a:extLst>
                  <a:ext uri="{FF2B5EF4-FFF2-40B4-BE49-F238E27FC236}">
                    <a16:creationId xmlns:a16="http://schemas.microsoft.com/office/drawing/2014/main" id="{28C5D82A-5A6A-4802-BDE6-D54E0FC2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22" y="5254543"/>
                <a:ext cx="969490" cy="276999"/>
              </a:xfrm>
              <a:prstGeom prst="rect">
                <a:avLst/>
              </a:prstGeom>
              <a:blipFill>
                <a:blip r:embed="rId6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6" name="文字方塊 565">
                <a:extLst>
                  <a:ext uri="{FF2B5EF4-FFF2-40B4-BE49-F238E27FC236}">
                    <a16:creationId xmlns:a16="http://schemas.microsoft.com/office/drawing/2014/main" id="{46945F05-92DC-4CA1-AF32-27FB6088C93C}"/>
                  </a:ext>
                </a:extLst>
              </p:cNvPr>
              <p:cNvSpPr txBox="1"/>
              <p:nvPr/>
            </p:nvSpPr>
            <p:spPr>
              <a:xfrm>
                <a:off x="362661" y="6262656"/>
                <a:ext cx="737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6" name="文字方塊 565">
                <a:extLst>
                  <a:ext uri="{FF2B5EF4-FFF2-40B4-BE49-F238E27FC236}">
                    <a16:creationId xmlns:a16="http://schemas.microsoft.com/office/drawing/2014/main" id="{46945F05-92DC-4CA1-AF32-27FB6088C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61" y="6262656"/>
                <a:ext cx="737012" cy="276999"/>
              </a:xfrm>
              <a:prstGeom prst="rect">
                <a:avLst/>
              </a:prstGeom>
              <a:blipFill>
                <a:blip r:embed="rId6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7" name="文字方塊 566">
                <a:extLst>
                  <a:ext uri="{FF2B5EF4-FFF2-40B4-BE49-F238E27FC236}">
                    <a16:creationId xmlns:a16="http://schemas.microsoft.com/office/drawing/2014/main" id="{0518084E-8B95-481D-B4F5-BDF03ED5A03A}"/>
                  </a:ext>
                </a:extLst>
              </p:cNvPr>
              <p:cNvSpPr txBox="1"/>
              <p:nvPr/>
            </p:nvSpPr>
            <p:spPr>
              <a:xfrm>
                <a:off x="2030079" y="525454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7" name="文字方塊 566">
                <a:extLst>
                  <a:ext uri="{FF2B5EF4-FFF2-40B4-BE49-F238E27FC236}">
                    <a16:creationId xmlns:a16="http://schemas.microsoft.com/office/drawing/2014/main" id="{0518084E-8B95-481D-B4F5-BDF03ED5A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079" y="5254543"/>
                <a:ext cx="1150186" cy="276999"/>
              </a:xfrm>
              <a:prstGeom prst="rect">
                <a:avLst/>
              </a:prstGeom>
              <a:blipFill>
                <a:blip r:embed="rId6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8" name="文字方塊 567">
                <a:extLst>
                  <a:ext uri="{FF2B5EF4-FFF2-40B4-BE49-F238E27FC236}">
                    <a16:creationId xmlns:a16="http://schemas.microsoft.com/office/drawing/2014/main" id="{A907FF93-E51D-4B23-8AAB-A54E73FC38E7}"/>
                  </a:ext>
                </a:extLst>
              </p:cNvPr>
              <p:cNvSpPr txBox="1"/>
              <p:nvPr/>
            </p:nvSpPr>
            <p:spPr>
              <a:xfrm>
                <a:off x="2111072" y="6262656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68" name="文字方塊 567">
                <a:extLst>
                  <a:ext uri="{FF2B5EF4-FFF2-40B4-BE49-F238E27FC236}">
                    <a16:creationId xmlns:a16="http://schemas.microsoft.com/office/drawing/2014/main" id="{A907FF93-E51D-4B23-8AAB-A54E73FC3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072" y="6262656"/>
                <a:ext cx="988200" cy="276999"/>
              </a:xfrm>
              <a:prstGeom prst="rect">
                <a:avLst/>
              </a:prstGeom>
              <a:blipFill>
                <a:blip r:embed="rId6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9" name="群組 568">
            <a:extLst>
              <a:ext uri="{FF2B5EF4-FFF2-40B4-BE49-F238E27FC236}">
                <a16:creationId xmlns:a16="http://schemas.microsoft.com/office/drawing/2014/main" id="{D89BD718-C2FB-4865-8568-0B2A8C06CF24}"/>
              </a:ext>
            </a:extLst>
          </p:cNvPr>
          <p:cNvGrpSpPr/>
          <p:nvPr/>
        </p:nvGrpSpPr>
        <p:grpSpPr>
          <a:xfrm>
            <a:off x="5666193" y="4821929"/>
            <a:ext cx="398236" cy="439953"/>
            <a:chOff x="7963356" y="-570952"/>
            <a:chExt cx="398236" cy="439953"/>
          </a:xfrm>
        </p:grpSpPr>
        <p:grpSp>
          <p:nvGrpSpPr>
            <p:cNvPr id="570" name="群組 569">
              <a:extLst>
                <a:ext uri="{FF2B5EF4-FFF2-40B4-BE49-F238E27FC236}">
                  <a16:creationId xmlns:a16="http://schemas.microsoft.com/office/drawing/2014/main" id="{2BE0B8F9-25A4-4A9E-A595-BFF64B8632A0}"/>
                </a:ext>
              </a:extLst>
            </p:cNvPr>
            <p:cNvGrpSpPr/>
            <p:nvPr/>
          </p:nvGrpSpPr>
          <p:grpSpPr>
            <a:xfrm>
              <a:off x="8100260" y="-309536"/>
              <a:ext cx="76622" cy="73502"/>
              <a:chOff x="1373392" y="2391862"/>
              <a:chExt cx="479433" cy="476535"/>
            </a:xfrm>
          </p:grpSpPr>
          <p:sp>
            <p:nvSpPr>
              <p:cNvPr id="573" name="箭號: 向右 572">
                <a:extLst>
                  <a:ext uri="{FF2B5EF4-FFF2-40B4-BE49-F238E27FC236}">
                    <a16:creationId xmlns:a16="http://schemas.microsoft.com/office/drawing/2014/main" id="{EF0DEF8B-0525-4A6C-876F-5A41325C663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箭號: 向右 573">
                <a:extLst>
                  <a:ext uri="{FF2B5EF4-FFF2-40B4-BE49-F238E27FC236}">
                    <a16:creationId xmlns:a16="http://schemas.microsoft.com/office/drawing/2014/main" id="{CDC68E79-296E-41AB-A080-AF752243DA0F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文字方塊 570">
                  <a:extLst>
                    <a:ext uri="{FF2B5EF4-FFF2-40B4-BE49-F238E27FC236}">
                      <a16:creationId xmlns:a16="http://schemas.microsoft.com/office/drawing/2014/main" id="{7E918D5C-E886-479F-8AF1-B28A32EECB3C}"/>
                    </a:ext>
                  </a:extLst>
                </p:cNvPr>
                <p:cNvSpPr txBox="1"/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6" name="文字方塊 455">
                  <a:extLst>
                    <a:ext uri="{FF2B5EF4-FFF2-40B4-BE49-F238E27FC236}">
                      <a16:creationId xmlns:a16="http://schemas.microsoft.com/office/drawing/2014/main" id="{319A5377-32D5-464B-B1AA-2D677062A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3356" y="-570952"/>
                  <a:ext cx="290616" cy="29161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文字方塊 571">
                  <a:extLst>
                    <a:ext uri="{FF2B5EF4-FFF2-40B4-BE49-F238E27FC236}">
                      <a16:creationId xmlns:a16="http://schemas.microsoft.com/office/drawing/2014/main" id="{314058D2-C760-417B-B31F-74980DAA96D0}"/>
                    </a:ext>
                  </a:extLst>
                </p:cNvPr>
                <p:cNvSpPr txBox="1"/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1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1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150" dirty="0"/>
                </a:p>
              </p:txBody>
            </p:sp>
          </mc:Choice>
          <mc:Fallback xmlns="">
            <p:sp>
              <p:nvSpPr>
                <p:cNvPr id="457" name="文字方塊 456">
                  <a:extLst>
                    <a:ext uri="{FF2B5EF4-FFF2-40B4-BE49-F238E27FC236}">
                      <a16:creationId xmlns:a16="http://schemas.microsoft.com/office/drawing/2014/main" id="{6EB068FD-BDD9-4797-95C9-1A688D153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02" y="-407998"/>
                  <a:ext cx="257490" cy="276999"/>
                </a:xfrm>
                <a:prstGeom prst="rect">
                  <a:avLst/>
                </a:prstGeom>
                <a:blipFill>
                  <a:blip r:embed="rId60"/>
                  <a:stretch>
                    <a:fillRect r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5" name="文字方塊 574">
                <a:extLst>
                  <a:ext uri="{FF2B5EF4-FFF2-40B4-BE49-F238E27FC236}">
                    <a16:creationId xmlns:a16="http://schemas.microsoft.com/office/drawing/2014/main" id="{25CF8627-1E90-4361-B2CD-67E58BB3AAD8}"/>
                  </a:ext>
                </a:extLst>
              </p:cNvPr>
              <p:cNvSpPr txBox="1"/>
              <p:nvPr/>
            </p:nvSpPr>
            <p:spPr>
              <a:xfrm>
                <a:off x="4977837" y="4518537"/>
                <a:ext cx="16735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75" name="文字方塊 574">
                <a:extLst>
                  <a:ext uri="{FF2B5EF4-FFF2-40B4-BE49-F238E27FC236}">
                    <a16:creationId xmlns:a16="http://schemas.microsoft.com/office/drawing/2014/main" id="{25CF8627-1E90-4361-B2CD-67E58BB3A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837" y="4518537"/>
                <a:ext cx="1673596" cy="276999"/>
              </a:xfrm>
              <a:prstGeom prst="rect">
                <a:avLst/>
              </a:prstGeom>
              <a:blipFill>
                <a:blip r:embed="rId6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6" name="直線接點 575">
            <a:extLst>
              <a:ext uri="{FF2B5EF4-FFF2-40B4-BE49-F238E27FC236}">
                <a16:creationId xmlns:a16="http://schemas.microsoft.com/office/drawing/2014/main" id="{10430B31-1A6B-4E56-8923-7BFCD1CF55C7}"/>
              </a:ext>
            </a:extLst>
          </p:cNvPr>
          <p:cNvCxnSpPr>
            <a:cxnSpLocks/>
          </p:cNvCxnSpPr>
          <p:nvPr/>
        </p:nvCxnSpPr>
        <p:spPr>
          <a:xfrm>
            <a:off x="6059020" y="6346222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77" name="圖片 576">
            <a:extLst>
              <a:ext uri="{FF2B5EF4-FFF2-40B4-BE49-F238E27FC236}">
                <a16:creationId xmlns:a16="http://schemas.microsoft.com/office/drawing/2014/main" id="{E720B511-7D5C-4AA0-AFD3-11BE9E2BC38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91160" y="5728111"/>
            <a:ext cx="868304" cy="901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78" name="文字方塊 577">
                <a:extLst>
                  <a:ext uri="{FF2B5EF4-FFF2-40B4-BE49-F238E27FC236}">
                    <a16:creationId xmlns:a16="http://schemas.microsoft.com/office/drawing/2014/main" id="{4114DC7E-419F-46A0-871B-31325BE364F1}"/>
                  </a:ext>
                </a:extLst>
              </p:cNvPr>
              <p:cNvSpPr txBox="1"/>
              <p:nvPr/>
            </p:nvSpPr>
            <p:spPr>
              <a:xfrm>
                <a:off x="5517336" y="5260072"/>
                <a:ext cx="612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578" name="文字方塊 577">
                <a:extLst>
                  <a:ext uri="{FF2B5EF4-FFF2-40B4-BE49-F238E27FC236}">
                    <a16:creationId xmlns:a16="http://schemas.microsoft.com/office/drawing/2014/main" id="{4114DC7E-419F-46A0-871B-31325BE36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336" y="5260072"/>
                <a:ext cx="61212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9" name="直線接點 578">
            <a:extLst>
              <a:ext uri="{FF2B5EF4-FFF2-40B4-BE49-F238E27FC236}">
                <a16:creationId xmlns:a16="http://schemas.microsoft.com/office/drawing/2014/main" id="{42D03F12-E771-4EDE-AB3D-B097BE12DB4E}"/>
              </a:ext>
            </a:extLst>
          </p:cNvPr>
          <p:cNvCxnSpPr>
            <a:cxnSpLocks/>
          </p:cNvCxnSpPr>
          <p:nvPr/>
        </p:nvCxnSpPr>
        <p:spPr>
          <a:xfrm flipV="1">
            <a:off x="6254639" y="5937835"/>
            <a:ext cx="209318" cy="20250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0" name="文字方塊 579">
                <a:extLst>
                  <a:ext uri="{FF2B5EF4-FFF2-40B4-BE49-F238E27FC236}">
                    <a16:creationId xmlns:a16="http://schemas.microsoft.com/office/drawing/2014/main" id="{1D034439-611B-43B3-8283-C696FC5A741D}"/>
                  </a:ext>
                </a:extLst>
              </p:cNvPr>
              <p:cNvSpPr txBox="1"/>
              <p:nvPr/>
            </p:nvSpPr>
            <p:spPr>
              <a:xfrm>
                <a:off x="5464292" y="5509130"/>
                <a:ext cx="715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0" name="文字方塊 579">
                <a:extLst>
                  <a:ext uri="{FF2B5EF4-FFF2-40B4-BE49-F238E27FC236}">
                    <a16:creationId xmlns:a16="http://schemas.microsoft.com/office/drawing/2014/main" id="{1D034439-611B-43B3-8283-C696FC5A7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292" y="5509130"/>
                <a:ext cx="715550" cy="276999"/>
              </a:xfrm>
              <a:prstGeom prst="rect">
                <a:avLst/>
              </a:prstGeom>
              <a:blipFill>
                <a:blip r:embed="rId25"/>
                <a:stretch>
                  <a:fillRect t="-100000" r="-36441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1" name="文字方塊 580">
                <a:extLst>
                  <a:ext uri="{FF2B5EF4-FFF2-40B4-BE49-F238E27FC236}">
                    <a16:creationId xmlns:a16="http://schemas.microsoft.com/office/drawing/2014/main" id="{C612DB45-D73D-4521-9654-0B4DDC305854}"/>
                  </a:ext>
                </a:extLst>
              </p:cNvPr>
              <p:cNvSpPr txBox="1"/>
              <p:nvPr/>
            </p:nvSpPr>
            <p:spPr>
              <a:xfrm>
                <a:off x="5415590" y="6569560"/>
                <a:ext cx="812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1" name="文字方塊 580">
                <a:extLst>
                  <a:ext uri="{FF2B5EF4-FFF2-40B4-BE49-F238E27FC236}">
                    <a16:creationId xmlns:a16="http://schemas.microsoft.com/office/drawing/2014/main" id="{C612DB45-D73D-4521-9654-0B4DDC305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590" y="6569560"/>
                <a:ext cx="812954" cy="276999"/>
              </a:xfrm>
              <a:prstGeom prst="rect">
                <a:avLst/>
              </a:prstGeom>
              <a:blipFill>
                <a:blip r:embed="rId38"/>
                <a:stretch>
                  <a:fillRect t="-100000" r="-33582" b="-1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2" name="文字方塊 581">
                <a:extLst>
                  <a:ext uri="{FF2B5EF4-FFF2-40B4-BE49-F238E27FC236}">
                    <a16:creationId xmlns:a16="http://schemas.microsoft.com/office/drawing/2014/main" id="{8B2F05B5-4832-430F-B4B8-4AA3B88E0549}"/>
                  </a:ext>
                </a:extLst>
              </p:cNvPr>
              <p:cNvSpPr txBox="1"/>
              <p:nvPr/>
            </p:nvSpPr>
            <p:spPr>
              <a:xfrm rot="5400000">
                <a:off x="6102244" y="4920413"/>
                <a:ext cx="337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582" name="文字方塊 581">
                <a:extLst>
                  <a:ext uri="{FF2B5EF4-FFF2-40B4-BE49-F238E27FC236}">
                    <a16:creationId xmlns:a16="http://schemas.microsoft.com/office/drawing/2014/main" id="{8B2F05B5-4832-430F-B4B8-4AA3B88E0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102244" y="4920413"/>
                <a:ext cx="337468" cy="307777"/>
              </a:xfrm>
              <a:prstGeom prst="rect">
                <a:avLst/>
              </a:prstGeom>
              <a:blipFill>
                <a:blip r:embed="rId28"/>
                <a:stretch>
                  <a:fillRect b="-1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文字方塊 582">
                <a:extLst>
                  <a:ext uri="{FF2B5EF4-FFF2-40B4-BE49-F238E27FC236}">
                    <a16:creationId xmlns:a16="http://schemas.microsoft.com/office/drawing/2014/main" id="{4F4F0FE0-46C7-4FF6-90EB-1DF22E1D20F2}"/>
                  </a:ext>
                </a:extLst>
              </p:cNvPr>
              <p:cNvSpPr txBox="1"/>
              <p:nvPr/>
            </p:nvSpPr>
            <p:spPr>
              <a:xfrm>
                <a:off x="5239542" y="6826994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3" name="文字方塊 582">
                <a:extLst>
                  <a:ext uri="{FF2B5EF4-FFF2-40B4-BE49-F238E27FC236}">
                    <a16:creationId xmlns:a16="http://schemas.microsoft.com/office/drawing/2014/main" id="{4F4F0FE0-46C7-4FF6-90EB-1DF22E1D2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42" y="6826994"/>
                <a:ext cx="1150186" cy="276999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4" name="文字方塊 583">
                <a:extLst>
                  <a:ext uri="{FF2B5EF4-FFF2-40B4-BE49-F238E27FC236}">
                    <a16:creationId xmlns:a16="http://schemas.microsoft.com/office/drawing/2014/main" id="{09B01C40-63BB-41EF-B7AE-CEC19B3BA762}"/>
                  </a:ext>
                </a:extLst>
              </p:cNvPr>
              <p:cNvSpPr txBox="1"/>
              <p:nvPr/>
            </p:nvSpPr>
            <p:spPr>
              <a:xfrm>
                <a:off x="4477749" y="5254543"/>
                <a:ext cx="969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4" name="文字方塊 583">
                <a:extLst>
                  <a:ext uri="{FF2B5EF4-FFF2-40B4-BE49-F238E27FC236}">
                    <a16:creationId xmlns:a16="http://schemas.microsoft.com/office/drawing/2014/main" id="{09B01C40-63BB-41EF-B7AE-CEC19B3BA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49" y="5254543"/>
                <a:ext cx="969490" cy="276999"/>
              </a:xfrm>
              <a:prstGeom prst="rect">
                <a:avLst/>
              </a:prstGeom>
              <a:blipFill>
                <a:blip r:embed="rId6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5" name="文字方塊 584">
                <a:extLst>
                  <a:ext uri="{FF2B5EF4-FFF2-40B4-BE49-F238E27FC236}">
                    <a16:creationId xmlns:a16="http://schemas.microsoft.com/office/drawing/2014/main" id="{75DFF2D7-1843-4F98-ADB6-16D1DCF26BF8}"/>
                  </a:ext>
                </a:extLst>
              </p:cNvPr>
              <p:cNvSpPr txBox="1"/>
              <p:nvPr/>
            </p:nvSpPr>
            <p:spPr>
              <a:xfrm>
                <a:off x="4591563" y="6262656"/>
                <a:ext cx="74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5" name="文字方塊 584">
                <a:extLst>
                  <a:ext uri="{FF2B5EF4-FFF2-40B4-BE49-F238E27FC236}">
                    <a16:creationId xmlns:a16="http://schemas.microsoft.com/office/drawing/2014/main" id="{75DFF2D7-1843-4F98-ADB6-16D1DCF26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563" y="6262656"/>
                <a:ext cx="741862" cy="276999"/>
              </a:xfrm>
              <a:prstGeom prst="rect">
                <a:avLst/>
              </a:prstGeom>
              <a:blipFill>
                <a:blip r:embed="rId7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6" name="文字方塊 585">
                <a:extLst>
                  <a:ext uri="{FF2B5EF4-FFF2-40B4-BE49-F238E27FC236}">
                    <a16:creationId xmlns:a16="http://schemas.microsoft.com/office/drawing/2014/main" id="{DED85B00-0CE2-4F7F-82BA-728309847425}"/>
                  </a:ext>
                </a:extLst>
              </p:cNvPr>
              <p:cNvSpPr txBox="1"/>
              <p:nvPr/>
            </p:nvSpPr>
            <p:spPr>
              <a:xfrm>
                <a:off x="6261406" y="5254543"/>
                <a:ext cx="115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6" name="文字方塊 585">
                <a:extLst>
                  <a:ext uri="{FF2B5EF4-FFF2-40B4-BE49-F238E27FC236}">
                    <a16:creationId xmlns:a16="http://schemas.microsoft.com/office/drawing/2014/main" id="{DED85B00-0CE2-4F7F-82BA-728309847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406" y="5254543"/>
                <a:ext cx="1150186" cy="276999"/>
              </a:xfrm>
              <a:prstGeom prst="rect">
                <a:avLst/>
              </a:prstGeom>
              <a:blipFill>
                <a:blip r:embed="rId7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7" name="文字方塊 586">
                <a:extLst>
                  <a:ext uri="{FF2B5EF4-FFF2-40B4-BE49-F238E27FC236}">
                    <a16:creationId xmlns:a16="http://schemas.microsoft.com/office/drawing/2014/main" id="{93AB8760-80F9-4A09-98A9-CD5FCF01D6B6}"/>
                  </a:ext>
                </a:extLst>
              </p:cNvPr>
              <p:cNvSpPr txBox="1"/>
              <p:nvPr/>
            </p:nvSpPr>
            <p:spPr>
              <a:xfrm>
                <a:off x="6342399" y="6262656"/>
                <a:ext cx="98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587" name="文字方塊 586">
                <a:extLst>
                  <a:ext uri="{FF2B5EF4-FFF2-40B4-BE49-F238E27FC236}">
                    <a16:creationId xmlns:a16="http://schemas.microsoft.com/office/drawing/2014/main" id="{93AB8760-80F9-4A09-98A9-CD5FCF01D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399" y="6262656"/>
                <a:ext cx="988200" cy="276999"/>
              </a:xfrm>
              <a:prstGeom prst="rect">
                <a:avLst/>
              </a:prstGeom>
              <a:blipFill>
                <a:blip r:embed="rId7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8" name="文字方塊 587">
                <a:extLst>
                  <a:ext uri="{FF2B5EF4-FFF2-40B4-BE49-F238E27FC236}">
                    <a16:creationId xmlns:a16="http://schemas.microsoft.com/office/drawing/2014/main" id="{E3F1BEA1-33F4-4910-A134-486752ED9128}"/>
                  </a:ext>
                </a:extLst>
              </p:cNvPr>
              <p:cNvSpPr txBox="1"/>
              <p:nvPr/>
            </p:nvSpPr>
            <p:spPr>
              <a:xfrm>
                <a:off x="3023878" y="5897516"/>
                <a:ext cx="1139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8" name="文字方塊 587">
                <a:extLst>
                  <a:ext uri="{FF2B5EF4-FFF2-40B4-BE49-F238E27FC236}">
                    <a16:creationId xmlns:a16="http://schemas.microsoft.com/office/drawing/2014/main" id="{E3F1BEA1-33F4-4910-A134-486752ED9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878" y="5897516"/>
                <a:ext cx="1139107" cy="369332"/>
              </a:xfrm>
              <a:prstGeom prst="rect">
                <a:avLst/>
              </a:prstGeom>
              <a:blipFill>
                <a:blip r:embed="rId7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9" name="文字方塊 588">
                <a:extLst>
                  <a:ext uri="{FF2B5EF4-FFF2-40B4-BE49-F238E27FC236}">
                    <a16:creationId xmlns:a16="http://schemas.microsoft.com/office/drawing/2014/main" id="{EF955419-B9CB-41D8-A41A-3327B8013E08}"/>
                  </a:ext>
                </a:extLst>
              </p:cNvPr>
              <p:cNvSpPr txBox="1"/>
              <p:nvPr/>
            </p:nvSpPr>
            <p:spPr>
              <a:xfrm>
                <a:off x="7230764" y="5897516"/>
                <a:ext cx="12993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9" name="文字方塊 588">
                <a:extLst>
                  <a:ext uri="{FF2B5EF4-FFF2-40B4-BE49-F238E27FC236}">
                    <a16:creationId xmlns:a16="http://schemas.microsoft.com/office/drawing/2014/main" id="{EF955419-B9CB-41D8-A41A-3327B8013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64" y="5897516"/>
                <a:ext cx="1299330" cy="369332"/>
              </a:xfrm>
              <a:prstGeom prst="rect">
                <a:avLst/>
              </a:prstGeom>
              <a:blipFill>
                <a:blip r:embed="rId7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0" name="文字方塊 589">
                <a:extLst>
                  <a:ext uri="{FF2B5EF4-FFF2-40B4-BE49-F238E27FC236}">
                    <a16:creationId xmlns:a16="http://schemas.microsoft.com/office/drawing/2014/main" id="{B017BA11-6542-4535-BD1C-595F9701A8D2}"/>
                  </a:ext>
                </a:extLst>
              </p:cNvPr>
              <p:cNvSpPr txBox="1"/>
              <p:nvPr/>
            </p:nvSpPr>
            <p:spPr>
              <a:xfrm>
                <a:off x="51248" y="4043953"/>
                <a:ext cx="2365912" cy="422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sz="1900" b="1" i="1" dirty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 −1,−1,1 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590" name="文字方塊 589">
                <a:extLst>
                  <a:ext uri="{FF2B5EF4-FFF2-40B4-BE49-F238E27FC236}">
                    <a16:creationId xmlns:a16="http://schemas.microsoft.com/office/drawing/2014/main" id="{B017BA11-6542-4535-BD1C-595F9701A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8" y="4043953"/>
                <a:ext cx="2365912" cy="422808"/>
              </a:xfrm>
              <a:prstGeom prst="rect">
                <a:avLst/>
              </a:prstGeom>
              <a:blipFill>
                <a:blip r:embed="rId75"/>
                <a:stretch>
                  <a:fillRect t="-285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8E70D754-D766-4CE4-8F4C-276F46FBBA6C}"/>
                  </a:ext>
                </a:extLst>
              </p:cNvPr>
              <p:cNvSpPr txBox="1"/>
              <p:nvPr/>
            </p:nvSpPr>
            <p:spPr>
              <a:xfrm>
                <a:off x="4239411" y="4043953"/>
                <a:ext cx="2365912" cy="422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sz="1900" b="1" i="1" dirty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1, −1,−1,−1 </m:t>
                              </m:r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>
          <p:sp>
            <p:nvSpPr>
              <p:cNvPr id="591" name="文字方塊 590">
                <a:extLst>
                  <a:ext uri="{FF2B5EF4-FFF2-40B4-BE49-F238E27FC236}">
                    <a16:creationId xmlns:a16="http://schemas.microsoft.com/office/drawing/2014/main" id="{8E70D754-D766-4CE4-8F4C-276F46FBB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411" y="4043953"/>
                <a:ext cx="2365912" cy="422808"/>
              </a:xfrm>
              <a:prstGeom prst="rect">
                <a:avLst/>
              </a:prstGeom>
              <a:blipFill>
                <a:blip r:embed="rId76"/>
                <a:stretch>
                  <a:fillRect t="-285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04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9949</TotalTime>
  <Words>239</Words>
  <Application>Microsoft Office PowerPoint</Application>
  <PresentationFormat>自訂</PresentationFormat>
  <Paragraphs>129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90</cp:revision>
  <dcterms:created xsi:type="dcterms:W3CDTF">2026-04-27T03:03:02Z</dcterms:created>
  <dcterms:modified xsi:type="dcterms:W3CDTF">2026-07-11T09:31:25Z</dcterms:modified>
</cp:coreProperties>
</file>