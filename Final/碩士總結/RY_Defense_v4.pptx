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405" r:id="rId3"/>
    <p:sldId id="408" r:id="rId4"/>
    <p:sldId id="406" r:id="rId5"/>
    <p:sldId id="259" r:id="rId6"/>
    <p:sldId id="415" r:id="rId7"/>
    <p:sldId id="402" r:id="rId8"/>
    <p:sldId id="413" r:id="rId9"/>
    <p:sldId id="410" r:id="rId10"/>
    <p:sldId id="419" r:id="rId11"/>
    <p:sldId id="421" r:id="rId12"/>
    <p:sldId id="262" r:id="rId13"/>
    <p:sldId id="412" r:id="rId14"/>
    <p:sldId id="418" r:id="rId15"/>
    <p:sldId id="414" r:id="rId16"/>
    <p:sldId id="263" r:id="rId17"/>
    <p:sldId id="422" r:id="rId18"/>
    <p:sldId id="423" r:id="rId19"/>
    <p:sldId id="424" r:id="rId20"/>
    <p:sldId id="26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FF14"/>
    <a:srgbClr val="DEDEDE"/>
    <a:srgbClr val="F2F2F2"/>
    <a:srgbClr val="595959"/>
    <a:srgbClr val="F67C2A"/>
    <a:srgbClr val="F67C29"/>
    <a:srgbClr val="FF9933"/>
    <a:srgbClr val="FFB5B5"/>
    <a:srgbClr val="FFF2E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1335" autoAdjust="0"/>
  </p:normalViewPr>
  <p:slideViewPr>
    <p:cSldViewPr snapToGrid="0">
      <p:cViewPr>
        <p:scale>
          <a:sx n="75" d="100"/>
          <a:sy n="75" d="100"/>
        </p:scale>
        <p:origin x="53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2026/7/24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26" Type="http://schemas.openxmlformats.org/officeDocument/2006/relationships/image" Target="../media/image1310.png"/><Relationship Id="rId3" Type="http://schemas.openxmlformats.org/officeDocument/2006/relationships/image" Target="../media/image2.png"/><Relationship Id="rId21" Type="http://schemas.openxmlformats.org/officeDocument/2006/relationships/image" Target="../media/image810.png"/><Relationship Id="rId7" Type="http://schemas.openxmlformats.org/officeDocument/2006/relationships/image" Target="../media/image6.png"/><Relationship Id="rId12" Type="http://schemas.openxmlformats.org/officeDocument/2006/relationships/image" Target="../media/image56.png"/><Relationship Id="rId17" Type="http://schemas.openxmlformats.org/officeDocument/2006/relationships/image" Target="../media/image10.png"/><Relationship Id="rId25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8.png"/><Relationship Id="rId23" Type="http://schemas.openxmlformats.org/officeDocument/2006/relationships/image" Target="../media/image11.png"/><Relationship Id="rId28" Type="http://schemas.openxmlformats.org/officeDocument/2006/relationships/image" Target="../media/image13.png"/><Relationship Id="rId10" Type="http://schemas.openxmlformats.org/officeDocument/2006/relationships/image" Target="../media/image18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14" Type="http://schemas.openxmlformats.org/officeDocument/2006/relationships/image" Target="../media/image7.png"/><Relationship Id="rId22" Type="http://schemas.openxmlformats.org/officeDocument/2006/relationships/image" Target="../media/image910.png"/><Relationship Id="rId27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9" Type="http://schemas.openxmlformats.org/officeDocument/2006/relationships/image" Target="../media/image44.png"/><Relationship Id="rId21" Type="http://schemas.openxmlformats.org/officeDocument/2006/relationships/image" Target="../media/image33.png"/><Relationship Id="rId34" Type="http://schemas.openxmlformats.org/officeDocument/2006/relationships/image" Target="../media/image60.png"/><Relationship Id="rId42" Type="http://schemas.openxmlformats.org/officeDocument/2006/relationships/image" Target="../media/image47.png"/><Relationship Id="rId7" Type="http://schemas.openxmlformats.org/officeDocument/2006/relationships/image" Target="../media/image1710.png"/><Relationship Id="rId12" Type="http://schemas.openxmlformats.org/officeDocument/2006/relationships/image" Target="../media/image22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59.png"/><Relationship Id="rId38" Type="http://schemas.openxmlformats.org/officeDocument/2006/relationships/image" Target="../media/image43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1.png"/><Relationship Id="rId24" Type="http://schemas.openxmlformats.org/officeDocument/2006/relationships/image" Target="../media/image36.png"/><Relationship Id="rId32" Type="http://schemas.openxmlformats.org/officeDocument/2006/relationships/image" Target="../media/image580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5" Type="http://schemas.openxmlformats.org/officeDocument/2006/relationships/image" Target="../media/image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3.png"/><Relationship Id="rId36" Type="http://schemas.openxmlformats.org/officeDocument/2006/relationships/image" Target="../media/image41.png"/><Relationship Id="rId10" Type="http://schemas.openxmlformats.org/officeDocument/2006/relationships/image" Target="../media/image20.png"/><Relationship Id="rId19" Type="http://schemas.openxmlformats.org/officeDocument/2006/relationships/image" Target="../media/image31.png"/><Relationship Id="rId31" Type="http://schemas.openxmlformats.org/officeDocument/2006/relationships/image" Target="../media/image570.png"/><Relationship Id="rId4" Type="http://schemas.openxmlformats.org/officeDocument/2006/relationships/image" Target="../media/image17.png"/><Relationship Id="rId9" Type="http://schemas.openxmlformats.org/officeDocument/2006/relationships/image" Target="../media/image5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5" Type="http://schemas.openxmlformats.org/officeDocument/2006/relationships/image" Target="../media/image40.png"/><Relationship Id="rId8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0.png"/><Relationship Id="rId39" Type="http://schemas.openxmlformats.org/officeDocument/2006/relationships/image" Target="../media/image27.png"/><Relationship Id="rId3" Type="http://schemas.openxmlformats.org/officeDocument/2006/relationships/image" Target="../media/image450.png"/><Relationship Id="rId21" Type="http://schemas.openxmlformats.org/officeDocument/2006/relationships/image" Target="../media/image350.png"/><Relationship Id="rId34" Type="http://schemas.openxmlformats.org/officeDocument/2006/relationships/image" Target="../media/image6.png"/><Relationship Id="rId42" Type="http://schemas.openxmlformats.org/officeDocument/2006/relationships/image" Target="../media/image31.png"/><Relationship Id="rId25" Type="http://schemas.openxmlformats.org/officeDocument/2006/relationships/image" Target="../media/image280.png"/><Relationship Id="rId33" Type="http://schemas.openxmlformats.org/officeDocument/2006/relationships/image" Target="../media/image1710.png"/><Relationship Id="rId38" Type="http://schemas.openxmlformats.org/officeDocument/2006/relationships/image" Target="../media/image26.png"/><Relationship Id="rId2" Type="http://schemas.openxmlformats.org/officeDocument/2006/relationships/image" Target="../media/image48.png"/><Relationship Id="rId29" Type="http://schemas.openxmlformats.org/officeDocument/2006/relationships/image" Target="../media/image480.png"/><Relationship Id="rId41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.png"/><Relationship Id="rId32" Type="http://schemas.openxmlformats.org/officeDocument/2006/relationships/image" Target="../media/image7.png"/><Relationship Id="rId37" Type="http://schemas.openxmlformats.org/officeDocument/2006/relationships/image" Target="../media/image23.png"/><Relationship Id="rId40" Type="http://schemas.openxmlformats.org/officeDocument/2006/relationships/image" Target="../media/image28.png"/><Relationship Id="rId23" Type="http://schemas.openxmlformats.org/officeDocument/2006/relationships/image" Target="../media/image440.png"/><Relationship Id="rId28" Type="http://schemas.openxmlformats.org/officeDocument/2006/relationships/image" Target="../media/image14.png"/><Relationship Id="rId36" Type="http://schemas.openxmlformats.org/officeDocument/2006/relationships/image" Target="../media/image22.png"/><Relationship Id="rId31" Type="http://schemas.openxmlformats.org/officeDocument/2006/relationships/image" Target="../media/image8.png"/><Relationship Id="rId44" Type="http://schemas.openxmlformats.org/officeDocument/2006/relationships/image" Target="../media/image33.png"/><Relationship Id="rId9" Type="http://schemas.openxmlformats.org/officeDocument/2006/relationships/image" Target="../media/image300.png"/><Relationship Id="rId27" Type="http://schemas.openxmlformats.org/officeDocument/2006/relationships/image" Target="../media/image470.png"/><Relationship Id="rId30" Type="http://schemas.openxmlformats.org/officeDocument/2006/relationships/image" Target="../media/image49.png"/><Relationship Id="rId35" Type="http://schemas.openxmlformats.org/officeDocument/2006/relationships/image" Target="../media/image21.png"/><Relationship Id="rId43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3" Type="http://schemas.openxmlformats.org/officeDocument/2006/relationships/image" Target="../media/image54.png"/><Relationship Id="rId21" Type="http://schemas.openxmlformats.org/officeDocument/2006/relationships/image" Target="../media/image1.png"/><Relationship Id="rId34" Type="http://schemas.openxmlformats.org/officeDocument/2006/relationships/image" Target="../media/image98.png"/><Relationship Id="rId7" Type="http://schemas.openxmlformats.org/officeDocument/2006/relationships/image" Target="../media/image3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57.png"/><Relationship Id="rId33" Type="http://schemas.openxmlformats.org/officeDocument/2006/relationships/image" Target="../media/image97.png"/><Relationship Id="rId2" Type="http://schemas.openxmlformats.org/officeDocument/2006/relationships/image" Target="../media/image53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32" Type="http://schemas.openxmlformats.org/officeDocument/2006/relationships/image" Target="../media/image96.png"/><Relationship Id="rId5" Type="http://schemas.openxmlformats.org/officeDocument/2006/relationships/image" Target="../media/image56.sv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31" Type="http://schemas.openxmlformats.org/officeDocument/2006/relationships/image" Target="../media/image95.png"/><Relationship Id="rId4" Type="http://schemas.openxmlformats.org/officeDocument/2006/relationships/image" Target="../media/image55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Relationship Id="rId35" Type="http://schemas.openxmlformats.org/officeDocument/2006/relationships/image" Target="../media/image99.png"/><Relationship Id="rId8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png"/><Relationship Id="rId13" Type="http://schemas.openxmlformats.org/officeDocument/2006/relationships/image" Target="../media/image103.png"/><Relationship Id="rId18" Type="http://schemas.openxmlformats.org/officeDocument/2006/relationships/image" Target="../media/image870.png"/><Relationship Id="rId26" Type="http://schemas.openxmlformats.org/officeDocument/2006/relationships/image" Target="../media/image62.png"/><Relationship Id="rId3" Type="http://schemas.openxmlformats.org/officeDocument/2006/relationships/image" Target="../media/image61.png"/><Relationship Id="rId21" Type="http://schemas.openxmlformats.org/officeDocument/2006/relationships/image" Target="../media/image900.png"/><Relationship Id="rId34" Type="http://schemas.openxmlformats.org/officeDocument/2006/relationships/image" Target="../media/image811.png"/><Relationship Id="rId7" Type="http://schemas.openxmlformats.org/officeDocument/2006/relationships/image" Target="../media/image3.png"/><Relationship Id="rId12" Type="http://schemas.openxmlformats.org/officeDocument/2006/relationships/image" Target="../media/image830.png"/><Relationship Id="rId17" Type="http://schemas.openxmlformats.org/officeDocument/2006/relationships/image" Target="../media/image860.png"/><Relationship Id="rId25" Type="http://schemas.openxmlformats.org/officeDocument/2006/relationships/image" Target="../media/image107.png"/><Relationship Id="rId33" Type="http://schemas.openxmlformats.org/officeDocument/2006/relationships/image" Target="../media/image800.png"/><Relationship Id="rId2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820.png"/><Relationship Id="rId24" Type="http://schemas.openxmlformats.org/officeDocument/2006/relationships/image" Target="../media/image106.png"/><Relationship Id="rId32" Type="http://schemas.openxmlformats.org/officeDocument/2006/relationships/image" Target="../media/image790.png"/><Relationship Id="rId5" Type="http://schemas.openxmlformats.org/officeDocument/2006/relationships/image" Target="../media/image56.svg"/><Relationship Id="rId23" Type="http://schemas.openxmlformats.org/officeDocument/2006/relationships/image" Target="../media/image105.png"/><Relationship Id="rId28" Type="http://schemas.openxmlformats.org/officeDocument/2006/relationships/image" Target="../media/image110.png"/><Relationship Id="rId10" Type="http://schemas.openxmlformats.org/officeDocument/2006/relationships/image" Target="../media/image770.png"/><Relationship Id="rId19" Type="http://schemas.openxmlformats.org/officeDocument/2006/relationships/image" Target="../media/image880.png"/><Relationship Id="rId31" Type="http://schemas.openxmlformats.org/officeDocument/2006/relationships/image" Target="../media/image780.png"/><Relationship Id="rId4" Type="http://schemas.openxmlformats.org/officeDocument/2006/relationships/image" Target="../media/image55.png"/><Relationship Id="rId9" Type="http://schemas.openxmlformats.org/officeDocument/2006/relationships/image" Target="../media/image102.png"/><Relationship Id="rId14" Type="http://schemas.openxmlformats.org/officeDocument/2006/relationships/image" Target="../media/image1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Relationship Id="rId30" Type="http://schemas.openxmlformats.org/officeDocument/2006/relationships/image" Target="../media/image7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26" Type="http://schemas.openxmlformats.org/officeDocument/2006/relationships/image" Target="../media/image119.png"/><Relationship Id="rId39" Type="http://schemas.openxmlformats.org/officeDocument/2006/relationships/image" Target="../media/image73.png"/><Relationship Id="rId3" Type="http://schemas.openxmlformats.org/officeDocument/2006/relationships/image" Target="../media/image64.png"/><Relationship Id="rId34" Type="http://schemas.openxmlformats.org/officeDocument/2006/relationships/image" Target="../media/image126.png"/><Relationship Id="rId42" Type="http://schemas.openxmlformats.org/officeDocument/2006/relationships/image" Target="../media/image129.png"/><Relationship Id="rId47" Type="http://schemas.openxmlformats.org/officeDocument/2006/relationships/image" Target="../media/image112.png"/><Relationship Id="rId7" Type="http://schemas.openxmlformats.org/officeDocument/2006/relationships/image" Target="../media/image68.png"/><Relationship Id="rId33" Type="http://schemas.openxmlformats.org/officeDocument/2006/relationships/image" Target="../media/image125.png"/><Relationship Id="rId46" Type="http://schemas.openxmlformats.org/officeDocument/2006/relationships/image" Target="../media/image1.png"/><Relationship Id="rId2" Type="http://schemas.openxmlformats.org/officeDocument/2006/relationships/image" Target="../media/image63.png"/><Relationship Id="rId29" Type="http://schemas.openxmlformats.org/officeDocument/2006/relationships/image" Target="../media/image122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24" Type="http://schemas.openxmlformats.org/officeDocument/2006/relationships/image" Target="../media/image66.png"/><Relationship Id="rId32" Type="http://schemas.openxmlformats.org/officeDocument/2006/relationships/image" Target="../media/image93.png"/><Relationship Id="rId40" Type="http://schemas.openxmlformats.org/officeDocument/2006/relationships/image" Target="../media/image127.png"/><Relationship Id="rId45" Type="http://schemas.openxmlformats.org/officeDocument/2006/relationships/image" Target="../media/image132.png"/><Relationship Id="rId5" Type="http://schemas.openxmlformats.org/officeDocument/2006/relationships/image" Target="../media/image55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49" Type="http://schemas.openxmlformats.org/officeDocument/2006/relationships/image" Target="../media/image115.png"/><Relationship Id="rId31" Type="http://schemas.openxmlformats.org/officeDocument/2006/relationships/image" Target="../media/image89.png"/><Relationship Id="rId44" Type="http://schemas.openxmlformats.org/officeDocument/2006/relationships/image" Target="../media/image131.png"/><Relationship Id="rId4" Type="http://schemas.openxmlformats.org/officeDocument/2006/relationships/image" Target="../media/image65.png"/><Relationship Id="rId22" Type="http://schemas.openxmlformats.org/officeDocument/2006/relationships/image" Target="../media/image850.png"/><Relationship Id="rId27" Type="http://schemas.openxmlformats.org/officeDocument/2006/relationships/image" Target="../media/image70.png"/><Relationship Id="rId30" Type="http://schemas.openxmlformats.org/officeDocument/2006/relationships/image" Target="../media/image85.png"/><Relationship Id="rId35" Type="http://schemas.openxmlformats.org/officeDocument/2006/relationships/image" Target="../media/image108.png"/><Relationship Id="rId43" Type="http://schemas.openxmlformats.org/officeDocument/2006/relationships/image" Target="../media/image130.png"/><Relationship Id="rId48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47" Type="http://schemas.openxmlformats.org/officeDocument/2006/relationships/image" Target="../media/image116.png"/><Relationship Id="rId50" Type="http://schemas.openxmlformats.org/officeDocument/2006/relationships/image" Target="../media/image132.png"/><Relationship Id="rId55" Type="http://schemas.openxmlformats.org/officeDocument/2006/relationships/image" Target="../media/image69.png"/><Relationship Id="rId63" Type="http://schemas.openxmlformats.org/officeDocument/2006/relationships/image" Target="../media/image139.png"/><Relationship Id="rId68" Type="http://schemas.openxmlformats.org/officeDocument/2006/relationships/image" Target="../media/image64.png"/><Relationship Id="rId34" Type="http://schemas.openxmlformats.org/officeDocument/2006/relationships/image" Target="../media/image126.png"/><Relationship Id="rId76" Type="http://schemas.openxmlformats.org/officeDocument/2006/relationships/image" Target="../media/image147.png"/><Relationship Id="rId7" Type="http://schemas.openxmlformats.org/officeDocument/2006/relationships/image" Target="../media/image130.png"/><Relationship Id="rId59" Type="http://schemas.openxmlformats.org/officeDocument/2006/relationships/image" Target="../media/image123.png"/><Relationship Id="rId67" Type="http://schemas.openxmlformats.org/officeDocument/2006/relationships/image" Target="../media/image63.png"/><Relationship Id="rId33" Type="http://schemas.openxmlformats.org/officeDocument/2006/relationships/image" Target="../media/image125.png"/><Relationship Id="rId71" Type="http://schemas.openxmlformats.org/officeDocument/2006/relationships/image" Target="../media/image145.png"/><Relationship Id="rId2" Type="http://schemas.openxmlformats.org/officeDocument/2006/relationships/image" Target="../media/image55.png"/><Relationship Id="rId54" Type="http://schemas.openxmlformats.org/officeDocument/2006/relationships/image" Target="../media/image120.png"/><Relationship Id="rId62" Type="http://schemas.openxmlformats.org/officeDocument/2006/relationships/image" Target="../media/image134.png"/><Relationship Id="rId29" Type="http://schemas.openxmlformats.org/officeDocument/2006/relationships/image" Target="../media/image122.png"/><Relationship Id="rId70" Type="http://schemas.openxmlformats.org/officeDocument/2006/relationships/image" Target="../media/image144.png"/><Relationship Id="rId75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3" Type="http://schemas.openxmlformats.org/officeDocument/2006/relationships/image" Target="../media/image118.png"/><Relationship Id="rId58" Type="http://schemas.openxmlformats.org/officeDocument/2006/relationships/image" Target="../media/image117.png"/><Relationship Id="rId66" Type="http://schemas.openxmlformats.org/officeDocument/2006/relationships/image" Target="../media/image142.png"/><Relationship Id="rId74" Type="http://schemas.openxmlformats.org/officeDocument/2006/relationships/image" Target="../media/image146.png"/><Relationship Id="rId49" Type="http://schemas.openxmlformats.org/officeDocument/2006/relationships/image" Target="../media/image131.png"/><Relationship Id="rId57" Type="http://schemas.openxmlformats.org/officeDocument/2006/relationships/image" Target="../media/image114.png"/><Relationship Id="rId61" Type="http://schemas.openxmlformats.org/officeDocument/2006/relationships/image" Target="../media/image133.png"/><Relationship Id="rId28" Type="http://schemas.openxmlformats.org/officeDocument/2006/relationships/image" Target="../media/image121.png"/><Relationship Id="rId52" Type="http://schemas.openxmlformats.org/officeDocument/2006/relationships/image" Target="../media/image128.png"/><Relationship Id="rId60" Type="http://schemas.openxmlformats.org/officeDocument/2006/relationships/image" Target="../media/image124.png"/><Relationship Id="rId65" Type="http://schemas.openxmlformats.org/officeDocument/2006/relationships/image" Target="../media/image141.png"/><Relationship Id="rId73" Type="http://schemas.openxmlformats.org/officeDocument/2006/relationships/image" Target="../media/image66.png"/><Relationship Id="rId56" Type="http://schemas.openxmlformats.org/officeDocument/2006/relationships/image" Target="../media/image100.png"/><Relationship Id="rId64" Type="http://schemas.openxmlformats.org/officeDocument/2006/relationships/image" Target="../media/image140.png"/><Relationship Id="rId69" Type="http://schemas.openxmlformats.org/officeDocument/2006/relationships/image" Target="../media/image143.png"/><Relationship Id="rId22" Type="http://schemas.openxmlformats.org/officeDocument/2006/relationships/image" Target="../media/image850.png"/><Relationship Id="rId8" Type="http://schemas.openxmlformats.org/officeDocument/2006/relationships/image" Target="../media/image67.png"/><Relationship Id="rId51" Type="http://schemas.openxmlformats.org/officeDocument/2006/relationships/image" Target="../media/image127.png"/><Relationship Id="rId72" Type="http://schemas.openxmlformats.org/officeDocument/2006/relationships/image" Target="../media/image3.png"/><Relationship Id="rId3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47" Type="http://schemas.openxmlformats.org/officeDocument/2006/relationships/image" Target="../media/image116.png"/><Relationship Id="rId50" Type="http://schemas.openxmlformats.org/officeDocument/2006/relationships/image" Target="../media/image132.png"/><Relationship Id="rId55" Type="http://schemas.openxmlformats.org/officeDocument/2006/relationships/image" Target="../media/image3.png"/><Relationship Id="rId63" Type="http://schemas.openxmlformats.org/officeDocument/2006/relationships/image" Target="../media/image152.png"/><Relationship Id="rId68" Type="http://schemas.openxmlformats.org/officeDocument/2006/relationships/image" Target="../media/image157.png"/><Relationship Id="rId76" Type="http://schemas.openxmlformats.org/officeDocument/2006/relationships/image" Target="../media/image164.png"/><Relationship Id="rId21" Type="http://schemas.openxmlformats.org/officeDocument/2006/relationships/image" Target="../media/image1470.png"/><Relationship Id="rId34" Type="http://schemas.openxmlformats.org/officeDocument/2006/relationships/image" Target="../media/image126.png"/><Relationship Id="rId84" Type="http://schemas.openxmlformats.org/officeDocument/2006/relationships/image" Target="../media/image154.png"/><Relationship Id="rId7" Type="http://schemas.openxmlformats.org/officeDocument/2006/relationships/image" Target="../media/image130.png"/><Relationship Id="rId71" Type="http://schemas.openxmlformats.org/officeDocument/2006/relationships/image" Target="../media/image138.png"/><Relationship Id="rId2" Type="http://schemas.openxmlformats.org/officeDocument/2006/relationships/image" Target="../media/image55.png"/><Relationship Id="rId29" Type="http://schemas.openxmlformats.org/officeDocument/2006/relationships/image" Target="../media/image122.png"/><Relationship Id="rId53" Type="http://schemas.openxmlformats.org/officeDocument/2006/relationships/image" Target="../media/image118.png"/><Relationship Id="rId58" Type="http://schemas.openxmlformats.org/officeDocument/2006/relationships/image" Target="../media/image108.png"/><Relationship Id="rId66" Type="http://schemas.openxmlformats.org/officeDocument/2006/relationships/image" Target="../media/image155.png"/><Relationship Id="rId74" Type="http://schemas.openxmlformats.org/officeDocument/2006/relationships/image" Target="../media/image162.png"/><Relationship Id="rId79" Type="http://schemas.openxmlformats.org/officeDocument/2006/relationships/image" Target="../media/image166.png"/><Relationship Id="rId32" Type="http://schemas.openxmlformats.org/officeDocument/2006/relationships/image" Target="../media/image1540.png"/><Relationship Id="rId49" Type="http://schemas.openxmlformats.org/officeDocument/2006/relationships/image" Target="../media/image131.png"/><Relationship Id="rId57" Type="http://schemas.openxmlformats.org/officeDocument/2006/relationships/image" Target="../media/image146.png"/><Relationship Id="rId61" Type="http://schemas.openxmlformats.org/officeDocument/2006/relationships/image" Target="../media/image150.png"/><Relationship Id="rId28" Type="http://schemas.openxmlformats.org/officeDocument/2006/relationships/image" Target="../media/image121.png"/><Relationship Id="rId82" Type="http://schemas.openxmlformats.org/officeDocument/2006/relationships/image" Target="../media/image144.png"/><Relationship Id="rId52" Type="http://schemas.openxmlformats.org/officeDocument/2006/relationships/image" Target="../media/image128.png"/><Relationship Id="rId60" Type="http://schemas.openxmlformats.org/officeDocument/2006/relationships/image" Target="../media/image1.png"/><Relationship Id="rId65" Type="http://schemas.openxmlformats.org/officeDocument/2006/relationships/image" Target="../media/image136.png"/><Relationship Id="rId73" Type="http://schemas.openxmlformats.org/officeDocument/2006/relationships/image" Target="../media/image148.png"/><Relationship Id="rId78" Type="http://schemas.openxmlformats.org/officeDocument/2006/relationships/image" Target="../media/image165.png"/><Relationship Id="rId81" Type="http://schemas.openxmlformats.org/officeDocument/2006/relationships/image" Target="../media/image143.png"/><Relationship Id="rId31" Type="http://schemas.openxmlformats.org/officeDocument/2006/relationships/image" Target="../media/image1530.png"/><Relationship Id="rId22" Type="http://schemas.openxmlformats.org/officeDocument/2006/relationships/image" Target="../media/image850.png"/><Relationship Id="rId56" Type="http://schemas.openxmlformats.org/officeDocument/2006/relationships/image" Target="../media/image66.png"/><Relationship Id="rId64" Type="http://schemas.openxmlformats.org/officeDocument/2006/relationships/image" Target="../media/image153.png"/><Relationship Id="rId69" Type="http://schemas.openxmlformats.org/officeDocument/2006/relationships/image" Target="../media/image158.png"/><Relationship Id="rId77" Type="http://schemas.openxmlformats.org/officeDocument/2006/relationships/image" Target="../media/image1480.png"/><Relationship Id="rId8" Type="http://schemas.openxmlformats.org/officeDocument/2006/relationships/image" Target="../media/image135.png"/><Relationship Id="rId51" Type="http://schemas.openxmlformats.org/officeDocument/2006/relationships/image" Target="../media/image127.png"/><Relationship Id="rId72" Type="http://schemas.openxmlformats.org/officeDocument/2006/relationships/image" Target="../media/image64.png"/><Relationship Id="rId80" Type="http://schemas.openxmlformats.org/officeDocument/2006/relationships/image" Target="../media/image63.png"/><Relationship Id="rId3" Type="http://schemas.openxmlformats.org/officeDocument/2006/relationships/image" Target="../media/image56.svg"/><Relationship Id="rId59" Type="http://schemas.openxmlformats.org/officeDocument/2006/relationships/image" Target="../media/image147.png"/><Relationship Id="rId67" Type="http://schemas.openxmlformats.org/officeDocument/2006/relationships/image" Target="../media/image156.png"/><Relationship Id="rId33" Type="http://schemas.openxmlformats.org/officeDocument/2006/relationships/image" Target="../media/image125.png"/><Relationship Id="rId54" Type="http://schemas.openxmlformats.org/officeDocument/2006/relationships/image" Target="../media/image149.png"/><Relationship Id="rId62" Type="http://schemas.openxmlformats.org/officeDocument/2006/relationships/image" Target="../media/image151.png"/><Relationship Id="rId70" Type="http://schemas.openxmlformats.org/officeDocument/2006/relationships/image" Target="../media/image137.png"/><Relationship Id="rId75" Type="http://schemas.openxmlformats.org/officeDocument/2006/relationships/image" Target="../media/image163.png"/><Relationship Id="rId83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.png"/><Relationship Id="rId18" Type="http://schemas.openxmlformats.org/officeDocument/2006/relationships/image" Target="../media/image171.png"/><Relationship Id="rId26" Type="http://schemas.openxmlformats.org/officeDocument/2006/relationships/image" Target="../media/image1790.png"/><Relationship Id="rId3" Type="http://schemas.openxmlformats.org/officeDocument/2006/relationships/image" Target="../media/image168.png"/><Relationship Id="rId21" Type="http://schemas.openxmlformats.org/officeDocument/2006/relationships/image" Target="../media/image179.png"/><Relationship Id="rId7" Type="http://schemas.openxmlformats.org/officeDocument/2006/relationships/image" Target="../media/image170.png"/><Relationship Id="rId12" Type="http://schemas.openxmlformats.org/officeDocument/2006/relationships/image" Target="../media/image161.svg"/><Relationship Id="rId17" Type="http://schemas.openxmlformats.org/officeDocument/2006/relationships/image" Target="../media/image14.png"/><Relationship Id="rId33" Type="http://schemas.openxmlformats.org/officeDocument/2006/relationships/image" Target="../media/image181.png"/><Relationship Id="rId2" Type="http://schemas.openxmlformats.org/officeDocument/2006/relationships/image" Target="../media/image57.png"/><Relationship Id="rId16" Type="http://schemas.openxmlformats.org/officeDocument/2006/relationships/image" Target="../media/image169.png"/><Relationship Id="rId20" Type="http://schemas.openxmlformats.org/officeDocument/2006/relationships/image" Target="../media/image178.png"/><Relationship Id="rId29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11" Type="http://schemas.openxmlformats.org/officeDocument/2006/relationships/image" Target="../media/image160.png"/><Relationship Id="rId32" Type="http://schemas.openxmlformats.org/officeDocument/2006/relationships/image" Target="../media/image180.png"/><Relationship Id="rId5" Type="http://schemas.openxmlformats.org/officeDocument/2006/relationships/image" Target="../media/image55.png"/><Relationship Id="rId15" Type="http://schemas.openxmlformats.org/officeDocument/2006/relationships/image" Target="../media/image167.png"/><Relationship Id="rId23" Type="http://schemas.openxmlformats.org/officeDocument/2006/relationships/image" Target="../media/image175.png"/><Relationship Id="rId28" Type="http://schemas.openxmlformats.org/officeDocument/2006/relationships/image" Target="../media/image6.png"/><Relationship Id="rId10" Type="http://schemas.openxmlformats.org/officeDocument/2006/relationships/image" Target="../media/image1680.png"/><Relationship Id="rId19" Type="http://schemas.openxmlformats.org/officeDocument/2006/relationships/image" Target="../media/image172.png"/><Relationship Id="rId31" Type="http://schemas.openxmlformats.org/officeDocument/2006/relationships/image" Target="../media/image177.png"/><Relationship Id="rId4" Type="http://schemas.openxmlformats.org/officeDocument/2006/relationships/image" Target="../media/image159.png"/><Relationship Id="rId14" Type="http://schemas.openxmlformats.org/officeDocument/2006/relationships/image" Target="../media/image173.png"/><Relationship Id="rId22" Type="http://schemas.openxmlformats.org/officeDocument/2006/relationships/image" Target="../media/image174.png"/><Relationship Id="rId27" Type="http://schemas.openxmlformats.org/officeDocument/2006/relationships/image" Target="../media/image1800.png"/><Relationship Id="rId30" Type="http://schemas.openxmlformats.org/officeDocument/2006/relationships/image" Target="../media/image176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1.svg"/><Relationship Id="rId18" Type="http://schemas.openxmlformats.org/officeDocument/2006/relationships/image" Target="../media/image188.png"/><Relationship Id="rId26" Type="http://schemas.openxmlformats.org/officeDocument/2006/relationships/image" Target="../media/image1810.png"/><Relationship Id="rId39" Type="http://schemas.openxmlformats.org/officeDocument/2006/relationships/image" Target="../media/image195.png"/><Relationship Id="rId21" Type="http://schemas.openxmlformats.org/officeDocument/2006/relationships/image" Target="../media/image12.png"/><Relationship Id="rId34" Type="http://schemas.openxmlformats.org/officeDocument/2006/relationships/image" Target="../media/image1900.png"/><Relationship Id="rId42" Type="http://schemas.openxmlformats.org/officeDocument/2006/relationships/image" Target="../media/image198.png"/><Relationship Id="rId47" Type="http://schemas.openxmlformats.org/officeDocument/2006/relationships/image" Target="../media/image203.png"/><Relationship Id="rId50" Type="http://schemas.openxmlformats.org/officeDocument/2006/relationships/image" Target="../media/image206.png"/><Relationship Id="rId7" Type="http://schemas.openxmlformats.org/officeDocument/2006/relationships/image" Target="../media/image62.png"/><Relationship Id="rId2" Type="http://schemas.openxmlformats.org/officeDocument/2006/relationships/image" Target="../media/image167.png"/><Relationship Id="rId16" Type="http://schemas.openxmlformats.org/officeDocument/2006/relationships/image" Target="../media/image1720.png"/><Relationship Id="rId29" Type="http://schemas.openxmlformats.org/officeDocument/2006/relationships/image" Target="../media/image1850.png"/><Relationship Id="rId11" Type="http://schemas.openxmlformats.org/officeDocument/2006/relationships/image" Target="../media/image1680.png"/><Relationship Id="rId24" Type="http://schemas.openxmlformats.org/officeDocument/2006/relationships/image" Target="../media/image1790.png"/><Relationship Id="rId32" Type="http://schemas.openxmlformats.org/officeDocument/2006/relationships/image" Target="../media/image1880.png"/><Relationship Id="rId37" Type="http://schemas.openxmlformats.org/officeDocument/2006/relationships/image" Target="../media/image185.png"/><Relationship Id="rId40" Type="http://schemas.openxmlformats.org/officeDocument/2006/relationships/image" Target="../media/image196.png"/><Relationship Id="rId45" Type="http://schemas.openxmlformats.org/officeDocument/2006/relationships/image" Target="../media/image201.png"/><Relationship Id="rId53" Type="http://schemas.openxmlformats.org/officeDocument/2006/relationships/image" Target="../media/image209.png"/><Relationship Id="rId5" Type="http://schemas.openxmlformats.org/officeDocument/2006/relationships/image" Target="../media/image1650.png"/><Relationship Id="rId10" Type="http://schemas.openxmlformats.org/officeDocument/2006/relationships/image" Target="../media/image1670.png"/><Relationship Id="rId19" Type="http://schemas.openxmlformats.org/officeDocument/2006/relationships/image" Target="../media/image1750.png"/><Relationship Id="rId31" Type="http://schemas.openxmlformats.org/officeDocument/2006/relationships/image" Target="../media/image1870.png"/><Relationship Id="rId44" Type="http://schemas.openxmlformats.org/officeDocument/2006/relationships/image" Target="../media/image200.png"/><Relationship Id="rId52" Type="http://schemas.openxmlformats.org/officeDocument/2006/relationships/image" Target="../media/image208.png"/><Relationship Id="rId4" Type="http://schemas.openxmlformats.org/officeDocument/2006/relationships/image" Target="../media/image1640.png"/><Relationship Id="rId9" Type="http://schemas.openxmlformats.org/officeDocument/2006/relationships/image" Target="../media/image56.svg"/><Relationship Id="rId14" Type="http://schemas.openxmlformats.org/officeDocument/2006/relationships/image" Target="../media/image53.png"/><Relationship Id="rId22" Type="http://schemas.openxmlformats.org/officeDocument/2006/relationships/image" Target="../media/image1770.png"/><Relationship Id="rId27" Type="http://schemas.openxmlformats.org/officeDocument/2006/relationships/image" Target="../media/image1820.png"/><Relationship Id="rId30" Type="http://schemas.openxmlformats.org/officeDocument/2006/relationships/image" Target="../media/image183.png"/><Relationship Id="rId35" Type="http://schemas.openxmlformats.org/officeDocument/2006/relationships/image" Target="../media/image1910.png"/><Relationship Id="rId43" Type="http://schemas.openxmlformats.org/officeDocument/2006/relationships/image" Target="../media/image199.png"/><Relationship Id="rId48" Type="http://schemas.openxmlformats.org/officeDocument/2006/relationships/image" Target="../media/image204.png"/><Relationship Id="rId8" Type="http://schemas.openxmlformats.org/officeDocument/2006/relationships/image" Target="../media/image55.png"/><Relationship Id="rId51" Type="http://schemas.openxmlformats.org/officeDocument/2006/relationships/image" Target="../media/image207.png"/><Relationship Id="rId3" Type="http://schemas.openxmlformats.org/officeDocument/2006/relationships/image" Target="../media/image14.png"/><Relationship Id="rId12" Type="http://schemas.openxmlformats.org/officeDocument/2006/relationships/image" Target="../media/image160.png"/><Relationship Id="rId17" Type="http://schemas.openxmlformats.org/officeDocument/2006/relationships/image" Target="../media/image1730.png"/><Relationship Id="rId25" Type="http://schemas.openxmlformats.org/officeDocument/2006/relationships/image" Target="../media/image1800.png"/><Relationship Id="rId33" Type="http://schemas.openxmlformats.org/officeDocument/2006/relationships/image" Target="../media/image1890.png"/><Relationship Id="rId38" Type="http://schemas.openxmlformats.org/officeDocument/2006/relationships/image" Target="../media/image186.png"/><Relationship Id="rId46" Type="http://schemas.openxmlformats.org/officeDocument/2006/relationships/image" Target="../media/image202.png"/><Relationship Id="rId20" Type="http://schemas.openxmlformats.org/officeDocument/2006/relationships/image" Target="../media/image1760.png"/><Relationship Id="rId41" Type="http://schemas.openxmlformats.org/officeDocument/2006/relationships/image" Target="../media/image197.png"/><Relationship Id="rId54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0.png"/><Relationship Id="rId15" Type="http://schemas.openxmlformats.org/officeDocument/2006/relationships/image" Target="../media/image12.png"/><Relationship Id="rId23" Type="http://schemas.openxmlformats.org/officeDocument/2006/relationships/image" Target="../media/image1780.png"/><Relationship Id="rId28" Type="http://schemas.openxmlformats.org/officeDocument/2006/relationships/image" Target="../media/image1840.png"/><Relationship Id="rId36" Type="http://schemas.openxmlformats.org/officeDocument/2006/relationships/image" Target="../media/image192.png"/><Relationship Id="rId49" Type="http://schemas.openxmlformats.org/officeDocument/2006/relationships/image" Target="../media/image20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3.png"/><Relationship Id="rId18" Type="http://schemas.openxmlformats.org/officeDocument/2006/relationships/image" Target="../media/image217.png"/><Relationship Id="rId26" Type="http://schemas.openxmlformats.org/officeDocument/2006/relationships/image" Target="../media/image1650.png"/><Relationship Id="rId39" Type="http://schemas.openxmlformats.org/officeDocument/2006/relationships/image" Target="../media/image1870.png"/><Relationship Id="rId21" Type="http://schemas.openxmlformats.org/officeDocument/2006/relationships/image" Target="../media/image219.png"/><Relationship Id="rId34" Type="http://schemas.openxmlformats.org/officeDocument/2006/relationships/image" Target="../media/image190.png"/><Relationship Id="rId42" Type="http://schemas.openxmlformats.org/officeDocument/2006/relationships/image" Target="../media/image229.png"/><Relationship Id="rId47" Type="http://schemas.openxmlformats.org/officeDocument/2006/relationships/image" Target="../media/image197.png"/><Relationship Id="rId50" Type="http://schemas.openxmlformats.org/officeDocument/2006/relationships/image" Target="../media/image200.png"/><Relationship Id="rId55" Type="http://schemas.openxmlformats.org/officeDocument/2006/relationships/image" Target="../media/image1720.png"/><Relationship Id="rId7" Type="http://schemas.openxmlformats.org/officeDocument/2006/relationships/image" Target="../media/image1670.png"/><Relationship Id="rId2" Type="http://schemas.openxmlformats.org/officeDocument/2006/relationships/image" Target="../media/image14.png"/><Relationship Id="rId16" Type="http://schemas.openxmlformats.org/officeDocument/2006/relationships/image" Target="../media/image215.png"/><Relationship Id="rId29" Type="http://schemas.openxmlformats.org/officeDocument/2006/relationships/image" Target="../media/image187.png"/><Relationship Id="rId11" Type="http://schemas.openxmlformats.org/officeDocument/2006/relationships/image" Target="../media/image211.png"/><Relationship Id="rId24" Type="http://schemas.openxmlformats.org/officeDocument/2006/relationships/image" Target="../media/image207.png"/><Relationship Id="rId32" Type="http://schemas.openxmlformats.org/officeDocument/2006/relationships/image" Target="../media/image1810.png"/><Relationship Id="rId37" Type="http://schemas.openxmlformats.org/officeDocument/2006/relationships/image" Target="../media/image226.png"/><Relationship Id="rId40" Type="http://schemas.openxmlformats.org/officeDocument/2006/relationships/image" Target="../media/image1790.png"/><Relationship Id="rId45" Type="http://schemas.openxmlformats.org/officeDocument/2006/relationships/image" Target="../media/image195.png"/><Relationship Id="rId53" Type="http://schemas.openxmlformats.org/officeDocument/2006/relationships/image" Target="../media/image203.png"/><Relationship Id="rId5" Type="http://schemas.openxmlformats.org/officeDocument/2006/relationships/image" Target="../media/image56.svg"/><Relationship Id="rId19" Type="http://schemas.openxmlformats.org/officeDocument/2006/relationships/image" Target="../media/image218.png"/><Relationship Id="rId4" Type="http://schemas.openxmlformats.org/officeDocument/2006/relationships/image" Target="../media/image55.png"/><Relationship Id="rId9" Type="http://schemas.openxmlformats.org/officeDocument/2006/relationships/image" Target="../media/image160.png"/><Relationship Id="rId14" Type="http://schemas.openxmlformats.org/officeDocument/2006/relationships/image" Target="../media/image1760.png"/><Relationship Id="rId22" Type="http://schemas.openxmlformats.org/officeDocument/2006/relationships/image" Target="../media/image1800.png"/><Relationship Id="rId27" Type="http://schemas.openxmlformats.org/officeDocument/2006/relationships/image" Target="../media/image1660.png"/><Relationship Id="rId30" Type="http://schemas.openxmlformats.org/officeDocument/2006/relationships/image" Target="../media/image63.png"/><Relationship Id="rId35" Type="http://schemas.openxmlformats.org/officeDocument/2006/relationships/image" Target="../media/image224.png"/><Relationship Id="rId43" Type="http://schemas.openxmlformats.org/officeDocument/2006/relationships/image" Target="../media/image185.png"/><Relationship Id="rId48" Type="http://schemas.openxmlformats.org/officeDocument/2006/relationships/image" Target="../media/image198.png"/><Relationship Id="rId56" Type="http://schemas.openxmlformats.org/officeDocument/2006/relationships/image" Target="../media/image1750.png"/><Relationship Id="rId8" Type="http://schemas.openxmlformats.org/officeDocument/2006/relationships/image" Target="../media/image1680.png"/><Relationship Id="rId51" Type="http://schemas.openxmlformats.org/officeDocument/2006/relationships/image" Target="../media/image201.png"/><Relationship Id="rId3" Type="http://schemas.openxmlformats.org/officeDocument/2006/relationships/image" Target="../media/image64.png"/><Relationship Id="rId12" Type="http://schemas.openxmlformats.org/officeDocument/2006/relationships/image" Target="../media/image212.png"/><Relationship Id="rId17" Type="http://schemas.openxmlformats.org/officeDocument/2006/relationships/image" Target="../media/image216.png"/><Relationship Id="rId25" Type="http://schemas.openxmlformats.org/officeDocument/2006/relationships/image" Target="../media/image1640.png"/><Relationship Id="rId33" Type="http://schemas.openxmlformats.org/officeDocument/2006/relationships/image" Target="../media/image1820.png"/><Relationship Id="rId38" Type="http://schemas.openxmlformats.org/officeDocument/2006/relationships/image" Target="../media/image227.png"/><Relationship Id="rId46" Type="http://schemas.openxmlformats.org/officeDocument/2006/relationships/image" Target="../media/image196.png"/><Relationship Id="rId20" Type="http://schemas.openxmlformats.org/officeDocument/2006/relationships/image" Target="../media/image1240.png"/><Relationship Id="rId41" Type="http://schemas.openxmlformats.org/officeDocument/2006/relationships/image" Target="../media/image191.png"/><Relationship Id="rId5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0.png"/><Relationship Id="rId15" Type="http://schemas.openxmlformats.org/officeDocument/2006/relationships/image" Target="../media/image214.png"/><Relationship Id="rId23" Type="http://schemas.openxmlformats.org/officeDocument/2006/relationships/image" Target="../media/image220.png"/><Relationship Id="rId28" Type="http://schemas.openxmlformats.org/officeDocument/2006/relationships/image" Target="../media/image205.png"/><Relationship Id="rId36" Type="http://schemas.openxmlformats.org/officeDocument/2006/relationships/image" Target="../media/image225.png"/><Relationship Id="rId49" Type="http://schemas.openxmlformats.org/officeDocument/2006/relationships/image" Target="../media/image199.png"/><Relationship Id="rId57" Type="http://schemas.openxmlformats.org/officeDocument/2006/relationships/image" Target="../media/image230.png"/><Relationship Id="rId10" Type="http://schemas.openxmlformats.org/officeDocument/2006/relationships/image" Target="../media/image161.svg"/><Relationship Id="rId31" Type="http://schemas.openxmlformats.org/officeDocument/2006/relationships/image" Target="../media/image189.png"/><Relationship Id="rId44" Type="http://schemas.openxmlformats.org/officeDocument/2006/relationships/image" Target="../media/image186.png"/><Relationship Id="rId52" Type="http://schemas.openxmlformats.org/officeDocument/2006/relationships/image" Target="../media/image20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240.png"/><Relationship Id="rId3" Type="http://schemas.openxmlformats.org/officeDocument/2006/relationships/image" Target="../media/image56.svg"/><Relationship Id="rId7" Type="http://schemas.openxmlformats.org/officeDocument/2006/relationships/image" Target="../media/image194.png"/><Relationship Id="rId12" Type="http://schemas.openxmlformats.org/officeDocument/2006/relationships/image" Target="../media/image239.png"/><Relationship Id="rId17" Type="http://schemas.openxmlformats.org/officeDocument/2006/relationships/image" Target="../media/image233.png"/><Relationship Id="rId2" Type="http://schemas.openxmlformats.org/officeDocument/2006/relationships/image" Target="../media/image55.png"/><Relationship Id="rId16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11" Type="http://schemas.openxmlformats.org/officeDocument/2006/relationships/image" Target="../media/image238.png"/><Relationship Id="rId5" Type="http://schemas.openxmlformats.org/officeDocument/2006/relationships/image" Target="../media/image232.png"/><Relationship Id="rId15" Type="http://schemas.openxmlformats.org/officeDocument/2006/relationships/image" Target="../media/image242.png"/><Relationship Id="rId10" Type="http://schemas.openxmlformats.org/officeDocument/2006/relationships/image" Target="../media/image237.png"/><Relationship Id="rId4" Type="http://schemas.openxmlformats.org/officeDocument/2006/relationships/image" Target="../media/image231.png"/><Relationship Id="rId9" Type="http://schemas.openxmlformats.org/officeDocument/2006/relationships/image" Target="../media/image222.png"/><Relationship Id="rId14" Type="http://schemas.openxmlformats.org/officeDocument/2006/relationships/image" Target="../media/image223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0.png"/><Relationship Id="rId18" Type="http://schemas.openxmlformats.org/officeDocument/2006/relationships/image" Target="../media/image252.png"/><Relationship Id="rId26" Type="http://schemas.openxmlformats.org/officeDocument/2006/relationships/image" Target="../media/image257.png"/><Relationship Id="rId39" Type="http://schemas.openxmlformats.org/officeDocument/2006/relationships/image" Target="../media/image273.png"/><Relationship Id="rId21" Type="http://schemas.openxmlformats.org/officeDocument/2006/relationships/image" Target="../media/image255.png"/><Relationship Id="rId34" Type="http://schemas.openxmlformats.org/officeDocument/2006/relationships/image" Target="../media/image268.png"/><Relationship Id="rId42" Type="http://schemas.openxmlformats.org/officeDocument/2006/relationships/image" Target="../media/image276.png"/><Relationship Id="rId47" Type="http://schemas.openxmlformats.org/officeDocument/2006/relationships/image" Target="../media/image282.png"/><Relationship Id="rId50" Type="http://schemas.openxmlformats.org/officeDocument/2006/relationships/image" Target="../media/image285.png"/><Relationship Id="rId7" Type="http://schemas.openxmlformats.org/officeDocument/2006/relationships/image" Target="../media/image236.png"/><Relationship Id="rId2" Type="http://schemas.openxmlformats.org/officeDocument/2006/relationships/image" Target="../media/image234.png"/><Relationship Id="rId16" Type="http://schemas.openxmlformats.org/officeDocument/2006/relationships/image" Target="../media/image250.png"/><Relationship Id="rId29" Type="http://schemas.openxmlformats.org/officeDocument/2006/relationships/image" Target="../media/image263.png"/><Relationship Id="rId11" Type="http://schemas.openxmlformats.org/officeDocument/2006/relationships/image" Target="../media/image247.png"/><Relationship Id="rId24" Type="http://schemas.openxmlformats.org/officeDocument/2006/relationships/image" Target="../media/image248.png"/><Relationship Id="rId32" Type="http://schemas.openxmlformats.org/officeDocument/2006/relationships/image" Target="../media/image266.png"/><Relationship Id="rId37" Type="http://schemas.openxmlformats.org/officeDocument/2006/relationships/image" Target="../media/image271.png"/><Relationship Id="rId40" Type="http://schemas.openxmlformats.org/officeDocument/2006/relationships/image" Target="../media/image274.png"/><Relationship Id="rId45" Type="http://schemas.openxmlformats.org/officeDocument/2006/relationships/image" Target="../media/image279.png"/><Relationship Id="rId53" Type="http://schemas.openxmlformats.org/officeDocument/2006/relationships/image" Target="../media/image258.png"/><Relationship Id="rId5" Type="http://schemas.openxmlformats.org/officeDocument/2006/relationships/image" Target="../media/image56.svg"/><Relationship Id="rId23" Type="http://schemas.openxmlformats.org/officeDocument/2006/relationships/image" Target="../media/image244.png"/><Relationship Id="rId28" Type="http://schemas.openxmlformats.org/officeDocument/2006/relationships/image" Target="../media/image262.png"/><Relationship Id="rId36" Type="http://schemas.openxmlformats.org/officeDocument/2006/relationships/image" Target="../media/image270.png"/><Relationship Id="rId49" Type="http://schemas.openxmlformats.org/officeDocument/2006/relationships/image" Target="../media/image284.png"/><Relationship Id="rId10" Type="http://schemas.openxmlformats.org/officeDocument/2006/relationships/image" Target="../media/image246.png"/><Relationship Id="rId19" Type="http://schemas.openxmlformats.org/officeDocument/2006/relationships/image" Target="../media/image253.png"/><Relationship Id="rId31" Type="http://schemas.openxmlformats.org/officeDocument/2006/relationships/image" Target="../media/image265.png"/><Relationship Id="rId44" Type="http://schemas.openxmlformats.org/officeDocument/2006/relationships/image" Target="../media/image278.png"/><Relationship Id="rId52" Type="http://schemas.openxmlformats.org/officeDocument/2006/relationships/image" Target="../media/image287.png"/><Relationship Id="rId4" Type="http://schemas.openxmlformats.org/officeDocument/2006/relationships/image" Target="../media/image55.png"/><Relationship Id="rId9" Type="http://schemas.openxmlformats.org/officeDocument/2006/relationships/image" Target="../media/image245.png"/><Relationship Id="rId14" Type="http://schemas.openxmlformats.org/officeDocument/2006/relationships/image" Target="../media/image161.svg"/><Relationship Id="rId22" Type="http://schemas.openxmlformats.org/officeDocument/2006/relationships/image" Target="../media/image256.png"/><Relationship Id="rId27" Type="http://schemas.openxmlformats.org/officeDocument/2006/relationships/image" Target="../media/image261.png"/><Relationship Id="rId30" Type="http://schemas.openxmlformats.org/officeDocument/2006/relationships/image" Target="../media/image264.png"/><Relationship Id="rId35" Type="http://schemas.openxmlformats.org/officeDocument/2006/relationships/image" Target="../media/image269.png"/><Relationship Id="rId43" Type="http://schemas.openxmlformats.org/officeDocument/2006/relationships/image" Target="../media/image277.png"/><Relationship Id="rId48" Type="http://schemas.openxmlformats.org/officeDocument/2006/relationships/image" Target="../media/image283.png"/><Relationship Id="rId8" Type="http://schemas.openxmlformats.org/officeDocument/2006/relationships/image" Target="../media/image241.png"/><Relationship Id="rId51" Type="http://schemas.openxmlformats.org/officeDocument/2006/relationships/image" Target="../media/image286.png"/><Relationship Id="rId3" Type="http://schemas.openxmlformats.org/officeDocument/2006/relationships/image" Target="../media/image2210.png"/><Relationship Id="rId12" Type="http://schemas.openxmlformats.org/officeDocument/2006/relationships/image" Target="../media/image243.png"/><Relationship Id="rId17" Type="http://schemas.openxmlformats.org/officeDocument/2006/relationships/image" Target="../media/image251.png"/><Relationship Id="rId25" Type="http://schemas.openxmlformats.org/officeDocument/2006/relationships/image" Target="../media/image249.png"/><Relationship Id="rId33" Type="http://schemas.openxmlformats.org/officeDocument/2006/relationships/image" Target="../media/image267.png"/><Relationship Id="rId38" Type="http://schemas.openxmlformats.org/officeDocument/2006/relationships/image" Target="../media/image272.png"/><Relationship Id="rId46" Type="http://schemas.openxmlformats.org/officeDocument/2006/relationships/image" Target="../media/image281.png"/><Relationship Id="rId20" Type="http://schemas.openxmlformats.org/officeDocument/2006/relationships/image" Target="../media/image254.png"/><Relationship Id="rId41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13" Type="http://schemas.openxmlformats.org/officeDocument/2006/relationships/image" Target="../media/image2280.png"/><Relationship Id="rId3" Type="http://schemas.openxmlformats.org/officeDocument/2006/relationships/image" Target="../media/image55.png"/><Relationship Id="rId7" Type="http://schemas.openxmlformats.org/officeDocument/2006/relationships/image" Target="../media/image246.png"/><Relationship Id="rId12" Type="http://schemas.openxmlformats.org/officeDocument/2006/relationships/image" Target="../media/image291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image" Target="../media/image289.png"/><Relationship Id="rId5" Type="http://schemas.openxmlformats.org/officeDocument/2006/relationships/image" Target="../media/image260.png"/><Relationship Id="rId15" Type="http://schemas.openxmlformats.org/officeDocument/2006/relationships/image" Target="../media/image292.png"/><Relationship Id="rId10" Type="http://schemas.openxmlformats.org/officeDocument/2006/relationships/image" Target="../media/image290.png"/><Relationship Id="rId4" Type="http://schemas.openxmlformats.org/officeDocument/2006/relationships/image" Target="../media/image56.svg"/><Relationship Id="rId9" Type="http://schemas.openxmlformats.org/officeDocument/2006/relationships/image" Target="../media/image288.png"/><Relationship Id="rId14" Type="http://schemas.openxmlformats.org/officeDocument/2006/relationships/image" Target="../media/image26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2084388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圖片 115">
            <a:extLst>
              <a:ext uri="{FF2B5EF4-FFF2-40B4-BE49-F238E27FC236}">
                <a16:creationId xmlns:a16="http://schemas.microsoft.com/office/drawing/2014/main" id="{5526C67A-9E57-41E9-B2CC-C6F2722D6D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27253"/>
          <a:stretch/>
        </p:blipFill>
        <p:spPr>
          <a:xfrm>
            <a:off x="5316501" y="4450556"/>
            <a:ext cx="400880" cy="1319213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AFFDDADC-E4ED-4F4C-974C-D3E8875FE73C}"/>
              </a:ext>
            </a:extLst>
          </p:cNvPr>
          <p:cNvGrpSpPr/>
          <p:nvPr/>
        </p:nvGrpSpPr>
        <p:grpSpPr>
          <a:xfrm>
            <a:off x="9717874" y="1123348"/>
            <a:ext cx="2300763" cy="1378027"/>
            <a:chOff x="9717874" y="869348"/>
            <a:chExt cx="2300763" cy="1378027"/>
          </a:xfrm>
        </p:grpSpPr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EFB788AE-C107-4539-AFE3-E3EB9B412B1D}"/>
                </a:ext>
              </a:extLst>
            </p:cNvPr>
            <p:cNvSpPr/>
            <p:nvPr/>
          </p:nvSpPr>
          <p:spPr>
            <a:xfrm>
              <a:off x="11257241" y="1033905"/>
              <a:ext cx="264653" cy="217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50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03A4715D-6123-4812-859F-DF399F4BEF1B}"/>
                </a:ext>
              </a:extLst>
            </p:cNvPr>
            <p:cNvSpPr/>
            <p:nvPr/>
          </p:nvSpPr>
          <p:spPr>
            <a:xfrm>
              <a:off x="11449967" y="1013067"/>
              <a:ext cx="279276" cy="30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275" name="群組 274">
              <a:extLst>
                <a:ext uri="{FF2B5EF4-FFF2-40B4-BE49-F238E27FC236}">
                  <a16:creationId xmlns:a16="http://schemas.microsoft.com/office/drawing/2014/main" id="{B985AD2A-1955-467B-AAB1-A44274432463}"/>
                </a:ext>
              </a:extLst>
            </p:cNvPr>
            <p:cNvGrpSpPr/>
            <p:nvPr/>
          </p:nvGrpSpPr>
          <p:grpSpPr>
            <a:xfrm>
              <a:off x="9717874" y="869348"/>
              <a:ext cx="2300763" cy="1378027"/>
              <a:chOff x="7625750" y="0"/>
              <a:chExt cx="4305899" cy="2479218"/>
            </a:xfrm>
          </p:grpSpPr>
          <p:pic>
            <p:nvPicPr>
              <p:cNvPr id="276" name="Picture 2" descr="Figure 1">
                <a:extLst>
                  <a:ext uri="{FF2B5EF4-FFF2-40B4-BE49-F238E27FC236}">
                    <a16:creationId xmlns:a16="http://schemas.microsoft.com/office/drawing/2014/main" id="{E3605FEE-8D36-4823-A808-6F9EDE4293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42FA2E53-623A-498E-96A1-19C1CB1E439E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 dirty="0"/>
              </a:p>
            </p:txBody>
          </p:sp>
        </p:grpSp>
      </p:grpSp>
      <p:grpSp>
        <p:nvGrpSpPr>
          <p:cNvPr id="243" name="群組 242">
            <a:extLst>
              <a:ext uri="{FF2B5EF4-FFF2-40B4-BE49-F238E27FC236}">
                <a16:creationId xmlns:a16="http://schemas.microsoft.com/office/drawing/2014/main" id="{B857ED14-0DA5-4151-9236-782CB5D5FB0B}"/>
              </a:ext>
            </a:extLst>
          </p:cNvPr>
          <p:cNvGrpSpPr/>
          <p:nvPr/>
        </p:nvGrpSpPr>
        <p:grpSpPr>
          <a:xfrm rot="3522876">
            <a:off x="16823" y="1871246"/>
            <a:ext cx="1759735" cy="1648285"/>
            <a:chOff x="4069451" y="1334145"/>
            <a:chExt cx="1759735" cy="1648285"/>
          </a:xfrm>
        </p:grpSpPr>
        <p:grpSp>
          <p:nvGrpSpPr>
            <p:cNvPr id="238" name="群組 237">
              <a:extLst>
                <a:ext uri="{FF2B5EF4-FFF2-40B4-BE49-F238E27FC236}">
                  <a16:creationId xmlns:a16="http://schemas.microsoft.com/office/drawing/2014/main" id="{D8AEB257-C874-497E-9CCA-5492F9BF8AF8}"/>
                </a:ext>
              </a:extLst>
            </p:cNvPr>
            <p:cNvGrpSpPr/>
            <p:nvPr/>
          </p:nvGrpSpPr>
          <p:grpSpPr>
            <a:xfrm rot="3736100">
              <a:off x="4291763" y="1445007"/>
              <a:ext cx="1648285" cy="1426561"/>
              <a:chOff x="-1656412" y="-509601"/>
              <a:chExt cx="2946653" cy="2550275"/>
            </a:xfrm>
          </p:grpSpPr>
          <p:pic>
            <p:nvPicPr>
              <p:cNvPr id="239" name="圖片 238">
                <a:extLst>
                  <a:ext uri="{FF2B5EF4-FFF2-40B4-BE49-F238E27FC236}">
                    <a16:creationId xmlns:a16="http://schemas.microsoft.com/office/drawing/2014/main" id="{A57DF77B-8063-4329-B1D6-6EA30D9D7E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763" r="50005" b="50711"/>
              <a:stretch/>
            </p:blipFill>
            <p:spPr>
              <a:xfrm flipV="1">
                <a:off x="-1656412" y="-509601"/>
                <a:ext cx="2825351" cy="2550275"/>
              </a:xfrm>
              <a:prstGeom prst="rect">
                <a:avLst/>
              </a:prstGeom>
            </p:spPr>
          </p:pic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F6921DC4-DBA9-43C1-9571-03223C827F64}"/>
                  </a:ext>
                </a:extLst>
              </p:cNvPr>
              <p:cNvSpPr/>
              <p:nvPr/>
            </p:nvSpPr>
            <p:spPr>
              <a:xfrm>
                <a:off x="1076882" y="1736385"/>
                <a:ext cx="213359" cy="23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FFC22400-FBBB-451C-A594-0D9B23A2F330}"/>
                </a:ext>
              </a:extLst>
            </p:cNvPr>
            <p:cNvSpPr/>
            <p:nvPr/>
          </p:nvSpPr>
          <p:spPr>
            <a:xfrm rot="5400000">
              <a:off x="4105965" y="1674829"/>
              <a:ext cx="205769" cy="278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0DBC84FB-3170-44C5-B1E5-53419D582AAB}"/>
              </a:ext>
            </a:extLst>
          </p:cNvPr>
          <p:cNvSpPr/>
          <p:nvPr/>
        </p:nvSpPr>
        <p:spPr>
          <a:xfrm>
            <a:off x="121920" y="1432560"/>
            <a:ext cx="1727200" cy="4775199"/>
          </a:xfrm>
          <a:prstGeom prst="roundRect">
            <a:avLst>
              <a:gd name="adj" fmla="val 5311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(SOI)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7702276C-6C9F-410D-A07D-C88228BB4D25}"/>
              </a:ext>
            </a:extLst>
          </p:cNvPr>
          <p:cNvCxnSpPr/>
          <p:nvPr/>
        </p:nvCxnSpPr>
        <p:spPr>
          <a:xfrm>
            <a:off x="6096000" y="619338"/>
            <a:ext cx="0" cy="62574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6" name="圖片 245">
            <a:extLst>
              <a:ext uri="{FF2B5EF4-FFF2-40B4-BE49-F238E27FC236}">
                <a16:creationId xmlns:a16="http://schemas.microsoft.com/office/drawing/2014/main" id="{99CDB73F-6906-47CF-B3F8-0623ACA7B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45" y="4465881"/>
            <a:ext cx="1273117" cy="1260322"/>
          </a:xfrm>
          <a:prstGeom prst="rect">
            <a:avLst/>
          </a:prstGeom>
        </p:spPr>
      </p:pic>
      <p:grpSp>
        <p:nvGrpSpPr>
          <p:cNvPr id="247" name="群組 246">
            <a:extLst>
              <a:ext uri="{FF2B5EF4-FFF2-40B4-BE49-F238E27FC236}">
                <a16:creationId xmlns:a16="http://schemas.microsoft.com/office/drawing/2014/main" id="{09CB4035-A8F1-40DA-ABAC-3FF5E1B669D6}"/>
              </a:ext>
            </a:extLst>
          </p:cNvPr>
          <p:cNvGrpSpPr/>
          <p:nvPr/>
        </p:nvGrpSpPr>
        <p:grpSpPr>
          <a:xfrm>
            <a:off x="683600" y="1915876"/>
            <a:ext cx="644540" cy="463864"/>
            <a:chOff x="2854654" y="1882492"/>
            <a:chExt cx="798184" cy="574440"/>
          </a:xfrm>
        </p:grpSpPr>
        <p:sp>
          <p:nvSpPr>
            <p:cNvPr id="248" name="橢圓 247">
              <a:extLst>
                <a:ext uri="{FF2B5EF4-FFF2-40B4-BE49-F238E27FC236}">
                  <a16:creationId xmlns:a16="http://schemas.microsoft.com/office/drawing/2014/main" id="{29A2E1C1-7421-4A3F-A732-7CA0F5CA57AE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888082E8-83BB-4094-9E51-AF655CC04BF1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0" name="等腰三角形 249">
              <a:extLst>
                <a:ext uri="{FF2B5EF4-FFF2-40B4-BE49-F238E27FC236}">
                  <a16:creationId xmlns:a16="http://schemas.microsoft.com/office/drawing/2014/main" id="{192B1E33-A168-4F92-9F75-5FDBD6D5C91A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58" name="等腰三角形 257">
            <a:extLst>
              <a:ext uri="{FF2B5EF4-FFF2-40B4-BE49-F238E27FC236}">
                <a16:creationId xmlns:a16="http://schemas.microsoft.com/office/drawing/2014/main" id="{60AD3005-BB01-4C94-8A2D-2A5ED1B99564}"/>
              </a:ext>
            </a:extLst>
          </p:cNvPr>
          <p:cNvSpPr/>
          <p:nvPr/>
        </p:nvSpPr>
        <p:spPr>
          <a:xfrm rot="10800000">
            <a:off x="881938" y="3602929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31D5516-3795-439D-A4AB-8C53DCB274B5}"/>
              </a:ext>
            </a:extLst>
          </p:cNvPr>
          <p:cNvSpPr/>
          <p:nvPr/>
        </p:nvSpPr>
        <p:spPr>
          <a:xfrm>
            <a:off x="5654555" y="4429355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B1C63F4-42BA-4FD2-84E0-7CDC92897521}"/>
              </a:ext>
            </a:extLst>
          </p:cNvPr>
          <p:cNvSpPr/>
          <p:nvPr/>
        </p:nvSpPr>
        <p:spPr>
          <a:xfrm>
            <a:off x="5654555" y="5460570"/>
            <a:ext cx="357790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0169CE9-CFD6-4A89-8FEE-443AB7151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738" y="4465881"/>
            <a:ext cx="1275877" cy="1275877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BC2B11D-7B48-4D92-86E1-2D670E157952}"/>
              </a:ext>
            </a:extLst>
          </p:cNvPr>
          <p:cNvGrpSpPr/>
          <p:nvPr/>
        </p:nvGrpSpPr>
        <p:grpSpPr>
          <a:xfrm>
            <a:off x="9648103" y="2383309"/>
            <a:ext cx="2380814" cy="1404598"/>
            <a:chOff x="7810500" y="2624308"/>
            <a:chExt cx="4502149" cy="2656114"/>
          </a:xfrm>
        </p:grpSpPr>
        <p:pic>
          <p:nvPicPr>
            <p:cNvPr id="188" name="Picture 2" descr="Figure 1">
              <a:extLst>
                <a:ext uri="{FF2B5EF4-FFF2-40B4-BE49-F238E27FC236}">
                  <a16:creationId xmlns:a16="http://schemas.microsoft.com/office/drawing/2014/main" id="{41F2D22C-5627-473E-9104-40A1221D40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38266" b="23003"/>
            <a:stretch/>
          </p:blipFill>
          <p:spPr bwMode="auto">
            <a:xfrm>
              <a:off x="8006750" y="2624308"/>
              <a:ext cx="4305899" cy="2656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C80498F1-592F-4CB7-A17E-2432E3AAC3FC}"/>
                </a:ext>
              </a:extLst>
            </p:cNvPr>
            <p:cNvSpPr/>
            <p:nvPr/>
          </p:nvSpPr>
          <p:spPr>
            <a:xfrm>
              <a:off x="7810500" y="2924175"/>
              <a:ext cx="495300" cy="390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sp>
        <p:nvSpPr>
          <p:cNvPr id="179" name="文字方塊 178">
            <a:extLst>
              <a:ext uri="{FF2B5EF4-FFF2-40B4-BE49-F238E27FC236}">
                <a16:creationId xmlns:a16="http://schemas.microsoft.com/office/drawing/2014/main" id="{CB5FC29C-1089-421A-B0D9-4998809ACDB9}"/>
              </a:ext>
            </a:extLst>
          </p:cNvPr>
          <p:cNvSpPr txBox="1"/>
          <p:nvPr/>
        </p:nvSpPr>
        <p:spPr>
          <a:xfrm>
            <a:off x="8902895" y="2864054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291D17B-D2CC-4599-919C-637DA1F21FA4}"/>
              </a:ext>
            </a:extLst>
          </p:cNvPr>
          <p:cNvSpPr/>
          <p:nvPr/>
        </p:nvSpPr>
        <p:spPr>
          <a:xfrm>
            <a:off x="9862199" y="2459360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pic>
        <p:nvPicPr>
          <p:cNvPr id="192" name="Picture 10">
            <a:extLst>
              <a:ext uri="{FF2B5EF4-FFF2-40B4-BE49-F238E27FC236}">
                <a16:creationId xmlns:a16="http://schemas.microsoft.com/office/drawing/2014/main" id="{DD58F095-3D9B-4782-B643-49923C8C76D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9777"/>
          <a:stretch/>
        </p:blipFill>
        <p:spPr>
          <a:xfrm>
            <a:off x="10131573" y="4732576"/>
            <a:ext cx="950913" cy="10810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F14777B7-2A94-462C-8C4B-F97BB8CE79D4}"/>
                  </a:ext>
                </a:extLst>
              </p:cNvPr>
              <p:cNvSpPr/>
              <p:nvPr/>
            </p:nvSpPr>
            <p:spPr>
              <a:xfrm>
                <a:off x="10806806" y="4614099"/>
                <a:ext cx="40588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F14777B7-2A94-462C-8C4B-F97BB8CE7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806" y="4614099"/>
                <a:ext cx="405880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箭號: 向下 195">
            <a:extLst>
              <a:ext uri="{FF2B5EF4-FFF2-40B4-BE49-F238E27FC236}">
                <a16:creationId xmlns:a16="http://schemas.microsoft.com/office/drawing/2014/main" id="{265AA55B-06C5-48BF-89C2-C4FF2ED72813}"/>
              </a:ext>
            </a:extLst>
          </p:cNvPr>
          <p:cNvSpPr/>
          <p:nvPr/>
        </p:nvSpPr>
        <p:spPr>
          <a:xfrm>
            <a:off x="11033948" y="5481190"/>
            <a:ext cx="198069" cy="39987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31F7F7D0-BF8C-4ACB-9C86-26AA51471007}"/>
              </a:ext>
            </a:extLst>
          </p:cNvPr>
          <p:cNvSpPr txBox="1"/>
          <p:nvPr/>
        </p:nvSpPr>
        <p:spPr>
          <a:xfrm>
            <a:off x="8848633" y="5144030"/>
            <a:ext cx="1094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DX/GX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文字方塊 202">
            <a:extLst>
              <a:ext uri="{FF2B5EF4-FFF2-40B4-BE49-F238E27FC236}">
                <a16:creationId xmlns:a16="http://schemas.microsoft.com/office/drawing/2014/main" id="{B5B67414-9BD8-42F4-8A34-2AE9A02D8066}"/>
              </a:ext>
            </a:extLst>
          </p:cNvPr>
          <p:cNvSpPr txBox="1"/>
          <p:nvPr/>
        </p:nvSpPr>
        <p:spPr>
          <a:xfrm>
            <a:off x="6517440" y="5142933"/>
            <a:ext cx="681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" name="Picture 10">
            <a:extLst>
              <a:ext uri="{FF2B5EF4-FFF2-40B4-BE49-F238E27FC236}">
                <a16:creationId xmlns:a16="http://schemas.microsoft.com/office/drawing/2014/main" id="{7E4F2CD2-7A77-44BD-BA3C-BB373D9DC95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9719"/>
          <a:stretch/>
        </p:blipFill>
        <p:spPr>
          <a:xfrm>
            <a:off x="7349492" y="4757200"/>
            <a:ext cx="950913" cy="1081806"/>
          </a:xfrm>
          <a:prstGeom prst="rect">
            <a:avLst/>
          </a:prstGeom>
        </p:spPr>
      </p:pic>
      <p:cxnSp>
        <p:nvCxnSpPr>
          <p:cNvPr id="205" name="直線單箭頭接點 204">
            <a:extLst>
              <a:ext uri="{FF2B5EF4-FFF2-40B4-BE49-F238E27FC236}">
                <a16:creationId xmlns:a16="http://schemas.microsoft.com/office/drawing/2014/main" id="{3F1475BB-72D7-4027-84B6-7108B6BEFF5C}"/>
              </a:ext>
            </a:extLst>
          </p:cNvPr>
          <p:cNvCxnSpPr>
            <a:cxnSpLocks/>
          </p:cNvCxnSpPr>
          <p:nvPr/>
        </p:nvCxnSpPr>
        <p:spPr>
          <a:xfrm flipV="1">
            <a:off x="7815505" y="4974659"/>
            <a:ext cx="382798" cy="43805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F702366B-938F-43A6-A4E0-CD2C1A9332EA}"/>
                  </a:ext>
                </a:extLst>
              </p:cNvPr>
              <p:cNvSpPr/>
              <p:nvPr/>
            </p:nvSpPr>
            <p:spPr>
              <a:xfrm>
                <a:off x="8024725" y="4614099"/>
                <a:ext cx="40588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F702366B-938F-43A6-A4E0-CD2C1A933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725" y="4614099"/>
                <a:ext cx="405880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箭號: 向下 220">
            <a:extLst>
              <a:ext uri="{FF2B5EF4-FFF2-40B4-BE49-F238E27FC236}">
                <a16:creationId xmlns:a16="http://schemas.microsoft.com/office/drawing/2014/main" id="{BE070210-DACF-456D-A1B1-0446B0EF3E08}"/>
              </a:ext>
            </a:extLst>
          </p:cNvPr>
          <p:cNvSpPr/>
          <p:nvPr/>
        </p:nvSpPr>
        <p:spPr>
          <a:xfrm rot="10800000">
            <a:off x="8269552" y="5439497"/>
            <a:ext cx="198069" cy="39987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09C9CB71-7ADB-4B55-88FD-4F1B6BA9A0A5}"/>
                  </a:ext>
                </a:extLst>
              </p:cNvPr>
              <p:cNvSpPr/>
              <p:nvPr/>
            </p:nvSpPr>
            <p:spPr>
              <a:xfrm>
                <a:off x="1543978" y="6374561"/>
                <a:ext cx="2777748" cy="4065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plane wave vector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09C9CB71-7ADB-4B55-88FD-4F1B6BA9A0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978" y="6374561"/>
                <a:ext cx="2777748" cy="406586"/>
              </a:xfrm>
              <a:prstGeom prst="rect">
                <a:avLst/>
              </a:prstGeom>
              <a:blipFill>
                <a:blip r:embed="rId12"/>
                <a:stretch>
                  <a:fillRect l="-1754" t="-909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箭號: 左-右雙向 222">
            <a:extLst>
              <a:ext uri="{FF2B5EF4-FFF2-40B4-BE49-F238E27FC236}">
                <a16:creationId xmlns:a16="http://schemas.microsoft.com/office/drawing/2014/main" id="{99562F8F-E79C-4D03-8C3C-A1FFAC481EEA}"/>
              </a:ext>
            </a:extLst>
          </p:cNvPr>
          <p:cNvSpPr/>
          <p:nvPr/>
        </p:nvSpPr>
        <p:spPr>
          <a:xfrm>
            <a:off x="4380808" y="6337888"/>
            <a:ext cx="3430385" cy="479932"/>
          </a:xfrm>
          <a:prstGeom prst="left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C79FF862-40B6-4E27-BCEE-8B2649465CFA}"/>
                  </a:ext>
                </a:extLst>
              </p:cNvPr>
              <p:cNvSpPr/>
              <p:nvPr/>
            </p:nvSpPr>
            <p:spPr>
              <a:xfrm>
                <a:off x="7784227" y="6393188"/>
                <a:ext cx="31223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/>
                  <a:t>Center of mass momentum : </a:t>
                </a:r>
                <a14:m>
                  <m:oMath xmlns:m="http://schemas.openxmlformats.org/officeDocument/2006/math">
                    <m:r>
                      <a:rPr lang="en-US" altLang="zh-TW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C79FF862-40B6-4E27-BCEE-8B2649465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227" y="6393188"/>
                <a:ext cx="3122330" cy="369332"/>
              </a:xfrm>
              <a:prstGeom prst="rect">
                <a:avLst/>
              </a:prstGeom>
              <a:blipFill>
                <a:blip r:embed="rId13"/>
                <a:stretch>
                  <a:fillRect l="-1758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2" name="圖片 231">
            <a:extLst>
              <a:ext uri="{FF2B5EF4-FFF2-40B4-BE49-F238E27FC236}">
                <a16:creationId xmlns:a16="http://schemas.microsoft.com/office/drawing/2014/main" id="{404931D7-9958-4E95-9690-B7487CF7EA2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49002"/>
          <a:stretch/>
        </p:blipFill>
        <p:spPr>
          <a:xfrm flipV="1">
            <a:off x="6480874" y="2233544"/>
            <a:ext cx="2060148" cy="694800"/>
          </a:xfrm>
          <a:prstGeom prst="rect">
            <a:avLst/>
          </a:prstGeom>
        </p:spPr>
      </p:pic>
      <p:pic>
        <p:nvPicPr>
          <p:cNvPr id="233" name="圖片 232">
            <a:extLst>
              <a:ext uri="{FF2B5EF4-FFF2-40B4-BE49-F238E27FC236}">
                <a16:creationId xmlns:a16="http://schemas.microsoft.com/office/drawing/2014/main" id="{2D545052-CE89-4241-AA87-75084809737F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49249"/>
          <a:stretch/>
        </p:blipFill>
        <p:spPr>
          <a:xfrm>
            <a:off x="6542154" y="3701239"/>
            <a:ext cx="1937589" cy="693365"/>
          </a:xfrm>
          <a:prstGeom prst="rect">
            <a:avLst/>
          </a:prstGeom>
        </p:spPr>
      </p:pic>
      <p:sp>
        <p:nvSpPr>
          <p:cNvPr id="234" name="箭號: 向下 233">
            <a:extLst>
              <a:ext uri="{FF2B5EF4-FFF2-40B4-BE49-F238E27FC236}">
                <a16:creationId xmlns:a16="http://schemas.microsoft.com/office/drawing/2014/main" id="{65A5A852-4211-4E92-9A44-5C218B1651FA}"/>
              </a:ext>
            </a:extLst>
          </p:cNvPr>
          <p:cNvSpPr/>
          <p:nvPr/>
        </p:nvSpPr>
        <p:spPr>
          <a:xfrm>
            <a:off x="8545997" y="2379799"/>
            <a:ext cx="198069" cy="39987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5" name="圖片 234">
            <a:extLst>
              <a:ext uri="{FF2B5EF4-FFF2-40B4-BE49-F238E27FC236}">
                <a16:creationId xmlns:a16="http://schemas.microsoft.com/office/drawing/2014/main" id="{37343B11-F957-4B4D-A1D6-DB7D8DC1A163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49249"/>
          <a:stretch/>
        </p:blipFill>
        <p:spPr>
          <a:xfrm flipV="1">
            <a:off x="6480874" y="1493875"/>
            <a:ext cx="2060148" cy="694800"/>
          </a:xfrm>
          <a:prstGeom prst="rect">
            <a:avLst/>
          </a:prstGeom>
        </p:spPr>
      </p:pic>
      <p:sp>
        <p:nvSpPr>
          <p:cNvPr id="236" name="箭號: 向下 235">
            <a:extLst>
              <a:ext uri="{FF2B5EF4-FFF2-40B4-BE49-F238E27FC236}">
                <a16:creationId xmlns:a16="http://schemas.microsoft.com/office/drawing/2014/main" id="{784CDE80-3782-4BB7-8F0A-77B5161BC557}"/>
              </a:ext>
            </a:extLst>
          </p:cNvPr>
          <p:cNvSpPr/>
          <p:nvPr/>
        </p:nvSpPr>
        <p:spPr>
          <a:xfrm rot="10800000">
            <a:off x="8545997" y="1626679"/>
            <a:ext cx="198069" cy="39987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7" name="直線單箭頭接點 236">
            <a:extLst>
              <a:ext uri="{FF2B5EF4-FFF2-40B4-BE49-F238E27FC236}">
                <a16:creationId xmlns:a16="http://schemas.microsoft.com/office/drawing/2014/main" id="{6B9BBD42-F544-4903-83C6-AFA04E203592}"/>
              </a:ext>
            </a:extLst>
          </p:cNvPr>
          <p:cNvCxnSpPr>
            <a:cxnSpLocks/>
          </p:cNvCxnSpPr>
          <p:nvPr/>
        </p:nvCxnSpPr>
        <p:spPr>
          <a:xfrm>
            <a:off x="7352331" y="3682564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3DA6B280-8E30-4BA2-A4C4-FB00CA33348B}"/>
                  </a:ext>
                </a:extLst>
              </p:cNvPr>
              <p:cNvSpPr/>
              <p:nvPr/>
            </p:nvSpPr>
            <p:spPr>
              <a:xfrm>
                <a:off x="7547065" y="3341089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3DA6B280-8E30-4BA2-A4C4-FB00CA333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065" y="3341089"/>
                <a:ext cx="405880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4" name="直線接點 253">
            <a:extLst>
              <a:ext uri="{FF2B5EF4-FFF2-40B4-BE49-F238E27FC236}">
                <a16:creationId xmlns:a16="http://schemas.microsoft.com/office/drawing/2014/main" id="{06EE5FBF-D26F-439A-96C8-BAA07F63BFF3}"/>
              </a:ext>
            </a:extLst>
          </p:cNvPr>
          <p:cNvCxnSpPr>
            <a:cxnSpLocks/>
          </p:cNvCxnSpPr>
          <p:nvPr/>
        </p:nvCxnSpPr>
        <p:spPr>
          <a:xfrm>
            <a:off x="8053868" y="2185676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9" name="箭號: 向下 268">
            <a:extLst>
              <a:ext uri="{FF2B5EF4-FFF2-40B4-BE49-F238E27FC236}">
                <a16:creationId xmlns:a16="http://schemas.microsoft.com/office/drawing/2014/main" id="{0D66C6B8-EED2-4C23-AD5A-43BE3BF7F2EA}"/>
              </a:ext>
            </a:extLst>
          </p:cNvPr>
          <p:cNvSpPr/>
          <p:nvPr/>
        </p:nvSpPr>
        <p:spPr>
          <a:xfrm rot="10800000">
            <a:off x="8545997" y="3822494"/>
            <a:ext cx="198069" cy="39987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6095463" y="605459"/>
            <a:ext cx="6095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semiconductor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---SOI induced spin mixing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字方塊 277">
            <a:extLst>
              <a:ext uri="{FF2B5EF4-FFF2-40B4-BE49-F238E27FC236}">
                <a16:creationId xmlns:a16="http://schemas.microsoft.com/office/drawing/2014/main" id="{5EAB5147-2334-4C4D-BD4F-F93412507313}"/>
              </a:ext>
            </a:extLst>
          </p:cNvPr>
          <p:cNvSpPr txBox="1"/>
          <p:nvPr/>
        </p:nvSpPr>
        <p:spPr>
          <a:xfrm>
            <a:off x="8902895" y="1600502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38D03F8D-5B80-4F98-9893-566491E99EC5}"/>
              </a:ext>
            </a:extLst>
          </p:cNvPr>
          <p:cNvSpPr/>
          <p:nvPr/>
        </p:nvSpPr>
        <p:spPr>
          <a:xfrm>
            <a:off x="9108723" y="4092283"/>
            <a:ext cx="31034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a-DK" altLang="zh-TW" sz="1200" dirty="0"/>
              <a:t>L. M. Schneider </a:t>
            </a:r>
            <a:r>
              <a:rPr lang="da-DK" altLang="zh-TW" sz="1200" i="1" dirty="0"/>
              <a:t>et al.</a:t>
            </a:r>
            <a:r>
              <a:rPr lang="da-DK" altLang="zh-TW" sz="1200" dirty="0"/>
              <a:t>, </a:t>
            </a:r>
            <a:r>
              <a:rPr lang="da-DK" altLang="zh-TW" sz="1200" i="1" dirty="0"/>
              <a:t>Sci. Rep.</a:t>
            </a:r>
            <a:r>
              <a:rPr lang="da-DK" altLang="zh-TW" sz="1200" dirty="0"/>
              <a:t> </a:t>
            </a:r>
            <a:r>
              <a:rPr lang="da-DK" altLang="zh-TW" sz="1200" b="1" dirty="0"/>
              <a:t>10</a:t>
            </a:r>
            <a:r>
              <a:rPr lang="da-DK" altLang="zh-TW" sz="1200" dirty="0"/>
              <a:t>, 8091 (2020)</a:t>
            </a:r>
            <a:endParaRPr lang="zh-TW" altLang="en-US" sz="1200" dirty="0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60645EE6-5F0F-4ADA-856A-271C40593F8B}"/>
              </a:ext>
            </a:extLst>
          </p:cNvPr>
          <p:cNvSpPr/>
          <p:nvPr/>
        </p:nvSpPr>
        <p:spPr>
          <a:xfrm>
            <a:off x="378387" y="1502138"/>
            <a:ext cx="1243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2" name="Picture 2" descr="Figure 1">
            <a:extLst>
              <a:ext uri="{FF2B5EF4-FFF2-40B4-BE49-F238E27FC236}">
                <a16:creationId xmlns:a16="http://schemas.microsoft.com/office/drawing/2014/main" id="{F7BBB8B9-A9E9-489B-A513-427D772E80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07" t="77787"/>
          <a:stretch/>
        </p:blipFill>
        <p:spPr bwMode="auto">
          <a:xfrm>
            <a:off x="9833436" y="3403288"/>
            <a:ext cx="2277033" cy="80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4AE9E67E-8EAD-4D91-904D-AE154FD930A6}"/>
              </a:ext>
            </a:extLst>
          </p:cNvPr>
          <p:cNvSpPr txBox="1"/>
          <p:nvPr/>
        </p:nvSpPr>
        <p:spPr>
          <a:xfrm>
            <a:off x="8902895" y="3726651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925B1312-E631-4EF1-B939-4EB2ABE63227}"/>
              </a:ext>
            </a:extLst>
          </p:cNvPr>
          <p:cNvSpPr/>
          <p:nvPr/>
        </p:nvSpPr>
        <p:spPr>
          <a:xfrm>
            <a:off x="9935506" y="3403287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2FA8E5B-2F8F-495B-B460-E23347854CD9}"/>
              </a:ext>
            </a:extLst>
          </p:cNvPr>
          <p:cNvSpPr/>
          <p:nvPr/>
        </p:nvSpPr>
        <p:spPr>
          <a:xfrm>
            <a:off x="3660551" y="3926408"/>
            <a:ext cx="2234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altLang="zh-TW" sz="1200" dirty="0"/>
              <a:t>F. Cardano &amp; L. Marrucci, </a:t>
            </a:r>
            <a:r>
              <a:rPr lang="it-IT" altLang="zh-TW" sz="1200" i="1" dirty="0"/>
              <a:t>Nat. Photonics</a:t>
            </a:r>
            <a:r>
              <a:rPr lang="it-IT" altLang="zh-TW" sz="1200" dirty="0"/>
              <a:t> 15, 72 (2021).</a:t>
            </a:r>
            <a:endParaRPr lang="zh-TW" altLang="en-US" sz="1200" dirty="0"/>
          </a:p>
        </p:txBody>
      </p:sp>
      <p:pic>
        <p:nvPicPr>
          <p:cNvPr id="303" name="Picture 14">
            <a:extLst>
              <a:ext uri="{FF2B5EF4-FFF2-40B4-BE49-F238E27FC236}">
                <a16:creationId xmlns:a16="http://schemas.microsoft.com/office/drawing/2014/main" id="{4F0C64E5-CBD4-432E-B687-47F0C9083533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18981" t="23491"/>
          <a:stretch/>
        </p:blipFill>
        <p:spPr>
          <a:xfrm>
            <a:off x="3550900" y="1882371"/>
            <a:ext cx="2333401" cy="2087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矩形 303">
                <a:extLst>
                  <a:ext uri="{FF2B5EF4-FFF2-40B4-BE49-F238E27FC236}">
                    <a16:creationId xmlns:a16="http://schemas.microsoft.com/office/drawing/2014/main" id="{3D345594-7C41-4D2D-B193-5EC9AA719DBC}"/>
                  </a:ext>
                </a:extLst>
              </p:cNvPr>
              <p:cNvSpPr/>
              <p:nvPr/>
            </p:nvSpPr>
            <p:spPr>
              <a:xfrm>
                <a:off x="4100665" y="5737512"/>
                <a:ext cx="1306832" cy="455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4" name="矩形 303">
                <a:extLst>
                  <a:ext uri="{FF2B5EF4-FFF2-40B4-BE49-F238E27FC236}">
                    <a16:creationId xmlns:a16="http://schemas.microsoft.com/office/drawing/2014/main" id="{3D345594-7C41-4D2D-B193-5EC9AA719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65" y="5737512"/>
                <a:ext cx="1306832" cy="45570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36EF8E9F-9022-41D3-A3DF-7DA289F1B3D5}"/>
                  </a:ext>
                </a:extLst>
              </p:cNvPr>
              <p:cNvSpPr txBox="1"/>
              <p:nvPr/>
            </p:nvSpPr>
            <p:spPr>
              <a:xfrm>
                <a:off x="54664" y="5004223"/>
                <a:ext cx="499134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36EF8E9F-9022-41D3-A3DF-7DA289F1B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4" y="5004223"/>
                <a:ext cx="499134" cy="424283"/>
              </a:xfrm>
              <a:prstGeom prst="rect">
                <a:avLst/>
              </a:prstGeom>
              <a:blipFill>
                <a:blip r:embed="rId20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ED530BA7-0B03-4A6E-B91A-8D3072CDFFEE}"/>
              </a:ext>
            </a:extLst>
          </p:cNvPr>
          <p:cNvCxnSpPr>
            <a:cxnSpLocks/>
          </p:cNvCxnSpPr>
          <p:nvPr/>
        </p:nvCxnSpPr>
        <p:spPr>
          <a:xfrm>
            <a:off x="353276" y="5827644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8DFF6CA6-8FD8-409A-9318-4B031A41A84C}"/>
              </a:ext>
            </a:extLst>
          </p:cNvPr>
          <p:cNvCxnSpPr>
            <a:cxnSpLocks/>
          </p:cNvCxnSpPr>
          <p:nvPr/>
        </p:nvCxnSpPr>
        <p:spPr>
          <a:xfrm>
            <a:off x="353277" y="5421745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74B45DC-2059-466E-985A-86A5895AA254}"/>
                  </a:ext>
                </a:extLst>
              </p:cNvPr>
              <p:cNvSpPr/>
              <p:nvPr/>
            </p:nvSpPr>
            <p:spPr>
              <a:xfrm>
                <a:off x="695821" y="5610156"/>
                <a:ext cx="52411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74B45DC-2059-466E-985A-86A5895AA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21" y="5610156"/>
                <a:ext cx="524118" cy="400110"/>
              </a:xfrm>
              <a:prstGeom prst="rect">
                <a:avLst/>
              </a:prstGeom>
              <a:blipFill>
                <a:blip r:embed="rId2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550EC043-EB4E-480A-878A-7DF25552F4BF}"/>
                  </a:ext>
                </a:extLst>
              </p:cNvPr>
              <p:cNvSpPr/>
              <p:nvPr/>
            </p:nvSpPr>
            <p:spPr>
              <a:xfrm>
                <a:off x="2273314" y="5750581"/>
                <a:ext cx="880947" cy="446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550EC043-EB4E-480A-878A-7DF25552F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14" y="5750581"/>
                <a:ext cx="880947" cy="44672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8" name="圖片 107">
            <a:extLst>
              <a:ext uri="{FF2B5EF4-FFF2-40B4-BE49-F238E27FC236}">
                <a16:creationId xmlns:a16="http://schemas.microsoft.com/office/drawing/2014/main" id="{14DA49D6-4082-46AB-8C54-9FE146F36EE8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2321"/>
          <a:stretch/>
        </p:blipFill>
        <p:spPr>
          <a:xfrm>
            <a:off x="3379503" y="4443795"/>
            <a:ext cx="407456" cy="1328804"/>
          </a:xfrm>
          <a:prstGeom prst="rect">
            <a:avLst/>
          </a:prstGeom>
        </p:spPr>
      </p:pic>
      <p:sp>
        <p:nvSpPr>
          <p:cNvPr id="109" name="矩形 108">
            <a:extLst>
              <a:ext uri="{FF2B5EF4-FFF2-40B4-BE49-F238E27FC236}">
                <a16:creationId xmlns:a16="http://schemas.microsoft.com/office/drawing/2014/main" id="{5132526B-8E0F-4294-BAD2-DF32D0E31827}"/>
              </a:ext>
            </a:extLst>
          </p:cNvPr>
          <p:cNvSpPr/>
          <p:nvPr/>
        </p:nvSpPr>
        <p:spPr>
          <a:xfrm>
            <a:off x="3653280" y="4429355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FE33C1D-7E66-470E-89A7-9B97FEB144E5}"/>
              </a:ext>
            </a:extLst>
          </p:cNvPr>
          <p:cNvSpPr/>
          <p:nvPr/>
        </p:nvSpPr>
        <p:spPr>
          <a:xfrm>
            <a:off x="3653280" y="5460570"/>
            <a:ext cx="357790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FD94526-6371-408B-8EFF-C7E2EC915C49}"/>
              </a:ext>
            </a:extLst>
          </p:cNvPr>
          <p:cNvSpPr/>
          <p:nvPr/>
        </p:nvSpPr>
        <p:spPr>
          <a:xfrm>
            <a:off x="3340622" y="4921456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9382A1-98C5-43A6-9375-6BD95802875B}"/>
                  </a:ext>
                </a:extLst>
              </p:cNvPr>
              <p:cNvSpPr/>
              <p:nvPr/>
            </p:nvSpPr>
            <p:spPr>
              <a:xfrm>
                <a:off x="0" y="605459"/>
                <a:ext cx="570547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Scalar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</m:t>
                        </m:r>
                      </m:e>
                    </m:d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SOI in longitudinal component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9382A1-98C5-43A6-9375-6BD958028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5459"/>
                <a:ext cx="5705476" cy="707886"/>
              </a:xfrm>
              <a:prstGeom prst="rect">
                <a:avLst/>
              </a:prstGeom>
              <a:blipFill>
                <a:blip r:embed="rId25"/>
                <a:stretch>
                  <a:fillRect l="-1068" t="-69828" b="-6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F49C5502-6D8B-4FCF-87EB-4DD381396EEB}"/>
              </a:ext>
            </a:extLst>
          </p:cNvPr>
          <p:cNvCxnSpPr>
            <a:cxnSpLocks/>
          </p:cNvCxnSpPr>
          <p:nvPr/>
        </p:nvCxnSpPr>
        <p:spPr>
          <a:xfrm>
            <a:off x="-23149" y="6326909"/>
            <a:ext cx="122382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23A5BE9C-B381-4E82-A1D3-805466A91B5E}"/>
                  </a:ext>
                </a:extLst>
              </p:cNvPr>
              <p:cNvSpPr/>
              <p:nvPr/>
            </p:nvSpPr>
            <p:spPr>
              <a:xfrm>
                <a:off x="2390085" y="1502138"/>
                <a:ext cx="7373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23A5BE9C-B381-4E82-A1D3-805466A91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085" y="1502138"/>
                <a:ext cx="737317" cy="369332"/>
              </a:xfrm>
              <a:prstGeom prst="rect">
                <a:avLst/>
              </a:prstGeom>
              <a:blipFill>
                <a:blip r:embed="rId26"/>
                <a:stretch>
                  <a:fillRect t="-119672" r="-64463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D6612B87-C154-445B-85DF-2BD5D1CB4DB7}"/>
              </a:ext>
            </a:extLst>
          </p:cNvPr>
          <p:cNvGrpSpPr/>
          <p:nvPr/>
        </p:nvGrpSpPr>
        <p:grpSpPr>
          <a:xfrm rot="3736100">
            <a:off x="1839218" y="2150785"/>
            <a:ext cx="1615465" cy="1339222"/>
            <a:chOff x="1150620" y="2040672"/>
            <a:chExt cx="2887980" cy="2394139"/>
          </a:xfrm>
        </p:grpSpPr>
        <p:pic>
          <p:nvPicPr>
            <p:cNvPr id="136" name="圖片 135">
              <a:extLst>
                <a:ext uri="{FF2B5EF4-FFF2-40B4-BE49-F238E27FC236}">
                  <a16:creationId xmlns:a16="http://schemas.microsoft.com/office/drawing/2014/main" id="{A51A0FFF-F02A-4432-9FC9-C951F8421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85024FF9-F81F-4316-A811-A6911B0C6B6B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D4D7F000-D67D-4E6C-BAC8-98584147FB7A}"/>
              </a:ext>
            </a:extLst>
          </p:cNvPr>
          <p:cNvGrpSpPr/>
          <p:nvPr/>
        </p:nvGrpSpPr>
        <p:grpSpPr>
          <a:xfrm>
            <a:off x="2393631" y="1915876"/>
            <a:ext cx="644540" cy="463864"/>
            <a:chOff x="2854654" y="1882492"/>
            <a:chExt cx="798184" cy="574440"/>
          </a:xfrm>
        </p:grpSpPr>
        <p:sp>
          <p:nvSpPr>
            <p:cNvPr id="139" name="橢圓 138">
              <a:extLst>
                <a:ext uri="{FF2B5EF4-FFF2-40B4-BE49-F238E27FC236}">
                  <a16:creationId xmlns:a16="http://schemas.microsoft.com/office/drawing/2014/main" id="{6ECE5998-61FB-4DC9-9B86-0E008D31564A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895EF473-3B2B-4F46-80C6-96AC1E239326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1" name="等腰三角形 140">
              <a:extLst>
                <a:ext uri="{FF2B5EF4-FFF2-40B4-BE49-F238E27FC236}">
                  <a16:creationId xmlns:a16="http://schemas.microsoft.com/office/drawing/2014/main" id="{7530B280-A10F-4FB0-B3E3-8CF962951E2F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42" name="等腰三角形 141">
            <a:extLst>
              <a:ext uri="{FF2B5EF4-FFF2-40B4-BE49-F238E27FC236}">
                <a16:creationId xmlns:a16="http://schemas.microsoft.com/office/drawing/2014/main" id="{A776D29E-562B-4DB8-A8CE-14BCEDB749CC}"/>
              </a:ext>
            </a:extLst>
          </p:cNvPr>
          <p:cNvSpPr/>
          <p:nvPr/>
        </p:nvSpPr>
        <p:spPr>
          <a:xfrm rot="10800000">
            <a:off x="2602035" y="3602929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3866792E-DB44-4303-A2A3-C07A3E634959}"/>
              </a:ext>
            </a:extLst>
          </p:cNvPr>
          <p:cNvSpPr/>
          <p:nvPr/>
        </p:nvSpPr>
        <p:spPr>
          <a:xfrm>
            <a:off x="399224" y="4396251"/>
            <a:ext cx="6352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箭號: 向下 143">
            <a:extLst>
              <a:ext uri="{FF2B5EF4-FFF2-40B4-BE49-F238E27FC236}">
                <a16:creationId xmlns:a16="http://schemas.microsoft.com/office/drawing/2014/main" id="{B36CB6EC-E125-459F-A1C2-E552B916E647}"/>
              </a:ext>
            </a:extLst>
          </p:cNvPr>
          <p:cNvSpPr/>
          <p:nvPr/>
        </p:nvSpPr>
        <p:spPr>
          <a:xfrm rot="10800000">
            <a:off x="8873148" y="2479039"/>
            <a:ext cx="198069" cy="144922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58233710-7596-4326-BFF6-A64FFD0EDA21}"/>
              </a:ext>
            </a:extLst>
          </p:cNvPr>
          <p:cNvSpPr txBox="1"/>
          <p:nvPr/>
        </p:nvSpPr>
        <p:spPr>
          <a:xfrm>
            <a:off x="8638031" y="2362502"/>
            <a:ext cx="308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箭號: 向下 145">
            <a:extLst>
              <a:ext uri="{FF2B5EF4-FFF2-40B4-BE49-F238E27FC236}">
                <a16:creationId xmlns:a16="http://schemas.microsoft.com/office/drawing/2014/main" id="{1C8CDCFE-ACA5-48FE-B552-8A2324B40F68}"/>
              </a:ext>
            </a:extLst>
          </p:cNvPr>
          <p:cNvSpPr/>
          <p:nvPr/>
        </p:nvSpPr>
        <p:spPr>
          <a:xfrm rot="10800000">
            <a:off x="11339257" y="5615831"/>
            <a:ext cx="198069" cy="144922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4BA40615-478D-4FBC-B4E7-C5601753DC6C}"/>
              </a:ext>
            </a:extLst>
          </p:cNvPr>
          <p:cNvSpPr txBox="1"/>
          <p:nvPr/>
        </p:nvSpPr>
        <p:spPr>
          <a:xfrm>
            <a:off x="10331965" y="5482299"/>
            <a:ext cx="1094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箭號: 向下 147">
            <a:extLst>
              <a:ext uri="{FF2B5EF4-FFF2-40B4-BE49-F238E27FC236}">
                <a16:creationId xmlns:a16="http://schemas.microsoft.com/office/drawing/2014/main" id="{6696A52C-0F00-4028-8A1D-004CBB749847}"/>
              </a:ext>
            </a:extLst>
          </p:cNvPr>
          <p:cNvSpPr/>
          <p:nvPr/>
        </p:nvSpPr>
        <p:spPr>
          <a:xfrm>
            <a:off x="7164237" y="5060314"/>
            <a:ext cx="198069" cy="39987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9" name="箭號: 向下 148">
            <a:extLst>
              <a:ext uri="{FF2B5EF4-FFF2-40B4-BE49-F238E27FC236}">
                <a16:creationId xmlns:a16="http://schemas.microsoft.com/office/drawing/2014/main" id="{E6079167-D9A1-462A-A2A8-470EE90DB287}"/>
              </a:ext>
            </a:extLst>
          </p:cNvPr>
          <p:cNvSpPr/>
          <p:nvPr/>
        </p:nvSpPr>
        <p:spPr>
          <a:xfrm>
            <a:off x="9931451" y="5060314"/>
            <a:ext cx="198069" cy="39987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矩形: 圓角 151">
            <a:extLst>
              <a:ext uri="{FF2B5EF4-FFF2-40B4-BE49-F238E27FC236}">
                <a16:creationId xmlns:a16="http://schemas.microsoft.com/office/drawing/2014/main" id="{50347F5D-0378-4BE6-9091-5A3540DD6EB8}"/>
              </a:ext>
            </a:extLst>
          </p:cNvPr>
          <p:cNvSpPr/>
          <p:nvPr/>
        </p:nvSpPr>
        <p:spPr>
          <a:xfrm>
            <a:off x="6306249" y="1405713"/>
            <a:ext cx="2818702" cy="3013887"/>
          </a:xfrm>
          <a:prstGeom prst="roundRect">
            <a:avLst>
              <a:gd name="adj" fmla="val 5311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cxnSp>
        <p:nvCxnSpPr>
          <p:cNvPr id="194" name="直線單箭頭接點 193">
            <a:extLst>
              <a:ext uri="{FF2B5EF4-FFF2-40B4-BE49-F238E27FC236}">
                <a16:creationId xmlns:a16="http://schemas.microsoft.com/office/drawing/2014/main" id="{E391A300-3124-46B5-A4EA-C41EF7F8D5BE}"/>
              </a:ext>
            </a:extLst>
          </p:cNvPr>
          <p:cNvCxnSpPr>
            <a:cxnSpLocks/>
          </p:cNvCxnSpPr>
          <p:nvPr/>
        </p:nvCxnSpPr>
        <p:spPr>
          <a:xfrm flipV="1">
            <a:off x="10597586" y="4950035"/>
            <a:ext cx="382798" cy="43805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0B505267-FF18-4655-BD34-816072459F98}"/>
              </a:ext>
            </a:extLst>
          </p:cNvPr>
          <p:cNvSpPr/>
          <p:nvPr/>
        </p:nvSpPr>
        <p:spPr>
          <a:xfrm>
            <a:off x="5265855" y="4921456"/>
            <a:ext cx="487634" cy="343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479BB8DF-8A56-4DF4-9A02-EB8D6B36AD0F}"/>
              </a:ext>
            </a:extLst>
          </p:cNvPr>
          <p:cNvGrpSpPr/>
          <p:nvPr/>
        </p:nvGrpSpPr>
        <p:grpSpPr>
          <a:xfrm>
            <a:off x="7193884" y="3468936"/>
            <a:ext cx="317021" cy="456533"/>
            <a:chOff x="6585430" y="4678512"/>
            <a:chExt cx="317021" cy="456533"/>
          </a:xfrm>
        </p:grpSpPr>
        <p:pic>
          <p:nvPicPr>
            <p:cNvPr id="118" name="Picture 10">
              <a:extLst>
                <a:ext uri="{FF2B5EF4-FFF2-40B4-BE49-F238E27FC236}">
                  <a16:creationId xmlns:a16="http://schemas.microsoft.com/office/drawing/2014/main" id="{F9D9DC19-8813-4DFA-AE6E-0E105FCDCF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4F37FF4A-4533-4BDF-98EB-822A43E99007}"/>
                </a:ext>
              </a:extLst>
            </p:cNvPr>
            <p:cNvSpPr/>
            <p:nvPr/>
          </p:nvSpPr>
          <p:spPr>
            <a:xfrm rot="6852784">
              <a:off x="6611577" y="5012524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633911F9-D9FC-49C4-A894-3EC330A9FE05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4" name="群組 123">
            <a:extLst>
              <a:ext uri="{FF2B5EF4-FFF2-40B4-BE49-F238E27FC236}">
                <a16:creationId xmlns:a16="http://schemas.microsoft.com/office/drawing/2014/main" id="{2E90B80E-38EE-40AF-9AA5-56D8D3104911}"/>
              </a:ext>
            </a:extLst>
          </p:cNvPr>
          <p:cNvGrpSpPr/>
          <p:nvPr/>
        </p:nvGrpSpPr>
        <p:grpSpPr>
          <a:xfrm>
            <a:off x="7890593" y="1803348"/>
            <a:ext cx="347791" cy="440477"/>
            <a:chOff x="7362328" y="4520666"/>
            <a:chExt cx="347791" cy="440477"/>
          </a:xfrm>
        </p:grpSpPr>
        <p:pic>
          <p:nvPicPr>
            <p:cNvPr id="125" name="Picture 10">
              <a:extLst>
                <a:ext uri="{FF2B5EF4-FFF2-40B4-BE49-F238E27FC236}">
                  <a16:creationId xmlns:a16="http://schemas.microsoft.com/office/drawing/2014/main" id="{BC510C62-2EC1-422B-B0D8-CCF15EB207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BC3AD6A-6DCD-4B84-A4F8-0FB5C05CE27B}"/>
                </a:ext>
              </a:extLst>
            </p:cNvPr>
            <p:cNvSpPr/>
            <p:nvPr/>
          </p:nvSpPr>
          <p:spPr>
            <a:xfrm rot="7768525">
              <a:off x="7388475" y="4838622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D92CF4B4-8712-415E-876F-1D54E2207A10}"/>
                </a:ext>
              </a:extLst>
            </p:cNvPr>
            <p:cNvSpPr/>
            <p:nvPr/>
          </p:nvSpPr>
          <p:spPr>
            <a:xfrm rot="6739926">
              <a:off x="7568319" y="449451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C9F3C76D-6DBF-4286-925A-40BF8DE87C7F}"/>
              </a:ext>
            </a:extLst>
          </p:cNvPr>
          <p:cNvGrpSpPr/>
          <p:nvPr/>
        </p:nvGrpSpPr>
        <p:grpSpPr>
          <a:xfrm>
            <a:off x="7890593" y="2539948"/>
            <a:ext cx="347791" cy="440477"/>
            <a:chOff x="7362328" y="4520666"/>
            <a:chExt cx="347791" cy="440477"/>
          </a:xfrm>
        </p:grpSpPr>
        <p:pic>
          <p:nvPicPr>
            <p:cNvPr id="129" name="Picture 10">
              <a:extLst>
                <a:ext uri="{FF2B5EF4-FFF2-40B4-BE49-F238E27FC236}">
                  <a16:creationId xmlns:a16="http://schemas.microsoft.com/office/drawing/2014/main" id="{3F32D8A3-EBB0-4F8D-AC57-7BF2819F44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D885740F-1E66-4C8E-9F8C-3C94356A9227}"/>
                </a:ext>
              </a:extLst>
            </p:cNvPr>
            <p:cNvSpPr/>
            <p:nvPr/>
          </p:nvSpPr>
          <p:spPr>
            <a:xfrm rot="7768525">
              <a:off x="7388475" y="4838622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CCE4168E-808D-4511-A35B-C224D1A11195}"/>
                </a:ext>
              </a:extLst>
            </p:cNvPr>
            <p:cNvSpPr/>
            <p:nvPr/>
          </p:nvSpPr>
          <p:spPr>
            <a:xfrm rot="6739926">
              <a:off x="7568319" y="449451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263" name="直線單箭頭接點 262">
            <a:extLst>
              <a:ext uri="{FF2B5EF4-FFF2-40B4-BE49-F238E27FC236}">
                <a16:creationId xmlns:a16="http://schemas.microsoft.com/office/drawing/2014/main" id="{6A1B0FD2-9319-4B0A-9209-9762A3D45F22}"/>
              </a:ext>
            </a:extLst>
          </p:cNvPr>
          <p:cNvCxnSpPr>
            <a:cxnSpLocks/>
          </p:cNvCxnSpPr>
          <p:nvPr/>
        </p:nvCxnSpPr>
        <p:spPr>
          <a:xfrm flipV="1">
            <a:off x="7359335" y="2156437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直線單箭頭接點 267">
            <a:extLst>
              <a:ext uri="{FF2B5EF4-FFF2-40B4-BE49-F238E27FC236}">
                <a16:creationId xmlns:a16="http://schemas.microsoft.com/office/drawing/2014/main" id="{6CDA1181-658E-429B-8B26-59A2313015AC}"/>
              </a:ext>
            </a:extLst>
          </p:cNvPr>
          <p:cNvCxnSpPr>
            <a:cxnSpLocks/>
          </p:cNvCxnSpPr>
          <p:nvPr/>
        </p:nvCxnSpPr>
        <p:spPr>
          <a:xfrm flipV="1">
            <a:off x="7408929" y="2870682"/>
            <a:ext cx="555836" cy="69628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D04135D9-9E28-4C5F-802A-11DC95EE1774}"/>
                  </a:ext>
                </a:extLst>
              </p:cNvPr>
              <p:cNvSpPr txBox="1"/>
              <p:nvPr/>
            </p:nvSpPr>
            <p:spPr>
              <a:xfrm>
                <a:off x="3902258" y="5421221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D04135D9-9E28-4C5F-802A-11DC95EE1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258" y="5421221"/>
                <a:ext cx="711762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" name="圖片 132">
            <a:extLst>
              <a:ext uri="{FF2B5EF4-FFF2-40B4-BE49-F238E27FC236}">
                <a16:creationId xmlns:a16="http://schemas.microsoft.com/office/drawing/2014/main" id="{279EBDC0-D0CD-49ED-A0BB-2DD7760CB47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86690" y="4461072"/>
            <a:ext cx="1281600" cy="12762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89E260FD-3FDA-4F94-BCFF-248CD65086A6}"/>
                  </a:ext>
                </a:extLst>
              </p:cNvPr>
              <p:cNvSpPr txBox="1"/>
              <p:nvPr/>
            </p:nvSpPr>
            <p:spPr>
              <a:xfrm>
                <a:off x="1883012" y="5421220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89E260FD-3FDA-4F94-BCFF-248CD6508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012" y="5421220"/>
                <a:ext cx="711762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97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61E4F30C-2A23-45B8-89CF-C6C35BADD97B}"/>
              </a:ext>
            </a:extLst>
          </p:cNvPr>
          <p:cNvGrpSpPr/>
          <p:nvPr/>
        </p:nvGrpSpPr>
        <p:grpSpPr>
          <a:xfrm>
            <a:off x="3557157" y="4393612"/>
            <a:ext cx="1354567" cy="1265043"/>
            <a:chOff x="4011072" y="4660900"/>
            <a:chExt cx="1767692" cy="1650868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4DD70553-4A51-4951-8A15-8E58C8D1D9D3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04" name="圖片 103">
                <a:extLst>
                  <a:ext uri="{FF2B5EF4-FFF2-40B4-BE49-F238E27FC236}">
                    <a16:creationId xmlns:a16="http://schemas.microsoft.com/office/drawing/2014/main" id="{09BBB087-7115-409D-8FEE-739D20498A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047CDC9-9E3F-414D-B9BF-D684148E67FC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84C0D703-BEC4-4617-9630-4C8D968E9F54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A2A4486C-F5DC-48AC-A12B-8537E99DDA25}"/>
              </a:ext>
            </a:extLst>
          </p:cNvPr>
          <p:cNvGrpSpPr/>
          <p:nvPr/>
        </p:nvGrpSpPr>
        <p:grpSpPr>
          <a:xfrm>
            <a:off x="4967894" y="4396115"/>
            <a:ext cx="1118387" cy="1259553"/>
            <a:chOff x="5728722" y="4684787"/>
            <a:chExt cx="1459478" cy="1643701"/>
          </a:xfrm>
        </p:grpSpPr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120846B8-EF36-494C-9B6D-3EFBDFD5BFC0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09" name="圖片 108">
                <a:extLst>
                  <a:ext uri="{FF2B5EF4-FFF2-40B4-BE49-F238E27FC236}">
                    <a16:creationId xmlns:a16="http://schemas.microsoft.com/office/drawing/2014/main" id="{A097E297-E0EC-4FE9-83A9-962323CA1A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EF57D82E-23CF-45EC-9AAA-03C552F6A0FD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5DA98234-0BC6-4195-9C57-B39C29F4BC88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DE217D66-7BA8-4E67-8591-7D2A8C111FCF}"/>
                  </a:ext>
                </a:extLst>
              </p:cNvPr>
              <p:cNvSpPr/>
              <p:nvPr/>
            </p:nvSpPr>
            <p:spPr>
              <a:xfrm>
                <a:off x="5459850" y="533930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DE217D66-7BA8-4E67-8591-7D2A8C111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850" y="5339300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1BA1A848-C81E-4FCE-8CFD-DDE441332985}"/>
                  </a:ext>
                </a:extLst>
              </p:cNvPr>
              <p:cNvSpPr/>
              <p:nvPr/>
            </p:nvSpPr>
            <p:spPr>
              <a:xfrm>
                <a:off x="4018391" y="6061376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1BA1A848-C81E-4FCE-8CFD-DDE441332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1" y="6061376"/>
                <a:ext cx="1632238" cy="407099"/>
              </a:xfrm>
              <a:prstGeom prst="rect">
                <a:avLst/>
              </a:prstGeom>
              <a:blipFill>
                <a:blip r:embed="rId4"/>
                <a:stretch>
                  <a:fillRect t="-4478" r="-13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37343B11-F957-4B4D-A1D6-DB7D8DC1A1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9249"/>
          <a:stretch/>
        </p:blipFill>
        <p:spPr>
          <a:xfrm flipV="1">
            <a:off x="6339558" y="1296390"/>
            <a:ext cx="1403286" cy="69480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mixed states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7702276C-6C9F-410D-A07D-C88228BB4D25}"/>
              </a:ext>
            </a:extLst>
          </p:cNvPr>
          <p:cNvCxnSpPr>
            <a:cxnSpLocks/>
          </p:cNvCxnSpPr>
          <p:nvPr/>
        </p:nvCxnSpPr>
        <p:spPr>
          <a:xfrm>
            <a:off x="6096000" y="619338"/>
            <a:ext cx="0" cy="34437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32" name="圖片 231">
            <a:extLst>
              <a:ext uri="{FF2B5EF4-FFF2-40B4-BE49-F238E27FC236}">
                <a16:creationId xmlns:a16="http://schemas.microsoft.com/office/drawing/2014/main" id="{404931D7-9958-4E95-9690-B7487CF7EA2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9002"/>
          <a:stretch/>
        </p:blipFill>
        <p:spPr>
          <a:xfrm flipV="1">
            <a:off x="6309902" y="1722023"/>
            <a:ext cx="1403286" cy="694800"/>
          </a:xfrm>
          <a:prstGeom prst="rect">
            <a:avLst/>
          </a:prstGeom>
        </p:spPr>
      </p:pic>
      <p:pic>
        <p:nvPicPr>
          <p:cNvPr id="233" name="圖片 232">
            <a:extLst>
              <a:ext uri="{FF2B5EF4-FFF2-40B4-BE49-F238E27FC236}">
                <a16:creationId xmlns:a16="http://schemas.microsoft.com/office/drawing/2014/main" id="{2D545052-CE89-4241-AA87-7508480973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9249"/>
          <a:stretch/>
        </p:blipFill>
        <p:spPr>
          <a:xfrm>
            <a:off x="6400839" y="3429863"/>
            <a:ext cx="1319804" cy="693365"/>
          </a:xfrm>
          <a:prstGeom prst="rect">
            <a:avLst/>
          </a:prstGeom>
        </p:spPr>
      </p:pic>
      <p:cxnSp>
        <p:nvCxnSpPr>
          <p:cNvPr id="237" name="直線單箭頭接點 236">
            <a:extLst>
              <a:ext uri="{FF2B5EF4-FFF2-40B4-BE49-F238E27FC236}">
                <a16:creationId xmlns:a16="http://schemas.microsoft.com/office/drawing/2014/main" id="{6B9BBD42-F544-4903-83C6-AFA04E203592}"/>
              </a:ext>
            </a:extLst>
          </p:cNvPr>
          <p:cNvCxnSpPr>
            <a:cxnSpLocks/>
          </p:cNvCxnSpPr>
          <p:nvPr/>
        </p:nvCxnSpPr>
        <p:spPr>
          <a:xfrm>
            <a:off x="6691985" y="3546039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3DA6B280-8E30-4BA2-A4C4-FB00CA33348B}"/>
                  </a:ext>
                </a:extLst>
              </p:cNvPr>
              <p:cNvSpPr/>
              <p:nvPr/>
            </p:nvSpPr>
            <p:spPr>
              <a:xfrm>
                <a:off x="6886719" y="3090264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3DA6B280-8E30-4BA2-A4C4-FB00CA333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719" y="3090264"/>
                <a:ext cx="405880" cy="369332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BC9B4170-4A2E-44E6-93C2-A41EE44EE1C9}"/>
              </a:ext>
            </a:extLst>
          </p:cNvPr>
          <p:cNvGrpSpPr/>
          <p:nvPr/>
        </p:nvGrpSpPr>
        <p:grpSpPr>
          <a:xfrm>
            <a:off x="6533538" y="3332411"/>
            <a:ext cx="317021" cy="456533"/>
            <a:chOff x="6585430" y="4678512"/>
            <a:chExt cx="317021" cy="456533"/>
          </a:xfrm>
        </p:grpSpPr>
        <p:pic>
          <p:nvPicPr>
            <p:cNvPr id="245" name="Picture 10">
              <a:extLst>
                <a:ext uri="{FF2B5EF4-FFF2-40B4-BE49-F238E27FC236}">
                  <a16:creationId xmlns:a16="http://schemas.microsoft.com/office/drawing/2014/main" id="{ACA6024D-9B3B-474D-BBD0-368C860F26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9B8C9400-5976-486B-83AD-10BAB9170711}"/>
                </a:ext>
              </a:extLst>
            </p:cNvPr>
            <p:cNvSpPr/>
            <p:nvPr/>
          </p:nvSpPr>
          <p:spPr>
            <a:xfrm rot="6852784">
              <a:off x="6611577" y="5012524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766A825B-90B9-4071-9A27-9DDEF8C2BE57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254" name="直線接點 253">
            <a:extLst>
              <a:ext uri="{FF2B5EF4-FFF2-40B4-BE49-F238E27FC236}">
                <a16:creationId xmlns:a16="http://schemas.microsoft.com/office/drawing/2014/main" id="{06EE5FBF-D26F-439A-96C8-BAA07F63BFF3}"/>
              </a:ext>
            </a:extLst>
          </p:cNvPr>
          <p:cNvCxnSpPr>
            <a:cxnSpLocks/>
          </p:cNvCxnSpPr>
          <p:nvPr/>
        </p:nvCxnSpPr>
        <p:spPr>
          <a:xfrm>
            <a:off x="7393522" y="2049151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6" name="群組 255">
            <a:extLst>
              <a:ext uri="{FF2B5EF4-FFF2-40B4-BE49-F238E27FC236}">
                <a16:creationId xmlns:a16="http://schemas.microsoft.com/office/drawing/2014/main" id="{4BDF1F9B-72E3-4995-BDFA-AB76D278B154}"/>
              </a:ext>
            </a:extLst>
          </p:cNvPr>
          <p:cNvGrpSpPr/>
          <p:nvPr/>
        </p:nvGrpSpPr>
        <p:grpSpPr>
          <a:xfrm>
            <a:off x="7230247" y="1666823"/>
            <a:ext cx="347791" cy="440477"/>
            <a:chOff x="7362328" y="4520666"/>
            <a:chExt cx="347791" cy="440477"/>
          </a:xfrm>
        </p:grpSpPr>
        <p:pic>
          <p:nvPicPr>
            <p:cNvPr id="257" name="Picture 10">
              <a:extLst>
                <a:ext uri="{FF2B5EF4-FFF2-40B4-BE49-F238E27FC236}">
                  <a16:creationId xmlns:a16="http://schemas.microsoft.com/office/drawing/2014/main" id="{28AA49C2-B7A5-4F01-88EB-0224B0338D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6DED7841-FC42-45FF-ACD6-EABD5F1EEB9E}"/>
                </a:ext>
              </a:extLst>
            </p:cNvPr>
            <p:cNvSpPr/>
            <p:nvPr/>
          </p:nvSpPr>
          <p:spPr>
            <a:xfrm rot="7768525">
              <a:off x="7388475" y="4838622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86F9B976-5847-454F-A825-D336657B2826}"/>
                </a:ext>
              </a:extLst>
            </p:cNvPr>
            <p:cNvSpPr/>
            <p:nvPr/>
          </p:nvSpPr>
          <p:spPr>
            <a:xfrm rot="6739926">
              <a:off x="7568319" y="449451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263" name="直線單箭頭接點 262">
            <a:extLst>
              <a:ext uri="{FF2B5EF4-FFF2-40B4-BE49-F238E27FC236}">
                <a16:creationId xmlns:a16="http://schemas.microsoft.com/office/drawing/2014/main" id="{6A1B0FD2-9319-4B0A-9209-9762A3D45F22}"/>
              </a:ext>
            </a:extLst>
          </p:cNvPr>
          <p:cNvCxnSpPr>
            <a:cxnSpLocks/>
          </p:cNvCxnSpPr>
          <p:nvPr/>
        </p:nvCxnSpPr>
        <p:spPr>
          <a:xfrm flipV="1">
            <a:off x="6698989" y="2019912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6095463" y="605459"/>
            <a:ext cx="62235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Transition metal dichalcogenide (TMD): valley-mixing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9382A1-98C5-43A6-9375-6BD95802875B}"/>
                  </a:ext>
                </a:extLst>
              </p:cNvPr>
              <p:cNvSpPr/>
              <p:nvPr/>
            </p:nvSpPr>
            <p:spPr>
              <a:xfrm>
                <a:off x="-1" y="605459"/>
                <a:ext cx="60954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ℓ,−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ℓ′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−ℓ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9382A1-98C5-43A6-9375-6BD958028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05459"/>
                <a:ext cx="6095457" cy="400110"/>
              </a:xfrm>
              <a:prstGeom prst="rect">
                <a:avLst/>
              </a:prstGeom>
              <a:blipFill>
                <a:blip r:embed="rId9"/>
                <a:stretch>
                  <a:fillRect l="-1000" t="-122727" r="-5200" b="-18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圖片 129">
            <a:extLst>
              <a:ext uri="{FF2B5EF4-FFF2-40B4-BE49-F238E27FC236}">
                <a16:creationId xmlns:a16="http://schemas.microsoft.com/office/drawing/2014/main" id="{4B69ED24-FEE4-411E-9AC5-078B7A3AEE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9002"/>
          <a:stretch/>
        </p:blipFill>
        <p:spPr>
          <a:xfrm flipV="1">
            <a:off x="8069723" y="1296390"/>
            <a:ext cx="1403286" cy="694800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8348606A-9BF8-4330-B350-3933A06FA6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9249"/>
          <a:stretch/>
        </p:blipFill>
        <p:spPr>
          <a:xfrm flipV="1">
            <a:off x="8069723" y="1722023"/>
            <a:ext cx="1403286" cy="694800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3431BDFD-4D2E-4CDE-AFF2-584DD29282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9002"/>
          <a:stretch/>
        </p:blipFill>
        <p:spPr>
          <a:xfrm rot="10800000" flipV="1">
            <a:off x="8069723" y="3394030"/>
            <a:ext cx="1403286" cy="694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05D8E1C-2EC8-4855-A9B7-8E9193B843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2197" y="5741217"/>
            <a:ext cx="1080000" cy="1080000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0DDE1AFE-0E64-49C5-97E3-E53E558B8026}"/>
              </a:ext>
            </a:extLst>
          </p:cNvPr>
          <p:cNvSpPr/>
          <p:nvPr/>
        </p:nvSpPr>
        <p:spPr>
          <a:xfrm>
            <a:off x="103849" y="4822340"/>
            <a:ext cx="12993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ACEE0155-B959-4197-BF54-3F1EBCCC0438}"/>
              </a:ext>
            </a:extLst>
          </p:cNvPr>
          <p:cNvSpPr/>
          <p:nvPr/>
        </p:nvSpPr>
        <p:spPr>
          <a:xfrm>
            <a:off x="-32118" y="6057953"/>
            <a:ext cx="15712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9ED4683A-3B29-4F7B-978C-7948273BFB21}"/>
                  </a:ext>
                </a:extLst>
              </p:cNvPr>
              <p:cNvSpPr txBox="1"/>
              <p:nvPr/>
            </p:nvSpPr>
            <p:spPr>
              <a:xfrm>
                <a:off x="7681948" y="2329330"/>
                <a:ext cx="4127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9ED4683A-3B29-4F7B-978C-7948273BF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948" y="2329330"/>
                <a:ext cx="412766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49438F55-D259-481A-8D66-0BBBC2A366B1}"/>
              </a:ext>
            </a:extLst>
          </p:cNvPr>
          <p:cNvCxnSpPr>
            <a:cxnSpLocks/>
          </p:cNvCxnSpPr>
          <p:nvPr/>
        </p:nvCxnSpPr>
        <p:spPr>
          <a:xfrm>
            <a:off x="8436965" y="3515559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1F7BF32E-1EEC-4CF5-86D3-7524C95FC4FD}"/>
                  </a:ext>
                </a:extLst>
              </p:cNvPr>
              <p:cNvSpPr/>
              <p:nvPr/>
            </p:nvSpPr>
            <p:spPr>
              <a:xfrm>
                <a:off x="8631699" y="3059784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1F7BF32E-1EEC-4CF5-86D3-7524C95FC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699" y="3059784"/>
                <a:ext cx="405880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2418CE9F-DBBE-4096-9041-EA5F07C577E3}"/>
              </a:ext>
            </a:extLst>
          </p:cNvPr>
          <p:cNvGrpSpPr/>
          <p:nvPr/>
        </p:nvGrpSpPr>
        <p:grpSpPr>
          <a:xfrm>
            <a:off x="8278518" y="3301931"/>
            <a:ext cx="317021" cy="456533"/>
            <a:chOff x="6585430" y="4678512"/>
            <a:chExt cx="317021" cy="456533"/>
          </a:xfrm>
        </p:grpSpPr>
        <p:pic>
          <p:nvPicPr>
            <p:cNvPr id="164" name="Picture 10">
              <a:extLst>
                <a:ext uri="{FF2B5EF4-FFF2-40B4-BE49-F238E27FC236}">
                  <a16:creationId xmlns:a16="http://schemas.microsoft.com/office/drawing/2014/main" id="{262313F3-C533-4DF5-8C71-249E05A233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24ACD7DE-110B-4F1F-8D5C-732138A3C27D}"/>
                </a:ext>
              </a:extLst>
            </p:cNvPr>
            <p:cNvSpPr/>
            <p:nvPr/>
          </p:nvSpPr>
          <p:spPr>
            <a:xfrm rot="6852784">
              <a:off x="6611577" y="5012524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5D9241CC-45F7-4696-91BE-3807A3B0B827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7" name="直線接點 166">
            <a:extLst>
              <a:ext uri="{FF2B5EF4-FFF2-40B4-BE49-F238E27FC236}">
                <a16:creationId xmlns:a16="http://schemas.microsoft.com/office/drawing/2014/main" id="{692F9B91-4731-48CC-A7E0-042FDD257FEB}"/>
              </a:ext>
            </a:extLst>
          </p:cNvPr>
          <p:cNvCxnSpPr>
            <a:cxnSpLocks/>
          </p:cNvCxnSpPr>
          <p:nvPr/>
        </p:nvCxnSpPr>
        <p:spPr>
          <a:xfrm>
            <a:off x="9138502" y="2018671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BD129E94-618A-43D1-9A33-187018D4BD02}"/>
              </a:ext>
            </a:extLst>
          </p:cNvPr>
          <p:cNvGrpSpPr/>
          <p:nvPr/>
        </p:nvGrpSpPr>
        <p:grpSpPr>
          <a:xfrm>
            <a:off x="8975227" y="1636343"/>
            <a:ext cx="347791" cy="440477"/>
            <a:chOff x="7362328" y="4520666"/>
            <a:chExt cx="347791" cy="440477"/>
          </a:xfrm>
        </p:grpSpPr>
        <p:pic>
          <p:nvPicPr>
            <p:cNvPr id="169" name="Picture 10">
              <a:extLst>
                <a:ext uri="{FF2B5EF4-FFF2-40B4-BE49-F238E27FC236}">
                  <a16:creationId xmlns:a16="http://schemas.microsoft.com/office/drawing/2014/main" id="{A8A329D9-86E5-42AA-9AD4-3AB77EA54B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38B0D3D-C6BB-43D3-A720-8B8F902025A9}"/>
                </a:ext>
              </a:extLst>
            </p:cNvPr>
            <p:cNvSpPr/>
            <p:nvPr/>
          </p:nvSpPr>
          <p:spPr>
            <a:xfrm rot="7768525">
              <a:off x="7388475" y="4838622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C216642E-DD24-4957-91F3-B7E0D13C8987}"/>
                </a:ext>
              </a:extLst>
            </p:cNvPr>
            <p:cNvSpPr/>
            <p:nvPr/>
          </p:nvSpPr>
          <p:spPr>
            <a:xfrm rot="6739926">
              <a:off x="7568319" y="449451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F7B0CCDC-890E-425C-8C7F-7EB779C509CE}"/>
              </a:ext>
            </a:extLst>
          </p:cNvPr>
          <p:cNvCxnSpPr>
            <a:cxnSpLocks/>
          </p:cNvCxnSpPr>
          <p:nvPr/>
        </p:nvCxnSpPr>
        <p:spPr>
          <a:xfrm flipV="1">
            <a:off x="8443969" y="1989432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E7557EEC-8C01-4EB4-9E88-F85BD26DF5B6}"/>
                  </a:ext>
                </a:extLst>
              </p:cNvPr>
              <p:cNvSpPr/>
              <p:nvPr/>
            </p:nvSpPr>
            <p:spPr>
              <a:xfrm>
                <a:off x="8575710" y="1346129"/>
                <a:ext cx="463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E7557EEC-8C01-4EB4-9E88-F85BD26DF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710" y="1346129"/>
                <a:ext cx="46358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97595316-1FDD-41DB-AC54-C1693E4FA4F1}"/>
                  </a:ext>
                </a:extLst>
              </p:cNvPr>
              <p:cNvSpPr/>
              <p:nvPr/>
            </p:nvSpPr>
            <p:spPr>
              <a:xfrm>
                <a:off x="6831007" y="1350666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97595316-1FDD-41DB-AC54-C1693E4FA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007" y="1350666"/>
                <a:ext cx="46256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1CECC2E8-46A5-454A-B446-2780C8DC3214}"/>
                  </a:ext>
                </a:extLst>
              </p:cNvPr>
              <p:cNvSpPr txBox="1"/>
              <p:nvPr/>
            </p:nvSpPr>
            <p:spPr>
              <a:xfrm>
                <a:off x="9617981" y="2407472"/>
                <a:ext cx="3080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1CECC2E8-46A5-454A-B446-2780C8DC3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981" y="2407472"/>
                <a:ext cx="308097" cy="400110"/>
              </a:xfrm>
              <a:prstGeom prst="rect">
                <a:avLst/>
              </a:prstGeom>
              <a:blipFill>
                <a:blip r:embed="rId15"/>
                <a:stretch>
                  <a:fillRect r="-2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40934C46-3E5F-4DC6-B10D-306F863A5BD1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51781"/>
          <a:stretch/>
        </p:blipFill>
        <p:spPr>
          <a:xfrm rot="10800000">
            <a:off x="10086761" y="2865757"/>
            <a:ext cx="1752600" cy="404893"/>
          </a:xfrm>
          <a:prstGeom prst="rect">
            <a:avLst/>
          </a:prstGeom>
        </p:spPr>
      </p:pic>
      <p:pic>
        <p:nvPicPr>
          <p:cNvPr id="201" name="圖片 200">
            <a:extLst>
              <a:ext uri="{FF2B5EF4-FFF2-40B4-BE49-F238E27FC236}">
                <a16:creationId xmlns:a16="http://schemas.microsoft.com/office/drawing/2014/main" id="{8BC0FA41-9ACB-43B5-AE6E-794CA900E1FD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51781"/>
          <a:stretch/>
        </p:blipFill>
        <p:spPr>
          <a:xfrm rot="10800000">
            <a:off x="10086761" y="2936242"/>
            <a:ext cx="1752600" cy="404893"/>
          </a:xfrm>
          <a:prstGeom prst="rect">
            <a:avLst/>
          </a:prstGeom>
        </p:spPr>
      </p:pic>
      <p:pic>
        <p:nvPicPr>
          <p:cNvPr id="207" name="圖片 206">
            <a:extLst>
              <a:ext uri="{FF2B5EF4-FFF2-40B4-BE49-F238E27FC236}">
                <a16:creationId xmlns:a16="http://schemas.microsoft.com/office/drawing/2014/main" id="{AA6579DD-3106-412D-9C95-C9AAFF2ED59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51781"/>
          <a:stretch/>
        </p:blipFill>
        <p:spPr>
          <a:xfrm rot="10800000">
            <a:off x="10086761" y="2095260"/>
            <a:ext cx="1752600" cy="404893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5B9AE6B-48DC-4812-889A-68EC0DDB5FA5}"/>
              </a:ext>
            </a:extLst>
          </p:cNvPr>
          <p:cNvCxnSpPr>
            <a:cxnSpLocks/>
          </p:cNvCxnSpPr>
          <p:nvPr/>
        </p:nvCxnSpPr>
        <p:spPr>
          <a:xfrm>
            <a:off x="10243990" y="1412083"/>
            <a:ext cx="720001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直線接點 208">
            <a:extLst>
              <a:ext uri="{FF2B5EF4-FFF2-40B4-BE49-F238E27FC236}">
                <a16:creationId xmlns:a16="http://schemas.microsoft.com/office/drawing/2014/main" id="{4078E416-9EE1-4BF8-8C11-ADB3667CF258}"/>
              </a:ext>
            </a:extLst>
          </p:cNvPr>
          <p:cNvCxnSpPr>
            <a:cxnSpLocks/>
          </p:cNvCxnSpPr>
          <p:nvPr/>
        </p:nvCxnSpPr>
        <p:spPr>
          <a:xfrm flipH="1">
            <a:off x="10963990" y="1404579"/>
            <a:ext cx="720000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63C61A6E-7201-44C5-9CCC-1DE8590D93C4}"/>
                  </a:ext>
                </a:extLst>
              </p:cNvPr>
              <p:cNvSpPr/>
              <p:nvPr/>
            </p:nvSpPr>
            <p:spPr>
              <a:xfrm>
                <a:off x="10761835" y="3699230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63C61A6E-7201-44C5-9CCC-1DE8590D9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835" y="3699230"/>
                <a:ext cx="405880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直線單箭頭接點 210">
            <a:extLst>
              <a:ext uri="{FF2B5EF4-FFF2-40B4-BE49-F238E27FC236}">
                <a16:creationId xmlns:a16="http://schemas.microsoft.com/office/drawing/2014/main" id="{17B8B5E8-7D43-4E74-B151-B6B69A8A22BB}"/>
              </a:ext>
            </a:extLst>
          </p:cNvPr>
          <p:cNvCxnSpPr>
            <a:cxnSpLocks/>
          </p:cNvCxnSpPr>
          <p:nvPr/>
        </p:nvCxnSpPr>
        <p:spPr>
          <a:xfrm>
            <a:off x="10106025" y="3722678"/>
            <a:ext cx="17659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D04467C3-DFC2-4BCE-A469-F02A13DF3C8C}"/>
                  </a:ext>
                </a:extLst>
              </p:cNvPr>
              <p:cNvSpPr/>
              <p:nvPr/>
            </p:nvSpPr>
            <p:spPr>
              <a:xfrm>
                <a:off x="10334567" y="1381632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D04467C3-DFC2-4BCE-A469-F02A13DF3C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567" y="1381632"/>
                <a:ext cx="1261590" cy="400110"/>
              </a:xfrm>
              <a:prstGeom prst="rect">
                <a:avLst/>
              </a:prstGeom>
              <a:blipFill>
                <a:blip r:embed="rId18"/>
                <a:stretch>
                  <a:fillRect t="-123077" r="-22705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B9A3E563-003F-4297-90DB-5DE39EE5E0DE}"/>
                  </a:ext>
                </a:extLst>
              </p:cNvPr>
              <p:cNvSpPr/>
              <p:nvPr/>
            </p:nvSpPr>
            <p:spPr>
              <a:xfrm>
                <a:off x="10329949" y="2457668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B9A3E563-003F-4297-90DB-5DE39EE5E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949" y="2457668"/>
                <a:ext cx="1261590" cy="400110"/>
              </a:xfrm>
              <a:prstGeom prst="rect">
                <a:avLst/>
              </a:prstGeom>
              <a:blipFill>
                <a:blip r:embed="rId19"/>
                <a:stretch>
                  <a:fillRect t="-121212" r="-22816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5F1A8896-FD31-4DD6-B62B-B13231808F98}"/>
                  </a:ext>
                </a:extLst>
              </p:cNvPr>
              <p:cNvSpPr/>
              <p:nvPr/>
            </p:nvSpPr>
            <p:spPr>
              <a:xfrm>
                <a:off x="10357658" y="2829836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5F1A8896-FD31-4DD6-B62B-B13231808F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658" y="2829836"/>
                <a:ext cx="1261590" cy="400110"/>
              </a:xfrm>
              <a:prstGeom prst="rect">
                <a:avLst/>
              </a:prstGeom>
              <a:blipFill>
                <a:blip r:embed="rId20"/>
                <a:stretch>
                  <a:fillRect t="-121212" r="-1256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22237681-E376-4C2F-8F8A-A36F0DF726F5}"/>
                  </a:ext>
                </a:extLst>
              </p:cNvPr>
              <p:cNvSpPr/>
              <p:nvPr/>
            </p:nvSpPr>
            <p:spPr>
              <a:xfrm>
                <a:off x="10357658" y="3266993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22237681-E376-4C2F-8F8A-A36F0DF726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658" y="3266993"/>
                <a:ext cx="1261590" cy="400110"/>
              </a:xfrm>
              <a:prstGeom prst="rect">
                <a:avLst/>
              </a:prstGeom>
              <a:blipFill>
                <a:blip r:embed="rId21"/>
                <a:stretch>
                  <a:fillRect t="-121212" r="-1352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矩形 216">
            <a:extLst>
              <a:ext uri="{FF2B5EF4-FFF2-40B4-BE49-F238E27FC236}">
                <a16:creationId xmlns:a16="http://schemas.microsoft.com/office/drawing/2014/main" id="{2DC821A0-061F-4E3D-9E04-96FDE082CAFF}"/>
              </a:ext>
            </a:extLst>
          </p:cNvPr>
          <p:cNvSpPr/>
          <p:nvPr/>
        </p:nvSpPr>
        <p:spPr>
          <a:xfrm>
            <a:off x="10011867" y="935680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19ACDBBF-A0F6-492B-9A9D-420892EAF48B}"/>
              </a:ext>
            </a:extLst>
          </p:cNvPr>
          <p:cNvSpPr/>
          <p:nvPr/>
        </p:nvSpPr>
        <p:spPr>
          <a:xfrm>
            <a:off x="6902602" y="917736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3B8ACD20-8845-4038-9FE5-A5DDBF69318C}"/>
                  </a:ext>
                </a:extLst>
              </p:cNvPr>
              <p:cNvSpPr/>
              <p:nvPr/>
            </p:nvSpPr>
            <p:spPr>
              <a:xfrm>
                <a:off x="8997973" y="5991221"/>
                <a:ext cx="216924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+ℓ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3B8ACD20-8845-4038-9FE5-A5DDBF693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973" y="5991221"/>
                <a:ext cx="2169248" cy="369332"/>
              </a:xfrm>
              <a:prstGeom prst="rect">
                <a:avLst/>
              </a:prstGeom>
              <a:blipFill>
                <a:blip r:embed="rId22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AB23226B-BD65-4B37-9550-7BC081CA3145}"/>
                  </a:ext>
                </a:extLst>
              </p:cNvPr>
              <p:cNvSpPr txBox="1"/>
              <p:nvPr/>
            </p:nvSpPr>
            <p:spPr>
              <a:xfrm>
                <a:off x="2727912" y="5959592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AB23226B-BD65-4B37-9550-7BC081CA3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12" y="5959592"/>
                <a:ext cx="412766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矩形 118">
            <a:extLst>
              <a:ext uri="{FF2B5EF4-FFF2-40B4-BE49-F238E27FC236}">
                <a16:creationId xmlns:a16="http://schemas.microsoft.com/office/drawing/2014/main" id="{90B31327-63A4-4DDC-801A-C848202D8886}"/>
              </a:ext>
            </a:extLst>
          </p:cNvPr>
          <p:cNvSpPr/>
          <p:nvPr/>
        </p:nvSpPr>
        <p:spPr>
          <a:xfrm>
            <a:off x="9617981" y="4072681"/>
            <a:ext cx="26208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9215A80-7A3D-43EA-B060-B139FAC3C53D}"/>
              </a:ext>
            </a:extLst>
          </p:cNvPr>
          <p:cNvSpPr/>
          <p:nvPr/>
        </p:nvSpPr>
        <p:spPr>
          <a:xfrm>
            <a:off x="6569178" y="4833072"/>
            <a:ext cx="1477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BX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3552230-EDD3-4E7B-B502-5369188EF4E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76709" y="4470493"/>
            <a:ext cx="1080000" cy="10928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7EBEDBE-1F15-47F9-8945-F75B6348B83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73139" y="5741147"/>
            <a:ext cx="1080000" cy="108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98D3493-06B8-4549-B705-11925294AB4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19149" y="4467148"/>
            <a:ext cx="1086002" cy="1105054"/>
          </a:xfrm>
          <a:prstGeom prst="rect">
            <a:avLst/>
          </a:prstGeom>
        </p:spPr>
      </p:pic>
      <p:sp>
        <p:nvSpPr>
          <p:cNvPr id="123" name="矩形 122">
            <a:extLst>
              <a:ext uri="{FF2B5EF4-FFF2-40B4-BE49-F238E27FC236}">
                <a16:creationId xmlns:a16="http://schemas.microsoft.com/office/drawing/2014/main" id="{230166DC-D0FA-46BE-8147-D31768C8E60B}"/>
              </a:ext>
            </a:extLst>
          </p:cNvPr>
          <p:cNvSpPr/>
          <p:nvPr/>
        </p:nvSpPr>
        <p:spPr>
          <a:xfrm>
            <a:off x="8875820" y="6283854"/>
            <a:ext cx="24135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even number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" name="圖片 123">
            <a:extLst>
              <a:ext uri="{FF2B5EF4-FFF2-40B4-BE49-F238E27FC236}">
                <a16:creationId xmlns:a16="http://schemas.microsoft.com/office/drawing/2014/main" id="{411F2609-D838-45E5-A73A-536BC412C86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flipH="1">
            <a:off x="3305377" y="1792776"/>
            <a:ext cx="1810576" cy="2048434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A93D859C-A261-461E-87A9-2E90EBB29549}"/>
              </a:ext>
            </a:extLst>
          </p:cNvPr>
          <p:cNvGrpSpPr/>
          <p:nvPr/>
        </p:nvGrpSpPr>
        <p:grpSpPr>
          <a:xfrm rot="3736100">
            <a:off x="357864" y="2154303"/>
            <a:ext cx="1615465" cy="1339222"/>
            <a:chOff x="1150620" y="2040672"/>
            <a:chExt cx="2887980" cy="2394139"/>
          </a:xfrm>
        </p:grpSpPr>
        <p:pic>
          <p:nvPicPr>
            <p:cNvPr id="127" name="圖片 126">
              <a:extLst>
                <a:ext uri="{FF2B5EF4-FFF2-40B4-BE49-F238E27FC236}">
                  <a16:creationId xmlns:a16="http://schemas.microsoft.com/office/drawing/2014/main" id="{045F9BD8-4823-411C-8023-61AA530457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AB8F335E-59C5-4886-8B16-70748D7BF713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C993827C-2450-479A-8C9D-86660D6A3B89}"/>
              </a:ext>
            </a:extLst>
          </p:cNvPr>
          <p:cNvGrpSpPr/>
          <p:nvPr/>
        </p:nvGrpSpPr>
        <p:grpSpPr>
          <a:xfrm>
            <a:off x="912277" y="1919394"/>
            <a:ext cx="644540" cy="463864"/>
            <a:chOff x="2854654" y="1882492"/>
            <a:chExt cx="798184" cy="574440"/>
          </a:xfrm>
        </p:grpSpPr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00E33604-C903-439E-A787-57776EB1CFF1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78944400-CC62-47B1-B8FE-030EA751EF9A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4" name="等腰三角形 133">
              <a:extLst>
                <a:ext uri="{FF2B5EF4-FFF2-40B4-BE49-F238E27FC236}">
                  <a16:creationId xmlns:a16="http://schemas.microsoft.com/office/drawing/2014/main" id="{3F6C552A-4675-4E89-B88C-2D328439320A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35" name="等腰三角形 134">
            <a:extLst>
              <a:ext uri="{FF2B5EF4-FFF2-40B4-BE49-F238E27FC236}">
                <a16:creationId xmlns:a16="http://schemas.microsoft.com/office/drawing/2014/main" id="{B487400E-2CD2-4584-8DBB-D09E116C9EE0}"/>
              </a:ext>
            </a:extLst>
          </p:cNvPr>
          <p:cNvSpPr/>
          <p:nvPr/>
        </p:nvSpPr>
        <p:spPr>
          <a:xfrm rot="10800000">
            <a:off x="1120681" y="360644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A5B4870E-FC4F-40AD-8CE0-C488BB84CF99}"/>
              </a:ext>
            </a:extLst>
          </p:cNvPr>
          <p:cNvSpPr txBox="1"/>
          <p:nvPr/>
        </p:nvSpPr>
        <p:spPr>
          <a:xfrm>
            <a:off x="3187630" y="2460951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DCA76A92-815A-4DB1-A378-3857041102DA}"/>
                  </a:ext>
                </a:extLst>
              </p:cNvPr>
              <p:cNvSpPr/>
              <p:nvPr/>
            </p:nvSpPr>
            <p:spPr>
              <a:xfrm>
                <a:off x="1495349" y="2581115"/>
                <a:ext cx="15974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+ℓ=2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DCA76A92-815A-4DB1-A378-3857041102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349" y="2581115"/>
                <a:ext cx="1597425" cy="369332"/>
              </a:xfrm>
              <a:prstGeom prst="rect">
                <a:avLst/>
              </a:prstGeom>
              <a:blipFill>
                <a:blip r:embed="rId31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22DF1D16-4037-4A5F-8075-463E8727567F}"/>
                  </a:ext>
                </a:extLst>
              </p:cNvPr>
              <p:cNvSpPr/>
              <p:nvPr/>
            </p:nvSpPr>
            <p:spPr>
              <a:xfrm>
                <a:off x="4520569" y="2581115"/>
                <a:ext cx="9877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′=−2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22DF1D16-4037-4A5F-8075-463E87275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569" y="2581115"/>
                <a:ext cx="987771" cy="369332"/>
              </a:xfrm>
              <a:prstGeom prst="rect">
                <a:avLst/>
              </a:prstGeom>
              <a:blipFill>
                <a:blip r:embed="rId3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F897BB00-4700-4756-9861-B2C80443B825}"/>
                  </a:ext>
                </a:extLst>
              </p:cNvPr>
              <p:cNvSpPr/>
              <p:nvPr/>
            </p:nvSpPr>
            <p:spPr>
              <a:xfrm>
                <a:off x="908731" y="1483489"/>
                <a:ext cx="7373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F897BB00-4700-4756-9861-B2C80443B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31" y="1483489"/>
                <a:ext cx="737317" cy="369332"/>
              </a:xfrm>
              <a:prstGeom prst="rect">
                <a:avLst/>
              </a:prstGeom>
              <a:blipFill>
                <a:blip r:embed="rId33"/>
                <a:stretch>
                  <a:fillRect t="-119672" r="-64463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73A23166-686C-45C9-918B-9DC3D67C3970}"/>
                  </a:ext>
                </a:extLst>
              </p:cNvPr>
              <p:cNvSpPr/>
              <p:nvPr/>
            </p:nvSpPr>
            <p:spPr>
              <a:xfrm>
                <a:off x="3578903" y="1488026"/>
                <a:ext cx="11861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73A23166-686C-45C9-918B-9DC3D67C3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903" y="1488026"/>
                <a:ext cx="1186159" cy="369332"/>
              </a:xfrm>
              <a:prstGeom prst="rect">
                <a:avLst/>
              </a:prstGeom>
              <a:blipFill>
                <a:blip r:embed="rId34"/>
                <a:stretch>
                  <a:fillRect t="-119672" r="-39487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52A219A5-95B4-4F93-B98F-510CB3CF2ECD}"/>
              </a:ext>
            </a:extLst>
          </p:cNvPr>
          <p:cNvSpPr/>
          <p:nvPr/>
        </p:nvSpPr>
        <p:spPr>
          <a:xfrm>
            <a:off x="3431342" y="4023750"/>
            <a:ext cx="2979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dipole moments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CDB1C01F-7590-4D56-BB41-AA191B006F6A}"/>
              </a:ext>
            </a:extLst>
          </p:cNvPr>
          <p:cNvSpPr/>
          <p:nvPr/>
        </p:nvSpPr>
        <p:spPr>
          <a:xfrm>
            <a:off x="6210300" y="1368425"/>
            <a:ext cx="3409949" cy="2400300"/>
          </a:xfrm>
          <a:prstGeom prst="roundRect">
            <a:avLst>
              <a:gd name="adj" fmla="val 5311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03239362-810A-4433-A7DB-436F8F8EC5FA}"/>
              </a:ext>
            </a:extLst>
          </p:cNvPr>
          <p:cNvSpPr/>
          <p:nvPr/>
        </p:nvSpPr>
        <p:spPr>
          <a:xfrm>
            <a:off x="6066133" y="3783449"/>
            <a:ext cx="38561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/>
              <a:t>D. Y. </a:t>
            </a:r>
            <a:r>
              <a:rPr lang="en-US" altLang="zh-TW" sz="1400" dirty="0" err="1"/>
              <a:t>Qiu</a:t>
            </a:r>
            <a:r>
              <a:rPr lang="en-US" altLang="zh-TW" sz="1400" dirty="0"/>
              <a:t>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Lett.</a:t>
            </a:r>
            <a:r>
              <a:rPr lang="en-US" altLang="zh-TW" sz="1400" dirty="0"/>
              <a:t> </a:t>
            </a:r>
            <a:r>
              <a:rPr lang="en-US" altLang="zh-TW" sz="1400" b="1" dirty="0"/>
              <a:t>115</a:t>
            </a:r>
            <a:r>
              <a:rPr lang="en-US" altLang="zh-TW" sz="1400" dirty="0"/>
              <a:t>, 176801 (2015).</a:t>
            </a:r>
            <a:endParaRPr lang="zh-TW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A61C4AED-B282-4E7F-BFF0-41FEB3C3DF94}"/>
                  </a:ext>
                </a:extLst>
              </p:cNvPr>
              <p:cNvSpPr/>
              <p:nvPr/>
            </p:nvSpPr>
            <p:spPr>
              <a:xfrm>
                <a:off x="4432032" y="531933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A61C4AED-B282-4E7F-BFF0-41FEB3C3D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32" y="5319330"/>
                <a:ext cx="813976" cy="40709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F49C5502-6D8B-4FCF-87EB-4DD381396EEB}"/>
              </a:ext>
            </a:extLst>
          </p:cNvPr>
          <p:cNvCxnSpPr>
            <a:cxnSpLocks/>
          </p:cNvCxnSpPr>
          <p:nvPr/>
        </p:nvCxnSpPr>
        <p:spPr>
          <a:xfrm>
            <a:off x="-23149" y="4066309"/>
            <a:ext cx="122382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20909930-29DB-4F6D-B971-191E9BD5CC39}"/>
              </a:ext>
            </a:extLst>
          </p:cNvPr>
          <p:cNvCxnSpPr>
            <a:cxnSpLocks/>
          </p:cNvCxnSpPr>
          <p:nvPr/>
        </p:nvCxnSpPr>
        <p:spPr>
          <a:xfrm>
            <a:off x="-23149" y="5710959"/>
            <a:ext cx="67160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D30EA180-012D-4AF7-ACEA-4F84226F5347}"/>
                  </a:ext>
                </a:extLst>
              </p:cNvPr>
              <p:cNvSpPr txBox="1"/>
              <p:nvPr/>
            </p:nvSpPr>
            <p:spPr>
              <a:xfrm>
                <a:off x="2727912" y="4765292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D30EA180-012D-4AF7-ACEA-4F84226F5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12" y="4765292"/>
                <a:ext cx="412766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內容版面配置區 5">
                <a:extLst>
                  <a:ext uri="{FF2B5EF4-FFF2-40B4-BE49-F238E27FC236}">
                    <a16:creationId xmlns:a16="http://schemas.microsoft.com/office/drawing/2014/main" id="{20D720E7-CCDC-47DD-96B4-0160B3D05D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14330" y="6053665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4" name="內容版面配置區 5">
                <a:extLst>
                  <a:ext uri="{FF2B5EF4-FFF2-40B4-BE49-F238E27FC236}">
                    <a16:creationId xmlns:a16="http://schemas.microsoft.com/office/drawing/2014/main" id="{20D720E7-CCDC-47DD-96B4-0160B3D05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330" y="6053665"/>
                <a:ext cx="434362" cy="335074"/>
              </a:xfrm>
              <a:prstGeom prst="rect">
                <a:avLst/>
              </a:prstGeom>
              <a:blipFill>
                <a:blip r:embed="rId37"/>
                <a:stretch>
                  <a:fillRect l="-8451" b="-1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內容版面配置區 5">
                <a:extLst>
                  <a:ext uri="{FF2B5EF4-FFF2-40B4-BE49-F238E27FC236}">
                    <a16:creationId xmlns:a16="http://schemas.microsoft.com/office/drawing/2014/main" id="{7EA44BA7-BF9A-4A07-9673-427D5F0E3A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14330" y="4859365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5" name="內容版面配置區 5">
                <a:extLst>
                  <a:ext uri="{FF2B5EF4-FFF2-40B4-BE49-F238E27FC236}">
                    <a16:creationId xmlns:a16="http://schemas.microsoft.com/office/drawing/2014/main" id="{7EA44BA7-BF9A-4A07-9673-427D5F0E3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330" y="4859365"/>
                <a:ext cx="434362" cy="335074"/>
              </a:xfrm>
              <a:prstGeom prst="rect">
                <a:avLst/>
              </a:prstGeom>
              <a:blipFill>
                <a:blip r:embed="rId38"/>
                <a:stretch>
                  <a:fillRect l="-8451" b="-1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矩形 175">
            <a:extLst>
              <a:ext uri="{FF2B5EF4-FFF2-40B4-BE49-F238E27FC236}">
                <a16:creationId xmlns:a16="http://schemas.microsoft.com/office/drawing/2014/main" id="{AC63F6A0-F1B0-4DFC-B65D-993548E91762}"/>
              </a:ext>
            </a:extLst>
          </p:cNvPr>
          <p:cNvSpPr/>
          <p:nvPr/>
        </p:nvSpPr>
        <p:spPr>
          <a:xfrm>
            <a:off x="6597802" y="6039871"/>
            <a:ext cx="1477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02B249C-4026-4D0D-980F-B2A9CDF474B4}"/>
              </a:ext>
            </a:extLst>
          </p:cNvPr>
          <p:cNvSpPr/>
          <p:nvPr/>
        </p:nvSpPr>
        <p:spPr>
          <a:xfrm>
            <a:off x="1587581" y="4012932"/>
            <a:ext cx="7922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6D619E69-4FBC-4763-98EA-63A98D3EC687}"/>
              </a:ext>
            </a:extLst>
          </p:cNvPr>
          <p:cNvSpPr/>
          <p:nvPr/>
        </p:nvSpPr>
        <p:spPr>
          <a:xfrm>
            <a:off x="7438452" y="4038013"/>
            <a:ext cx="19088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4D87071B-6067-4FDB-BD5E-C1670D0CB260}"/>
                  </a:ext>
                </a:extLst>
              </p:cNvPr>
              <p:cNvSpPr txBox="1"/>
              <p:nvPr/>
            </p:nvSpPr>
            <p:spPr>
              <a:xfrm>
                <a:off x="8359958" y="5218021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4D87071B-6067-4FDB-BD5E-C1670D0CB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958" y="5218021"/>
                <a:ext cx="711762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173C0ABD-9869-468F-BDE1-BA0F607F9BB8}"/>
                  </a:ext>
                </a:extLst>
              </p:cNvPr>
              <p:cNvSpPr txBox="1"/>
              <p:nvPr/>
            </p:nvSpPr>
            <p:spPr>
              <a:xfrm>
                <a:off x="1930802" y="5211433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173C0ABD-9869-468F-BDE1-BA0F607F9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802" y="5211433"/>
                <a:ext cx="711762" cy="27699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D55785F-B500-404D-BBE5-E21FE49BA43D}"/>
                  </a:ext>
                </a:extLst>
              </p:cNvPr>
              <p:cNvSpPr txBox="1"/>
              <p:nvPr/>
            </p:nvSpPr>
            <p:spPr>
              <a:xfrm>
                <a:off x="1930802" y="645654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D55785F-B500-404D-BBE5-E21FE49BA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802" y="6456548"/>
                <a:ext cx="711762" cy="27699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30005A40-5BEC-4287-B75C-84130DFC884F}"/>
                  </a:ext>
                </a:extLst>
              </p:cNvPr>
              <p:cNvSpPr txBox="1"/>
              <p:nvPr/>
            </p:nvSpPr>
            <p:spPr>
              <a:xfrm>
                <a:off x="8359958" y="6476723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30005A40-5BEC-4287-B75C-84130DFC8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958" y="6476723"/>
                <a:ext cx="711762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19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圖片 288">
            <a:extLst>
              <a:ext uri="{FF2B5EF4-FFF2-40B4-BE49-F238E27FC236}">
                <a16:creationId xmlns:a16="http://schemas.microsoft.com/office/drawing/2014/main" id="{35080BB1-E084-4568-B827-758F7880A9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52" r="53631" b="63462"/>
          <a:stretch/>
        </p:blipFill>
        <p:spPr>
          <a:xfrm>
            <a:off x="727075" y="4048534"/>
            <a:ext cx="1304770" cy="1695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CD13D06-28A0-42D1-9965-D8BD1866931F}"/>
                  </a:ext>
                </a:extLst>
              </p:cNvPr>
              <p:cNvSpPr/>
              <p:nvPr/>
            </p:nvSpPr>
            <p:spPr>
              <a:xfrm>
                <a:off x="529442" y="5588264"/>
                <a:ext cx="15694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1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CD13D06-28A0-42D1-9965-D8BD18669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42" y="5588264"/>
                <a:ext cx="1569404" cy="369332"/>
              </a:xfrm>
              <a:prstGeom prst="rect">
                <a:avLst/>
              </a:prstGeom>
              <a:blipFill>
                <a:blip r:embed="rId3"/>
                <a:stretch>
                  <a:fillRect t="-121667" r="-13619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mixed states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6095463" y="605459"/>
            <a:ext cx="63918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Transition metal dichalcogenide (TMD): valley-mixing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9382A1-98C5-43A6-9375-6BD95802875B}"/>
                  </a:ext>
                </a:extLst>
              </p:cNvPr>
              <p:cNvSpPr/>
              <p:nvPr/>
            </p:nvSpPr>
            <p:spPr>
              <a:xfrm>
                <a:off x="-1" y="605459"/>
                <a:ext cx="60954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Scalar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9382A1-98C5-43A6-9375-6BD958028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05459"/>
                <a:ext cx="6095457" cy="400110"/>
              </a:xfrm>
              <a:prstGeom prst="rect">
                <a:avLst/>
              </a:prstGeom>
              <a:blipFill>
                <a:blip r:embed="rId9"/>
                <a:stretch>
                  <a:fillRect l="-1000" t="-122727" b="-18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矩形 190">
            <a:extLst>
              <a:ext uri="{FF2B5EF4-FFF2-40B4-BE49-F238E27FC236}">
                <a16:creationId xmlns:a16="http://schemas.microsoft.com/office/drawing/2014/main" id="{6DD37FCE-9DEF-48F0-A4AE-01796CF100BF}"/>
              </a:ext>
            </a:extLst>
          </p:cNvPr>
          <p:cNvSpPr/>
          <p:nvPr/>
        </p:nvSpPr>
        <p:spPr>
          <a:xfrm>
            <a:off x="8463743" y="4063819"/>
            <a:ext cx="37982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/>
              <a:t>G.-H. Peng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B</a:t>
            </a:r>
            <a:r>
              <a:rPr lang="en-US" altLang="zh-TW" sz="1400" dirty="0"/>
              <a:t> 106, 155304 (2022).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993B315F-0262-4B21-8D82-16D7F3798EC1}"/>
              </a:ext>
            </a:extLst>
          </p:cNvPr>
          <p:cNvSpPr/>
          <p:nvPr/>
        </p:nvSpPr>
        <p:spPr>
          <a:xfrm>
            <a:off x="7996860" y="5572875"/>
            <a:ext cx="2979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5B7BBB86-84AB-4614-9EF2-8FA2C2B8500C}"/>
                  </a:ext>
                </a:extLst>
              </p:cNvPr>
              <p:cNvSpPr/>
              <p:nvPr/>
            </p:nvSpPr>
            <p:spPr>
              <a:xfrm>
                <a:off x="748485" y="6229115"/>
                <a:ext cx="1131720" cy="446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5B7BBB86-84AB-4614-9EF2-8FA2C2B85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85" y="6229115"/>
                <a:ext cx="1131720" cy="44672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2F239A9B-2EC8-494D-B934-14F906AF905F}"/>
                  </a:ext>
                </a:extLst>
              </p:cNvPr>
              <p:cNvSpPr/>
              <p:nvPr/>
            </p:nvSpPr>
            <p:spPr>
              <a:xfrm>
                <a:off x="2151960" y="1502138"/>
                <a:ext cx="11621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2F239A9B-2EC8-494D-B934-14F906AF90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960" y="1502138"/>
                <a:ext cx="1162113" cy="369332"/>
              </a:xfrm>
              <a:prstGeom prst="rect">
                <a:avLst/>
              </a:prstGeom>
              <a:blipFill>
                <a:blip r:embed="rId23"/>
                <a:stretch>
                  <a:fillRect t="-119672" r="-4031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1" name="群組 310">
            <a:extLst>
              <a:ext uri="{FF2B5EF4-FFF2-40B4-BE49-F238E27FC236}">
                <a16:creationId xmlns:a16="http://schemas.microsoft.com/office/drawing/2014/main" id="{97E9FABD-F081-449F-B807-DCE2615164E1}"/>
              </a:ext>
            </a:extLst>
          </p:cNvPr>
          <p:cNvGrpSpPr/>
          <p:nvPr/>
        </p:nvGrpSpPr>
        <p:grpSpPr>
          <a:xfrm rot="3736100">
            <a:off x="1839218" y="2150785"/>
            <a:ext cx="1615465" cy="1339222"/>
            <a:chOff x="1150620" y="2040672"/>
            <a:chExt cx="2887980" cy="2394139"/>
          </a:xfrm>
        </p:grpSpPr>
        <p:pic>
          <p:nvPicPr>
            <p:cNvPr id="312" name="圖片 311">
              <a:extLst>
                <a:ext uri="{FF2B5EF4-FFF2-40B4-BE49-F238E27FC236}">
                  <a16:creationId xmlns:a16="http://schemas.microsoft.com/office/drawing/2014/main" id="{B4229C37-C854-4E5E-ABB4-467DA17E8F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89395598-89C8-4E5C-BCF0-C075B79561BD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4" name="群組 313">
            <a:extLst>
              <a:ext uri="{FF2B5EF4-FFF2-40B4-BE49-F238E27FC236}">
                <a16:creationId xmlns:a16="http://schemas.microsoft.com/office/drawing/2014/main" id="{90D81CBC-8A57-488A-9F31-713922A539E6}"/>
              </a:ext>
            </a:extLst>
          </p:cNvPr>
          <p:cNvGrpSpPr/>
          <p:nvPr/>
        </p:nvGrpSpPr>
        <p:grpSpPr>
          <a:xfrm>
            <a:off x="2393631" y="1915876"/>
            <a:ext cx="644540" cy="463864"/>
            <a:chOff x="2854654" y="1882492"/>
            <a:chExt cx="798184" cy="574440"/>
          </a:xfrm>
        </p:grpSpPr>
        <p:sp>
          <p:nvSpPr>
            <p:cNvPr id="315" name="橢圓 314">
              <a:extLst>
                <a:ext uri="{FF2B5EF4-FFF2-40B4-BE49-F238E27FC236}">
                  <a16:creationId xmlns:a16="http://schemas.microsoft.com/office/drawing/2014/main" id="{B1EF0751-82AB-4CA7-9F72-44251502D7DF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404B2F38-A050-4778-9037-6F79080CCECA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17" name="等腰三角形 316">
              <a:extLst>
                <a:ext uri="{FF2B5EF4-FFF2-40B4-BE49-F238E27FC236}">
                  <a16:creationId xmlns:a16="http://schemas.microsoft.com/office/drawing/2014/main" id="{0EF68A35-E8C4-45F4-B5AB-1F010370411B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318" name="等腰三角形 317">
            <a:extLst>
              <a:ext uri="{FF2B5EF4-FFF2-40B4-BE49-F238E27FC236}">
                <a16:creationId xmlns:a16="http://schemas.microsoft.com/office/drawing/2014/main" id="{800AE3B4-D088-4EF7-BD1C-2F280F2C996C}"/>
              </a:ext>
            </a:extLst>
          </p:cNvPr>
          <p:cNvSpPr/>
          <p:nvPr/>
        </p:nvSpPr>
        <p:spPr>
          <a:xfrm rot="10800000">
            <a:off x="2602035" y="3602929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矩形 318">
                <a:extLst>
                  <a:ext uri="{FF2B5EF4-FFF2-40B4-BE49-F238E27FC236}">
                    <a16:creationId xmlns:a16="http://schemas.microsoft.com/office/drawing/2014/main" id="{6A78658B-4713-4437-B46E-0F513EB56D8F}"/>
                  </a:ext>
                </a:extLst>
              </p:cNvPr>
              <p:cNvSpPr/>
              <p:nvPr/>
            </p:nvSpPr>
            <p:spPr>
              <a:xfrm>
                <a:off x="2809706" y="6282398"/>
                <a:ext cx="4445704" cy="391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zh-TW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TW" altLang="en-US" sz="1600" dirty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±, </m:t>
                            </m:r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p>
                      </m:e>
                    </m:d>
                    <m:r>
                      <a:rPr lang="en-US" altLang="zh-TW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TW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0" i="1" dirty="0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TW" sz="1600" b="1" i="1" dirty="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b>
                            </m:sSub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TW" altLang="en-US" sz="1600" dirty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p>
                                <m:r>
                                  <a:rPr lang="en-US" altLang="zh-TW" sz="16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p>
                            </m:sSup>
                          </m:e>
                        </m:d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±</m:t>
                        </m:r>
                        <m:sSup>
                          <m:sSup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b>
                            </m:sSub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TW" altLang="en-US" sz="1600" dirty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TW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600" b="0" i="1" dirty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lang="en-US" altLang="zh-TW" sz="1600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zh-TW" sz="1600" dirty="0"/>
                  <a:t>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19" name="矩形 318">
                <a:extLst>
                  <a:ext uri="{FF2B5EF4-FFF2-40B4-BE49-F238E27FC236}">
                    <a16:creationId xmlns:a16="http://schemas.microsoft.com/office/drawing/2014/main" id="{6A78658B-4713-4437-B46E-0F513EB56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706" y="6282398"/>
                <a:ext cx="4445704" cy="391839"/>
              </a:xfrm>
              <a:prstGeom prst="rect">
                <a:avLst/>
              </a:prstGeom>
              <a:blipFill>
                <a:blip r:embed="rId25"/>
                <a:stretch>
                  <a:fillRect l="-137" t="-125000" r="-1646" b="-203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內容版面配置區 5">
                <a:extLst>
                  <a:ext uri="{FF2B5EF4-FFF2-40B4-BE49-F238E27FC236}">
                    <a16:creationId xmlns:a16="http://schemas.microsoft.com/office/drawing/2014/main" id="{C85ABCF0-44D1-4A2A-9E41-47190CEC49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20018" y="4941915"/>
                <a:ext cx="434362" cy="335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1" name="內容版面配置區 5">
                <a:extLst>
                  <a:ext uri="{FF2B5EF4-FFF2-40B4-BE49-F238E27FC236}">
                    <a16:creationId xmlns:a16="http://schemas.microsoft.com/office/drawing/2014/main" id="{C85ABCF0-44D1-4A2A-9E41-47190CEC4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018" y="4941915"/>
                <a:ext cx="434362" cy="335074"/>
              </a:xfrm>
              <a:prstGeom prst="rect">
                <a:avLst/>
              </a:prstGeom>
              <a:blipFill>
                <a:blip r:embed="rId26"/>
                <a:stretch>
                  <a:fillRect l="-8451" b="-1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文字方塊 333">
                <a:extLst>
                  <a:ext uri="{FF2B5EF4-FFF2-40B4-BE49-F238E27FC236}">
                    <a16:creationId xmlns:a16="http://schemas.microsoft.com/office/drawing/2014/main" id="{9E7DEDA8-C854-4548-994B-1FB4B00A696A}"/>
                  </a:ext>
                </a:extLst>
              </p:cNvPr>
              <p:cNvSpPr txBox="1"/>
              <p:nvPr/>
            </p:nvSpPr>
            <p:spPr>
              <a:xfrm>
                <a:off x="2537412" y="4847842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4" name="文字方塊 333">
                <a:extLst>
                  <a:ext uri="{FF2B5EF4-FFF2-40B4-BE49-F238E27FC236}">
                    <a16:creationId xmlns:a16="http://schemas.microsoft.com/office/drawing/2014/main" id="{9E7DEDA8-C854-4548-994B-1FB4B00A6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412" y="4847842"/>
                <a:ext cx="412766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群組 92">
            <a:extLst>
              <a:ext uri="{FF2B5EF4-FFF2-40B4-BE49-F238E27FC236}">
                <a16:creationId xmlns:a16="http://schemas.microsoft.com/office/drawing/2014/main" id="{02600328-E88A-4260-B45F-C8E4F937D61A}"/>
              </a:ext>
            </a:extLst>
          </p:cNvPr>
          <p:cNvGrpSpPr/>
          <p:nvPr/>
        </p:nvGrpSpPr>
        <p:grpSpPr>
          <a:xfrm>
            <a:off x="3499587" y="4298362"/>
            <a:ext cx="1354567" cy="1265043"/>
            <a:chOff x="4011072" y="4660900"/>
            <a:chExt cx="1767692" cy="1650868"/>
          </a:xfrm>
        </p:grpSpPr>
        <p:grpSp>
          <p:nvGrpSpPr>
            <p:cNvPr id="94" name="群組 93">
              <a:extLst>
                <a:ext uri="{FF2B5EF4-FFF2-40B4-BE49-F238E27FC236}">
                  <a16:creationId xmlns:a16="http://schemas.microsoft.com/office/drawing/2014/main" id="{491EEDEE-EB7B-48DC-87F1-649A91732805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96" name="圖片 95">
                <a:extLst>
                  <a:ext uri="{FF2B5EF4-FFF2-40B4-BE49-F238E27FC236}">
                    <a16:creationId xmlns:a16="http://schemas.microsoft.com/office/drawing/2014/main" id="{B4AFDE62-87F7-48FC-B8AC-94E19933E5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8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3133B036-1F7E-487B-BE32-475DEB178940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1B5A49CE-DA96-4BB4-9BE7-8A795754DC25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3F370A9F-6CA9-4D16-B729-526361AA0EA3}"/>
              </a:ext>
            </a:extLst>
          </p:cNvPr>
          <p:cNvGrpSpPr/>
          <p:nvPr/>
        </p:nvGrpSpPr>
        <p:grpSpPr>
          <a:xfrm>
            <a:off x="5151624" y="4300865"/>
            <a:ext cx="1118387" cy="1259553"/>
            <a:chOff x="5728722" y="4684787"/>
            <a:chExt cx="1459478" cy="1643701"/>
          </a:xfrm>
        </p:grpSpPr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01F77571-7579-4C02-AD4D-3DF0A691F4E5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02" name="圖片 101">
                <a:extLst>
                  <a:ext uri="{FF2B5EF4-FFF2-40B4-BE49-F238E27FC236}">
                    <a16:creationId xmlns:a16="http://schemas.microsoft.com/office/drawing/2014/main" id="{58F4A478-517A-4A04-BF28-E51EBC4D3E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8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36CA9FEA-A00F-4E16-8D6F-A9CCE8D9C935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04F5C14-DA74-406D-BA38-B4AEE3F5090F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23C38684-54D7-4847-856C-EDE5625F7EA2}"/>
                  </a:ext>
                </a:extLst>
              </p:cNvPr>
              <p:cNvSpPr/>
              <p:nvPr/>
            </p:nvSpPr>
            <p:spPr>
              <a:xfrm>
                <a:off x="5643580" y="524405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23C38684-54D7-4847-856C-EDE5625F7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580" y="5244050"/>
                <a:ext cx="813976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矩形 107">
            <a:extLst>
              <a:ext uri="{FF2B5EF4-FFF2-40B4-BE49-F238E27FC236}">
                <a16:creationId xmlns:a16="http://schemas.microsoft.com/office/drawing/2014/main" id="{4B6332CC-6119-4004-BEAF-210B9818B043}"/>
              </a:ext>
            </a:extLst>
          </p:cNvPr>
          <p:cNvSpPr/>
          <p:nvPr/>
        </p:nvSpPr>
        <p:spPr>
          <a:xfrm>
            <a:off x="3510297" y="5572875"/>
            <a:ext cx="2979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dipole moments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D3C8FC3A-9EFA-43BC-81AF-374FA6A5CC62}"/>
                  </a:ext>
                </a:extLst>
              </p:cNvPr>
              <p:cNvSpPr/>
              <p:nvPr/>
            </p:nvSpPr>
            <p:spPr>
              <a:xfrm>
                <a:off x="4374462" y="522408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D3C8FC3A-9EFA-43BC-81AF-374FA6A5C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462" y="5224080"/>
                <a:ext cx="813976" cy="4070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F774EB56-F1BB-4A69-8E16-ED87DE6E9598}"/>
              </a:ext>
            </a:extLst>
          </p:cNvPr>
          <p:cNvCxnSpPr>
            <a:cxnSpLocks/>
          </p:cNvCxnSpPr>
          <p:nvPr/>
        </p:nvCxnSpPr>
        <p:spPr>
          <a:xfrm>
            <a:off x="6096000" y="619338"/>
            <a:ext cx="0" cy="34437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AC6AB38C-5E38-4E0F-B5CA-2F880EF79902}"/>
              </a:ext>
            </a:extLst>
          </p:cNvPr>
          <p:cNvCxnSpPr>
            <a:cxnSpLocks/>
          </p:cNvCxnSpPr>
          <p:nvPr/>
        </p:nvCxnSpPr>
        <p:spPr>
          <a:xfrm>
            <a:off x="-23149" y="4066309"/>
            <a:ext cx="122382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2" name="圖片 91">
            <a:extLst>
              <a:ext uri="{FF2B5EF4-FFF2-40B4-BE49-F238E27FC236}">
                <a16:creationId xmlns:a16="http://schemas.microsoft.com/office/drawing/2014/main" id="{E31B2FE5-1AD7-40B8-A259-01F305F22E75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r="49249"/>
          <a:stretch/>
        </p:blipFill>
        <p:spPr>
          <a:xfrm flipV="1">
            <a:off x="6339558" y="1296390"/>
            <a:ext cx="1403286" cy="6948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7C78A9C1-8596-4E63-B8B4-8A71D065B2A7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r="49002"/>
          <a:stretch/>
        </p:blipFill>
        <p:spPr>
          <a:xfrm flipV="1">
            <a:off x="6309902" y="1722023"/>
            <a:ext cx="1403286" cy="694800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FFECD77E-38C3-41BD-A3E2-49AC851666AF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r="49249"/>
          <a:stretch/>
        </p:blipFill>
        <p:spPr>
          <a:xfrm>
            <a:off x="6400839" y="3429863"/>
            <a:ext cx="1319804" cy="693365"/>
          </a:xfrm>
          <a:prstGeom prst="rect">
            <a:avLst/>
          </a:prstGeom>
        </p:spPr>
      </p:pic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C15DCABB-AC5F-4FFE-B4B8-49E9DE83A77B}"/>
              </a:ext>
            </a:extLst>
          </p:cNvPr>
          <p:cNvCxnSpPr>
            <a:cxnSpLocks/>
          </p:cNvCxnSpPr>
          <p:nvPr/>
        </p:nvCxnSpPr>
        <p:spPr>
          <a:xfrm>
            <a:off x="6691985" y="3546039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85D67E14-74E2-40FA-A5E1-97805BF6EB28}"/>
                  </a:ext>
                </a:extLst>
              </p:cNvPr>
              <p:cNvSpPr/>
              <p:nvPr/>
            </p:nvSpPr>
            <p:spPr>
              <a:xfrm>
                <a:off x="6886719" y="3090264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85D67E14-74E2-40FA-A5E1-97805BF6E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719" y="3090264"/>
                <a:ext cx="405880" cy="369332"/>
              </a:xfrm>
              <a:prstGeom prst="rect">
                <a:avLst/>
              </a:prstGeom>
              <a:blipFill>
                <a:blip r:embed="rId3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05883642-4E28-4002-8980-22143A0F2FE1}"/>
              </a:ext>
            </a:extLst>
          </p:cNvPr>
          <p:cNvGrpSpPr/>
          <p:nvPr/>
        </p:nvGrpSpPr>
        <p:grpSpPr>
          <a:xfrm>
            <a:off x="6533538" y="3332411"/>
            <a:ext cx="317021" cy="456533"/>
            <a:chOff x="6585430" y="4678512"/>
            <a:chExt cx="317021" cy="456533"/>
          </a:xfrm>
        </p:grpSpPr>
        <p:pic>
          <p:nvPicPr>
            <p:cNvPr id="112" name="Picture 10">
              <a:extLst>
                <a:ext uri="{FF2B5EF4-FFF2-40B4-BE49-F238E27FC236}">
                  <a16:creationId xmlns:a16="http://schemas.microsoft.com/office/drawing/2014/main" id="{D8FF836B-0912-49A0-8E7B-8B7D8836CF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04C5C2E7-4913-4552-8DB6-59C83328A9ED}"/>
                </a:ext>
              </a:extLst>
            </p:cNvPr>
            <p:cNvSpPr/>
            <p:nvPr/>
          </p:nvSpPr>
          <p:spPr>
            <a:xfrm rot="6852784">
              <a:off x="6611577" y="5012524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DE9AC25B-BBA4-43F7-9FE6-1055BDD01264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A2714B93-3CD5-49AE-8CCE-32FFA3E91184}"/>
              </a:ext>
            </a:extLst>
          </p:cNvPr>
          <p:cNvCxnSpPr>
            <a:cxnSpLocks/>
          </p:cNvCxnSpPr>
          <p:nvPr/>
        </p:nvCxnSpPr>
        <p:spPr>
          <a:xfrm>
            <a:off x="7393522" y="2049151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4FC47A16-C75E-4F4D-A813-E95502F31FB9}"/>
              </a:ext>
            </a:extLst>
          </p:cNvPr>
          <p:cNvGrpSpPr/>
          <p:nvPr/>
        </p:nvGrpSpPr>
        <p:grpSpPr>
          <a:xfrm>
            <a:off x="7230247" y="1666823"/>
            <a:ext cx="347791" cy="440477"/>
            <a:chOff x="7362328" y="4520666"/>
            <a:chExt cx="347791" cy="440477"/>
          </a:xfrm>
        </p:grpSpPr>
        <p:pic>
          <p:nvPicPr>
            <p:cNvPr id="119" name="Picture 10">
              <a:extLst>
                <a:ext uri="{FF2B5EF4-FFF2-40B4-BE49-F238E27FC236}">
                  <a16:creationId xmlns:a16="http://schemas.microsoft.com/office/drawing/2014/main" id="{33985BC4-DC9B-4BFD-A38C-8CB5F3A7B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461EF115-4B25-4FD7-A1A3-140F9DE90A75}"/>
                </a:ext>
              </a:extLst>
            </p:cNvPr>
            <p:cNvSpPr/>
            <p:nvPr/>
          </p:nvSpPr>
          <p:spPr>
            <a:xfrm rot="7768525">
              <a:off x="7388475" y="4838622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B0C51D8D-1671-4D41-915A-96D8D0A1CAFD}"/>
                </a:ext>
              </a:extLst>
            </p:cNvPr>
            <p:cNvSpPr/>
            <p:nvPr/>
          </p:nvSpPr>
          <p:spPr>
            <a:xfrm rot="6739926">
              <a:off x="7568319" y="449451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49E9A58E-D97F-4ACA-8B23-D473F0BA3572}"/>
              </a:ext>
            </a:extLst>
          </p:cNvPr>
          <p:cNvCxnSpPr>
            <a:cxnSpLocks/>
          </p:cNvCxnSpPr>
          <p:nvPr/>
        </p:nvCxnSpPr>
        <p:spPr>
          <a:xfrm flipV="1">
            <a:off x="6698989" y="2019912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3" name="圖片 122">
            <a:extLst>
              <a:ext uri="{FF2B5EF4-FFF2-40B4-BE49-F238E27FC236}">
                <a16:creationId xmlns:a16="http://schemas.microsoft.com/office/drawing/2014/main" id="{07DAB054-9D30-4236-8BBE-146A727A3CA4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r="49002"/>
          <a:stretch/>
        </p:blipFill>
        <p:spPr>
          <a:xfrm flipV="1">
            <a:off x="8069723" y="1296390"/>
            <a:ext cx="1403286" cy="694800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35032147-2478-4660-A6C1-2E31BA57AA25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r="49249"/>
          <a:stretch/>
        </p:blipFill>
        <p:spPr>
          <a:xfrm flipV="1">
            <a:off x="8069723" y="1722023"/>
            <a:ext cx="1403286" cy="694800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9A4CE4C0-C2C7-4EB4-A993-9FBA4F7A4FA1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r="49002"/>
          <a:stretch/>
        </p:blipFill>
        <p:spPr>
          <a:xfrm rot="10800000" flipV="1">
            <a:off x="8069723" y="3394030"/>
            <a:ext cx="1403286" cy="69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4940A5CF-4BC3-4F74-AA5C-928C160D388F}"/>
                  </a:ext>
                </a:extLst>
              </p:cNvPr>
              <p:cNvSpPr txBox="1"/>
              <p:nvPr/>
            </p:nvSpPr>
            <p:spPr>
              <a:xfrm>
                <a:off x="7681948" y="2329330"/>
                <a:ext cx="4127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4940A5CF-4BC3-4F74-AA5C-928C160D3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948" y="2329330"/>
                <a:ext cx="412766" cy="58477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線單箭頭接點 126">
            <a:extLst>
              <a:ext uri="{FF2B5EF4-FFF2-40B4-BE49-F238E27FC236}">
                <a16:creationId xmlns:a16="http://schemas.microsoft.com/office/drawing/2014/main" id="{8F215C24-6134-46B4-B0A1-64009B6A5E62}"/>
              </a:ext>
            </a:extLst>
          </p:cNvPr>
          <p:cNvCxnSpPr>
            <a:cxnSpLocks/>
          </p:cNvCxnSpPr>
          <p:nvPr/>
        </p:nvCxnSpPr>
        <p:spPr>
          <a:xfrm>
            <a:off x="8436965" y="3515559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674AA5FA-56D3-4E43-A002-8A19C6629E2F}"/>
                  </a:ext>
                </a:extLst>
              </p:cNvPr>
              <p:cNvSpPr/>
              <p:nvPr/>
            </p:nvSpPr>
            <p:spPr>
              <a:xfrm>
                <a:off x="8631699" y="3059784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674AA5FA-56D3-4E43-A002-8A19C6629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699" y="3059784"/>
                <a:ext cx="405880" cy="369332"/>
              </a:xfrm>
              <a:prstGeom prst="rect">
                <a:avLst/>
              </a:prstGeom>
              <a:blipFill>
                <a:blip r:embed="rId3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5BDAD2F3-AF68-4BAF-96A8-277B1BD4B998}"/>
              </a:ext>
            </a:extLst>
          </p:cNvPr>
          <p:cNvGrpSpPr/>
          <p:nvPr/>
        </p:nvGrpSpPr>
        <p:grpSpPr>
          <a:xfrm>
            <a:off x="8278518" y="3301931"/>
            <a:ext cx="317021" cy="456533"/>
            <a:chOff x="6585430" y="4678512"/>
            <a:chExt cx="317021" cy="456533"/>
          </a:xfrm>
        </p:grpSpPr>
        <p:pic>
          <p:nvPicPr>
            <p:cNvPr id="131" name="Picture 10">
              <a:extLst>
                <a:ext uri="{FF2B5EF4-FFF2-40B4-BE49-F238E27FC236}">
                  <a16:creationId xmlns:a16="http://schemas.microsoft.com/office/drawing/2014/main" id="{433146E7-8593-4294-8C71-25F532B1A2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624E2A2D-8F6A-4021-A5D4-6915BFE2C921}"/>
                </a:ext>
              </a:extLst>
            </p:cNvPr>
            <p:cNvSpPr/>
            <p:nvPr/>
          </p:nvSpPr>
          <p:spPr>
            <a:xfrm rot="6852784">
              <a:off x="6611577" y="5012524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B63242BD-CA2A-48DA-8A0B-E5020A8A81F2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BDE600F6-D548-42CB-AC51-00FFDE54BE64}"/>
              </a:ext>
            </a:extLst>
          </p:cNvPr>
          <p:cNvCxnSpPr>
            <a:cxnSpLocks/>
          </p:cNvCxnSpPr>
          <p:nvPr/>
        </p:nvCxnSpPr>
        <p:spPr>
          <a:xfrm>
            <a:off x="9138502" y="2018671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52096343-D167-40DA-8502-FB7DABC6B9C4}"/>
              </a:ext>
            </a:extLst>
          </p:cNvPr>
          <p:cNvGrpSpPr/>
          <p:nvPr/>
        </p:nvGrpSpPr>
        <p:grpSpPr>
          <a:xfrm>
            <a:off x="8975227" y="1636343"/>
            <a:ext cx="347791" cy="440477"/>
            <a:chOff x="7362328" y="4520666"/>
            <a:chExt cx="347791" cy="440477"/>
          </a:xfrm>
        </p:grpSpPr>
        <p:pic>
          <p:nvPicPr>
            <p:cNvPr id="137" name="Picture 10">
              <a:extLst>
                <a:ext uri="{FF2B5EF4-FFF2-40B4-BE49-F238E27FC236}">
                  <a16:creationId xmlns:a16="http://schemas.microsoft.com/office/drawing/2014/main" id="{8799181D-E67C-4678-ABC4-1639721D5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65DEA1D-2671-4F24-B03F-99B5178A74A9}"/>
                </a:ext>
              </a:extLst>
            </p:cNvPr>
            <p:cNvSpPr/>
            <p:nvPr/>
          </p:nvSpPr>
          <p:spPr>
            <a:xfrm rot="7768525">
              <a:off x="7388475" y="4838622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975CAE2A-6205-4AD4-A3CA-28600D8A3CF4}"/>
                </a:ext>
              </a:extLst>
            </p:cNvPr>
            <p:cNvSpPr/>
            <p:nvPr/>
          </p:nvSpPr>
          <p:spPr>
            <a:xfrm rot="6739926">
              <a:off x="7568319" y="449451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F2E972EA-5CE9-4E2D-83B9-D123004C97B3}"/>
              </a:ext>
            </a:extLst>
          </p:cNvPr>
          <p:cNvCxnSpPr>
            <a:cxnSpLocks/>
          </p:cNvCxnSpPr>
          <p:nvPr/>
        </p:nvCxnSpPr>
        <p:spPr>
          <a:xfrm flipV="1">
            <a:off x="8443969" y="1989432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C40D667-4EFC-4AB9-841F-1393163E373A}"/>
                  </a:ext>
                </a:extLst>
              </p:cNvPr>
              <p:cNvSpPr/>
              <p:nvPr/>
            </p:nvSpPr>
            <p:spPr>
              <a:xfrm>
                <a:off x="8575710" y="1346129"/>
                <a:ext cx="463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C40D667-4EFC-4AB9-841F-1393163E3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710" y="1346129"/>
                <a:ext cx="463588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5B695E3B-8668-4976-AB32-7036944E4A8A}"/>
                  </a:ext>
                </a:extLst>
              </p:cNvPr>
              <p:cNvSpPr/>
              <p:nvPr/>
            </p:nvSpPr>
            <p:spPr>
              <a:xfrm>
                <a:off x="6831007" y="1350666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5B695E3B-8668-4976-AB32-7036944E4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007" y="1350666"/>
                <a:ext cx="462563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AC71D4F5-7420-4676-9C39-415684635B21}"/>
                  </a:ext>
                </a:extLst>
              </p:cNvPr>
              <p:cNvSpPr txBox="1"/>
              <p:nvPr/>
            </p:nvSpPr>
            <p:spPr>
              <a:xfrm>
                <a:off x="9617981" y="2407472"/>
                <a:ext cx="3080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AC71D4F5-7420-4676-9C39-415684635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981" y="2407472"/>
                <a:ext cx="308097" cy="400110"/>
              </a:xfrm>
              <a:prstGeom prst="rect">
                <a:avLst/>
              </a:prstGeom>
              <a:blipFill>
                <a:blip r:embed="rId39"/>
                <a:stretch>
                  <a:fillRect r="-2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4" name="圖片 143">
            <a:extLst>
              <a:ext uri="{FF2B5EF4-FFF2-40B4-BE49-F238E27FC236}">
                <a16:creationId xmlns:a16="http://schemas.microsoft.com/office/drawing/2014/main" id="{F8EF1313-EA03-4563-9597-A1E1B632F166}"/>
              </a:ext>
            </a:extLst>
          </p:cNvPr>
          <p:cNvPicPr>
            <a:picLocks noChangeAspect="1"/>
          </p:cNvPicPr>
          <p:nvPr/>
        </p:nvPicPr>
        <p:blipFill rotWithShape="1">
          <a:blip r:embed="rId40"/>
          <a:srcRect r="51781"/>
          <a:stretch/>
        </p:blipFill>
        <p:spPr>
          <a:xfrm rot="10800000">
            <a:off x="10086761" y="2865757"/>
            <a:ext cx="1752600" cy="404893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5581F04D-3C7E-4BC9-B9DA-7048173A0945}"/>
              </a:ext>
            </a:extLst>
          </p:cNvPr>
          <p:cNvPicPr>
            <a:picLocks noChangeAspect="1"/>
          </p:cNvPicPr>
          <p:nvPr/>
        </p:nvPicPr>
        <p:blipFill rotWithShape="1">
          <a:blip r:embed="rId40"/>
          <a:srcRect r="51781"/>
          <a:stretch/>
        </p:blipFill>
        <p:spPr>
          <a:xfrm rot="10800000">
            <a:off x="10086761" y="2936242"/>
            <a:ext cx="1752600" cy="404893"/>
          </a:xfrm>
          <a:prstGeom prst="rect">
            <a:avLst/>
          </a:prstGeom>
        </p:spPr>
      </p:pic>
      <p:pic>
        <p:nvPicPr>
          <p:cNvPr id="146" name="圖片 145">
            <a:extLst>
              <a:ext uri="{FF2B5EF4-FFF2-40B4-BE49-F238E27FC236}">
                <a16:creationId xmlns:a16="http://schemas.microsoft.com/office/drawing/2014/main" id="{47B5560E-52B5-47A9-A56C-A6BC76C5C00C}"/>
              </a:ext>
            </a:extLst>
          </p:cNvPr>
          <p:cNvPicPr>
            <a:picLocks noChangeAspect="1"/>
          </p:cNvPicPr>
          <p:nvPr/>
        </p:nvPicPr>
        <p:blipFill rotWithShape="1">
          <a:blip r:embed="rId40"/>
          <a:srcRect r="51781"/>
          <a:stretch/>
        </p:blipFill>
        <p:spPr>
          <a:xfrm rot="10800000">
            <a:off x="10086761" y="2095260"/>
            <a:ext cx="1752600" cy="404893"/>
          </a:xfrm>
          <a:prstGeom prst="rect">
            <a:avLst/>
          </a:prstGeom>
        </p:spPr>
      </p:pic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2DB59F5D-CD94-4726-B8AC-170EC9506B40}"/>
              </a:ext>
            </a:extLst>
          </p:cNvPr>
          <p:cNvCxnSpPr>
            <a:cxnSpLocks/>
          </p:cNvCxnSpPr>
          <p:nvPr/>
        </p:nvCxnSpPr>
        <p:spPr>
          <a:xfrm>
            <a:off x="10243990" y="1412083"/>
            <a:ext cx="720001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F4E75ACF-54F9-4972-A587-3488EA6808B2}"/>
              </a:ext>
            </a:extLst>
          </p:cNvPr>
          <p:cNvCxnSpPr>
            <a:cxnSpLocks/>
          </p:cNvCxnSpPr>
          <p:nvPr/>
        </p:nvCxnSpPr>
        <p:spPr>
          <a:xfrm flipH="1">
            <a:off x="10963990" y="1404579"/>
            <a:ext cx="720000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CBA38B61-06A2-43E5-8A1D-89916737B32F}"/>
                  </a:ext>
                </a:extLst>
              </p:cNvPr>
              <p:cNvSpPr/>
              <p:nvPr/>
            </p:nvSpPr>
            <p:spPr>
              <a:xfrm>
                <a:off x="10761835" y="3699230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CBA38B61-06A2-43E5-8A1D-89916737B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835" y="3699230"/>
                <a:ext cx="405880" cy="369332"/>
              </a:xfrm>
              <a:prstGeom prst="rect">
                <a:avLst/>
              </a:prstGeom>
              <a:blipFill>
                <a:blip r:embed="rId4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直線單箭頭接點 150">
            <a:extLst>
              <a:ext uri="{FF2B5EF4-FFF2-40B4-BE49-F238E27FC236}">
                <a16:creationId xmlns:a16="http://schemas.microsoft.com/office/drawing/2014/main" id="{2E53BBD7-F74E-4F1D-858B-0F4B15429644}"/>
              </a:ext>
            </a:extLst>
          </p:cNvPr>
          <p:cNvCxnSpPr>
            <a:cxnSpLocks/>
          </p:cNvCxnSpPr>
          <p:nvPr/>
        </p:nvCxnSpPr>
        <p:spPr>
          <a:xfrm>
            <a:off x="10106025" y="3722678"/>
            <a:ext cx="17659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C45349E-9AFE-4DB5-9525-DFA8B28574A3}"/>
                  </a:ext>
                </a:extLst>
              </p:cNvPr>
              <p:cNvSpPr/>
              <p:nvPr/>
            </p:nvSpPr>
            <p:spPr>
              <a:xfrm>
                <a:off x="10334567" y="1381632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C45349E-9AFE-4DB5-9525-DFA8B28574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567" y="1381632"/>
                <a:ext cx="1261590" cy="400110"/>
              </a:xfrm>
              <a:prstGeom prst="rect">
                <a:avLst/>
              </a:prstGeom>
              <a:blipFill>
                <a:blip r:embed="rId9"/>
                <a:stretch>
                  <a:fillRect t="-123077" r="-22705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A8629F96-016C-41EE-A5CA-3A713B977067}"/>
                  </a:ext>
                </a:extLst>
              </p:cNvPr>
              <p:cNvSpPr/>
              <p:nvPr/>
            </p:nvSpPr>
            <p:spPr>
              <a:xfrm>
                <a:off x="10329949" y="2457668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A8629F96-016C-41EE-A5CA-3A713B9770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949" y="2457668"/>
                <a:ext cx="1261590" cy="400110"/>
              </a:xfrm>
              <a:prstGeom prst="rect">
                <a:avLst/>
              </a:prstGeom>
              <a:blipFill>
                <a:blip r:embed="rId42"/>
                <a:stretch>
                  <a:fillRect t="-121212" r="-22816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6A5B35D1-98B5-4CAA-8941-2B5F6101353E}"/>
                  </a:ext>
                </a:extLst>
              </p:cNvPr>
              <p:cNvSpPr/>
              <p:nvPr/>
            </p:nvSpPr>
            <p:spPr>
              <a:xfrm>
                <a:off x="10357658" y="2829836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6A5B35D1-98B5-4CAA-8941-2B5F61013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658" y="2829836"/>
                <a:ext cx="1261590" cy="400110"/>
              </a:xfrm>
              <a:prstGeom prst="rect">
                <a:avLst/>
              </a:prstGeom>
              <a:blipFill>
                <a:blip r:embed="rId43"/>
                <a:stretch>
                  <a:fillRect t="-121212" r="-1256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52F1FD0E-0CA4-4B79-8E8E-C599FB9A5F54}"/>
                  </a:ext>
                </a:extLst>
              </p:cNvPr>
              <p:cNvSpPr/>
              <p:nvPr/>
            </p:nvSpPr>
            <p:spPr>
              <a:xfrm>
                <a:off x="10357658" y="3266993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52F1FD0E-0CA4-4B79-8E8E-C599FB9A5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658" y="3266993"/>
                <a:ext cx="1261590" cy="400110"/>
              </a:xfrm>
              <a:prstGeom prst="rect">
                <a:avLst/>
              </a:prstGeom>
              <a:blipFill>
                <a:blip r:embed="rId44"/>
                <a:stretch>
                  <a:fillRect t="-121212" r="-1352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矩形 155">
            <a:extLst>
              <a:ext uri="{FF2B5EF4-FFF2-40B4-BE49-F238E27FC236}">
                <a16:creationId xmlns:a16="http://schemas.microsoft.com/office/drawing/2014/main" id="{4193F9B5-F073-4469-8D94-1722B033DEDF}"/>
              </a:ext>
            </a:extLst>
          </p:cNvPr>
          <p:cNvSpPr/>
          <p:nvPr/>
        </p:nvSpPr>
        <p:spPr>
          <a:xfrm>
            <a:off x="10011867" y="935680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AD0F4E71-A73D-4551-84C8-4BC9F64605E0}"/>
              </a:ext>
            </a:extLst>
          </p:cNvPr>
          <p:cNvSpPr/>
          <p:nvPr/>
        </p:nvSpPr>
        <p:spPr>
          <a:xfrm>
            <a:off x="6902602" y="917736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: 圓角 157">
            <a:extLst>
              <a:ext uri="{FF2B5EF4-FFF2-40B4-BE49-F238E27FC236}">
                <a16:creationId xmlns:a16="http://schemas.microsoft.com/office/drawing/2014/main" id="{0337203D-D8B7-4A91-8500-5B819B36256D}"/>
              </a:ext>
            </a:extLst>
          </p:cNvPr>
          <p:cNvSpPr/>
          <p:nvPr/>
        </p:nvSpPr>
        <p:spPr>
          <a:xfrm>
            <a:off x="6210300" y="1368425"/>
            <a:ext cx="3409949" cy="2400300"/>
          </a:xfrm>
          <a:prstGeom prst="roundRect">
            <a:avLst>
              <a:gd name="adj" fmla="val 5311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6297FFEC-7EFC-4BF3-9D12-12FCD4FA4F0E}"/>
              </a:ext>
            </a:extLst>
          </p:cNvPr>
          <p:cNvSpPr/>
          <p:nvPr/>
        </p:nvSpPr>
        <p:spPr>
          <a:xfrm>
            <a:off x="6066133" y="3783449"/>
            <a:ext cx="38561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/>
              <a:t>D. Y. </a:t>
            </a:r>
            <a:r>
              <a:rPr lang="en-US" altLang="zh-TW" sz="1400" dirty="0" err="1"/>
              <a:t>Qiu</a:t>
            </a:r>
            <a:r>
              <a:rPr lang="en-US" altLang="zh-TW" sz="1400" dirty="0"/>
              <a:t>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Lett.</a:t>
            </a:r>
            <a:r>
              <a:rPr lang="en-US" altLang="zh-TW" sz="1400" dirty="0"/>
              <a:t> </a:t>
            </a:r>
            <a:r>
              <a:rPr lang="en-US" altLang="zh-TW" sz="1400" b="1" dirty="0"/>
              <a:t>115</a:t>
            </a:r>
            <a:r>
              <a:rPr lang="en-US" altLang="zh-TW" sz="1400" dirty="0"/>
              <a:t>, 176801 (2015).</a:t>
            </a:r>
            <a:endParaRPr lang="zh-TW" altLang="en-US" sz="1400" dirty="0"/>
          </a:p>
        </p:txBody>
      </p: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ABBD89FC-18F3-4612-BF0D-54E5FA02F236}"/>
              </a:ext>
            </a:extLst>
          </p:cNvPr>
          <p:cNvGrpSpPr/>
          <p:nvPr/>
        </p:nvGrpSpPr>
        <p:grpSpPr>
          <a:xfrm>
            <a:off x="7831869" y="4675196"/>
            <a:ext cx="3357438" cy="992180"/>
            <a:chOff x="7367279" y="4456121"/>
            <a:chExt cx="3357438" cy="992180"/>
          </a:xfrm>
        </p:grpSpPr>
        <p:pic>
          <p:nvPicPr>
            <p:cNvPr id="173" name="圖片 172">
              <a:extLst>
                <a:ext uri="{FF2B5EF4-FFF2-40B4-BE49-F238E27FC236}">
                  <a16:creationId xmlns:a16="http://schemas.microsoft.com/office/drawing/2014/main" id="{7AE9D7F2-DAFF-4E52-BE77-7CD65893EB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5263" t="47515" b="32342"/>
            <a:stretch/>
          </p:blipFill>
          <p:spPr>
            <a:xfrm>
              <a:off x="7367279" y="4456121"/>
              <a:ext cx="2144822" cy="962032"/>
            </a:xfrm>
            <a:prstGeom prst="rect">
              <a:avLst/>
            </a:prstGeom>
          </p:spPr>
        </p:pic>
        <p:pic>
          <p:nvPicPr>
            <p:cNvPr id="174" name="圖片 173">
              <a:extLst>
                <a:ext uri="{FF2B5EF4-FFF2-40B4-BE49-F238E27FC236}">
                  <a16:creationId xmlns:a16="http://schemas.microsoft.com/office/drawing/2014/main" id="{CA094070-9A3F-43EC-A554-45088879EF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5263" t="79742" r="9694"/>
            <a:stretch/>
          </p:blipFill>
          <p:spPr>
            <a:xfrm>
              <a:off x="9044656" y="4480717"/>
              <a:ext cx="1680061" cy="967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247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79DF72C3-F8A7-4781-A687-449ABFB481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1174"/>
                <a:ext cx="10515600" cy="522352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Introduction</a:t>
                </a: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geometry in vector vortex beam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Transverse polarization and longitudinal SOI pattern 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Robustness with angular momentum difference 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Instantaneous field and intensity</a:t>
                </a:r>
                <a:endParaRPr lang="en-US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momentum difference governed optical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Matched with winding number : Full-azimuthal excitation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Mismatched with winding number : Directional excitation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</a:t>
                </a:r>
                <a:r>
                  <a:rPr lang="en-US" altLang="zh-TW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Exciton wave packet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Internal phase in exciton wave packet</a:t>
                </a: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and outlook</a:t>
                </a:r>
              </a:p>
            </p:txBody>
          </p:sp>
        </mc:Choice>
        <mc:Fallback xmlns="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79DF72C3-F8A7-4781-A687-449ABFB481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1174"/>
                <a:ext cx="10515600" cy="5223528"/>
              </a:xfrm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4407813A-BCD8-4483-A0ED-D8B25F1EE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1174"/>
                <a:ext cx="10515600" cy="52235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19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Introduction</a:t>
                </a: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19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altLang="zh-TW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geometry in vector vortex beam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19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Transverse polarization and longitudinal SOI pattern </a:t>
                </a: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19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Robustness with angular momentum difference </a:t>
                </a:r>
                <a:endParaRPr lang="en-US" altLang="zh-TW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>
                    <a:schemeClr val="accent2">
                      <a:lumMod val="50000"/>
                    </a:schemeClr>
                  </a:buCl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19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Instantaneous field and intensity</a:t>
                </a:r>
                <a:endParaRPr lang="en-US" altLang="zh-TW" sz="19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19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</a:t>
                </a:r>
                <a:r>
                  <a:rPr lang="en-US" sz="19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9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momentum difference governed optical transition </a:t>
                </a:r>
                <a:r>
                  <a:rPr lang="zh-TW" altLang="en-US" sz="19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19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19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</a:t>
                </a:r>
                <a:r>
                  <a:rPr lang="en-US" altLang="zh-TW" sz="19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Exciton wave packet</a:t>
                </a:r>
              </a:p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sz="19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and outlook</a:t>
                </a:r>
              </a:p>
            </p:txBody>
          </p:sp>
        </mc:Choice>
        <mc:Fallback xmlns="">
          <p:sp>
            <p:nvSpPr>
              <p:cNvPr id="11" name="內容版面配置區 2">
                <a:extLst>
                  <a:ext uri="{FF2B5EF4-FFF2-40B4-BE49-F238E27FC236}">
                    <a16:creationId xmlns:a16="http://schemas.microsoft.com/office/drawing/2014/main" id="{4407813A-BCD8-4483-A0ED-D8B25F1EE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1174"/>
                <a:ext cx="10515600" cy="5223528"/>
              </a:xfrm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10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圖片 220">
            <a:extLst>
              <a:ext uri="{FF2B5EF4-FFF2-40B4-BE49-F238E27FC236}">
                <a16:creationId xmlns:a16="http://schemas.microsoft.com/office/drawing/2014/main" id="{A8CEAB13-AA35-4CD6-AB54-C8174A29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674" y="3952569"/>
            <a:ext cx="1393200" cy="1396409"/>
          </a:xfrm>
          <a:prstGeom prst="rect">
            <a:avLst/>
          </a:prstGeom>
        </p:spPr>
      </p:pic>
      <p:sp>
        <p:nvSpPr>
          <p:cNvPr id="184" name="矩形 183">
            <a:extLst>
              <a:ext uri="{FF2B5EF4-FFF2-40B4-BE49-F238E27FC236}">
                <a16:creationId xmlns:a16="http://schemas.microsoft.com/office/drawing/2014/main" id="{3153C7A0-24D3-49B1-8B39-50670436959D}"/>
              </a:ext>
            </a:extLst>
          </p:cNvPr>
          <p:cNvSpPr/>
          <p:nvPr/>
        </p:nvSpPr>
        <p:spPr>
          <a:xfrm>
            <a:off x="-4272" y="3097345"/>
            <a:ext cx="12196272" cy="371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標題 1">
                <a:extLst>
                  <a:ext uri="{FF2B5EF4-FFF2-40B4-BE49-F238E27FC236}">
                    <a16:creationId xmlns:a16="http://schemas.microsoft.com/office/drawing/2014/main" id="{700DBB01-F9E1-4E1D-8A82-15C38DBE89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3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Polarization and SOI pattern</a:t>
                </a:r>
              </a:p>
            </p:txBody>
          </p:sp>
        </mc:Choice>
        <mc:Fallback>
          <p:sp>
            <p:nvSpPr>
              <p:cNvPr id="92" name="標題 1">
                <a:extLst>
                  <a:ext uri="{FF2B5EF4-FFF2-40B4-BE49-F238E27FC236}">
                    <a16:creationId xmlns:a16="http://schemas.microsoft.com/office/drawing/2014/main" id="{700DBB01-F9E1-4E1D-8A82-15C38DBE8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3"/>
                <a:stretch>
                  <a:fillRect l="-1150" t="-7477" b="-177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3300093" y="4530437"/>
                <a:ext cx="100521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093" y="4530437"/>
                <a:ext cx="100521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6" name="群組 585">
            <a:extLst>
              <a:ext uri="{FF2B5EF4-FFF2-40B4-BE49-F238E27FC236}">
                <a16:creationId xmlns:a16="http://schemas.microsoft.com/office/drawing/2014/main" id="{AA84C7AA-1B15-495D-9FCF-2099B3AEF6C6}"/>
              </a:ext>
            </a:extLst>
          </p:cNvPr>
          <p:cNvGrpSpPr/>
          <p:nvPr/>
        </p:nvGrpSpPr>
        <p:grpSpPr>
          <a:xfrm>
            <a:off x="1982819" y="3985956"/>
            <a:ext cx="1322278" cy="1322278"/>
            <a:chOff x="4261605" y="4843254"/>
            <a:chExt cx="1080000" cy="1080000"/>
          </a:xfrm>
        </p:grpSpPr>
        <p:sp>
          <p:nvSpPr>
            <p:cNvPr id="587" name="矩形: 圓角 586">
              <a:extLst>
                <a:ext uri="{FF2B5EF4-FFF2-40B4-BE49-F238E27FC236}">
                  <a16:creationId xmlns:a16="http://schemas.microsoft.com/office/drawing/2014/main" id="{871878F3-1FB4-44BF-B55F-717C59EF1F58}"/>
                </a:ext>
              </a:extLst>
            </p:cNvPr>
            <p:cNvSpPr/>
            <p:nvPr/>
          </p:nvSpPr>
          <p:spPr>
            <a:xfrm>
              <a:off x="4261605" y="4843254"/>
              <a:ext cx="1080000" cy="1080000"/>
            </a:xfrm>
            <a:prstGeom prst="roundRect">
              <a:avLst>
                <a:gd name="adj" fmla="val 6966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>
                <a:noFill/>
              </a:endParaRPr>
            </a:p>
          </p:txBody>
        </p:sp>
        <p:cxnSp>
          <p:nvCxnSpPr>
            <p:cNvPr id="588" name="直線接點 587">
              <a:extLst>
                <a:ext uri="{FF2B5EF4-FFF2-40B4-BE49-F238E27FC236}">
                  <a16:creationId xmlns:a16="http://schemas.microsoft.com/office/drawing/2014/main" id="{E1BAC6B6-AC86-440A-9C90-3EE5A00AC9D8}"/>
                </a:ext>
              </a:extLst>
            </p:cNvPr>
            <p:cNvCxnSpPr>
              <a:cxnSpLocks/>
            </p:cNvCxnSpPr>
            <p:nvPr/>
          </p:nvCxnSpPr>
          <p:spPr>
            <a:xfrm>
              <a:off x="4479057" y="5065167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線接點 588">
              <a:extLst>
                <a:ext uri="{FF2B5EF4-FFF2-40B4-BE49-F238E27FC236}">
                  <a16:creationId xmlns:a16="http://schemas.microsoft.com/office/drawing/2014/main" id="{B06B1A6B-82D8-4308-8A76-6BC4D041E4BC}"/>
                </a:ext>
              </a:extLst>
            </p:cNvPr>
            <p:cNvCxnSpPr/>
            <p:nvPr/>
          </p:nvCxnSpPr>
          <p:spPr>
            <a:xfrm>
              <a:off x="4906549" y="5499053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直線接點 589">
              <a:extLst>
                <a:ext uri="{FF2B5EF4-FFF2-40B4-BE49-F238E27FC236}">
                  <a16:creationId xmlns:a16="http://schemas.microsoft.com/office/drawing/2014/main" id="{EC057BD7-0C3D-4876-8196-AF5AC398DE91}"/>
                </a:ext>
              </a:extLst>
            </p:cNvPr>
            <p:cNvCxnSpPr>
              <a:cxnSpLocks/>
            </p:cNvCxnSpPr>
            <p:nvPr/>
          </p:nvCxnSpPr>
          <p:spPr>
            <a:xfrm>
              <a:off x="4344569" y="5384817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線接點 590">
              <a:extLst>
                <a:ext uri="{FF2B5EF4-FFF2-40B4-BE49-F238E27FC236}">
                  <a16:creationId xmlns:a16="http://schemas.microsoft.com/office/drawing/2014/main" id="{9D118041-5703-4125-957D-C1EE6B1CA651}"/>
                </a:ext>
              </a:extLst>
            </p:cNvPr>
            <p:cNvCxnSpPr/>
            <p:nvPr/>
          </p:nvCxnSpPr>
          <p:spPr>
            <a:xfrm>
              <a:off x="4934360" y="538243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線接點 591">
              <a:extLst>
                <a:ext uri="{FF2B5EF4-FFF2-40B4-BE49-F238E27FC236}">
                  <a16:creationId xmlns:a16="http://schemas.microsoft.com/office/drawing/2014/main" id="{48E95689-675D-4A91-BBCE-761FE18E1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6079" y="550704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線接點 592">
              <a:extLst>
                <a:ext uri="{FF2B5EF4-FFF2-40B4-BE49-F238E27FC236}">
                  <a16:creationId xmlns:a16="http://schemas.microsoft.com/office/drawing/2014/main" id="{B8DD0D83-2AAC-4B2A-9276-1DA7F2934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5750" y="506187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線接點 593">
              <a:extLst>
                <a:ext uri="{FF2B5EF4-FFF2-40B4-BE49-F238E27FC236}">
                  <a16:creationId xmlns:a16="http://schemas.microsoft.com/office/drawing/2014/main" id="{22C88229-4640-4255-B774-DC65A576AE39}"/>
                </a:ext>
              </a:extLst>
            </p:cNvPr>
            <p:cNvCxnSpPr/>
            <p:nvPr/>
          </p:nvCxnSpPr>
          <p:spPr>
            <a:xfrm>
              <a:off x="4800351" y="5530073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線接點 594">
              <a:extLst>
                <a:ext uri="{FF2B5EF4-FFF2-40B4-BE49-F238E27FC236}">
                  <a16:creationId xmlns:a16="http://schemas.microsoft.com/office/drawing/2014/main" id="{447D4C96-D801-486F-BDB3-6DC29B9B96DC}"/>
                </a:ext>
              </a:extLst>
            </p:cNvPr>
            <p:cNvCxnSpPr/>
            <p:nvPr/>
          </p:nvCxnSpPr>
          <p:spPr>
            <a:xfrm>
              <a:off x="4800351" y="4927616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線接點 595">
              <a:extLst>
                <a:ext uri="{FF2B5EF4-FFF2-40B4-BE49-F238E27FC236}">
                  <a16:creationId xmlns:a16="http://schemas.microsoft.com/office/drawing/2014/main" id="{9C1DF6ED-8487-40E7-8594-4A449701E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3963" y="5060312"/>
              <a:ext cx="92642" cy="92642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7" name="箭號: 向右 596">
              <a:extLst>
                <a:ext uri="{FF2B5EF4-FFF2-40B4-BE49-F238E27FC236}">
                  <a16:creationId xmlns:a16="http://schemas.microsoft.com/office/drawing/2014/main" id="{F1E74D05-C338-493F-BD36-65D3379EB2C6}"/>
                </a:ext>
              </a:extLst>
            </p:cNvPr>
            <p:cNvSpPr/>
            <p:nvPr/>
          </p:nvSpPr>
          <p:spPr>
            <a:xfrm rot="13500000">
              <a:off x="4450930" y="505123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8" name="箭號: 向右 597">
              <a:extLst>
                <a:ext uri="{FF2B5EF4-FFF2-40B4-BE49-F238E27FC236}">
                  <a16:creationId xmlns:a16="http://schemas.microsoft.com/office/drawing/2014/main" id="{5B9FDDB3-6893-4D18-AD44-64AFB613229E}"/>
                </a:ext>
              </a:extLst>
            </p:cNvPr>
            <p:cNvSpPr/>
            <p:nvPr/>
          </p:nvSpPr>
          <p:spPr>
            <a:xfrm rot="10800000">
              <a:off x="4346516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9" name="箭號: 向右 598">
              <a:extLst>
                <a:ext uri="{FF2B5EF4-FFF2-40B4-BE49-F238E27FC236}">
                  <a16:creationId xmlns:a16="http://schemas.microsoft.com/office/drawing/2014/main" id="{5972AB83-E161-4E7C-ABAF-A7DA67CF6526}"/>
                </a:ext>
              </a:extLst>
            </p:cNvPr>
            <p:cNvSpPr/>
            <p:nvPr/>
          </p:nvSpPr>
          <p:spPr>
            <a:xfrm>
              <a:off x="5115259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0" name="箭號: 向右 599">
              <a:extLst>
                <a:ext uri="{FF2B5EF4-FFF2-40B4-BE49-F238E27FC236}">
                  <a16:creationId xmlns:a16="http://schemas.microsoft.com/office/drawing/2014/main" id="{0FE47743-8D54-48A9-B828-72C9EE66BC75}"/>
                </a:ext>
              </a:extLst>
            </p:cNvPr>
            <p:cNvSpPr/>
            <p:nvPr/>
          </p:nvSpPr>
          <p:spPr>
            <a:xfrm rot="2700000">
              <a:off x="5009610" y="5611630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1" name="箭號: 向右 600">
              <a:extLst>
                <a:ext uri="{FF2B5EF4-FFF2-40B4-BE49-F238E27FC236}">
                  <a16:creationId xmlns:a16="http://schemas.microsoft.com/office/drawing/2014/main" id="{663F55CD-FC0D-4164-B6DB-71FDEFC6BCF1}"/>
                </a:ext>
              </a:extLst>
            </p:cNvPr>
            <p:cNvSpPr/>
            <p:nvPr/>
          </p:nvSpPr>
          <p:spPr>
            <a:xfrm rot="8100000">
              <a:off x="4463095" y="562058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2" name="箭號: 向右 601">
              <a:extLst>
                <a:ext uri="{FF2B5EF4-FFF2-40B4-BE49-F238E27FC236}">
                  <a16:creationId xmlns:a16="http://schemas.microsoft.com/office/drawing/2014/main" id="{960E5680-B7EF-4B9F-A81C-7C667B5A5031}"/>
                </a:ext>
              </a:extLst>
            </p:cNvPr>
            <p:cNvSpPr/>
            <p:nvPr/>
          </p:nvSpPr>
          <p:spPr>
            <a:xfrm rot="18900000">
              <a:off x="5009934" y="505123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3" name="箭號: 向右 602">
              <a:extLst>
                <a:ext uri="{FF2B5EF4-FFF2-40B4-BE49-F238E27FC236}">
                  <a16:creationId xmlns:a16="http://schemas.microsoft.com/office/drawing/2014/main" id="{A38F156E-0206-4068-9253-CA40D3E453F7}"/>
                </a:ext>
              </a:extLst>
            </p:cNvPr>
            <p:cNvSpPr/>
            <p:nvPr/>
          </p:nvSpPr>
          <p:spPr>
            <a:xfrm rot="5400000">
              <a:off x="4729606" y="572056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4" name="箭號: 向右 603">
              <a:extLst>
                <a:ext uri="{FF2B5EF4-FFF2-40B4-BE49-F238E27FC236}">
                  <a16:creationId xmlns:a16="http://schemas.microsoft.com/office/drawing/2014/main" id="{C743683A-F408-4FEE-8B86-AE091345FB7D}"/>
                </a:ext>
              </a:extLst>
            </p:cNvPr>
            <p:cNvSpPr/>
            <p:nvPr/>
          </p:nvSpPr>
          <p:spPr>
            <a:xfrm rot="16200000">
              <a:off x="4729606" y="493539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05" name="矩形 604">
            <a:extLst>
              <a:ext uri="{FF2B5EF4-FFF2-40B4-BE49-F238E27FC236}">
                <a16:creationId xmlns:a16="http://schemas.microsoft.com/office/drawing/2014/main" id="{B058A14C-455F-4B6E-8F32-CDCF74BAB87D}"/>
              </a:ext>
            </a:extLst>
          </p:cNvPr>
          <p:cNvSpPr/>
          <p:nvPr/>
        </p:nvSpPr>
        <p:spPr>
          <a:xfrm>
            <a:off x="1938070" y="391635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" name="矩形 634">
            <a:extLst>
              <a:ext uri="{FF2B5EF4-FFF2-40B4-BE49-F238E27FC236}">
                <a16:creationId xmlns:a16="http://schemas.microsoft.com/office/drawing/2014/main" id="{416773B4-ADB3-4909-8989-972DA2CE35DC}"/>
              </a:ext>
            </a:extLst>
          </p:cNvPr>
          <p:cNvSpPr/>
          <p:nvPr/>
        </p:nvSpPr>
        <p:spPr>
          <a:xfrm>
            <a:off x="692035" y="3079407"/>
            <a:ext cx="1677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AM.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2B3186B2-929B-4E2E-B9C4-8502909B7823}"/>
              </a:ext>
            </a:extLst>
          </p:cNvPr>
          <p:cNvSpPr/>
          <p:nvPr/>
        </p:nvSpPr>
        <p:spPr>
          <a:xfrm>
            <a:off x="6560899" y="3079407"/>
            <a:ext cx="17867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AM. difference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7" name="右大括弧 636">
            <a:extLst>
              <a:ext uri="{FF2B5EF4-FFF2-40B4-BE49-F238E27FC236}">
                <a16:creationId xmlns:a16="http://schemas.microsoft.com/office/drawing/2014/main" id="{72B93574-06BA-4103-8341-4390D34CA8E6}"/>
              </a:ext>
            </a:extLst>
          </p:cNvPr>
          <p:cNvSpPr/>
          <p:nvPr/>
        </p:nvSpPr>
        <p:spPr>
          <a:xfrm rot="10800000">
            <a:off x="2262801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8" name="右大括弧 637">
            <a:extLst>
              <a:ext uri="{FF2B5EF4-FFF2-40B4-BE49-F238E27FC236}">
                <a16:creationId xmlns:a16="http://schemas.microsoft.com/office/drawing/2014/main" id="{53B7D25A-31DD-44F2-AF57-BFA1983AD9F5}"/>
              </a:ext>
            </a:extLst>
          </p:cNvPr>
          <p:cNvSpPr/>
          <p:nvPr/>
        </p:nvSpPr>
        <p:spPr>
          <a:xfrm rot="10800000">
            <a:off x="8341669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44" name="群組 643">
            <a:extLst>
              <a:ext uri="{FF2B5EF4-FFF2-40B4-BE49-F238E27FC236}">
                <a16:creationId xmlns:a16="http://schemas.microsoft.com/office/drawing/2014/main" id="{0FB5E08E-5CF0-42E1-BE1E-86F6788378FF}"/>
              </a:ext>
            </a:extLst>
          </p:cNvPr>
          <p:cNvGrpSpPr/>
          <p:nvPr/>
        </p:nvGrpSpPr>
        <p:grpSpPr>
          <a:xfrm rot="3736100">
            <a:off x="12107" y="1262191"/>
            <a:ext cx="1615465" cy="1339222"/>
            <a:chOff x="1150620" y="2040672"/>
            <a:chExt cx="2887980" cy="2394139"/>
          </a:xfrm>
        </p:grpSpPr>
        <p:pic>
          <p:nvPicPr>
            <p:cNvPr id="656" name="圖片 655">
              <a:extLst>
                <a:ext uri="{FF2B5EF4-FFF2-40B4-BE49-F238E27FC236}">
                  <a16:creationId xmlns:a16="http://schemas.microsoft.com/office/drawing/2014/main" id="{19EB9BE9-4CB9-4419-9AB3-A724362690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657" name="矩形 656">
              <a:extLst>
                <a:ext uri="{FF2B5EF4-FFF2-40B4-BE49-F238E27FC236}">
                  <a16:creationId xmlns:a16="http://schemas.microsoft.com/office/drawing/2014/main" id="{2B292F08-B79A-4A0A-B023-9CB110B57AA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46" name="等腰三角形 645">
            <a:extLst>
              <a:ext uri="{FF2B5EF4-FFF2-40B4-BE49-F238E27FC236}">
                <a16:creationId xmlns:a16="http://schemas.microsoft.com/office/drawing/2014/main" id="{2E48C7C0-DE76-4EB7-A1D4-CE6BC8D00ABB}"/>
              </a:ext>
            </a:extLst>
          </p:cNvPr>
          <p:cNvSpPr/>
          <p:nvPr/>
        </p:nvSpPr>
        <p:spPr>
          <a:xfrm rot="10800000">
            <a:off x="774924" y="2714335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8" name="矩形 647">
                <a:extLst>
                  <a:ext uri="{FF2B5EF4-FFF2-40B4-BE49-F238E27FC236}">
                    <a16:creationId xmlns:a16="http://schemas.microsoft.com/office/drawing/2014/main" id="{F4A945F6-74B3-41A5-B3CB-092DE4C88B37}"/>
                  </a:ext>
                </a:extLst>
              </p:cNvPr>
              <p:cNvSpPr/>
              <p:nvPr/>
            </p:nvSpPr>
            <p:spPr>
              <a:xfrm>
                <a:off x="1120437" y="1682128"/>
                <a:ext cx="11678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8" name="矩形 647">
                <a:extLst>
                  <a:ext uri="{FF2B5EF4-FFF2-40B4-BE49-F238E27FC236}">
                    <a16:creationId xmlns:a16="http://schemas.microsoft.com/office/drawing/2014/main" id="{F4A945F6-74B3-41A5-B3CB-092DE4C88B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437" y="1682128"/>
                <a:ext cx="1167820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1" name="矩形 650">
                <a:extLst>
                  <a:ext uri="{FF2B5EF4-FFF2-40B4-BE49-F238E27FC236}">
                    <a16:creationId xmlns:a16="http://schemas.microsoft.com/office/drawing/2014/main" id="{12828D56-11E0-4021-8FD4-56D6D80D7E66}"/>
                  </a:ext>
                </a:extLst>
              </p:cNvPr>
              <p:cNvSpPr/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1" name="矩形 650">
                <a:extLst>
                  <a:ext uri="{FF2B5EF4-FFF2-40B4-BE49-F238E27FC236}">
                    <a16:creationId xmlns:a16="http://schemas.microsoft.com/office/drawing/2014/main" id="{12828D56-11E0-4021-8FD4-56D6D80D7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  <a:blipFill>
                <a:blip r:embed="rId9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1" name="群組 700">
            <a:extLst>
              <a:ext uri="{FF2B5EF4-FFF2-40B4-BE49-F238E27FC236}">
                <a16:creationId xmlns:a16="http://schemas.microsoft.com/office/drawing/2014/main" id="{1094C434-1BD1-4DC6-93A8-370D40257E50}"/>
              </a:ext>
            </a:extLst>
          </p:cNvPr>
          <p:cNvGrpSpPr/>
          <p:nvPr/>
        </p:nvGrpSpPr>
        <p:grpSpPr>
          <a:xfrm>
            <a:off x="1978327" y="5411104"/>
            <a:ext cx="1326848" cy="1326848"/>
            <a:chOff x="4258681" y="5010394"/>
            <a:chExt cx="1080000" cy="1080000"/>
          </a:xfrm>
        </p:grpSpPr>
        <p:sp>
          <p:nvSpPr>
            <p:cNvPr id="702" name="矩形: 圓角 701">
              <a:extLst>
                <a:ext uri="{FF2B5EF4-FFF2-40B4-BE49-F238E27FC236}">
                  <a16:creationId xmlns:a16="http://schemas.microsoft.com/office/drawing/2014/main" id="{9888BA91-8974-4FD9-8799-FB3E3E83A731}"/>
                </a:ext>
              </a:extLst>
            </p:cNvPr>
            <p:cNvSpPr/>
            <p:nvPr/>
          </p:nvSpPr>
          <p:spPr>
            <a:xfrm>
              <a:off x="4258681" y="5010394"/>
              <a:ext cx="1080000" cy="1080000"/>
            </a:xfrm>
            <a:prstGeom prst="roundRect">
              <a:avLst>
                <a:gd name="adj" fmla="val 7260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>
                <a:noFill/>
              </a:endParaRPr>
            </a:p>
          </p:txBody>
        </p:sp>
        <p:cxnSp>
          <p:nvCxnSpPr>
            <p:cNvPr id="703" name="直線接點 702">
              <a:extLst>
                <a:ext uri="{FF2B5EF4-FFF2-40B4-BE49-F238E27FC236}">
                  <a16:creationId xmlns:a16="http://schemas.microsoft.com/office/drawing/2014/main" id="{3040352B-8AAA-4355-9CE9-DE54674D3B89}"/>
                </a:ext>
              </a:extLst>
            </p:cNvPr>
            <p:cNvCxnSpPr>
              <a:cxnSpLocks/>
            </p:cNvCxnSpPr>
            <p:nvPr/>
          </p:nvCxnSpPr>
          <p:spPr>
            <a:xfrm>
              <a:off x="4341645" y="555195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直線接點 703">
              <a:extLst>
                <a:ext uri="{FF2B5EF4-FFF2-40B4-BE49-F238E27FC236}">
                  <a16:creationId xmlns:a16="http://schemas.microsoft.com/office/drawing/2014/main" id="{CB2517DD-8AAF-4888-97B2-46C604E7B1D1}"/>
                </a:ext>
              </a:extLst>
            </p:cNvPr>
            <p:cNvCxnSpPr>
              <a:cxnSpLocks/>
            </p:cNvCxnSpPr>
            <p:nvPr/>
          </p:nvCxnSpPr>
          <p:spPr>
            <a:xfrm>
              <a:off x="4410160" y="532634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直線接點 704">
              <a:extLst>
                <a:ext uri="{FF2B5EF4-FFF2-40B4-BE49-F238E27FC236}">
                  <a16:creationId xmlns:a16="http://schemas.microsoft.com/office/drawing/2014/main" id="{AB232387-736B-4385-8A2B-2574542006AE}"/>
                </a:ext>
              </a:extLst>
            </p:cNvPr>
            <p:cNvCxnSpPr/>
            <p:nvPr/>
          </p:nvCxnSpPr>
          <p:spPr>
            <a:xfrm>
              <a:off x="4858067" y="532634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直線接點 705">
              <a:extLst>
                <a:ext uri="{FF2B5EF4-FFF2-40B4-BE49-F238E27FC236}">
                  <a16:creationId xmlns:a16="http://schemas.microsoft.com/office/drawing/2014/main" id="{6470331B-D46A-4A09-8AA4-5D4C1107C005}"/>
                </a:ext>
              </a:extLst>
            </p:cNvPr>
            <p:cNvCxnSpPr>
              <a:cxnSpLocks/>
            </p:cNvCxnSpPr>
            <p:nvPr/>
          </p:nvCxnSpPr>
          <p:spPr>
            <a:xfrm>
              <a:off x="4410160" y="578327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直線接點 706">
              <a:extLst>
                <a:ext uri="{FF2B5EF4-FFF2-40B4-BE49-F238E27FC236}">
                  <a16:creationId xmlns:a16="http://schemas.microsoft.com/office/drawing/2014/main" id="{9E26BB4E-FBB2-456E-A74B-2F97CAA07130}"/>
                </a:ext>
              </a:extLst>
            </p:cNvPr>
            <p:cNvCxnSpPr/>
            <p:nvPr/>
          </p:nvCxnSpPr>
          <p:spPr>
            <a:xfrm>
              <a:off x="4858067" y="578327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直線接點 707">
              <a:extLst>
                <a:ext uri="{FF2B5EF4-FFF2-40B4-BE49-F238E27FC236}">
                  <a16:creationId xmlns:a16="http://schemas.microsoft.com/office/drawing/2014/main" id="{DA60C2A7-0E1B-47B4-9025-61B042DA3DFB}"/>
                </a:ext>
              </a:extLst>
            </p:cNvPr>
            <p:cNvCxnSpPr>
              <a:cxnSpLocks/>
            </p:cNvCxnSpPr>
            <p:nvPr/>
          </p:nvCxnSpPr>
          <p:spPr>
            <a:xfrm>
              <a:off x="4634380" y="5866621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直線接點 708">
              <a:extLst>
                <a:ext uri="{FF2B5EF4-FFF2-40B4-BE49-F238E27FC236}">
                  <a16:creationId xmlns:a16="http://schemas.microsoft.com/office/drawing/2014/main" id="{D6784A64-FBC0-4FD8-9107-B8CA135A2639}"/>
                </a:ext>
              </a:extLst>
            </p:cNvPr>
            <p:cNvCxnSpPr/>
            <p:nvPr/>
          </p:nvCxnSpPr>
          <p:spPr>
            <a:xfrm>
              <a:off x="4634380" y="5226064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0" name="箭號: 向右 709">
              <a:extLst>
                <a:ext uri="{FF2B5EF4-FFF2-40B4-BE49-F238E27FC236}">
                  <a16:creationId xmlns:a16="http://schemas.microsoft.com/office/drawing/2014/main" id="{F68E71AE-7BF4-491E-BF41-F65A812F6D21}"/>
                </a:ext>
              </a:extLst>
            </p:cNvPr>
            <p:cNvSpPr/>
            <p:nvPr/>
          </p:nvSpPr>
          <p:spPr>
            <a:xfrm>
              <a:off x="4576593" y="5270760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11" name="箭號: 向右 710">
              <a:extLst>
                <a:ext uri="{FF2B5EF4-FFF2-40B4-BE49-F238E27FC236}">
                  <a16:creationId xmlns:a16="http://schemas.microsoft.com/office/drawing/2014/main" id="{34B73942-F564-4197-AD89-637F0EEF7B33}"/>
                </a:ext>
              </a:extLst>
            </p:cNvPr>
            <p:cNvSpPr/>
            <p:nvPr/>
          </p:nvSpPr>
          <p:spPr>
            <a:xfrm>
              <a:off x="4512661" y="5493695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12" name="箭號: 向右 711">
              <a:extLst>
                <a:ext uri="{FF2B5EF4-FFF2-40B4-BE49-F238E27FC236}">
                  <a16:creationId xmlns:a16="http://schemas.microsoft.com/office/drawing/2014/main" id="{20279731-B875-47F2-B1CA-45BF577D041E}"/>
                </a:ext>
              </a:extLst>
            </p:cNvPr>
            <p:cNvSpPr/>
            <p:nvPr/>
          </p:nvSpPr>
          <p:spPr>
            <a:xfrm>
              <a:off x="5025734" y="572876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13" name="箭號: 向右 712">
              <a:extLst>
                <a:ext uri="{FF2B5EF4-FFF2-40B4-BE49-F238E27FC236}">
                  <a16:creationId xmlns:a16="http://schemas.microsoft.com/office/drawing/2014/main" id="{F25E39F6-428A-4DE4-8370-B5451A1E64C6}"/>
                </a:ext>
              </a:extLst>
            </p:cNvPr>
            <p:cNvSpPr/>
            <p:nvPr/>
          </p:nvSpPr>
          <p:spPr>
            <a:xfrm>
              <a:off x="4579233" y="572876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4" name="箭號: 向右 713">
              <a:extLst>
                <a:ext uri="{FF2B5EF4-FFF2-40B4-BE49-F238E27FC236}">
                  <a16:creationId xmlns:a16="http://schemas.microsoft.com/office/drawing/2014/main" id="{8CE3B2AF-C3EB-4400-A8D3-3548F2A51503}"/>
                </a:ext>
              </a:extLst>
            </p:cNvPr>
            <p:cNvSpPr/>
            <p:nvPr/>
          </p:nvSpPr>
          <p:spPr>
            <a:xfrm>
              <a:off x="5025734" y="5270760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15" name="箭號: 向右 714">
              <a:extLst>
                <a:ext uri="{FF2B5EF4-FFF2-40B4-BE49-F238E27FC236}">
                  <a16:creationId xmlns:a16="http://schemas.microsoft.com/office/drawing/2014/main" id="{0F02A396-98EF-4847-A9C9-DBF564B5CF90}"/>
                </a:ext>
              </a:extLst>
            </p:cNvPr>
            <p:cNvSpPr/>
            <p:nvPr/>
          </p:nvSpPr>
          <p:spPr>
            <a:xfrm>
              <a:off x="4798119" y="581150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16" name="箭號: 向右 715">
              <a:extLst>
                <a:ext uri="{FF2B5EF4-FFF2-40B4-BE49-F238E27FC236}">
                  <a16:creationId xmlns:a16="http://schemas.microsoft.com/office/drawing/2014/main" id="{87A07D1C-8F46-49AC-8295-FECAFDA9204C}"/>
                </a:ext>
              </a:extLst>
            </p:cNvPr>
            <p:cNvSpPr/>
            <p:nvPr/>
          </p:nvSpPr>
          <p:spPr>
            <a:xfrm>
              <a:off x="4798119" y="517159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717" name="直線接點 716">
              <a:extLst>
                <a:ext uri="{FF2B5EF4-FFF2-40B4-BE49-F238E27FC236}">
                  <a16:creationId xmlns:a16="http://schemas.microsoft.com/office/drawing/2014/main" id="{045832DA-D4EB-49DB-96CC-780C82787ECB}"/>
                </a:ext>
              </a:extLst>
            </p:cNvPr>
            <p:cNvCxnSpPr/>
            <p:nvPr/>
          </p:nvCxnSpPr>
          <p:spPr>
            <a:xfrm>
              <a:off x="4931702" y="5549575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8" name="箭號: 向右 717">
              <a:extLst>
                <a:ext uri="{FF2B5EF4-FFF2-40B4-BE49-F238E27FC236}">
                  <a16:creationId xmlns:a16="http://schemas.microsoft.com/office/drawing/2014/main" id="{B1751F73-95B5-4EC4-869C-86021D462C2A}"/>
                </a:ext>
              </a:extLst>
            </p:cNvPr>
            <p:cNvSpPr/>
            <p:nvPr/>
          </p:nvSpPr>
          <p:spPr>
            <a:xfrm>
              <a:off x="5112335" y="5493695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/>
              <p:nvPr/>
            </p:nvSpPr>
            <p:spPr>
              <a:xfrm>
                <a:off x="3300093" y="6023466"/>
                <a:ext cx="100521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093" y="6023466"/>
                <a:ext cx="100521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EC591E3A-76B0-4185-B75B-799B523C8622}"/>
                  </a:ext>
                </a:extLst>
              </p:cNvPr>
              <p:cNvSpPr/>
              <p:nvPr/>
            </p:nvSpPr>
            <p:spPr>
              <a:xfrm>
                <a:off x="169414" y="4442424"/>
                <a:ext cx="18289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 −1, −1, 1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EC591E3A-76B0-4185-B75B-799B523C8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14" y="4442424"/>
                <a:ext cx="1828988" cy="400110"/>
              </a:xfrm>
              <a:prstGeom prst="rect">
                <a:avLst/>
              </a:prstGeom>
              <a:blipFill>
                <a:blip r:embed="rId11"/>
                <a:stretch>
                  <a:fillRect l="-1667" t="-123077" r="-15333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33A71DAA-BAAA-498B-B2E2-DEBF416087DA}"/>
                  </a:ext>
                </a:extLst>
              </p:cNvPr>
              <p:cNvSpPr/>
              <p:nvPr/>
            </p:nvSpPr>
            <p:spPr>
              <a:xfrm>
                <a:off x="169414" y="5834737"/>
                <a:ext cx="18289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 −1, 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33A71DAA-BAAA-498B-B2E2-DEBF41608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14" y="5834737"/>
                <a:ext cx="1828988" cy="400110"/>
              </a:xfrm>
              <a:prstGeom prst="rect">
                <a:avLst/>
              </a:prstGeom>
              <a:blipFill>
                <a:blip r:embed="rId12"/>
                <a:stretch>
                  <a:fillRect l="-1667" t="-121212" r="-500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189E850C-7E19-412A-ABC1-E3BE3400B844}"/>
                  </a:ext>
                </a:extLst>
              </p:cNvPr>
              <p:cNvSpPr txBox="1"/>
              <p:nvPr/>
            </p:nvSpPr>
            <p:spPr>
              <a:xfrm>
                <a:off x="7079392" y="4956284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189E850C-7E19-412A-ABC1-E3BE3400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392" y="4956284"/>
                <a:ext cx="711762" cy="307777"/>
              </a:xfrm>
              <a:prstGeom prst="rect">
                <a:avLst/>
              </a:prstGeom>
              <a:blipFill>
                <a:blip r:embed="rId1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群組 120">
            <a:extLst>
              <a:ext uri="{FF2B5EF4-FFF2-40B4-BE49-F238E27FC236}">
                <a16:creationId xmlns:a16="http://schemas.microsoft.com/office/drawing/2014/main" id="{02C5378B-A3D4-4614-9332-58277996F26C}"/>
              </a:ext>
            </a:extLst>
          </p:cNvPr>
          <p:cNvGrpSpPr/>
          <p:nvPr/>
        </p:nvGrpSpPr>
        <p:grpSpPr>
          <a:xfrm>
            <a:off x="2224376" y="4262375"/>
            <a:ext cx="842250" cy="569811"/>
            <a:chOff x="7059781" y="5211062"/>
            <a:chExt cx="842250" cy="569811"/>
          </a:xfrm>
        </p:grpSpPr>
        <p:grpSp>
          <p:nvGrpSpPr>
            <p:cNvPr id="122" name="群組 121">
              <a:extLst>
                <a:ext uri="{FF2B5EF4-FFF2-40B4-BE49-F238E27FC236}">
                  <a16:creationId xmlns:a16="http://schemas.microsoft.com/office/drawing/2014/main" id="{D1D33ADC-E0F7-44F6-88B0-236BF2A4DA9E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25" name="箭號: 向右 124">
                <a:extLst>
                  <a:ext uri="{FF2B5EF4-FFF2-40B4-BE49-F238E27FC236}">
                    <a16:creationId xmlns:a16="http://schemas.microsoft.com/office/drawing/2014/main" id="{7EFD9AF9-48A3-4BA8-810A-22781F8740F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箭號: 向右 125">
                <a:extLst>
                  <a:ext uri="{FF2B5EF4-FFF2-40B4-BE49-F238E27FC236}">
                    <a16:creationId xmlns:a16="http://schemas.microsoft.com/office/drawing/2014/main" id="{C48BDC94-C923-4C4F-AD2C-1B4816162D3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7752CAEE-A929-4FDF-8A2B-C5F0B7964BC5}"/>
                    </a:ext>
                  </a:extLst>
                </p:cNvPr>
                <p:cNvSpPr txBox="1"/>
                <p:nvPr/>
              </p:nvSpPr>
              <p:spPr>
                <a:xfrm>
                  <a:off x="7059781" y="5211062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7752CAEE-A929-4FDF-8A2B-C5F0B7964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9781" y="5211062"/>
                  <a:ext cx="671803" cy="30816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593E76BA-08F5-4654-9582-FE7A119C134B}"/>
                    </a:ext>
                  </a:extLst>
                </p:cNvPr>
                <p:cNvSpPr txBox="1"/>
                <p:nvPr/>
              </p:nvSpPr>
              <p:spPr>
                <a:xfrm>
                  <a:off x="7470257" y="5488485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593E76BA-08F5-4654-9582-FE7A119C1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257" y="5488485"/>
                  <a:ext cx="431774" cy="29238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7" name="矩形 156">
            <a:extLst>
              <a:ext uri="{FF2B5EF4-FFF2-40B4-BE49-F238E27FC236}">
                <a16:creationId xmlns:a16="http://schemas.microsoft.com/office/drawing/2014/main" id="{C54E6E91-B1B2-4C6F-9380-DBA0406745FD}"/>
              </a:ext>
            </a:extLst>
          </p:cNvPr>
          <p:cNvSpPr/>
          <p:nvPr/>
        </p:nvSpPr>
        <p:spPr>
          <a:xfrm>
            <a:off x="7108968" y="3917579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EB0A92DE-8A81-4687-86B7-A0FC2B7132EE}"/>
              </a:ext>
            </a:extLst>
          </p:cNvPr>
          <p:cNvGrpSpPr/>
          <p:nvPr/>
        </p:nvGrpSpPr>
        <p:grpSpPr>
          <a:xfrm>
            <a:off x="7426858" y="4266899"/>
            <a:ext cx="856773" cy="554769"/>
            <a:chOff x="7057816" y="5222850"/>
            <a:chExt cx="856773" cy="554769"/>
          </a:xfrm>
        </p:grpSpPr>
        <p:grpSp>
          <p:nvGrpSpPr>
            <p:cNvPr id="159" name="群組 158">
              <a:extLst>
                <a:ext uri="{FF2B5EF4-FFF2-40B4-BE49-F238E27FC236}">
                  <a16:creationId xmlns:a16="http://schemas.microsoft.com/office/drawing/2014/main" id="{3DDD049C-6105-4E92-9E5B-67E5E6099C81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62" name="箭號: 向右 161">
                <a:extLst>
                  <a:ext uri="{FF2B5EF4-FFF2-40B4-BE49-F238E27FC236}">
                    <a16:creationId xmlns:a16="http://schemas.microsoft.com/office/drawing/2014/main" id="{DDFEA444-EC03-415B-8F44-8B642E8620C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箭號: 向右 162">
                <a:extLst>
                  <a:ext uri="{FF2B5EF4-FFF2-40B4-BE49-F238E27FC236}">
                    <a16:creationId xmlns:a16="http://schemas.microsoft.com/office/drawing/2014/main" id="{0644BF87-7DE4-4247-A658-CB90E4BFD1A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4C27FF81-D71C-4B48-B3F2-6BA35CE5D1C1}"/>
                    </a:ext>
                  </a:extLst>
                </p:cNvPr>
                <p:cNvSpPr txBox="1"/>
                <p:nvPr/>
              </p:nvSpPr>
              <p:spPr>
                <a:xfrm>
                  <a:off x="7057816" y="5222850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4C27FF81-D71C-4B48-B3F2-6BA35CE5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7816" y="5222850"/>
                  <a:ext cx="671803" cy="30816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6BF4F005-7EA1-40A5-B96B-012E361E939A}"/>
                    </a:ext>
                  </a:extLst>
                </p:cNvPr>
                <p:cNvSpPr txBox="1"/>
                <p:nvPr/>
              </p:nvSpPr>
              <p:spPr>
                <a:xfrm>
                  <a:off x="7482815" y="5485231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6BF4F005-7EA1-40A5-B96B-012E361E9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2815" y="5485231"/>
                  <a:ext cx="431774" cy="29238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022E7220-C0EE-42A2-A764-1D7FD3665604}"/>
                  </a:ext>
                </a:extLst>
              </p:cNvPr>
              <p:cNvSpPr/>
              <p:nvPr/>
            </p:nvSpPr>
            <p:spPr>
              <a:xfrm>
                <a:off x="2333440" y="3092039"/>
                <a:ext cx="3145989" cy="374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+ℓ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acc>
                        <m:accPr>
                          <m:chr m:val="̅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022E7220-C0EE-42A2-A764-1D7FD3665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40" y="3092039"/>
                <a:ext cx="3145989" cy="374846"/>
              </a:xfrm>
              <a:prstGeom prst="rect">
                <a:avLst/>
              </a:prstGeom>
              <a:blipFill>
                <a:blip r:embed="rId1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FC63F8C4-BC1A-44BD-942A-5DC76DED28CB}"/>
                  </a:ext>
                </a:extLst>
              </p:cNvPr>
              <p:cNvSpPr/>
              <p:nvPr/>
            </p:nvSpPr>
            <p:spPr>
              <a:xfrm>
                <a:off x="8409493" y="3092039"/>
                <a:ext cx="2501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FC63F8C4-BC1A-44BD-942A-5DC76DED2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493" y="3092039"/>
                <a:ext cx="2501519" cy="369332"/>
              </a:xfrm>
              <a:prstGeom prst="rect">
                <a:avLst/>
              </a:prstGeom>
              <a:blipFill>
                <a:blip r:embed="rId1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7027313" y="3453469"/>
            <a:ext cx="516255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1856195" y="3453514"/>
            <a:ext cx="516240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EFDDDBE-6FA8-40E1-BEBB-7D0796639DF3}"/>
                  </a:ext>
                </a:extLst>
              </p:cNvPr>
              <p:cNvSpPr/>
              <p:nvPr/>
            </p:nvSpPr>
            <p:spPr>
              <a:xfrm>
                <a:off x="-4272" y="3453514"/>
                <a:ext cx="1851749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ℓ,−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ℓ′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EFDDDBE-6FA8-40E1-BEBB-7D0796639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2" y="3453514"/>
                <a:ext cx="1851749" cy="400110"/>
              </a:xfrm>
              <a:prstGeom prst="rect">
                <a:avLst/>
              </a:prstGeom>
              <a:blipFill>
                <a:blip r:embed="rId20"/>
                <a:stretch>
                  <a:fillRect t="-121212" r="-16393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7" name="圖片 196">
            <a:extLst>
              <a:ext uri="{FF2B5EF4-FFF2-40B4-BE49-F238E27FC236}">
                <a16:creationId xmlns:a16="http://schemas.microsoft.com/office/drawing/2014/main" id="{9A2495D6-E36B-4CF5-A314-6DE45F03A031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40217"/>
          <a:stretch/>
        </p:blipFill>
        <p:spPr>
          <a:xfrm rot="5400000">
            <a:off x="11352696" y="6155894"/>
            <a:ext cx="268583" cy="1075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4A4F28C6-BA92-4DCE-95C5-116E06C9A960}"/>
                  </a:ext>
                </a:extLst>
              </p:cNvPr>
              <p:cNvSpPr txBox="1"/>
              <p:nvPr/>
            </p:nvSpPr>
            <p:spPr>
              <a:xfrm>
                <a:off x="11223893" y="6529554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4A4F28C6-BA92-4DCE-95C5-116E06C9A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893" y="6529554"/>
                <a:ext cx="385849" cy="351901"/>
              </a:xfrm>
              <a:prstGeom prst="rect">
                <a:avLst/>
              </a:prstGeom>
              <a:blipFill>
                <a:blip r:embed="rId22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532E19B3-5BA9-44B5-A6A9-BD3B2BF8BDFE}"/>
                  </a:ext>
                </a:extLst>
              </p:cNvPr>
              <p:cNvSpPr/>
              <p:nvPr/>
            </p:nvSpPr>
            <p:spPr>
              <a:xfrm>
                <a:off x="11962085" y="652993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532E19B3-5BA9-44B5-A6A9-BD3B2BF8BD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2085" y="6529930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1E4746FB-2A6B-4E54-BC98-3558D62E3B05}"/>
                  </a:ext>
                </a:extLst>
              </p:cNvPr>
              <p:cNvSpPr/>
              <p:nvPr/>
            </p:nvSpPr>
            <p:spPr>
              <a:xfrm>
                <a:off x="10566855" y="6520838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1E4746FB-2A6B-4E54-BC98-3558D62E3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855" y="6520838"/>
                <a:ext cx="53893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1" name="圖片 200">
            <a:extLst>
              <a:ext uri="{FF2B5EF4-FFF2-40B4-BE49-F238E27FC236}">
                <a16:creationId xmlns:a16="http://schemas.microsoft.com/office/drawing/2014/main" id="{651EBE51-D81D-488C-9695-864651F00B0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flipH="1">
            <a:off x="2439824" y="915942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9E2F3141-019B-4559-8441-8D5F91B7A434}"/>
                  </a:ext>
                </a:extLst>
              </p:cNvPr>
              <p:cNvSpPr/>
              <p:nvPr/>
            </p:nvSpPr>
            <p:spPr>
              <a:xfrm>
                <a:off x="4005077" y="1691752"/>
                <a:ext cx="13496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ℓ′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9E2F3141-019B-4559-8441-8D5F91B7A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077" y="1691752"/>
                <a:ext cx="1349665" cy="369332"/>
              </a:xfrm>
              <a:prstGeom prst="rect">
                <a:avLst/>
              </a:prstGeom>
              <a:blipFill>
                <a:blip r:embed="rId2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09E7F225-8185-45E9-95FE-803460A36F09}"/>
                  </a:ext>
                </a:extLst>
              </p:cNvPr>
              <p:cNvSpPr/>
              <p:nvPr/>
            </p:nvSpPr>
            <p:spPr>
              <a:xfrm>
                <a:off x="4210639" y="4993919"/>
                <a:ext cx="248910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polarization</a:t>
                </a:r>
              </a:p>
              <a:p>
                <a:pPr algn="ctr"/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(twisted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ℓ≠0</m:t>
                    </m:r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09E7F225-8185-45E9-95FE-803460A36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39" y="4993919"/>
                <a:ext cx="2489104" cy="646331"/>
              </a:xfrm>
              <a:prstGeom prst="rect">
                <a:avLst/>
              </a:prstGeom>
              <a:blipFill>
                <a:blip r:embed="rId27"/>
                <a:stretch>
                  <a:fillRect t="-4717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矩形 204">
                <a:extLst>
                  <a:ext uri="{FF2B5EF4-FFF2-40B4-BE49-F238E27FC236}">
                    <a16:creationId xmlns:a16="http://schemas.microsoft.com/office/drawing/2014/main" id="{2B6AB3B1-1780-418E-AC2A-88DD48BB0945}"/>
                  </a:ext>
                </a:extLst>
              </p:cNvPr>
              <p:cNvSpPr/>
              <p:nvPr/>
            </p:nvSpPr>
            <p:spPr>
              <a:xfrm>
                <a:off x="9715500" y="4967877"/>
                <a:ext cx="24765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node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d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(when absolutized)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1600" dirty="0"/>
              </a:p>
            </p:txBody>
          </p:sp>
        </mc:Choice>
        <mc:Fallback xmlns="">
          <p:sp>
            <p:nvSpPr>
              <p:cNvPr id="205" name="矩形 204">
                <a:extLst>
                  <a:ext uri="{FF2B5EF4-FFF2-40B4-BE49-F238E27FC236}">
                    <a16:creationId xmlns:a16="http://schemas.microsoft.com/office/drawing/2014/main" id="{2B6AB3B1-1780-418E-AC2A-88DD48BB0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0" y="4967877"/>
                <a:ext cx="2476500" cy="646331"/>
              </a:xfrm>
              <a:prstGeom prst="rect">
                <a:avLst/>
              </a:prstGeom>
              <a:blipFill>
                <a:blip r:embed="rId28"/>
                <a:stretch>
                  <a:fillRect t="-5660" b="-10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6" name="圖片 205">
            <a:extLst>
              <a:ext uri="{FF2B5EF4-FFF2-40B4-BE49-F238E27FC236}">
                <a16:creationId xmlns:a16="http://schemas.microsoft.com/office/drawing/2014/main" id="{93FDD0C0-7437-4409-9183-3B515DE4572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39975" y="5401606"/>
            <a:ext cx="1394364" cy="1394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3597C13A-A418-4928-AD9B-F669839056B3}"/>
                  </a:ext>
                </a:extLst>
              </p:cNvPr>
              <p:cNvSpPr/>
              <p:nvPr/>
            </p:nvSpPr>
            <p:spPr>
              <a:xfrm>
                <a:off x="2867568" y="719739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3597C13A-A418-4928-AD9B-F66983905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568" y="719739"/>
                <a:ext cx="854336" cy="369332"/>
              </a:xfrm>
              <a:prstGeom prst="rect">
                <a:avLst/>
              </a:prstGeom>
              <a:blipFill>
                <a:blip r:embed="rId30"/>
                <a:stretch>
                  <a:fillRect t="-119672" r="-5461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5448300" y="2426475"/>
                <a:ext cx="2413289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426475"/>
                <a:ext cx="2413289" cy="64556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矩形 221">
            <a:extLst>
              <a:ext uri="{FF2B5EF4-FFF2-40B4-BE49-F238E27FC236}">
                <a16:creationId xmlns:a16="http://schemas.microsoft.com/office/drawing/2014/main" id="{41F9BE5F-C60A-4D47-A1F4-66A6F7291772}"/>
              </a:ext>
            </a:extLst>
          </p:cNvPr>
          <p:cNvSpPr/>
          <p:nvPr/>
        </p:nvSpPr>
        <p:spPr>
          <a:xfrm>
            <a:off x="7108968" y="5368935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CC7A01BB-9CA8-40DD-950C-0F8608A21792}"/>
              </a:ext>
            </a:extLst>
          </p:cNvPr>
          <p:cNvSpPr/>
          <p:nvPr/>
        </p:nvSpPr>
        <p:spPr>
          <a:xfrm>
            <a:off x="1938070" y="5348884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014DF7F4-C6D5-4FCB-8B57-E076CF677F35}"/>
                  </a:ext>
                </a:extLst>
              </p:cNvPr>
              <p:cNvSpPr/>
              <p:nvPr/>
            </p:nvSpPr>
            <p:spPr>
              <a:xfrm>
                <a:off x="8587311" y="5875063"/>
                <a:ext cx="113132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014DF7F4-C6D5-4FCB-8B57-E076CF677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311" y="5875063"/>
                <a:ext cx="1131322" cy="400110"/>
              </a:xfrm>
              <a:prstGeom prst="rect">
                <a:avLst/>
              </a:prstGeom>
              <a:blipFill>
                <a:blip r:embed="rId33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矩形 224">
                <a:extLst>
                  <a:ext uri="{FF2B5EF4-FFF2-40B4-BE49-F238E27FC236}">
                    <a16:creationId xmlns:a16="http://schemas.microsoft.com/office/drawing/2014/main" id="{1D0505F6-0AE2-42C6-9953-5F1F90562A35}"/>
                  </a:ext>
                </a:extLst>
              </p:cNvPr>
              <p:cNvSpPr/>
              <p:nvPr/>
            </p:nvSpPr>
            <p:spPr>
              <a:xfrm>
                <a:off x="8587311" y="4524384"/>
                <a:ext cx="113132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5" name="矩形 224">
                <a:extLst>
                  <a:ext uri="{FF2B5EF4-FFF2-40B4-BE49-F238E27FC236}">
                    <a16:creationId xmlns:a16="http://schemas.microsoft.com/office/drawing/2014/main" id="{1D0505F6-0AE2-42C6-9953-5F1F90562A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311" y="4524384"/>
                <a:ext cx="1131322" cy="400110"/>
              </a:xfrm>
              <a:prstGeom prst="rect">
                <a:avLst/>
              </a:prstGeom>
              <a:blipFill>
                <a:blip r:embed="rId3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FCFE504B-404C-43B4-A770-3865D88A07F5}"/>
                  </a:ext>
                </a:extLst>
              </p:cNvPr>
              <p:cNvSpPr/>
              <p:nvPr/>
            </p:nvSpPr>
            <p:spPr>
              <a:xfrm>
                <a:off x="5289711" y="595934"/>
                <a:ext cx="6730839" cy="410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ℓ,−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,ℓ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′,ℓ′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FCFE504B-404C-43B4-A770-3865D88A0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11" y="595934"/>
                <a:ext cx="6730839" cy="410112"/>
              </a:xfrm>
              <a:prstGeom prst="rect">
                <a:avLst/>
              </a:prstGeom>
              <a:blipFill>
                <a:blip r:embed="rId35"/>
                <a:stretch>
                  <a:fillRect l="-996" t="-120896" b="-1776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矩形 97">
            <a:extLst>
              <a:ext uri="{FF2B5EF4-FFF2-40B4-BE49-F238E27FC236}">
                <a16:creationId xmlns:a16="http://schemas.microsoft.com/office/drawing/2014/main" id="{B7B1E66D-2CC9-4FF7-86F0-766B0B00D7DE}"/>
              </a:ext>
            </a:extLst>
          </p:cNvPr>
          <p:cNvSpPr/>
          <p:nvPr/>
        </p:nvSpPr>
        <p:spPr>
          <a:xfrm>
            <a:off x="5310315" y="1020820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185D281-07DC-416C-A2A6-6DEE30AE41F2}"/>
              </a:ext>
            </a:extLst>
          </p:cNvPr>
          <p:cNvSpPr/>
          <p:nvPr/>
        </p:nvSpPr>
        <p:spPr>
          <a:xfrm>
            <a:off x="5310315" y="2101929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直線接點 213">
            <a:extLst>
              <a:ext uri="{FF2B5EF4-FFF2-40B4-BE49-F238E27FC236}">
                <a16:creationId xmlns:a16="http://schemas.microsoft.com/office/drawing/2014/main" id="{56F9B4FD-5F71-4BB6-AA80-E02728BDDB5B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47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DA3915DA-B5A9-41FC-BB9D-8EEF13D14683}"/>
              </a:ext>
            </a:extLst>
          </p:cNvPr>
          <p:cNvSpPr txBox="1"/>
          <p:nvPr/>
        </p:nvSpPr>
        <p:spPr>
          <a:xfrm>
            <a:off x="2240891" y="1568839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47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圖片 169">
            <a:extLst>
              <a:ext uri="{FF2B5EF4-FFF2-40B4-BE49-F238E27FC236}">
                <a16:creationId xmlns:a16="http://schemas.microsoft.com/office/drawing/2014/main" id="{207F3AD6-A228-48C4-84AB-C8264B68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674" y="3952569"/>
            <a:ext cx="1393200" cy="1396409"/>
          </a:xfrm>
          <a:prstGeom prst="rect">
            <a:avLst/>
          </a:prstGeom>
        </p:spPr>
      </p:pic>
      <p:sp>
        <p:nvSpPr>
          <p:cNvPr id="184" name="矩形 183">
            <a:extLst>
              <a:ext uri="{FF2B5EF4-FFF2-40B4-BE49-F238E27FC236}">
                <a16:creationId xmlns:a16="http://schemas.microsoft.com/office/drawing/2014/main" id="{3153C7A0-24D3-49B1-8B39-50670436959D}"/>
              </a:ext>
            </a:extLst>
          </p:cNvPr>
          <p:cNvSpPr/>
          <p:nvPr/>
        </p:nvSpPr>
        <p:spPr>
          <a:xfrm>
            <a:off x="-4272" y="3097345"/>
            <a:ext cx="12196272" cy="371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標題 1">
                <a:extLst>
                  <a:ext uri="{FF2B5EF4-FFF2-40B4-BE49-F238E27FC236}">
                    <a16:creationId xmlns:a16="http://schemas.microsoft.com/office/drawing/2014/main" id="{700DBB01-F9E1-4E1D-8A82-15C38DBE89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Relative phase</a:t>
                </a:r>
                <a:r>
                  <a:rPr lang="zh-TW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標題 1">
                <a:extLst>
                  <a:ext uri="{FF2B5EF4-FFF2-40B4-BE49-F238E27FC236}">
                    <a16:creationId xmlns:a16="http://schemas.microsoft.com/office/drawing/2014/main" id="{700DBB01-F9E1-4E1D-8A82-15C38DBE8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3"/>
                <a:stretch>
                  <a:fillRect l="-1150" t="-7477" b="-177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8616884" y="4530437"/>
                <a:ext cx="8815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884" y="4530437"/>
                <a:ext cx="88152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6" name="群組 585">
            <a:extLst>
              <a:ext uri="{FF2B5EF4-FFF2-40B4-BE49-F238E27FC236}">
                <a16:creationId xmlns:a16="http://schemas.microsoft.com/office/drawing/2014/main" id="{AA84C7AA-1B15-495D-9FCF-2099B3AEF6C6}"/>
              </a:ext>
            </a:extLst>
          </p:cNvPr>
          <p:cNvGrpSpPr/>
          <p:nvPr/>
        </p:nvGrpSpPr>
        <p:grpSpPr>
          <a:xfrm>
            <a:off x="1982819" y="3985956"/>
            <a:ext cx="1322278" cy="1322278"/>
            <a:chOff x="4261605" y="4843254"/>
            <a:chExt cx="1080000" cy="1080000"/>
          </a:xfrm>
        </p:grpSpPr>
        <p:sp>
          <p:nvSpPr>
            <p:cNvPr id="587" name="矩形: 圓角 586">
              <a:extLst>
                <a:ext uri="{FF2B5EF4-FFF2-40B4-BE49-F238E27FC236}">
                  <a16:creationId xmlns:a16="http://schemas.microsoft.com/office/drawing/2014/main" id="{871878F3-1FB4-44BF-B55F-717C59EF1F58}"/>
                </a:ext>
              </a:extLst>
            </p:cNvPr>
            <p:cNvSpPr/>
            <p:nvPr/>
          </p:nvSpPr>
          <p:spPr>
            <a:xfrm>
              <a:off x="4261605" y="4843254"/>
              <a:ext cx="1080000" cy="1080000"/>
            </a:xfrm>
            <a:prstGeom prst="roundRect">
              <a:avLst>
                <a:gd name="adj" fmla="val 6966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>
                <a:noFill/>
              </a:endParaRPr>
            </a:p>
          </p:txBody>
        </p:sp>
        <p:cxnSp>
          <p:nvCxnSpPr>
            <p:cNvPr id="588" name="直線接點 587">
              <a:extLst>
                <a:ext uri="{FF2B5EF4-FFF2-40B4-BE49-F238E27FC236}">
                  <a16:creationId xmlns:a16="http://schemas.microsoft.com/office/drawing/2014/main" id="{E1BAC6B6-AC86-440A-9C90-3EE5A00AC9D8}"/>
                </a:ext>
              </a:extLst>
            </p:cNvPr>
            <p:cNvCxnSpPr>
              <a:cxnSpLocks/>
            </p:cNvCxnSpPr>
            <p:nvPr/>
          </p:nvCxnSpPr>
          <p:spPr>
            <a:xfrm>
              <a:off x="4479057" y="5065167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線接點 588">
              <a:extLst>
                <a:ext uri="{FF2B5EF4-FFF2-40B4-BE49-F238E27FC236}">
                  <a16:creationId xmlns:a16="http://schemas.microsoft.com/office/drawing/2014/main" id="{B06B1A6B-82D8-4308-8A76-6BC4D041E4BC}"/>
                </a:ext>
              </a:extLst>
            </p:cNvPr>
            <p:cNvCxnSpPr/>
            <p:nvPr/>
          </p:nvCxnSpPr>
          <p:spPr>
            <a:xfrm>
              <a:off x="4906549" y="5499053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直線接點 589">
              <a:extLst>
                <a:ext uri="{FF2B5EF4-FFF2-40B4-BE49-F238E27FC236}">
                  <a16:creationId xmlns:a16="http://schemas.microsoft.com/office/drawing/2014/main" id="{EC057BD7-0C3D-4876-8196-AF5AC398DE91}"/>
                </a:ext>
              </a:extLst>
            </p:cNvPr>
            <p:cNvCxnSpPr>
              <a:cxnSpLocks/>
            </p:cNvCxnSpPr>
            <p:nvPr/>
          </p:nvCxnSpPr>
          <p:spPr>
            <a:xfrm>
              <a:off x="4344569" y="5384817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線接點 590">
              <a:extLst>
                <a:ext uri="{FF2B5EF4-FFF2-40B4-BE49-F238E27FC236}">
                  <a16:creationId xmlns:a16="http://schemas.microsoft.com/office/drawing/2014/main" id="{9D118041-5703-4125-957D-C1EE6B1CA651}"/>
                </a:ext>
              </a:extLst>
            </p:cNvPr>
            <p:cNvCxnSpPr/>
            <p:nvPr/>
          </p:nvCxnSpPr>
          <p:spPr>
            <a:xfrm>
              <a:off x="4934360" y="538243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線接點 591">
              <a:extLst>
                <a:ext uri="{FF2B5EF4-FFF2-40B4-BE49-F238E27FC236}">
                  <a16:creationId xmlns:a16="http://schemas.microsoft.com/office/drawing/2014/main" id="{48E95689-675D-4A91-BBCE-761FE18E1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6079" y="550704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線接點 592">
              <a:extLst>
                <a:ext uri="{FF2B5EF4-FFF2-40B4-BE49-F238E27FC236}">
                  <a16:creationId xmlns:a16="http://schemas.microsoft.com/office/drawing/2014/main" id="{B8DD0D83-2AAC-4B2A-9276-1DA7F2934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5750" y="506187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線接點 593">
              <a:extLst>
                <a:ext uri="{FF2B5EF4-FFF2-40B4-BE49-F238E27FC236}">
                  <a16:creationId xmlns:a16="http://schemas.microsoft.com/office/drawing/2014/main" id="{22C88229-4640-4255-B774-DC65A576AE39}"/>
                </a:ext>
              </a:extLst>
            </p:cNvPr>
            <p:cNvCxnSpPr/>
            <p:nvPr/>
          </p:nvCxnSpPr>
          <p:spPr>
            <a:xfrm>
              <a:off x="4800351" y="5530073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線接點 594">
              <a:extLst>
                <a:ext uri="{FF2B5EF4-FFF2-40B4-BE49-F238E27FC236}">
                  <a16:creationId xmlns:a16="http://schemas.microsoft.com/office/drawing/2014/main" id="{447D4C96-D801-486F-BDB3-6DC29B9B96DC}"/>
                </a:ext>
              </a:extLst>
            </p:cNvPr>
            <p:cNvCxnSpPr/>
            <p:nvPr/>
          </p:nvCxnSpPr>
          <p:spPr>
            <a:xfrm>
              <a:off x="4800351" y="4927616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線接點 595">
              <a:extLst>
                <a:ext uri="{FF2B5EF4-FFF2-40B4-BE49-F238E27FC236}">
                  <a16:creationId xmlns:a16="http://schemas.microsoft.com/office/drawing/2014/main" id="{9C1DF6ED-8487-40E7-8594-4A449701E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3963" y="5060312"/>
              <a:ext cx="92642" cy="92642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7" name="箭號: 向右 596">
              <a:extLst>
                <a:ext uri="{FF2B5EF4-FFF2-40B4-BE49-F238E27FC236}">
                  <a16:creationId xmlns:a16="http://schemas.microsoft.com/office/drawing/2014/main" id="{F1E74D05-C338-493F-BD36-65D3379EB2C6}"/>
                </a:ext>
              </a:extLst>
            </p:cNvPr>
            <p:cNvSpPr/>
            <p:nvPr/>
          </p:nvSpPr>
          <p:spPr>
            <a:xfrm rot="13500000">
              <a:off x="4450930" y="505123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8" name="箭號: 向右 597">
              <a:extLst>
                <a:ext uri="{FF2B5EF4-FFF2-40B4-BE49-F238E27FC236}">
                  <a16:creationId xmlns:a16="http://schemas.microsoft.com/office/drawing/2014/main" id="{5B9FDDB3-6893-4D18-AD44-64AFB613229E}"/>
                </a:ext>
              </a:extLst>
            </p:cNvPr>
            <p:cNvSpPr/>
            <p:nvPr/>
          </p:nvSpPr>
          <p:spPr>
            <a:xfrm rot="10800000">
              <a:off x="4346516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9" name="箭號: 向右 598">
              <a:extLst>
                <a:ext uri="{FF2B5EF4-FFF2-40B4-BE49-F238E27FC236}">
                  <a16:creationId xmlns:a16="http://schemas.microsoft.com/office/drawing/2014/main" id="{5972AB83-E161-4E7C-ABAF-A7DA67CF6526}"/>
                </a:ext>
              </a:extLst>
            </p:cNvPr>
            <p:cNvSpPr/>
            <p:nvPr/>
          </p:nvSpPr>
          <p:spPr>
            <a:xfrm>
              <a:off x="5115259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0" name="箭號: 向右 599">
              <a:extLst>
                <a:ext uri="{FF2B5EF4-FFF2-40B4-BE49-F238E27FC236}">
                  <a16:creationId xmlns:a16="http://schemas.microsoft.com/office/drawing/2014/main" id="{0FE47743-8D54-48A9-B828-72C9EE66BC75}"/>
                </a:ext>
              </a:extLst>
            </p:cNvPr>
            <p:cNvSpPr/>
            <p:nvPr/>
          </p:nvSpPr>
          <p:spPr>
            <a:xfrm rot="2700000">
              <a:off x="5009610" y="5611630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1" name="箭號: 向右 600">
              <a:extLst>
                <a:ext uri="{FF2B5EF4-FFF2-40B4-BE49-F238E27FC236}">
                  <a16:creationId xmlns:a16="http://schemas.microsoft.com/office/drawing/2014/main" id="{663F55CD-FC0D-4164-B6DB-71FDEFC6BCF1}"/>
                </a:ext>
              </a:extLst>
            </p:cNvPr>
            <p:cNvSpPr/>
            <p:nvPr/>
          </p:nvSpPr>
          <p:spPr>
            <a:xfrm rot="8100000">
              <a:off x="4463095" y="562058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2" name="箭號: 向右 601">
              <a:extLst>
                <a:ext uri="{FF2B5EF4-FFF2-40B4-BE49-F238E27FC236}">
                  <a16:creationId xmlns:a16="http://schemas.microsoft.com/office/drawing/2014/main" id="{960E5680-B7EF-4B9F-A81C-7C667B5A5031}"/>
                </a:ext>
              </a:extLst>
            </p:cNvPr>
            <p:cNvSpPr/>
            <p:nvPr/>
          </p:nvSpPr>
          <p:spPr>
            <a:xfrm rot="18900000">
              <a:off x="5009934" y="505123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3" name="箭號: 向右 602">
              <a:extLst>
                <a:ext uri="{FF2B5EF4-FFF2-40B4-BE49-F238E27FC236}">
                  <a16:creationId xmlns:a16="http://schemas.microsoft.com/office/drawing/2014/main" id="{A38F156E-0206-4068-9253-CA40D3E453F7}"/>
                </a:ext>
              </a:extLst>
            </p:cNvPr>
            <p:cNvSpPr/>
            <p:nvPr/>
          </p:nvSpPr>
          <p:spPr>
            <a:xfrm rot="5400000">
              <a:off x="4729606" y="572056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4" name="箭號: 向右 603">
              <a:extLst>
                <a:ext uri="{FF2B5EF4-FFF2-40B4-BE49-F238E27FC236}">
                  <a16:creationId xmlns:a16="http://schemas.microsoft.com/office/drawing/2014/main" id="{C743683A-F408-4FEE-8B86-AE091345FB7D}"/>
                </a:ext>
              </a:extLst>
            </p:cNvPr>
            <p:cNvSpPr/>
            <p:nvPr/>
          </p:nvSpPr>
          <p:spPr>
            <a:xfrm rot="16200000">
              <a:off x="4729606" y="493539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05" name="矩形 604">
            <a:extLst>
              <a:ext uri="{FF2B5EF4-FFF2-40B4-BE49-F238E27FC236}">
                <a16:creationId xmlns:a16="http://schemas.microsoft.com/office/drawing/2014/main" id="{B058A14C-455F-4B6E-8F32-CDCF74BAB87D}"/>
              </a:ext>
            </a:extLst>
          </p:cNvPr>
          <p:cNvSpPr/>
          <p:nvPr/>
        </p:nvSpPr>
        <p:spPr>
          <a:xfrm>
            <a:off x="1938070" y="391635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" name="矩形 634">
            <a:extLst>
              <a:ext uri="{FF2B5EF4-FFF2-40B4-BE49-F238E27FC236}">
                <a16:creationId xmlns:a16="http://schemas.microsoft.com/office/drawing/2014/main" id="{416773B4-ADB3-4909-8989-972DA2CE35DC}"/>
              </a:ext>
            </a:extLst>
          </p:cNvPr>
          <p:cNvSpPr/>
          <p:nvPr/>
        </p:nvSpPr>
        <p:spPr>
          <a:xfrm>
            <a:off x="692035" y="3079407"/>
            <a:ext cx="1677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AM.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2B3186B2-929B-4E2E-B9C4-8502909B7823}"/>
              </a:ext>
            </a:extLst>
          </p:cNvPr>
          <p:cNvSpPr/>
          <p:nvPr/>
        </p:nvSpPr>
        <p:spPr>
          <a:xfrm>
            <a:off x="6560899" y="3079407"/>
            <a:ext cx="17867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AM. difference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7" name="右大括弧 636">
            <a:extLst>
              <a:ext uri="{FF2B5EF4-FFF2-40B4-BE49-F238E27FC236}">
                <a16:creationId xmlns:a16="http://schemas.microsoft.com/office/drawing/2014/main" id="{72B93574-06BA-4103-8341-4390D34CA8E6}"/>
              </a:ext>
            </a:extLst>
          </p:cNvPr>
          <p:cNvSpPr/>
          <p:nvPr/>
        </p:nvSpPr>
        <p:spPr>
          <a:xfrm rot="10800000">
            <a:off x="2262801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8" name="右大括弧 637">
            <a:extLst>
              <a:ext uri="{FF2B5EF4-FFF2-40B4-BE49-F238E27FC236}">
                <a16:creationId xmlns:a16="http://schemas.microsoft.com/office/drawing/2014/main" id="{53B7D25A-31DD-44F2-AF57-BFA1983AD9F5}"/>
              </a:ext>
            </a:extLst>
          </p:cNvPr>
          <p:cNvSpPr/>
          <p:nvPr/>
        </p:nvSpPr>
        <p:spPr>
          <a:xfrm rot="10800000">
            <a:off x="8341669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44" name="群組 643">
            <a:extLst>
              <a:ext uri="{FF2B5EF4-FFF2-40B4-BE49-F238E27FC236}">
                <a16:creationId xmlns:a16="http://schemas.microsoft.com/office/drawing/2014/main" id="{0FB5E08E-5CF0-42E1-BE1E-86F6788378FF}"/>
              </a:ext>
            </a:extLst>
          </p:cNvPr>
          <p:cNvGrpSpPr/>
          <p:nvPr/>
        </p:nvGrpSpPr>
        <p:grpSpPr>
          <a:xfrm rot="3736100">
            <a:off x="12107" y="1262191"/>
            <a:ext cx="1615465" cy="1339222"/>
            <a:chOff x="1150620" y="2040672"/>
            <a:chExt cx="2887980" cy="2394139"/>
          </a:xfrm>
        </p:grpSpPr>
        <p:pic>
          <p:nvPicPr>
            <p:cNvPr id="656" name="圖片 655">
              <a:extLst>
                <a:ext uri="{FF2B5EF4-FFF2-40B4-BE49-F238E27FC236}">
                  <a16:creationId xmlns:a16="http://schemas.microsoft.com/office/drawing/2014/main" id="{19EB9BE9-4CB9-4419-9AB3-A724362690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657" name="矩形 656">
              <a:extLst>
                <a:ext uri="{FF2B5EF4-FFF2-40B4-BE49-F238E27FC236}">
                  <a16:creationId xmlns:a16="http://schemas.microsoft.com/office/drawing/2014/main" id="{2B292F08-B79A-4A0A-B023-9CB110B57AA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46" name="等腰三角形 645">
            <a:extLst>
              <a:ext uri="{FF2B5EF4-FFF2-40B4-BE49-F238E27FC236}">
                <a16:creationId xmlns:a16="http://schemas.microsoft.com/office/drawing/2014/main" id="{2E48C7C0-DE76-4EB7-A1D4-CE6BC8D00ABB}"/>
              </a:ext>
            </a:extLst>
          </p:cNvPr>
          <p:cNvSpPr/>
          <p:nvPr/>
        </p:nvSpPr>
        <p:spPr>
          <a:xfrm rot="10800000">
            <a:off x="774924" y="2714335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8" name="矩形 647">
                <a:extLst>
                  <a:ext uri="{FF2B5EF4-FFF2-40B4-BE49-F238E27FC236}">
                    <a16:creationId xmlns:a16="http://schemas.microsoft.com/office/drawing/2014/main" id="{F4A945F6-74B3-41A5-B3CB-092DE4C88B37}"/>
                  </a:ext>
                </a:extLst>
              </p:cNvPr>
              <p:cNvSpPr/>
              <p:nvPr/>
            </p:nvSpPr>
            <p:spPr>
              <a:xfrm>
                <a:off x="1120437" y="1682128"/>
                <a:ext cx="11678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8" name="矩形 647">
                <a:extLst>
                  <a:ext uri="{FF2B5EF4-FFF2-40B4-BE49-F238E27FC236}">
                    <a16:creationId xmlns:a16="http://schemas.microsoft.com/office/drawing/2014/main" id="{F4A945F6-74B3-41A5-B3CB-092DE4C88B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437" y="1682128"/>
                <a:ext cx="1167820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EC591E3A-76B0-4185-B75B-799B523C8622}"/>
                  </a:ext>
                </a:extLst>
              </p:cNvPr>
              <p:cNvSpPr/>
              <p:nvPr/>
            </p:nvSpPr>
            <p:spPr>
              <a:xfrm>
                <a:off x="-21086" y="4861524"/>
                <a:ext cx="18289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 −1, −1, 1;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EC591E3A-76B0-4185-B75B-799B523C8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086" y="4861524"/>
                <a:ext cx="1828988" cy="400110"/>
              </a:xfrm>
              <a:prstGeom prst="rect">
                <a:avLst/>
              </a:prstGeom>
              <a:blipFill>
                <a:blip r:embed="rId9"/>
                <a:stretch>
                  <a:fillRect l="-1667" t="-121212" r="-3000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189E850C-7E19-412A-ABC1-E3BE3400B844}"/>
                  </a:ext>
                </a:extLst>
              </p:cNvPr>
              <p:cNvSpPr txBox="1"/>
              <p:nvPr/>
            </p:nvSpPr>
            <p:spPr>
              <a:xfrm>
                <a:off x="7079392" y="4956284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189E850C-7E19-412A-ABC1-E3BE3400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392" y="4956284"/>
                <a:ext cx="711762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 156">
            <a:extLst>
              <a:ext uri="{FF2B5EF4-FFF2-40B4-BE49-F238E27FC236}">
                <a16:creationId xmlns:a16="http://schemas.microsoft.com/office/drawing/2014/main" id="{C54E6E91-B1B2-4C6F-9380-DBA0406745FD}"/>
              </a:ext>
            </a:extLst>
          </p:cNvPr>
          <p:cNvSpPr/>
          <p:nvPr/>
        </p:nvSpPr>
        <p:spPr>
          <a:xfrm>
            <a:off x="7108968" y="3917579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022E7220-C0EE-42A2-A764-1D7FD3665604}"/>
                  </a:ext>
                </a:extLst>
              </p:cNvPr>
              <p:cNvSpPr/>
              <p:nvPr/>
            </p:nvSpPr>
            <p:spPr>
              <a:xfrm>
                <a:off x="2333440" y="3092039"/>
                <a:ext cx="3145989" cy="374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+ℓ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  <m:r>
                        <m:rPr>
                          <m:nor/>
                        </m:rPr>
                        <a:rPr lang="en-US" altLang="zh-TW" dirty="0"/>
                        <m:t>, </m:t>
                      </m:r>
                      <m:acc>
                        <m:accPr>
                          <m:chr m:val="̅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022E7220-C0EE-42A2-A764-1D7FD3665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40" y="3092039"/>
                <a:ext cx="3145989" cy="374846"/>
              </a:xfrm>
              <a:prstGeom prst="rect">
                <a:avLst/>
              </a:prstGeom>
              <a:blipFill>
                <a:blip r:embed="rId1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FC63F8C4-BC1A-44BD-942A-5DC76DED28CB}"/>
                  </a:ext>
                </a:extLst>
              </p:cNvPr>
              <p:cNvSpPr/>
              <p:nvPr/>
            </p:nvSpPr>
            <p:spPr>
              <a:xfrm>
                <a:off x="8409493" y="3092039"/>
                <a:ext cx="2501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FC63F8C4-BC1A-44BD-942A-5DC76DED2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493" y="3092039"/>
                <a:ext cx="2501519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7027313" y="3453469"/>
            <a:ext cx="516255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1856195" y="3453514"/>
            <a:ext cx="516240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EFDDDBE-6FA8-40E1-BEBB-7D0796639DF3}"/>
                  </a:ext>
                </a:extLst>
              </p:cNvPr>
              <p:cNvSpPr/>
              <p:nvPr/>
            </p:nvSpPr>
            <p:spPr>
              <a:xfrm>
                <a:off x="-4272" y="3453514"/>
                <a:ext cx="1851749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ℓ,−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EFDDDBE-6FA8-40E1-BEBB-7D0796639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2" y="3453514"/>
                <a:ext cx="1851749" cy="400110"/>
              </a:xfrm>
              <a:prstGeom prst="rect">
                <a:avLst/>
              </a:prstGeom>
              <a:blipFill>
                <a:blip r:embed="rId13"/>
                <a:stretch>
                  <a:fillRect l="-328" t="-121212" r="-236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7" name="圖片 196">
            <a:extLst>
              <a:ext uri="{FF2B5EF4-FFF2-40B4-BE49-F238E27FC236}">
                <a16:creationId xmlns:a16="http://schemas.microsoft.com/office/drawing/2014/main" id="{9A2495D6-E36B-4CF5-A314-6DE45F03A031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40217"/>
          <a:stretch/>
        </p:blipFill>
        <p:spPr>
          <a:xfrm rot="5400000">
            <a:off x="11352696" y="6155894"/>
            <a:ext cx="268583" cy="1075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4A4F28C6-BA92-4DCE-95C5-116E06C9A960}"/>
                  </a:ext>
                </a:extLst>
              </p:cNvPr>
              <p:cNvSpPr txBox="1"/>
              <p:nvPr/>
            </p:nvSpPr>
            <p:spPr>
              <a:xfrm>
                <a:off x="11223893" y="6529554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4A4F28C6-BA92-4DCE-95C5-116E06C9A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893" y="6529554"/>
                <a:ext cx="385849" cy="351901"/>
              </a:xfrm>
              <a:prstGeom prst="rect">
                <a:avLst/>
              </a:prstGeom>
              <a:blipFill>
                <a:blip r:embed="rId17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532E19B3-5BA9-44B5-A6A9-BD3B2BF8BDFE}"/>
                  </a:ext>
                </a:extLst>
              </p:cNvPr>
              <p:cNvSpPr/>
              <p:nvPr/>
            </p:nvSpPr>
            <p:spPr>
              <a:xfrm>
                <a:off x="11962085" y="652993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532E19B3-5BA9-44B5-A6A9-BD3B2BF8BD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2085" y="6529930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1E4746FB-2A6B-4E54-BC98-3558D62E3B05}"/>
                  </a:ext>
                </a:extLst>
              </p:cNvPr>
              <p:cNvSpPr/>
              <p:nvPr/>
            </p:nvSpPr>
            <p:spPr>
              <a:xfrm>
                <a:off x="10566855" y="6520838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1E4746FB-2A6B-4E54-BC98-3558D62E3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855" y="6520838"/>
                <a:ext cx="53893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群組 97">
            <a:extLst>
              <a:ext uri="{FF2B5EF4-FFF2-40B4-BE49-F238E27FC236}">
                <a16:creationId xmlns:a16="http://schemas.microsoft.com/office/drawing/2014/main" id="{229F5263-EF3D-40D2-A839-8320CB10B2A4}"/>
              </a:ext>
            </a:extLst>
          </p:cNvPr>
          <p:cNvGrpSpPr/>
          <p:nvPr/>
        </p:nvGrpSpPr>
        <p:grpSpPr>
          <a:xfrm>
            <a:off x="1984312" y="5407031"/>
            <a:ext cx="1321200" cy="1321200"/>
            <a:chOff x="10567162" y="3843690"/>
            <a:chExt cx="1080000" cy="1080000"/>
          </a:xfrm>
        </p:grpSpPr>
        <p:sp>
          <p:nvSpPr>
            <p:cNvPr id="99" name="矩形: 圓角 98">
              <a:extLst>
                <a:ext uri="{FF2B5EF4-FFF2-40B4-BE49-F238E27FC236}">
                  <a16:creationId xmlns:a16="http://schemas.microsoft.com/office/drawing/2014/main" id="{2232C7E2-9285-4434-8763-495E59A414F7}"/>
                </a:ext>
              </a:extLst>
            </p:cNvPr>
            <p:cNvSpPr/>
            <p:nvPr/>
          </p:nvSpPr>
          <p:spPr>
            <a:xfrm>
              <a:off x="10567162" y="3843690"/>
              <a:ext cx="1080000" cy="1080000"/>
            </a:xfrm>
            <a:prstGeom prst="roundRect">
              <a:avLst>
                <a:gd name="adj" fmla="val 5492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024F2100-2775-4AB2-9F0B-4478F83FEF2F}"/>
                </a:ext>
              </a:extLst>
            </p:cNvPr>
            <p:cNvCxnSpPr/>
            <p:nvPr/>
          </p:nvCxnSpPr>
          <p:spPr>
            <a:xfrm>
              <a:off x="10756995" y="4493433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>
              <a:extLst>
                <a:ext uri="{FF2B5EF4-FFF2-40B4-BE49-F238E27FC236}">
                  <a16:creationId xmlns:a16="http://schemas.microsoft.com/office/drawing/2014/main" id="{DC586EBD-8DED-4122-88A0-FFEE7FFF8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0795" y="449343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接點 104">
              <a:extLst>
                <a:ext uri="{FF2B5EF4-FFF2-40B4-BE49-F238E27FC236}">
                  <a16:creationId xmlns:a16="http://schemas.microsoft.com/office/drawing/2014/main" id="{F4B1CA1D-7C27-4293-AE64-371AB5A6CA3B}"/>
                </a:ext>
              </a:extLst>
            </p:cNvPr>
            <p:cNvCxnSpPr/>
            <p:nvPr/>
          </p:nvCxnSpPr>
          <p:spPr>
            <a:xfrm>
              <a:off x="10779403" y="4228890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>
              <a:extLst>
                <a:ext uri="{FF2B5EF4-FFF2-40B4-BE49-F238E27FC236}">
                  <a16:creationId xmlns:a16="http://schemas.microsoft.com/office/drawing/2014/main" id="{AF934A25-2F72-4546-9B7B-307908E18C25}"/>
                </a:ext>
              </a:extLst>
            </p:cNvPr>
            <p:cNvCxnSpPr/>
            <p:nvPr/>
          </p:nvCxnSpPr>
          <p:spPr>
            <a:xfrm>
              <a:off x="11241381" y="4052895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EEC498DB-C9BD-43DC-8FA3-D2054A7ABFA7}"/>
                </a:ext>
              </a:extLst>
            </p:cNvPr>
            <p:cNvCxnSpPr/>
            <p:nvPr/>
          </p:nvCxnSpPr>
          <p:spPr>
            <a:xfrm>
              <a:off x="10954188" y="4058221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 107">
              <a:extLst>
                <a:ext uri="{FF2B5EF4-FFF2-40B4-BE49-F238E27FC236}">
                  <a16:creationId xmlns:a16="http://schemas.microsoft.com/office/drawing/2014/main" id="{C0EF718F-7DDD-494D-9D2A-6D290D5C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56995" y="4052309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接點 108">
              <a:extLst>
                <a:ext uri="{FF2B5EF4-FFF2-40B4-BE49-F238E27FC236}">
                  <a16:creationId xmlns:a16="http://schemas.microsoft.com/office/drawing/2014/main" id="{C463D179-BC25-47E6-809C-E07401C7828F}"/>
                </a:ext>
              </a:extLst>
            </p:cNvPr>
            <p:cNvCxnSpPr/>
            <p:nvPr/>
          </p:nvCxnSpPr>
          <p:spPr>
            <a:xfrm>
              <a:off x="11437987" y="4228890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 109">
              <a:extLst>
                <a:ext uri="{FF2B5EF4-FFF2-40B4-BE49-F238E27FC236}">
                  <a16:creationId xmlns:a16="http://schemas.microsoft.com/office/drawing/2014/main" id="{6A9FF11C-90D3-4D27-A5D6-D1F59D98EF7F}"/>
                </a:ext>
              </a:extLst>
            </p:cNvPr>
            <p:cNvCxnSpPr/>
            <p:nvPr/>
          </p:nvCxnSpPr>
          <p:spPr>
            <a:xfrm>
              <a:off x="10953602" y="470592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箭號: 向右 110">
              <a:extLst>
                <a:ext uri="{FF2B5EF4-FFF2-40B4-BE49-F238E27FC236}">
                  <a16:creationId xmlns:a16="http://schemas.microsoft.com/office/drawing/2014/main" id="{20F92945-86FE-409C-9337-557DF5C3D0F9}"/>
                </a:ext>
              </a:extLst>
            </p:cNvPr>
            <p:cNvSpPr/>
            <p:nvPr/>
          </p:nvSpPr>
          <p:spPr>
            <a:xfrm rot="13500000">
              <a:off x="11220364" y="4047291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箭號: 向右 111">
              <a:extLst>
                <a:ext uri="{FF2B5EF4-FFF2-40B4-BE49-F238E27FC236}">
                  <a16:creationId xmlns:a16="http://schemas.microsoft.com/office/drawing/2014/main" id="{26BD9ED7-465E-479E-A060-C10BC9F411F7}"/>
                </a:ext>
              </a:extLst>
            </p:cNvPr>
            <p:cNvSpPr/>
            <p:nvPr/>
          </p:nvSpPr>
          <p:spPr>
            <a:xfrm rot="10800000">
              <a:off x="10956496" y="400134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3" name="箭號: 向右 112">
              <a:extLst>
                <a:ext uri="{FF2B5EF4-FFF2-40B4-BE49-F238E27FC236}">
                  <a16:creationId xmlns:a16="http://schemas.microsoft.com/office/drawing/2014/main" id="{8BA34CB7-1594-453B-A384-6296D6BBA3BC}"/>
                </a:ext>
              </a:extLst>
            </p:cNvPr>
            <p:cNvSpPr/>
            <p:nvPr/>
          </p:nvSpPr>
          <p:spPr>
            <a:xfrm>
              <a:off x="11107727" y="4654945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5" name="箭號: 向右 114">
              <a:extLst>
                <a:ext uri="{FF2B5EF4-FFF2-40B4-BE49-F238E27FC236}">
                  <a16:creationId xmlns:a16="http://schemas.microsoft.com/office/drawing/2014/main" id="{6620BF2C-4110-4CAB-B62C-2A3B45FF8529}"/>
                </a:ext>
              </a:extLst>
            </p:cNvPr>
            <p:cNvSpPr/>
            <p:nvPr/>
          </p:nvSpPr>
          <p:spPr>
            <a:xfrm rot="2700000">
              <a:off x="10862272" y="4613892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6" name="箭號: 向右 115">
              <a:extLst>
                <a:ext uri="{FF2B5EF4-FFF2-40B4-BE49-F238E27FC236}">
                  <a16:creationId xmlns:a16="http://schemas.microsoft.com/office/drawing/2014/main" id="{88937CF5-2D2B-4A3C-ADDD-3362F99A0A77}"/>
                </a:ext>
              </a:extLst>
            </p:cNvPr>
            <p:cNvSpPr/>
            <p:nvPr/>
          </p:nvSpPr>
          <p:spPr>
            <a:xfrm rot="8100000">
              <a:off x="10733991" y="416751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箭號: 向右 116">
              <a:extLst>
                <a:ext uri="{FF2B5EF4-FFF2-40B4-BE49-F238E27FC236}">
                  <a16:creationId xmlns:a16="http://schemas.microsoft.com/office/drawing/2014/main" id="{AA8A17E8-3290-4E4F-AE7A-43086CD9E166}"/>
                </a:ext>
              </a:extLst>
            </p:cNvPr>
            <p:cNvSpPr/>
            <p:nvPr/>
          </p:nvSpPr>
          <p:spPr>
            <a:xfrm rot="18900000">
              <a:off x="11320298" y="4511058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8" name="箭號: 向右 117">
              <a:extLst>
                <a:ext uri="{FF2B5EF4-FFF2-40B4-BE49-F238E27FC236}">
                  <a16:creationId xmlns:a16="http://schemas.microsoft.com/office/drawing/2014/main" id="{4661B99C-D9F8-4AC1-8D10-7158CED3B07E}"/>
                </a:ext>
              </a:extLst>
            </p:cNvPr>
            <p:cNvSpPr/>
            <p:nvPr/>
          </p:nvSpPr>
          <p:spPr>
            <a:xfrm rot="5400000">
              <a:off x="10709659" y="4411717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9" name="箭號: 向右 118">
              <a:extLst>
                <a:ext uri="{FF2B5EF4-FFF2-40B4-BE49-F238E27FC236}">
                  <a16:creationId xmlns:a16="http://schemas.microsoft.com/office/drawing/2014/main" id="{3EE87A2D-728C-4CCC-9E0C-7FA5E0C385A2}"/>
                </a:ext>
              </a:extLst>
            </p:cNvPr>
            <p:cNvSpPr/>
            <p:nvPr/>
          </p:nvSpPr>
          <p:spPr>
            <a:xfrm rot="16200000">
              <a:off x="11367872" y="425152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43F7A583-A4AC-4324-811E-1F9E790C3064}"/>
              </a:ext>
            </a:extLst>
          </p:cNvPr>
          <p:cNvSpPr txBox="1"/>
          <p:nvPr/>
        </p:nvSpPr>
        <p:spPr>
          <a:xfrm>
            <a:off x="2240891" y="1568839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EF2FBE03-74BB-4EAD-8965-8380B326E88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2439824" y="915942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C5EDE621-6702-402A-8716-533109991938}"/>
                  </a:ext>
                </a:extLst>
              </p:cNvPr>
              <p:cNvSpPr/>
              <p:nvPr/>
            </p:nvSpPr>
            <p:spPr>
              <a:xfrm>
                <a:off x="4005077" y="1691752"/>
                <a:ext cx="13496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ℓ′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C5EDE621-6702-402A-8716-533109991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077" y="1691752"/>
                <a:ext cx="1349665" cy="369332"/>
              </a:xfrm>
              <a:prstGeom prst="rect">
                <a:avLst/>
              </a:prstGeom>
              <a:blipFill>
                <a:blip r:embed="rId2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7D9FF14E-E92F-4B83-B32B-4CF41A1125B8}"/>
                  </a:ext>
                </a:extLst>
              </p:cNvPr>
              <p:cNvSpPr/>
              <p:nvPr/>
            </p:nvSpPr>
            <p:spPr>
              <a:xfrm>
                <a:off x="5289711" y="595934"/>
                <a:ext cx="6730839" cy="410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ℓ,−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,ℓ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′,ℓ′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7D9FF14E-E92F-4B83-B32B-4CF41A112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11" y="595934"/>
                <a:ext cx="6730839" cy="410112"/>
              </a:xfrm>
              <a:prstGeom prst="rect">
                <a:avLst/>
              </a:prstGeom>
              <a:blipFill>
                <a:blip r:embed="rId22"/>
                <a:stretch>
                  <a:fillRect l="-996" t="-117910" b="-180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CD2D921C-DB7D-4838-A310-F7E50C0FAD2C}"/>
                  </a:ext>
                </a:extLst>
              </p:cNvPr>
              <p:cNvSpPr/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CD2D921C-DB7D-4838-A310-F7E50C0FA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53EF8258-F034-4116-A1EC-894616472613}"/>
                  </a:ext>
                </a:extLst>
              </p:cNvPr>
              <p:cNvSpPr/>
              <p:nvPr/>
            </p:nvSpPr>
            <p:spPr>
              <a:xfrm>
                <a:off x="5448300" y="2426475"/>
                <a:ext cx="2788007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53EF8258-F034-4116-A1EC-894616472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426475"/>
                <a:ext cx="2788007" cy="64556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18576E62-C668-45B3-8485-237F8F11624B}"/>
                  </a:ext>
                </a:extLst>
              </p:cNvPr>
              <p:cNvSpPr/>
              <p:nvPr/>
            </p:nvSpPr>
            <p:spPr>
              <a:xfrm>
                <a:off x="8616884" y="5883198"/>
                <a:ext cx="8966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18576E62-C668-45B3-8485-237F8F116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884" y="5883198"/>
                <a:ext cx="896656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" name="圖片 144">
            <a:extLst>
              <a:ext uri="{FF2B5EF4-FFF2-40B4-BE49-F238E27FC236}">
                <a16:creationId xmlns:a16="http://schemas.microsoft.com/office/drawing/2014/main" id="{36485079-E9C6-40AC-8B78-C1AAE5E1DC1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44775" y="5395599"/>
            <a:ext cx="1393200" cy="1393200"/>
          </a:xfrm>
          <a:prstGeom prst="rect">
            <a:avLst/>
          </a:prstGeom>
        </p:spPr>
      </p:pic>
      <p:sp>
        <p:nvSpPr>
          <p:cNvPr id="146" name="內容版面配置區 2">
            <a:extLst>
              <a:ext uri="{FF2B5EF4-FFF2-40B4-BE49-F238E27FC236}">
                <a16:creationId xmlns:a16="http://schemas.microsoft.com/office/drawing/2014/main" id="{AB3CD93B-9F8A-4E63-A540-6BE1479C690D}"/>
              </a:ext>
            </a:extLst>
          </p:cNvPr>
          <p:cNvSpPr txBox="1">
            <a:spLocks/>
          </p:cNvSpPr>
          <p:nvPr/>
        </p:nvSpPr>
        <p:spPr>
          <a:xfrm>
            <a:off x="6964467" y="5764959"/>
            <a:ext cx="1753817" cy="654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</a:p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3366DF50-656D-4077-8E4F-E2231E538B3E}"/>
                  </a:ext>
                </a:extLst>
              </p:cNvPr>
              <p:cNvSpPr/>
              <p:nvPr/>
            </p:nvSpPr>
            <p:spPr>
              <a:xfrm>
                <a:off x="3423782" y="4530437"/>
                <a:ext cx="8815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3366DF50-656D-4077-8E4F-E2231E538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782" y="4530437"/>
                <a:ext cx="881523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22F50B3D-42B8-49C5-A81F-C845419349AD}"/>
                  </a:ext>
                </a:extLst>
              </p:cNvPr>
              <p:cNvSpPr/>
              <p:nvPr/>
            </p:nvSpPr>
            <p:spPr>
              <a:xfrm>
                <a:off x="3423782" y="5883198"/>
                <a:ext cx="8966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22F50B3D-42B8-49C5-A81F-C84541934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782" y="5883198"/>
                <a:ext cx="896656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矩形 150">
            <a:extLst>
              <a:ext uri="{FF2B5EF4-FFF2-40B4-BE49-F238E27FC236}">
                <a16:creationId xmlns:a16="http://schemas.microsoft.com/office/drawing/2014/main" id="{9C86D1CD-0621-4431-A709-C2999A5A6B54}"/>
              </a:ext>
            </a:extLst>
          </p:cNvPr>
          <p:cNvSpPr/>
          <p:nvPr/>
        </p:nvSpPr>
        <p:spPr>
          <a:xfrm>
            <a:off x="9700763" y="5062121"/>
            <a:ext cx="24891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: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value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FC17C11-6EEE-42D4-BAE2-D27E96D5FE40}"/>
              </a:ext>
            </a:extLst>
          </p:cNvPr>
          <p:cNvSpPr/>
          <p:nvPr/>
        </p:nvSpPr>
        <p:spPr>
          <a:xfrm>
            <a:off x="4152657" y="5062121"/>
            <a:ext cx="24891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: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41894F3C-8B50-45D3-AE71-7C48F2F44020}"/>
                  </a:ext>
                </a:extLst>
              </p:cNvPr>
              <p:cNvSpPr/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41894F3C-8B50-45D3-AE71-7C48F2F44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  <a:blipFill>
                <a:blip r:embed="rId29"/>
                <a:stretch>
                  <a:fillRect t="-156061" r="-49479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B7D1542-B452-4C6D-9BC1-974C3666A231}"/>
                  </a:ext>
                </a:extLst>
              </p:cNvPr>
              <p:cNvSpPr/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B7D1542-B452-4C6D-9BC1-974C3666A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  <a:blipFill>
                <a:blip r:embed="rId30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矩形 170">
            <a:extLst>
              <a:ext uri="{FF2B5EF4-FFF2-40B4-BE49-F238E27FC236}">
                <a16:creationId xmlns:a16="http://schemas.microsoft.com/office/drawing/2014/main" id="{0CFDA438-F22B-4985-80D8-D55B74A8CEDD}"/>
              </a:ext>
            </a:extLst>
          </p:cNvPr>
          <p:cNvSpPr/>
          <p:nvPr/>
        </p:nvSpPr>
        <p:spPr>
          <a:xfrm>
            <a:off x="7108969" y="5368935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59F694D-DA16-4D17-916C-893277C8D6C8}"/>
              </a:ext>
            </a:extLst>
          </p:cNvPr>
          <p:cNvSpPr/>
          <p:nvPr/>
        </p:nvSpPr>
        <p:spPr>
          <a:xfrm>
            <a:off x="1938070" y="5348884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7" name="群組 176">
            <a:extLst>
              <a:ext uri="{FF2B5EF4-FFF2-40B4-BE49-F238E27FC236}">
                <a16:creationId xmlns:a16="http://schemas.microsoft.com/office/drawing/2014/main" id="{F515E51A-0C0A-4210-BB7E-AAF28A4C1AF2}"/>
              </a:ext>
            </a:extLst>
          </p:cNvPr>
          <p:cNvGrpSpPr/>
          <p:nvPr/>
        </p:nvGrpSpPr>
        <p:grpSpPr>
          <a:xfrm>
            <a:off x="2224376" y="4262375"/>
            <a:ext cx="842250" cy="569811"/>
            <a:chOff x="7059781" y="5211062"/>
            <a:chExt cx="842250" cy="569811"/>
          </a:xfrm>
        </p:grpSpPr>
        <p:grpSp>
          <p:nvGrpSpPr>
            <p:cNvPr id="180" name="群組 179">
              <a:extLst>
                <a:ext uri="{FF2B5EF4-FFF2-40B4-BE49-F238E27FC236}">
                  <a16:creationId xmlns:a16="http://schemas.microsoft.com/office/drawing/2014/main" id="{F2D34633-F4D1-4897-853B-985F0DF00BDD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83" name="箭號: 向右 182">
                <a:extLst>
                  <a:ext uri="{FF2B5EF4-FFF2-40B4-BE49-F238E27FC236}">
                    <a16:creationId xmlns:a16="http://schemas.microsoft.com/office/drawing/2014/main" id="{04F8F234-A373-4C7B-AEEF-B6DA16FF0BF4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箭號: 向右 187">
                <a:extLst>
                  <a:ext uri="{FF2B5EF4-FFF2-40B4-BE49-F238E27FC236}">
                    <a16:creationId xmlns:a16="http://schemas.microsoft.com/office/drawing/2014/main" id="{5217C9E3-1DF7-4F49-92A9-AA14FA6466B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A497B0F2-BC39-4D21-8839-5A3E9C0C5B58}"/>
                    </a:ext>
                  </a:extLst>
                </p:cNvPr>
                <p:cNvSpPr txBox="1"/>
                <p:nvPr/>
              </p:nvSpPr>
              <p:spPr>
                <a:xfrm>
                  <a:off x="7059781" y="5211062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A497B0F2-BC39-4D21-8839-5A3E9C0C5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9781" y="5211062"/>
                  <a:ext cx="671803" cy="30816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C1781A92-4E45-49A1-9A3F-30C84AEE6EE6}"/>
                    </a:ext>
                  </a:extLst>
                </p:cNvPr>
                <p:cNvSpPr txBox="1"/>
                <p:nvPr/>
              </p:nvSpPr>
              <p:spPr>
                <a:xfrm>
                  <a:off x="7470257" y="5488485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C1781A92-4E45-49A1-9A3F-30C84AEE6E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257" y="5488485"/>
                  <a:ext cx="431774" cy="29238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DFB5A795-8CCD-4EEF-9D6F-9AABD008F11A}"/>
              </a:ext>
            </a:extLst>
          </p:cNvPr>
          <p:cNvGrpSpPr/>
          <p:nvPr/>
        </p:nvGrpSpPr>
        <p:grpSpPr>
          <a:xfrm>
            <a:off x="7426858" y="4266899"/>
            <a:ext cx="856773" cy="554769"/>
            <a:chOff x="7057816" y="5222850"/>
            <a:chExt cx="856773" cy="554769"/>
          </a:xfrm>
        </p:grpSpPr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75D203F6-2610-4E23-A99D-29EB43580873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087FBBDA-4564-48F9-82AA-C6EF754C531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箭號: 向右 195">
                <a:extLst>
                  <a:ext uri="{FF2B5EF4-FFF2-40B4-BE49-F238E27FC236}">
                    <a16:creationId xmlns:a16="http://schemas.microsoft.com/office/drawing/2014/main" id="{C96AA2B4-8F0F-4E1C-BD5D-873A17838D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121B820F-12CE-4305-A88E-80C3202D6E6E}"/>
                    </a:ext>
                  </a:extLst>
                </p:cNvPr>
                <p:cNvSpPr txBox="1"/>
                <p:nvPr/>
              </p:nvSpPr>
              <p:spPr>
                <a:xfrm>
                  <a:off x="7057816" y="5222850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121B820F-12CE-4305-A88E-80C3202D6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7816" y="5222850"/>
                  <a:ext cx="671803" cy="30816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字方塊 193">
                  <a:extLst>
                    <a:ext uri="{FF2B5EF4-FFF2-40B4-BE49-F238E27FC236}">
                      <a16:creationId xmlns:a16="http://schemas.microsoft.com/office/drawing/2014/main" id="{816ED0A3-F53F-4223-AAAD-322885327C5C}"/>
                    </a:ext>
                  </a:extLst>
                </p:cNvPr>
                <p:cNvSpPr txBox="1"/>
                <p:nvPr/>
              </p:nvSpPr>
              <p:spPr>
                <a:xfrm>
                  <a:off x="7482815" y="5485231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文字方塊 193">
                  <a:extLst>
                    <a:ext uri="{FF2B5EF4-FFF2-40B4-BE49-F238E27FC236}">
                      <a16:creationId xmlns:a16="http://schemas.microsoft.com/office/drawing/2014/main" id="{816ED0A3-F53F-4223-AAAD-322885327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2815" y="5485231"/>
                  <a:ext cx="431774" cy="29238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9737015E-3A70-49E2-B1B4-3C989575F50D}"/>
              </a:ext>
            </a:extLst>
          </p:cNvPr>
          <p:cNvSpPr/>
          <p:nvPr/>
        </p:nvSpPr>
        <p:spPr>
          <a:xfrm>
            <a:off x="5310315" y="1020820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D5D9E593-9813-4B32-BF15-6397A324A8BA}"/>
              </a:ext>
            </a:extLst>
          </p:cNvPr>
          <p:cNvSpPr/>
          <p:nvPr/>
        </p:nvSpPr>
        <p:spPr>
          <a:xfrm>
            <a:off x="5310315" y="2101929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8" name="直線接點 137">
            <a:extLst>
              <a:ext uri="{FF2B5EF4-FFF2-40B4-BE49-F238E27FC236}">
                <a16:creationId xmlns:a16="http://schemas.microsoft.com/office/drawing/2014/main" id="{EBAFB175-5061-4011-B96F-6DF0FB62AA20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47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601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圖片 235">
            <a:extLst>
              <a:ext uri="{FF2B5EF4-FFF2-40B4-BE49-F238E27FC236}">
                <a16:creationId xmlns:a16="http://schemas.microsoft.com/office/drawing/2014/main" id="{BE22F4D3-C441-4B04-960C-B71AF0A6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08" y="4280551"/>
            <a:ext cx="2242800" cy="2246661"/>
          </a:xfrm>
          <a:prstGeom prst="rect">
            <a:avLst/>
          </a:prstGeom>
        </p:spPr>
      </p:pic>
      <p:pic>
        <p:nvPicPr>
          <p:cNvPr id="190" name="圖片 189">
            <a:extLst>
              <a:ext uri="{FF2B5EF4-FFF2-40B4-BE49-F238E27FC236}">
                <a16:creationId xmlns:a16="http://schemas.microsoft.com/office/drawing/2014/main" id="{0666B506-D590-45B0-969E-D91BD5A5BC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50"/>
          <a:stretch/>
        </p:blipFill>
        <p:spPr>
          <a:xfrm>
            <a:off x="6810816" y="4306474"/>
            <a:ext cx="2223504" cy="22276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標題 1">
                <a:extLst>
                  <a:ext uri="{FF2B5EF4-FFF2-40B4-BE49-F238E27FC236}">
                    <a16:creationId xmlns:a16="http://schemas.microsoft.com/office/drawing/2014/main" id="{700DBB01-F9E1-4E1D-8A82-15C38DBE89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Robustness with angular momentum difference </a:t>
                </a:r>
              </a:p>
            </p:txBody>
          </p:sp>
        </mc:Choice>
        <mc:Fallback>
          <p:sp>
            <p:nvSpPr>
              <p:cNvPr id="92" name="標題 1">
                <a:extLst>
                  <a:ext uri="{FF2B5EF4-FFF2-40B4-BE49-F238E27FC236}">
                    <a16:creationId xmlns:a16="http://schemas.microsoft.com/office/drawing/2014/main" id="{700DBB01-F9E1-4E1D-8A82-15C38DBE8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4"/>
                <a:stretch>
                  <a:fillRect l="-1150" t="-7477" b="-177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3286615" y="4385529"/>
                <a:ext cx="196720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twist</a:t>
                </a:r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15" y="4385529"/>
                <a:ext cx="1967205" cy="707886"/>
              </a:xfrm>
              <a:prstGeom prst="rect">
                <a:avLst/>
              </a:prstGeom>
              <a:blipFill>
                <a:blip r:embed="rId7"/>
                <a:stretch>
                  <a:fillRect l="-2786" r="-2786" b="-13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" name="矩形 583">
            <a:extLst>
              <a:ext uri="{FF2B5EF4-FFF2-40B4-BE49-F238E27FC236}">
                <a16:creationId xmlns:a16="http://schemas.microsoft.com/office/drawing/2014/main" id="{4C533863-F96F-4721-AADE-8D22E0B4AD8D}"/>
              </a:ext>
            </a:extLst>
          </p:cNvPr>
          <p:cNvSpPr/>
          <p:nvPr/>
        </p:nvSpPr>
        <p:spPr>
          <a:xfrm>
            <a:off x="3194155" y="5505626"/>
            <a:ext cx="22854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Subtle change: </a:t>
            </a:r>
          </a:p>
        </p:txBody>
      </p:sp>
      <p:grpSp>
        <p:nvGrpSpPr>
          <p:cNvPr id="643" name="群組 642">
            <a:extLst>
              <a:ext uri="{FF2B5EF4-FFF2-40B4-BE49-F238E27FC236}">
                <a16:creationId xmlns:a16="http://schemas.microsoft.com/office/drawing/2014/main" id="{59288C6B-F7B0-42FF-BED1-4758FFC9EB35}"/>
              </a:ext>
            </a:extLst>
          </p:cNvPr>
          <p:cNvGrpSpPr/>
          <p:nvPr/>
        </p:nvGrpSpPr>
        <p:grpSpPr>
          <a:xfrm>
            <a:off x="150229" y="1027283"/>
            <a:ext cx="2138028" cy="1854742"/>
            <a:chOff x="-209980" y="1552107"/>
            <a:chExt cx="2138028" cy="1854742"/>
          </a:xfrm>
        </p:grpSpPr>
        <p:grpSp>
          <p:nvGrpSpPr>
            <p:cNvPr id="644" name="群組 643">
              <a:extLst>
                <a:ext uri="{FF2B5EF4-FFF2-40B4-BE49-F238E27FC236}">
                  <a16:creationId xmlns:a16="http://schemas.microsoft.com/office/drawing/2014/main" id="{0FB5E08E-5CF0-42E1-BE1E-86F6788378FF}"/>
                </a:ext>
              </a:extLst>
            </p:cNvPr>
            <p:cNvGrpSpPr/>
            <p:nvPr/>
          </p:nvGrpSpPr>
          <p:grpSpPr>
            <a:xfrm rot="3736100">
              <a:off x="-348102" y="1787015"/>
              <a:ext cx="1615465" cy="1339222"/>
              <a:chOff x="1150620" y="2040672"/>
              <a:chExt cx="2887980" cy="2394139"/>
            </a:xfrm>
          </p:grpSpPr>
          <p:pic>
            <p:nvPicPr>
              <p:cNvPr id="656" name="圖片 655">
                <a:extLst>
                  <a:ext uri="{FF2B5EF4-FFF2-40B4-BE49-F238E27FC236}">
                    <a16:creationId xmlns:a16="http://schemas.microsoft.com/office/drawing/2014/main" id="{19EB9BE9-4CB9-4419-9AB3-A724362690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50517" b="50711"/>
              <a:stretch/>
            </p:blipFill>
            <p:spPr>
              <a:xfrm>
                <a:off x="1198879" y="2040672"/>
                <a:ext cx="2839721" cy="2394139"/>
              </a:xfrm>
              <a:prstGeom prst="rect">
                <a:avLst/>
              </a:prstGeom>
            </p:spPr>
          </p:pic>
          <p:sp>
            <p:nvSpPr>
              <p:cNvPr id="657" name="矩形 656">
                <a:extLst>
                  <a:ext uri="{FF2B5EF4-FFF2-40B4-BE49-F238E27FC236}">
                    <a16:creationId xmlns:a16="http://schemas.microsoft.com/office/drawing/2014/main" id="{2B292F08-B79A-4A0A-B023-9CB110B57AA4}"/>
                  </a:ext>
                </a:extLst>
              </p:cNvPr>
              <p:cNvSpPr/>
              <p:nvPr/>
            </p:nvSpPr>
            <p:spPr>
              <a:xfrm>
                <a:off x="1150620" y="2095500"/>
                <a:ext cx="213360" cy="236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30A73CE1-300D-430D-9736-0158DFDED887}"/>
                </a:ext>
              </a:extLst>
            </p:cNvPr>
            <p:cNvSpPr/>
            <p:nvPr/>
          </p:nvSpPr>
          <p:spPr>
            <a:xfrm rot="5400000">
              <a:off x="480394" y="1438772"/>
              <a:ext cx="96374" cy="323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46" name="等腰三角形 645">
              <a:extLst>
                <a:ext uri="{FF2B5EF4-FFF2-40B4-BE49-F238E27FC236}">
                  <a16:creationId xmlns:a16="http://schemas.microsoft.com/office/drawing/2014/main" id="{2E48C7C0-DE76-4EB7-A1D4-CE6BC8D00ABB}"/>
                </a:ext>
              </a:extLst>
            </p:cNvPr>
            <p:cNvSpPr/>
            <p:nvPr/>
          </p:nvSpPr>
          <p:spPr>
            <a:xfrm rot="10800000">
              <a:off x="414715" y="3239159"/>
              <a:ext cx="200220" cy="16769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8" name="矩形 647">
                  <a:extLst>
                    <a:ext uri="{FF2B5EF4-FFF2-40B4-BE49-F238E27FC236}">
                      <a16:creationId xmlns:a16="http://schemas.microsoft.com/office/drawing/2014/main" id="{F4A945F6-74B3-41A5-B3CB-092DE4C88B37}"/>
                    </a:ext>
                  </a:extLst>
                </p:cNvPr>
                <p:cNvSpPr/>
                <p:nvPr/>
              </p:nvSpPr>
              <p:spPr>
                <a:xfrm>
                  <a:off x="760228" y="2206952"/>
                  <a:ext cx="11678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+ℓ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48" name="矩形 647">
                  <a:extLst>
                    <a:ext uri="{FF2B5EF4-FFF2-40B4-BE49-F238E27FC236}">
                      <a16:creationId xmlns:a16="http://schemas.microsoft.com/office/drawing/2014/main" id="{F4A945F6-74B3-41A5-B3CB-092DE4C88B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228" y="2206952"/>
                  <a:ext cx="1167820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5" name="矩形 744">
            <a:extLst>
              <a:ext uri="{FF2B5EF4-FFF2-40B4-BE49-F238E27FC236}">
                <a16:creationId xmlns:a16="http://schemas.microsoft.com/office/drawing/2014/main" id="{6A0479AE-923D-4662-8020-EB3CCD37F507}"/>
              </a:ext>
            </a:extLst>
          </p:cNvPr>
          <p:cNvSpPr/>
          <p:nvPr/>
        </p:nvSpPr>
        <p:spPr>
          <a:xfrm>
            <a:off x="7027313" y="3453469"/>
            <a:ext cx="516255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5" name="矩形 754">
                <a:extLst>
                  <a:ext uri="{FF2B5EF4-FFF2-40B4-BE49-F238E27FC236}">
                    <a16:creationId xmlns:a16="http://schemas.microsoft.com/office/drawing/2014/main" id="{8B008373-B665-4828-92F6-6DA3FA1087FE}"/>
                  </a:ext>
                </a:extLst>
              </p:cNvPr>
              <p:cNvSpPr/>
              <p:nvPr/>
            </p:nvSpPr>
            <p:spPr>
              <a:xfrm>
                <a:off x="5289712" y="595934"/>
                <a:ext cx="6972242" cy="410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ℓ,−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,ℓ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′,ℓ′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5" name="矩形 754">
                <a:extLst>
                  <a:ext uri="{FF2B5EF4-FFF2-40B4-BE49-F238E27FC236}">
                    <a16:creationId xmlns:a16="http://schemas.microsoft.com/office/drawing/2014/main" id="{8B008373-B665-4828-92F6-6DA3FA1087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12" y="595934"/>
                <a:ext cx="6972242" cy="410112"/>
              </a:xfrm>
              <a:prstGeom prst="rect">
                <a:avLst/>
              </a:prstGeom>
              <a:blipFill>
                <a:blip r:embed="rId23"/>
                <a:stretch>
                  <a:fillRect l="-962" t="-117910" b="-180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0" name="圖片 139">
            <a:extLst>
              <a:ext uri="{FF2B5EF4-FFF2-40B4-BE49-F238E27FC236}">
                <a16:creationId xmlns:a16="http://schemas.microsoft.com/office/drawing/2014/main" id="{FED7C452-39DA-4A79-818F-C8210E642719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27603" r="30913"/>
          <a:stretch/>
        </p:blipFill>
        <p:spPr>
          <a:xfrm>
            <a:off x="2481243" y="894755"/>
            <a:ext cx="1653540" cy="2274005"/>
          </a:xfrm>
          <a:prstGeom prst="rect">
            <a:avLst/>
          </a:prstGeom>
        </p:spPr>
      </p:pic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2C4BD3B8-E673-4174-97AF-E99C513653D9}"/>
              </a:ext>
            </a:extLst>
          </p:cNvPr>
          <p:cNvGrpSpPr/>
          <p:nvPr/>
        </p:nvGrpSpPr>
        <p:grpSpPr>
          <a:xfrm>
            <a:off x="2985147" y="894755"/>
            <a:ext cx="514818" cy="1991786"/>
            <a:chOff x="3792733" y="1515878"/>
            <a:chExt cx="514818" cy="1991786"/>
          </a:xfrm>
        </p:grpSpPr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B18F87CE-6866-4E3A-AFEF-A228E69FA71E}"/>
                </a:ext>
              </a:extLst>
            </p:cNvPr>
            <p:cNvSpPr/>
            <p:nvPr/>
          </p:nvSpPr>
          <p:spPr>
            <a:xfrm rot="5400000">
              <a:off x="3781117" y="1527494"/>
              <a:ext cx="202981" cy="179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7A28EC0E-B642-4305-832B-2CBF72E27149}"/>
                </a:ext>
              </a:extLst>
            </p:cNvPr>
            <p:cNvSpPr/>
            <p:nvPr/>
          </p:nvSpPr>
          <p:spPr>
            <a:xfrm rot="5400000">
              <a:off x="4096645" y="1528077"/>
              <a:ext cx="98767" cy="323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6" name="等腰三角形 145">
              <a:extLst>
                <a:ext uri="{FF2B5EF4-FFF2-40B4-BE49-F238E27FC236}">
                  <a16:creationId xmlns:a16="http://schemas.microsoft.com/office/drawing/2014/main" id="{BF691C72-BDC5-4DA7-BF29-D38D3A2F533F}"/>
                </a:ext>
              </a:extLst>
            </p:cNvPr>
            <p:cNvSpPr/>
            <p:nvPr/>
          </p:nvSpPr>
          <p:spPr>
            <a:xfrm rot="10800000">
              <a:off x="4055977" y="3335811"/>
              <a:ext cx="200220" cy="1718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AB2D8856-BB4D-43FC-B434-97CAE3D8EF48}"/>
                  </a:ext>
                </a:extLst>
              </p:cNvPr>
              <p:cNvSpPr/>
              <p:nvPr/>
            </p:nvSpPr>
            <p:spPr>
              <a:xfrm>
                <a:off x="3989506" y="1693797"/>
                <a:ext cx="13356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′≡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′+ℓ′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AB2D8856-BB4D-43FC-B434-97CAE3D8EF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506" y="1693797"/>
                <a:ext cx="1335622" cy="369332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 158">
            <a:extLst>
              <a:ext uri="{FF2B5EF4-FFF2-40B4-BE49-F238E27FC236}">
                <a16:creationId xmlns:a16="http://schemas.microsoft.com/office/drawing/2014/main" id="{B827F3CB-475C-4CD0-AC02-ACC34F68338B}"/>
              </a:ext>
            </a:extLst>
          </p:cNvPr>
          <p:cNvSpPr/>
          <p:nvPr/>
        </p:nvSpPr>
        <p:spPr>
          <a:xfrm>
            <a:off x="9272531" y="5505626"/>
            <a:ext cx="25328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Subtle change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AA1BDA08-01B0-4B4A-81BF-6448D5E36E90}"/>
                  </a:ext>
                </a:extLst>
              </p:cNvPr>
              <p:cNvSpPr/>
              <p:nvPr/>
            </p:nvSpPr>
            <p:spPr>
              <a:xfrm>
                <a:off x="9058466" y="4329745"/>
                <a:ext cx="282763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node </a:t>
                </a: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(when absolutized)</a:t>
                </a:r>
                <a:r>
                  <a: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TW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AA1BDA08-01B0-4B4A-81BF-6448D5E36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466" y="4329745"/>
                <a:ext cx="2827637" cy="707886"/>
              </a:xfrm>
              <a:prstGeom prst="rect">
                <a:avLst/>
              </a:prstGeom>
              <a:blipFill>
                <a:blip r:embed="rId27"/>
                <a:stretch>
                  <a:fillRect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矩形 161">
            <a:extLst>
              <a:ext uri="{FF2B5EF4-FFF2-40B4-BE49-F238E27FC236}">
                <a16:creationId xmlns:a16="http://schemas.microsoft.com/office/drawing/2014/main" id="{C892D3B5-52B7-4EC1-A0BF-18E4A49A82CF}"/>
              </a:ext>
            </a:extLst>
          </p:cNvPr>
          <p:cNvSpPr/>
          <p:nvPr/>
        </p:nvSpPr>
        <p:spPr>
          <a:xfrm>
            <a:off x="841258" y="423258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8A8140EC-3AD4-4626-887D-151B5C25D5E2}"/>
              </a:ext>
            </a:extLst>
          </p:cNvPr>
          <p:cNvGrpSpPr/>
          <p:nvPr/>
        </p:nvGrpSpPr>
        <p:grpSpPr>
          <a:xfrm>
            <a:off x="1597463" y="5027076"/>
            <a:ext cx="866063" cy="570605"/>
            <a:chOff x="7062956" y="5218999"/>
            <a:chExt cx="866063" cy="570605"/>
          </a:xfrm>
        </p:grpSpPr>
        <p:grpSp>
          <p:nvGrpSpPr>
            <p:cNvPr id="164" name="群組 163">
              <a:extLst>
                <a:ext uri="{FF2B5EF4-FFF2-40B4-BE49-F238E27FC236}">
                  <a16:creationId xmlns:a16="http://schemas.microsoft.com/office/drawing/2014/main" id="{42E4399A-CBBC-4CAD-8375-63E492226DB3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67" name="箭號: 向右 166">
                <a:extLst>
                  <a:ext uri="{FF2B5EF4-FFF2-40B4-BE49-F238E27FC236}">
                    <a16:creationId xmlns:a16="http://schemas.microsoft.com/office/drawing/2014/main" id="{0FB06174-56B6-4F64-AA65-4B39EF6D5CA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箭號: 向右 167">
                <a:extLst>
                  <a:ext uri="{FF2B5EF4-FFF2-40B4-BE49-F238E27FC236}">
                    <a16:creationId xmlns:a16="http://schemas.microsoft.com/office/drawing/2014/main" id="{03C31E6A-0057-4154-AA99-F6FBDFC8FC9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E538A82A-9BFD-4EE1-9926-9FD17411A1B3}"/>
                    </a:ext>
                  </a:extLst>
                </p:cNvPr>
                <p:cNvSpPr txBox="1"/>
                <p:nvPr/>
              </p:nvSpPr>
              <p:spPr>
                <a:xfrm>
                  <a:off x="7062956" y="5218999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E538A82A-9BFD-4EE1-9926-9FD17411A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956" y="5218999"/>
                  <a:ext cx="671803" cy="308161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字方塊 165">
                  <a:extLst>
                    <a:ext uri="{FF2B5EF4-FFF2-40B4-BE49-F238E27FC236}">
                      <a16:creationId xmlns:a16="http://schemas.microsoft.com/office/drawing/2014/main" id="{378C2C93-0765-4853-B477-722711BE7D32}"/>
                    </a:ext>
                  </a:extLst>
                </p:cNvPr>
                <p:cNvSpPr txBox="1"/>
                <p:nvPr/>
              </p:nvSpPr>
              <p:spPr>
                <a:xfrm>
                  <a:off x="7497245" y="5497216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字方塊 165">
                  <a:extLst>
                    <a:ext uri="{FF2B5EF4-FFF2-40B4-BE49-F238E27FC236}">
                      <a16:creationId xmlns:a16="http://schemas.microsoft.com/office/drawing/2014/main" id="{378C2C93-0765-4853-B477-722711BE7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7245" y="5497216"/>
                  <a:ext cx="431774" cy="292388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DAFDBCF0-116A-47E4-B2B2-B3C82E8473D8}"/>
                  </a:ext>
                </a:extLst>
              </p:cNvPr>
              <p:cNvSpPr txBox="1"/>
              <p:nvPr/>
            </p:nvSpPr>
            <p:spPr>
              <a:xfrm>
                <a:off x="6809852" y="6086812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DAFDBCF0-116A-47E4-B2B2-B3C82E847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852" y="6086812"/>
                <a:ext cx="711762" cy="307777"/>
              </a:xfrm>
              <a:prstGeom prst="rect">
                <a:avLst/>
              </a:prstGeom>
              <a:blipFill>
                <a:blip r:embed="rId3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73B724E8-8AD4-42F9-9AE2-968D37B5F319}"/>
                  </a:ext>
                </a:extLst>
              </p:cNvPr>
              <p:cNvSpPr txBox="1"/>
              <p:nvPr/>
            </p:nvSpPr>
            <p:spPr>
              <a:xfrm>
                <a:off x="804790" y="6186914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73B724E8-8AD4-42F9-9AE2-968D37B5F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90" y="6186914"/>
                <a:ext cx="711762" cy="307777"/>
              </a:xfrm>
              <a:prstGeom prst="rect">
                <a:avLst/>
              </a:prstGeom>
              <a:blipFill>
                <a:blip r:embed="rId31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E5A95583-FEDF-4869-8693-7C1177AAF069}"/>
              </a:ext>
            </a:extLst>
          </p:cNvPr>
          <p:cNvSpPr/>
          <p:nvPr/>
        </p:nvSpPr>
        <p:spPr>
          <a:xfrm>
            <a:off x="2719714" y="5845778"/>
            <a:ext cx="32343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zh-TW" sz="2000" dirty="0"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Elliptical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polarization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3A0E2485-E359-4C24-8AF3-AC5F4D9F1915}"/>
              </a:ext>
            </a:extLst>
          </p:cNvPr>
          <p:cNvSpPr/>
          <p:nvPr/>
        </p:nvSpPr>
        <p:spPr>
          <a:xfrm>
            <a:off x="2344683" y="3453514"/>
            <a:ext cx="467391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25699D4-0B95-4FBF-B0E2-C25AA5646875}"/>
                  </a:ext>
                </a:extLst>
              </p:cNvPr>
              <p:cNvSpPr/>
              <p:nvPr/>
            </p:nvSpPr>
            <p:spPr>
              <a:xfrm>
                <a:off x="-4272" y="3453514"/>
                <a:ext cx="2337897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|1, −1, −1, 2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425699D4-0B95-4FBF-B0E2-C25AA5646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2" y="3453514"/>
                <a:ext cx="2337897" cy="400110"/>
              </a:xfrm>
              <a:prstGeom prst="rect">
                <a:avLst/>
              </a:prstGeom>
              <a:blipFill>
                <a:blip r:embed="rId32"/>
                <a:stretch>
                  <a:fillRect l="-2078" t="-121212" r="-20519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矩形 191">
            <a:extLst>
              <a:ext uri="{FF2B5EF4-FFF2-40B4-BE49-F238E27FC236}">
                <a16:creationId xmlns:a16="http://schemas.microsoft.com/office/drawing/2014/main" id="{7E89FDF7-BADC-42C9-96BC-B3EE892947A2}"/>
              </a:ext>
            </a:extLst>
          </p:cNvPr>
          <p:cNvSpPr/>
          <p:nvPr/>
        </p:nvSpPr>
        <p:spPr>
          <a:xfrm>
            <a:off x="6749031" y="423039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85E6AD13-369E-4C90-8D2A-ACC000C5A0E1}"/>
              </a:ext>
            </a:extLst>
          </p:cNvPr>
          <p:cNvGrpSpPr/>
          <p:nvPr/>
        </p:nvGrpSpPr>
        <p:grpSpPr>
          <a:xfrm>
            <a:off x="7482741" y="5060037"/>
            <a:ext cx="873442" cy="566677"/>
            <a:chOff x="7036385" y="5229993"/>
            <a:chExt cx="873442" cy="566677"/>
          </a:xfrm>
        </p:grpSpPr>
        <p:grpSp>
          <p:nvGrpSpPr>
            <p:cNvPr id="196" name="群組 195">
              <a:extLst>
                <a:ext uri="{FF2B5EF4-FFF2-40B4-BE49-F238E27FC236}">
                  <a16:creationId xmlns:a16="http://schemas.microsoft.com/office/drawing/2014/main" id="{195CE5EB-165B-42D9-BCA9-5CBA05D11461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99" name="箭號: 向右 198">
                <a:extLst>
                  <a:ext uri="{FF2B5EF4-FFF2-40B4-BE49-F238E27FC236}">
                    <a16:creationId xmlns:a16="http://schemas.microsoft.com/office/drawing/2014/main" id="{1D700CF2-9C06-473E-B372-3B056D23222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C0AB723B-A4A9-46E4-8B0F-775F1474F7E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字方塊 196">
                  <a:extLst>
                    <a:ext uri="{FF2B5EF4-FFF2-40B4-BE49-F238E27FC236}">
                      <a16:creationId xmlns:a16="http://schemas.microsoft.com/office/drawing/2014/main" id="{FE89CF0A-3776-407E-80A9-C392D6208ECB}"/>
                    </a:ext>
                  </a:extLst>
                </p:cNvPr>
                <p:cNvSpPr txBox="1"/>
                <p:nvPr/>
              </p:nvSpPr>
              <p:spPr>
                <a:xfrm>
                  <a:off x="7036385" y="522999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字方塊 196">
                  <a:extLst>
                    <a:ext uri="{FF2B5EF4-FFF2-40B4-BE49-F238E27FC236}">
                      <a16:creationId xmlns:a16="http://schemas.microsoft.com/office/drawing/2014/main" id="{FE89CF0A-3776-407E-80A9-C392D6208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385" y="5229993"/>
                  <a:ext cx="671803" cy="308161"/>
                </a:xfrm>
                <a:prstGeom prst="rect">
                  <a:avLst/>
                </a:prstGeom>
                <a:blipFill>
                  <a:blip r:embed="rId33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D31D391C-9604-47BD-8722-E408C25E541B}"/>
                    </a:ext>
                  </a:extLst>
                </p:cNvPr>
                <p:cNvSpPr txBox="1"/>
                <p:nvPr/>
              </p:nvSpPr>
              <p:spPr>
                <a:xfrm>
                  <a:off x="7478053" y="5504282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D31D391C-9604-47BD-8722-E408C25E5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053" y="5504282"/>
                  <a:ext cx="431774" cy="29238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6F4345B-C4CB-4EAE-882B-6E5AC8EABC7D}"/>
              </a:ext>
            </a:extLst>
          </p:cNvPr>
          <p:cNvSpPr/>
          <p:nvPr/>
        </p:nvSpPr>
        <p:spPr>
          <a:xfrm>
            <a:off x="9049545" y="5861167"/>
            <a:ext cx="2578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Counter-node SOI pattern</a:t>
            </a:r>
            <a:endParaRPr lang="zh-TW" altLang="en-US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31E999FF-0614-4AEB-9716-3E36A34610B8}"/>
              </a:ext>
            </a:extLst>
          </p:cNvPr>
          <p:cNvSpPr txBox="1"/>
          <p:nvPr/>
        </p:nvSpPr>
        <p:spPr>
          <a:xfrm>
            <a:off x="2240891" y="1568839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D510BF58-7BD6-4348-9EB8-2273E035D5EA}"/>
                  </a:ext>
                </a:extLst>
              </p:cNvPr>
              <p:cNvSpPr/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D510BF58-7BD6-4348-9EB8-2273E035D5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  <a:blipFill>
                <a:blip r:embed="rId35"/>
                <a:stretch>
                  <a:fillRect t="-156061" r="-49479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E961DD6D-D72E-4321-AF5B-73EA3B0B9E8C}"/>
                  </a:ext>
                </a:extLst>
              </p:cNvPr>
              <p:cNvSpPr/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E961DD6D-D72E-4321-AF5B-73EA3B0B9E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  <a:blipFill>
                <a:blip r:embed="rId39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C757DAEC-0443-4C96-94DE-C0F12F2E7D2C}"/>
                  </a:ext>
                </a:extLst>
              </p:cNvPr>
              <p:cNvSpPr/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 smtClean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C757DAEC-0443-4C96-94DE-C0F12F2E7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C3B68BB4-769D-428A-93CB-6810CEA8D297}"/>
                  </a:ext>
                </a:extLst>
              </p:cNvPr>
              <p:cNvSpPr/>
              <p:nvPr/>
            </p:nvSpPr>
            <p:spPr>
              <a:xfrm>
                <a:off x="5448300" y="2426475"/>
                <a:ext cx="5974328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C3B68BB4-769D-428A-93CB-6810CEA8D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426475"/>
                <a:ext cx="5974328" cy="645561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矩形 236">
            <a:extLst>
              <a:ext uri="{FF2B5EF4-FFF2-40B4-BE49-F238E27FC236}">
                <a16:creationId xmlns:a16="http://schemas.microsoft.com/office/drawing/2014/main" id="{C64DBDF4-F444-4F90-AC46-FF38D3ECF68A}"/>
              </a:ext>
            </a:extLst>
          </p:cNvPr>
          <p:cNvSpPr/>
          <p:nvPr/>
        </p:nvSpPr>
        <p:spPr>
          <a:xfrm>
            <a:off x="-4272" y="3097345"/>
            <a:ext cx="12196272" cy="371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DE21E913-E950-4118-B793-5A98CD2D1F82}"/>
                  </a:ext>
                </a:extLst>
              </p:cNvPr>
              <p:cNvSpPr/>
              <p:nvPr/>
            </p:nvSpPr>
            <p:spPr>
              <a:xfrm>
                <a:off x="1503401" y="3092039"/>
                <a:ext cx="5520550" cy="374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+ℓ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  <m:r>
                      <m:rPr>
                        <m:nor/>
                      </m:rPr>
                      <a:rPr lang="en-US" altLang="zh-TW" dirty="0"/>
                      <m:t>, </m:t>
                    </m:r>
                    <m:acc>
                      <m:accPr>
                        <m:chr m:val="̅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DE21E913-E950-4118-B793-5A98CD2D1F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401" y="3092039"/>
                <a:ext cx="5520550" cy="374846"/>
              </a:xfrm>
              <a:prstGeom prst="rect">
                <a:avLst/>
              </a:prstGeom>
              <a:blipFill>
                <a:blip r:embed="rId42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矩形 238">
            <a:extLst>
              <a:ext uri="{FF2B5EF4-FFF2-40B4-BE49-F238E27FC236}">
                <a16:creationId xmlns:a16="http://schemas.microsoft.com/office/drawing/2014/main" id="{CE1A3671-84CE-4DCB-912F-D1ABCF5CB6A7}"/>
              </a:ext>
            </a:extLst>
          </p:cNvPr>
          <p:cNvSpPr/>
          <p:nvPr/>
        </p:nvSpPr>
        <p:spPr>
          <a:xfrm>
            <a:off x="-15331" y="3079407"/>
            <a:ext cx="1677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AM. relation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A838B74E-65F9-41F4-A821-7FD1D08D0A0D}"/>
              </a:ext>
            </a:extLst>
          </p:cNvPr>
          <p:cNvSpPr/>
          <p:nvPr/>
        </p:nvSpPr>
        <p:spPr>
          <a:xfrm>
            <a:off x="7193757" y="3079407"/>
            <a:ext cx="21240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relation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右大括弧 240">
            <a:extLst>
              <a:ext uri="{FF2B5EF4-FFF2-40B4-BE49-F238E27FC236}">
                <a16:creationId xmlns:a16="http://schemas.microsoft.com/office/drawing/2014/main" id="{94E5B45E-FCC4-4C07-AB6F-87D52FD0874D}"/>
              </a:ext>
            </a:extLst>
          </p:cNvPr>
          <p:cNvSpPr/>
          <p:nvPr/>
        </p:nvSpPr>
        <p:spPr>
          <a:xfrm rot="10800000">
            <a:off x="1484950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2" name="右大括弧 241">
            <a:extLst>
              <a:ext uri="{FF2B5EF4-FFF2-40B4-BE49-F238E27FC236}">
                <a16:creationId xmlns:a16="http://schemas.microsoft.com/office/drawing/2014/main" id="{B8CE91C1-DC94-42E4-973A-8AA8F3B1602A}"/>
              </a:ext>
            </a:extLst>
          </p:cNvPr>
          <p:cNvSpPr/>
          <p:nvPr/>
        </p:nvSpPr>
        <p:spPr>
          <a:xfrm rot="10800000">
            <a:off x="9290616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3690128-C9C3-45BB-80C2-2FD00878DA5E}"/>
                  </a:ext>
                </a:extLst>
              </p:cNvPr>
              <p:cNvSpPr/>
              <p:nvPr/>
            </p:nvSpPr>
            <p:spPr>
              <a:xfrm>
                <a:off x="9365417" y="3063028"/>
                <a:ext cx="2968890" cy="419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p>
                      <m:r>
                        <a:rPr lang="en-US" altLang="zh-TW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</m:t>
                          </m:r>
                        </m:e>
                      </m:d>
                      <m:r>
                        <a:rPr lang="en-US" altLang="zh-TW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</m:e>
                      </m:d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3690128-C9C3-45BB-80C2-2FD00878D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417" y="3063028"/>
                <a:ext cx="2968890" cy="419538"/>
              </a:xfrm>
              <a:prstGeom prst="rect">
                <a:avLst/>
              </a:prstGeom>
              <a:blipFill>
                <a:blip r:embed="rId43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EDC37F2D-30E6-4BA9-8516-A05D241B4B14}"/>
                  </a:ext>
                </a:extLst>
              </p:cNvPr>
              <p:cNvSpPr/>
              <p:nvPr/>
            </p:nvSpPr>
            <p:spPr>
              <a:xfrm>
                <a:off x="10196679" y="3095376"/>
                <a:ext cx="708656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EDC37F2D-30E6-4BA9-8516-A05D241B4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6679" y="3095376"/>
                <a:ext cx="708656" cy="353943"/>
              </a:xfrm>
              <a:prstGeom prst="rect">
                <a:avLst/>
              </a:prstGeom>
              <a:blipFill>
                <a:blip r:embed="rId44"/>
                <a:stretch>
                  <a:fillRect t="-113793" r="-58621" b="-17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43695F8E-5833-4AC1-A421-862B675BE228}"/>
                  </a:ext>
                </a:extLst>
              </p:cNvPr>
              <p:cNvSpPr/>
              <p:nvPr/>
            </p:nvSpPr>
            <p:spPr>
              <a:xfrm>
                <a:off x="11322301" y="3098551"/>
                <a:ext cx="815543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43695F8E-5833-4AC1-A421-862B675BE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301" y="3098551"/>
                <a:ext cx="815543" cy="353943"/>
              </a:xfrm>
              <a:prstGeom prst="rect">
                <a:avLst/>
              </a:prstGeom>
              <a:blipFill>
                <a:blip r:embed="rId45"/>
                <a:stretch>
                  <a:fillRect t="-113793" r="-50746" b="-17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 68">
            <a:extLst>
              <a:ext uri="{FF2B5EF4-FFF2-40B4-BE49-F238E27FC236}">
                <a16:creationId xmlns:a16="http://schemas.microsoft.com/office/drawing/2014/main" id="{AF8F6861-1B80-4381-9C56-DD8C88E30E86}"/>
              </a:ext>
            </a:extLst>
          </p:cNvPr>
          <p:cNvSpPr/>
          <p:nvPr/>
        </p:nvSpPr>
        <p:spPr>
          <a:xfrm>
            <a:off x="5310315" y="1020820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0464A6-F212-42D1-AD10-527F50A1DF2E}"/>
              </a:ext>
            </a:extLst>
          </p:cNvPr>
          <p:cNvSpPr/>
          <p:nvPr/>
        </p:nvSpPr>
        <p:spPr>
          <a:xfrm>
            <a:off x="5310315" y="2101929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9" name="直線接點 188">
            <a:extLst>
              <a:ext uri="{FF2B5EF4-FFF2-40B4-BE49-F238E27FC236}">
                <a16:creationId xmlns:a16="http://schemas.microsoft.com/office/drawing/2014/main" id="{A1435452-420C-40DC-9AD9-8A0DDDF57976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47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1" name="圖片 70">
            <a:extLst>
              <a:ext uri="{FF2B5EF4-FFF2-40B4-BE49-F238E27FC236}">
                <a16:creationId xmlns:a16="http://schemas.microsoft.com/office/drawing/2014/main" id="{39B53725-968D-46F2-962C-2A26B6EFB341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40217"/>
          <a:stretch/>
        </p:blipFill>
        <p:spPr>
          <a:xfrm rot="5400000">
            <a:off x="7788277" y="5796078"/>
            <a:ext cx="268583" cy="1738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BCBD98C0-36F9-4F13-8DF5-D3F9BC10CC74}"/>
                  </a:ext>
                </a:extLst>
              </p:cNvPr>
              <p:cNvSpPr txBox="1"/>
              <p:nvPr/>
            </p:nvSpPr>
            <p:spPr>
              <a:xfrm>
                <a:off x="7672494" y="650098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BCBD98C0-36F9-4F13-8DF5-D3F9BC10C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494" y="6500981"/>
                <a:ext cx="385849" cy="351901"/>
              </a:xfrm>
              <a:prstGeom prst="rect">
                <a:avLst/>
              </a:prstGeom>
              <a:blipFill>
                <a:blip r:embed="rId47"/>
                <a:stretch>
                  <a:fillRect r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2AAA8D8A-41D3-4912-ACF3-818BBF92E4CF}"/>
                  </a:ext>
                </a:extLst>
              </p:cNvPr>
              <p:cNvSpPr/>
              <p:nvPr/>
            </p:nvSpPr>
            <p:spPr>
              <a:xfrm>
                <a:off x="8691715" y="6501356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2AAA8D8A-41D3-4912-ACF3-818BBF92E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715" y="6501356"/>
                <a:ext cx="365805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78FDA6A-854A-4C1D-B223-93BFB0449D14}"/>
                  </a:ext>
                </a:extLst>
              </p:cNvPr>
              <p:cNvSpPr/>
              <p:nvPr/>
            </p:nvSpPr>
            <p:spPr>
              <a:xfrm>
                <a:off x="6699705" y="649226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78FDA6A-854A-4C1D-B223-93BFB0449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705" y="6492264"/>
                <a:ext cx="538930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65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>
            <a:extLst>
              <a:ext uri="{FF2B5EF4-FFF2-40B4-BE49-F238E27FC236}">
                <a16:creationId xmlns:a16="http://schemas.microsoft.com/office/drawing/2014/main" id="{BB74CB2A-3FCA-41F9-9077-0150AFC3C3D7}"/>
              </a:ext>
            </a:extLst>
          </p:cNvPr>
          <p:cNvSpPr/>
          <p:nvPr/>
        </p:nvSpPr>
        <p:spPr>
          <a:xfrm>
            <a:off x="-4272" y="3097345"/>
            <a:ext cx="12196272" cy="371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矩形 630">
                <a:extLst>
                  <a:ext uri="{FF2B5EF4-FFF2-40B4-BE49-F238E27FC236}">
                    <a16:creationId xmlns:a16="http://schemas.microsoft.com/office/drawing/2014/main" id="{0D5874D4-CFCD-4960-B53A-BC7BB7B48E2A}"/>
                  </a:ext>
                </a:extLst>
              </p:cNvPr>
              <p:cNvSpPr/>
              <p:nvPr/>
            </p:nvSpPr>
            <p:spPr>
              <a:xfrm>
                <a:off x="1503401" y="3092039"/>
                <a:ext cx="5520550" cy="374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+ℓ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  <m:r>
                      <m:rPr>
                        <m:nor/>
                      </m:rPr>
                      <a:rPr lang="en-US" altLang="zh-TW" dirty="0"/>
                      <m:t>, </m:t>
                    </m:r>
                    <m:acc>
                      <m:accPr>
                        <m:chr m:val="̅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1" name="矩形 630">
                <a:extLst>
                  <a:ext uri="{FF2B5EF4-FFF2-40B4-BE49-F238E27FC236}">
                    <a16:creationId xmlns:a16="http://schemas.microsoft.com/office/drawing/2014/main" id="{0D5874D4-CFCD-4960-B53A-BC7BB7B48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401" y="3092039"/>
                <a:ext cx="5520550" cy="374846"/>
              </a:xfrm>
              <a:prstGeom prst="rect">
                <a:avLst/>
              </a:prstGeom>
              <a:blipFill>
                <a:blip r:embed="rId6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" name="矩形 634">
            <a:extLst>
              <a:ext uri="{FF2B5EF4-FFF2-40B4-BE49-F238E27FC236}">
                <a16:creationId xmlns:a16="http://schemas.microsoft.com/office/drawing/2014/main" id="{416773B4-ADB3-4909-8989-972DA2CE35DC}"/>
              </a:ext>
            </a:extLst>
          </p:cNvPr>
          <p:cNvSpPr/>
          <p:nvPr/>
        </p:nvSpPr>
        <p:spPr>
          <a:xfrm>
            <a:off x="-15331" y="3079407"/>
            <a:ext cx="1677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AM. relation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2B3186B2-929B-4E2E-B9C4-8502909B7823}"/>
              </a:ext>
            </a:extLst>
          </p:cNvPr>
          <p:cNvSpPr/>
          <p:nvPr/>
        </p:nvSpPr>
        <p:spPr>
          <a:xfrm>
            <a:off x="7193757" y="3079407"/>
            <a:ext cx="21240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relation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7" name="右大括弧 636">
            <a:extLst>
              <a:ext uri="{FF2B5EF4-FFF2-40B4-BE49-F238E27FC236}">
                <a16:creationId xmlns:a16="http://schemas.microsoft.com/office/drawing/2014/main" id="{72B93574-06BA-4103-8341-4390D34CA8E6}"/>
              </a:ext>
            </a:extLst>
          </p:cNvPr>
          <p:cNvSpPr/>
          <p:nvPr/>
        </p:nvSpPr>
        <p:spPr>
          <a:xfrm rot="10800000">
            <a:off x="1484950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8" name="右大括弧 637">
            <a:extLst>
              <a:ext uri="{FF2B5EF4-FFF2-40B4-BE49-F238E27FC236}">
                <a16:creationId xmlns:a16="http://schemas.microsoft.com/office/drawing/2014/main" id="{53B7D25A-31DD-44F2-AF57-BFA1983AD9F5}"/>
              </a:ext>
            </a:extLst>
          </p:cNvPr>
          <p:cNvSpPr/>
          <p:nvPr/>
        </p:nvSpPr>
        <p:spPr>
          <a:xfrm rot="10800000">
            <a:off x="9290616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7C3E45B-E596-48D7-96DE-EDBE7FBA869A}"/>
                  </a:ext>
                </a:extLst>
              </p:cNvPr>
              <p:cNvSpPr/>
              <p:nvPr/>
            </p:nvSpPr>
            <p:spPr>
              <a:xfrm>
                <a:off x="9365417" y="3063028"/>
                <a:ext cx="2968890" cy="419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p>
                      <m:r>
                        <a:rPr lang="en-US" altLang="zh-TW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</m:t>
                          </m:r>
                        </m:e>
                      </m:d>
                      <m:r>
                        <a:rPr lang="en-US" altLang="zh-TW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</m:e>
                      </m:d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7C3E45B-E596-48D7-96DE-EDBE7FBA8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417" y="3063028"/>
                <a:ext cx="2968890" cy="419538"/>
              </a:xfrm>
              <a:prstGeom prst="rect">
                <a:avLst/>
              </a:prstGeom>
              <a:blipFill>
                <a:blip r:embed="rId7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標題 1">
                <a:extLst>
                  <a:ext uri="{FF2B5EF4-FFF2-40B4-BE49-F238E27FC236}">
                    <a16:creationId xmlns:a16="http://schemas.microsoft.com/office/drawing/2014/main" id="{F51B1EB7-E131-471C-B630-8EC70B4F0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9" name="標題 1">
                <a:extLst>
                  <a:ext uri="{FF2B5EF4-FFF2-40B4-BE49-F238E27FC236}">
                    <a16:creationId xmlns:a16="http://schemas.microsoft.com/office/drawing/2014/main" id="{F51B1EB7-E131-471C-B630-8EC70B4F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8"/>
                <a:stretch>
                  <a:fillRect l="-1150" t="-7477" b="-177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投影片編號版面配置區 40">
            <a:extLst>
              <a:ext uri="{FF2B5EF4-FFF2-40B4-BE49-F238E27FC236}">
                <a16:creationId xmlns:a16="http://schemas.microsoft.com/office/drawing/2014/main" id="{32CECD32-A35A-44BA-A2B3-DD222687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76E2AB4D-5926-4CBA-87C1-3EB96B439DE1}"/>
                  </a:ext>
                </a:extLst>
              </p:cNvPr>
              <p:cNvSpPr/>
              <p:nvPr/>
            </p:nvSpPr>
            <p:spPr>
              <a:xfrm>
                <a:off x="5289712" y="595934"/>
                <a:ext cx="6972242" cy="410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ℓ,−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,ℓ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′,ℓ′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76E2AB4D-5926-4CBA-87C1-3EB96B439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12" y="595934"/>
                <a:ext cx="6972242" cy="410112"/>
              </a:xfrm>
              <a:prstGeom prst="rect">
                <a:avLst/>
              </a:prstGeom>
              <a:blipFill>
                <a:blip r:embed="rId47"/>
                <a:stretch>
                  <a:fillRect l="-962" t="-117910" b="-180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0A126FB-B9FB-490C-8DFE-9D7322484DA1}"/>
                  </a:ext>
                </a:extLst>
              </p:cNvPr>
              <p:cNvSpPr/>
              <p:nvPr/>
            </p:nvSpPr>
            <p:spPr>
              <a:xfrm>
                <a:off x="10196679" y="3095376"/>
                <a:ext cx="708656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0A126FB-B9FB-490C-8DFE-9D7322484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6679" y="3095376"/>
                <a:ext cx="708656" cy="353943"/>
              </a:xfrm>
              <a:prstGeom prst="rect">
                <a:avLst/>
              </a:prstGeom>
              <a:blipFill>
                <a:blip r:embed="rId49"/>
                <a:stretch>
                  <a:fillRect t="-113793" r="-58621" b="-17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D58B6B-4EE3-493C-987B-204527AE54D8}"/>
                  </a:ext>
                </a:extLst>
              </p:cNvPr>
              <p:cNvSpPr/>
              <p:nvPr/>
            </p:nvSpPr>
            <p:spPr>
              <a:xfrm>
                <a:off x="11322301" y="3098551"/>
                <a:ext cx="815543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D58B6B-4EE3-493C-987B-204527AE5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301" y="3098551"/>
                <a:ext cx="815543" cy="353943"/>
              </a:xfrm>
              <a:prstGeom prst="rect">
                <a:avLst/>
              </a:prstGeom>
              <a:blipFill>
                <a:blip r:embed="rId50"/>
                <a:stretch>
                  <a:fillRect t="-113793" r="-50746" b="-17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BDA7E6C5-605F-4D0F-9AED-7F6233B06D28}"/>
                  </a:ext>
                </a:extLst>
              </p:cNvPr>
              <p:cNvSpPr/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BDA7E6C5-605F-4D0F-9AED-7F6233B06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1492CAB9-BF04-45EF-ADDA-A675247156B1}"/>
                  </a:ext>
                </a:extLst>
              </p:cNvPr>
              <p:cNvSpPr/>
              <p:nvPr/>
            </p:nvSpPr>
            <p:spPr>
              <a:xfrm>
                <a:off x="5448300" y="2426475"/>
                <a:ext cx="5974328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1492CAB9-BF04-45EF-ADDA-A675247156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426475"/>
                <a:ext cx="5974328" cy="645561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 91">
            <a:extLst>
              <a:ext uri="{FF2B5EF4-FFF2-40B4-BE49-F238E27FC236}">
                <a16:creationId xmlns:a16="http://schemas.microsoft.com/office/drawing/2014/main" id="{FCBC3391-9CE8-4E48-A432-9F0229F83A2E}"/>
              </a:ext>
            </a:extLst>
          </p:cNvPr>
          <p:cNvSpPr/>
          <p:nvPr/>
        </p:nvSpPr>
        <p:spPr>
          <a:xfrm>
            <a:off x="5310315" y="1020820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5D6F71F-E62B-4C31-B0CC-EDF0E9A16251}"/>
              </a:ext>
            </a:extLst>
          </p:cNvPr>
          <p:cNvSpPr/>
          <p:nvPr/>
        </p:nvSpPr>
        <p:spPr>
          <a:xfrm>
            <a:off x="5310315" y="2101929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直線接點 223">
            <a:extLst>
              <a:ext uri="{FF2B5EF4-FFF2-40B4-BE49-F238E27FC236}">
                <a16:creationId xmlns:a16="http://schemas.microsoft.com/office/drawing/2014/main" id="{2765BDC7-A323-4D2C-9F36-175E87D9238E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47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99754902-A0C7-4D74-9CAB-16913D9DF4A4}"/>
                  </a:ext>
                </a:extLst>
              </p:cNvPr>
              <p:cNvSpPr/>
              <p:nvPr/>
            </p:nvSpPr>
            <p:spPr>
              <a:xfrm>
                <a:off x="7143743" y="3453469"/>
                <a:ext cx="5046121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|1, 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1,−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99754902-A0C7-4D74-9CAB-16913D9DF4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43" y="3453469"/>
                <a:ext cx="5046121" cy="400110"/>
              </a:xfrm>
              <a:prstGeom prst="rect">
                <a:avLst/>
              </a:prstGeom>
              <a:blipFill>
                <a:blip r:embed="rId53"/>
                <a:stretch>
                  <a:fillRect t="-12121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A5EDB24-D975-4487-9078-B2CAF670AA58}"/>
                  </a:ext>
                </a:extLst>
              </p:cNvPr>
              <p:cNvSpPr/>
              <p:nvPr/>
            </p:nvSpPr>
            <p:spPr>
              <a:xfrm>
                <a:off x="-15331" y="3453514"/>
                <a:ext cx="7161502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A5EDB24-D975-4487-9078-B2CAF670A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31" y="3453514"/>
                <a:ext cx="7161502" cy="400110"/>
              </a:xfrm>
              <a:prstGeom prst="rect">
                <a:avLst/>
              </a:prstGeom>
              <a:blipFill>
                <a:blip r:embed="rId54"/>
                <a:stretch>
                  <a:fillRect t="-12121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77429370-A020-4012-BC4E-DDE432DE93A7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472213" y="4286426"/>
            <a:ext cx="1152000" cy="1144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FD06353-D0AE-45CB-BABE-B681A0920DC7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732881" y="4286426"/>
            <a:ext cx="1152000" cy="114932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4C6F810-4007-49D0-AB7B-975825B2135D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984024" y="4286426"/>
            <a:ext cx="1152000" cy="115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3F5A1FE-DE09-4000-A8C8-77BC7DA74983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225642" y="4286426"/>
            <a:ext cx="1152000" cy="114932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233512A-7E0C-4F24-8708-0D868D01A55F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472213" y="5504623"/>
            <a:ext cx="1152000" cy="1152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6B7B4A1-A6C4-41D5-9E3B-3D1E91EFCB76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735729" y="5504623"/>
            <a:ext cx="1152000" cy="1152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1EDA11A-4E5C-44CC-8379-267962F127B4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984024" y="5504623"/>
            <a:ext cx="1152000" cy="115499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F3811B0-C6FB-4B7D-80AA-5964D112C564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232319" y="5504623"/>
            <a:ext cx="1152000" cy="1152000"/>
          </a:xfrm>
          <a:prstGeom prst="rect">
            <a:avLst/>
          </a:prstGeom>
        </p:spPr>
      </p:pic>
      <p:sp>
        <p:nvSpPr>
          <p:cNvPr id="104" name="矩形 103">
            <a:extLst>
              <a:ext uri="{FF2B5EF4-FFF2-40B4-BE49-F238E27FC236}">
                <a16:creationId xmlns:a16="http://schemas.microsoft.com/office/drawing/2014/main" id="{D6A141DD-2902-4C36-886C-4B878198B3E5}"/>
              </a:ext>
            </a:extLst>
          </p:cNvPr>
          <p:cNvSpPr/>
          <p:nvPr/>
        </p:nvSpPr>
        <p:spPr>
          <a:xfrm>
            <a:off x="52934" y="4778722"/>
            <a:ext cx="1320572" cy="3539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7247B28-B216-479B-A90C-36F7A913FE65}"/>
              </a:ext>
            </a:extLst>
          </p:cNvPr>
          <p:cNvSpPr/>
          <p:nvPr/>
        </p:nvSpPr>
        <p:spPr>
          <a:xfrm>
            <a:off x="52934" y="5910339"/>
            <a:ext cx="1320572" cy="3539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 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972712-6700-45D4-8621-BDE6C84F488C}"/>
                  </a:ext>
                </a:extLst>
              </p:cNvPr>
              <p:cNvSpPr/>
              <p:nvPr/>
            </p:nvSpPr>
            <p:spPr>
              <a:xfrm>
                <a:off x="1670445" y="3950622"/>
                <a:ext cx="787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972712-6700-45D4-8621-BDE6C84F48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445" y="3950622"/>
                <a:ext cx="787395" cy="369332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A37EC8BA-5B6E-4A5E-8311-F0630B179DB3}"/>
                  </a:ext>
                </a:extLst>
              </p:cNvPr>
              <p:cNvSpPr/>
              <p:nvPr/>
            </p:nvSpPr>
            <p:spPr>
              <a:xfrm>
                <a:off x="2802087" y="3950622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A37EC8BA-5B6E-4A5E-8311-F0630B179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087" y="3950622"/>
                <a:ext cx="960519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F0E56B48-400F-49ED-9F71-66C674C9FD5D}"/>
                  </a:ext>
                </a:extLst>
              </p:cNvPr>
              <p:cNvSpPr/>
              <p:nvPr/>
            </p:nvSpPr>
            <p:spPr>
              <a:xfrm>
                <a:off x="4097328" y="3950622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F0E56B48-400F-49ED-9F71-66C674C9FD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328" y="3950622"/>
                <a:ext cx="960519" cy="369332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73FE2007-C3C3-4110-B965-DF49F47F03DF}"/>
                  </a:ext>
                </a:extLst>
              </p:cNvPr>
              <p:cNvSpPr/>
              <p:nvPr/>
            </p:nvSpPr>
            <p:spPr>
              <a:xfrm>
                <a:off x="5383045" y="3950622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73FE2007-C3C3-4110-B965-DF49F47F0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045" y="3950622"/>
                <a:ext cx="960519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5" name="圖片 114">
            <a:extLst>
              <a:ext uri="{FF2B5EF4-FFF2-40B4-BE49-F238E27FC236}">
                <a16:creationId xmlns:a16="http://schemas.microsoft.com/office/drawing/2014/main" id="{70DF1595-17AC-4415-9DF4-2D73384D6E60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281281" y="4365674"/>
            <a:ext cx="2242800" cy="2246661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C320E693-3D84-4F34-89D4-961A040AFB7C}"/>
              </a:ext>
            </a:extLst>
          </p:cNvPr>
          <p:cNvPicPr>
            <a:picLocks noChangeAspect="1"/>
          </p:cNvPicPr>
          <p:nvPr/>
        </p:nvPicPr>
        <p:blipFill rotWithShape="1">
          <a:blip r:embed="rId68"/>
          <a:srcRect r="750"/>
          <a:stretch/>
        </p:blipFill>
        <p:spPr>
          <a:xfrm>
            <a:off x="9742594" y="4381470"/>
            <a:ext cx="2243720" cy="2247930"/>
          </a:xfrm>
          <a:prstGeom prst="rect">
            <a:avLst/>
          </a:prstGeom>
        </p:spPr>
      </p:pic>
      <p:sp>
        <p:nvSpPr>
          <p:cNvPr id="124" name="矩形 123">
            <a:extLst>
              <a:ext uri="{FF2B5EF4-FFF2-40B4-BE49-F238E27FC236}">
                <a16:creationId xmlns:a16="http://schemas.microsoft.com/office/drawing/2014/main" id="{6CC78E7B-6B68-47EE-93AD-471083ED0560}"/>
              </a:ext>
            </a:extLst>
          </p:cNvPr>
          <p:cNvSpPr/>
          <p:nvPr/>
        </p:nvSpPr>
        <p:spPr>
          <a:xfrm>
            <a:off x="7232631" y="431770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1D828170-F6E0-404C-9E88-903A67393DAE}"/>
              </a:ext>
            </a:extLst>
          </p:cNvPr>
          <p:cNvGrpSpPr/>
          <p:nvPr/>
        </p:nvGrpSpPr>
        <p:grpSpPr>
          <a:xfrm>
            <a:off x="7988836" y="5112199"/>
            <a:ext cx="866063" cy="570605"/>
            <a:chOff x="7062956" y="5218999"/>
            <a:chExt cx="866063" cy="570605"/>
          </a:xfrm>
        </p:grpSpPr>
        <p:grpSp>
          <p:nvGrpSpPr>
            <p:cNvPr id="127" name="群組 126">
              <a:extLst>
                <a:ext uri="{FF2B5EF4-FFF2-40B4-BE49-F238E27FC236}">
                  <a16:creationId xmlns:a16="http://schemas.microsoft.com/office/drawing/2014/main" id="{FEEE538B-AB60-4F05-AA6D-EAA5233EEEDC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1C03316C-43EC-4A77-8C2D-2E9D671A7AE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04732A32-3E7A-4B37-B856-0DE76155972F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2C3CFB1E-289F-4435-B701-825A90F9D36B}"/>
                    </a:ext>
                  </a:extLst>
                </p:cNvPr>
                <p:cNvSpPr txBox="1"/>
                <p:nvPr/>
              </p:nvSpPr>
              <p:spPr>
                <a:xfrm>
                  <a:off x="7062956" y="5218999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E538A82A-9BFD-4EE1-9926-9FD17411A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956" y="5218999"/>
                  <a:ext cx="671803" cy="308161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2BDCE235-4C07-4095-88E6-A5B67BA18B7F}"/>
                    </a:ext>
                  </a:extLst>
                </p:cNvPr>
                <p:cNvSpPr txBox="1"/>
                <p:nvPr/>
              </p:nvSpPr>
              <p:spPr>
                <a:xfrm>
                  <a:off x="7497245" y="5497216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字方塊 165">
                  <a:extLst>
                    <a:ext uri="{FF2B5EF4-FFF2-40B4-BE49-F238E27FC236}">
                      <a16:creationId xmlns:a16="http://schemas.microsoft.com/office/drawing/2014/main" id="{378C2C93-0765-4853-B477-722711BE7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7245" y="5497216"/>
                  <a:ext cx="431774" cy="292388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83D54526-EAA3-408E-8335-1535FAF198E2}"/>
                  </a:ext>
                </a:extLst>
              </p:cNvPr>
              <p:cNvSpPr txBox="1"/>
              <p:nvPr/>
            </p:nvSpPr>
            <p:spPr>
              <a:xfrm>
                <a:off x="9751738" y="6171935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83D54526-EAA3-408E-8335-1535FAF19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38" y="6171935"/>
                <a:ext cx="711762" cy="307777"/>
              </a:xfrm>
              <a:prstGeom prst="rect">
                <a:avLst/>
              </a:prstGeom>
              <a:blipFill>
                <a:blip r:embed="rId6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672D34DA-803C-4906-9851-DFD54EE14C88}"/>
                  </a:ext>
                </a:extLst>
              </p:cNvPr>
              <p:cNvSpPr txBox="1"/>
              <p:nvPr/>
            </p:nvSpPr>
            <p:spPr>
              <a:xfrm>
                <a:off x="7196163" y="6272037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672D34DA-803C-4906-9851-DFD54EE14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163" y="6272037"/>
                <a:ext cx="711762" cy="307777"/>
              </a:xfrm>
              <a:prstGeom prst="rect">
                <a:avLst/>
              </a:prstGeom>
              <a:blipFill>
                <a:blip r:embed="rId70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矩形 139">
            <a:extLst>
              <a:ext uri="{FF2B5EF4-FFF2-40B4-BE49-F238E27FC236}">
                <a16:creationId xmlns:a16="http://schemas.microsoft.com/office/drawing/2014/main" id="{C2975F4D-CC1D-4773-9CB9-ADE138E9EC4E}"/>
              </a:ext>
            </a:extLst>
          </p:cNvPr>
          <p:cNvSpPr/>
          <p:nvPr/>
        </p:nvSpPr>
        <p:spPr>
          <a:xfrm>
            <a:off x="9681392" y="429646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DA62DD76-7788-417F-B1CD-EEC22A6510AC}"/>
              </a:ext>
            </a:extLst>
          </p:cNvPr>
          <p:cNvGrpSpPr/>
          <p:nvPr/>
        </p:nvGrpSpPr>
        <p:grpSpPr>
          <a:xfrm>
            <a:off x="10424627" y="5145160"/>
            <a:ext cx="873442" cy="566677"/>
            <a:chOff x="7036385" y="5229993"/>
            <a:chExt cx="873442" cy="566677"/>
          </a:xfrm>
        </p:grpSpPr>
        <p:grpSp>
          <p:nvGrpSpPr>
            <p:cNvPr id="143" name="群組 142">
              <a:extLst>
                <a:ext uri="{FF2B5EF4-FFF2-40B4-BE49-F238E27FC236}">
                  <a16:creationId xmlns:a16="http://schemas.microsoft.com/office/drawing/2014/main" id="{40086AD8-519C-429A-A58F-406CA5FCA006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48" name="箭號: 向右 147">
                <a:extLst>
                  <a:ext uri="{FF2B5EF4-FFF2-40B4-BE49-F238E27FC236}">
                    <a16:creationId xmlns:a16="http://schemas.microsoft.com/office/drawing/2014/main" id="{0742D2D0-CEB1-48D0-8D05-2E0969C60AC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51" name="箭號: 向右 150">
                <a:extLst>
                  <a:ext uri="{FF2B5EF4-FFF2-40B4-BE49-F238E27FC236}">
                    <a16:creationId xmlns:a16="http://schemas.microsoft.com/office/drawing/2014/main" id="{A1D76332-41EF-4314-8936-E70909BA6BC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880E6E11-DEDD-4062-922C-268D5EDF6644}"/>
                    </a:ext>
                  </a:extLst>
                </p:cNvPr>
                <p:cNvSpPr txBox="1"/>
                <p:nvPr/>
              </p:nvSpPr>
              <p:spPr>
                <a:xfrm>
                  <a:off x="7036385" y="522999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字方塊 196">
                  <a:extLst>
                    <a:ext uri="{FF2B5EF4-FFF2-40B4-BE49-F238E27FC236}">
                      <a16:creationId xmlns:a16="http://schemas.microsoft.com/office/drawing/2014/main" id="{FE89CF0A-3776-407E-80A9-C392D6208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385" y="5229993"/>
                  <a:ext cx="671803" cy="308161"/>
                </a:xfrm>
                <a:prstGeom prst="rect">
                  <a:avLst/>
                </a:prstGeom>
                <a:blipFill>
                  <a:blip r:embed="rId33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D72CC7B0-92E7-4781-BB1D-7C497C8958D4}"/>
                    </a:ext>
                  </a:extLst>
                </p:cNvPr>
                <p:cNvSpPr txBox="1"/>
                <p:nvPr/>
              </p:nvSpPr>
              <p:spPr>
                <a:xfrm>
                  <a:off x="7478053" y="5504282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D31D391C-9604-47BD-8722-E408C25E5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053" y="5504282"/>
                  <a:ext cx="431774" cy="29238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48341587-48CB-4E52-AF71-7ACCE512A62E}"/>
              </a:ext>
            </a:extLst>
          </p:cNvPr>
          <p:cNvCxnSpPr>
            <a:cxnSpLocks/>
          </p:cNvCxnSpPr>
          <p:nvPr/>
        </p:nvCxnSpPr>
        <p:spPr>
          <a:xfrm>
            <a:off x="7143744" y="3853579"/>
            <a:ext cx="0" cy="30044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3A2AC4AC-8BB1-4051-98FC-19F6A7299A18}"/>
                  </a:ext>
                </a:extLst>
              </p:cNvPr>
              <p:cNvSpPr/>
              <p:nvPr/>
            </p:nvSpPr>
            <p:spPr>
              <a:xfrm>
                <a:off x="8664272" y="3942672"/>
                <a:ext cx="223184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Subtle change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3A2AC4AC-8BB1-4051-98FC-19F6A7299A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272" y="3942672"/>
                <a:ext cx="2231844" cy="369332"/>
              </a:xfrm>
              <a:prstGeom prst="rect">
                <a:avLst/>
              </a:prstGeom>
              <a:blipFill>
                <a:blip r:embed="rId71"/>
                <a:stretch>
                  <a:fillRect l="-2186" t="-11667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4BC0A84A-8508-4DDF-B619-61D681679E7E}"/>
              </a:ext>
            </a:extLst>
          </p:cNvPr>
          <p:cNvGrpSpPr/>
          <p:nvPr/>
        </p:nvGrpSpPr>
        <p:grpSpPr>
          <a:xfrm>
            <a:off x="150229" y="1027283"/>
            <a:ext cx="2138028" cy="1854742"/>
            <a:chOff x="-209980" y="1552107"/>
            <a:chExt cx="2138028" cy="1854742"/>
          </a:xfrm>
        </p:grpSpPr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1213E1A4-21CF-43D4-A866-0287CB8CD183}"/>
                </a:ext>
              </a:extLst>
            </p:cNvPr>
            <p:cNvGrpSpPr/>
            <p:nvPr/>
          </p:nvGrpSpPr>
          <p:grpSpPr>
            <a:xfrm rot="3736100">
              <a:off x="-348102" y="1787015"/>
              <a:ext cx="1615465" cy="1339222"/>
              <a:chOff x="1150620" y="2040672"/>
              <a:chExt cx="2887980" cy="2394139"/>
            </a:xfrm>
          </p:grpSpPr>
          <p:pic>
            <p:nvPicPr>
              <p:cNvPr id="166" name="圖片 165">
                <a:extLst>
                  <a:ext uri="{FF2B5EF4-FFF2-40B4-BE49-F238E27FC236}">
                    <a16:creationId xmlns:a16="http://schemas.microsoft.com/office/drawing/2014/main" id="{7801A630-9620-4D51-AA3A-E67FCA7357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50517" b="50711"/>
              <a:stretch/>
            </p:blipFill>
            <p:spPr>
              <a:xfrm>
                <a:off x="1198879" y="2040672"/>
                <a:ext cx="2839721" cy="2394139"/>
              </a:xfrm>
              <a:prstGeom prst="rect">
                <a:avLst/>
              </a:prstGeom>
            </p:spPr>
          </p:pic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B5DE3F93-798E-4A54-98C4-4DE7577ACEF0}"/>
                  </a:ext>
                </a:extLst>
              </p:cNvPr>
              <p:cNvSpPr/>
              <p:nvPr/>
            </p:nvSpPr>
            <p:spPr>
              <a:xfrm>
                <a:off x="1150620" y="2095500"/>
                <a:ext cx="213360" cy="236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9D29B5C9-4E27-419E-82FD-7DCC895741A7}"/>
                </a:ext>
              </a:extLst>
            </p:cNvPr>
            <p:cNvSpPr/>
            <p:nvPr/>
          </p:nvSpPr>
          <p:spPr>
            <a:xfrm rot="5400000">
              <a:off x="480394" y="1438772"/>
              <a:ext cx="96374" cy="323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4" name="等腰三角形 163">
              <a:extLst>
                <a:ext uri="{FF2B5EF4-FFF2-40B4-BE49-F238E27FC236}">
                  <a16:creationId xmlns:a16="http://schemas.microsoft.com/office/drawing/2014/main" id="{DF9E4120-7602-4935-B70F-B684CB1FCFE8}"/>
                </a:ext>
              </a:extLst>
            </p:cNvPr>
            <p:cNvSpPr/>
            <p:nvPr/>
          </p:nvSpPr>
          <p:spPr>
            <a:xfrm rot="10800000">
              <a:off x="414715" y="3239159"/>
              <a:ext cx="200220" cy="16769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矩形 164">
                  <a:extLst>
                    <a:ext uri="{FF2B5EF4-FFF2-40B4-BE49-F238E27FC236}">
                      <a16:creationId xmlns:a16="http://schemas.microsoft.com/office/drawing/2014/main" id="{66A36CB6-69BD-4E97-A514-244CE4F3D8BE}"/>
                    </a:ext>
                  </a:extLst>
                </p:cNvPr>
                <p:cNvSpPr/>
                <p:nvPr/>
              </p:nvSpPr>
              <p:spPr>
                <a:xfrm>
                  <a:off x="760228" y="2206952"/>
                  <a:ext cx="11678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+ℓ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48" name="矩形 647">
                  <a:extLst>
                    <a:ext uri="{FF2B5EF4-FFF2-40B4-BE49-F238E27FC236}">
                      <a16:creationId xmlns:a16="http://schemas.microsoft.com/office/drawing/2014/main" id="{F4A945F6-74B3-41A5-B3CB-092DE4C88B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228" y="2206952"/>
                  <a:ext cx="1167820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8" name="圖片 167">
            <a:extLst>
              <a:ext uri="{FF2B5EF4-FFF2-40B4-BE49-F238E27FC236}">
                <a16:creationId xmlns:a16="http://schemas.microsoft.com/office/drawing/2014/main" id="{6447696D-D361-4341-9925-2062A5969CB2}"/>
              </a:ext>
            </a:extLst>
          </p:cNvPr>
          <p:cNvPicPr>
            <a:picLocks noChangeAspect="1"/>
          </p:cNvPicPr>
          <p:nvPr/>
        </p:nvPicPr>
        <p:blipFill rotWithShape="1">
          <a:blip r:embed="rId73"/>
          <a:srcRect l="27603" r="30913"/>
          <a:stretch/>
        </p:blipFill>
        <p:spPr>
          <a:xfrm>
            <a:off x="2481243" y="894755"/>
            <a:ext cx="1653540" cy="2274005"/>
          </a:xfrm>
          <a:prstGeom prst="rect">
            <a:avLst/>
          </a:prstGeom>
        </p:spPr>
      </p:pic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A89BFF18-FF94-46E0-8D9C-140FC76600F1}"/>
              </a:ext>
            </a:extLst>
          </p:cNvPr>
          <p:cNvGrpSpPr/>
          <p:nvPr/>
        </p:nvGrpSpPr>
        <p:grpSpPr>
          <a:xfrm>
            <a:off x="2985147" y="894755"/>
            <a:ext cx="514818" cy="1991786"/>
            <a:chOff x="3792733" y="1515878"/>
            <a:chExt cx="514818" cy="1991786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0FD6D04E-D25D-45F2-9A4F-D543529A5405}"/>
                </a:ext>
              </a:extLst>
            </p:cNvPr>
            <p:cNvSpPr/>
            <p:nvPr/>
          </p:nvSpPr>
          <p:spPr>
            <a:xfrm rot="5400000">
              <a:off x="3781117" y="1527494"/>
              <a:ext cx="202981" cy="179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BEC62449-614E-4C17-8D17-717E4B4A4CE0}"/>
                </a:ext>
              </a:extLst>
            </p:cNvPr>
            <p:cNvSpPr/>
            <p:nvPr/>
          </p:nvSpPr>
          <p:spPr>
            <a:xfrm rot="5400000">
              <a:off x="4096645" y="1528077"/>
              <a:ext cx="98767" cy="323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3" name="等腰三角形 172">
              <a:extLst>
                <a:ext uri="{FF2B5EF4-FFF2-40B4-BE49-F238E27FC236}">
                  <a16:creationId xmlns:a16="http://schemas.microsoft.com/office/drawing/2014/main" id="{92F9FA4C-4ECC-44EA-8E35-E0E4F5B402C3}"/>
                </a:ext>
              </a:extLst>
            </p:cNvPr>
            <p:cNvSpPr/>
            <p:nvPr/>
          </p:nvSpPr>
          <p:spPr>
            <a:xfrm rot="10800000">
              <a:off x="4055977" y="3335811"/>
              <a:ext cx="200220" cy="1718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769E201E-3983-450F-B201-FBE62FF81F1E}"/>
                  </a:ext>
                </a:extLst>
              </p:cNvPr>
              <p:cNvSpPr/>
              <p:nvPr/>
            </p:nvSpPr>
            <p:spPr>
              <a:xfrm>
                <a:off x="3989506" y="1693797"/>
                <a:ext cx="13356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′≡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′+ℓ′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769E201E-3983-450F-B201-FBE62FF81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506" y="1693797"/>
                <a:ext cx="1335622" cy="369332"/>
              </a:xfrm>
              <a:prstGeom prst="rect">
                <a:avLst/>
              </a:prstGeom>
              <a:blipFill>
                <a:blip r:embed="rId7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E38B4BED-5549-43D0-B07D-03193F125885}"/>
              </a:ext>
            </a:extLst>
          </p:cNvPr>
          <p:cNvSpPr txBox="1"/>
          <p:nvPr/>
        </p:nvSpPr>
        <p:spPr>
          <a:xfrm>
            <a:off x="2240891" y="1568839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DD039BCC-12DA-48E0-915A-5A04D96AF310}"/>
                  </a:ext>
                </a:extLst>
              </p:cNvPr>
              <p:cNvSpPr/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DD039BCC-12DA-48E0-915A-5A04D96AF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  <a:blipFill>
                <a:blip r:embed="rId75"/>
                <a:stretch>
                  <a:fillRect t="-156061" r="-49479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A6EB06CE-6DEC-43EA-ABBF-54A10AC2690C}"/>
                  </a:ext>
                </a:extLst>
              </p:cNvPr>
              <p:cNvSpPr/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A6EB06CE-6DEC-43EA-ABBF-54A10AC2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  <a:blipFill>
                <a:blip r:embed="rId76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82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>
            <a:extLst>
              <a:ext uri="{FF2B5EF4-FFF2-40B4-BE49-F238E27FC236}">
                <a16:creationId xmlns:a16="http://schemas.microsoft.com/office/drawing/2014/main" id="{BB74CB2A-3FCA-41F9-9077-0150AFC3C3D7}"/>
              </a:ext>
            </a:extLst>
          </p:cNvPr>
          <p:cNvSpPr/>
          <p:nvPr/>
        </p:nvSpPr>
        <p:spPr>
          <a:xfrm>
            <a:off x="-4272" y="3097345"/>
            <a:ext cx="12196272" cy="371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矩形 630">
                <a:extLst>
                  <a:ext uri="{FF2B5EF4-FFF2-40B4-BE49-F238E27FC236}">
                    <a16:creationId xmlns:a16="http://schemas.microsoft.com/office/drawing/2014/main" id="{0D5874D4-CFCD-4960-B53A-BC7BB7B48E2A}"/>
                  </a:ext>
                </a:extLst>
              </p:cNvPr>
              <p:cNvSpPr/>
              <p:nvPr/>
            </p:nvSpPr>
            <p:spPr>
              <a:xfrm>
                <a:off x="1503401" y="3092039"/>
                <a:ext cx="5520550" cy="374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+ℓ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  <m:r>
                      <m:rPr>
                        <m:nor/>
                      </m:rPr>
                      <a:rPr lang="en-US" altLang="zh-TW" dirty="0"/>
                      <m:t>, </m:t>
                    </m:r>
                    <m:acc>
                      <m:accPr>
                        <m:chr m:val="̅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1" name="矩形 630">
                <a:extLst>
                  <a:ext uri="{FF2B5EF4-FFF2-40B4-BE49-F238E27FC236}">
                    <a16:creationId xmlns:a16="http://schemas.microsoft.com/office/drawing/2014/main" id="{0D5874D4-CFCD-4960-B53A-BC7BB7B48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401" y="3092039"/>
                <a:ext cx="5520550" cy="374846"/>
              </a:xfrm>
              <a:prstGeom prst="rect">
                <a:avLst/>
              </a:prstGeom>
              <a:blipFill>
                <a:blip r:embed="rId6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" name="矩形 634">
            <a:extLst>
              <a:ext uri="{FF2B5EF4-FFF2-40B4-BE49-F238E27FC236}">
                <a16:creationId xmlns:a16="http://schemas.microsoft.com/office/drawing/2014/main" id="{416773B4-ADB3-4909-8989-972DA2CE35DC}"/>
              </a:ext>
            </a:extLst>
          </p:cNvPr>
          <p:cNvSpPr/>
          <p:nvPr/>
        </p:nvSpPr>
        <p:spPr>
          <a:xfrm>
            <a:off x="-15331" y="3079407"/>
            <a:ext cx="1677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AM. relation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2B3186B2-929B-4E2E-B9C4-8502909B7823}"/>
              </a:ext>
            </a:extLst>
          </p:cNvPr>
          <p:cNvSpPr/>
          <p:nvPr/>
        </p:nvSpPr>
        <p:spPr>
          <a:xfrm>
            <a:off x="7193757" y="3079407"/>
            <a:ext cx="21240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relation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7" name="右大括弧 636">
            <a:extLst>
              <a:ext uri="{FF2B5EF4-FFF2-40B4-BE49-F238E27FC236}">
                <a16:creationId xmlns:a16="http://schemas.microsoft.com/office/drawing/2014/main" id="{72B93574-06BA-4103-8341-4390D34CA8E6}"/>
              </a:ext>
            </a:extLst>
          </p:cNvPr>
          <p:cNvSpPr/>
          <p:nvPr/>
        </p:nvSpPr>
        <p:spPr>
          <a:xfrm rot="10800000">
            <a:off x="1484950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8" name="右大括弧 637">
            <a:extLst>
              <a:ext uri="{FF2B5EF4-FFF2-40B4-BE49-F238E27FC236}">
                <a16:creationId xmlns:a16="http://schemas.microsoft.com/office/drawing/2014/main" id="{53B7D25A-31DD-44F2-AF57-BFA1983AD9F5}"/>
              </a:ext>
            </a:extLst>
          </p:cNvPr>
          <p:cNvSpPr/>
          <p:nvPr/>
        </p:nvSpPr>
        <p:spPr>
          <a:xfrm rot="10800000">
            <a:off x="9290616" y="3123634"/>
            <a:ext cx="137187" cy="311656"/>
          </a:xfrm>
          <a:prstGeom prst="rightBrace">
            <a:avLst>
              <a:gd name="adj1" fmla="val 11884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7C3E45B-E596-48D7-96DE-EDBE7FBA869A}"/>
                  </a:ext>
                </a:extLst>
              </p:cNvPr>
              <p:cNvSpPr/>
              <p:nvPr/>
            </p:nvSpPr>
            <p:spPr>
              <a:xfrm>
                <a:off x="9365417" y="3063028"/>
                <a:ext cx="2968890" cy="419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p>
                      <m:r>
                        <a:rPr lang="en-US" altLang="zh-TW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</m:t>
                          </m:r>
                        </m:e>
                      </m:d>
                      <m:r>
                        <a:rPr lang="en-US" altLang="zh-TW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</m:e>
                      </m:d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7C3E45B-E596-48D7-96DE-EDBE7FBA8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417" y="3063028"/>
                <a:ext cx="2968890" cy="419538"/>
              </a:xfrm>
              <a:prstGeom prst="rect">
                <a:avLst/>
              </a:prstGeom>
              <a:blipFill>
                <a:blip r:embed="rId7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標題 1">
                <a:extLst>
                  <a:ext uri="{FF2B5EF4-FFF2-40B4-BE49-F238E27FC236}">
                    <a16:creationId xmlns:a16="http://schemas.microsoft.com/office/drawing/2014/main" id="{F51B1EB7-E131-471C-B630-8EC70B4F0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Instantaneous field and intensity</a:t>
                </a:r>
              </a:p>
            </p:txBody>
          </p:sp>
        </mc:Choice>
        <mc:Fallback>
          <p:sp>
            <p:nvSpPr>
              <p:cNvPr id="239" name="標題 1">
                <a:extLst>
                  <a:ext uri="{FF2B5EF4-FFF2-40B4-BE49-F238E27FC236}">
                    <a16:creationId xmlns:a16="http://schemas.microsoft.com/office/drawing/2014/main" id="{F51B1EB7-E131-471C-B630-8EC70B4F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8"/>
                <a:stretch>
                  <a:fillRect l="-1150" t="-7477" b="-177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投影片編號版面配置區 40">
            <a:extLst>
              <a:ext uri="{FF2B5EF4-FFF2-40B4-BE49-F238E27FC236}">
                <a16:creationId xmlns:a16="http://schemas.microsoft.com/office/drawing/2014/main" id="{32CECD32-A35A-44BA-A2B3-DD222687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76E2AB4D-5926-4CBA-87C1-3EB96B439DE1}"/>
                  </a:ext>
                </a:extLst>
              </p:cNvPr>
              <p:cNvSpPr/>
              <p:nvPr/>
            </p:nvSpPr>
            <p:spPr>
              <a:xfrm>
                <a:off x="5289712" y="595934"/>
                <a:ext cx="6972242" cy="410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vortex beam :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ℓ,−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,ℓ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′,ℓ′</m:t>
                        </m:r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76E2AB4D-5926-4CBA-87C1-3EB96B439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12" y="595934"/>
                <a:ext cx="6972242" cy="410112"/>
              </a:xfrm>
              <a:prstGeom prst="rect">
                <a:avLst/>
              </a:prstGeom>
              <a:blipFill>
                <a:blip r:embed="rId47"/>
                <a:stretch>
                  <a:fillRect l="-962" t="-117910" b="-180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0A126FB-B9FB-490C-8DFE-9D7322484DA1}"/>
                  </a:ext>
                </a:extLst>
              </p:cNvPr>
              <p:cNvSpPr/>
              <p:nvPr/>
            </p:nvSpPr>
            <p:spPr>
              <a:xfrm>
                <a:off x="10196679" y="3095376"/>
                <a:ext cx="708656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0A126FB-B9FB-490C-8DFE-9D7322484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6679" y="3095376"/>
                <a:ext cx="708656" cy="353943"/>
              </a:xfrm>
              <a:prstGeom prst="rect">
                <a:avLst/>
              </a:prstGeom>
              <a:blipFill>
                <a:blip r:embed="rId49"/>
                <a:stretch>
                  <a:fillRect t="-113793" r="-58621" b="-17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D58B6B-4EE3-493C-987B-204527AE54D8}"/>
                  </a:ext>
                </a:extLst>
              </p:cNvPr>
              <p:cNvSpPr/>
              <p:nvPr/>
            </p:nvSpPr>
            <p:spPr>
              <a:xfrm>
                <a:off x="11322301" y="3098551"/>
                <a:ext cx="815543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D58B6B-4EE3-493C-987B-204527AE5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301" y="3098551"/>
                <a:ext cx="815543" cy="353943"/>
              </a:xfrm>
              <a:prstGeom prst="rect">
                <a:avLst/>
              </a:prstGeom>
              <a:blipFill>
                <a:blip r:embed="rId50"/>
                <a:stretch>
                  <a:fillRect t="-113793" r="-50746" b="-17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BDA7E6C5-605F-4D0F-9AED-7F6233B06D28}"/>
                  </a:ext>
                </a:extLst>
              </p:cNvPr>
              <p:cNvSpPr/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BDA7E6C5-605F-4D0F-9AED-7F6233B06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299" y="1377944"/>
                <a:ext cx="6845237" cy="645561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1492CAB9-BF04-45EF-ADDA-A675247156B1}"/>
                  </a:ext>
                </a:extLst>
              </p:cNvPr>
              <p:cNvSpPr/>
              <p:nvPr/>
            </p:nvSpPr>
            <p:spPr>
              <a:xfrm>
                <a:off x="5448300" y="2426475"/>
                <a:ext cx="5974328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1492CAB9-BF04-45EF-ADDA-A675247156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426475"/>
                <a:ext cx="5974328" cy="645561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 91">
            <a:extLst>
              <a:ext uri="{FF2B5EF4-FFF2-40B4-BE49-F238E27FC236}">
                <a16:creationId xmlns:a16="http://schemas.microsoft.com/office/drawing/2014/main" id="{FCBC3391-9CE8-4E48-A432-9F0229F83A2E}"/>
              </a:ext>
            </a:extLst>
          </p:cNvPr>
          <p:cNvSpPr/>
          <p:nvPr/>
        </p:nvSpPr>
        <p:spPr>
          <a:xfrm>
            <a:off x="5310315" y="1020820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5D6F71F-E62B-4C31-B0CC-EDF0E9A16251}"/>
              </a:ext>
            </a:extLst>
          </p:cNvPr>
          <p:cNvSpPr/>
          <p:nvPr/>
        </p:nvSpPr>
        <p:spPr>
          <a:xfrm>
            <a:off x="5310315" y="2101929"/>
            <a:ext cx="27192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直線接點 223">
            <a:extLst>
              <a:ext uri="{FF2B5EF4-FFF2-40B4-BE49-F238E27FC236}">
                <a16:creationId xmlns:a16="http://schemas.microsoft.com/office/drawing/2014/main" id="{2765BDC7-A323-4D2C-9F36-175E87D9238E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47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99754902-A0C7-4D74-9CAB-16913D9DF4A4}"/>
                  </a:ext>
                </a:extLst>
              </p:cNvPr>
              <p:cNvSpPr/>
              <p:nvPr/>
            </p:nvSpPr>
            <p:spPr>
              <a:xfrm>
                <a:off x="7143743" y="3453469"/>
                <a:ext cx="5046121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|1, 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1,−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99754902-A0C7-4D74-9CAB-16913D9DF4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43" y="3453469"/>
                <a:ext cx="5046121" cy="400110"/>
              </a:xfrm>
              <a:prstGeom prst="rect">
                <a:avLst/>
              </a:prstGeom>
              <a:blipFill>
                <a:blip r:embed="rId53"/>
                <a:stretch>
                  <a:fillRect t="-12121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A5EDB24-D975-4487-9078-B2CAF670AA58}"/>
                  </a:ext>
                </a:extLst>
              </p:cNvPr>
              <p:cNvSpPr/>
              <p:nvPr/>
            </p:nvSpPr>
            <p:spPr>
              <a:xfrm>
                <a:off x="-15331" y="3453514"/>
                <a:ext cx="7161502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Longitudinal</m:t>
                      </m:r>
                      <m:r>
                        <m:rPr>
                          <m:nor/>
                        </m:rP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A5EDB24-D975-4487-9078-B2CAF670A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31" y="3453514"/>
                <a:ext cx="7161502" cy="400110"/>
              </a:xfrm>
              <a:prstGeom prst="rect">
                <a:avLst/>
              </a:prstGeom>
              <a:blipFill>
                <a:blip r:embed="rId5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4BC0A84A-8508-4DDF-B619-61D681679E7E}"/>
              </a:ext>
            </a:extLst>
          </p:cNvPr>
          <p:cNvGrpSpPr/>
          <p:nvPr/>
        </p:nvGrpSpPr>
        <p:grpSpPr>
          <a:xfrm>
            <a:off x="150229" y="1027283"/>
            <a:ext cx="2138028" cy="1854742"/>
            <a:chOff x="-209980" y="1552107"/>
            <a:chExt cx="2138028" cy="1854742"/>
          </a:xfrm>
        </p:grpSpPr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1213E1A4-21CF-43D4-A866-0287CB8CD183}"/>
                </a:ext>
              </a:extLst>
            </p:cNvPr>
            <p:cNvGrpSpPr/>
            <p:nvPr/>
          </p:nvGrpSpPr>
          <p:grpSpPr>
            <a:xfrm rot="3736100">
              <a:off x="-348102" y="1787015"/>
              <a:ext cx="1615465" cy="1339222"/>
              <a:chOff x="1150620" y="2040672"/>
              <a:chExt cx="2887980" cy="2394139"/>
            </a:xfrm>
          </p:grpSpPr>
          <p:pic>
            <p:nvPicPr>
              <p:cNvPr id="166" name="圖片 165">
                <a:extLst>
                  <a:ext uri="{FF2B5EF4-FFF2-40B4-BE49-F238E27FC236}">
                    <a16:creationId xmlns:a16="http://schemas.microsoft.com/office/drawing/2014/main" id="{7801A630-9620-4D51-AA3A-E67FCA7357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50517" b="50711"/>
              <a:stretch/>
            </p:blipFill>
            <p:spPr>
              <a:xfrm>
                <a:off x="1198879" y="2040672"/>
                <a:ext cx="2839721" cy="2394139"/>
              </a:xfrm>
              <a:prstGeom prst="rect">
                <a:avLst/>
              </a:prstGeom>
            </p:spPr>
          </p:pic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B5DE3F93-798E-4A54-98C4-4DE7577ACEF0}"/>
                  </a:ext>
                </a:extLst>
              </p:cNvPr>
              <p:cNvSpPr/>
              <p:nvPr/>
            </p:nvSpPr>
            <p:spPr>
              <a:xfrm>
                <a:off x="1150620" y="2095500"/>
                <a:ext cx="213360" cy="236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9D29B5C9-4E27-419E-82FD-7DCC895741A7}"/>
                </a:ext>
              </a:extLst>
            </p:cNvPr>
            <p:cNvSpPr/>
            <p:nvPr/>
          </p:nvSpPr>
          <p:spPr>
            <a:xfrm rot="5400000">
              <a:off x="480394" y="1438772"/>
              <a:ext cx="96374" cy="323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4" name="等腰三角形 163">
              <a:extLst>
                <a:ext uri="{FF2B5EF4-FFF2-40B4-BE49-F238E27FC236}">
                  <a16:creationId xmlns:a16="http://schemas.microsoft.com/office/drawing/2014/main" id="{DF9E4120-7602-4935-B70F-B684CB1FCFE8}"/>
                </a:ext>
              </a:extLst>
            </p:cNvPr>
            <p:cNvSpPr/>
            <p:nvPr/>
          </p:nvSpPr>
          <p:spPr>
            <a:xfrm rot="10800000">
              <a:off x="414715" y="3239159"/>
              <a:ext cx="200220" cy="16769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矩形 164">
                  <a:extLst>
                    <a:ext uri="{FF2B5EF4-FFF2-40B4-BE49-F238E27FC236}">
                      <a16:creationId xmlns:a16="http://schemas.microsoft.com/office/drawing/2014/main" id="{66A36CB6-69BD-4E97-A514-244CE4F3D8BE}"/>
                    </a:ext>
                  </a:extLst>
                </p:cNvPr>
                <p:cNvSpPr/>
                <p:nvPr/>
              </p:nvSpPr>
              <p:spPr>
                <a:xfrm>
                  <a:off x="760228" y="2206952"/>
                  <a:ext cx="11678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+ℓ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48" name="矩形 647">
                  <a:extLst>
                    <a:ext uri="{FF2B5EF4-FFF2-40B4-BE49-F238E27FC236}">
                      <a16:creationId xmlns:a16="http://schemas.microsoft.com/office/drawing/2014/main" id="{F4A945F6-74B3-41A5-B3CB-092DE4C88B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228" y="2206952"/>
                  <a:ext cx="1167820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8" name="圖片 167">
            <a:extLst>
              <a:ext uri="{FF2B5EF4-FFF2-40B4-BE49-F238E27FC236}">
                <a16:creationId xmlns:a16="http://schemas.microsoft.com/office/drawing/2014/main" id="{6447696D-D361-4341-9925-2062A5969CB2}"/>
              </a:ext>
            </a:extLst>
          </p:cNvPr>
          <p:cNvPicPr>
            <a:picLocks noChangeAspect="1"/>
          </p:cNvPicPr>
          <p:nvPr/>
        </p:nvPicPr>
        <p:blipFill rotWithShape="1">
          <a:blip r:embed="rId56"/>
          <a:srcRect l="27603" r="30913"/>
          <a:stretch/>
        </p:blipFill>
        <p:spPr>
          <a:xfrm>
            <a:off x="2481243" y="894755"/>
            <a:ext cx="1653540" cy="2274005"/>
          </a:xfrm>
          <a:prstGeom prst="rect">
            <a:avLst/>
          </a:prstGeom>
        </p:spPr>
      </p:pic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A89BFF18-FF94-46E0-8D9C-140FC76600F1}"/>
              </a:ext>
            </a:extLst>
          </p:cNvPr>
          <p:cNvGrpSpPr/>
          <p:nvPr/>
        </p:nvGrpSpPr>
        <p:grpSpPr>
          <a:xfrm>
            <a:off x="2985147" y="894755"/>
            <a:ext cx="514818" cy="1991786"/>
            <a:chOff x="3792733" y="1515878"/>
            <a:chExt cx="514818" cy="1991786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0FD6D04E-D25D-45F2-9A4F-D543529A5405}"/>
                </a:ext>
              </a:extLst>
            </p:cNvPr>
            <p:cNvSpPr/>
            <p:nvPr/>
          </p:nvSpPr>
          <p:spPr>
            <a:xfrm rot="5400000">
              <a:off x="3781117" y="1527494"/>
              <a:ext cx="202981" cy="179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BEC62449-614E-4C17-8D17-717E4B4A4CE0}"/>
                </a:ext>
              </a:extLst>
            </p:cNvPr>
            <p:cNvSpPr/>
            <p:nvPr/>
          </p:nvSpPr>
          <p:spPr>
            <a:xfrm rot="5400000">
              <a:off x="4096645" y="1528077"/>
              <a:ext cx="98767" cy="323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3" name="等腰三角形 172">
              <a:extLst>
                <a:ext uri="{FF2B5EF4-FFF2-40B4-BE49-F238E27FC236}">
                  <a16:creationId xmlns:a16="http://schemas.microsoft.com/office/drawing/2014/main" id="{92F9FA4C-4ECC-44EA-8E35-E0E4F5B402C3}"/>
                </a:ext>
              </a:extLst>
            </p:cNvPr>
            <p:cNvSpPr/>
            <p:nvPr/>
          </p:nvSpPr>
          <p:spPr>
            <a:xfrm rot="10800000">
              <a:off x="4055977" y="3335811"/>
              <a:ext cx="200220" cy="1718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769E201E-3983-450F-B201-FBE62FF81F1E}"/>
                  </a:ext>
                </a:extLst>
              </p:cNvPr>
              <p:cNvSpPr/>
              <p:nvPr/>
            </p:nvSpPr>
            <p:spPr>
              <a:xfrm>
                <a:off x="3989506" y="1693797"/>
                <a:ext cx="13356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′≡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′+ℓ′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769E201E-3983-450F-B201-FBE62FF81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506" y="1693797"/>
                <a:ext cx="1335622" cy="369332"/>
              </a:xfrm>
              <a:prstGeom prst="rect">
                <a:avLst/>
              </a:prstGeom>
              <a:blipFill>
                <a:blip r:embed="rId5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E38B4BED-5549-43D0-B07D-03193F125885}"/>
              </a:ext>
            </a:extLst>
          </p:cNvPr>
          <p:cNvSpPr txBox="1"/>
          <p:nvPr/>
        </p:nvSpPr>
        <p:spPr>
          <a:xfrm>
            <a:off x="2240891" y="1568839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DD039BCC-12DA-48E0-915A-5A04D96AF310}"/>
                  </a:ext>
                </a:extLst>
              </p:cNvPr>
              <p:cNvSpPr/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DD039BCC-12DA-48E0-915A-5A04D96AF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193" y="705677"/>
                <a:ext cx="1166666" cy="402354"/>
              </a:xfrm>
              <a:prstGeom prst="rect">
                <a:avLst/>
              </a:prstGeom>
              <a:blipFill>
                <a:blip r:embed="rId58"/>
                <a:stretch>
                  <a:fillRect t="-156061" r="-49479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A6EB06CE-6DEC-43EA-ABBF-54A10AC2690C}"/>
                  </a:ext>
                </a:extLst>
              </p:cNvPr>
              <p:cNvSpPr/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A6EB06CE-6DEC-43EA-ABBF-54A10AC2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9" y="705677"/>
                <a:ext cx="741357" cy="369332"/>
              </a:xfrm>
              <a:prstGeom prst="rect">
                <a:avLst/>
              </a:prstGeom>
              <a:blipFill>
                <a:blip r:embed="rId59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片 71">
            <a:extLst>
              <a:ext uri="{FF2B5EF4-FFF2-40B4-BE49-F238E27FC236}">
                <a16:creationId xmlns:a16="http://schemas.microsoft.com/office/drawing/2014/main" id="{A4D61CFA-4004-459E-AB42-46A255226F87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40217"/>
          <a:stretch/>
        </p:blipFill>
        <p:spPr>
          <a:xfrm rot="5400000">
            <a:off x="754401" y="4504167"/>
            <a:ext cx="268583" cy="1115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705A304-2025-475A-911A-272F9F489DD5}"/>
                  </a:ext>
                </a:extLst>
              </p:cNvPr>
              <p:cNvSpPr txBox="1"/>
              <p:nvPr/>
            </p:nvSpPr>
            <p:spPr>
              <a:xfrm>
                <a:off x="616853" y="489760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705A304-2025-475A-911A-272F9F489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53" y="4897606"/>
                <a:ext cx="385849" cy="351901"/>
              </a:xfrm>
              <a:prstGeom prst="rect">
                <a:avLst/>
              </a:prstGeom>
              <a:blipFill>
                <a:blip r:embed="rId61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CB0E00A-FD47-4EB1-9E61-D287677F27A9}"/>
                  </a:ext>
                </a:extLst>
              </p:cNvPr>
              <p:cNvSpPr/>
              <p:nvPr/>
            </p:nvSpPr>
            <p:spPr>
              <a:xfrm>
                <a:off x="1332185" y="4897982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CB0E00A-FD47-4EB1-9E61-D287677F27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185" y="4897982"/>
                <a:ext cx="365805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6CDB2448-B495-4B5C-8963-AD6DFE412D4B}"/>
                  </a:ext>
                </a:extLst>
              </p:cNvPr>
              <p:cNvSpPr/>
              <p:nvPr/>
            </p:nvSpPr>
            <p:spPr>
              <a:xfrm>
                <a:off x="-30660" y="488889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6CDB2448-B495-4B5C-8963-AD6DFE412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660" y="4888890"/>
                <a:ext cx="538930" cy="369332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057B445D-ACB0-4445-B3B5-3A81F8E46B88}"/>
                  </a:ext>
                </a:extLst>
              </p:cNvPr>
              <p:cNvSpPr/>
              <p:nvPr/>
            </p:nvSpPr>
            <p:spPr>
              <a:xfrm>
                <a:off x="1" y="4529483"/>
                <a:ext cx="1748628" cy="36240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|1, −1, −1, 2</m:t>
                          </m:r>
                        </m:e>
                      </m:d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057B445D-ACB0-4445-B3B5-3A81F8E46B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529483"/>
                <a:ext cx="1748628" cy="362407"/>
              </a:xfrm>
              <a:prstGeom prst="rect">
                <a:avLst/>
              </a:prstGeom>
              <a:blipFill>
                <a:blip r:embed="rId64"/>
                <a:stretch>
                  <a:fillRect l="-5556" t="-105000" b="-17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圖片 76">
            <a:extLst>
              <a:ext uri="{FF2B5EF4-FFF2-40B4-BE49-F238E27FC236}">
                <a16:creationId xmlns:a16="http://schemas.microsoft.com/office/drawing/2014/main" id="{8652CC15-7B34-4D9E-96EF-7F8959FD8160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 rot="5400000">
            <a:off x="737045" y="5712013"/>
            <a:ext cx="252014" cy="1116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3B9767A-3625-4588-A927-9A396A31CDE4}"/>
                  </a:ext>
                </a:extLst>
              </p:cNvPr>
              <p:cNvSpPr txBox="1"/>
              <p:nvPr/>
            </p:nvSpPr>
            <p:spPr>
              <a:xfrm>
                <a:off x="607498" y="609414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3B9767A-3625-4588-A927-9A396A31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98" y="6094142"/>
                <a:ext cx="385849" cy="351901"/>
              </a:xfrm>
              <a:prstGeom prst="rect">
                <a:avLst/>
              </a:prstGeom>
              <a:blipFill>
                <a:blip r:embed="rId66"/>
                <a:stretch>
                  <a:fillRect r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34B65BE-5603-4BAB-BA16-9F8347D74229}"/>
                  </a:ext>
                </a:extLst>
              </p:cNvPr>
              <p:cNvSpPr/>
              <p:nvPr/>
            </p:nvSpPr>
            <p:spPr>
              <a:xfrm>
                <a:off x="1328076" y="6085426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34B65BE-5603-4BAB-BA16-9F8347D74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76" y="6085426"/>
                <a:ext cx="365805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37A78CE0-8271-42E3-974B-F33EA5027E33}"/>
                  </a:ext>
                </a:extLst>
              </p:cNvPr>
              <p:cNvSpPr/>
              <p:nvPr/>
            </p:nvSpPr>
            <p:spPr>
              <a:xfrm>
                <a:off x="-41403" y="608542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37A78CE0-8271-42E3-974B-F33EA5027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403" y="6085426"/>
                <a:ext cx="538930" cy="369332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D23CADE9-FB84-4D3D-AB24-0835476C7541}"/>
                  </a:ext>
                </a:extLst>
              </p:cNvPr>
              <p:cNvSpPr/>
              <p:nvPr/>
            </p:nvSpPr>
            <p:spPr>
              <a:xfrm>
                <a:off x="-7089" y="5768223"/>
                <a:ext cx="1652747" cy="35394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zh-TW" alt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|1, −1, −1, 2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D23CADE9-FB84-4D3D-AB24-0835476C7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89" y="5768223"/>
                <a:ext cx="1652747" cy="353943"/>
              </a:xfrm>
              <a:prstGeom prst="rect">
                <a:avLst/>
              </a:prstGeom>
              <a:blipFill>
                <a:blip r:embed="rId69"/>
                <a:stretch>
                  <a:fillRect t="-110169" r="-12868" b="-1711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" name="圖片 81">
            <a:extLst>
              <a:ext uri="{FF2B5EF4-FFF2-40B4-BE49-F238E27FC236}">
                <a16:creationId xmlns:a16="http://schemas.microsoft.com/office/drawing/2014/main" id="{1A800A80-7DBC-47F0-8F63-190CC931A45B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95320" y="4008845"/>
            <a:ext cx="1323292" cy="1323292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DE7EF30E-09F9-4007-BBEE-43DA1A146A5D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133343" y="4000168"/>
            <a:ext cx="1323292" cy="1320786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1DC789B3-54BD-47E6-9D53-807FF10F7A86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471808" y="4002646"/>
            <a:ext cx="1328737" cy="1321244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26226D4F-BB7B-4DF9-98B7-350FD47C9EDA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810645" y="3998915"/>
            <a:ext cx="1322385" cy="13223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404BBD6-2D9F-4FAC-AF83-A113AC592E69}"/>
                  </a:ext>
                </a:extLst>
              </p:cNvPr>
              <p:cNvSpPr txBox="1"/>
              <p:nvPr/>
            </p:nvSpPr>
            <p:spPr>
              <a:xfrm>
                <a:off x="1701821" y="4993227"/>
                <a:ext cx="6571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404BBD6-2D9F-4FAC-AF83-A113AC592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821" y="4993227"/>
                <a:ext cx="657169" cy="276999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CA469DD8-CC25-41CA-B60D-A51DD11434FE}"/>
                  </a:ext>
                </a:extLst>
              </p:cNvPr>
              <p:cNvSpPr txBox="1"/>
              <p:nvPr/>
            </p:nvSpPr>
            <p:spPr>
              <a:xfrm>
                <a:off x="3558177" y="5067288"/>
                <a:ext cx="1302471" cy="315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14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14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14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4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CA469DD8-CC25-41CA-B60D-A51DD1143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177" y="5067288"/>
                <a:ext cx="1302471" cy="315471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1BC8FD01-4783-4E3F-832C-39395BD8AA7E}"/>
                  </a:ext>
                </a:extLst>
              </p:cNvPr>
              <p:cNvSpPr txBox="1"/>
              <p:nvPr/>
            </p:nvSpPr>
            <p:spPr>
              <a:xfrm>
                <a:off x="5264566" y="5067288"/>
                <a:ext cx="659349" cy="315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14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14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4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1BC8FD01-4783-4E3F-832C-39395BD8A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566" y="5067288"/>
                <a:ext cx="659349" cy="315471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88">
            <a:extLst>
              <a:ext uri="{FF2B5EF4-FFF2-40B4-BE49-F238E27FC236}">
                <a16:creationId xmlns:a16="http://schemas.microsoft.com/office/drawing/2014/main" id="{F7FF00A6-EFE7-47EE-8BA8-3A3C4C6EAF75}"/>
              </a:ext>
            </a:extLst>
          </p:cNvPr>
          <p:cNvGrpSpPr/>
          <p:nvPr/>
        </p:nvGrpSpPr>
        <p:grpSpPr>
          <a:xfrm>
            <a:off x="2103298" y="4329129"/>
            <a:ext cx="776183" cy="537133"/>
            <a:chOff x="1048734" y="5017172"/>
            <a:chExt cx="776183" cy="537133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B9FE4C83-0D44-4755-994B-05C0517ABA66}"/>
                </a:ext>
              </a:extLst>
            </p:cNvPr>
            <p:cNvGrpSpPr/>
            <p:nvPr/>
          </p:nvGrpSpPr>
          <p:grpSpPr>
            <a:xfrm>
              <a:off x="1376746" y="5222051"/>
              <a:ext cx="170254" cy="159343"/>
              <a:chOff x="1436655" y="2233259"/>
              <a:chExt cx="452307" cy="482415"/>
            </a:xfrm>
            <a:solidFill>
              <a:schemeClr val="bg1"/>
            </a:solidFill>
          </p:grpSpPr>
          <p:sp>
            <p:nvSpPr>
              <p:cNvPr id="94" name="箭號: 向右 93">
                <a:extLst>
                  <a:ext uri="{FF2B5EF4-FFF2-40B4-BE49-F238E27FC236}">
                    <a16:creationId xmlns:a16="http://schemas.microsoft.com/office/drawing/2014/main" id="{44619B0C-D987-4B19-9BAB-D9C6DF0EBE6E}"/>
                  </a:ext>
                </a:extLst>
              </p:cNvPr>
              <p:cNvSpPr/>
              <p:nvPr/>
            </p:nvSpPr>
            <p:spPr>
              <a:xfrm>
                <a:off x="1474508" y="2577259"/>
                <a:ext cx="414454" cy="138415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箭號: 向右 94">
                <a:extLst>
                  <a:ext uri="{FF2B5EF4-FFF2-40B4-BE49-F238E27FC236}">
                    <a16:creationId xmlns:a16="http://schemas.microsoft.com/office/drawing/2014/main" id="{DCD2C086-7434-4A78-A28C-46A1AFF38067}"/>
                  </a:ext>
                </a:extLst>
              </p:cNvPr>
              <p:cNvSpPr/>
              <p:nvPr/>
            </p:nvSpPr>
            <p:spPr>
              <a:xfrm rot="16200000">
                <a:off x="1282129" y="2387785"/>
                <a:ext cx="441581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CDCD43D5-1194-40F9-BA80-21A2206BDE3C}"/>
                    </a:ext>
                  </a:extLst>
                </p:cNvPr>
                <p:cNvSpPr txBox="1"/>
                <p:nvPr/>
              </p:nvSpPr>
              <p:spPr>
                <a:xfrm>
                  <a:off x="1048734" y="5017172"/>
                  <a:ext cx="49622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E78FEDD4-DD49-489D-8446-F3236D925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734" y="5017172"/>
                  <a:ext cx="496223" cy="30816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377C4E54-0162-4648-A915-C11D24B4ECD1}"/>
                    </a:ext>
                  </a:extLst>
                </p:cNvPr>
                <p:cNvSpPr txBox="1"/>
                <p:nvPr/>
              </p:nvSpPr>
              <p:spPr>
                <a:xfrm>
                  <a:off x="1385256" y="5261917"/>
                  <a:ext cx="43966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F24AC403-C5EB-4F76-BE05-75CF84FAB0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5256" y="5261917"/>
                  <a:ext cx="439661" cy="292388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矩形 96">
            <a:extLst>
              <a:ext uri="{FF2B5EF4-FFF2-40B4-BE49-F238E27FC236}">
                <a16:creationId xmlns:a16="http://schemas.microsoft.com/office/drawing/2014/main" id="{630A88C2-832B-4CC5-9043-653E4B5122DA}"/>
              </a:ext>
            </a:extLst>
          </p:cNvPr>
          <p:cNvSpPr/>
          <p:nvPr/>
        </p:nvSpPr>
        <p:spPr>
          <a:xfrm>
            <a:off x="1732375" y="3924229"/>
            <a:ext cx="4122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5B2392CA-2F97-4F6F-944E-7AF2B388F4EA}"/>
                  </a:ext>
                </a:extLst>
              </p:cNvPr>
              <p:cNvSpPr txBox="1"/>
              <p:nvPr/>
            </p:nvSpPr>
            <p:spPr>
              <a:xfrm>
                <a:off x="6537683" y="5067288"/>
                <a:ext cx="717450" cy="315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14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en-US" altLang="zh-TW" sz="14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14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4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5B2392CA-2F97-4F6F-944E-7AF2B388F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683" y="5067288"/>
                <a:ext cx="717450" cy="315471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5D7265BC-4F70-4E79-9F7D-9D8992A4EBAE}"/>
                  </a:ext>
                </a:extLst>
              </p:cNvPr>
              <p:cNvSpPr txBox="1"/>
              <p:nvPr/>
            </p:nvSpPr>
            <p:spPr>
              <a:xfrm>
                <a:off x="2241116" y="5058974"/>
                <a:ext cx="1182118" cy="315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5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altLang="zh-TW" sz="145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145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4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5D7265BC-4F70-4E79-9F7D-9D8992A4E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116" y="5058974"/>
                <a:ext cx="1182118" cy="315471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" name="圖片 104">
            <a:extLst>
              <a:ext uri="{FF2B5EF4-FFF2-40B4-BE49-F238E27FC236}">
                <a16:creationId xmlns:a16="http://schemas.microsoft.com/office/drawing/2014/main" id="{FA4AB21D-EEA7-4DAA-ACAA-05E8588DCDC0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281281" y="4365674"/>
            <a:ext cx="2242800" cy="2246661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35E05424-9D2D-4CA8-8629-FC4211F22C34}"/>
              </a:ext>
            </a:extLst>
          </p:cNvPr>
          <p:cNvPicPr>
            <a:picLocks noChangeAspect="1"/>
          </p:cNvPicPr>
          <p:nvPr/>
        </p:nvPicPr>
        <p:blipFill rotWithShape="1">
          <a:blip r:embed="rId72"/>
          <a:srcRect r="750"/>
          <a:stretch/>
        </p:blipFill>
        <p:spPr>
          <a:xfrm>
            <a:off x="9742594" y="4381470"/>
            <a:ext cx="2243720" cy="2247930"/>
          </a:xfrm>
          <a:prstGeom prst="rect">
            <a:avLst/>
          </a:prstGeom>
        </p:spPr>
      </p:pic>
      <p:sp>
        <p:nvSpPr>
          <p:cNvPr id="109" name="矩形 108">
            <a:extLst>
              <a:ext uri="{FF2B5EF4-FFF2-40B4-BE49-F238E27FC236}">
                <a16:creationId xmlns:a16="http://schemas.microsoft.com/office/drawing/2014/main" id="{D2C6D998-3ADF-4CCD-805F-9A5C606008AD}"/>
              </a:ext>
            </a:extLst>
          </p:cNvPr>
          <p:cNvSpPr/>
          <p:nvPr/>
        </p:nvSpPr>
        <p:spPr>
          <a:xfrm>
            <a:off x="7232631" y="431770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55D74F12-7F04-4130-870E-2E4C4FB13750}"/>
              </a:ext>
            </a:extLst>
          </p:cNvPr>
          <p:cNvGrpSpPr/>
          <p:nvPr/>
        </p:nvGrpSpPr>
        <p:grpSpPr>
          <a:xfrm>
            <a:off x="7988836" y="5112199"/>
            <a:ext cx="866063" cy="570605"/>
            <a:chOff x="7062956" y="5218999"/>
            <a:chExt cx="866063" cy="570605"/>
          </a:xfrm>
        </p:grpSpPr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317A9063-09AC-4EE6-B2BF-94495A71DE6C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18" name="箭號: 向右 117">
                <a:extLst>
                  <a:ext uri="{FF2B5EF4-FFF2-40B4-BE49-F238E27FC236}">
                    <a16:creationId xmlns:a16="http://schemas.microsoft.com/office/drawing/2014/main" id="{E0BC920E-D7AB-4D29-833C-CA6FBC3BB8C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箭號: 向右 118">
                <a:extLst>
                  <a:ext uri="{FF2B5EF4-FFF2-40B4-BE49-F238E27FC236}">
                    <a16:creationId xmlns:a16="http://schemas.microsoft.com/office/drawing/2014/main" id="{058B8B97-BEB6-447E-89A2-E7C571E8D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029FBD99-BF3D-4921-BCC5-5BB24172C79A}"/>
                    </a:ext>
                  </a:extLst>
                </p:cNvPr>
                <p:cNvSpPr txBox="1"/>
                <p:nvPr/>
              </p:nvSpPr>
              <p:spPr>
                <a:xfrm>
                  <a:off x="7062956" y="5218999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E538A82A-9BFD-4EE1-9926-9FD17411A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956" y="5218999"/>
                  <a:ext cx="671803" cy="308161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字方塊 116">
                  <a:extLst>
                    <a:ext uri="{FF2B5EF4-FFF2-40B4-BE49-F238E27FC236}">
                      <a16:creationId xmlns:a16="http://schemas.microsoft.com/office/drawing/2014/main" id="{914D6477-0500-4D6A-941D-DE1AED4DA28D}"/>
                    </a:ext>
                  </a:extLst>
                </p:cNvPr>
                <p:cNvSpPr txBox="1"/>
                <p:nvPr/>
              </p:nvSpPr>
              <p:spPr>
                <a:xfrm>
                  <a:off x="7497245" y="5497216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字方塊 165">
                  <a:extLst>
                    <a:ext uri="{FF2B5EF4-FFF2-40B4-BE49-F238E27FC236}">
                      <a16:creationId xmlns:a16="http://schemas.microsoft.com/office/drawing/2014/main" id="{378C2C93-0765-4853-B477-722711BE7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7245" y="5497216"/>
                  <a:ext cx="431774" cy="292388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45442BC6-C154-41FE-B9E3-7BAC96DE8B1B}"/>
                  </a:ext>
                </a:extLst>
              </p:cNvPr>
              <p:cNvSpPr txBox="1"/>
              <p:nvPr/>
            </p:nvSpPr>
            <p:spPr>
              <a:xfrm>
                <a:off x="9751738" y="6171935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45442BC6-C154-41FE-B9E3-7BAC96DE8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38" y="6171935"/>
                <a:ext cx="711762" cy="307777"/>
              </a:xfrm>
              <a:prstGeom prst="rect">
                <a:avLst/>
              </a:prstGeom>
              <a:blipFill>
                <a:blip r:embed="rId8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76140653-5611-40A7-99FF-1CC43B1B0B86}"/>
                  </a:ext>
                </a:extLst>
              </p:cNvPr>
              <p:cNvSpPr txBox="1"/>
              <p:nvPr/>
            </p:nvSpPr>
            <p:spPr>
              <a:xfrm>
                <a:off x="7196163" y="6272037"/>
                <a:ext cx="7117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76140653-5611-40A7-99FF-1CC43B1B0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163" y="6272037"/>
                <a:ext cx="711762" cy="307777"/>
              </a:xfrm>
              <a:prstGeom prst="rect">
                <a:avLst/>
              </a:prstGeom>
              <a:blipFill>
                <a:blip r:embed="rId82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C7B2145C-8BA5-4C11-B188-023AFF62F621}"/>
              </a:ext>
            </a:extLst>
          </p:cNvPr>
          <p:cNvSpPr/>
          <p:nvPr/>
        </p:nvSpPr>
        <p:spPr>
          <a:xfrm>
            <a:off x="9681392" y="429646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75EAA202-C40D-4AA8-934D-FC69A8116C2F}"/>
              </a:ext>
            </a:extLst>
          </p:cNvPr>
          <p:cNvGrpSpPr/>
          <p:nvPr/>
        </p:nvGrpSpPr>
        <p:grpSpPr>
          <a:xfrm>
            <a:off x="10424627" y="5145160"/>
            <a:ext cx="873442" cy="566677"/>
            <a:chOff x="7036385" y="5229993"/>
            <a:chExt cx="873442" cy="566677"/>
          </a:xfrm>
        </p:grpSpPr>
        <p:grpSp>
          <p:nvGrpSpPr>
            <p:cNvPr id="126" name="群組 125">
              <a:extLst>
                <a:ext uri="{FF2B5EF4-FFF2-40B4-BE49-F238E27FC236}">
                  <a16:creationId xmlns:a16="http://schemas.microsoft.com/office/drawing/2014/main" id="{5B92874A-D6FB-43B3-8409-4A2409ABCF70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1" name="箭號: 向右 130">
                <a:extLst>
                  <a:ext uri="{FF2B5EF4-FFF2-40B4-BE49-F238E27FC236}">
                    <a16:creationId xmlns:a16="http://schemas.microsoft.com/office/drawing/2014/main" id="{CDFB7F98-3359-4FBE-84AC-1E81F44A374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箭號: 向右 131">
                <a:extLst>
                  <a:ext uri="{FF2B5EF4-FFF2-40B4-BE49-F238E27FC236}">
                    <a16:creationId xmlns:a16="http://schemas.microsoft.com/office/drawing/2014/main" id="{0C6FE3C7-8351-4EF2-BD68-4A2FD2299D0F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952CD050-D684-4323-B694-460A4C2DEA35}"/>
                    </a:ext>
                  </a:extLst>
                </p:cNvPr>
                <p:cNvSpPr txBox="1"/>
                <p:nvPr/>
              </p:nvSpPr>
              <p:spPr>
                <a:xfrm>
                  <a:off x="7036385" y="522999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字方塊 196">
                  <a:extLst>
                    <a:ext uri="{FF2B5EF4-FFF2-40B4-BE49-F238E27FC236}">
                      <a16:creationId xmlns:a16="http://schemas.microsoft.com/office/drawing/2014/main" id="{FE89CF0A-3776-407E-80A9-C392D6208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385" y="5229993"/>
                  <a:ext cx="671803" cy="308161"/>
                </a:xfrm>
                <a:prstGeom prst="rect">
                  <a:avLst/>
                </a:prstGeom>
                <a:blipFill>
                  <a:blip r:embed="rId33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BE902BD0-F082-4BBF-854B-9FBB6DDF0BE0}"/>
                    </a:ext>
                  </a:extLst>
                </p:cNvPr>
                <p:cNvSpPr txBox="1"/>
                <p:nvPr/>
              </p:nvSpPr>
              <p:spPr>
                <a:xfrm>
                  <a:off x="7478053" y="5504282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D31D391C-9604-47BD-8722-E408C25E5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053" y="5504282"/>
                  <a:ext cx="431774" cy="29238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78E9B721-2CBC-4B7B-B9FA-EBCACF82B877}"/>
              </a:ext>
            </a:extLst>
          </p:cNvPr>
          <p:cNvCxnSpPr>
            <a:cxnSpLocks/>
          </p:cNvCxnSpPr>
          <p:nvPr/>
        </p:nvCxnSpPr>
        <p:spPr>
          <a:xfrm>
            <a:off x="7143744" y="3853579"/>
            <a:ext cx="0" cy="30044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EDC1AAC6-FD03-4724-B393-081B5A7A226F}"/>
                  </a:ext>
                </a:extLst>
              </p:cNvPr>
              <p:cNvSpPr/>
              <p:nvPr/>
            </p:nvSpPr>
            <p:spPr>
              <a:xfrm>
                <a:off x="8664272" y="3942672"/>
                <a:ext cx="223184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Subtle change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EDC1AAC6-FD03-4724-B393-081B5A7A22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272" y="3942672"/>
                <a:ext cx="2231844" cy="369332"/>
              </a:xfrm>
              <a:prstGeom prst="rect">
                <a:avLst/>
              </a:prstGeom>
              <a:blipFill>
                <a:blip r:embed="rId83"/>
                <a:stretch>
                  <a:fillRect l="-2186" t="-11667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967CA6A1-D05A-41AD-8F3E-D9B69B8B9E89}"/>
              </a:ext>
            </a:extLst>
          </p:cNvPr>
          <p:cNvGrpSpPr/>
          <p:nvPr/>
        </p:nvGrpSpPr>
        <p:grpSpPr>
          <a:xfrm>
            <a:off x="1724535" y="5399539"/>
            <a:ext cx="1394848" cy="1324800"/>
            <a:chOff x="1657860" y="5485264"/>
            <a:chExt cx="1394848" cy="1324800"/>
          </a:xfrm>
        </p:grpSpPr>
        <p:pic>
          <p:nvPicPr>
            <p:cNvPr id="145" name="圖片 144">
              <a:extLst>
                <a:ext uri="{FF2B5EF4-FFF2-40B4-BE49-F238E27FC236}">
                  <a16:creationId xmlns:a16="http://schemas.microsoft.com/office/drawing/2014/main" id="{529A06F5-63D3-468C-8680-46FA94C50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727908" y="5485264"/>
              <a:ext cx="1324800" cy="1324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DEE71528-B1DF-437F-AC3D-E29EB934516A}"/>
                    </a:ext>
                  </a:extLst>
                </p:cNvPr>
                <p:cNvSpPr txBox="1"/>
                <p:nvPr/>
              </p:nvSpPr>
              <p:spPr>
                <a:xfrm>
                  <a:off x="1657860" y="6469342"/>
                  <a:ext cx="657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DEE71528-B1DF-437F-AC3D-E29EB9345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860" y="6469342"/>
                  <a:ext cx="657169" cy="276999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8739F27D-7C52-4D7E-A283-173510B1E9CE}"/>
                </a:ext>
              </a:extLst>
            </p:cNvPr>
            <p:cNvGrpSpPr/>
            <p:nvPr/>
          </p:nvGrpSpPr>
          <p:grpSpPr>
            <a:xfrm>
              <a:off x="2052034" y="5793479"/>
              <a:ext cx="764277" cy="545704"/>
              <a:chOff x="1063021" y="5005743"/>
              <a:chExt cx="764277" cy="545704"/>
            </a:xfrm>
          </p:grpSpPr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9A0CDA8A-339D-4F53-9836-7A924574DA9C}"/>
                  </a:ext>
                </a:extLst>
              </p:cNvPr>
              <p:cNvGrpSpPr/>
              <p:nvPr/>
            </p:nvGrpSpPr>
            <p:grpSpPr>
              <a:xfrm>
                <a:off x="1376746" y="5222051"/>
                <a:ext cx="170254" cy="159343"/>
                <a:chOff x="1436655" y="2233259"/>
                <a:chExt cx="452307" cy="482415"/>
              </a:xfrm>
              <a:solidFill>
                <a:schemeClr val="bg1"/>
              </a:solidFill>
            </p:grpSpPr>
            <p:sp>
              <p:nvSpPr>
                <p:cNvPr id="155" name="箭號: 向右 154">
                  <a:extLst>
                    <a:ext uri="{FF2B5EF4-FFF2-40B4-BE49-F238E27FC236}">
                      <a16:creationId xmlns:a16="http://schemas.microsoft.com/office/drawing/2014/main" id="{9FA37AB9-EAB9-4682-B229-5F0CF09543EF}"/>
                    </a:ext>
                  </a:extLst>
                </p:cNvPr>
                <p:cNvSpPr/>
                <p:nvPr/>
              </p:nvSpPr>
              <p:spPr>
                <a:xfrm>
                  <a:off x="1474508" y="2577259"/>
                  <a:ext cx="414454" cy="138415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6" name="箭號: 向右 155">
                  <a:extLst>
                    <a:ext uri="{FF2B5EF4-FFF2-40B4-BE49-F238E27FC236}">
                      <a16:creationId xmlns:a16="http://schemas.microsoft.com/office/drawing/2014/main" id="{6D7148D5-4772-42CF-9DCB-6281A1B4965D}"/>
                    </a:ext>
                  </a:extLst>
                </p:cNvPr>
                <p:cNvSpPr/>
                <p:nvPr/>
              </p:nvSpPr>
              <p:spPr>
                <a:xfrm rot="16200000">
                  <a:off x="1282129" y="2387785"/>
                  <a:ext cx="441581" cy="132530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字方塊 152">
                    <a:extLst>
                      <a:ext uri="{FF2B5EF4-FFF2-40B4-BE49-F238E27FC236}">
                        <a16:creationId xmlns:a16="http://schemas.microsoft.com/office/drawing/2014/main" id="{CE8FD07B-5EC9-43B0-8751-6727FEAF451F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021" y="5005743"/>
                    <a:ext cx="496223" cy="308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9" name="文字方塊 148">
                    <a:extLst>
                      <a:ext uri="{FF2B5EF4-FFF2-40B4-BE49-F238E27FC236}">
                        <a16:creationId xmlns:a16="http://schemas.microsoft.com/office/drawing/2014/main" id="{D6E9C349-5507-40DD-9642-1856D86749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021" y="5005743"/>
                    <a:ext cx="496223" cy="308161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文字方塊 153">
                    <a:extLst>
                      <a:ext uri="{FF2B5EF4-FFF2-40B4-BE49-F238E27FC236}">
                        <a16:creationId xmlns:a16="http://schemas.microsoft.com/office/drawing/2014/main" id="{49A2A434-128F-4EE1-A0B1-16AD7895CA0A}"/>
                      </a:ext>
                    </a:extLst>
                  </p:cNvPr>
                  <p:cNvSpPr txBox="1"/>
                  <p:nvPr/>
                </p:nvSpPr>
                <p:spPr>
                  <a:xfrm>
                    <a:off x="1387637" y="5259059"/>
                    <a:ext cx="439661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0" name="文字方塊 149">
                    <a:extLst>
                      <a:ext uri="{FF2B5EF4-FFF2-40B4-BE49-F238E27FC236}">
                        <a16:creationId xmlns:a16="http://schemas.microsoft.com/office/drawing/2014/main" id="{8C74DFEE-8164-4F54-958C-CEF6F0EF2D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7637" y="5259059"/>
                    <a:ext cx="439661" cy="292388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57" name="矩形 156">
            <a:extLst>
              <a:ext uri="{FF2B5EF4-FFF2-40B4-BE49-F238E27FC236}">
                <a16:creationId xmlns:a16="http://schemas.microsoft.com/office/drawing/2014/main" id="{62E9FE80-B979-408B-A93A-C7B416539BCD}"/>
              </a:ext>
            </a:extLst>
          </p:cNvPr>
          <p:cNvSpPr/>
          <p:nvPr/>
        </p:nvSpPr>
        <p:spPr>
          <a:xfrm>
            <a:off x="3643823" y="6069918"/>
            <a:ext cx="1047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Non-zero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箭號: 弧形上彎 157">
            <a:extLst>
              <a:ext uri="{FF2B5EF4-FFF2-40B4-BE49-F238E27FC236}">
                <a16:creationId xmlns:a16="http://schemas.microsoft.com/office/drawing/2014/main" id="{ECF83C3E-A836-49D7-9111-4AA8DD966EAB}"/>
              </a:ext>
            </a:extLst>
          </p:cNvPr>
          <p:cNvSpPr/>
          <p:nvPr/>
        </p:nvSpPr>
        <p:spPr>
          <a:xfrm rot="10800000" flipH="1" flipV="1">
            <a:off x="2447726" y="6411770"/>
            <a:ext cx="1882974" cy="332197"/>
          </a:xfrm>
          <a:prstGeom prst="curvedUpArrow">
            <a:avLst>
              <a:gd name="adj1" fmla="val 44649"/>
              <a:gd name="adj2" fmla="val 102405"/>
              <a:gd name="adj3" fmla="val 25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57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372ADE36-304D-48DB-8C40-0A80BFA3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geometry in vector vortex beam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difference governed optical</a:t>
            </a:r>
            <a:r>
              <a: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with winding number : Full-azimuthal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Mismatched with winding number : Directional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" name="直線接點 313">
            <a:extLst>
              <a:ext uri="{FF2B5EF4-FFF2-40B4-BE49-F238E27FC236}">
                <a16:creationId xmlns:a16="http://schemas.microsoft.com/office/drawing/2014/main" id="{0AF8EE1B-1BDB-4AE4-9D83-7749151011EF}"/>
              </a:ext>
            </a:extLst>
          </p:cNvPr>
          <p:cNvCxnSpPr>
            <a:cxnSpLocks/>
          </p:cNvCxnSpPr>
          <p:nvPr/>
        </p:nvCxnSpPr>
        <p:spPr>
          <a:xfrm>
            <a:off x="3212306" y="3346725"/>
            <a:ext cx="0" cy="35026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8" name="圖片 147">
            <a:extLst>
              <a:ext uri="{FF2B5EF4-FFF2-40B4-BE49-F238E27FC236}">
                <a16:creationId xmlns:a16="http://schemas.microsoft.com/office/drawing/2014/main" id="{0F485E10-1C7E-4227-9F41-12ABD67B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56342" y="35375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5CB55B7-8896-4A82-80B1-67509F1C5E67}"/>
                  </a:ext>
                </a:extLst>
              </p:cNvPr>
              <p:cNvSpPr/>
              <p:nvPr/>
            </p:nvSpPr>
            <p:spPr>
              <a:xfrm>
                <a:off x="1631711" y="3327318"/>
                <a:ext cx="1166666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5CB55B7-8896-4A82-80B1-67509F1C5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711" y="3327318"/>
                <a:ext cx="1166666" cy="402354"/>
              </a:xfrm>
              <a:prstGeom prst="rect">
                <a:avLst/>
              </a:prstGeom>
              <a:blipFill>
                <a:blip r:embed="rId3"/>
                <a:stretch>
                  <a:fillRect t="-156061" r="-49738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4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F967CFFB-36D4-4FFB-8BE9-046B03D68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2" t="44676" r="72722" b="47528"/>
          <a:stretch/>
        </p:blipFill>
        <p:spPr bwMode="auto">
          <a:xfrm>
            <a:off x="540219" y="6319837"/>
            <a:ext cx="1941043" cy="44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0" name="矩形 729">
            <a:extLst>
              <a:ext uri="{FF2B5EF4-FFF2-40B4-BE49-F238E27FC236}">
                <a16:creationId xmlns:a16="http://schemas.microsoft.com/office/drawing/2014/main" id="{3212475C-AAF1-49C9-8C3A-A653B96DAA3C}"/>
              </a:ext>
            </a:extLst>
          </p:cNvPr>
          <p:cNvSpPr/>
          <p:nvPr/>
        </p:nvSpPr>
        <p:spPr>
          <a:xfrm>
            <a:off x="3212306" y="2957307"/>
            <a:ext cx="2491973" cy="39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" name="矩形 726">
            <a:extLst>
              <a:ext uri="{FF2B5EF4-FFF2-40B4-BE49-F238E27FC236}">
                <a16:creationId xmlns:a16="http://schemas.microsoft.com/office/drawing/2014/main" id="{7E5DD760-4D80-4A83-8020-CD75F702B3C2}"/>
              </a:ext>
            </a:extLst>
          </p:cNvPr>
          <p:cNvSpPr/>
          <p:nvPr/>
        </p:nvSpPr>
        <p:spPr>
          <a:xfrm>
            <a:off x="-4271" y="2957307"/>
            <a:ext cx="3216578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Transition rate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6CC14C59-F44F-4A3F-8010-38D19420F4E4}"/>
              </a:ext>
            </a:extLst>
          </p:cNvPr>
          <p:cNvSpPr txBox="1"/>
          <p:nvPr/>
        </p:nvSpPr>
        <p:spPr>
          <a:xfrm>
            <a:off x="0" y="646926"/>
            <a:ext cx="10046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fr-FR" altLang="zh-TW" sz="1600" dirty="0"/>
              <a:t>O. J. G. Sanchez, G.-H. Peng </a:t>
            </a:r>
            <a:r>
              <a:rPr lang="fr-FR" altLang="zh-TW" sz="1600" i="1" dirty="0"/>
              <a:t>et al.</a:t>
            </a:r>
            <a:r>
              <a:rPr lang="fr-FR" altLang="zh-TW" sz="1600" dirty="0"/>
              <a:t>, </a:t>
            </a:r>
            <a:r>
              <a:rPr lang="fr-FR" altLang="zh-TW" sz="1600" i="1" dirty="0"/>
              <a:t>ACS Nano</a:t>
            </a:r>
            <a:r>
              <a:rPr lang="fr-FR" altLang="zh-TW" sz="1600" dirty="0"/>
              <a:t> </a:t>
            </a:r>
            <a:r>
              <a:rPr lang="fr-FR" altLang="zh-TW" sz="1600" b="1" dirty="0"/>
              <a:t>18</a:t>
            </a:r>
            <a:r>
              <a:rPr lang="fr-FR" altLang="zh-TW" sz="1600" dirty="0"/>
              <a:t>, 11425 (2024)</a:t>
            </a:r>
            <a:r>
              <a:rPr lang="en-US" altLang="zh-TW" sz="1600" dirty="0"/>
              <a:t>,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transition rate is obtained as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43CEF1CE-9950-4800-85D0-7137282E54C9}"/>
                  </a:ext>
                </a:extLst>
              </p:cNvPr>
              <p:cNvSpPr/>
              <p:nvPr/>
            </p:nvSpPr>
            <p:spPr>
              <a:xfrm>
                <a:off x="3286267" y="1297872"/>
                <a:ext cx="5274393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43CEF1CE-9950-4800-85D0-7137282E5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267" y="1297872"/>
                <a:ext cx="5274393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65ABCC3D-3F78-4994-9B58-E1D466176E48}"/>
              </a:ext>
            </a:extLst>
          </p:cNvPr>
          <p:cNvGrpSpPr/>
          <p:nvPr/>
        </p:nvGrpSpPr>
        <p:grpSpPr>
          <a:xfrm>
            <a:off x="3923845" y="2241711"/>
            <a:ext cx="4091633" cy="472886"/>
            <a:chOff x="3273993" y="1333588"/>
            <a:chExt cx="4091633" cy="472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FE74ABB1-D276-4C12-BACD-7E839644EAED}"/>
                    </a:ext>
                  </a:extLst>
                </p:cNvPr>
                <p:cNvSpPr/>
                <p:nvPr/>
              </p:nvSpPr>
              <p:spPr>
                <a:xfrm>
                  <a:off x="3273993" y="1333588"/>
                  <a:ext cx="4091633" cy="472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FE74ABB1-D276-4C12-BACD-7E839644EA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993" y="1333588"/>
                  <a:ext cx="4091633" cy="47288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7" name="圖形 176">
              <a:extLst>
                <a:ext uri="{FF2B5EF4-FFF2-40B4-BE49-F238E27FC236}">
                  <a16:creationId xmlns:a16="http://schemas.microsoft.com/office/drawing/2014/main" id="{0B4CE466-D140-4A4B-A7C5-3CCD3978BC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54717" r="19245"/>
            <a:stretch/>
          </p:blipFill>
          <p:spPr>
            <a:xfrm>
              <a:off x="5090795" y="1469763"/>
              <a:ext cx="233506" cy="212400"/>
            </a:xfrm>
            <a:prstGeom prst="rect">
              <a:avLst/>
            </a:prstGeom>
          </p:spPr>
        </p:pic>
      </p:grpSp>
      <p:sp>
        <p:nvSpPr>
          <p:cNvPr id="682" name="矩形 681">
            <a:extLst>
              <a:ext uri="{FF2B5EF4-FFF2-40B4-BE49-F238E27FC236}">
                <a16:creationId xmlns:a16="http://schemas.microsoft.com/office/drawing/2014/main" id="{D40B5D6C-F436-4227-A5C6-BAE9F563DEDC}"/>
              </a:ext>
            </a:extLst>
          </p:cNvPr>
          <p:cNvSpPr/>
          <p:nvPr/>
        </p:nvSpPr>
        <p:spPr>
          <a:xfrm>
            <a:off x="7633988" y="2957306"/>
            <a:ext cx="454849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269A1C01-0EFA-4447-93BB-4FA6922BFE4A}"/>
              </a:ext>
            </a:extLst>
          </p:cNvPr>
          <p:cNvGrpSpPr/>
          <p:nvPr/>
        </p:nvGrpSpPr>
        <p:grpSpPr>
          <a:xfrm rot="3736100">
            <a:off x="90424" y="3883832"/>
            <a:ext cx="1615465" cy="1339222"/>
            <a:chOff x="1150620" y="2040672"/>
            <a:chExt cx="2887980" cy="2394139"/>
          </a:xfrm>
        </p:grpSpPr>
        <p:pic>
          <p:nvPicPr>
            <p:cNvPr id="143" name="圖片 142">
              <a:extLst>
                <a:ext uri="{FF2B5EF4-FFF2-40B4-BE49-F238E27FC236}">
                  <a16:creationId xmlns:a16="http://schemas.microsoft.com/office/drawing/2014/main" id="{2356D78D-83C3-48FE-B7DD-5F966511E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54568B28-9E1D-4727-BB54-75C986F41A5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45" name="等腰三角形 144">
            <a:extLst>
              <a:ext uri="{FF2B5EF4-FFF2-40B4-BE49-F238E27FC236}">
                <a16:creationId xmlns:a16="http://schemas.microsoft.com/office/drawing/2014/main" id="{91ECB980-73E5-4879-84E9-65A230C6ECFA}"/>
              </a:ext>
            </a:extLst>
          </p:cNvPr>
          <p:cNvSpPr/>
          <p:nvPr/>
        </p:nvSpPr>
        <p:spPr>
          <a:xfrm rot="10800000">
            <a:off x="853241" y="53359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4E88FDDA-A96B-4B82-B468-AA6AF4684D83}"/>
              </a:ext>
            </a:extLst>
          </p:cNvPr>
          <p:cNvSpPr txBox="1"/>
          <p:nvPr/>
        </p:nvSpPr>
        <p:spPr>
          <a:xfrm>
            <a:off x="1277920" y="4190480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8CEE384B-7626-42A1-B21A-1CD258B1EB78}"/>
                  </a:ext>
                </a:extLst>
              </p:cNvPr>
              <p:cNvSpPr/>
              <p:nvPr/>
            </p:nvSpPr>
            <p:spPr>
              <a:xfrm>
                <a:off x="638116" y="33273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8CEE384B-7626-42A1-B21A-1CD258B1E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16" y="3327318"/>
                <a:ext cx="741357" cy="369332"/>
              </a:xfrm>
              <a:prstGeom prst="rect">
                <a:avLst/>
              </a:prstGeom>
              <a:blipFill>
                <a:blip r:embed="rId14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3" name="群組 182">
            <a:extLst>
              <a:ext uri="{FF2B5EF4-FFF2-40B4-BE49-F238E27FC236}">
                <a16:creationId xmlns:a16="http://schemas.microsoft.com/office/drawing/2014/main" id="{65EE3D99-33AB-4769-B767-D9F2BDE42169}"/>
              </a:ext>
            </a:extLst>
          </p:cNvPr>
          <p:cNvGrpSpPr/>
          <p:nvPr/>
        </p:nvGrpSpPr>
        <p:grpSpPr>
          <a:xfrm>
            <a:off x="3606652" y="3922251"/>
            <a:ext cx="1609626" cy="1609626"/>
            <a:chOff x="4261605" y="4843254"/>
            <a:chExt cx="1080000" cy="1080000"/>
          </a:xfrm>
        </p:grpSpPr>
        <p:sp>
          <p:nvSpPr>
            <p:cNvPr id="184" name="矩形: 圓角 183">
              <a:extLst>
                <a:ext uri="{FF2B5EF4-FFF2-40B4-BE49-F238E27FC236}">
                  <a16:creationId xmlns:a16="http://schemas.microsoft.com/office/drawing/2014/main" id="{22B4155F-7072-41D6-B5EE-F8EC954ADEDD}"/>
                </a:ext>
              </a:extLst>
            </p:cNvPr>
            <p:cNvSpPr/>
            <p:nvPr/>
          </p:nvSpPr>
          <p:spPr>
            <a:xfrm>
              <a:off x="4261605" y="4843254"/>
              <a:ext cx="1080000" cy="1080000"/>
            </a:xfrm>
            <a:prstGeom prst="roundRect">
              <a:avLst>
                <a:gd name="adj" fmla="val 6966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>
                <a:noFill/>
              </a:endParaRPr>
            </a:p>
          </p:txBody>
        </p:sp>
        <p:cxnSp>
          <p:nvCxnSpPr>
            <p:cNvPr id="185" name="直線接點 184">
              <a:extLst>
                <a:ext uri="{FF2B5EF4-FFF2-40B4-BE49-F238E27FC236}">
                  <a16:creationId xmlns:a16="http://schemas.microsoft.com/office/drawing/2014/main" id="{CC02ED86-1D98-4AD1-9039-1C1A1018DECB}"/>
                </a:ext>
              </a:extLst>
            </p:cNvPr>
            <p:cNvCxnSpPr>
              <a:cxnSpLocks/>
            </p:cNvCxnSpPr>
            <p:nvPr/>
          </p:nvCxnSpPr>
          <p:spPr>
            <a:xfrm>
              <a:off x="4479057" y="5065167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線接點 185">
              <a:extLst>
                <a:ext uri="{FF2B5EF4-FFF2-40B4-BE49-F238E27FC236}">
                  <a16:creationId xmlns:a16="http://schemas.microsoft.com/office/drawing/2014/main" id="{82C28CAA-4D56-4617-8E5E-BB91FD0146DE}"/>
                </a:ext>
              </a:extLst>
            </p:cNvPr>
            <p:cNvCxnSpPr/>
            <p:nvPr/>
          </p:nvCxnSpPr>
          <p:spPr>
            <a:xfrm>
              <a:off x="4906549" y="5499053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線接點 186">
              <a:extLst>
                <a:ext uri="{FF2B5EF4-FFF2-40B4-BE49-F238E27FC236}">
                  <a16:creationId xmlns:a16="http://schemas.microsoft.com/office/drawing/2014/main" id="{36E1F76E-9C44-496D-8290-24AEDD4D836A}"/>
                </a:ext>
              </a:extLst>
            </p:cNvPr>
            <p:cNvCxnSpPr>
              <a:cxnSpLocks/>
            </p:cNvCxnSpPr>
            <p:nvPr/>
          </p:nvCxnSpPr>
          <p:spPr>
            <a:xfrm>
              <a:off x="4344569" y="5384817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線接點 187">
              <a:extLst>
                <a:ext uri="{FF2B5EF4-FFF2-40B4-BE49-F238E27FC236}">
                  <a16:creationId xmlns:a16="http://schemas.microsoft.com/office/drawing/2014/main" id="{37E1AC5E-BE37-4451-8E98-3D656DEFA6F2}"/>
                </a:ext>
              </a:extLst>
            </p:cNvPr>
            <p:cNvCxnSpPr/>
            <p:nvPr/>
          </p:nvCxnSpPr>
          <p:spPr>
            <a:xfrm>
              <a:off x="4934360" y="538243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線接點 188">
              <a:extLst>
                <a:ext uri="{FF2B5EF4-FFF2-40B4-BE49-F238E27FC236}">
                  <a16:creationId xmlns:a16="http://schemas.microsoft.com/office/drawing/2014/main" id="{7AFE4ABB-D0FC-4A61-925A-A6196C9A8F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6079" y="550704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線接點 189">
              <a:extLst>
                <a:ext uri="{FF2B5EF4-FFF2-40B4-BE49-F238E27FC236}">
                  <a16:creationId xmlns:a16="http://schemas.microsoft.com/office/drawing/2014/main" id="{780F25B9-9A4A-4E44-A11E-9093690D6F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5750" y="506187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線接點 190">
              <a:extLst>
                <a:ext uri="{FF2B5EF4-FFF2-40B4-BE49-F238E27FC236}">
                  <a16:creationId xmlns:a16="http://schemas.microsoft.com/office/drawing/2014/main" id="{A86EF673-6E30-450A-88E8-364890A0A9FD}"/>
                </a:ext>
              </a:extLst>
            </p:cNvPr>
            <p:cNvCxnSpPr/>
            <p:nvPr/>
          </p:nvCxnSpPr>
          <p:spPr>
            <a:xfrm>
              <a:off x="4800351" y="5530073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線接點 191">
              <a:extLst>
                <a:ext uri="{FF2B5EF4-FFF2-40B4-BE49-F238E27FC236}">
                  <a16:creationId xmlns:a16="http://schemas.microsoft.com/office/drawing/2014/main" id="{9C585096-DB60-441F-A7E1-6B711F09677A}"/>
                </a:ext>
              </a:extLst>
            </p:cNvPr>
            <p:cNvCxnSpPr/>
            <p:nvPr/>
          </p:nvCxnSpPr>
          <p:spPr>
            <a:xfrm>
              <a:off x="4800351" y="4927616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線接點 192">
              <a:extLst>
                <a:ext uri="{FF2B5EF4-FFF2-40B4-BE49-F238E27FC236}">
                  <a16:creationId xmlns:a16="http://schemas.microsoft.com/office/drawing/2014/main" id="{0DDCFF69-3B55-42E5-92F2-8D4D5E6A0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3963" y="5060312"/>
              <a:ext cx="92642" cy="92642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13600194-D60A-4B23-B654-E67FA0ED1010}"/>
                </a:ext>
              </a:extLst>
            </p:cNvPr>
            <p:cNvSpPr/>
            <p:nvPr/>
          </p:nvSpPr>
          <p:spPr>
            <a:xfrm rot="13500000">
              <a:off x="4450930" y="505123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D7AA9996-F73D-4F3D-9CF8-083EDF261DE4}"/>
                </a:ext>
              </a:extLst>
            </p:cNvPr>
            <p:cNvSpPr/>
            <p:nvPr/>
          </p:nvSpPr>
          <p:spPr>
            <a:xfrm rot="10800000">
              <a:off x="4346516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6" name="箭號: 向右 195">
              <a:extLst>
                <a:ext uri="{FF2B5EF4-FFF2-40B4-BE49-F238E27FC236}">
                  <a16:creationId xmlns:a16="http://schemas.microsoft.com/office/drawing/2014/main" id="{3111591E-4F62-4FC5-ABF7-D29E345C1ECD}"/>
                </a:ext>
              </a:extLst>
            </p:cNvPr>
            <p:cNvSpPr/>
            <p:nvPr/>
          </p:nvSpPr>
          <p:spPr>
            <a:xfrm>
              <a:off x="5115259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7" name="箭號: 向右 196">
              <a:extLst>
                <a:ext uri="{FF2B5EF4-FFF2-40B4-BE49-F238E27FC236}">
                  <a16:creationId xmlns:a16="http://schemas.microsoft.com/office/drawing/2014/main" id="{6604BCDB-D1A9-425E-A782-B85E00483574}"/>
                </a:ext>
              </a:extLst>
            </p:cNvPr>
            <p:cNvSpPr/>
            <p:nvPr/>
          </p:nvSpPr>
          <p:spPr>
            <a:xfrm rot="2700000">
              <a:off x="5009610" y="5611630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8" name="箭號: 向右 197">
              <a:extLst>
                <a:ext uri="{FF2B5EF4-FFF2-40B4-BE49-F238E27FC236}">
                  <a16:creationId xmlns:a16="http://schemas.microsoft.com/office/drawing/2014/main" id="{E687EEA5-12E2-47FC-B256-94BD2D7F711C}"/>
                </a:ext>
              </a:extLst>
            </p:cNvPr>
            <p:cNvSpPr/>
            <p:nvPr/>
          </p:nvSpPr>
          <p:spPr>
            <a:xfrm rot="8100000">
              <a:off x="4463095" y="562058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箭號: 向右 198">
              <a:extLst>
                <a:ext uri="{FF2B5EF4-FFF2-40B4-BE49-F238E27FC236}">
                  <a16:creationId xmlns:a16="http://schemas.microsoft.com/office/drawing/2014/main" id="{30AFBE64-5150-4CF1-B2FB-E262868E7C23}"/>
                </a:ext>
              </a:extLst>
            </p:cNvPr>
            <p:cNvSpPr/>
            <p:nvPr/>
          </p:nvSpPr>
          <p:spPr>
            <a:xfrm rot="18900000">
              <a:off x="5009934" y="505123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0" name="箭號: 向右 199">
              <a:extLst>
                <a:ext uri="{FF2B5EF4-FFF2-40B4-BE49-F238E27FC236}">
                  <a16:creationId xmlns:a16="http://schemas.microsoft.com/office/drawing/2014/main" id="{898E812C-49FF-4DC0-973C-BAD6058772A8}"/>
                </a:ext>
              </a:extLst>
            </p:cNvPr>
            <p:cNvSpPr/>
            <p:nvPr/>
          </p:nvSpPr>
          <p:spPr>
            <a:xfrm rot="5400000">
              <a:off x="4729606" y="572056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2" name="箭號: 向右 201">
              <a:extLst>
                <a:ext uri="{FF2B5EF4-FFF2-40B4-BE49-F238E27FC236}">
                  <a16:creationId xmlns:a16="http://schemas.microsoft.com/office/drawing/2014/main" id="{5BC8F9C3-785F-4AAE-8A68-BE979379F85A}"/>
                </a:ext>
              </a:extLst>
            </p:cNvPr>
            <p:cNvSpPr/>
            <p:nvPr/>
          </p:nvSpPr>
          <p:spPr>
            <a:xfrm rot="16200000">
              <a:off x="4729606" y="493539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205" name="圖片 204">
            <a:extLst>
              <a:ext uri="{FF2B5EF4-FFF2-40B4-BE49-F238E27FC236}">
                <a16:creationId xmlns:a16="http://schemas.microsoft.com/office/drawing/2014/main" id="{6DF990A7-2510-4054-B113-602430BC3E7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8225131" y="3838172"/>
            <a:ext cx="1683402" cy="16936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51949717-36CA-44A9-89E7-8F61A24E2C54}"/>
                  </a:ext>
                </a:extLst>
              </p:cNvPr>
              <p:cNvSpPr/>
              <p:nvPr/>
            </p:nvSpPr>
            <p:spPr>
              <a:xfrm>
                <a:off x="8885806" y="2939397"/>
                <a:ext cx="2050241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1</m:t>
                          </m:r>
                        </m:sub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51949717-36CA-44A9-89E7-8F61A24E2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806" y="2939397"/>
                <a:ext cx="2050241" cy="4316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8" name="群組 207">
            <a:extLst>
              <a:ext uri="{FF2B5EF4-FFF2-40B4-BE49-F238E27FC236}">
                <a16:creationId xmlns:a16="http://schemas.microsoft.com/office/drawing/2014/main" id="{C4F4A698-EBC5-47B7-8DFE-976D879140B0}"/>
              </a:ext>
            </a:extLst>
          </p:cNvPr>
          <p:cNvGrpSpPr/>
          <p:nvPr/>
        </p:nvGrpSpPr>
        <p:grpSpPr>
          <a:xfrm>
            <a:off x="5808335" y="3768847"/>
            <a:ext cx="1825652" cy="1704996"/>
            <a:chOff x="4011072" y="4660900"/>
            <a:chExt cx="1767692" cy="1650868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41BA3F4D-3DA9-413F-9379-E28C1D047588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211" name="圖片 210">
                <a:extLst>
                  <a:ext uri="{FF2B5EF4-FFF2-40B4-BE49-F238E27FC236}">
                    <a16:creationId xmlns:a16="http://schemas.microsoft.com/office/drawing/2014/main" id="{E0AA6E83-3013-46B9-9F61-2BFF1060BF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9AC3D78D-6CCD-4ED2-A082-FEACCCD02337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CC663D82-FDF0-401C-9122-3CE18186353C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54FFA6EC-BA29-49BF-8D75-98568E78D84F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306" y="5445832"/>
            <a:ext cx="1252045" cy="886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字方塊 238">
                <a:extLst>
                  <a:ext uri="{FF2B5EF4-FFF2-40B4-BE49-F238E27FC236}">
                    <a16:creationId xmlns:a16="http://schemas.microsoft.com/office/drawing/2014/main" id="{F6AD3E60-AC7E-4732-8B5A-ECA5E2A35D79}"/>
                  </a:ext>
                </a:extLst>
              </p:cNvPr>
              <p:cNvSpPr txBox="1"/>
              <p:nvPr/>
            </p:nvSpPr>
            <p:spPr>
              <a:xfrm>
                <a:off x="9335020" y="518071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9" name="文字方塊 238">
                <a:extLst>
                  <a:ext uri="{FF2B5EF4-FFF2-40B4-BE49-F238E27FC236}">
                    <a16:creationId xmlns:a16="http://schemas.microsoft.com/office/drawing/2014/main" id="{F6AD3E60-AC7E-4732-8B5A-ECA5E2A35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020" y="5180715"/>
                <a:ext cx="711762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6E99EF77-5949-4FA2-9A24-A81414864274}"/>
              </a:ext>
            </a:extLst>
          </p:cNvPr>
          <p:cNvGrpSpPr/>
          <p:nvPr/>
        </p:nvGrpSpPr>
        <p:grpSpPr>
          <a:xfrm>
            <a:off x="8635785" y="4320962"/>
            <a:ext cx="862094" cy="583304"/>
            <a:chOff x="9179580" y="4887540"/>
            <a:chExt cx="862094" cy="583304"/>
          </a:xfrm>
        </p:grpSpPr>
        <p:grpSp>
          <p:nvGrpSpPr>
            <p:cNvPr id="241" name="群組 240">
              <a:extLst>
                <a:ext uri="{FF2B5EF4-FFF2-40B4-BE49-F238E27FC236}">
                  <a16:creationId xmlns:a16="http://schemas.microsoft.com/office/drawing/2014/main" id="{883EF038-219C-49FF-AA8C-A8BE7F858455}"/>
                </a:ext>
              </a:extLst>
            </p:cNvPr>
            <p:cNvGrpSpPr/>
            <p:nvPr/>
          </p:nvGrpSpPr>
          <p:grpSpPr>
            <a:xfrm>
              <a:off x="9581434" y="5094580"/>
              <a:ext cx="188539" cy="180862"/>
              <a:chOff x="1373392" y="2391862"/>
              <a:chExt cx="479433" cy="476535"/>
            </a:xfrm>
          </p:grpSpPr>
          <p:sp>
            <p:nvSpPr>
              <p:cNvPr id="244" name="箭號: 向右 243">
                <a:extLst>
                  <a:ext uri="{FF2B5EF4-FFF2-40B4-BE49-F238E27FC236}">
                    <a16:creationId xmlns:a16="http://schemas.microsoft.com/office/drawing/2014/main" id="{0AA97EC1-ECE4-4AAF-9BEA-5D7DB26C30C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45" name="箭號: 向右 244">
                <a:extLst>
                  <a:ext uri="{FF2B5EF4-FFF2-40B4-BE49-F238E27FC236}">
                    <a16:creationId xmlns:a16="http://schemas.microsoft.com/office/drawing/2014/main" id="{1DA2A27E-35A1-419C-B336-9D451DD9277D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字方塊 250">
                  <a:extLst>
                    <a:ext uri="{FF2B5EF4-FFF2-40B4-BE49-F238E27FC236}">
                      <a16:creationId xmlns:a16="http://schemas.microsoft.com/office/drawing/2014/main" id="{9CC963D4-3C39-4999-89DA-E74D9BCE5111}"/>
                    </a:ext>
                  </a:extLst>
                </p:cNvPr>
                <p:cNvSpPr txBox="1"/>
                <p:nvPr/>
              </p:nvSpPr>
              <p:spPr>
                <a:xfrm>
                  <a:off x="9179580" y="4887540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1" name="文字方塊 250">
                  <a:extLst>
                    <a:ext uri="{FF2B5EF4-FFF2-40B4-BE49-F238E27FC236}">
                      <a16:creationId xmlns:a16="http://schemas.microsoft.com/office/drawing/2014/main" id="{9CC963D4-3C39-4999-89DA-E74D9BCE5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9580" y="4887540"/>
                  <a:ext cx="671803" cy="308161"/>
                </a:xfrm>
                <a:prstGeom prst="rect">
                  <a:avLst/>
                </a:prstGeom>
                <a:blipFill>
                  <a:blip r:embed="rId20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字方塊 251">
                  <a:extLst>
                    <a:ext uri="{FF2B5EF4-FFF2-40B4-BE49-F238E27FC236}">
                      <a16:creationId xmlns:a16="http://schemas.microsoft.com/office/drawing/2014/main" id="{FD18531D-9E8D-4593-B2BC-F58FFB527BCC}"/>
                    </a:ext>
                  </a:extLst>
                </p:cNvPr>
                <p:cNvSpPr txBox="1"/>
                <p:nvPr/>
              </p:nvSpPr>
              <p:spPr>
                <a:xfrm>
                  <a:off x="9609900" y="5178456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文字方塊 251">
                  <a:extLst>
                    <a:ext uri="{FF2B5EF4-FFF2-40B4-BE49-F238E27FC236}">
                      <a16:creationId xmlns:a16="http://schemas.microsoft.com/office/drawing/2014/main" id="{FD18531D-9E8D-4593-B2BC-F58FFB527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9900" y="5178456"/>
                  <a:ext cx="431774" cy="292388"/>
                </a:xfrm>
                <a:prstGeom prst="rect">
                  <a:avLst/>
                </a:prstGeom>
                <a:blipFill>
                  <a:blip r:embed="rId21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矩形 254">
            <a:extLst>
              <a:ext uri="{FF2B5EF4-FFF2-40B4-BE49-F238E27FC236}">
                <a16:creationId xmlns:a16="http://schemas.microsoft.com/office/drawing/2014/main" id="{156976A7-4647-42EF-970A-65BE2921CDA2}"/>
              </a:ext>
            </a:extLst>
          </p:cNvPr>
          <p:cNvSpPr/>
          <p:nvPr/>
        </p:nvSpPr>
        <p:spPr>
          <a:xfrm>
            <a:off x="5704279" y="2957307"/>
            <a:ext cx="1929708" cy="39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AF505688-8A8B-49D5-B4FA-7788D31C2190}"/>
                  </a:ext>
                </a:extLst>
              </p:cNvPr>
              <p:cNvSpPr/>
              <p:nvPr/>
            </p:nvSpPr>
            <p:spPr>
              <a:xfrm>
                <a:off x="6296025" y="2967450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AF505688-8A8B-49D5-B4FA-7788D31C21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025" y="2967450"/>
                <a:ext cx="680507" cy="375552"/>
              </a:xfrm>
              <a:prstGeom prst="rect">
                <a:avLst/>
              </a:prstGeom>
              <a:blipFill>
                <a:blip r:embed="rId22"/>
                <a:stretch>
                  <a:fillRect r="-90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5" name="群組 264">
            <a:extLst>
              <a:ext uri="{FF2B5EF4-FFF2-40B4-BE49-F238E27FC236}">
                <a16:creationId xmlns:a16="http://schemas.microsoft.com/office/drawing/2014/main" id="{39A09EF0-79C8-484D-82ED-5B7D61A6095C}"/>
              </a:ext>
            </a:extLst>
          </p:cNvPr>
          <p:cNvGrpSpPr/>
          <p:nvPr/>
        </p:nvGrpSpPr>
        <p:grpSpPr>
          <a:xfrm>
            <a:off x="3262119" y="2934003"/>
            <a:ext cx="2491973" cy="427361"/>
            <a:chOff x="7426685" y="595934"/>
            <a:chExt cx="2491973" cy="427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DE9F596B-A8A1-4723-9BDF-C7049379A179}"/>
                    </a:ext>
                  </a:extLst>
                </p:cNvPr>
                <p:cNvSpPr/>
                <p:nvPr/>
              </p:nvSpPr>
              <p:spPr>
                <a:xfrm>
                  <a:off x="7426685" y="595934"/>
                  <a:ext cx="2491973" cy="4273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 −1, −1, 1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DE9F596B-A8A1-4723-9BDF-C7049379A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685" y="595934"/>
                  <a:ext cx="2491973" cy="427361"/>
                </a:xfrm>
                <a:prstGeom prst="rect">
                  <a:avLst/>
                </a:prstGeom>
                <a:blipFill>
                  <a:blip r:embed="rId23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7" name="圖形 266">
              <a:extLst>
                <a:ext uri="{FF2B5EF4-FFF2-40B4-BE49-F238E27FC236}">
                  <a16:creationId xmlns:a16="http://schemas.microsoft.com/office/drawing/2014/main" id="{5D37110F-CBB5-4663-8829-06A7570A91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54717" r="19245"/>
            <a:stretch/>
          </p:blipFill>
          <p:spPr>
            <a:xfrm>
              <a:off x="7617072" y="701486"/>
              <a:ext cx="233506" cy="212400"/>
            </a:xfrm>
            <a:prstGeom prst="rect">
              <a:avLst/>
            </a:prstGeom>
          </p:spPr>
        </p:pic>
      </p:grpSp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9C0E9416-1C98-4621-9A82-F703AB8E5CE5}"/>
              </a:ext>
            </a:extLst>
          </p:cNvPr>
          <p:cNvGrpSpPr/>
          <p:nvPr/>
        </p:nvGrpSpPr>
        <p:grpSpPr>
          <a:xfrm>
            <a:off x="3981047" y="4363883"/>
            <a:ext cx="862094" cy="583304"/>
            <a:chOff x="7047875" y="5232494"/>
            <a:chExt cx="862094" cy="583304"/>
          </a:xfrm>
        </p:grpSpPr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21446A4C-392F-42C6-B87D-5F894D4674AE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2BC49EEB-5A73-4CD7-A051-90B8AA4BE38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F8D60A98-7035-4C0A-AFBB-AB8894ABE6A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E6AC758C-9B64-4ECD-9E87-7CD6379FE0A9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C596D905-7CB3-4446-A13E-E6DF60500092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CE3D68BD-6E1F-4AD7-BFB5-4B332AFEA6A5}"/>
              </a:ext>
            </a:extLst>
          </p:cNvPr>
          <p:cNvGrpSpPr/>
          <p:nvPr/>
        </p:nvGrpSpPr>
        <p:grpSpPr>
          <a:xfrm>
            <a:off x="10067389" y="4261375"/>
            <a:ext cx="1942813" cy="1215382"/>
            <a:chOff x="10184565" y="3461574"/>
            <a:chExt cx="1942813" cy="1215382"/>
          </a:xfrm>
        </p:grpSpPr>
        <p:sp>
          <p:nvSpPr>
            <p:cNvPr id="277" name="文字方塊 276">
              <a:extLst>
                <a:ext uri="{FF2B5EF4-FFF2-40B4-BE49-F238E27FC236}">
                  <a16:creationId xmlns:a16="http://schemas.microsoft.com/office/drawing/2014/main" id="{F11E2A65-5CD1-4DA8-AB85-F6F5EDC77C9A}"/>
                </a:ext>
              </a:extLst>
            </p:cNvPr>
            <p:cNvSpPr txBox="1"/>
            <p:nvPr/>
          </p:nvSpPr>
          <p:spPr>
            <a:xfrm>
              <a:off x="10184565" y="3980883"/>
              <a:ext cx="6811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BX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8" name="Picture 10">
              <a:extLst>
                <a:ext uri="{FF2B5EF4-FFF2-40B4-BE49-F238E27FC236}">
                  <a16:creationId xmlns:a16="http://schemas.microsoft.com/office/drawing/2014/main" id="{6DB6C205-BFE7-4ADF-BD16-72678699F7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/>
            <a:srcRect b="19719"/>
            <a:stretch/>
          </p:blipFill>
          <p:spPr>
            <a:xfrm>
              <a:off x="10816592" y="3595150"/>
              <a:ext cx="950913" cy="1081806"/>
            </a:xfrm>
            <a:prstGeom prst="rect">
              <a:avLst/>
            </a:prstGeom>
          </p:spPr>
        </p:pic>
        <p:cxnSp>
          <p:nvCxnSpPr>
            <p:cNvPr id="279" name="直線單箭頭接點 278">
              <a:extLst>
                <a:ext uri="{FF2B5EF4-FFF2-40B4-BE49-F238E27FC236}">
                  <a16:creationId xmlns:a16="http://schemas.microsoft.com/office/drawing/2014/main" id="{7FCBDB78-82A9-421E-A43C-890D2E69DC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2605" y="3812609"/>
              <a:ext cx="382798" cy="438059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矩形 279">
                  <a:extLst>
                    <a:ext uri="{FF2B5EF4-FFF2-40B4-BE49-F238E27FC236}">
                      <a16:creationId xmlns:a16="http://schemas.microsoft.com/office/drawing/2014/main" id="{439A4E5A-1265-4209-B215-4933B31F0D77}"/>
                    </a:ext>
                  </a:extLst>
                </p:cNvPr>
                <p:cNvSpPr/>
                <p:nvPr/>
              </p:nvSpPr>
              <p:spPr>
                <a:xfrm>
                  <a:off x="11282275" y="3461574"/>
                  <a:ext cx="845103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80" name="矩形 279">
                  <a:extLst>
                    <a:ext uri="{FF2B5EF4-FFF2-40B4-BE49-F238E27FC236}">
                      <a16:creationId xmlns:a16="http://schemas.microsoft.com/office/drawing/2014/main" id="{439A4E5A-1265-4209-B215-4933B31F0D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2275" y="3461574"/>
                  <a:ext cx="845103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EDFEF5BB-80D0-4B78-803B-092741C6EAE0}"/>
              </a:ext>
            </a:extLst>
          </p:cNvPr>
          <p:cNvCxnSpPr>
            <a:cxnSpLocks/>
          </p:cNvCxnSpPr>
          <p:nvPr/>
        </p:nvCxnSpPr>
        <p:spPr>
          <a:xfrm>
            <a:off x="9189102" y="4435343"/>
            <a:ext cx="1645310" cy="251455"/>
          </a:xfrm>
          <a:prstGeom prst="curvedConnector2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矩形 315">
                <a:extLst>
                  <a:ext uri="{FF2B5EF4-FFF2-40B4-BE49-F238E27FC236}">
                    <a16:creationId xmlns:a16="http://schemas.microsoft.com/office/drawing/2014/main" id="{29BA5D8C-59C3-410D-8028-4DE5FE6CC5CD}"/>
                  </a:ext>
                </a:extLst>
              </p:cNvPr>
              <p:cNvSpPr/>
              <p:nvPr/>
            </p:nvSpPr>
            <p:spPr>
              <a:xfrm>
                <a:off x="3758262" y="5587973"/>
                <a:ext cx="1320572" cy="35394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1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ℓ=2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" name="矩形 315">
                <a:extLst>
                  <a:ext uri="{FF2B5EF4-FFF2-40B4-BE49-F238E27FC236}">
                    <a16:creationId xmlns:a16="http://schemas.microsoft.com/office/drawing/2014/main" id="{29BA5D8C-59C3-410D-8028-4DE5FE6CC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262" y="5587973"/>
                <a:ext cx="1320572" cy="3539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矩形 316">
                <a:extLst>
                  <a:ext uri="{FF2B5EF4-FFF2-40B4-BE49-F238E27FC236}">
                    <a16:creationId xmlns:a16="http://schemas.microsoft.com/office/drawing/2014/main" id="{1D76AC1F-8385-43CA-B2E1-97E049328875}"/>
                  </a:ext>
                </a:extLst>
              </p:cNvPr>
              <p:cNvSpPr/>
              <p:nvPr/>
            </p:nvSpPr>
            <p:spPr>
              <a:xfrm>
                <a:off x="5737226" y="5587973"/>
                <a:ext cx="1994353" cy="35394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winding number</a:t>
                </a:r>
                <a14:m>
                  <m:oMath xmlns:m="http://schemas.openxmlformats.org/officeDocument/2006/math">
                    <m:r>
                      <a:rPr lang="en-US" altLang="zh-TW" sz="1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7" name="矩形 316">
                <a:extLst>
                  <a:ext uri="{FF2B5EF4-FFF2-40B4-BE49-F238E27FC236}">
                    <a16:creationId xmlns:a16="http://schemas.microsoft.com/office/drawing/2014/main" id="{1D76AC1F-8385-43CA-B2E1-97E049328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226" y="5587973"/>
                <a:ext cx="1994353" cy="353943"/>
              </a:xfrm>
              <a:prstGeom prst="rect">
                <a:avLst/>
              </a:prstGeom>
              <a:blipFill>
                <a:blip r:embed="rId31"/>
                <a:stretch>
                  <a:fillRect l="-1829" t="-5085"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DEA2ABF-3714-48D3-B7DF-6330E147FE65}"/>
                  </a:ext>
                </a:extLst>
              </p:cNvPr>
              <p:cNvSpPr/>
              <p:nvPr/>
            </p:nvSpPr>
            <p:spPr>
              <a:xfrm>
                <a:off x="3314245" y="6319595"/>
                <a:ext cx="20585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optical geometry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DEA2ABF-3714-48D3-B7DF-6330E147F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245" y="6319595"/>
                <a:ext cx="2058577" cy="369332"/>
              </a:xfrm>
              <a:prstGeom prst="rect">
                <a:avLst/>
              </a:prstGeom>
              <a:blipFill>
                <a:blip r:embed="rId32"/>
                <a:stretch>
                  <a:fillRect t="-10000" r="-178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51CEFCE7-4F18-43FD-8232-99887B02DF85}"/>
                  </a:ext>
                </a:extLst>
              </p:cNvPr>
              <p:cNvSpPr/>
              <p:nvPr/>
            </p:nvSpPr>
            <p:spPr>
              <a:xfrm>
                <a:off x="5880932" y="6319595"/>
                <a:ext cx="14430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orientation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51CEFCE7-4F18-43FD-8232-99887B02D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932" y="6319595"/>
                <a:ext cx="1443024" cy="369332"/>
              </a:xfrm>
              <a:prstGeom prst="rect">
                <a:avLst/>
              </a:prstGeom>
              <a:blipFill>
                <a:blip r:embed="rId33"/>
                <a:stretch>
                  <a:fillRect t="-10000" r="-3814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310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圖片 142">
            <a:extLst>
              <a:ext uri="{FF2B5EF4-FFF2-40B4-BE49-F238E27FC236}">
                <a16:creationId xmlns:a16="http://schemas.microsoft.com/office/drawing/2014/main" id="{E42D3299-7183-4BA1-AAF5-AA826D0C99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9564645" y="3377811"/>
            <a:ext cx="1080000" cy="1086572"/>
          </a:xfrm>
          <a:prstGeom prst="rect">
            <a:avLst/>
          </a:prstGeom>
        </p:spPr>
      </p:pic>
      <p:pic>
        <p:nvPicPr>
          <p:cNvPr id="144" name="圖片 143">
            <a:extLst>
              <a:ext uri="{FF2B5EF4-FFF2-40B4-BE49-F238E27FC236}">
                <a16:creationId xmlns:a16="http://schemas.microsoft.com/office/drawing/2014/main" id="{EA1F2CAB-4ABE-4272-A131-9635720FEC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9564521" y="4496226"/>
            <a:ext cx="1080000" cy="1081633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99641610-A815-4DD5-9233-825F7D55C6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10683306" y="3382754"/>
            <a:ext cx="1080000" cy="1081629"/>
          </a:xfrm>
          <a:prstGeom prst="rect">
            <a:avLst/>
          </a:prstGeom>
        </p:spPr>
      </p:pic>
      <p:pic>
        <p:nvPicPr>
          <p:cNvPr id="146" name="圖片 145">
            <a:extLst>
              <a:ext uri="{FF2B5EF4-FFF2-40B4-BE49-F238E27FC236}">
                <a16:creationId xmlns:a16="http://schemas.microsoft.com/office/drawing/2014/main" id="{857105BF-D4E0-4B96-9DA6-CCF57BA67D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10686301" y="4491333"/>
            <a:ext cx="1080000" cy="1086526"/>
          </a:xfrm>
          <a:prstGeom prst="rect">
            <a:avLst/>
          </a:prstGeom>
        </p:spPr>
      </p:pic>
      <p:cxnSp>
        <p:nvCxnSpPr>
          <p:cNvPr id="303" name="直線接點 302">
            <a:extLst>
              <a:ext uri="{FF2B5EF4-FFF2-40B4-BE49-F238E27FC236}">
                <a16:creationId xmlns:a16="http://schemas.microsoft.com/office/drawing/2014/main" id="{43515E0F-4D56-4001-A6C6-8724FEA1E9CE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3999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65" name="群組 664">
            <a:extLst>
              <a:ext uri="{FF2B5EF4-FFF2-40B4-BE49-F238E27FC236}">
                <a16:creationId xmlns:a16="http://schemas.microsoft.com/office/drawing/2014/main" id="{236DAF2C-C76B-4EDF-9DBA-A0E44EC87052}"/>
              </a:ext>
            </a:extLst>
          </p:cNvPr>
          <p:cNvGrpSpPr/>
          <p:nvPr/>
        </p:nvGrpSpPr>
        <p:grpSpPr>
          <a:xfrm>
            <a:off x="6303892" y="3306559"/>
            <a:ext cx="1230582" cy="1149254"/>
            <a:chOff x="4011072" y="4660900"/>
            <a:chExt cx="1767692" cy="1650868"/>
          </a:xfrm>
        </p:grpSpPr>
        <p:grpSp>
          <p:nvGrpSpPr>
            <p:cNvPr id="666" name="群組 665">
              <a:extLst>
                <a:ext uri="{FF2B5EF4-FFF2-40B4-BE49-F238E27FC236}">
                  <a16:creationId xmlns:a16="http://schemas.microsoft.com/office/drawing/2014/main" id="{02B270BB-4F89-4A7C-BEBC-59E4EC73E351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668" name="圖片 667">
                <a:extLst>
                  <a:ext uri="{FF2B5EF4-FFF2-40B4-BE49-F238E27FC236}">
                    <a16:creationId xmlns:a16="http://schemas.microsoft.com/office/drawing/2014/main" id="{FD9AA80A-4993-459D-9798-0884306A35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D80E2022-973A-459D-B80D-739C1502F466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667" name="矩形 666">
              <a:extLst>
                <a:ext uri="{FF2B5EF4-FFF2-40B4-BE49-F238E27FC236}">
                  <a16:creationId xmlns:a16="http://schemas.microsoft.com/office/drawing/2014/main" id="{4A3F04F1-E9D0-484C-8732-49D00E011769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730" name="矩形 729">
            <a:extLst>
              <a:ext uri="{FF2B5EF4-FFF2-40B4-BE49-F238E27FC236}">
                <a16:creationId xmlns:a16="http://schemas.microsoft.com/office/drawing/2014/main" id="{3212475C-AAF1-49C9-8C3A-A653B96DAA3C}"/>
              </a:ext>
            </a:extLst>
          </p:cNvPr>
          <p:cNvSpPr/>
          <p:nvPr/>
        </p:nvSpPr>
        <p:spPr>
          <a:xfrm>
            <a:off x="4305300" y="2957307"/>
            <a:ext cx="3396330" cy="39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" name="矩形 726">
            <a:extLst>
              <a:ext uri="{FF2B5EF4-FFF2-40B4-BE49-F238E27FC236}">
                <a16:creationId xmlns:a16="http://schemas.microsoft.com/office/drawing/2014/main" id="{7E5DD760-4D80-4A83-8020-CD75F702B3C2}"/>
              </a:ext>
            </a:extLst>
          </p:cNvPr>
          <p:cNvSpPr/>
          <p:nvPr/>
        </p:nvSpPr>
        <p:spPr>
          <a:xfrm>
            <a:off x="-4272" y="2957307"/>
            <a:ext cx="430957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0" name="群組 659">
            <a:extLst>
              <a:ext uri="{FF2B5EF4-FFF2-40B4-BE49-F238E27FC236}">
                <a16:creationId xmlns:a16="http://schemas.microsoft.com/office/drawing/2014/main" id="{0FFB9154-C887-436E-90B9-1912C7729E27}"/>
              </a:ext>
            </a:extLst>
          </p:cNvPr>
          <p:cNvGrpSpPr/>
          <p:nvPr/>
        </p:nvGrpSpPr>
        <p:grpSpPr>
          <a:xfrm>
            <a:off x="6432021" y="4550191"/>
            <a:ext cx="1016020" cy="997013"/>
            <a:chOff x="5728722" y="4684787"/>
            <a:chExt cx="1459478" cy="1432177"/>
          </a:xfrm>
        </p:grpSpPr>
        <p:grpSp>
          <p:nvGrpSpPr>
            <p:cNvPr id="661" name="群組 660">
              <a:extLst>
                <a:ext uri="{FF2B5EF4-FFF2-40B4-BE49-F238E27FC236}">
                  <a16:creationId xmlns:a16="http://schemas.microsoft.com/office/drawing/2014/main" id="{BF05DE9E-71D7-4973-BEF7-A4256399D826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432177"/>
              <a:chOff x="8488189" y="4125243"/>
              <a:chExt cx="1671338" cy="1640074"/>
            </a:xfrm>
          </p:grpSpPr>
          <p:pic>
            <p:nvPicPr>
              <p:cNvPr id="663" name="圖片 662">
                <a:extLst>
                  <a:ext uri="{FF2B5EF4-FFF2-40B4-BE49-F238E27FC236}">
                    <a16:creationId xmlns:a16="http://schemas.microsoft.com/office/drawing/2014/main" id="{EB111B49-19D2-41EC-8928-9542D4510B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5300" b="12869"/>
              <a:stretch/>
            </p:blipFill>
            <p:spPr>
              <a:xfrm>
                <a:off x="8531256" y="4125243"/>
                <a:ext cx="1628271" cy="1640074"/>
              </a:xfrm>
              <a:prstGeom prst="rect">
                <a:avLst/>
              </a:prstGeom>
            </p:spPr>
          </p:pic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851E523C-9BE7-40FE-9FF1-B80EC15904AD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662" name="矩形 661">
              <a:extLst>
                <a:ext uri="{FF2B5EF4-FFF2-40B4-BE49-F238E27FC236}">
                  <a16:creationId xmlns:a16="http://schemas.microsoft.com/office/drawing/2014/main" id="{ED9F3001-0741-467A-B029-DAB27D961956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89DCE1AF-F463-4D7C-AB27-D03AEB309257}"/>
                  </a:ext>
                </a:extLst>
              </p:cNvPr>
              <p:cNvSpPr/>
              <p:nvPr/>
            </p:nvSpPr>
            <p:spPr>
              <a:xfrm>
                <a:off x="6548164" y="6107063"/>
                <a:ext cx="872912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89DCE1AF-F463-4D7C-AB27-D03AEB3092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164" y="6107063"/>
                <a:ext cx="872912" cy="407099"/>
              </a:xfrm>
              <a:prstGeom prst="rect">
                <a:avLst/>
              </a:prstGeom>
              <a:blipFill>
                <a:blip r:embed="rId4"/>
                <a:stretch>
                  <a:fillRect t="-4478" r="-216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2" name="矩形 671">
                <a:extLst>
                  <a:ext uri="{FF2B5EF4-FFF2-40B4-BE49-F238E27FC236}">
                    <a16:creationId xmlns:a16="http://schemas.microsoft.com/office/drawing/2014/main" id="{DE5F28CC-18F0-4F7F-8967-1253F6D7ED72}"/>
                  </a:ext>
                </a:extLst>
              </p:cNvPr>
              <p:cNvSpPr/>
              <p:nvPr/>
            </p:nvSpPr>
            <p:spPr>
              <a:xfrm>
                <a:off x="4537076" y="4870464"/>
                <a:ext cx="720724" cy="35984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2" name="矩形 671">
                <a:extLst>
                  <a:ext uri="{FF2B5EF4-FFF2-40B4-BE49-F238E27FC236}">
                    <a16:creationId xmlns:a16="http://schemas.microsoft.com/office/drawing/2014/main" id="{DE5F28CC-18F0-4F7F-8967-1253F6D7E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4870464"/>
                <a:ext cx="720724" cy="3598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矩形 672">
                <a:extLst>
                  <a:ext uri="{FF2B5EF4-FFF2-40B4-BE49-F238E27FC236}">
                    <a16:creationId xmlns:a16="http://schemas.microsoft.com/office/drawing/2014/main" id="{DEBDB4B4-81E5-430B-BBD9-F5A9DBDF3B0C}"/>
                  </a:ext>
                </a:extLst>
              </p:cNvPr>
              <p:cNvSpPr/>
              <p:nvPr/>
            </p:nvSpPr>
            <p:spPr>
              <a:xfrm>
                <a:off x="4537076" y="6129272"/>
                <a:ext cx="720724" cy="35984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3" name="矩形 672">
                <a:extLst>
                  <a:ext uri="{FF2B5EF4-FFF2-40B4-BE49-F238E27FC236}">
                    <a16:creationId xmlns:a16="http://schemas.microsoft.com/office/drawing/2014/main" id="{DEBDB4B4-81E5-430B-BBD9-F5A9DBDF3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6129272"/>
                <a:ext cx="720724" cy="3598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5" name="圖片 484">
            <a:extLst>
              <a:ext uri="{FF2B5EF4-FFF2-40B4-BE49-F238E27FC236}">
                <a16:creationId xmlns:a16="http://schemas.microsoft.com/office/drawing/2014/main" id="{371B5228-6F86-4B8C-94F5-C79B99206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4323" y="5609371"/>
            <a:ext cx="1253326" cy="1253326"/>
          </a:xfrm>
          <a:prstGeom prst="rect">
            <a:avLst/>
          </a:prstGeom>
        </p:spPr>
      </p:pic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Matched with winding number : Full-azimuthal excitation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6CC14C59-F44F-4A3F-8010-38D19420F4E4}"/>
              </a:ext>
            </a:extLst>
          </p:cNvPr>
          <p:cNvSpPr txBox="1"/>
          <p:nvPr/>
        </p:nvSpPr>
        <p:spPr>
          <a:xfrm>
            <a:off x="0" y="646926"/>
            <a:ext cx="5289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fr-FR" altLang="zh-TW" sz="1600" dirty="0"/>
              <a:t>O. J. G. Sanchez, G.-H. Peng </a:t>
            </a:r>
            <a:r>
              <a:rPr lang="fr-FR" altLang="zh-TW" sz="1600" i="1" dirty="0"/>
              <a:t>et al.</a:t>
            </a:r>
            <a:r>
              <a:rPr lang="fr-FR" altLang="zh-TW" sz="1600" dirty="0"/>
              <a:t>, </a:t>
            </a:r>
            <a:r>
              <a:rPr lang="fr-FR" altLang="zh-TW" sz="1600" i="1" dirty="0"/>
              <a:t>ACS Nano</a:t>
            </a:r>
            <a:r>
              <a:rPr lang="fr-FR" altLang="zh-TW" sz="1600" dirty="0"/>
              <a:t> </a:t>
            </a:r>
            <a:r>
              <a:rPr lang="fr-FR" altLang="zh-TW" sz="1600" b="1" dirty="0"/>
              <a:t>18</a:t>
            </a:r>
            <a:r>
              <a:rPr lang="fr-FR" altLang="zh-TW" sz="1600" dirty="0"/>
              <a:t>, 11425 (2024)</a:t>
            </a:r>
            <a:r>
              <a:rPr lang="en-US" altLang="zh-TW" sz="1600" dirty="0"/>
              <a:t>,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transition rate is obtained as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43CEF1CE-9950-4800-85D0-7137282E54C9}"/>
                  </a:ext>
                </a:extLst>
              </p:cNvPr>
              <p:cNvSpPr/>
              <p:nvPr/>
            </p:nvSpPr>
            <p:spPr>
              <a:xfrm>
                <a:off x="-57008" y="1402647"/>
                <a:ext cx="5274393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43CEF1CE-9950-4800-85D0-7137282E5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008" y="1402647"/>
                <a:ext cx="5274393" cy="612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65ABCC3D-3F78-4994-9B58-E1D466176E48}"/>
              </a:ext>
            </a:extLst>
          </p:cNvPr>
          <p:cNvGrpSpPr/>
          <p:nvPr/>
        </p:nvGrpSpPr>
        <p:grpSpPr>
          <a:xfrm>
            <a:off x="580570" y="2241711"/>
            <a:ext cx="4091633" cy="472886"/>
            <a:chOff x="3273993" y="1333588"/>
            <a:chExt cx="4091633" cy="472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FE74ABB1-D276-4C12-BACD-7E839644EAED}"/>
                    </a:ext>
                  </a:extLst>
                </p:cNvPr>
                <p:cNvSpPr/>
                <p:nvPr/>
              </p:nvSpPr>
              <p:spPr>
                <a:xfrm>
                  <a:off x="3273993" y="1333588"/>
                  <a:ext cx="4091633" cy="472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FE74ABB1-D276-4C12-BACD-7E839644EA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993" y="1333588"/>
                  <a:ext cx="4091633" cy="4728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7" name="圖形 176">
              <a:extLst>
                <a:ext uri="{FF2B5EF4-FFF2-40B4-BE49-F238E27FC236}">
                  <a16:creationId xmlns:a16="http://schemas.microsoft.com/office/drawing/2014/main" id="{0B4CE466-D140-4A4B-A7C5-3CCD3978BC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54717" r="19245"/>
            <a:stretch/>
          </p:blipFill>
          <p:spPr>
            <a:xfrm>
              <a:off x="5090795" y="1469763"/>
              <a:ext cx="233506" cy="212400"/>
            </a:xfrm>
            <a:prstGeom prst="rect">
              <a:avLst/>
            </a:prstGeom>
          </p:spPr>
        </p:pic>
      </p:grpSp>
      <p:sp>
        <p:nvSpPr>
          <p:cNvPr id="201" name="矩形 200">
            <a:extLst>
              <a:ext uri="{FF2B5EF4-FFF2-40B4-BE49-F238E27FC236}">
                <a16:creationId xmlns:a16="http://schemas.microsoft.com/office/drawing/2014/main" id="{BED1EB8F-3E84-4C38-BB7A-766026F6255F}"/>
              </a:ext>
            </a:extLst>
          </p:cNvPr>
          <p:cNvSpPr/>
          <p:nvPr/>
        </p:nvSpPr>
        <p:spPr>
          <a:xfrm>
            <a:off x="1425877" y="3590768"/>
            <a:ext cx="39786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內容版面配置區 2">
            <a:extLst>
              <a:ext uri="{FF2B5EF4-FFF2-40B4-BE49-F238E27FC236}">
                <a16:creationId xmlns:a16="http://schemas.microsoft.com/office/drawing/2014/main" id="{DA9BC3D2-E08E-4A8E-951D-33D1292B03C3}"/>
              </a:ext>
            </a:extLst>
          </p:cNvPr>
          <p:cNvSpPr txBox="1">
            <a:spLocks/>
          </p:cNvSpPr>
          <p:nvPr/>
        </p:nvSpPr>
        <p:spPr>
          <a:xfrm>
            <a:off x="2591713" y="5949075"/>
            <a:ext cx="1753817" cy="654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</a:p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</a:p>
        </p:txBody>
      </p:sp>
      <p:grpSp>
        <p:nvGrpSpPr>
          <p:cNvPr id="444" name="群組 443">
            <a:extLst>
              <a:ext uri="{FF2B5EF4-FFF2-40B4-BE49-F238E27FC236}">
                <a16:creationId xmlns:a16="http://schemas.microsoft.com/office/drawing/2014/main" id="{C149E88F-59A2-4F27-9675-5F2C3E746C7F}"/>
              </a:ext>
            </a:extLst>
          </p:cNvPr>
          <p:cNvGrpSpPr/>
          <p:nvPr/>
        </p:nvGrpSpPr>
        <p:grpSpPr>
          <a:xfrm>
            <a:off x="1459921" y="3814493"/>
            <a:ext cx="1253326" cy="1253326"/>
            <a:chOff x="4261605" y="4843254"/>
            <a:chExt cx="1080000" cy="1080000"/>
          </a:xfrm>
        </p:grpSpPr>
        <p:sp>
          <p:nvSpPr>
            <p:cNvPr id="445" name="矩形: 圓角 444">
              <a:extLst>
                <a:ext uri="{FF2B5EF4-FFF2-40B4-BE49-F238E27FC236}">
                  <a16:creationId xmlns:a16="http://schemas.microsoft.com/office/drawing/2014/main" id="{A8B15256-EC14-4738-B79D-D422F18CA61C}"/>
                </a:ext>
              </a:extLst>
            </p:cNvPr>
            <p:cNvSpPr/>
            <p:nvPr/>
          </p:nvSpPr>
          <p:spPr>
            <a:xfrm>
              <a:off x="4261605" y="4843254"/>
              <a:ext cx="1080000" cy="1080000"/>
            </a:xfrm>
            <a:prstGeom prst="roundRect">
              <a:avLst>
                <a:gd name="adj" fmla="val 6966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>
                <a:noFill/>
              </a:endParaRPr>
            </a:p>
          </p:txBody>
        </p:sp>
        <p:cxnSp>
          <p:nvCxnSpPr>
            <p:cNvPr id="446" name="直線接點 445">
              <a:extLst>
                <a:ext uri="{FF2B5EF4-FFF2-40B4-BE49-F238E27FC236}">
                  <a16:creationId xmlns:a16="http://schemas.microsoft.com/office/drawing/2014/main" id="{27899669-D8B8-4539-85F7-54A832ABC2C0}"/>
                </a:ext>
              </a:extLst>
            </p:cNvPr>
            <p:cNvCxnSpPr>
              <a:cxnSpLocks/>
            </p:cNvCxnSpPr>
            <p:nvPr/>
          </p:nvCxnSpPr>
          <p:spPr>
            <a:xfrm>
              <a:off x="4479057" y="5065167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線接點 446">
              <a:extLst>
                <a:ext uri="{FF2B5EF4-FFF2-40B4-BE49-F238E27FC236}">
                  <a16:creationId xmlns:a16="http://schemas.microsoft.com/office/drawing/2014/main" id="{9D85BA71-088C-49FC-BE3B-89C4FCA47B90}"/>
                </a:ext>
              </a:extLst>
            </p:cNvPr>
            <p:cNvCxnSpPr/>
            <p:nvPr/>
          </p:nvCxnSpPr>
          <p:spPr>
            <a:xfrm>
              <a:off x="4906549" y="5499053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線接點 447">
              <a:extLst>
                <a:ext uri="{FF2B5EF4-FFF2-40B4-BE49-F238E27FC236}">
                  <a16:creationId xmlns:a16="http://schemas.microsoft.com/office/drawing/2014/main" id="{349228A4-8F95-4B18-B584-5509B521A05C}"/>
                </a:ext>
              </a:extLst>
            </p:cNvPr>
            <p:cNvCxnSpPr>
              <a:cxnSpLocks/>
            </p:cNvCxnSpPr>
            <p:nvPr/>
          </p:nvCxnSpPr>
          <p:spPr>
            <a:xfrm>
              <a:off x="4344569" y="5384817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線接點 448">
              <a:extLst>
                <a:ext uri="{FF2B5EF4-FFF2-40B4-BE49-F238E27FC236}">
                  <a16:creationId xmlns:a16="http://schemas.microsoft.com/office/drawing/2014/main" id="{FC32A5D6-B562-4CBE-91F3-9EBCACE941E1}"/>
                </a:ext>
              </a:extLst>
            </p:cNvPr>
            <p:cNvCxnSpPr/>
            <p:nvPr/>
          </p:nvCxnSpPr>
          <p:spPr>
            <a:xfrm>
              <a:off x="4934360" y="538243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線接點 449">
              <a:extLst>
                <a:ext uri="{FF2B5EF4-FFF2-40B4-BE49-F238E27FC236}">
                  <a16:creationId xmlns:a16="http://schemas.microsoft.com/office/drawing/2014/main" id="{C80B574D-11C0-42CE-B10F-FFB0F2C55B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6079" y="550704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線接點 450">
              <a:extLst>
                <a:ext uri="{FF2B5EF4-FFF2-40B4-BE49-F238E27FC236}">
                  <a16:creationId xmlns:a16="http://schemas.microsoft.com/office/drawing/2014/main" id="{86DAE351-3E10-4225-AD27-D3A6CEC4C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5750" y="506187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線接點 451">
              <a:extLst>
                <a:ext uri="{FF2B5EF4-FFF2-40B4-BE49-F238E27FC236}">
                  <a16:creationId xmlns:a16="http://schemas.microsoft.com/office/drawing/2014/main" id="{32C21536-7356-444A-BE9F-21A3199E849B}"/>
                </a:ext>
              </a:extLst>
            </p:cNvPr>
            <p:cNvCxnSpPr/>
            <p:nvPr/>
          </p:nvCxnSpPr>
          <p:spPr>
            <a:xfrm>
              <a:off x="4800351" y="5530073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線接點 452">
              <a:extLst>
                <a:ext uri="{FF2B5EF4-FFF2-40B4-BE49-F238E27FC236}">
                  <a16:creationId xmlns:a16="http://schemas.microsoft.com/office/drawing/2014/main" id="{AB643097-0740-4C56-99E4-D3FD8F35D515}"/>
                </a:ext>
              </a:extLst>
            </p:cNvPr>
            <p:cNvCxnSpPr/>
            <p:nvPr/>
          </p:nvCxnSpPr>
          <p:spPr>
            <a:xfrm>
              <a:off x="4800351" y="4927616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線接點 453">
              <a:extLst>
                <a:ext uri="{FF2B5EF4-FFF2-40B4-BE49-F238E27FC236}">
                  <a16:creationId xmlns:a16="http://schemas.microsoft.com/office/drawing/2014/main" id="{E1121907-E353-49DC-9E82-21133E9A3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3963" y="5060312"/>
              <a:ext cx="92642" cy="92642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箭號: 向右 454">
              <a:extLst>
                <a:ext uri="{FF2B5EF4-FFF2-40B4-BE49-F238E27FC236}">
                  <a16:creationId xmlns:a16="http://schemas.microsoft.com/office/drawing/2014/main" id="{9F6E90D3-1804-4E45-8F61-D3523469DDFE}"/>
                </a:ext>
              </a:extLst>
            </p:cNvPr>
            <p:cNvSpPr/>
            <p:nvPr/>
          </p:nvSpPr>
          <p:spPr>
            <a:xfrm rot="13500000">
              <a:off x="4450930" y="505123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6" name="箭號: 向右 455">
              <a:extLst>
                <a:ext uri="{FF2B5EF4-FFF2-40B4-BE49-F238E27FC236}">
                  <a16:creationId xmlns:a16="http://schemas.microsoft.com/office/drawing/2014/main" id="{D35173FE-0024-4CAD-A206-93B7F036AE75}"/>
                </a:ext>
              </a:extLst>
            </p:cNvPr>
            <p:cNvSpPr/>
            <p:nvPr/>
          </p:nvSpPr>
          <p:spPr>
            <a:xfrm rot="10800000">
              <a:off x="4346516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7" name="箭號: 向右 456">
              <a:extLst>
                <a:ext uri="{FF2B5EF4-FFF2-40B4-BE49-F238E27FC236}">
                  <a16:creationId xmlns:a16="http://schemas.microsoft.com/office/drawing/2014/main" id="{F38E4521-122A-4106-9D28-94FD0F2C7CC1}"/>
                </a:ext>
              </a:extLst>
            </p:cNvPr>
            <p:cNvSpPr/>
            <p:nvPr/>
          </p:nvSpPr>
          <p:spPr>
            <a:xfrm>
              <a:off x="5115259" y="5326556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8" name="箭號: 向右 457">
              <a:extLst>
                <a:ext uri="{FF2B5EF4-FFF2-40B4-BE49-F238E27FC236}">
                  <a16:creationId xmlns:a16="http://schemas.microsoft.com/office/drawing/2014/main" id="{030980BC-D287-4E93-87BD-78A1C526D655}"/>
                </a:ext>
              </a:extLst>
            </p:cNvPr>
            <p:cNvSpPr/>
            <p:nvPr/>
          </p:nvSpPr>
          <p:spPr>
            <a:xfrm rot="2700000">
              <a:off x="5009610" y="5611630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9" name="箭號: 向右 458">
              <a:extLst>
                <a:ext uri="{FF2B5EF4-FFF2-40B4-BE49-F238E27FC236}">
                  <a16:creationId xmlns:a16="http://schemas.microsoft.com/office/drawing/2014/main" id="{56D2CC39-982F-493E-9540-3893D35E84F4}"/>
                </a:ext>
              </a:extLst>
            </p:cNvPr>
            <p:cNvSpPr/>
            <p:nvPr/>
          </p:nvSpPr>
          <p:spPr>
            <a:xfrm rot="8100000">
              <a:off x="4463095" y="562058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0" name="箭號: 向右 459">
              <a:extLst>
                <a:ext uri="{FF2B5EF4-FFF2-40B4-BE49-F238E27FC236}">
                  <a16:creationId xmlns:a16="http://schemas.microsoft.com/office/drawing/2014/main" id="{F51B414C-80B7-4385-8932-41A287B3937B}"/>
                </a:ext>
              </a:extLst>
            </p:cNvPr>
            <p:cNvSpPr/>
            <p:nvPr/>
          </p:nvSpPr>
          <p:spPr>
            <a:xfrm rot="18900000">
              <a:off x="5009934" y="505123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1" name="箭號: 向右 460">
              <a:extLst>
                <a:ext uri="{FF2B5EF4-FFF2-40B4-BE49-F238E27FC236}">
                  <a16:creationId xmlns:a16="http://schemas.microsoft.com/office/drawing/2014/main" id="{F42C5D11-63FA-4036-8618-1AEAE4C73B5E}"/>
                </a:ext>
              </a:extLst>
            </p:cNvPr>
            <p:cNvSpPr/>
            <p:nvPr/>
          </p:nvSpPr>
          <p:spPr>
            <a:xfrm rot="5400000">
              <a:off x="4729606" y="5720564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2" name="箭號: 向右 461">
              <a:extLst>
                <a:ext uri="{FF2B5EF4-FFF2-40B4-BE49-F238E27FC236}">
                  <a16:creationId xmlns:a16="http://schemas.microsoft.com/office/drawing/2014/main" id="{298CF452-6A9D-4166-AD38-1E883C4627A7}"/>
                </a:ext>
              </a:extLst>
            </p:cNvPr>
            <p:cNvSpPr/>
            <p:nvPr/>
          </p:nvSpPr>
          <p:spPr>
            <a:xfrm rot="16200000">
              <a:off x="4729606" y="493539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64" name="群組 463">
            <a:extLst>
              <a:ext uri="{FF2B5EF4-FFF2-40B4-BE49-F238E27FC236}">
                <a16:creationId xmlns:a16="http://schemas.microsoft.com/office/drawing/2014/main" id="{27EE334F-7E31-45C4-8177-C26CAB0AFC1F}"/>
              </a:ext>
            </a:extLst>
          </p:cNvPr>
          <p:cNvGrpSpPr/>
          <p:nvPr/>
        </p:nvGrpSpPr>
        <p:grpSpPr>
          <a:xfrm>
            <a:off x="2814569" y="3822219"/>
            <a:ext cx="1253326" cy="1253326"/>
            <a:chOff x="10567162" y="3843690"/>
            <a:chExt cx="1080000" cy="1080000"/>
          </a:xfrm>
        </p:grpSpPr>
        <p:sp>
          <p:nvSpPr>
            <p:cNvPr id="465" name="矩形: 圓角 464">
              <a:extLst>
                <a:ext uri="{FF2B5EF4-FFF2-40B4-BE49-F238E27FC236}">
                  <a16:creationId xmlns:a16="http://schemas.microsoft.com/office/drawing/2014/main" id="{17969977-B1F5-4D0D-B567-1A6F4E6F0027}"/>
                </a:ext>
              </a:extLst>
            </p:cNvPr>
            <p:cNvSpPr/>
            <p:nvPr/>
          </p:nvSpPr>
          <p:spPr>
            <a:xfrm>
              <a:off x="10567162" y="3843690"/>
              <a:ext cx="1080000" cy="1080000"/>
            </a:xfrm>
            <a:prstGeom prst="roundRect">
              <a:avLst>
                <a:gd name="adj" fmla="val 5492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cxnSp>
          <p:nvCxnSpPr>
            <p:cNvPr id="466" name="直線接點 465">
              <a:extLst>
                <a:ext uri="{FF2B5EF4-FFF2-40B4-BE49-F238E27FC236}">
                  <a16:creationId xmlns:a16="http://schemas.microsoft.com/office/drawing/2014/main" id="{02B6FDF9-2030-450F-9F6C-FA620A329A8D}"/>
                </a:ext>
              </a:extLst>
            </p:cNvPr>
            <p:cNvCxnSpPr/>
            <p:nvPr/>
          </p:nvCxnSpPr>
          <p:spPr>
            <a:xfrm>
              <a:off x="10756995" y="4493433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線接點 466">
              <a:extLst>
                <a:ext uri="{FF2B5EF4-FFF2-40B4-BE49-F238E27FC236}">
                  <a16:creationId xmlns:a16="http://schemas.microsoft.com/office/drawing/2014/main" id="{3606708F-AEE9-4B27-B58E-FE0E2C22E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0795" y="4493433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線接點 467">
              <a:extLst>
                <a:ext uri="{FF2B5EF4-FFF2-40B4-BE49-F238E27FC236}">
                  <a16:creationId xmlns:a16="http://schemas.microsoft.com/office/drawing/2014/main" id="{1E4EAD73-BE0C-445D-AFB2-96155AD1DEB0}"/>
                </a:ext>
              </a:extLst>
            </p:cNvPr>
            <p:cNvCxnSpPr/>
            <p:nvPr/>
          </p:nvCxnSpPr>
          <p:spPr>
            <a:xfrm>
              <a:off x="10779403" y="4228890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線接點 468">
              <a:extLst>
                <a:ext uri="{FF2B5EF4-FFF2-40B4-BE49-F238E27FC236}">
                  <a16:creationId xmlns:a16="http://schemas.microsoft.com/office/drawing/2014/main" id="{5485CCC2-5F44-4416-BC84-55E80EE85611}"/>
                </a:ext>
              </a:extLst>
            </p:cNvPr>
            <p:cNvCxnSpPr/>
            <p:nvPr/>
          </p:nvCxnSpPr>
          <p:spPr>
            <a:xfrm>
              <a:off x="11241381" y="4052895"/>
              <a:ext cx="219014" cy="2190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線接點 469">
              <a:extLst>
                <a:ext uri="{FF2B5EF4-FFF2-40B4-BE49-F238E27FC236}">
                  <a16:creationId xmlns:a16="http://schemas.microsoft.com/office/drawing/2014/main" id="{5543774E-CF9F-43F0-983D-6085D4E681FF}"/>
                </a:ext>
              </a:extLst>
            </p:cNvPr>
            <p:cNvCxnSpPr/>
            <p:nvPr/>
          </p:nvCxnSpPr>
          <p:spPr>
            <a:xfrm>
              <a:off x="10954188" y="4058221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線接點 470">
              <a:extLst>
                <a:ext uri="{FF2B5EF4-FFF2-40B4-BE49-F238E27FC236}">
                  <a16:creationId xmlns:a16="http://schemas.microsoft.com/office/drawing/2014/main" id="{B56160F0-637D-45D4-B35B-D433E6DC8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56995" y="4052309"/>
              <a:ext cx="219600" cy="21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線接點 471">
              <a:extLst>
                <a:ext uri="{FF2B5EF4-FFF2-40B4-BE49-F238E27FC236}">
                  <a16:creationId xmlns:a16="http://schemas.microsoft.com/office/drawing/2014/main" id="{CEDE5B0C-77A6-4CC0-B432-1DE3D7B5035E}"/>
                </a:ext>
              </a:extLst>
            </p:cNvPr>
            <p:cNvCxnSpPr/>
            <p:nvPr/>
          </p:nvCxnSpPr>
          <p:spPr>
            <a:xfrm>
              <a:off x="11437987" y="4228890"/>
              <a:ext cx="0" cy="309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線接點 472">
              <a:extLst>
                <a:ext uri="{FF2B5EF4-FFF2-40B4-BE49-F238E27FC236}">
                  <a16:creationId xmlns:a16="http://schemas.microsoft.com/office/drawing/2014/main" id="{80D05676-4A8D-4602-8626-F211DB456B9A}"/>
                </a:ext>
              </a:extLst>
            </p:cNvPr>
            <p:cNvCxnSpPr/>
            <p:nvPr/>
          </p:nvCxnSpPr>
          <p:spPr>
            <a:xfrm>
              <a:off x="10953602" y="4705926"/>
              <a:ext cx="3096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箭號: 向右 473">
              <a:extLst>
                <a:ext uri="{FF2B5EF4-FFF2-40B4-BE49-F238E27FC236}">
                  <a16:creationId xmlns:a16="http://schemas.microsoft.com/office/drawing/2014/main" id="{063CC465-3C27-4AD6-AF0C-E8200BE22341}"/>
                </a:ext>
              </a:extLst>
            </p:cNvPr>
            <p:cNvSpPr/>
            <p:nvPr/>
          </p:nvSpPr>
          <p:spPr>
            <a:xfrm rot="13500000">
              <a:off x="11220364" y="4047291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5" name="箭號: 向右 474">
              <a:extLst>
                <a:ext uri="{FF2B5EF4-FFF2-40B4-BE49-F238E27FC236}">
                  <a16:creationId xmlns:a16="http://schemas.microsoft.com/office/drawing/2014/main" id="{A8BE42EC-15D6-4524-990D-9F2594EC8C26}"/>
                </a:ext>
              </a:extLst>
            </p:cNvPr>
            <p:cNvSpPr/>
            <p:nvPr/>
          </p:nvSpPr>
          <p:spPr>
            <a:xfrm rot="10800000">
              <a:off x="10956496" y="400134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6" name="箭號: 向右 475">
              <a:extLst>
                <a:ext uri="{FF2B5EF4-FFF2-40B4-BE49-F238E27FC236}">
                  <a16:creationId xmlns:a16="http://schemas.microsoft.com/office/drawing/2014/main" id="{106796DF-DC70-4633-B821-987ECE3E94A4}"/>
                </a:ext>
              </a:extLst>
            </p:cNvPr>
            <p:cNvSpPr/>
            <p:nvPr/>
          </p:nvSpPr>
          <p:spPr>
            <a:xfrm>
              <a:off x="11107727" y="4654945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77" name="箭號: 向右 476">
              <a:extLst>
                <a:ext uri="{FF2B5EF4-FFF2-40B4-BE49-F238E27FC236}">
                  <a16:creationId xmlns:a16="http://schemas.microsoft.com/office/drawing/2014/main" id="{6EAF7536-CD15-40CF-AE10-3D13FAE809DD}"/>
                </a:ext>
              </a:extLst>
            </p:cNvPr>
            <p:cNvSpPr/>
            <p:nvPr/>
          </p:nvSpPr>
          <p:spPr>
            <a:xfrm rot="2700000">
              <a:off x="10862272" y="4613892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78" name="箭號: 向右 477">
              <a:extLst>
                <a:ext uri="{FF2B5EF4-FFF2-40B4-BE49-F238E27FC236}">
                  <a16:creationId xmlns:a16="http://schemas.microsoft.com/office/drawing/2014/main" id="{9F983108-65A5-4232-B5DD-A3A867CFDA02}"/>
                </a:ext>
              </a:extLst>
            </p:cNvPr>
            <p:cNvSpPr/>
            <p:nvPr/>
          </p:nvSpPr>
          <p:spPr>
            <a:xfrm rot="8100000">
              <a:off x="10733991" y="4167519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9" name="箭號: 向右 478">
              <a:extLst>
                <a:ext uri="{FF2B5EF4-FFF2-40B4-BE49-F238E27FC236}">
                  <a16:creationId xmlns:a16="http://schemas.microsoft.com/office/drawing/2014/main" id="{63340702-4E0E-4D47-89CD-9CB078F2F2C3}"/>
                </a:ext>
              </a:extLst>
            </p:cNvPr>
            <p:cNvSpPr/>
            <p:nvPr/>
          </p:nvSpPr>
          <p:spPr>
            <a:xfrm rot="18900000">
              <a:off x="11320298" y="4511058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0" name="箭號: 向右 479">
              <a:extLst>
                <a:ext uri="{FF2B5EF4-FFF2-40B4-BE49-F238E27FC236}">
                  <a16:creationId xmlns:a16="http://schemas.microsoft.com/office/drawing/2014/main" id="{5E91322C-3EB4-4422-9BB5-32841D3DB3C3}"/>
                </a:ext>
              </a:extLst>
            </p:cNvPr>
            <p:cNvSpPr/>
            <p:nvPr/>
          </p:nvSpPr>
          <p:spPr>
            <a:xfrm rot="5400000">
              <a:off x="10709659" y="4411717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1" name="箭號: 向右 480">
              <a:extLst>
                <a:ext uri="{FF2B5EF4-FFF2-40B4-BE49-F238E27FC236}">
                  <a16:creationId xmlns:a16="http://schemas.microsoft.com/office/drawing/2014/main" id="{701D7699-F177-45D9-85E1-2B9D09A6D6EE}"/>
                </a:ext>
              </a:extLst>
            </p:cNvPr>
            <p:cNvSpPr/>
            <p:nvPr/>
          </p:nvSpPr>
          <p:spPr>
            <a:xfrm rot="16200000">
              <a:off x="11367872" y="4251523"/>
              <a:ext cx="144000" cy="1134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486" name="矩形 485">
            <a:extLst>
              <a:ext uri="{FF2B5EF4-FFF2-40B4-BE49-F238E27FC236}">
                <a16:creationId xmlns:a16="http://schemas.microsoft.com/office/drawing/2014/main" id="{E935140C-F136-40F2-B467-0513DFA8EA12}"/>
              </a:ext>
            </a:extLst>
          </p:cNvPr>
          <p:cNvSpPr/>
          <p:nvPr/>
        </p:nvSpPr>
        <p:spPr>
          <a:xfrm>
            <a:off x="2745063" y="5548844"/>
            <a:ext cx="39786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7" name="圖片 486">
            <a:extLst>
              <a:ext uri="{FF2B5EF4-FFF2-40B4-BE49-F238E27FC236}">
                <a16:creationId xmlns:a16="http://schemas.microsoft.com/office/drawing/2014/main" id="{1CE7F20E-E71B-4B97-80C5-A255E85BBA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3255" y="5609255"/>
            <a:ext cx="1253326" cy="1256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文字方塊 487">
                <a:extLst>
                  <a:ext uri="{FF2B5EF4-FFF2-40B4-BE49-F238E27FC236}">
                    <a16:creationId xmlns:a16="http://schemas.microsoft.com/office/drawing/2014/main" id="{6A5D5ECD-80F5-4986-847D-57F668EE7829}"/>
                  </a:ext>
                </a:extLst>
              </p:cNvPr>
              <p:cNvSpPr txBox="1"/>
              <p:nvPr/>
            </p:nvSpPr>
            <p:spPr>
              <a:xfrm>
                <a:off x="1354911" y="6499284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 xmlns="">
          <p:sp>
            <p:nvSpPr>
              <p:cNvPr id="488" name="文字方塊 487">
                <a:extLst>
                  <a:ext uri="{FF2B5EF4-FFF2-40B4-BE49-F238E27FC236}">
                    <a16:creationId xmlns:a16="http://schemas.microsoft.com/office/drawing/2014/main" id="{6A5D5ECD-80F5-4986-847D-57F668EE7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911" y="6499284"/>
                <a:ext cx="711762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9" name="矩形 488">
            <a:extLst>
              <a:ext uri="{FF2B5EF4-FFF2-40B4-BE49-F238E27FC236}">
                <a16:creationId xmlns:a16="http://schemas.microsoft.com/office/drawing/2014/main" id="{2BF154D4-5571-40C4-B4C5-95F7DAC610AA}"/>
              </a:ext>
            </a:extLst>
          </p:cNvPr>
          <p:cNvSpPr/>
          <p:nvPr/>
        </p:nvSpPr>
        <p:spPr>
          <a:xfrm>
            <a:off x="1400412" y="5548844"/>
            <a:ext cx="39786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文字方塊 496">
                <a:extLst>
                  <a:ext uri="{FF2B5EF4-FFF2-40B4-BE49-F238E27FC236}">
                    <a16:creationId xmlns:a16="http://schemas.microsoft.com/office/drawing/2014/main" id="{A612C43C-4704-4921-84E5-F5391815CBBF}"/>
                  </a:ext>
                </a:extLst>
              </p:cNvPr>
              <p:cNvSpPr txBox="1"/>
              <p:nvPr/>
            </p:nvSpPr>
            <p:spPr>
              <a:xfrm>
                <a:off x="4081767" y="6037518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7" name="文字方塊 496">
                <a:extLst>
                  <a:ext uri="{FF2B5EF4-FFF2-40B4-BE49-F238E27FC236}">
                    <a16:creationId xmlns:a16="http://schemas.microsoft.com/office/drawing/2014/main" id="{A612C43C-4704-4921-84E5-F5391815C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67" y="6037518"/>
                <a:ext cx="412766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矩形 498">
                <a:extLst>
                  <a:ext uri="{FF2B5EF4-FFF2-40B4-BE49-F238E27FC236}">
                    <a16:creationId xmlns:a16="http://schemas.microsoft.com/office/drawing/2014/main" id="{72D6AB07-CA59-4535-BE7E-3C260BB89EFB}"/>
                  </a:ext>
                </a:extLst>
              </p:cNvPr>
              <p:cNvSpPr/>
              <p:nvPr/>
            </p:nvSpPr>
            <p:spPr>
              <a:xfrm>
                <a:off x="43409" y="4140547"/>
                <a:ext cx="1320572" cy="6155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Transverse</a:t>
                </a:r>
              </a:p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ℓ=2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9" name="矩形 498">
                <a:extLst>
                  <a:ext uri="{FF2B5EF4-FFF2-40B4-BE49-F238E27FC236}">
                    <a16:creationId xmlns:a16="http://schemas.microsoft.com/office/drawing/2014/main" id="{72D6AB07-CA59-4535-BE7E-3C260BB89E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9" y="4140547"/>
                <a:ext cx="1320572" cy="615553"/>
              </a:xfrm>
              <a:prstGeom prst="rect">
                <a:avLst/>
              </a:prstGeom>
              <a:blipFill>
                <a:blip r:embed="rId17"/>
                <a:stretch>
                  <a:fillRect t="-1961" b="-127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矩形 499">
                <a:extLst>
                  <a:ext uri="{FF2B5EF4-FFF2-40B4-BE49-F238E27FC236}">
                    <a16:creationId xmlns:a16="http://schemas.microsoft.com/office/drawing/2014/main" id="{24163170-CDD9-408B-A3AD-2422846AF1EE}"/>
                  </a:ext>
                </a:extLst>
              </p:cNvPr>
              <p:cNvSpPr/>
              <p:nvPr/>
            </p:nvSpPr>
            <p:spPr>
              <a:xfrm>
                <a:off x="43409" y="5977014"/>
                <a:ext cx="1320572" cy="6155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</a:t>
                </a:r>
              </a:p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TW" sz="1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0" name="矩形 499">
                <a:extLst>
                  <a:ext uri="{FF2B5EF4-FFF2-40B4-BE49-F238E27FC236}">
                    <a16:creationId xmlns:a16="http://schemas.microsoft.com/office/drawing/2014/main" id="{24163170-CDD9-408B-A3AD-2422846AF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9" y="5977014"/>
                <a:ext cx="1320572" cy="615553"/>
              </a:xfrm>
              <a:prstGeom prst="rect">
                <a:avLst/>
              </a:prstGeom>
              <a:blipFill>
                <a:blip r:embed="rId18"/>
                <a:stretch>
                  <a:fillRect l="-1376" t="-1961" r="-917" b="-127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文字方塊 500">
                <a:extLst>
                  <a:ext uri="{FF2B5EF4-FFF2-40B4-BE49-F238E27FC236}">
                    <a16:creationId xmlns:a16="http://schemas.microsoft.com/office/drawing/2014/main" id="{0A20D504-8112-4CEA-BD24-D98D88E837EA}"/>
                  </a:ext>
                </a:extLst>
              </p:cNvPr>
              <p:cNvSpPr txBox="1"/>
              <p:nvPr/>
            </p:nvSpPr>
            <p:spPr>
              <a:xfrm>
                <a:off x="4081767" y="4186537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1" name="文字方塊 500">
                <a:extLst>
                  <a:ext uri="{FF2B5EF4-FFF2-40B4-BE49-F238E27FC236}">
                    <a16:creationId xmlns:a16="http://schemas.microsoft.com/office/drawing/2014/main" id="{0A20D504-8112-4CEA-BD24-D98D88E83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67" y="4186537"/>
                <a:ext cx="412766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099113F9-406A-4270-BA28-2D5DFAE212A6}"/>
              </a:ext>
            </a:extLst>
          </p:cNvPr>
          <p:cNvGrpSpPr/>
          <p:nvPr/>
        </p:nvGrpSpPr>
        <p:grpSpPr>
          <a:xfrm>
            <a:off x="5289712" y="595934"/>
            <a:ext cx="6972242" cy="427361"/>
            <a:chOff x="5289712" y="595934"/>
            <a:chExt cx="6972242" cy="427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矩形 440">
                  <a:extLst>
                    <a:ext uri="{FF2B5EF4-FFF2-40B4-BE49-F238E27FC236}">
                      <a16:creationId xmlns:a16="http://schemas.microsoft.com/office/drawing/2014/main" id="{C6D03F1A-DDE7-4757-8139-3504A61DA379}"/>
                    </a:ext>
                  </a:extLst>
                </p:cNvPr>
                <p:cNvSpPr/>
                <p:nvPr/>
              </p:nvSpPr>
              <p:spPr>
                <a:xfrm>
                  <a:off x="5289712" y="595934"/>
                  <a:ext cx="6972242" cy="4273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Vector vortex beam 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ℓ,−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1" name="矩形 440">
                  <a:extLst>
                    <a:ext uri="{FF2B5EF4-FFF2-40B4-BE49-F238E27FC236}">
                      <a16:creationId xmlns:a16="http://schemas.microsoft.com/office/drawing/2014/main" id="{C6D03F1A-DDE7-4757-8139-3504A61DA3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712" y="595934"/>
                  <a:ext cx="6972242" cy="427361"/>
                </a:xfrm>
                <a:prstGeom prst="rect">
                  <a:avLst/>
                </a:prstGeom>
                <a:blipFill>
                  <a:blip r:embed="rId20"/>
                  <a:stretch>
                    <a:fillRect l="-962" t="-114286" b="-16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05" name="圖形 504">
              <a:extLst>
                <a:ext uri="{FF2B5EF4-FFF2-40B4-BE49-F238E27FC236}">
                  <a16:creationId xmlns:a16="http://schemas.microsoft.com/office/drawing/2014/main" id="{E250995D-485F-4B85-A9B4-C05B5A3827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54717" r="19245"/>
            <a:stretch/>
          </p:blipFill>
          <p:spPr>
            <a:xfrm>
              <a:off x="7550397" y="701486"/>
              <a:ext cx="233506" cy="212400"/>
            </a:xfrm>
            <a:prstGeom prst="rect">
              <a:avLst/>
            </a:prstGeom>
          </p:spPr>
        </p:pic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9828D745-10F6-4D1E-BD3E-C1EBC78A9B26}"/>
              </a:ext>
            </a:extLst>
          </p:cNvPr>
          <p:cNvGrpSpPr/>
          <p:nvPr/>
        </p:nvGrpSpPr>
        <p:grpSpPr>
          <a:xfrm>
            <a:off x="1651818" y="5876870"/>
            <a:ext cx="862094" cy="583304"/>
            <a:chOff x="1555104" y="5925305"/>
            <a:chExt cx="862094" cy="583304"/>
          </a:xfrm>
        </p:grpSpPr>
        <p:grpSp>
          <p:nvGrpSpPr>
            <p:cNvPr id="572" name="群組 571">
              <a:extLst>
                <a:ext uri="{FF2B5EF4-FFF2-40B4-BE49-F238E27FC236}">
                  <a16:creationId xmlns:a16="http://schemas.microsoft.com/office/drawing/2014/main" id="{DEDA18FE-8EEF-4470-9E98-D70A3EE8A6FD}"/>
                </a:ext>
              </a:extLst>
            </p:cNvPr>
            <p:cNvGrpSpPr/>
            <p:nvPr/>
          </p:nvGrpSpPr>
          <p:grpSpPr>
            <a:xfrm>
              <a:off x="1956958" y="6132345"/>
              <a:ext cx="188539" cy="180862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575" name="箭號: 向右 574">
                <a:extLst>
                  <a:ext uri="{FF2B5EF4-FFF2-40B4-BE49-F238E27FC236}">
                    <a16:creationId xmlns:a16="http://schemas.microsoft.com/office/drawing/2014/main" id="{FBD15D53-4622-42E2-AD8F-4C72621C3B2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576" name="箭號: 向右 575">
                <a:extLst>
                  <a:ext uri="{FF2B5EF4-FFF2-40B4-BE49-F238E27FC236}">
                    <a16:creationId xmlns:a16="http://schemas.microsoft.com/office/drawing/2014/main" id="{2DC64283-2327-420E-8A0F-90F33214E51D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" name="文字方塊 572">
                  <a:extLst>
                    <a:ext uri="{FF2B5EF4-FFF2-40B4-BE49-F238E27FC236}">
                      <a16:creationId xmlns:a16="http://schemas.microsoft.com/office/drawing/2014/main" id="{25B9C667-D7B6-41B8-A36A-E065AC3BDDE9}"/>
                    </a:ext>
                  </a:extLst>
                </p:cNvPr>
                <p:cNvSpPr txBox="1"/>
                <p:nvPr/>
              </p:nvSpPr>
              <p:spPr>
                <a:xfrm>
                  <a:off x="1555104" y="5925305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3" name="文字方塊 572">
                  <a:extLst>
                    <a:ext uri="{FF2B5EF4-FFF2-40B4-BE49-F238E27FC236}">
                      <a16:creationId xmlns:a16="http://schemas.microsoft.com/office/drawing/2014/main" id="{25B9C667-D7B6-41B8-A36A-E065AC3BD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104" y="5925305"/>
                  <a:ext cx="671803" cy="308161"/>
                </a:xfrm>
                <a:prstGeom prst="rect">
                  <a:avLst/>
                </a:prstGeom>
                <a:blipFill>
                  <a:blip r:embed="rId22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4" name="文字方塊 573">
                  <a:extLst>
                    <a:ext uri="{FF2B5EF4-FFF2-40B4-BE49-F238E27FC236}">
                      <a16:creationId xmlns:a16="http://schemas.microsoft.com/office/drawing/2014/main" id="{A3954C2E-1EB7-436A-9D39-6D6BB100A7F7}"/>
                    </a:ext>
                  </a:extLst>
                </p:cNvPr>
                <p:cNvSpPr txBox="1"/>
                <p:nvPr/>
              </p:nvSpPr>
              <p:spPr>
                <a:xfrm>
                  <a:off x="1985424" y="6216221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4" name="文字方塊 573">
                  <a:extLst>
                    <a:ext uri="{FF2B5EF4-FFF2-40B4-BE49-F238E27FC236}">
                      <a16:creationId xmlns:a16="http://schemas.microsoft.com/office/drawing/2014/main" id="{A3954C2E-1EB7-436A-9D39-6D6BB100A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5424" y="6216221"/>
                  <a:ext cx="431774" cy="292388"/>
                </a:xfrm>
                <a:prstGeom prst="rect">
                  <a:avLst/>
                </a:prstGeom>
                <a:blipFill>
                  <a:blip r:embed="rId23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1" name="群組 590">
            <a:extLst>
              <a:ext uri="{FF2B5EF4-FFF2-40B4-BE49-F238E27FC236}">
                <a16:creationId xmlns:a16="http://schemas.microsoft.com/office/drawing/2014/main" id="{76B194CC-C401-4F6C-93B6-8D915FCE68ED}"/>
              </a:ext>
            </a:extLst>
          </p:cNvPr>
          <p:cNvGrpSpPr/>
          <p:nvPr/>
        </p:nvGrpSpPr>
        <p:grpSpPr>
          <a:xfrm>
            <a:off x="1421852" y="3797802"/>
            <a:ext cx="1735025" cy="863909"/>
            <a:chOff x="1339612" y="3905093"/>
            <a:chExt cx="1735025" cy="863909"/>
          </a:xfrm>
        </p:grpSpPr>
        <p:sp>
          <p:nvSpPr>
            <p:cNvPr id="593" name="矩形 592">
              <a:extLst>
                <a:ext uri="{FF2B5EF4-FFF2-40B4-BE49-F238E27FC236}">
                  <a16:creationId xmlns:a16="http://schemas.microsoft.com/office/drawing/2014/main" id="{7305898B-52F5-4344-890A-50CA0945B877}"/>
                </a:ext>
              </a:extLst>
            </p:cNvPr>
            <p:cNvSpPr/>
            <p:nvPr/>
          </p:nvSpPr>
          <p:spPr>
            <a:xfrm>
              <a:off x="1339612" y="3905093"/>
              <a:ext cx="39786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  <a:endParaRPr lang="zh-TW" alt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" name="矩形 593">
              <a:extLst>
                <a:ext uri="{FF2B5EF4-FFF2-40B4-BE49-F238E27FC236}">
                  <a16:creationId xmlns:a16="http://schemas.microsoft.com/office/drawing/2014/main" id="{02CC8D96-E985-45CA-BBAD-0ACBF198B1AC}"/>
                </a:ext>
              </a:extLst>
            </p:cNvPr>
            <p:cNvSpPr/>
            <p:nvPr/>
          </p:nvSpPr>
          <p:spPr>
            <a:xfrm>
              <a:off x="2676771" y="3923393"/>
              <a:ext cx="39786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  <a:endParaRPr lang="zh-TW" alt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5" name="群組 594">
              <a:extLst>
                <a:ext uri="{FF2B5EF4-FFF2-40B4-BE49-F238E27FC236}">
                  <a16:creationId xmlns:a16="http://schemas.microsoft.com/office/drawing/2014/main" id="{A46D217C-0755-4C2E-ACFB-A13D0A5F06C8}"/>
                </a:ext>
              </a:extLst>
            </p:cNvPr>
            <p:cNvGrpSpPr/>
            <p:nvPr/>
          </p:nvGrpSpPr>
          <p:grpSpPr>
            <a:xfrm>
              <a:off x="1574296" y="4185698"/>
              <a:ext cx="862094" cy="583304"/>
              <a:chOff x="7047875" y="5232494"/>
              <a:chExt cx="862094" cy="583304"/>
            </a:xfrm>
          </p:grpSpPr>
          <p:grpSp>
            <p:nvGrpSpPr>
              <p:cNvPr id="596" name="群組 595">
                <a:extLst>
                  <a:ext uri="{FF2B5EF4-FFF2-40B4-BE49-F238E27FC236}">
                    <a16:creationId xmlns:a16="http://schemas.microsoft.com/office/drawing/2014/main" id="{A1DC5BB2-3B29-4A24-A6F7-F70FA9DCB955}"/>
                  </a:ext>
                </a:extLst>
              </p:cNvPr>
              <p:cNvGrpSpPr/>
              <p:nvPr/>
            </p:nvGrpSpPr>
            <p:grpSpPr>
              <a:xfrm>
                <a:off x="7449729" y="5439534"/>
                <a:ext cx="188539" cy="180862"/>
                <a:chOff x="1373392" y="2391862"/>
                <a:chExt cx="479433" cy="476535"/>
              </a:xfrm>
            </p:grpSpPr>
            <p:sp>
              <p:nvSpPr>
                <p:cNvPr id="599" name="箭號: 向右 598">
                  <a:extLst>
                    <a:ext uri="{FF2B5EF4-FFF2-40B4-BE49-F238E27FC236}">
                      <a16:creationId xmlns:a16="http://schemas.microsoft.com/office/drawing/2014/main" id="{E676BAD5-F628-4FAA-BD4D-CC11E21D09C5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0" name="箭號: 向右 599">
                  <a:extLst>
                    <a:ext uri="{FF2B5EF4-FFF2-40B4-BE49-F238E27FC236}">
                      <a16:creationId xmlns:a16="http://schemas.microsoft.com/office/drawing/2014/main" id="{420645F1-A588-4D97-BA60-911E847005C1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文字方塊 596">
                    <a:extLst>
                      <a:ext uri="{FF2B5EF4-FFF2-40B4-BE49-F238E27FC236}">
                        <a16:creationId xmlns:a16="http://schemas.microsoft.com/office/drawing/2014/main" id="{1FA8FABD-47E5-46A2-A2D8-BEAE4E8E4A32}"/>
                      </a:ext>
                    </a:extLst>
                  </p:cNvPr>
                  <p:cNvSpPr txBox="1"/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文字方塊 596">
                    <a:extLst>
                      <a:ext uri="{FF2B5EF4-FFF2-40B4-BE49-F238E27FC236}">
                        <a16:creationId xmlns:a16="http://schemas.microsoft.com/office/drawing/2014/main" id="{1FA8FABD-47E5-46A2-A2D8-BEAE4E8E4A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8" name="文字方塊 597">
                    <a:extLst>
                      <a:ext uri="{FF2B5EF4-FFF2-40B4-BE49-F238E27FC236}">
                        <a16:creationId xmlns:a16="http://schemas.microsoft.com/office/drawing/2014/main" id="{21C0A50F-74B5-44CC-AD5C-06EE93B73317}"/>
                      </a:ext>
                    </a:extLst>
                  </p:cNvPr>
                  <p:cNvSpPr txBox="1"/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8" name="文字方塊 597">
                    <a:extLst>
                      <a:ext uri="{FF2B5EF4-FFF2-40B4-BE49-F238E27FC236}">
                        <a16:creationId xmlns:a16="http://schemas.microsoft.com/office/drawing/2014/main" id="{21C0A50F-74B5-44CC-AD5C-06EE93B733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A3CFF542-EC80-4494-9B15-4378B21E4920}"/>
                  </a:ext>
                </a:extLst>
              </p:cNvPr>
              <p:cNvSpPr/>
              <p:nvPr/>
            </p:nvSpPr>
            <p:spPr>
              <a:xfrm>
                <a:off x="3035547" y="3494753"/>
                <a:ext cx="8966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A3CFF542-EC80-4494-9B15-4378B21E4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547" y="3494753"/>
                <a:ext cx="896656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A3430DF4-8DFD-4C22-AA84-61A5E375FAA9}"/>
                  </a:ext>
                </a:extLst>
              </p:cNvPr>
              <p:cNvSpPr/>
              <p:nvPr/>
            </p:nvSpPr>
            <p:spPr>
              <a:xfrm>
                <a:off x="1668847" y="3494753"/>
                <a:ext cx="8815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A3430DF4-8DFD-4C22-AA84-61A5E375FA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47" y="3494753"/>
                <a:ext cx="881523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DCD47F97-B2FA-4F0A-AE13-6D20E91E370C}"/>
                  </a:ext>
                </a:extLst>
              </p:cNvPr>
              <p:cNvSpPr/>
              <p:nvPr/>
            </p:nvSpPr>
            <p:spPr>
              <a:xfrm>
                <a:off x="9707049" y="3292871"/>
                <a:ext cx="8815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DCD47F97-B2FA-4F0A-AE13-6D20E91E3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049" y="3292871"/>
                <a:ext cx="881523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3FAA5981-DCA5-4B83-9FB0-B8336BAC2931}"/>
                  </a:ext>
                </a:extLst>
              </p:cNvPr>
              <p:cNvSpPr/>
              <p:nvPr/>
            </p:nvSpPr>
            <p:spPr>
              <a:xfrm>
                <a:off x="10821474" y="3292871"/>
                <a:ext cx="8966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3FAA5981-DCA5-4B83-9FB0-B8336BAC29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474" y="3292871"/>
                <a:ext cx="896656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6" name="圖片 615">
            <a:extLst>
              <a:ext uri="{FF2B5EF4-FFF2-40B4-BE49-F238E27FC236}">
                <a16:creationId xmlns:a16="http://schemas.microsoft.com/office/drawing/2014/main" id="{8A181546-A303-4643-81CA-AFDA06BB8028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51398"/>
          <a:stretch/>
        </p:blipFill>
        <p:spPr>
          <a:xfrm>
            <a:off x="10685970" y="5683817"/>
            <a:ext cx="1080000" cy="1078659"/>
          </a:xfrm>
          <a:prstGeom prst="rect">
            <a:avLst/>
          </a:prstGeom>
        </p:spPr>
      </p:pic>
      <p:pic>
        <p:nvPicPr>
          <p:cNvPr id="617" name="圖片 616">
            <a:extLst>
              <a:ext uri="{FF2B5EF4-FFF2-40B4-BE49-F238E27FC236}">
                <a16:creationId xmlns:a16="http://schemas.microsoft.com/office/drawing/2014/main" id="{03548552-82DE-4DCB-BDDC-C3A6806AA4EB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0731"/>
          <a:stretch/>
        </p:blipFill>
        <p:spPr>
          <a:xfrm>
            <a:off x="9560054" y="5683817"/>
            <a:ext cx="1105451" cy="10891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8" name="文字方塊 617">
                <a:extLst>
                  <a:ext uri="{FF2B5EF4-FFF2-40B4-BE49-F238E27FC236}">
                    <a16:creationId xmlns:a16="http://schemas.microsoft.com/office/drawing/2014/main" id="{6A7EB1E1-EDB6-4F82-A6BF-D151D9380FE8}"/>
                  </a:ext>
                </a:extLst>
              </p:cNvPr>
              <p:cNvSpPr txBox="1"/>
              <p:nvPr/>
            </p:nvSpPr>
            <p:spPr>
              <a:xfrm>
                <a:off x="11212572" y="414418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8" name="文字方塊 617">
                <a:extLst>
                  <a:ext uri="{FF2B5EF4-FFF2-40B4-BE49-F238E27FC236}">
                    <a16:creationId xmlns:a16="http://schemas.microsoft.com/office/drawing/2014/main" id="{6A7EB1E1-EDB6-4F82-A6BF-D151D9380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2572" y="4144188"/>
                <a:ext cx="711762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0EA4E510-9FF5-4878-90ED-4AE450CEFBB8}"/>
                  </a:ext>
                </a:extLst>
              </p:cNvPr>
              <p:cNvSpPr txBox="1"/>
              <p:nvPr/>
            </p:nvSpPr>
            <p:spPr>
              <a:xfrm>
                <a:off x="7693358" y="5986718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0EA4E510-9FF5-4878-90ED-4AE450CEF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358" y="5986718"/>
                <a:ext cx="412766" cy="52322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0" name="文字方塊 619">
                <a:extLst>
                  <a:ext uri="{FF2B5EF4-FFF2-40B4-BE49-F238E27FC236}">
                    <a16:creationId xmlns:a16="http://schemas.microsoft.com/office/drawing/2014/main" id="{A57ABBFC-7457-4FA9-8ACB-C74385945A43}"/>
                  </a:ext>
                </a:extLst>
              </p:cNvPr>
              <p:cNvSpPr txBox="1"/>
              <p:nvPr/>
            </p:nvSpPr>
            <p:spPr>
              <a:xfrm>
                <a:off x="7693358" y="4825166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0" name="文字方塊 619">
                <a:extLst>
                  <a:ext uri="{FF2B5EF4-FFF2-40B4-BE49-F238E27FC236}">
                    <a16:creationId xmlns:a16="http://schemas.microsoft.com/office/drawing/2014/main" id="{A57ABBFC-7457-4FA9-8ACB-C74385945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358" y="4825166"/>
                <a:ext cx="412766" cy="52322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1" name="矩形 620">
                <a:extLst>
                  <a:ext uri="{FF2B5EF4-FFF2-40B4-BE49-F238E27FC236}">
                    <a16:creationId xmlns:a16="http://schemas.microsoft.com/office/drawing/2014/main" id="{CE06478E-AE37-4889-8E10-A769518EA9F0}"/>
                  </a:ext>
                </a:extLst>
              </p:cNvPr>
              <p:cNvSpPr/>
              <p:nvPr/>
            </p:nvSpPr>
            <p:spPr>
              <a:xfrm>
                <a:off x="7998169" y="3707249"/>
                <a:ext cx="1645450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1</m:t>
                          </m:r>
                        </m:sub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621" name="矩形 620">
                <a:extLst>
                  <a:ext uri="{FF2B5EF4-FFF2-40B4-BE49-F238E27FC236}">
                    <a16:creationId xmlns:a16="http://schemas.microsoft.com/office/drawing/2014/main" id="{CE06478E-AE37-4889-8E10-A769518EA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69" y="3707249"/>
                <a:ext cx="1645450" cy="43165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2" name="矩形 621">
                <a:extLst>
                  <a:ext uri="{FF2B5EF4-FFF2-40B4-BE49-F238E27FC236}">
                    <a16:creationId xmlns:a16="http://schemas.microsoft.com/office/drawing/2014/main" id="{0D1EF3A1-8A40-43C0-A6E3-99528CAD6A6E}"/>
                  </a:ext>
                </a:extLst>
              </p:cNvPr>
              <p:cNvSpPr/>
              <p:nvPr/>
            </p:nvSpPr>
            <p:spPr>
              <a:xfrm>
                <a:off x="8025999" y="4836477"/>
                <a:ext cx="1645450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1</m:t>
                          </m:r>
                        </m:sub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622" name="矩形 621">
                <a:extLst>
                  <a:ext uri="{FF2B5EF4-FFF2-40B4-BE49-F238E27FC236}">
                    <a16:creationId xmlns:a16="http://schemas.microsoft.com/office/drawing/2014/main" id="{0D1EF3A1-8A40-43C0-A6E3-99528CAD6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999" y="4836477"/>
                <a:ext cx="1645450" cy="43165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矩形 622">
                <a:extLst>
                  <a:ext uri="{FF2B5EF4-FFF2-40B4-BE49-F238E27FC236}">
                    <a16:creationId xmlns:a16="http://schemas.microsoft.com/office/drawing/2014/main" id="{19C21959-0CE3-44BF-AAA5-02C782B77369}"/>
                  </a:ext>
                </a:extLst>
              </p:cNvPr>
              <p:cNvSpPr/>
              <p:nvPr/>
            </p:nvSpPr>
            <p:spPr>
              <a:xfrm>
                <a:off x="8034648" y="6027301"/>
                <a:ext cx="1645450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1</m:t>
                          </m:r>
                        </m:sub>
                        <m: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623" name="矩形 622">
                <a:extLst>
                  <a:ext uri="{FF2B5EF4-FFF2-40B4-BE49-F238E27FC236}">
                    <a16:creationId xmlns:a16="http://schemas.microsoft.com/office/drawing/2014/main" id="{19C21959-0CE3-44BF-AAA5-02C782B77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648" y="6027301"/>
                <a:ext cx="1645450" cy="43165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4" name="圖片 623">
            <a:extLst>
              <a:ext uri="{FF2B5EF4-FFF2-40B4-BE49-F238E27FC236}">
                <a16:creationId xmlns:a16="http://schemas.microsoft.com/office/drawing/2014/main" id="{720F8E3F-372A-41DB-A535-4895AD01392C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11837240" y="5889758"/>
            <a:ext cx="210021" cy="777875"/>
          </a:xfrm>
          <a:prstGeom prst="rect">
            <a:avLst/>
          </a:prstGeom>
        </p:spPr>
      </p:pic>
      <p:pic>
        <p:nvPicPr>
          <p:cNvPr id="625" name="圖片 624">
            <a:extLst>
              <a:ext uri="{FF2B5EF4-FFF2-40B4-BE49-F238E27FC236}">
                <a16:creationId xmlns:a16="http://schemas.microsoft.com/office/drawing/2014/main" id="{9E448B75-1E05-4648-A6CB-D1376FF7AA79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11775136" y="4669555"/>
            <a:ext cx="257207" cy="745232"/>
          </a:xfrm>
          <a:prstGeom prst="rect">
            <a:avLst/>
          </a:prstGeom>
        </p:spPr>
      </p:pic>
      <p:pic>
        <p:nvPicPr>
          <p:cNvPr id="626" name="圖片 625">
            <a:extLst>
              <a:ext uri="{FF2B5EF4-FFF2-40B4-BE49-F238E27FC236}">
                <a16:creationId xmlns:a16="http://schemas.microsoft.com/office/drawing/2014/main" id="{08535333-C196-4BF7-9596-6835C4001F9D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11775136" y="3537391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矩形 626">
                <a:extLst>
                  <a:ext uri="{FF2B5EF4-FFF2-40B4-BE49-F238E27FC236}">
                    <a16:creationId xmlns:a16="http://schemas.microsoft.com/office/drawing/2014/main" id="{AFDB41D5-E422-4D40-BFC7-FB3675B822F8}"/>
                  </a:ext>
                </a:extLst>
              </p:cNvPr>
              <p:cNvSpPr/>
              <p:nvPr/>
            </p:nvSpPr>
            <p:spPr>
              <a:xfrm>
                <a:off x="11771766" y="3306161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27" name="矩形 626">
                <a:extLst>
                  <a:ext uri="{FF2B5EF4-FFF2-40B4-BE49-F238E27FC236}">
                    <a16:creationId xmlns:a16="http://schemas.microsoft.com/office/drawing/2014/main" id="{AFDB41D5-E422-4D40-BFC7-FB3675B82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1766" y="3306161"/>
                <a:ext cx="365805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8" name="矩形 627">
                <a:extLst>
                  <a:ext uri="{FF2B5EF4-FFF2-40B4-BE49-F238E27FC236}">
                    <a16:creationId xmlns:a16="http://schemas.microsoft.com/office/drawing/2014/main" id="{069A1790-144D-46F8-918C-8D989CF2F2DF}"/>
                  </a:ext>
                </a:extLst>
              </p:cNvPr>
              <p:cNvSpPr/>
              <p:nvPr/>
            </p:nvSpPr>
            <p:spPr>
              <a:xfrm>
                <a:off x="11771766" y="4429147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28" name="矩形 627">
                <a:extLst>
                  <a:ext uri="{FF2B5EF4-FFF2-40B4-BE49-F238E27FC236}">
                    <a16:creationId xmlns:a16="http://schemas.microsoft.com/office/drawing/2014/main" id="{069A1790-144D-46F8-918C-8D989CF2F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1766" y="4429147"/>
                <a:ext cx="365805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文字方塊 628">
                <a:extLst>
                  <a:ext uri="{FF2B5EF4-FFF2-40B4-BE49-F238E27FC236}">
                    <a16:creationId xmlns:a16="http://schemas.microsoft.com/office/drawing/2014/main" id="{825DE759-1BAD-4505-B534-411DF96BE8E8}"/>
                  </a:ext>
                </a:extLst>
              </p:cNvPr>
              <p:cNvSpPr txBox="1"/>
              <p:nvPr/>
            </p:nvSpPr>
            <p:spPr>
              <a:xfrm rot="5400000">
                <a:off x="11749507" y="463428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29" name="文字方塊 628">
                <a:extLst>
                  <a:ext uri="{FF2B5EF4-FFF2-40B4-BE49-F238E27FC236}">
                    <a16:creationId xmlns:a16="http://schemas.microsoft.com/office/drawing/2014/main" id="{825DE759-1BAD-4505-B534-411DF96BE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749507" y="4634283"/>
                <a:ext cx="385849" cy="351901"/>
              </a:xfrm>
              <a:prstGeom prst="rect">
                <a:avLst/>
              </a:prstGeom>
              <a:blipFill>
                <a:blip r:embed="rId4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0" name="文字方塊 629">
                <a:extLst>
                  <a:ext uri="{FF2B5EF4-FFF2-40B4-BE49-F238E27FC236}">
                    <a16:creationId xmlns:a16="http://schemas.microsoft.com/office/drawing/2014/main" id="{E683C1AC-EF6C-420F-8AD7-F98258DD3A14}"/>
                  </a:ext>
                </a:extLst>
              </p:cNvPr>
              <p:cNvSpPr txBox="1"/>
              <p:nvPr/>
            </p:nvSpPr>
            <p:spPr>
              <a:xfrm rot="5400000">
                <a:off x="11749507" y="348807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30" name="文字方塊 629">
                <a:extLst>
                  <a:ext uri="{FF2B5EF4-FFF2-40B4-BE49-F238E27FC236}">
                    <a16:creationId xmlns:a16="http://schemas.microsoft.com/office/drawing/2014/main" id="{E683C1AC-EF6C-420F-8AD7-F98258DD3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749507" y="3488077"/>
                <a:ext cx="385849" cy="351901"/>
              </a:xfrm>
              <a:prstGeom prst="rect">
                <a:avLst/>
              </a:prstGeom>
              <a:blipFill>
                <a:blip r:embed="rId4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28B81E4F-738B-480A-964C-48422846A4DF}"/>
                  </a:ext>
                </a:extLst>
              </p:cNvPr>
              <p:cNvSpPr/>
              <p:nvPr/>
            </p:nvSpPr>
            <p:spPr>
              <a:xfrm>
                <a:off x="11780415" y="5656746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28B81E4F-738B-480A-964C-48422846A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415" y="5656746"/>
                <a:ext cx="365805" cy="338554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3" name="矩形 632">
                <a:extLst>
                  <a:ext uri="{FF2B5EF4-FFF2-40B4-BE49-F238E27FC236}">
                    <a16:creationId xmlns:a16="http://schemas.microsoft.com/office/drawing/2014/main" id="{339282E4-A13D-40B8-8552-7FEC7189AA79}"/>
                  </a:ext>
                </a:extLst>
              </p:cNvPr>
              <p:cNvSpPr/>
              <p:nvPr/>
            </p:nvSpPr>
            <p:spPr>
              <a:xfrm>
                <a:off x="11693852" y="6524748"/>
                <a:ext cx="53893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33" name="矩形 632">
                <a:extLst>
                  <a:ext uri="{FF2B5EF4-FFF2-40B4-BE49-F238E27FC236}">
                    <a16:creationId xmlns:a16="http://schemas.microsoft.com/office/drawing/2014/main" id="{339282E4-A13D-40B8-8552-7FEC7189A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3852" y="6524748"/>
                <a:ext cx="538930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字方塊 633">
                <a:extLst>
                  <a:ext uri="{FF2B5EF4-FFF2-40B4-BE49-F238E27FC236}">
                    <a16:creationId xmlns:a16="http://schemas.microsoft.com/office/drawing/2014/main" id="{E852F1CC-BD08-44BB-BF57-1EAF8810D709}"/>
                  </a:ext>
                </a:extLst>
              </p:cNvPr>
              <p:cNvSpPr txBox="1"/>
              <p:nvPr/>
            </p:nvSpPr>
            <p:spPr>
              <a:xfrm rot="5400000">
                <a:off x="11758156" y="5857914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34" name="文字方塊 633">
                <a:extLst>
                  <a:ext uri="{FF2B5EF4-FFF2-40B4-BE49-F238E27FC236}">
                    <a16:creationId xmlns:a16="http://schemas.microsoft.com/office/drawing/2014/main" id="{E852F1CC-BD08-44BB-BF57-1EAF8810D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758156" y="5857914"/>
                <a:ext cx="385849" cy="351901"/>
              </a:xfrm>
              <a:prstGeom prst="rect">
                <a:avLst/>
              </a:prstGeom>
              <a:blipFill>
                <a:blip r:embed="rId4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矩形 644">
                <a:extLst>
                  <a:ext uri="{FF2B5EF4-FFF2-40B4-BE49-F238E27FC236}">
                    <a16:creationId xmlns:a16="http://schemas.microsoft.com/office/drawing/2014/main" id="{36A409D0-3B6F-44B0-AD2B-EACC31794B46}"/>
                  </a:ext>
                </a:extLst>
              </p:cNvPr>
              <p:cNvSpPr/>
              <p:nvPr/>
            </p:nvSpPr>
            <p:spPr>
              <a:xfrm>
                <a:off x="11685203" y="415987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5" name="矩形 644">
                <a:extLst>
                  <a:ext uri="{FF2B5EF4-FFF2-40B4-BE49-F238E27FC236}">
                    <a16:creationId xmlns:a16="http://schemas.microsoft.com/office/drawing/2014/main" id="{36A409D0-3B6F-44B0-AD2B-EACC31794B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203" y="4159874"/>
                <a:ext cx="538930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9" name="矩形 648">
                <a:extLst>
                  <a:ext uri="{FF2B5EF4-FFF2-40B4-BE49-F238E27FC236}">
                    <a16:creationId xmlns:a16="http://schemas.microsoft.com/office/drawing/2014/main" id="{253F105E-9B69-4D5E-8186-13371CF6FD8D}"/>
                  </a:ext>
                </a:extLst>
              </p:cNvPr>
              <p:cNvSpPr/>
              <p:nvPr/>
            </p:nvSpPr>
            <p:spPr>
              <a:xfrm>
                <a:off x="11685203" y="529556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9" name="矩形 648">
                <a:extLst>
                  <a:ext uri="{FF2B5EF4-FFF2-40B4-BE49-F238E27FC236}">
                    <a16:creationId xmlns:a16="http://schemas.microsoft.com/office/drawing/2014/main" id="{253F105E-9B69-4D5E-8186-13371CF6F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203" y="5295560"/>
                <a:ext cx="538930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0" name="群組 649">
            <a:extLst>
              <a:ext uri="{FF2B5EF4-FFF2-40B4-BE49-F238E27FC236}">
                <a16:creationId xmlns:a16="http://schemas.microsoft.com/office/drawing/2014/main" id="{E57619B3-F9C5-46E7-B1FB-189EBE4F1E3D}"/>
              </a:ext>
            </a:extLst>
          </p:cNvPr>
          <p:cNvGrpSpPr/>
          <p:nvPr/>
        </p:nvGrpSpPr>
        <p:grpSpPr>
          <a:xfrm>
            <a:off x="10794640" y="3561097"/>
            <a:ext cx="862094" cy="583304"/>
            <a:chOff x="7047875" y="5232494"/>
            <a:chExt cx="862094" cy="583304"/>
          </a:xfrm>
        </p:grpSpPr>
        <p:grpSp>
          <p:nvGrpSpPr>
            <p:cNvPr id="652" name="群組 651">
              <a:extLst>
                <a:ext uri="{FF2B5EF4-FFF2-40B4-BE49-F238E27FC236}">
                  <a16:creationId xmlns:a16="http://schemas.microsoft.com/office/drawing/2014/main" id="{314A43EF-ED3B-4F9E-8D90-3724136AA79F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658" name="箭號: 向右 657">
                <a:extLst>
                  <a:ext uri="{FF2B5EF4-FFF2-40B4-BE49-F238E27FC236}">
                    <a16:creationId xmlns:a16="http://schemas.microsoft.com/office/drawing/2014/main" id="{510E4AB1-10A7-45C1-8926-F7525FC1816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659" name="箭號: 向右 658">
                <a:extLst>
                  <a:ext uri="{FF2B5EF4-FFF2-40B4-BE49-F238E27FC236}">
                    <a16:creationId xmlns:a16="http://schemas.microsoft.com/office/drawing/2014/main" id="{F1C8E4A7-5114-4FA6-9127-EAAC1351C0D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3" name="文字方塊 652">
                  <a:extLst>
                    <a:ext uri="{FF2B5EF4-FFF2-40B4-BE49-F238E27FC236}">
                      <a16:creationId xmlns:a16="http://schemas.microsoft.com/office/drawing/2014/main" id="{5C6DFFB0-D4F9-4412-BE08-4DB9D2A656B5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53" name="文字方塊 652">
                  <a:extLst>
                    <a:ext uri="{FF2B5EF4-FFF2-40B4-BE49-F238E27FC236}">
                      <a16:creationId xmlns:a16="http://schemas.microsoft.com/office/drawing/2014/main" id="{5C6DFFB0-D4F9-4412-BE08-4DB9D2A65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4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5" name="文字方塊 654">
                  <a:extLst>
                    <a:ext uri="{FF2B5EF4-FFF2-40B4-BE49-F238E27FC236}">
                      <a16:creationId xmlns:a16="http://schemas.microsoft.com/office/drawing/2014/main" id="{D417EC72-C99E-48BB-B4C2-0AAF22EBDE91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55" name="文字方塊 654">
                  <a:extLst>
                    <a:ext uri="{FF2B5EF4-FFF2-40B4-BE49-F238E27FC236}">
                      <a16:creationId xmlns:a16="http://schemas.microsoft.com/office/drawing/2014/main" id="{D417EC72-C99E-48BB-B4C2-0AAF22EBDE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4" name="文字方塊 673">
                <a:extLst>
                  <a:ext uri="{FF2B5EF4-FFF2-40B4-BE49-F238E27FC236}">
                    <a16:creationId xmlns:a16="http://schemas.microsoft.com/office/drawing/2014/main" id="{44C42686-6B3D-402F-87D4-8C33AF905510}"/>
                  </a:ext>
                </a:extLst>
              </p:cNvPr>
              <p:cNvSpPr txBox="1"/>
              <p:nvPr/>
            </p:nvSpPr>
            <p:spPr>
              <a:xfrm>
                <a:off x="7693358" y="3751109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4" name="文字方塊 673">
                <a:extLst>
                  <a:ext uri="{FF2B5EF4-FFF2-40B4-BE49-F238E27FC236}">
                    <a16:creationId xmlns:a16="http://schemas.microsoft.com/office/drawing/2014/main" id="{44C42686-6B3D-402F-87D4-8C33AF905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358" y="3751109"/>
                <a:ext cx="412766" cy="52322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3295379-0D9C-4B47-BE41-314C7F7C7F4D}"/>
                  </a:ext>
                </a:extLst>
              </p:cNvPr>
              <p:cNvSpPr/>
              <p:nvPr/>
            </p:nvSpPr>
            <p:spPr>
              <a:xfrm>
                <a:off x="4537076" y="3741696"/>
                <a:ext cx="720724" cy="35984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3295379-0D9C-4B47-BE41-314C7F7C7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3741696"/>
                <a:ext cx="720724" cy="35984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6" name="矩形 675">
            <a:extLst>
              <a:ext uri="{FF2B5EF4-FFF2-40B4-BE49-F238E27FC236}">
                <a16:creationId xmlns:a16="http://schemas.microsoft.com/office/drawing/2014/main" id="{F6534DF6-830C-47CB-AA5F-09643E5DF0E9}"/>
              </a:ext>
            </a:extLst>
          </p:cNvPr>
          <p:cNvSpPr/>
          <p:nvPr/>
        </p:nvSpPr>
        <p:spPr>
          <a:xfrm>
            <a:off x="4537076" y="4103366"/>
            <a:ext cx="1906904" cy="3598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(winding number=2)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矩形 676">
            <a:extLst>
              <a:ext uri="{FF2B5EF4-FFF2-40B4-BE49-F238E27FC236}">
                <a16:creationId xmlns:a16="http://schemas.microsoft.com/office/drawing/2014/main" id="{461AF452-8ABB-48DA-9052-9224A6165E82}"/>
              </a:ext>
            </a:extLst>
          </p:cNvPr>
          <p:cNvSpPr/>
          <p:nvPr/>
        </p:nvSpPr>
        <p:spPr>
          <a:xfrm>
            <a:off x="4537076" y="5230203"/>
            <a:ext cx="1906904" cy="3598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(winding number=2)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79" name="群組 678">
            <a:extLst>
              <a:ext uri="{FF2B5EF4-FFF2-40B4-BE49-F238E27FC236}">
                <a16:creationId xmlns:a16="http://schemas.microsoft.com/office/drawing/2014/main" id="{DDD14FD8-E99D-4FFD-ABE0-AC1051439AC5}"/>
              </a:ext>
            </a:extLst>
          </p:cNvPr>
          <p:cNvGrpSpPr/>
          <p:nvPr/>
        </p:nvGrpSpPr>
        <p:grpSpPr>
          <a:xfrm>
            <a:off x="922009" y="2950524"/>
            <a:ext cx="1860094" cy="413511"/>
            <a:chOff x="7426686" y="595934"/>
            <a:chExt cx="1860094" cy="413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0" name="矩形 679">
                  <a:extLst>
                    <a:ext uri="{FF2B5EF4-FFF2-40B4-BE49-F238E27FC236}">
                      <a16:creationId xmlns:a16="http://schemas.microsoft.com/office/drawing/2014/main" id="{6D408C5F-0896-465A-A02D-B862C3976634}"/>
                    </a:ext>
                  </a:extLst>
                </p:cNvPr>
                <p:cNvSpPr/>
                <p:nvPr/>
              </p:nvSpPr>
              <p:spPr>
                <a:xfrm>
                  <a:off x="7426686" y="595934"/>
                  <a:ext cx="1860094" cy="41351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−1, −1, 1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0" name="矩形 679">
                  <a:extLst>
                    <a:ext uri="{FF2B5EF4-FFF2-40B4-BE49-F238E27FC236}">
                      <a16:creationId xmlns:a16="http://schemas.microsoft.com/office/drawing/2014/main" id="{6D408C5F-0896-465A-A02D-B862C39766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686" y="595934"/>
                  <a:ext cx="1860094" cy="413511"/>
                </a:xfrm>
                <a:prstGeom prst="rect">
                  <a:avLst/>
                </a:prstGeom>
                <a:blipFill>
                  <a:blip r:embed="rId50"/>
                  <a:stretch>
                    <a:fillRect b="-88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81" name="圖形 680">
              <a:extLst>
                <a:ext uri="{FF2B5EF4-FFF2-40B4-BE49-F238E27FC236}">
                  <a16:creationId xmlns:a16="http://schemas.microsoft.com/office/drawing/2014/main" id="{F60F7541-B10A-4113-A2DF-8E15D09439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54717" r="19245"/>
            <a:stretch/>
          </p:blipFill>
          <p:spPr>
            <a:xfrm>
              <a:off x="7550397" y="701486"/>
              <a:ext cx="233506" cy="212400"/>
            </a:xfrm>
            <a:prstGeom prst="rect">
              <a:avLst/>
            </a:prstGeom>
          </p:spPr>
        </p:pic>
      </p:grpSp>
      <p:sp>
        <p:nvSpPr>
          <p:cNvPr id="682" name="矩形 681">
            <a:extLst>
              <a:ext uri="{FF2B5EF4-FFF2-40B4-BE49-F238E27FC236}">
                <a16:creationId xmlns:a16="http://schemas.microsoft.com/office/drawing/2014/main" id="{D40B5D6C-F436-4227-A5C6-BAE9F563DEDC}"/>
              </a:ext>
            </a:extLst>
          </p:cNvPr>
          <p:cNvSpPr/>
          <p:nvPr/>
        </p:nvSpPr>
        <p:spPr>
          <a:xfrm>
            <a:off x="7701630" y="2957306"/>
            <a:ext cx="4480847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4" name="矩形 683">
                <a:extLst>
                  <a:ext uri="{FF2B5EF4-FFF2-40B4-BE49-F238E27FC236}">
                    <a16:creationId xmlns:a16="http://schemas.microsoft.com/office/drawing/2014/main" id="{48429337-C6E3-4D6F-B62C-D944FE8A217F}"/>
                  </a:ext>
                </a:extLst>
              </p:cNvPr>
              <p:cNvSpPr/>
              <p:nvPr/>
            </p:nvSpPr>
            <p:spPr>
              <a:xfrm>
                <a:off x="5413724" y="2969503"/>
                <a:ext cx="680507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84" name="矩形 683">
                <a:extLst>
                  <a:ext uri="{FF2B5EF4-FFF2-40B4-BE49-F238E27FC236}">
                    <a16:creationId xmlns:a16="http://schemas.microsoft.com/office/drawing/2014/main" id="{48429337-C6E3-4D6F-B62C-D944FE8A2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24" y="2969503"/>
                <a:ext cx="680507" cy="37555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5" name="矩形 684">
            <a:extLst>
              <a:ext uri="{FF2B5EF4-FFF2-40B4-BE49-F238E27FC236}">
                <a16:creationId xmlns:a16="http://schemas.microsoft.com/office/drawing/2014/main" id="{8766E9E0-F255-4A32-BC21-40EF481B1AAC}"/>
              </a:ext>
            </a:extLst>
          </p:cNvPr>
          <p:cNvSpPr/>
          <p:nvPr/>
        </p:nvSpPr>
        <p:spPr>
          <a:xfrm>
            <a:off x="5348415" y="982720"/>
            <a:ext cx="126828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" name="矩形 685">
            <a:extLst>
              <a:ext uri="{FF2B5EF4-FFF2-40B4-BE49-F238E27FC236}">
                <a16:creationId xmlns:a16="http://schemas.microsoft.com/office/drawing/2014/main" id="{6C099761-8D36-4962-B03D-46621968378E}"/>
              </a:ext>
            </a:extLst>
          </p:cNvPr>
          <p:cNvSpPr/>
          <p:nvPr/>
        </p:nvSpPr>
        <p:spPr>
          <a:xfrm>
            <a:off x="5348415" y="2006679"/>
            <a:ext cx="126828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 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7" name="矩形 686">
                <a:extLst>
                  <a:ext uri="{FF2B5EF4-FFF2-40B4-BE49-F238E27FC236}">
                    <a16:creationId xmlns:a16="http://schemas.microsoft.com/office/drawing/2014/main" id="{9C37AB84-5FDE-43F1-87A5-C3B68EAF79D9}"/>
                  </a:ext>
                </a:extLst>
              </p:cNvPr>
              <p:cNvSpPr/>
              <p:nvPr/>
            </p:nvSpPr>
            <p:spPr>
              <a:xfrm>
                <a:off x="5448300" y="1291681"/>
                <a:ext cx="5362576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7" name="矩形 686">
                <a:extLst>
                  <a:ext uri="{FF2B5EF4-FFF2-40B4-BE49-F238E27FC236}">
                    <a16:creationId xmlns:a16="http://schemas.microsoft.com/office/drawing/2014/main" id="{9C37AB84-5FDE-43F1-87A5-C3B68EAF79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1291681"/>
                <a:ext cx="5362576" cy="645561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8" name="矩形 687">
                <a:extLst>
                  <a:ext uri="{FF2B5EF4-FFF2-40B4-BE49-F238E27FC236}">
                    <a16:creationId xmlns:a16="http://schemas.microsoft.com/office/drawing/2014/main" id="{662491BB-DFB4-4361-9C8A-064DBDFFAF93}"/>
                  </a:ext>
                </a:extLst>
              </p:cNvPr>
              <p:cNvSpPr/>
              <p:nvPr/>
            </p:nvSpPr>
            <p:spPr>
              <a:xfrm>
                <a:off x="5448300" y="2305703"/>
                <a:ext cx="2788007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8" name="矩形 687">
                <a:extLst>
                  <a:ext uri="{FF2B5EF4-FFF2-40B4-BE49-F238E27FC236}">
                    <a16:creationId xmlns:a16="http://schemas.microsoft.com/office/drawing/2014/main" id="{662491BB-DFB4-4361-9C8A-064DBDFFAF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305703"/>
                <a:ext cx="2788007" cy="645561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4" name="直線接點 693">
            <a:extLst>
              <a:ext uri="{FF2B5EF4-FFF2-40B4-BE49-F238E27FC236}">
                <a16:creationId xmlns:a16="http://schemas.microsoft.com/office/drawing/2014/main" id="{E47F0A12-292E-49F8-B626-3B931AB516DB}"/>
              </a:ext>
            </a:extLst>
          </p:cNvPr>
          <p:cNvCxnSpPr>
            <a:cxnSpLocks/>
          </p:cNvCxnSpPr>
          <p:nvPr/>
        </p:nvCxnSpPr>
        <p:spPr>
          <a:xfrm>
            <a:off x="-23149" y="5605285"/>
            <a:ext cx="122382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F3EE6A0-34AD-4C86-96DD-03CBAB4BA07F}"/>
                  </a:ext>
                </a:extLst>
              </p:cNvPr>
              <p:cNvSpPr/>
              <p:nvPr/>
            </p:nvSpPr>
            <p:spPr>
              <a:xfrm>
                <a:off x="4537076" y="6498158"/>
                <a:ext cx="1994353" cy="35394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(winding number</a:t>
                </a:r>
                <a14:m>
                  <m:oMath xmlns:m="http://schemas.openxmlformats.org/officeDocument/2006/math"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F3EE6A0-34AD-4C86-96DD-03CBAB4BA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6498158"/>
                <a:ext cx="1994353" cy="353943"/>
              </a:xfrm>
              <a:prstGeom prst="rect">
                <a:avLst/>
              </a:prstGeom>
              <a:blipFill>
                <a:blip r:embed="rId54"/>
                <a:stretch>
                  <a:fillRect l="-1829" t="-5085" r="-5183"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91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群組 516">
            <a:extLst>
              <a:ext uri="{FF2B5EF4-FFF2-40B4-BE49-F238E27FC236}">
                <a16:creationId xmlns:a16="http://schemas.microsoft.com/office/drawing/2014/main" id="{0C0BFBDA-AA9C-4B89-9EBE-921EA99B0940}"/>
              </a:ext>
            </a:extLst>
          </p:cNvPr>
          <p:cNvGrpSpPr/>
          <p:nvPr/>
        </p:nvGrpSpPr>
        <p:grpSpPr>
          <a:xfrm>
            <a:off x="6303892" y="3306559"/>
            <a:ext cx="1230582" cy="1149254"/>
            <a:chOff x="4011072" y="4660900"/>
            <a:chExt cx="1767692" cy="1650868"/>
          </a:xfrm>
        </p:grpSpPr>
        <p:grpSp>
          <p:nvGrpSpPr>
            <p:cNvPr id="518" name="群組 517">
              <a:extLst>
                <a:ext uri="{FF2B5EF4-FFF2-40B4-BE49-F238E27FC236}">
                  <a16:creationId xmlns:a16="http://schemas.microsoft.com/office/drawing/2014/main" id="{FC29CE52-1163-48B3-80BC-CB69F27AC0CF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520" name="圖片 519">
                <a:extLst>
                  <a:ext uri="{FF2B5EF4-FFF2-40B4-BE49-F238E27FC236}">
                    <a16:creationId xmlns:a16="http://schemas.microsoft.com/office/drawing/2014/main" id="{0BFEC4ED-7B88-4597-907C-A0907A56CE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521" name="矩形 520">
                <a:extLst>
                  <a:ext uri="{FF2B5EF4-FFF2-40B4-BE49-F238E27FC236}">
                    <a16:creationId xmlns:a16="http://schemas.microsoft.com/office/drawing/2014/main" id="{4BCABBFB-99DB-448B-BC91-37ED7ABD0CE4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9" name="矩形 518">
              <a:extLst>
                <a:ext uri="{FF2B5EF4-FFF2-40B4-BE49-F238E27FC236}">
                  <a16:creationId xmlns:a16="http://schemas.microsoft.com/office/drawing/2014/main" id="{D9DD664A-E079-4F68-9DCE-39EEF7E0A02F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533" name="圖片 532">
            <a:extLst>
              <a:ext uri="{FF2B5EF4-FFF2-40B4-BE49-F238E27FC236}">
                <a16:creationId xmlns:a16="http://schemas.microsoft.com/office/drawing/2014/main" id="{17814A42-DBC7-49B9-91C0-A8C4782083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50"/>
          <a:stretch/>
        </p:blipFill>
        <p:spPr>
          <a:xfrm>
            <a:off x="1453740" y="5606875"/>
            <a:ext cx="1250455" cy="1252800"/>
          </a:xfrm>
          <a:prstGeom prst="rect">
            <a:avLst/>
          </a:prstGeom>
        </p:spPr>
      </p:pic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Mismatched with winding number : Directional excitation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B4001770-037B-4B7A-97FA-68FF6944D086}"/>
                  </a:ext>
                </a:extLst>
              </p:cNvPr>
              <p:cNvSpPr txBox="1"/>
              <p:nvPr/>
            </p:nvSpPr>
            <p:spPr>
              <a:xfrm>
                <a:off x="7519186" y="6037518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B4001770-037B-4B7A-97FA-68FF6944D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186" y="6037518"/>
                <a:ext cx="41276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6CC14C59-F44F-4A3F-8010-38D19420F4E4}"/>
              </a:ext>
            </a:extLst>
          </p:cNvPr>
          <p:cNvSpPr txBox="1"/>
          <p:nvPr/>
        </p:nvSpPr>
        <p:spPr>
          <a:xfrm>
            <a:off x="0" y="646926"/>
            <a:ext cx="5289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fr-FR" altLang="zh-TW" sz="1600" dirty="0"/>
              <a:t>O. J. G. Sanchez, G.-H. Peng </a:t>
            </a:r>
            <a:r>
              <a:rPr lang="fr-FR" altLang="zh-TW" sz="1600" i="1" dirty="0"/>
              <a:t>et al.</a:t>
            </a:r>
            <a:r>
              <a:rPr lang="fr-FR" altLang="zh-TW" sz="1600" dirty="0"/>
              <a:t>, </a:t>
            </a:r>
            <a:r>
              <a:rPr lang="fr-FR" altLang="zh-TW" sz="1600" i="1" dirty="0"/>
              <a:t>ACS Nano</a:t>
            </a:r>
            <a:r>
              <a:rPr lang="fr-FR" altLang="zh-TW" sz="1600" dirty="0"/>
              <a:t> </a:t>
            </a:r>
            <a:r>
              <a:rPr lang="fr-FR" altLang="zh-TW" sz="1600" b="1" dirty="0"/>
              <a:t>18</a:t>
            </a:r>
            <a:r>
              <a:rPr lang="fr-FR" altLang="zh-TW" sz="1600" dirty="0"/>
              <a:t>, 11425 (2024)</a:t>
            </a:r>
            <a:r>
              <a:rPr lang="en-US" altLang="zh-TW" sz="1600" dirty="0"/>
              <a:t>,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transition rate is obtained as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43CEF1CE-9950-4800-85D0-7137282E54C9}"/>
                  </a:ext>
                </a:extLst>
              </p:cNvPr>
              <p:cNvSpPr/>
              <p:nvPr/>
            </p:nvSpPr>
            <p:spPr>
              <a:xfrm>
                <a:off x="-57008" y="1402647"/>
                <a:ext cx="5274393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43CEF1CE-9950-4800-85D0-7137282E5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008" y="1402647"/>
                <a:ext cx="5274393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65ABCC3D-3F78-4994-9B58-E1D466176E48}"/>
              </a:ext>
            </a:extLst>
          </p:cNvPr>
          <p:cNvGrpSpPr/>
          <p:nvPr/>
        </p:nvGrpSpPr>
        <p:grpSpPr>
          <a:xfrm>
            <a:off x="580570" y="2241711"/>
            <a:ext cx="4091633" cy="472886"/>
            <a:chOff x="3273993" y="1333588"/>
            <a:chExt cx="4091633" cy="472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FE74ABB1-D276-4C12-BACD-7E839644EAED}"/>
                    </a:ext>
                  </a:extLst>
                </p:cNvPr>
                <p:cNvSpPr/>
                <p:nvPr/>
              </p:nvSpPr>
              <p:spPr>
                <a:xfrm>
                  <a:off x="3273993" y="1333588"/>
                  <a:ext cx="4091633" cy="472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FE74ABB1-D276-4C12-BACD-7E839644EA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993" y="1333588"/>
                  <a:ext cx="4091633" cy="47288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7" name="圖形 176">
              <a:extLst>
                <a:ext uri="{FF2B5EF4-FFF2-40B4-BE49-F238E27FC236}">
                  <a16:creationId xmlns:a16="http://schemas.microsoft.com/office/drawing/2014/main" id="{0B4CE466-D140-4A4B-A7C5-3CCD3978BC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54717" r="19245"/>
            <a:stretch/>
          </p:blipFill>
          <p:spPr>
            <a:xfrm>
              <a:off x="5090795" y="1469763"/>
              <a:ext cx="233506" cy="212400"/>
            </a:xfrm>
            <a:prstGeom prst="rect">
              <a:avLst/>
            </a:prstGeom>
          </p:spPr>
        </p:pic>
      </p:grpSp>
      <p:sp>
        <p:nvSpPr>
          <p:cNvPr id="248" name="矩形 247">
            <a:extLst>
              <a:ext uri="{FF2B5EF4-FFF2-40B4-BE49-F238E27FC236}">
                <a16:creationId xmlns:a16="http://schemas.microsoft.com/office/drawing/2014/main" id="{A392BAEB-0F4C-461B-9F5C-03FB60D89421}"/>
              </a:ext>
            </a:extLst>
          </p:cNvPr>
          <p:cNvSpPr/>
          <p:nvPr/>
        </p:nvSpPr>
        <p:spPr>
          <a:xfrm>
            <a:off x="-4272" y="2957307"/>
            <a:ext cx="430957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24253806-D6FF-4EF8-9ADC-5D164AEDC946}"/>
                  </a:ext>
                </a:extLst>
              </p:cNvPr>
              <p:cNvSpPr txBox="1"/>
              <p:nvPr/>
            </p:nvSpPr>
            <p:spPr>
              <a:xfrm>
                <a:off x="3675367" y="6037518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24253806-D6FF-4EF8-9ADC-5D164AEDC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367" y="6037518"/>
                <a:ext cx="41276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文字方塊 300">
                <a:extLst>
                  <a:ext uri="{FF2B5EF4-FFF2-40B4-BE49-F238E27FC236}">
                    <a16:creationId xmlns:a16="http://schemas.microsoft.com/office/drawing/2014/main" id="{574F51D6-5528-4A53-8840-8DF8C2F60482}"/>
                  </a:ext>
                </a:extLst>
              </p:cNvPr>
              <p:cNvSpPr txBox="1"/>
              <p:nvPr/>
            </p:nvSpPr>
            <p:spPr>
              <a:xfrm>
                <a:off x="7519186" y="4300837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1" name="文字方塊 300">
                <a:extLst>
                  <a:ext uri="{FF2B5EF4-FFF2-40B4-BE49-F238E27FC236}">
                    <a16:creationId xmlns:a16="http://schemas.microsoft.com/office/drawing/2014/main" id="{574F51D6-5528-4A53-8840-8DF8C2F60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186" y="4300837"/>
                <a:ext cx="4127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3" name="直線接點 302">
            <a:extLst>
              <a:ext uri="{FF2B5EF4-FFF2-40B4-BE49-F238E27FC236}">
                <a16:creationId xmlns:a16="http://schemas.microsoft.com/office/drawing/2014/main" id="{43515E0F-4D56-4001-A6C6-8724FEA1E9CE}"/>
              </a:ext>
            </a:extLst>
          </p:cNvPr>
          <p:cNvCxnSpPr>
            <a:cxnSpLocks/>
          </p:cNvCxnSpPr>
          <p:nvPr/>
        </p:nvCxnSpPr>
        <p:spPr>
          <a:xfrm>
            <a:off x="5314950" y="619338"/>
            <a:ext cx="0" cy="247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4" name="矩形 303">
            <a:extLst>
              <a:ext uri="{FF2B5EF4-FFF2-40B4-BE49-F238E27FC236}">
                <a16:creationId xmlns:a16="http://schemas.microsoft.com/office/drawing/2014/main" id="{86CB16E3-1AD5-4C7E-A856-3329C529116D}"/>
              </a:ext>
            </a:extLst>
          </p:cNvPr>
          <p:cNvSpPr/>
          <p:nvPr/>
        </p:nvSpPr>
        <p:spPr>
          <a:xfrm>
            <a:off x="5348415" y="982720"/>
            <a:ext cx="126828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240E49D4-BF0B-42CF-96E9-21ADCDD81ACD}"/>
              </a:ext>
            </a:extLst>
          </p:cNvPr>
          <p:cNvSpPr/>
          <p:nvPr/>
        </p:nvSpPr>
        <p:spPr>
          <a:xfrm>
            <a:off x="5348415" y="2006679"/>
            <a:ext cx="126828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 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文字方塊 323">
                <a:extLst>
                  <a:ext uri="{FF2B5EF4-FFF2-40B4-BE49-F238E27FC236}">
                    <a16:creationId xmlns:a16="http://schemas.microsoft.com/office/drawing/2014/main" id="{E00CD264-51BA-483A-8A28-DA337B39D046}"/>
                  </a:ext>
                </a:extLst>
              </p:cNvPr>
              <p:cNvSpPr txBox="1"/>
              <p:nvPr/>
            </p:nvSpPr>
            <p:spPr>
              <a:xfrm>
                <a:off x="3675367" y="4300837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4" name="文字方塊 323">
                <a:extLst>
                  <a:ext uri="{FF2B5EF4-FFF2-40B4-BE49-F238E27FC236}">
                    <a16:creationId xmlns:a16="http://schemas.microsoft.com/office/drawing/2014/main" id="{E00CD264-51BA-483A-8A28-DA337B39D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367" y="4300837"/>
                <a:ext cx="41276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5" name="群組 384">
            <a:extLst>
              <a:ext uri="{FF2B5EF4-FFF2-40B4-BE49-F238E27FC236}">
                <a16:creationId xmlns:a16="http://schemas.microsoft.com/office/drawing/2014/main" id="{F8605A0B-48A2-4A30-8B72-B3EBF832D0DF}"/>
              </a:ext>
            </a:extLst>
          </p:cNvPr>
          <p:cNvGrpSpPr/>
          <p:nvPr/>
        </p:nvGrpSpPr>
        <p:grpSpPr>
          <a:xfrm>
            <a:off x="5289712" y="595934"/>
            <a:ext cx="6972242" cy="427361"/>
            <a:chOff x="5289712" y="595934"/>
            <a:chExt cx="6972242" cy="427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矩形 385">
                  <a:extLst>
                    <a:ext uri="{FF2B5EF4-FFF2-40B4-BE49-F238E27FC236}">
                      <a16:creationId xmlns:a16="http://schemas.microsoft.com/office/drawing/2014/main" id="{8B4A3732-D357-4924-9938-251717FE91A2}"/>
                    </a:ext>
                  </a:extLst>
                </p:cNvPr>
                <p:cNvSpPr/>
                <p:nvPr/>
              </p:nvSpPr>
              <p:spPr>
                <a:xfrm>
                  <a:off x="5289712" y="595934"/>
                  <a:ext cx="6972242" cy="4273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Vector vortex beam 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ℓ,−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6" name="矩形 385">
                  <a:extLst>
                    <a:ext uri="{FF2B5EF4-FFF2-40B4-BE49-F238E27FC236}">
                      <a16:creationId xmlns:a16="http://schemas.microsoft.com/office/drawing/2014/main" id="{8B4A3732-D357-4924-9938-251717FE91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712" y="595934"/>
                  <a:ext cx="6972242" cy="427361"/>
                </a:xfrm>
                <a:prstGeom prst="rect">
                  <a:avLst/>
                </a:prstGeom>
                <a:blipFill>
                  <a:blip r:embed="rId14"/>
                  <a:stretch>
                    <a:fillRect l="-962" t="-114286" b="-16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87" name="圖形 386">
              <a:extLst>
                <a:ext uri="{FF2B5EF4-FFF2-40B4-BE49-F238E27FC236}">
                  <a16:creationId xmlns:a16="http://schemas.microsoft.com/office/drawing/2014/main" id="{C1C5204C-7352-4A9C-AB8C-EEAB016E59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54717" r="19245"/>
            <a:stretch/>
          </p:blipFill>
          <p:spPr>
            <a:xfrm>
              <a:off x="7550397" y="701486"/>
              <a:ext cx="233506" cy="212400"/>
            </a:xfrm>
            <a:prstGeom prst="rect">
              <a:avLst/>
            </a:prstGeom>
          </p:spPr>
        </p:pic>
      </p:grpSp>
      <p:grpSp>
        <p:nvGrpSpPr>
          <p:cNvPr id="426" name="群組 425">
            <a:extLst>
              <a:ext uri="{FF2B5EF4-FFF2-40B4-BE49-F238E27FC236}">
                <a16:creationId xmlns:a16="http://schemas.microsoft.com/office/drawing/2014/main" id="{20ACB48F-B52D-40BC-81FB-243C08CAC42B}"/>
              </a:ext>
            </a:extLst>
          </p:cNvPr>
          <p:cNvGrpSpPr/>
          <p:nvPr/>
        </p:nvGrpSpPr>
        <p:grpSpPr>
          <a:xfrm>
            <a:off x="1648896" y="5868934"/>
            <a:ext cx="862094" cy="583304"/>
            <a:chOff x="1555104" y="5925305"/>
            <a:chExt cx="862094" cy="583304"/>
          </a:xfrm>
        </p:grpSpPr>
        <p:grpSp>
          <p:nvGrpSpPr>
            <p:cNvPr id="427" name="群組 426">
              <a:extLst>
                <a:ext uri="{FF2B5EF4-FFF2-40B4-BE49-F238E27FC236}">
                  <a16:creationId xmlns:a16="http://schemas.microsoft.com/office/drawing/2014/main" id="{A3FC3406-D2B8-4698-88BE-ED920102AD11}"/>
                </a:ext>
              </a:extLst>
            </p:cNvPr>
            <p:cNvGrpSpPr/>
            <p:nvPr/>
          </p:nvGrpSpPr>
          <p:grpSpPr>
            <a:xfrm>
              <a:off x="1956958" y="6132345"/>
              <a:ext cx="188539" cy="180862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430" name="箭號: 向右 429">
                <a:extLst>
                  <a:ext uri="{FF2B5EF4-FFF2-40B4-BE49-F238E27FC236}">
                    <a16:creationId xmlns:a16="http://schemas.microsoft.com/office/drawing/2014/main" id="{17AB7907-D146-475B-8120-88D0232CD86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箭號: 向右 430">
                <a:extLst>
                  <a:ext uri="{FF2B5EF4-FFF2-40B4-BE49-F238E27FC236}">
                    <a16:creationId xmlns:a16="http://schemas.microsoft.com/office/drawing/2014/main" id="{C93E87F0-0F67-4460-BFC4-A4F4F1D4BC6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8" name="文字方塊 427">
                  <a:extLst>
                    <a:ext uri="{FF2B5EF4-FFF2-40B4-BE49-F238E27FC236}">
                      <a16:creationId xmlns:a16="http://schemas.microsoft.com/office/drawing/2014/main" id="{C03E3070-0FE8-4663-8524-921D60B11EBC}"/>
                    </a:ext>
                  </a:extLst>
                </p:cNvPr>
                <p:cNvSpPr txBox="1"/>
                <p:nvPr/>
              </p:nvSpPr>
              <p:spPr>
                <a:xfrm>
                  <a:off x="1555104" y="5925305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8" name="文字方塊 427">
                  <a:extLst>
                    <a:ext uri="{FF2B5EF4-FFF2-40B4-BE49-F238E27FC236}">
                      <a16:creationId xmlns:a16="http://schemas.microsoft.com/office/drawing/2014/main" id="{C03E3070-0FE8-4663-8524-921D60B11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104" y="5925305"/>
                  <a:ext cx="671803" cy="308161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9" name="文字方塊 428">
                  <a:extLst>
                    <a:ext uri="{FF2B5EF4-FFF2-40B4-BE49-F238E27FC236}">
                      <a16:creationId xmlns:a16="http://schemas.microsoft.com/office/drawing/2014/main" id="{3AA7818C-44A2-4162-B1E5-0C26970752BC}"/>
                    </a:ext>
                  </a:extLst>
                </p:cNvPr>
                <p:cNvSpPr txBox="1"/>
                <p:nvPr/>
              </p:nvSpPr>
              <p:spPr>
                <a:xfrm>
                  <a:off x="1985424" y="6216221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9" name="文字方塊 428">
                  <a:extLst>
                    <a:ext uri="{FF2B5EF4-FFF2-40B4-BE49-F238E27FC236}">
                      <a16:creationId xmlns:a16="http://schemas.microsoft.com/office/drawing/2014/main" id="{3AA7818C-44A2-4162-B1E5-0C26970752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5424" y="6216221"/>
                  <a:ext cx="431774" cy="292388"/>
                </a:xfrm>
                <a:prstGeom prst="rect">
                  <a:avLst/>
                </a:prstGeom>
                <a:blipFill>
                  <a:blip r:embed="rId16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4" name="群組 433">
            <a:extLst>
              <a:ext uri="{FF2B5EF4-FFF2-40B4-BE49-F238E27FC236}">
                <a16:creationId xmlns:a16="http://schemas.microsoft.com/office/drawing/2014/main" id="{2FD40D4D-0CF4-47DB-AAEA-2F8D9E513B63}"/>
              </a:ext>
            </a:extLst>
          </p:cNvPr>
          <p:cNvGrpSpPr/>
          <p:nvPr/>
        </p:nvGrpSpPr>
        <p:grpSpPr>
          <a:xfrm>
            <a:off x="922009" y="2950524"/>
            <a:ext cx="1860094" cy="413511"/>
            <a:chOff x="7426686" y="595934"/>
            <a:chExt cx="1860094" cy="413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矩形 434">
                  <a:extLst>
                    <a:ext uri="{FF2B5EF4-FFF2-40B4-BE49-F238E27FC236}">
                      <a16:creationId xmlns:a16="http://schemas.microsoft.com/office/drawing/2014/main" id="{EFCD8632-88D6-4485-9420-B09D1C41AE62}"/>
                    </a:ext>
                  </a:extLst>
                </p:cNvPr>
                <p:cNvSpPr/>
                <p:nvPr/>
              </p:nvSpPr>
              <p:spPr>
                <a:xfrm>
                  <a:off x="7426686" y="595934"/>
                  <a:ext cx="1860094" cy="41351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−1, −1, 2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5" name="矩形 434">
                  <a:extLst>
                    <a:ext uri="{FF2B5EF4-FFF2-40B4-BE49-F238E27FC236}">
                      <a16:creationId xmlns:a16="http://schemas.microsoft.com/office/drawing/2014/main" id="{EFCD8632-88D6-4485-9420-B09D1C41AE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686" y="595934"/>
                  <a:ext cx="1860094" cy="413511"/>
                </a:xfrm>
                <a:prstGeom prst="rect">
                  <a:avLst/>
                </a:prstGeom>
                <a:blipFill>
                  <a:blip r:embed="rId17"/>
                  <a:stretch>
                    <a:fillRect b="-88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36" name="圖形 435">
              <a:extLst>
                <a:ext uri="{FF2B5EF4-FFF2-40B4-BE49-F238E27FC236}">
                  <a16:creationId xmlns:a16="http://schemas.microsoft.com/office/drawing/2014/main" id="{8AD2265E-F992-4D6D-94DC-78345A6D98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54717" r="19245"/>
            <a:stretch/>
          </p:blipFill>
          <p:spPr>
            <a:xfrm>
              <a:off x="7550397" y="701486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7" name="矩形 436">
                <a:extLst>
                  <a:ext uri="{FF2B5EF4-FFF2-40B4-BE49-F238E27FC236}">
                    <a16:creationId xmlns:a16="http://schemas.microsoft.com/office/drawing/2014/main" id="{A4A852F9-4E16-4881-AE56-96A288E24783}"/>
                  </a:ext>
                </a:extLst>
              </p:cNvPr>
              <p:cNvSpPr/>
              <p:nvPr/>
            </p:nvSpPr>
            <p:spPr>
              <a:xfrm>
                <a:off x="5448299" y="1289044"/>
                <a:ext cx="6845237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dirty="0">
                                          <a:latin typeface="Cambria Math" panose="02040503050406030204" pitchFamily="18" charset="0"/>
                                        </a:rPr>
                                        <m:t>const</m:t>
                                      </m:r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7" name="矩形 436">
                <a:extLst>
                  <a:ext uri="{FF2B5EF4-FFF2-40B4-BE49-F238E27FC236}">
                    <a16:creationId xmlns:a16="http://schemas.microsoft.com/office/drawing/2014/main" id="{A4A852F9-4E16-4881-AE56-96A288E24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299" y="1289044"/>
                <a:ext cx="6845237" cy="64556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8" name="矩形 437">
                <a:extLst>
                  <a:ext uri="{FF2B5EF4-FFF2-40B4-BE49-F238E27FC236}">
                    <a16:creationId xmlns:a16="http://schemas.microsoft.com/office/drawing/2014/main" id="{EDEC149E-6000-47A1-9B6B-B7877C9CBE0B}"/>
                  </a:ext>
                </a:extLst>
              </p:cNvPr>
              <p:cNvSpPr/>
              <p:nvPr/>
            </p:nvSpPr>
            <p:spPr>
              <a:xfrm>
                <a:off x="5448300" y="2312175"/>
                <a:ext cx="5966313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6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600" dirty="0"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8" name="矩形 437">
                <a:extLst>
                  <a:ext uri="{FF2B5EF4-FFF2-40B4-BE49-F238E27FC236}">
                    <a16:creationId xmlns:a16="http://schemas.microsoft.com/office/drawing/2014/main" id="{EDEC149E-6000-47A1-9B6B-B7877C9CBE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2312175"/>
                <a:ext cx="5966313" cy="64556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4" name="群組 443">
            <a:extLst>
              <a:ext uri="{FF2B5EF4-FFF2-40B4-BE49-F238E27FC236}">
                <a16:creationId xmlns:a16="http://schemas.microsoft.com/office/drawing/2014/main" id="{B5D3E4F0-3D09-45CB-8FB9-11D79483BEF8}"/>
              </a:ext>
            </a:extLst>
          </p:cNvPr>
          <p:cNvGrpSpPr/>
          <p:nvPr/>
        </p:nvGrpSpPr>
        <p:grpSpPr>
          <a:xfrm>
            <a:off x="1328095" y="3912102"/>
            <a:ext cx="1604494" cy="1227507"/>
            <a:chOff x="1332120" y="3905093"/>
            <a:chExt cx="1604494" cy="1227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5" name="文字方塊 444">
                  <a:extLst>
                    <a:ext uri="{FF2B5EF4-FFF2-40B4-BE49-F238E27FC236}">
                      <a16:creationId xmlns:a16="http://schemas.microsoft.com/office/drawing/2014/main" id="{BF1D8860-C401-4234-8E7B-E1E012FBF75C}"/>
                    </a:ext>
                  </a:extLst>
                </p:cNvPr>
                <p:cNvSpPr txBox="1"/>
                <p:nvPr/>
              </p:nvSpPr>
              <p:spPr>
                <a:xfrm>
                  <a:off x="1332120" y="4824823"/>
                  <a:ext cx="7117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45" name="文字方塊 444">
                  <a:extLst>
                    <a:ext uri="{FF2B5EF4-FFF2-40B4-BE49-F238E27FC236}">
                      <a16:creationId xmlns:a16="http://schemas.microsoft.com/office/drawing/2014/main" id="{BF1D8860-C401-4234-8E7B-E1E012FBF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2120" y="4824823"/>
                  <a:ext cx="711762" cy="307777"/>
                </a:xfrm>
                <a:prstGeom prst="rect">
                  <a:avLst/>
                </a:prstGeom>
                <a:blipFill>
                  <a:blip r:embed="rId20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6" name="矩形 445">
              <a:extLst>
                <a:ext uri="{FF2B5EF4-FFF2-40B4-BE49-F238E27FC236}">
                  <a16:creationId xmlns:a16="http://schemas.microsoft.com/office/drawing/2014/main" id="{8D9728C5-DB24-4B97-8343-C7165E9873C0}"/>
                </a:ext>
              </a:extLst>
            </p:cNvPr>
            <p:cNvSpPr/>
            <p:nvPr/>
          </p:nvSpPr>
          <p:spPr>
            <a:xfrm>
              <a:off x="1339612" y="3905093"/>
              <a:ext cx="39786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  <a:endParaRPr lang="zh-TW" alt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7" name="矩形 446">
              <a:extLst>
                <a:ext uri="{FF2B5EF4-FFF2-40B4-BE49-F238E27FC236}">
                  <a16:creationId xmlns:a16="http://schemas.microsoft.com/office/drawing/2014/main" id="{AD5DD6FB-796A-4442-985E-899EBF23E3E4}"/>
                </a:ext>
              </a:extLst>
            </p:cNvPr>
            <p:cNvSpPr/>
            <p:nvPr/>
          </p:nvSpPr>
          <p:spPr>
            <a:xfrm>
              <a:off x="2538748" y="3923393"/>
              <a:ext cx="39786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  <a:endParaRPr lang="zh-TW" alt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8" name="群組 447">
              <a:extLst>
                <a:ext uri="{FF2B5EF4-FFF2-40B4-BE49-F238E27FC236}">
                  <a16:creationId xmlns:a16="http://schemas.microsoft.com/office/drawing/2014/main" id="{0F959091-5D61-487E-9EA6-7128E041FEAD}"/>
                </a:ext>
              </a:extLst>
            </p:cNvPr>
            <p:cNvGrpSpPr/>
            <p:nvPr/>
          </p:nvGrpSpPr>
          <p:grpSpPr>
            <a:xfrm>
              <a:off x="1574296" y="4185698"/>
              <a:ext cx="862094" cy="583304"/>
              <a:chOff x="7047875" y="5232494"/>
              <a:chExt cx="862094" cy="583304"/>
            </a:xfrm>
          </p:grpSpPr>
          <p:grpSp>
            <p:nvGrpSpPr>
              <p:cNvPr id="449" name="群組 448">
                <a:extLst>
                  <a:ext uri="{FF2B5EF4-FFF2-40B4-BE49-F238E27FC236}">
                    <a16:creationId xmlns:a16="http://schemas.microsoft.com/office/drawing/2014/main" id="{740F2D2F-3F80-477C-ABEB-B6089DFA6F66}"/>
                  </a:ext>
                </a:extLst>
              </p:cNvPr>
              <p:cNvGrpSpPr/>
              <p:nvPr/>
            </p:nvGrpSpPr>
            <p:grpSpPr>
              <a:xfrm>
                <a:off x="7449729" y="5439534"/>
                <a:ext cx="188539" cy="180862"/>
                <a:chOff x="1373392" y="2391862"/>
                <a:chExt cx="479433" cy="476535"/>
              </a:xfrm>
            </p:grpSpPr>
            <p:sp>
              <p:nvSpPr>
                <p:cNvPr id="452" name="箭號: 向右 451">
                  <a:extLst>
                    <a:ext uri="{FF2B5EF4-FFF2-40B4-BE49-F238E27FC236}">
                      <a16:creationId xmlns:a16="http://schemas.microsoft.com/office/drawing/2014/main" id="{39F8650E-B6AB-4E05-937E-02D8ADD04E8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3" name="箭號: 向右 452">
                  <a:extLst>
                    <a:ext uri="{FF2B5EF4-FFF2-40B4-BE49-F238E27FC236}">
                      <a16:creationId xmlns:a16="http://schemas.microsoft.com/office/drawing/2014/main" id="{680BC24B-4350-45C1-B0AF-F61E76E8C731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0" name="文字方塊 449">
                    <a:extLst>
                      <a:ext uri="{FF2B5EF4-FFF2-40B4-BE49-F238E27FC236}">
                        <a16:creationId xmlns:a16="http://schemas.microsoft.com/office/drawing/2014/main" id="{CE035A70-8852-4396-98CD-07D42616411C}"/>
                      </a:ext>
                    </a:extLst>
                  </p:cNvPr>
                  <p:cNvSpPr txBox="1"/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0" name="文字方塊 449">
                    <a:extLst>
                      <a:ext uri="{FF2B5EF4-FFF2-40B4-BE49-F238E27FC236}">
                        <a16:creationId xmlns:a16="http://schemas.microsoft.com/office/drawing/2014/main" id="{CE035A70-8852-4396-98CD-07D426164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4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1" name="文字方塊 450">
                    <a:extLst>
                      <a:ext uri="{FF2B5EF4-FFF2-40B4-BE49-F238E27FC236}">
                        <a16:creationId xmlns:a16="http://schemas.microsoft.com/office/drawing/2014/main" id="{DBBF5864-1D9A-40CF-9B09-0B62B62C59DA}"/>
                      </a:ext>
                    </a:extLst>
                  </p:cNvPr>
                  <p:cNvSpPr txBox="1"/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1" name="文字方塊 450">
                    <a:extLst>
                      <a:ext uri="{FF2B5EF4-FFF2-40B4-BE49-F238E27FC236}">
                        <a16:creationId xmlns:a16="http://schemas.microsoft.com/office/drawing/2014/main" id="{DBBF5864-1D9A-40CF-9B09-0B62B62C59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851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矩形 460">
                <a:extLst>
                  <a:ext uri="{FF2B5EF4-FFF2-40B4-BE49-F238E27FC236}">
                    <a16:creationId xmlns:a16="http://schemas.microsoft.com/office/drawing/2014/main" id="{53D93FD6-360B-4A2F-AD27-FAB3F4CAA511}"/>
                  </a:ext>
                </a:extLst>
              </p:cNvPr>
              <p:cNvSpPr/>
              <p:nvPr/>
            </p:nvSpPr>
            <p:spPr>
              <a:xfrm>
                <a:off x="43409" y="5977014"/>
                <a:ext cx="1320572" cy="6155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</a:t>
                </a:r>
              </a:p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TW" sz="1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1" name="矩形 460">
                <a:extLst>
                  <a:ext uri="{FF2B5EF4-FFF2-40B4-BE49-F238E27FC236}">
                    <a16:creationId xmlns:a16="http://schemas.microsoft.com/office/drawing/2014/main" id="{53D93FD6-360B-4A2F-AD27-FAB3F4CAA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9" y="5977014"/>
                <a:ext cx="1320572" cy="615553"/>
              </a:xfrm>
              <a:prstGeom prst="rect">
                <a:avLst/>
              </a:prstGeom>
              <a:blipFill>
                <a:blip r:embed="rId23"/>
                <a:stretch>
                  <a:fillRect l="-1376" t="-1961" r="-917" b="-127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8" name="矩形 507">
            <a:extLst>
              <a:ext uri="{FF2B5EF4-FFF2-40B4-BE49-F238E27FC236}">
                <a16:creationId xmlns:a16="http://schemas.microsoft.com/office/drawing/2014/main" id="{218ED931-0568-42A2-8566-7E9B369129B7}"/>
              </a:ext>
            </a:extLst>
          </p:cNvPr>
          <p:cNvSpPr/>
          <p:nvPr/>
        </p:nvSpPr>
        <p:spPr>
          <a:xfrm>
            <a:off x="7701630" y="2957306"/>
            <a:ext cx="4480847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B6694F4E-D97A-42FD-B4F8-4E3737F83F01}"/>
              </a:ext>
            </a:extLst>
          </p:cNvPr>
          <p:cNvSpPr/>
          <p:nvPr/>
        </p:nvSpPr>
        <p:spPr>
          <a:xfrm>
            <a:off x="4305300" y="2957307"/>
            <a:ext cx="3396330" cy="39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0EDE568-74E1-4C26-A975-1CB6D2AFF148}"/>
                  </a:ext>
                </a:extLst>
              </p:cNvPr>
              <p:cNvSpPr/>
              <p:nvPr/>
            </p:nvSpPr>
            <p:spPr>
              <a:xfrm>
                <a:off x="5413724" y="2969503"/>
                <a:ext cx="680507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0EDE568-74E1-4C26-A975-1CB6D2AFF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24" y="2969503"/>
                <a:ext cx="680507" cy="37555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2" name="群組 511">
            <a:extLst>
              <a:ext uri="{FF2B5EF4-FFF2-40B4-BE49-F238E27FC236}">
                <a16:creationId xmlns:a16="http://schemas.microsoft.com/office/drawing/2014/main" id="{C9571135-ECF3-4BB4-B2E1-1016B6B86C57}"/>
              </a:ext>
            </a:extLst>
          </p:cNvPr>
          <p:cNvGrpSpPr/>
          <p:nvPr/>
        </p:nvGrpSpPr>
        <p:grpSpPr>
          <a:xfrm>
            <a:off x="6432021" y="4550191"/>
            <a:ext cx="1016020" cy="997013"/>
            <a:chOff x="5728722" y="4684787"/>
            <a:chExt cx="1459478" cy="1432177"/>
          </a:xfrm>
        </p:grpSpPr>
        <p:grpSp>
          <p:nvGrpSpPr>
            <p:cNvPr id="513" name="群組 512">
              <a:extLst>
                <a:ext uri="{FF2B5EF4-FFF2-40B4-BE49-F238E27FC236}">
                  <a16:creationId xmlns:a16="http://schemas.microsoft.com/office/drawing/2014/main" id="{DC08E87D-868F-412D-9039-19A857CB2E27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432177"/>
              <a:chOff x="8488189" y="4125243"/>
              <a:chExt cx="1671338" cy="1640074"/>
            </a:xfrm>
          </p:grpSpPr>
          <p:pic>
            <p:nvPicPr>
              <p:cNvPr id="515" name="圖片 514">
                <a:extLst>
                  <a:ext uri="{FF2B5EF4-FFF2-40B4-BE49-F238E27FC236}">
                    <a16:creationId xmlns:a16="http://schemas.microsoft.com/office/drawing/2014/main" id="{40CC2FD8-39DA-40EC-A6A1-6BCE4D9AE3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 b="12869"/>
              <a:stretch/>
            </p:blipFill>
            <p:spPr>
              <a:xfrm>
                <a:off x="8531256" y="4125243"/>
                <a:ext cx="1628271" cy="1640074"/>
              </a:xfrm>
              <a:prstGeom prst="rect">
                <a:avLst/>
              </a:prstGeom>
            </p:spPr>
          </p:pic>
          <p:sp>
            <p:nvSpPr>
              <p:cNvPr id="516" name="矩形 515">
                <a:extLst>
                  <a:ext uri="{FF2B5EF4-FFF2-40B4-BE49-F238E27FC236}">
                    <a16:creationId xmlns:a16="http://schemas.microsoft.com/office/drawing/2014/main" id="{426E798F-588E-423B-9E72-3008DE55C814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4" name="矩形 513">
              <a:extLst>
                <a:ext uri="{FF2B5EF4-FFF2-40B4-BE49-F238E27FC236}">
                  <a16:creationId xmlns:a16="http://schemas.microsoft.com/office/drawing/2014/main" id="{048BBD99-0D8A-490F-B607-D2EEBCBEE1A8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2" name="矩形 521">
                <a:extLst>
                  <a:ext uri="{FF2B5EF4-FFF2-40B4-BE49-F238E27FC236}">
                    <a16:creationId xmlns:a16="http://schemas.microsoft.com/office/drawing/2014/main" id="{6F165813-FC4B-43C4-9A62-89702B70D624}"/>
                  </a:ext>
                </a:extLst>
              </p:cNvPr>
              <p:cNvSpPr/>
              <p:nvPr/>
            </p:nvSpPr>
            <p:spPr>
              <a:xfrm>
                <a:off x="6548164" y="6107063"/>
                <a:ext cx="872912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2" name="矩形 521">
                <a:extLst>
                  <a:ext uri="{FF2B5EF4-FFF2-40B4-BE49-F238E27FC236}">
                    <a16:creationId xmlns:a16="http://schemas.microsoft.com/office/drawing/2014/main" id="{6F165813-FC4B-43C4-9A62-89702B70D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164" y="6107063"/>
                <a:ext cx="872912" cy="407099"/>
              </a:xfrm>
              <a:prstGeom prst="rect">
                <a:avLst/>
              </a:prstGeom>
              <a:blipFill>
                <a:blip r:embed="rId25"/>
                <a:stretch>
                  <a:fillRect t="-4478" r="-216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BC664B40-72CD-4EAC-B6CC-65C9E992859D}"/>
                  </a:ext>
                </a:extLst>
              </p:cNvPr>
              <p:cNvSpPr/>
              <p:nvPr/>
            </p:nvSpPr>
            <p:spPr>
              <a:xfrm>
                <a:off x="4537076" y="4870464"/>
                <a:ext cx="720724" cy="35984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BC664B40-72CD-4EAC-B6CC-65C9E99285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4870464"/>
                <a:ext cx="720724" cy="35984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5" name="矩形 524">
                <a:extLst>
                  <a:ext uri="{FF2B5EF4-FFF2-40B4-BE49-F238E27FC236}">
                    <a16:creationId xmlns:a16="http://schemas.microsoft.com/office/drawing/2014/main" id="{EB7B575B-674D-423D-A620-A9F193957B05}"/>
                  </a:ext>
                </a:extLst>
              </p:cNvPr>
              <p:cNvSpPr/>
              <p:nvPr/>
            </p:nvSpPr>
            <p:spPr>
              <a:xfrm>
                <a:off x="4537076" y="6129272"/>
                <a:ext cx="720724" cy="35984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5" name="矩形 524">
                <a:extLst>
                  <a:ext uri="{FF2B5EF4-FFF2-40B4-BE49-F238E27FC236}">
                    <a16:creationId xmlns:a16="http://schemas.microsoft.com/office/drawing/2014/main" id="{EB7B575B-674D-423D-A620-A9F193957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6129272"/>
                <a:ext cx="720724" cy="35984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矩形 526">
                <a:extLst>
                  <a:ext uri="{FF2B5EF4-FFF2-40B4-BE49-F238E27FC236}">
                    <a16:creationId xmlns:a16="http://schemas.microsoft.com/office/drawing/2014/main" id="{DA560994-35D3-4E08-9FA3-F4836E4C4409}"/>
                  </a:ext>
                </a:extLst>
              </p:cNvPr>
              <p:cNvSpPr/>
              <p:nvPr/>
            </p:nvSpPr>
            <p:spPr>
              <a:xfrm>
                <a:off x="4537076" y="3741696"/>
                <a:ext cx="720724" cy="35984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7" name="矩形 526">
                <a:extLst>
                  <a:ext uri="{FF2B5EF4-FFF2-40B4-BE49-F238E27FC236}">
                    <a16:creationId xmlns:a16="http://schemas.microsoft.com/office/drawing/2014/main" id="{DA560994-35D3-4E08-9FA3-F4836E4C4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3741696"/>
                <a:ext cx="720724" cy="35984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8" name="矩形 527">
            <a:extLst>
              <a:ext uri="{FF2B5EF4-FFF2-40B4-BE49-F238E27FC236}">
                <a16:creationId xmlns:a16="http://schemas.microsoft.com/office/drawing/2014/main" id="{5F7E28C8-C78F-4DA4-89CC-43AC723A1BAA}"/>
              </a:ext>
            </a:extLst>
          </p:cNvPr>
          <p:cNvSpPr/>
          <p:nvPr/>
        </p:nvSpPr>
        <p:spPr>
          <a:xfrm>
            <a:off x="4537076" y="4103366"/>
            <a:ext cx="1906904" cy="3598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(winding number=2)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02413C73-CA94-47F3-A238-A5352B3325A3}"/>
              </a:ext>
            </a:extLst>
          </p:cNvPr>
          <p:cNvSpPr/>
          <p:nvPr/>
        </p:nvSpPr>
        <p:spPr>
          <a:xfrm>
            <a:off x="4537076" y="5230203"/>
            <a:ext cx="1906904" cy="3598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(winding number=2)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0" name="圖片 529">
            <a:extLst>
              <a:ext uri="{FF2B5EF4-FFF2-40B4-BE49-F238E27FC236}">
                <a16:creationId xmlns:a16="http://schemas.microsoft.com/office/drawing/2014/main" id="{F8F1F490-57F3-4053-AB1E-6ED0A3EEA64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17911" y="5611689"/>
            <a:ext cx="1247038" cy="1252800"/>
          </a:xfrm>
          <a:prstGeom prst="rect">
            <a:avLst/>
          </a:prstGeom>
        </p:spPr>
      </p:pic>
      <p:sp>
        <p:nvSpPr>
          <p:cNvPr id="531" name="矩形 530">
            <a:extLst>
              <a:ext uri="{FF2B5EF4-FFF2-40B4-BE49-F238E27FC236}">
                <a16:creationId xmlns:a16="http://schemas.microsoft.com/office/drawing/2014/main" id="{71CDA53B-821A-4D06-BE3B-37200549949F}"/>
              </a:ext>
            </a:extLst>
          </p:cNvPr>
          <p:cNvSpPr/>
          <p:nvPr/>
        </p:nvSpPr>
        <p:spPr>
          <a:xfrm>
            <a:off x="2757762" y="5546464"/>
            <a:ext cx="39786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416E4AB5-3EFE-47E8-8E99-722ED26E9ACD}"/>
              </a:ext>
            </a:extLst>
          </p:cNvPr>
          <p:cNvSpPr/>
          <p:nvPr/>
        </p:nvSpPr>
        <p:spPr>
          <a:xfrm>
            <a:off x="1400412" y="5546464"/>
            <a:ext cx="39786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5" name="直線接點 534">
            <a:extLst>
              <a:ext uri="{FF2B5EF4-FFF2-40B4-BE49-F238E27FC236}">
                <a16:creationId xmlns:a16="http://schemas.microsoft.com/office/drawing/2014/main" id="{8AEF863A-711C-4B4F-818B-44B37B584BB4}"/>
              </a:ext>
            </a:extLst>
          </p:cNvPr>
          <p:cNvCxnSpPr>
            <a:cxnSpLocks/>
          </p:cNvCxnSpPr>
          <p:nvPr/>
        </p:nvCxnSpPr>
        <p:spPr>
          <a:xfrm>
            <a:off x="-23149" y="5605285"/>
            <a:ext cx="122382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36" name="圖片 535">
            <a:extLst>
              <a:ext uri="{FF2B5EF4-FFF2-40B4-BE49-F238E27FC236}">
                <a16:creationId xmlns:a16="http://schemas.microsoft.com/office/drawing/2014/main" id="{4A87920E-C9FD-41BB-B8D6-9308EE24B78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59664" y="3813085"/>
            <a:ext cx="1252800" cy="1254958"/>
          </a:xfrm>
          <a:prstGeom prst="rect">
            <a:avLst/>
          </a:prstGeom>
        </p:spPr>
      </p:pic>
      <p:pic>
        <p:nvPicPr>
          <p:cNvPr id="537" name="圖片 536">
            <a:extLst>
              <a:ext uri="{FF2B5EF4-FFF2-40B4-BE49-F238E27FC236}">
                <a16:creationId xmlns:a16="http://schemas.microsoft.com/office/drawing/2014/main" id="{EAB64B4F-DF8E-4A55-9E04-DF629E1FFDD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15805" y="3814331"/>
            <a:ext cx="1252800" cy="125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矩形 537">
                <a:extLst>
                  <a:ext uri="{FF2B5EF4-FFF2-40B4-BE49-F238E27FC236}">
                    <a16:creationId xmlns:a16="http://schemas.microsoft.com/office/drawing/2014/main" id="{48E76873-6FB3-4AA5-B92D-6BB8E0A90291}"/>
                  </a:ext>
                </a:extLst>
              </p:cNvPr>
              <p:cNvSpPr/>
              <p:nvPr/>
            </p:nvSpPr>
            <p:spPr>
              <a:xfrm>
                <a:off x="3035547" y="3494753"/>
                <a:ext cx="8966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38" name="矩形 537">
                <a:extLst>
                  <a:ext uri="{FF2B5EF4-FFF2-40B4-BE49-F238E27FC236}">
                    <a16:creationId xmlns:a16="http://schemas.microsoft.com/office/drawing/2014/main" id="{48E76873-6FB3-4AA5-B92D-6BB8E0A902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547" y="3494753"/>
                <a:ext cx="896656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矩形 538">
                <a:extLst>
                  <a:ext uri="{FF2B5EF4-FFF2-40B4-BE49-F238E27FC236}">
                    <a16:creationId xmlns:a16="http://schemas.microsoft.com/office/drawing/2014/main" id="{D230BDDE-9487-44BE-B509-67C5168A2D6B}"/>
                  </a:ext>
                </a:extLst>
              </p:cNvPr>
              <p:cNvSpPr/>
              <p:nvPr/>
            </p:nvSpPr>
            <p:spPr>
              <a:xfrm>
                <a:off x="1668847" y="3494753"/>
                <a:ext cx="8815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39" name="矩形 538">
                <a:extLst>
                  <a:ext uri="{FF2B5EF4-FFF2-40B4-BE49-F238E27FC236}">
                    <a16:creationId xmlns:a16="http://schemas.microsoft.com/office/drawing/2014/main" id="{D230BDDE-9487-44BE-B509-67C5168A2D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47" y="3494753"/>
                <a:ext cx="881523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0" name="圖片 539">
            <a:extLst>
              <a:ext uri="{FF2B5EF4-FFF2-40B4-BE49-F238E27FC236}">
                <a16:creationId xmlns:a16="http://schemas.microsoft.com/office/drawing/2014/main" id="{9425DCBB-7953-40F9-ABB8-AFEE9F03E30C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 t="418" b="49813"/>
          <a:stretch/>
        </p:blipFill>
        <p:spPr>
          <a:xfrm>
            <a:off x="9540548" y="3363660"/>
            <a:ext cx="1136724" cy="1120713"/>
          </a:xfrm>
          <a:prstGeom prst="rect">
            <a:avLst/>
          </a:prstGeom>
        </p:spPr>
      </p:pic>
      <p:pic>
        <p:nvPicPr>
          <p:cNvPr id="541" name="圖片 540">
            <a:extLst>
              <a:ext uri="{FF2B5EF4-FFF2-40B4-BE49-F238E27FC236}">
                <a16:creationId xmlns:a16="http://schemas.microsoft.com/office/drawing/2014/main" id="{04F8E801-6EF2-432B-9E51-C69E5F413E5C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t="446" r="24615" b="50355"/>
          <a:stretch/>
        </p:blipFill>
        <p:spPr>
          <a:xfrm>
            <a:off x="10643231" y="3363045"/>
            <a:ext cx="1183069" cy="1112287"/>
          </a:xfrm>
          <a:prstGeom prst="rect">
            <a:avLst/>
          </a:prstGeom>
        </p:spPr>
      </p:pic>
      <p:pic>
        <p:nvPicPr>
          <p:cNvPr id="542" name="圖片 541">
            <a:extLst>
              <a:ext uri="{FF2B5EF4-FFF2-40B4-BE49-F238E27FC236}">
                <a16:creationId xmlns:a16="http://schemas.microsoft.com/office/drawing/2014/main" id="{8FEA6483-C00E-4AFA-BCB4-2400A4F50FCD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 t="50404"/>
          <a:stretch/>
        </p:blipFill>
        <p:spPr>
          <a:xfrm>
            <a:off x="9548798" y="4466459"/>
            <a:ext cx="1136724" cy="1116822"/>
          </a:xfrm>
          <a:prstGeom prst="rect">
            <a:avLst/>
          </a:prstGeom>
        </p:spPr>
      </p:pic>
      <p:pic>
        <p:nvPicPr>
          <p:cNvPr id="543" name="圖片 542">
            <a:extLst>
              <a:ext uri="{FF2B5EF4-FFF2-40B4-BE49-F238E27FC236}">
                <a16:creationId xmlns:a16="http://schemas.microsoft.com/office/drawing/2014/main" id="{2DEF68A9-19AF-4658-B970-0D8EB9BE8F7E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t="50141" r="24615"/>
          <a:stretch/>
        </p:blipFill>
        <p:spPr>
          <a:xfrm>
            <a:off x="10649535" y="4455115"/>
            <a:ext cx="1183069" cy="11272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D56E07C7-0A33-45A6-B238-C45FDFC51C4C}"/>
                  </a:ext>
                </a:extLst>
              </p:cNvPr>
              <p:cNvSpPr/>
              <p:nvPr/>
            </p:nvSpPr>
            <p:spPr>
              <a:xfrm>
                <a:off x="7993706" y="3706784"/>
                <a:ext cx="1645450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D56E07C7-0A33-45A6-B238-C45FDFC51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706" y="3706784"/>
                <a:ext cx="1645450" cy="43165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矩形 546">
                <a:extLst>
                  <a:ext uri="{FF2B5EF4-FFF2-40B4-BE49-F238E27FC236}">
                    <a16:creationId xmlns:a16="http://schemas.microsoft.com/office/drawing/2014/main" id="{95455EDD-F540-4D4D-BA6C-9A0DAE2C8E10}"/>
                  </a:ext>
                </a:extLst>
              </p:cNvPr>
              <p:cNvSpPr/>
              <p:nvPr/>
            </p:nvSpPr>
            <p:spPr>
              <a:xfrm>
                <a:off x="9731194" y="3277166"/>
                <a:ext cx="8815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7" name="矩形 546">
                <a:extLst>
                  <a:ext uri="{FF2B5EF4-FFF2-40B4-BE49-F238E27FC236}">
                    <a16:creationId xmlns:a16="http://schemas.microsoft.com/office/drawing/2014/main" id="{95455EDD-F540-4D4D-BA6C-9A0DAE2C8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194" y="3277166"/>
                <a:ext cx="88152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8" name="矩形 547">
                <a:extLst>
                  <a:ext uri="{FF2B5EF4-FFF2-40B4-BE49-F238E27FC236}">
                    <a16:creationId xmlns:a16="http://schemas.microsoft.com/office/drawing/2014/main" id="{ABFE98B4-AA67-47DC-8048-2A5D7CEB2ABB}"/>
                  </a:ext>
                </a:extLst>
              </p:cNvPr>
              <p:cNvSpPr/>
              <p:nvPr/>
            </p:nvSpPr>
            <p:spPr>
              <a:xfrm>
                <a:off x="10845619" y="3277166"/>
                <a:ext cx="8966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8" name="矩形 547">
                <a:extLst>
                  <a:ext uri="{FF2B5EF4-FFF2-40B4-BE49-F238E27FC236}">
                    <a16:creationId xmlns:a16="http://schemas.microsoft.com/office/drawing/2014/main" id="{ABFE98B4-AA67-47DC-8048-2A5D7CEB2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619" y="3277166"/>
                <a:ext cx="896656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矩形 548">
                <a:extLst>
                  <a:ext uri="{FF2B5EF4-FFF2-40B4-BE49-F238E27FC236}">
                    <a16:creationId xmlns:a16="http://schemas.microsoft.com/office/drawing/2014/main" id="{C4A5F610-C65D-4A79-965E-132ADCDF749F}"/>
                  </a:ext>
                </a:extLst>
              </p:cNvPr>
              <p:cNvSpPr/>
              <p:nvPr/>
            </p:nvSpPr>
            <p:spPr>
              <a:xfrm>
                <a:off x="8021536" y="4836012"/>
                <a:ext cx="1645450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549" name="矩形 548">
                <a:extLst>
                  <a:ext uri="{FF2B5EF4-FFF2-40B4-BE49-F238E27FC236}">
                    <a16:creationId xmlns:a16="http://schemas.microsoft.com/office/drawing/2014/main" id="{C4A5F610-C65D-4A79-965E-132ADCDF74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36" y="4836012"/>
                <a:ext cx="1645450" cy="43165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6" name="文字方塊 555">
                <a:extLst>
                  <a:ext uri="{FF2B5EF4-FFF2-40B4-BE49-F238E27FC236}">
                    <a16:creationId xmlns:a16="http://schemas.microsoft.com/office/drawing/2014/main" id="{D5AD97EC-5A0B-4B5C-8384-C5D24ECFC78D}"/>
                  </a:ext>
                </a:extLst>
              </p:cNvPr>
              <p:cNvSpPr txBox="1"/>
              <p:nvPr/>
            </p:nvSpPr>
            <p:spPr>
              <a:xfrm>
                <a:off x="11233542" y="4143723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6" name="文字方塊 555">
                <a:extLst>
                  <a:ext uri="{FF2B5EF4-FFF2-40B4-BE49-F238E27FC236}">
                    <a16:creationId xmlns:a16="http://schemas.microsoft.com/office/drawing/2014/main" id="{D5AD97EC-5A0B-4B5C-8384-C5D24ECFC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542" y="4143723"/>
                <a:ext cx="711762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7" name="群組 556">
            <a:extLst>
              <a:ext uri="{FF2B5EF4-FFF2-40B4-BE49-F238E27FC236}">
                <a16:creationId xmlns:a16="http://schemas.microsoft.com/office/drawing/2014/main" id="{0CCD3201-7594-44E5-BD50-0199BDD3D6EF}"/>
              </a:ext>
            </a:extLst>
          </p:cNvPr>
          <p:cNvGrpSpPr/>
          <p:nvPr/>
        </p:nvGrpSpPr>
        <p:grpSpPr>
          <a:xfrm>
            <a:off x="10815610" y="3560632"/>
            <a:ext cx="862094" cy="583304"/>
            <a:chOff x="7047875" y="5232494"/>
            <a:chExt cx="862094" cy="583304"/>
          </a:xfrm>
        </p:grpSpPr>
        <p:grpSp>
          <p:nvGrpSpPr>
            <p:cNvPr id="558" name="群組 557">
              <a:extLst>
                <a:ext uri="{FF2B5EF4-FFF2-40B4-BE49-F238E27FC236}">
                  <a16:creationId xmlns:a16="http://schemas.microsoft.com/office/drawing/2014/main" id="{2CEDA389-45DD-47E0-BF23-8C9316D4AE86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561" name="箭號: 向右 560">
                <a:extLst>
                  <a:ext uri="{FF2B5EF4-FFF2-40B4-BE49-F238E27FC236}">
                    <a16:creationId xmlns:a16="http://schemas.microsoft.com/office/drawing/2014/main" id="{312541AA-7218-4B11-BD34-DF9DFAC4C1D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562" name="箭號: 向右 561">
                <a:extLst>
                  <a:ext uri="{FF2B5EF4-FFF2-40B4-BE49-F238E27FC236}">
                    <a16:creationId xmlns:a16="http://schemas.microsoft.com/office/drawing/2014/main" id="{9541484A-E57E-4824-A786-41F0A154A91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文字方塊 558">
                  <a:extLst>
                    <a:ext uri="{FF2B5EF4-FFF2-40B4-BE49-F238E27FC236}">
                      <a16:creationId xmlns:a16="http://schemas.microsoft.com/office/drawing/2014/main" id="{92D0B637-90BE-4EB1-BFC4-BCB9D2CFD9B7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59" name="文字方塊 558">
                  <a:extLst>
                    <a:ext uri="{FF2B5EF4-FFF2-40B4-BE49-F238E27FC236}">
                      <a16:creationId xmlns:a16="http://schemas.microsoft.com/office/drawing/2014/main" id="{92D0B637-90BE-4EB1-BFC4-BCB9D2CFD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40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63" name="圖片 562">
            <a:extLst>
              <a:ext uri="{FF2B5EF4-FFF2-40B4-BE49-F238E27FC236}">
                <a16:creationId xmlns:a16="http://schemas.microsoft.com/office/drawing/2014/main" id="{A6E09B04-12AF-4631-BB44-143355091B0C}"/>
              </a:ext>
            </a:extLst>
          </p:cNvPr>
          <p:cNvPicPr>
            <a:picLocks noChangeAspect="1"/>
          </p:cNvPicPr>
          <p:nvPr/>
        </p:nvPicPr>
        <p:blipFill rotWithShape="1">
          <a:blip r:embed="rId41"/>
          <a:srcRect l="50838" r="25243"/>
          <a:stretch/>
        </p:blipFill>
        <p:spPr>
          <a:xfrm>
            <a:off x="10720481" y="5668841"/>
            <a:ext cx="1112287" cy="1114942"/>
          </a:xfrm>
          <a:prstGeom prst="rect">
            <a:avLst/>
          </a:prstGeom>
        </p:spPr>
      </p:pic>
      <p:pic>
        <p:nvPicPr>
          <p:cNvPr id="564" name="圖片 563">
            <a:extLst>
              <a:ext uri="{FF2B5EF4-FFF2-40B4-BE49-F238E27FC236}">
                <a16:creationId xmlns:a16="http://schemas.microsoft.com/office/drawing/2014/main" id="{B0E9C889-F0D2-4999-8D9E-2D45DEF54807}"/>
              </a:ext>
            </a:extLst>
          </p:cNvPr>
          <p:cNvPicPr>
            <a:picLocks noChangeAspect="1"/>
          </p:cNvPicPr>
          <p:nvPr/>
        </p:nvPicPr>
        <p:blipFill rotWithShape="1">
          <a:blip r:embed="rId41"/>
          <a:srcRect l="75918"/>
          <a:stretch/>
        </p:blipFill>
        <p:spPr>
          <a:xfrm>
            <a:off x="9583647" y="5669805"/>
            <a:ext cx="1119933" cy="1114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矩形 568">
                <a:extLst>
                  <a:ext uri="{FF2B5EF4-FFF2-40B4-BE49-F238E27FC236}">
                    <a16:creationId xmlns:a16="http://schemas.microsoft.com/office/drawing/2014/main" id="{C4E0A482-CA88-423C-8175-EAD10BCACF5B}"/>
                  </a:ext>
                </a:extLst>
              </p:cNvPr>
              <p:cNvSpPr/>
              <p:nvPr/>
            </p:nvSpPr>
            <p:spPr>
              <a:xfrm>
                <a:off x="8037790" y="6020951"/>
                <a:ext cx="1645450" cy="43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7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−1, −1,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sz="17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569" name="矩形 568">
                <a:extLst>
                  <a:ext uri="{FF2B5EF4-FFF2-40B4-BE49-F238E27FC236}">
                    <a16:creationId xmlns:a16="http://schemas.microsoft.com/office/drawing/2014/main" id="{C4E0A482-CA88-423C-8175-EAD10BCAC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790" y="6020951"/>
                <a:ext cx="1645450" cy="43165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0" name="圖片 569">
            <a:extLst>
              <a:ext uri="{FF2B5EF4-FFF2-40B4-BE49-F238E27FC236}">
                <a16:creationId xmlns:a16="http://schemas.microsoft.com/office/drawing/2014/main" id="{099F8107-5D53-4391-90E5-3BCE71467815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11837240" y="5889758"/>
            <a:ext cx="210021" cy="777875"/>
          </a:xfrm>
          <a:prstGeom prst="rect">
            <a:avLst/>
          </a:prstGeom>
        </p:spPr>
      </p:pic>
      <p:pic>
        <p:nvPicPr>
          <p:cNvPr id="571" name="圖片 570">
            <a:extLst>
              <a:ext uri="{FF2B5EF4-FFF2-40B4-BE49-F238E27FC236}">
                <a16:creationId xmlns:a16="http://schemas.microsoft.com/office/drawing/2014/main" id="{9A292BDB-CAB4-4E76-92B4-13CD0576E61D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11775136" y="4669555"/>
            <a:ext cx="257207" cy="745232"/>
          </a:xfrm>
          <a:prstGeom prst="rect">
            <a:avLst/>
          </a:prstGeom>
        </p:spPr>
      </p:pic>
      <p:pic>
        <p:nvPicPr>
          <p:cNvPr id="572" name="圖片 571">
            <a:extLst>
              <a:ext uri="{FF2B5EF4-FFF2-40B4-BE49-F238E27FC236}">
                <a16:creationId xmlns:a16="http://schemas.microsoft.com/office/drawing/2014/main" id="{AEFC9773-8048-4AB5-AB8A-2529550B56D7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11775136" y="3537391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3" name="矩形 572">
                <a:extLst>
                  <a:ext uri="{FF2B5EF4-FFF2-40B4-BE49-F238E27FC236}">
                    <a16:creationId xmlns:a16="http://schemas.microsoft.com/office/drawing/2014/main" id="{F3913708-2E3A-4932-8F16-205D13B22806}"/>
                  </a:ext>
                </a:extLst>
              </p:cNvPr>
              <p:cNvSpPr/>
              <p:nvPr/>
            </p:nvSpPr>
            <p:spPr>
              <a:xfrm>
                <a:off x="11771766" y="3306161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3" name="矩形 572">
                <a:extLst>
                  <a:ext uri="{FF2B5EF4-FFF2-40B4-BE49-F238E27FC236}">
                    <a16:creationId xmlns:a16="http://schemas.microsoft.com/office/drawing/2014/main" id="{F3913708-2E3A-4932-8F16-205D13B228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1766" y="3306161"/>
                <a:ext cx="365805" cy="3385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4" name="矩形 573">
                <a:extLst>
                  <a:ext uri="{FF2B5EF4-FFF2-40B4-BE49-F238E27FC236}">
                    <a16:creationId xmlns:a16="http://schemas.microsoft.com/office/drawing/2014/main" id="{BD5E6306-4FB9-40BA-88FD-BC0E94FB24CC}"/>
                  </a:ext>
                </a:extLst>
              </p:cNvPr>
              <p:cNvSpPr/>
              <p:nvPr/>
            </p:nvSpPr>
            <p:spPr>
              <a:xfrm>
                <a:off x="11771766" y="4429147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4" name="矩形 573">
                <a:extLst>
                  <a:ext uri="{FF2B5EF4-FFF2-40B4-BE49-F238E27FC236}">
                    <a16:creationId xmlns:a16="http://schemas.microsoft.com/office/drawing/2014/main" id="{BD5E6306-4FB9-40BA-88FD-BC0E94FB2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1766" y="4429147"/>
                <a:ext cx="365805" cy="3385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5" name="文字方塊 574">
                <a:extLst>
                  <a:ext uri="{FF2B5EF4-FFF2-40B4-BE49-F238E27FC236}">
                    <a16:creationId xmlns:a16="http://schemas.microsoft.com/office/drawing/2014/main" id="{92231876-6F7D-4519-B0E2-5DA6BC9F588F}"/>
                  </a:ext>
                </a:extLst>
              </p:cNvPr>
              <p:cNvSpPr txBox="1"/>
              <p:nvPr/>
            </p:nvSpPr>
            <p:spPr>
              <a:xfrm rot="5400000">
                <a:off x="11749507" y="463428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5" name="文字方塊 574">
                <a:extLst>
                  <a:ext uri="{FF2B5EF4-FFF2-40B4-BE49-F238E27FC236}">
                    <a16:creationId xmlns:a16="http://schemas.microsoft.com/office/drawing/2014/main" id="{92231876-6F7D-4519-B0E2-5DA6BC9F5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749507" y="4634283"/>
                <a:ext cx="385849" cy="351901"/>
              </a:xfrm>
              <a:prstGeom prst="rect">
                <a:avLst/>
              </a:prstGeom>
              <a:blipFill>
                <a:blip r:embed="rId4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6" name="文字方塊 575">
                <a:extLst>
                  <a:ext uri="{FF2B5EF4-FFF2-40B4-BE49-F238E27FC236}">
                    <a16:creationId xmlns:a16="http://schemas.microsoft.com/office/drawing/2014/main" id="{B95645FD-391B-4F63-ADF9-8BFCA501A310}"/>
                  </a:ext>
                </a:extLst>
              </p:cNvPr>
              <p:cNvSpPr txBox="1"/>
              <p:nvPr/>
            </p:nvSpPr>
            <p:spPr>
              <a:xfrm rot="5400000">
                <a:off x="11749507" y="348807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6" name="文字方塊 575">
                <a:extLst>
                  <a:ext uri="{FF2B5EF4-FFF2-40B4-BE49-F238E27FC236}">
                    <a16:creationId xmlns:a16="http://schemas.microsoft.com/office/drawing/2014/main" id="{B95645FD-391B-4F63-ADF9-8BFCA501A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749507" y="3488077"/>
                <a:ext cx="385849" cy="351901"/>
              </a:xfrm>
              <a:prstGeom prst="rect">
                <a:avLst/>
              </a:prstGeom>
              <a:blipFill>
                <a:blip r:embed="rId4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7" name="矩形 576">
                <a:extLst>
                  <a:ext uri="{FF2B5EF4-FFF2-40B4-BE49-F238E27FC236}">
                    <a16:creationId xmlns:a16="http://schemas.microsoft.com/office/drawing/2014/main" id="{E1B7D503-5815-4C84-9F1E-44C56C7B0CBB}"/>
                  </a:ext>
                </a:extLst>
              </p:cNvPr>
              <p:cNvSpPr/>
              <p:nvPr/>
            </p:nvSpPr>
            <p:spPr>
              <a:xfrm>
                <a:off x="11780415" y="5656746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7" name="矩形 576">
                <a:extLst>
                  <a:ext uri="{FF2B5EF4-FFF2-40B4-BE49-F238E27FC236}">
                    <a16:creationId xmlns:a16="http://schemas.microsoft.com/office/drawing/2014/main" id="{E1B7D503-5815-4C84-9F1E-44C56C7B0C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415" y="5656746"/>
                <a:ext cx="365805" cy="338554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8" name="矩形 577">
                <a:extLst>
                  <a:ext uri="{FF2B5EF4-FFF2-40B4-BE49-F238E27FC236}">
                    <a16:creationId xmlns:a16="http://schemas.microsoft.com/office/drawing/2014/main" id="{616706C8-57CF-4C16-8A47-D427F4899680}"/>
                  </a:ext>
                </a:extLst>
              </p:cNvPr>
              <p:cNvSpPr/>
              <p:nvPr/>
            </p:nvSpPr>
            <p:spPr>
              <a:xfrm>
                <a:off x="11693852" y="6524748"/>
                <a:ext cx="53893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8" name="矩形 577">
                <a:extLst>
                  <a:ext uri="{FF2B5EF4-FFF2-40B4-BE49-F238E27FC236}">
                    <a16:creationId xmlns:a16="http://schemas.microsoft.com/office/drawing/2014/main" id="{616706C8-57CF-4C16-8A47-D427F4899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3852" y="6524748"/>
                <a:ext cx="538930" cy="33855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9" name="文字方塊 578">
                <a:extLst>
                  <a:ext uri="{FF2B5EF4-FFF2-40B4-BE49-F238E27FC236}">
                    <a16:creationId xmlns:a16="http://schemas.microsoft.com/office/drawing/2014/main" id="{98A1EC8F-6114-4E50-A823-571AC3159BCF}"/>
                  </a:ext>
                </a:extLst>
              </p:cNvPr>
              <p:cNvSpPr txBox="1"/>
              <p:nvPr/>
            </p:nvSpPr>
            <p:spPr>
              <a:xfrm rot="5400000">
                <a:off x="11758156" y="5857914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79" name="文字方塊 578">
                <a:extLst>
                  <a:ext uri="{FF2B5EF4-FFF2-40B4-BE49-F238E27FC236}">
                    <a16:creationId xmlns:a16="http://schemas.microsoft.com/office/drawing/2014/main" id="{98A1EC8F-6114-4E50-A823-571AC315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758156" y="5857914"/>
                <a:ext cx="385849" cy="351901"/>
              </a:xfrm>
              <a:prstGeom prst="rect">
                <a:avLst/>
              </a:prstGeom>
              <a:blipFill>
                <a:blip r:embed="rId5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0" name="矩形 579">
                <a:extLst>
                  <a:ext uri="{FF2B5EF4-FFF2-40B4-BE49-F238E27FC236}">
                    <a16:creationId xmlns:a16="http://schemas.microsoft.com/office/drawing/2014/main" id="{43A55CA2-AF49-41BD-A85D-8A8EE22F5EB3}"/>
                  </a:ext>
                </a:extLst>
              </p:cNvPr>
              <p:cNvSpPr/>
              <p:nvPr/>
            </p:nvSpPr>
            <p:spPr>
              <a:xfrm>
                <a:off x="11685203" y="415987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80" name="矩形 579">
                <a:extLst>
                  <a:ext uri="{FF2B5EF4-FFF2-40B4-BE49-F238E27FC236}">
                    <a16:creationId xmlns:a16="http://schemas.microsoft.com/office/drawing/2014/main" id="{43A55CA2-AF49-41BD-A85D-8A8EE22F5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203" y="4159874"/>
                <a:ext cx="538930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1" name="矩形 580">
                <a:extLst>
                  <a:ext uri="{FF2B5EF4-FFF2-40B4-BE49-F238E27FC236}">
                    <a16:creationId xmlns:a16="http://schemas.microsoft.com/office/drawing/2014/main" id="{9B92E818-A528-4F08-ADD3-F497A6F976E0}"/>
                  </a:ext>
                </a:extLst>
              </p:cNvPr>
              <p:cNvSpPr/>
              <p:nvPr/>
            </p:nvSpPr>
            <p:spPr>
              <a:xfrm>
                <a:off x="11685203" y="529556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81" name="矩形 580">
                <a:extLst>
                  <a:ext uri="{FF2B5EF4-FFF2-40B4-BE49-F238E27FC236}">
                    <a16:creationId xmlns:a16="http://schemas.microsoft.com/office/drawing/2014/main" id="{9B92E818-A528-4F08-ADD3-F497A6F976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203" y="5295560"/>
                <a:ext cx="538930" cy="36933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2" name="群組 581">
            <a:extLst>
              <a:ext uri="{FF2B5EF4-FFF2-40B4-BE49-F238E27FC236}">
                <a16:creationId xmlns:a16="http://schemas.microsoft.com/office/drawing/2014/main" id="{FD35A981-158D-454C-BBBF-A9207161E257}"/>
              </a:ext>
            </a:extLst>
          </p:cNvPr>
          <p:cNvGrpSpPr/>
          <p:nvPr/>
        </p:nvGrpSpPr>
        <p:grpSpPr>
          <a:xfrm>
            <a:off x="1421852" y="3797802"/>
            <a:ext cx="1735025" cy="863909"/>
            <a:chOff x="1339612" y="3905093"/>
            <a:chExt cx="1735025" cy="863909"/>
          </a:xfrm>
        </p:grpSpPr>
        <p:sp>
          <p:nvSpPr>
            <p:cNvPr id="583" name="矩形 582">
              <a:extLst>
                <a:ext uri="{FF2B5EF4-FFF2-40B4-BE49-F238E27FC236}">
                  <a16:creationId xmlns:a16="http://schemas.microsoft.com/office/drawing/2014/main" id="{4D8F71FE-48B9-4679-87E3-44409C8B9EAD}"/>
                </a:ext>
              </a:extLst>
            </p:cNvPr>
            <p:cNvSpPr/>
            <p:nvPr/>
          </p:nvSpPr>
          <p:spPr>
            <a:xfrm>
              <a:off x="1339612" y="3905093"/>
              <a:ext cx="39786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  <a:endParaRPr lang="zh-TW" alt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4" name="矩形 583">
              <a:extLst>
                <a:ext uri="{FF2B5EF4-FFF2-40B4-BE49-F238E27FC236}">
                  <a16:creationId xmlns:a16="http://schemas.microsoft.com/office/drawing/2014/main" id="{7B262272-46C8-44FA-A320-2BA7E642744D}"/>
                </a:ext>
              </a:extLst>
            </p:cNvPr>
            <p:cNvSpPr/>
            <p:nvPr/>
          </p:nvSpPr>
          <p:spPr>
            <a:xfrm>
              <a:off x="2676771" y="3923393"/>
              <a:ext cx="39786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  <a:endParaRPr lang="zh-TW" alt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5" name="群組 584">
              <a:extLst>
                <a:ext uri="{FF2B5EF4-FFF2-40B4-BE49-F238E27FC236}">
                  <a16:creationId xmlns:a16="http://schemas.microsoft.com/office/drawing/2014/main" id="{D023367C-220A-478A-8B6E-0DF1444A7F72}"/>
                </a:ext>
              </a:extLst>
            </p:cNvPr>
            <p:cNvGrpSpPr/>
            <p:nvPr/>
          </p:nvGrpSpPr>
          <p:grpSpPr>
            <a:xfrm>
              <a:off x="1574296" y="4185698"/>
              <a:ext cx="862094" cy="583304"/>
              <a:chOff x="7047875" y="5232494"/>
              <a:chExt cx="862094" cy="583304"/>
            </a:xfrm>
          </p:grpSpPr>
          <p:grpSp>
            <p:nvGrpSpPr>
              <p:cNvPr id="586" name="群組 585">
                <a:extLst>
                  <a:ext uri="{FF2B5EF4-FFF2-40B4-BE49-F238E27FC236}">
                    <a16:creationId xmlns:a16="http://schemas.microsoft.com/office/drawing/2014/main" id="{9B0D05FD-BE8C-4BE1-B6CD-0D9CF4DF2AAD}"/>
                  </a:ext>
                </a:extLst>
              </p:cNvPr>
              <p:cNvGrpSpPr/>
              <p:nvPr/>
            </p:nvGrpSpPr>
            <p:grpSpPr>
              <a:xfrm>
                <a:off x="7449729" y="5439534"/>
                <a:ext cx="188539" cy="180862"/>
                <a:chOff x="1373392" y="2391862"/>
                <a:chExt cx="479433" cy="476535"/>
              </a:xfrm>
            </p:grpSpPr>
            <p:sp>
              <p:nvSpPr>
                <p:cNvPr id="589" name="箭號: 向右 588">
                  <a:extLst>
                    <a:ext uri="{FF2B5EF4-FFF2-40B4-BE49-F238E27FC236}">
                      <a16:creationId xmlns:a16="http://schemas.microsoft.com/office/drawing/2014/main" id="{950ACCDC-7CFD-4BC6-AE8C-FC41E8DEB931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0" name="箭號: 向右 589">
                  <a:extLst>
                    <a:ext uri="{FF2B5EF4-FFF2-40B4-BE49-F238E27FC236}">
                      <a16:creationId xmlns:a16="http://schemas.microsoft.com/office/drawing/2014/main" id="{A4757FA2-5218-462D-A6A7-391B5A47F20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7" name="文字方塊 586">
                    <a:extLst>
                      <a:ext uri="{FF2B5EF4-FFF2-40B4-BE49-F238E27FC236}">
                        <a16:creationId xmlns:a16="http://schemas.microsoft.com/office/drawing/2014/main" id="{989A2562-9800-4258-A5BF-ECADA143505B}"/>
                      </a:ext>
                    </a:extLst>
                  </p:cNvPr>
                  <p:cNvSpPr txBox="1"/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7" name="文字方塊 586">
                    <a:extLst>
                      <a:ext uri="{FF2B5EF4-FFF2-40B4-BE49-F238E27FC236}">
                        <a16:creationId xmlns:a16="http://schemas.microsoft.com/office/drawing/2014/main" id="{989A2562-9800-4258-A5BF-ECADA14350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8" name="文字方塊 587">
                    <a:extLst>
                      <a:ext uri="{FF2B5EF4-FFF2-40B4-BE49-F238E27FC236}">
                        <a16:creationId xmlns:a16="http://schemas.microsoft.com/office/drawing/2014/main" id="{2A59A989-67C8-4897-B527-7D73AB99041C}"/>
                      </a:ext>
                    </a:extLst>
                  </p:cNvPr>
                  <p:cNvSpPr txBox="1"/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8" name="文字方塊 587">
                    <a:extLst>
                      <a:ext uri="{FF2B5EF4-FFF2-40B4-BE49-F238E27FC236}">
                        <a16:creationId xmlns:a16="http://schemas.microsoft.com/office/drawing/2014/main" id="{2A59A989-67C8-4897-B527-7D73AB9904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C3C87CCA-59C0-48E1-A59C-CA071F0808C5}"/>
                  </a:ext>
                </a:extLst>
              </p:cNvPr>
              <p:cNvSpPr txBox="1"/>
              <p:nvPr/>
            </p:nvSpPr>
            <p:spPr>
              <a:xfrm>
                <a:off x="1354911" y="4790116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C3C87CCA-59C0-48E1-A59C-CA071F080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911" y="4790116"/>
                <a:ext cx="711762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文字方塊 592">
                <a:extLst>
                  <a:ext uri="{FF2B5EF4-FFF2-40B4-BE49-F238E27FC236}">
                    <a16:creationId xmlns:a16="http://schemas.microsoft.com/office/drawing/2014/main" id="{2B3EFFAB-FBE8-4296-A9F7-234AC300FA22}"/>
                  </a:ext>
                </a:extLst>
              </p:cNvPr>
              <p:cNvSpPr txBox="1"/>
              <p:nvPr/>
            </p:nvSpPr>
            <p:spPr>
              <a:xfrm>
                <a:off x="1354911" y="6499284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 xmlns="">
          <p:sp>
            <p:nvSpPr>
              <p:cNvPr id="593" name="文字方塊 592">
                <a:extLst>
                  <a:ext uri="{FF2B5EF4-FFF2-40B4-BE49-F238E27FC236}">
                    <a16:creationId xmlns:a16="http://schemas.microsoft.com/office/drawing/2014/main" id="{2B3EFFAB-FBE8-4296-A9F7-234AC300F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911" y="6499284"/>
                <a:ext cx="711762" cy="27699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946CD1DB-34FF-4F6A-AF3E-A1894285D66B}"/>
                  </a:ext>
                </a:extLst>
              </p:cNvPr>
              <p:cNvSpPr txBox="1"/>
              <p:nvPr/>
            </p:nvSpPr>
            <p:spPr>
              <a:xfrm>
                <a:off x="4081767" y="6037518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946CD1DB-34FF-4F6A-AF3E-A1894285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67" y="6037518"/>
                <a:ext cx="412766" cy="52322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5" name="文字方塊 594">
                <a:extLst>
                  <a:ext uri="{FF2B5EF4-FFF2-40B4-BE49-F238E27FC236}">
                    <a16:creationId xmlns:a16="http://schemas.microsoft.com/office/drawing/2014/main" id="{BECC8B1A-7F52-45CB-BD00-7E7B9EAFA6B1}"/>
                  </a:ext>
                </a:extLst>
              </p:cNvPr>
              <p:cNvSpPr txBox="1"/>
              <p:nvPr/>
            </p:nvSpPr>
            <p:spPr>
              <a:xfrm>
                <a:off x="4081767" y="4186537"/>
                <a:ext cx="412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5" name="文字方塊 594">
                <a:extLst>
                  <a:ext uri="{FF2B5EF4-FFF2-40B4-BE49-F238E27FC236}">
                    <a16:creationId xmlns:a16="http://schemas.microsoft.com/office/drawing/2014/main" id="{BECC8B1A-7F52-45CB-BD00-7E7B9EAFA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67" y="4186537"/>
                <a:ext cx="412766" cy="52322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8E8F6811-BD7D-453B-9C1B-98CE2039BF44}"/>
                  </a:ext>
                </a:extLst>
              </p:cNvPr>
              <p:cNvSpPr/>
              <p:nvPr/>
            </p:nvSpPr>
            <p:spPr>
              <a:xfrm>
                <a:off x="43409" y="4140547"/>
                <a:ext cx="1320572" cy="61555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Transverse</a:t>
                </a:r>
              </a:p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r>
                      <a:rPr lang="en-US" altLang="zh-TW" sz="1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8E8F6811-BD7D-453B-9C1B-98CE2039B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9" y="4140547"/>
                <a:ext cx="1320572" cy="615553"/>
              </a:xfrm>
              <a:prstGeom prst="rect">
                <a:avLst/>
              </a:prstGeom>
              <a:blipFill>
                <a:blip r:embed="rId57"/>
                <a:stretch>
                  <a:fillRect t="-1961" b="-127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20F7B684-F50A-42A9-A37C-0951DDC7E2CD}"/>
                  </a:ext>
                </a:extLst>
              </p:cNvPr>
              <p:cNvSpPr/>
              <p:nvPr/>
            </p:nvSpPr>
            <p:spPr>
              <a:xfrm>
                <a:off x="4537076" y="6498158"/>
                <a:ext cx="1994353" cy="35394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(winding number</a:t>
                </a:r>
                <a14:m>
                  <m:oMath xmlns:m="http://schemas.openxmlformats.org/officeDocument/2006/math">
                    <m:r>
                      <a:rPr lang="en-US" altLang="zh-TW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20F7B684-F50A-42A9-A37C-0951DDC7E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6" y="6498158"/>
                <a:ext cx="1994353" cy="353943"/>
              </a:xfrm>
              <a:prstGeom prst="rect">
                <a:avLst/>
              </a:prstGeom>
              <a:blipFill>
                <a:blip r:embed="rId6"/>
                <a:stretch>
                  <a:fillRect l="-1829" t="-5085" r="-5183"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36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9C0FAF-7BA8-41F3-B0A5-5F38A83D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FF249E48-5019-4332-8726-C65AB471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geometry in vector vortex beam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difference governed optical transition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9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zh-TW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phase in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135237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Global phase problem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6CC14C59-F44F-4A3F-8010-38D19420F4E4}"/>
              </a:ext>
            </a:extLst>
          </p:cNvPr>
          <p:cNvSpPr txBox="1"/>
          <p:nvPr/>
        </p:nvSpPr>
        <p:spPr>
          <a:xfrm>
            <a:off x="0" y="1967901"/>
            <a:ext cx="2085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 :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21C90077-BCC5-41E4-A906-D5A5F7A6B47D}"/>
                  </a:ext>
                </a:extLst>
              </p:cNvPr>
              <p:cNvSpPr/>
              <p:nvPr/>
            </p:nvSpPr>
            <p:spPr>
              <a:xfrm>
                <a:off x="301501" y="1240183"/>
                <a:ext cx="5069016" cy="473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b="0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zh-TW" altLang="en-US" sz="1900" b="0" i="0" dirty="0" smtClean="0">
                            <a:latin typeface="Cambria Math" panose="02040503050406030204" pitchFamily="18" charset="0"/>
                          </a:rPr>
                          <m:t>Ψ</m:t>
                        </m:r>
                        <m:d>
                          <m:d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TW" sz="19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1900" b="0" i="1" dirty="0" smtClean="0">
                            <a:latin typeface="Cambria Math" panose="02040503050406030204" pitchFamily="18" charset="0"/>
                          </a:rPr>
                          <m:t>𝐺𝑆</m:t>
                        </m:r>
                      </m:e>
                    </m:d>
                    <m:r>
                      <a:rPr lang="en-US" altLang="zh-TW" sz="1900" b="0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p>
                                  <m:sSup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1900" b="1" i="1" dirty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p>
                                </m:s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p>
                                  <m:sSup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TW" altLang="en-US" sz="1900" dirty="0">
                                        <a:latin typeface="Cambria Math" panose="02040503050406030204" pitchFamily="18" charset="0"/>
                                      </a:rPr>
                                      <m:t>Ψ</m:t>
                                    </m:r>
                                  </m:e>
                                  <m:sup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21C90077-BCC5-41E4-A906-D5A5F7A6B4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01" y="1240183"/>
                <a:ext cx="5069016" cy="473015"/>
              </a:xfrm>
              <a:prstGeom prst="rect">
                <a:avLst/>
              </a:prstGeom>
              <a:blipFill>
                <a:blip r:embed="rId4"/>
                <a:stretch>
                  <a:fillRect l="-361" t="-129487" r="-11298" b="-20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矩形 112">
            <a:extLst>
              <a:ext uri="{FF2B5EF4-FFF2-40B4-BE49-F238E27FC236}">
                <a16:creationId xmlns:a16="http://schemas.microsoft.com/office/drawing/2014/main" id="{0D0C200F-22D4-4074-BBB4-6E7EE1EF4466}"/>
              </a:ext>
            </a:extLst>
          </p:cNvPr>
          <p:cNvSpPr/>
          <p:nvPr/>
        </p:nvSpPr>
        <p:spPr>
          <a:xfrm>
            <a:off x="5723248" y="629174"/>
            <a:ext cx="646875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6512164-F2E3-48C3-8289-F087B4BFEF71}"/>
              </a:ext>
            </a:extLst>
          </p:cNvPr>
          <p:cNvSpPr/>
          <p:nvPr/>
        </p:nvSpPr>
        <p:spPr>
          <a:xfrm>
            <a:off x="1" y="3642879"/>
            <a:ext cx="5723248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Global phase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6546701-05AB-4CC1-B96A-B64D5A193704}"/>
                  </a:ext>
                </a:extLst>
              </p:cNvPr>
              <p:cNvSpPr/>
              <p:nvPr/>
            </p:nvSpPr>
            <p:spPr>
              <a:xfrm>
                <a:off x="213176" y="4386170"/>
                <a:ext cx="5245667" cy="4480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TW" altLang="en-US" sz="1900" dirty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±, </m:t>
                            </m:r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p>
                      </m:e>
                    </m:d>
                    <m:r>
                      <a:rPr lang="en-US" altLang="zh-TW" sz="19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9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9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9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9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TW" sz="19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TW" sz="19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TW" sz="1900" b="1" i="1" dirty="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b>
                            </m:sSub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TW" altLang="en-US" sz="1900" dirty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p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p>
                            </m:sSup>
                          </m:e>
                        </m:d>
                        <m:r>
                          <a:rPr lang="en-US" altLang="zh-TW" sz="1900" b="0" i="1" dirty="0" smtClean="0">
                            <a:latin typeface="Cambria Math" panose="02040503050406030204" pitchFamily="18" charset="0"/>
                          </a:rPr>
                          <m:t>±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b>
                            </m:sSub>
                          </m:sup>
                        </m:sSup>
                        <m:d>
                          <m:dPr>
                            <m:begChr m:val=""/>
                            <m:endChr m:val="⟩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TW" altLang="en-US" sz="1900" dirty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zh-TW" sz="1900" dirty="0"/>
                  <a:t>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19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6546701-05AB-4CC1-B96A-B64D5A1937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6" y="4386170"/>
                <a:ext cx="5245667" cy="448071"/>
              </a:xfrm>
              <a:prstGeom prst="rect">
                <a:avLst/>
              </a:prstGeom>
              <a:blipFill>
                <a:blip r:embed="rId5"/>
                <a:stretch>
                  <a:fillRect l="-465" t="-141096" r="-2674" b="-2205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D758342-C68F-4CE6-84D7-374E9AD4C752}"/>
                  </a:ext>
                </a:extLst>
              </p:cNvPr>
              <p:cNvSpPr/>
              <p:nvPr/>
            </p:nvSpPr>
            <p:spPr>
              <a:xfrm>
                <a:off x="204167" y="5920713"/>
                <a:ext cx="4728539" cy="519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TW" altLang="en-US" sz="1900" dirty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nary>
                  </m:oMath>
                </a14:m>
                <a:r>
                  <a:rPr lang="zh-TW" altLang="en-US" sz="1900" dirty="0"/>
                  <a:t> </a:t>
                </a:r>
              </a:p>
            </p:txBody>
          </p:sp>
        </mc:Choice>
        <mc:Fallback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D758342-C68F-4CE6-84D7-374E9AD4C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67" y="5920713"/>
                <a:ext cx="4728539" cy="519694"/>
              </a:xfrm>
              <a:prstGeom prst="rect">
                <a:avLst/>
              </a:prstGeom>
              <a:blipFill>
                <a:blip r:embed="rId6"/>
                <a:stretch>
                  <a:fillRect t="-76471" b="-12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989BBBD-A5D6-4726-9EFB-3D09E1D5A4C8}"/>
                  </a:ext>
                </a:extLst>
              </p:cNvPr>
              <p:cNvSpPr/>
              <p:nvPr/>
            </p:nvSpPr>
            <p:spPr>
              <a:xfrm>
                <a:off x="6559460" y="5883319"/>
                <a:ext cx="4905767" cy="519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19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ℏ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d>
                      <m:d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nary>
                      <m:naryPr>
                        <m:chr m:val="∑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zh-TW" altLang="en-US" sz="1900" dirty="0"/>
                  <a:t> </a:t>
                </a:r>
              </a:p>
            </p:txBody>
          </p:sp>
        </mc:Choice>
        <mc:Fallback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989BBBD-A5D6-4726-9EFB-3D09E1D5A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460" y="5883319"/>
                <a:ext cx="4905767" cy="519694"/>
              </a:xfrm>
              <a:prstGeom prst="rect">
                <a:avLst/>
              </a:prstGeom>
              <a:blipFill>
                <a:blip r:embed="rId7"/>
                <a:stretch>
                  <a:fillRect t="-76471" b="-12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AE7EC71-FCE1-4316-B7D9-76135068C80F}"/>
                  </a:ext>
                </a:extLst>
              </p:cNvPr>
              <p:cNvSpPr txBox="1"/>
              <p:nvPr/>
            </p:nvSpPr>
            <p:spPr>
              <a:xfrm>
                <a:off x="5704937" y="5129128"/>
                <a:ext cx="6112194" cy="484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 packet is estimated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p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TW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ℏ</m:t>
                        </m:r>
                        <m:sSup>
                          <m:sSup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AE7EC71-FCE1-4316-B7D9-76135068C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937" y="5129128"/>
                <a:ext cx="6112194" cy="484813"/>
              </a:xfrm>
              <a:prstGeom prst="rect">
                <a:avLst/>
              </a:prstGeom>
              <a:blipFill>
                <a:blip r:embed="rId8"/>
                <a:stretch>
                  <a:fillRect l="-399" b="-3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1964949-2B7B-4EFC-B8E4-6A95EDEBFD3E}"/>
                  </a:ext>
                </a:extLst>
              </p:cNvPr>
              <p:cNvSpPr/>
              <p:nvPr/>
            </p:nvSpPr>
            <p:spPr>
              <a:xfrm>
                <a:off x="897530" y="2561158"/>
                <a:ext cx="3876959" cy="519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9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90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TW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altLang="zh-TW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>
                        <m: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zh-TW" altLang="en-US" sz="1900" dirty="0"/>
                  <a:t> </a:t>
                </a:r>
              </a:p>
            </p:txBody>
          </p:sp>
        </mc:Choice>
        <mc:Fallback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1964949-2B7B-4EFC-B8E4-6A95EDEBF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30" y="2561158"/>
                <a:ext cx="3876959" cy="519694"/>
              </a:xfrm>
              <a:prstGeom prst="rect">
                <a:avLst/>
              </a:prstGeom>
              <a:blipFill>
                <a:blip r:embed="rId9"/>
                <a:stretch>
                  <a:fillRect l="-472" t="-76471" b="-12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C75F5AA-7703-49CB-9BA7-F79171F92491}"/>
                  </a:ext>
                </a:extLst>
              </p:cNvPr>
              <p:cNvSpPr/>
              <p:nvPr/>
            </p:nvSpPr>
            <p:spPr>
              <a:xfrm>
                <a:off x="4249808" y="3367871"/>
                <a:ext cx="1499321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3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area of 2D TMD</a:t>
                </a:r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C75F5AA-7703-49CB-9BA7-F79171F924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808" y="3367871"/>
                <a:ext cx="1499321" cy="292388"/>
              </a:xfrm>
              <a:prstGeom prst="rect">
                <a:avLst/>
              </a:prstGeom>
              <a:blipFill>
                <a:blip r:embed="rId10"/>
                <a:stretch>
                  <a:fillRect t="-2083" r="-813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EEDFCABB-4E72-4A4C-809A-3E7882780FCC}"/>
              </a:ext>
            </a:extLst>
          </p:cNvPr>
          <p:cNvSpPr/>
          <p:nvPr/>
        </p:nvSpPr>
        <p:spPr>
          <a:xfrm>
            <a:off x="1" y="5177422"/>
            <a:ext cx="5723248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Redefine the exciton wave packet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6EF9F40-5576-4B1F-A2D6-1DBC5EEE3CA8}"/>
                  </a:ext>
                </a:extLst>
              </p:cNvPr>
              <p:cNvSpPr/>
              <p:nvPr/>
            </p:nvSpPr>
            <p:spPr>
              <a:xfrm>
                <a:off x="6306072" y="1420990"/>
                <a:ext cx="5374741" cy="4215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9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TW" altLang="en-US" sz="1900" dirty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p>
                    <m:d>
                      <m:dPr>
                        <m:ctrlPr>
                          <a:rPr lang="en-US" altLang="zh-TW" sz="19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altLang="zh-TW" sz="1900" b="1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TW" sz="19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brk m:alnAt="23"/>
                          </m:r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sz="19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𝑣𝑐</m:t>
                            </m:r>
                            <m:r>
                              <a:rPr lang="en-US" altLang="zh-TW" sz="1900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9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6EF9F40-5576-4B1F-A2D6-1DBC5EEE3C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072" y="1420990"/>
                <a:ext cx="5374741" cy="421590"/>
              </a:xfrm>
              <a:prstGeom prst="rect">
                <a:avLst/>
              </a:prstGeom>
              <a:blipFill>
                <a:blip r:embed="rId11"/>
                <a:stretch>
                  <a:fillRect t="-104348" b="-1623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C606C56E-30D0-46A9-A701-8BBD0E91A3BD}"/>
              </a:ext>
            </a:extLst>
          </p:cNvPr>
          <p:cNvSpPr txBox="1"/>
          <p:nvPr/>
        </p:nvSpPr>
        <p:spPr>
          <a:xfrm>
            <a:off x="5704938" y="1125222"/>
            <a:ext cx="260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function :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CD95A45-D9E9-447F-8A8A-FC0910D66857}"/>
                  </a:ext>
                </a:extLst>
              </p:cNvPr>
              <p:cNvSpPr/>
              <p:nvPr/>
            </p:nvSpPr>
            <p:spPr>
              <a:xfrm>
                <a:off x="6306072" y="2585696"/>
                <a:ext cx="1407437" cy="391389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TW" altLang="en-US" sz="1900" dirty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p>
                      <m:d>
                        <m:d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TW" altLang="en-US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CD95A45-D9E9-447F-8A8A-FC0910D668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072" y="2585696"/>
                <a:ext cx="1407437" cy="3913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CEAD783-6471-4B6F-935D-6E2DB1A048F6}"/>
                  </a:ext>
                </a:extLst>
              </p:cNvPr>
              <p:cNvSpPr/>
              <p:nvPr/>
            </p:nvSpPr>
            <p:spPr>
              <a:xfrm>
                <a:off x="7002835" y="628393"/>
                <a:ext cx="4116614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Analytically evaluate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TW" altLang="en-US" sz="2000" dirty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p>
                    <m:d>
                      <m:dPr>
                        <m:ctrlPr>
                          <a:rPr lang="en-US" altLang="zh-TW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sz="2000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CEAD783-6471-4B6F-935D-6E2DB1A04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835" y="628393"/>
                <a:ext cx="4116614" cy="407099"/>
              </a:xfrm>
              <a:prstGeom prst="rect">
                <a:avLst/>
              </a:prstGeom>
              <a:blipFill>
                <a:blip r:embed="rId13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0DBFFA2-1B42-4C6C-BF69-9ECC4150CDBD}"/>
              </a:ext>
            </a:extLst>
          </p:cNvPr>
          <p:cNvCxnSpPr>
            <a:cxnSpLocks/>
          </p:cNvCxnSpPr>
          <p:nvPr/>
        </p:nvCxnSpPr>
        <p:spPr>
          <a:xfrm>
            <a:off x="5723248" y="628393"/>
            <a:ext cx="0" cy="62382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556E12F-4D25-4099-B7F0-AE2FAD165C18}"/>
                  </a:ext>
                </a:extLst>
              </p:cNvPr>
              <p:cNvSpPr/>
              <p:nvPr/>
            </p:nvSpPr>
            <p:spPr>
              <a:xfrm>
                <a:off x="6600148" y="3838958"/>
                <a:ext cx="5372689" cy="426014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900" i="1" dirty="0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sup>
                    </m:sSup>
                    <m:nary>
                      <m:naryPr>
                        <m:chr m:val="∑"/>
                        <m:ctrlP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brk m:alnAt="23"/>
                          </m:rPr>
                          <a:rPr lang="en-US" altLang="zh-TW" sz="19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r>
                          <a:rPr lang="en-US" altLang="zh-TW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𝑣𝑐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nary>
                  </m:oMath>
                </a14:m>
                <a:r>
                  <a:rPr lang="zh-TW" altLang="en-US" sz="19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556E12F-4D25-4099-B7F0-AE2FAD165C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148" y="3838958"/>
                <a:ext cx="5372689" cy="426014"/>
              </a:xfrm>
              <a:prstGeom prst="rect">
                <a:avLst/>
              </a:prstGeom>
              <a:blipFill>
                <a:blip r:embed="rId14"/>
                <a:stretch>
                  <a:fillRect t="-101429" b="-16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1A06F42-8167-4145-B1BC-E48A73E5F340}"/>
                  </a:ext>
                </a:extLst>
              </p:cNvPr>
              <p:cNvSpPr/>
              <p:nvPr/>
            </p:nvSpPr>
            <p:spPr>
              <a:xfrm>
                <a:off x="8395342" y="4343909"/>
                <a:ext cx="2596737" cy="344133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Internal </a:t>
                </a:r>
                <a:r>
                  <a:rPr lang="en-US" altLang="zh-TW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TW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d>
                      <m:dPr>
                        <m:ctrlPr>
                          <a:rPr lang="en-US" altLang="zh-TW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1A06F42-8167-4145-B1BC-E48A73E5F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342" y="4343909"/>
                <a:ext cx="2596737" cy="344133"/>
              </a:xfrm>
              <a:prstGeom prst="rect">
                <a:avLst/>
              </a:prstGeom>
              <a:blipFill>
                <a:blip r:embed="rId15"/>
                <a:stretch>
                  <a:fillRect l="-1174" t="-3571" b="-232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335ED98-129B-4440-8E7E-EFC5276005DD}"/>
                  </a:ext>
                </a:extLst>
              </p:cNvPr>
              <p:cNvSpPr txBox="1"/>
              <p:nvPr/>
            </p:nvSpPr>
            <p:spPr>
              <a:xfrm>
                <a:off x="5704937" y="2266149"/>
                <a:ext cx="49567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Bloch theory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TW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1600" b="1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335ED98-129B-4440-8E7E-EFC527600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937" y="2266149"/>
                <a:ext cx="4956790" cy="338554"/>
              </a:xfrm>
              <a:prstGeom prst="rect">
                <a:avLst/>
              </a:prstGeom>
              <a:blipFill>
                <a:blip r:embed="rId16"/>
                <a:stretch>
                  <a:fillRect l="-492" t="-5455" b="-2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08926773-3717-4104-BBE2-7430B7AC5A5C}"/>
              </a:ext>
            </a:extLst>
          </p:cNvPr>
          <p:cNvSpPr txBox="1"/>
          <p:nvPr/>
        </p:nvSpPr>
        <p:spPr>
          <a:xfrm>
            <a:off x="6603405" y="3467969"/>
            <a:ext cx="3506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Zeroth-order in Taylor expansion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7D069FD-8E41-4FFA-B7B5-A7307FF1A516}"/>
              </a:ext>
            </a:extLst>
          </p:cNvPr>
          <p:cNvSpPr txBox="1"/>
          <p:nvPr/>
        </p:nvSpPr>
        <p:spPr>
          <a:xfrm>
            <a:off x="0" y="646926"/>
            <a:ext cx="5289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uperposition of finite-momentum exciton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: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右大括弧 42">
            <a:extLst>
              <a:ext uri="{FF2B5EF4-FFF2-40B4-BE49-F238E27FC236}">
                <a16:creationId xmlns:a16="http://schemas.microsoft.com/office/drawing/2014/main" id="{8555C071-F5BD-43FB-AE93-E03071EFFC5B}"/>
              </a:ext>
            </a:extLst>
          </p:cNvPr>
          <p:cNvSpPr/>
          <p:nvPr/>
        </p:nvSpPr>
        <p:spPr>
          <a:xfrm rot="5400000">
            <a:off x="9587126" y="2193346"/>
            <a:ext cx="97434" cy="412171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右大括弧 43">
            <a:extLst>
              <a:ext uri="{FF2B5EF4-FFF2-40B4-BE49-F238E27FC236}">
                <a16:creationId xmlns:a16="http://schemas.microsoft.com/office/drawing/2014/main" id="{D761A001-EB19-4B04-9E18-76FB3827721D}"/>
              </a:ext>
            </a:extLst>
          </p:cNvPr>
          <p:cNvSpPr/>
          <p:nvPr/>
        </p:nvSpPr>
        <p:spPr>
          <a:xfrm rot="5400000">
            <a:off x="7158129" y="3976304"/>
            <a:ext cx="97435" cy="555793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11988D6-D91E-4197-ABC5-F2CDF6A8E7DC}"/>
              </a:ext>
            </a:extLst>
          </p:cNvPr>
          <p:cNvSpPr txBox="1"/>
          <p:nvPr/>
        </p:nvSpPr>
        <p:spPr>
          <a:xfrm>
            <a:off x="6715051" y="4343909"/>
            <a:ext cx="1164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251473E-67EB-4F25-9D92-EBC2044D33BB}"/>
              </a:ext>
            </a:extLst>
          </p:cNvPr>
          <p:cNvSpPr/>
          <p:nvPr/>
        </p:nvSpPr>
        <p:spPr>
          <a:xfrm>
            <a:off x="-68180" y="3352482"/>
            <a:ext cx="43143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/>
              <a:t>G.-H. Peng </a:t>
            </a:r>
            <a:r>
              <a:rPr lang="en-US" altLang="zh-TW" sz="1600" i="1" dirty="0"/>
              <a:t>et al.</a:t>
            </a:r>
            <a:r>
              <a:rPr lang="en-US" altLang="zh-TW" sz="1600" dirty="0"/>
              <a:t>, </a:t>
            </a:r>
            <a:r>
              <a:rPr lang="en-US" altLang="zh-TW" sz="1600" i="1" dirty="0"/>
              <a:t>Phys. Rev. B</a:t>
            </a:r>
            <a:r>
              <a:rPr lang="en-US" altLang="zh-TW" sz="1600" dirty="0"/>
              <a:t> 106, 155304 (2022).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AB02A1C-5920-4E88-AFA5-6D4F6388D5DC}"/>
                  </a:ext>
                </a:extLst>
              </p:cNvPr>
              <p:cNvSpPr/>
              <p:nvPr/>
            </p:nvSpPr>
            <p:spPr>
              <a:xfrm>
                <a:off x="6593798" y="3009520"/>
                <a:ext cx="5635582" cy="426014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9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sup>
                    </m:sSup>
                    <m:nary>
                      <m:naryPr>
                        <m:chr m:val="∑"/>
                        <m:ctrlP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brk m:alnAt="23"/>
                          </m:rPr>
                          <a:rPr lang="en-US" altLang="zh-TW" sz="19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TW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r>
                          <a:rPr lang="en-US" altLang="zh-TW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𝑣𝑐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9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>
                            <m:r>
                              <a:rPr lang="en-US" altLang="zh-TW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nary>
                  </m:oMath>
                </a14:m>
                <a:r>
                  <a:rPr lang="zh-TW" altLang="en-US" sz="19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AB02A1C-5920-4E88-AFA5-6D4F6388D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798" y="3009520"/>
                <a:ext cx="5635582" cy="426014"/>
              </a:xfrm>
              <a:prstGeom prst="rect">
                <a:avLst/>
              </a:prstGeom>
              <a:blipFill>
                <a:blip r:embed="rId17"/>
                <a:stretch>
                  <a:fillRect t="-101429" b="-16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872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圖片 147">
            <a:extLst>
              <a:ext uri="{FF2B5EF4-FFF2-40B4-BE49-F238E27FC236}">
                <a16:creationId xmlns:a16="http://schemas.microsoft.com/office/drawing/2014/main" id="{2E9A51B4-2951-406A-9350-01E854DBC7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11" t="11117" r="9804" b="63909"/>
          <a:stretch/>
        </p:blipFill>
        <p:spPr>
          <a:xfrm>
            <a:off x="7048501" y="2263840"/>
            <a:ext cx="190500" cy="771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9223A361-9C2B-4769-911C-EF4B714D1993}"/>
                  </a:ext>
                </a:extLst>
              </p:cNvPr>
              <p:cNvSpPr/>
              <p:nvPr/>
            </p:nvSpPr>
            <p:spPr>
              <a:xfrm>
                <a:off x="5723248" y="3797632"/>
                <a:ext cx="6468752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Valley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exciton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wave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packets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: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9223A361-9C2B-4769-911C-EF4B714D1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248" y="3797632"/>
                <a:ext cx="6468752" cy="400110"/>
              </a:xfrm>
              <a:prstGeom prst="rect">
                <a:avLst/>
              </a:prstGeom>
              <a:blipFill>
                <a:blip r:embed="rId3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Valley exciton wave packet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C874A8D-CCC1-4FD3-908A-386F2B6741B6}"/>
                  </a:ext>
                </a:extLst>
              </p:cNvPr>
              <p:cNvSpPr/>
              <p:nvPr/>
            </p:nvSpPr>
            <p:spPr>
              <a:xfrm>
                <a:off x="226218" y="1336056"/>
                <a:ext cx="4992264" cy="519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ℏ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d>
                      <m:dPr>
                        <m:ctrlPr>
                          <a:rPr lang="en-US" altLang="zh-TW" sz="19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nary>
                      <m:naryPr>
                        <m:chr m:val="∑"/>
                        <m:ctrlPr>
                          <a:rPr lang="en-US" altLang="zh-TW" sz="19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900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zh-TW" altLang="en-US" sz="1900" dirty="0"/>
                  <a:t> </a:t>
                </a:r>
              </a:p>
            </p:txBody>
          </p:sp>
        </mc:Choice>
        <mc:Fallback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C874A8D-CCC1-4FD3-908A-386F2B6741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18" y="1336056"/>
                <a:ext cx="4992264" cy="519694"/>
              </a:xfrm>
              <a:prstGeom prst="rect">
                <a:avLst/>
              </a:prstGeom>
              <a:blipFill>
                <a:blip r:embed="rId6"/>
                <a:stretch>
                  <a:fillRect t="-76471" b="-12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6EF8580-8CE0-4B19-A330-CA2F872FB03D}"/>
                  </a:ext>
                </a:extLst>
              </p:cNvPr>
              <p:cNvSpPr txBox="1"/>
              <p:nvPr/>
            </p:nvSpPr>
            <p:spPr>
              <a:xfrm>
                <a:off x="-44451" y="608826"/>
                <a:ext cx="5635624" cy="34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Redefine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rewrite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TW" altLang="en-US" sz="1600" dirty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p>
                    <m:d>
                      <m:d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altLang="zh-TW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d>
                      <m:d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6EF8580-8CE0-4B19-A330-CA2F872FB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451" y="608826"/>
                <a:ext cx="5635624" cy="346570"/>
              </a:xfrm>
              <a:prstGeom prst="rect">
                <a:avLst/>
              </a:prstGeom>
              <a:blipFill>
                <a:blip r:embed="rId7"/>
                <a:stretch>
                  <a:fillRect l="-649" t="-3509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B3198277-3456-4E00-BF66-0E9628DE8A27}"/>
              </a:ext>
            </a:extLst>
          </p:cNvPr>
          <p:cNvGrpSpPr/>
          <p:nvPr/>
        </p:nvGrpSpPr>
        <p:grpSpPr>
          <a:xfrm>
            <a:off x="56395" y="4028204"/>
            <a:ext cx="5633050" cy="493200"/>
            <a:chOff x="1205901" y="3151761"/>
            <a:chExt cx="5633050" cy="4932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A9128155-9D72-42C5-A82C-20216626AB2C}"/>
                </a:ext>
              </a:extLst>
            </p:cNvPr>
            <p:cNvGrpSpPr/>
            <p:nvPr/>
          </p:nvGrpSpPr>
          <p:grpSpPr>
            <a:xfrm>
              <a:off x="3212306" y="3151761"/>
              <a:ext cx="3536044" cy="493200"/>
              <a:chOff x="3626756" y="-398386"/>
              <a:chExt cx="3536044" cy="493200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32D9D3B-026E-4B53-810D-A3E62852C8B8}"/>
                  </a:ext>
                </a:extLst>
              </p:cNvPr>
              <p:cNvSpPr/>
              <p:nvPr/>
            </p:nvSpPr>
            <p:spPr>
              <a:xfrm>
                <a:off x="3626756" y="-398386"/>
                <a:ext cx="488044" cy="493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5D22883-17A4-4F01-8DBE-40FA0EE0AA9C}"/>
                  </a:ext>
                </a:extLst>
              </p:cNvPr>
              <p:cNvSpPr/>
              <p:nvPr/>
            </p:nvSpPr>
            <p:spPr>
              <a:xfrm>
                <a:off x="4112531" y="-398386"/>
                <a:ext cx="954769" cy="493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F7C499-42C5-4421-A197-09D3AF689AC5}"/>
                  </a:ext>
                </a:extLst>
              </p:cNvPr>
              <p:cNvSpPr/>
              <p:nvPr/>
            </p:nvSpPr>
            <p:spPr>
              <a:xfrm>
                <a:off x="5067300" y="-398386"/>
                <a:ext cx="2095500" cy="493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3462645-3706-48B9-A1A3-386CD3AFC155}"/>
                    </a:ext>
                  </a:extLst>
                </p:cNvPr>
                <p:cNvSpPr/>
                <p:nvPr/>
              </p:nvSpPr>
              <p:spPr>
                <a:xfrm>
                  <a:off x="1205901" y="3175430"/>
                  <a:ext cx="5633050" cy="40831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b="1" dirty="0"/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TW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brk m:alnAt="23"/>
                            </m:rP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𝑣𝑐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nary>
                    </m:oMath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3462645-3706-48B9-A1A3-386CD3AFC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901" y="3175430"/>
                  <a:ext cx="5633050" cy="408317"/>
                </a:xfrm>
                <a:prstGeom prst="rect">
                  <a:avLst/>
                </a:prstGeom>
                <a:blipFill>
                  <a:blip r:embed="rId8"/>
                  <a:stretch>
                    <a:fillRect t="-104478" b="-1626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E6ED32F6-35E2-4E91-A27F-44C9FED7073A}"/>
              </a:ext>
            </a:extLst>
          </p:cNvPr>
          <p:cNvGrpSpPr/>
          <p:nvPr/>
        </p:nvGrpSpPr>
        <p:grpSpPr>
          <a:xfrm>
            <a:off x="43259" y="4808309"/>
            <a:ext cx="5623661" cy="1995652"/>
            <a:chOff x="43259" y="4665434"/>
            <a:chExt cx="5623661" cy="1995652"/>
          </a:xfrm>
        </p:grpSpPr>
        <p:sp>
          <p:nvSpPr>
            <p:cNvPr id="63" name="矩形: 圓角 62">
              <a:extLst>
                <a:ext uri="{FF2B5EF4-FFF2-40B4-BE49-F238E27FC236}">
                  <a16:creationId xmlns:a16="http://schemas.microsoft.com/office/drawing/2014/main" id="{0922A2A9-D949-41D0-955C-75D80568A9FE}"/>
                </a:ext>
              </a:extLst>
            </p:cNvPr>
            <p:cNvSpPr/>
            <p:nvPr/>
          </p:nvSpPr>
          <p:spPr>
            <a:xfrm>
              <a:off x="52048" y="5699960"/>
              <a:ext cx="2643529" cy="961126"/>
            </a:xfrm>
            <a:prstGeom prst="roundRect">
              <a:avLst>
                <a:gd name="adj" fmla="val 675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18856161-B1EB-4E03-87D3-E1181225466D}"/>
                </a:ext>
              </a:extLst>
            </p:cNvPr>
            <p:cNvSpPr/>
            <p:nvPr/>
          </p:nvSpPr>
          <p:spPr>
            <a:xfrm>
              <a:off x="45061" y="4669509"/>
              <a:ext cx="2643529" cy="961126"/>
            </a:xfrm>
            <a:prstGeom prst="roundRect">
              <a:avLst>
                <a:gd name="adj" fmla="val 675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A9464804-C6E6-4429-BF4E-CC0400EA5267}"/>
                </a:ext>
              </a:extLst>
            </p:cNvPr>
            <p:cNvSpPr txBox="1"/>
            <p:nvPr/>
          </p:nvSpPr>
          <p:spPr>
            <a:xfrm>
              <a:off x="43259" y="4669645"/>
              <a:ext cx="2241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Recombination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3EED8F9C-8A54-48AF-806B-51A40AFBA98A}"/>
                </a:ext>
              </a:extLst>
            </p:cNvPr>
            <p:cNvSpPr/>
            <p:nvPr/>
          </p:nvSpPr>
          <p:spPr>
            <a:xfrm>
              <a:off x="2761615" y="4665434"/>
              <a:ext cx="2905305" cy="1995652"/>
            </a:xfrm>
            <a:prstGeom prst="roundRect">
              <a:avLst>
                <a:gd name="adj" fmla="val 379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63443FA2-AD5F-4635-A11E-1C7288BFB549}"/>
                </a:ext>
              </a:extLst>
            </p:cNvPr>
            <p:cNvSpPr txBox="1"/>
            <p:nvPr/>
          </p:nvSpPr>
          <p:spPr>
            <a:xfrm>
              <a:off x="2784742" y="4669645"/>
              <a:ext cx="20442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2D hydrogen model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D099D826-312E-4136-A755-5CA57EBA647B}"/>
                    </a:ext>
                  </a:extLst>
                </p:cNvPr>
                <p:cNvSpPr txBox="1"/>
                <p:nvPr/>
              </p:nvSpPr>
              <p:spPr>
                <a:xfrm>
                  <a:off x="225571" y="6172813"/>
                  <a:ext cx="2284180" cy="349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</m:oMath>
                    </m:oMathPara>
                  </a14:m>
                  <a:endPara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D099D826-312E-4136-A755-5CA57EBA64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71" y="6172813"/>
                  <a:ext cx="2284180" cy="34932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DADE627B-CF9A-4E3A-8B39-4C377C4AA90C}"/>
                </a:ext>
              </a:extLst>
            </p:cNvPr>
            <p:cNvSpPr txBox="1"/>
            <p:nvPr/>
          </p:nvSpPr>
          <p:spPr>
            <a:xfrm>
              <a:off x="43259" y="5729714"/>
              <a:ext cx="2307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On lattice site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6ACB0B31-3E2C-4E35-825D-79B831A99BD1}"/>
                    </a:ext>
                  </a:extLst>
                </p:cNvPr>
                <p:cNvSpPr/>
                <p:nvPr/>
              </p:nvSpPr>
              <p:spPr>
                <a:xfrm>
                  <a:off x="2893290" y="5389149"/>
                  <a:ext cx="2695803" cy="88524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𝑣𝑐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sSubSup>
                            <m:sSub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altLang="zh-TW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TW" i="1" dirty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zh-TW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6ACB0B31-3E2C-4E35-825D-79B831A99B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3290" y="5389149"/>
                  <a:ext cx="2695803" cy="88524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B92B6291-E3EF-4A57-A61A-9A6129CED6B6}"/>
                    </a:ext>
                  </a:extLst>
                </p:cNvPr>
                <p:cNvSpPr txBox="1"/>
                <p:nvPr/>
              </p:nvSpPr>
              <p:spPr>
                <a:xfrm>
                  <a:off x="912143" y="5088652"/>
                  <a:ext cx="9093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B92B6291-E3EF-4A57-A61A-9A6129CED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143" y="5088652"/>
                  <a:ext cx="909365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9CDC07B3-2726-4F10-9189-35BDCD2A2845}"/>
              </a:ext>
            </a:extLst>
          </p:cNvPr>
          <p:cNvGrpSpPr/>
          <p:nvPr/>
        </p:nvGrpSpPr>
        <p:grpSpPr>
          <a:xfrm>
            <a:off x="1499387" y="2236410"/>
            <a:ext cx="2445926" cy="454933"/>
            <a:chOff x="311296" y="2855929"/>
            <a:chExt cx="2445926" cy="4549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CD2A011E-5EF9-4245-9583-14CAC301C78F}"/>
                    </a:ext>
                  </a:extLst>
                </p:cNvPr>
                <p:cNvSpPr/>
                <p:nvPr/>
              </p:nvSpPr>
              <p:spPr>
                <a:xfrm>
                  <a:off x="311296" y="2855929"/>
                  <a:ext cx="2445926" cy="4549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CD2A011E-5EF9-4245-9583-14CAC301C7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296" y="2855929"/>
                  <a:ext cx="2445926" cy="45493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0" name="圖形 69">
              <a:extLst>
                <a:ext uri="{FF2B5EF4-FFF2-40B4-BE49-F238E27FC236}">
                  <a16:creationId xmlns:a16="http://schemas.microsoft.com/office/drawing/2014/main" id="{81776187-40CC-401A-A2AA-A01C8542AE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54717" r="19245"/>
            <a:stretch/>
          </p:blipFill>
          <p:spPr>
            <a:xfrm>
              <a:off x="1182572" y="2970593"/>
              <a:ext cx="233506" cy="212400"/>
            </a:xfrm>
            <a:prstGeom prst="rect">
              <a:avLst/>
            </a:prstGeom>
          </p:spPr>
        </p:pic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2BD15789-CABE-472C-81E3-B952EC4FBEFA}"/>
              </a:ext>
            </a:extLst>
          </p:cNvPr>
          <p:cNvGrpSpPr/>
          <p:nvPr/>
        </p:nvGrpSpPr>
        <p:grpSpPr>
          <a:xfrm>
            <a:off x="5865482" y="4164576"/>
            <a:ext cx="1336520" cy="459678"/>
            <a:chOff x="6217727" y="3016061"/>
            <a:chExt cx="1336520" cy="4596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A26B2AE5-3FEF-4A64-86DE-4755A7A21546}"/>
                    </a:ext>
                  </a:extLst>
                </p:cNvPr>
                <p:cNvSpPr/>
                <p:nvPr/>
              </p:nvSpPr>
              <p:spPr>
                <a:xfrm>
                  <a:off x="6217727" y="3016061"/>
                  <a:ext cx="1336520" cy="45967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1" i="1" dirty="0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,ℓ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A26B2AE5-3FEF-4A64-86DE-4755A7A215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727" y="3016061"/>
                  <a:ext cx="1336520" cy="459678"/>
                </a:xfrm>
                <a:prstGeom prst="rect">
                  <a:avLst/>
                </a:prstGeom>
                <a:blipFill>
                  <a:blip r:embed="rId16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4" name="圖形 73">
              <a:extLst>
                <a:ext uri="{FF2B5EF4-FFF2-40B4-BE49-F238E27FC236}">
                  <a16:creationId xmlns:a16="http://schemas.microsoft.com/office/drawing/2014/main" id="{4C04828E-0F12-45EE-95DC-D70BF9254E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54717" r="19245"/>
            <a:stretch/>
          </p:blipFill>
          <p:spPr>
            <a:xfrm>
              <a:off x="6438719" y="3167926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87764A20-6BBB-4773-B2C2-700298FBA15A}"/>
                  </a:ext>
                </a:extLst>
              </p:cNvPr>
              <p:cNvSpPr/>
              <p:nvPr/>
            </p:nvSpPr>
            <p:spPr>
              <a:xfrm>
                <a:off x="8393358" y="4164576"/>
                <a:ext cx="966803" cy="516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1" i="1" dirty="0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 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87764A20-6BBB-4773-B2C2-700298FBA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358" y="4164576"/>
                <a:ext cx="966803" cy="51693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FC85E728-8BEB-46F2-A0DC-5134E006FD99}"/>
                  </a:ext>
                </a:extLst>
              </p:cNvPr>
              <p:cNvSpPr/>
              <p:nvPr/>
            </p:nvSpPr>
            <p:spPr>
              <a:xfrm>
                <a:off x="10153904" y="4164576"/>
                <a:ext cx="2131866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00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00" b="1" i="1" dirty="0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 </m:t>
                                  </m:r>
                                </m:sub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FC85E728-8BEB-46F2-A0DC-5134E006F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904" y="4164576"/>
                <a:ext cx="2131866" cy="53296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圖片 79">
            <a:extLst>
              <a:ext uri="{FF2B5EF4-FFF2-40B4-BE49-F238E27FC236}">
                <a16:creationId xmlns:a16="http://schemas.microsoft.com/office/drawing/2014/main" id="{46CA6437-1626-4E7E-8EEF-6F74ADAB82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7" r="21689" b="63909"/>
          <a:stretch/>
        </p:blipFill>
        <p:spPr>
          <a:xfrm>
            <a:off x="5793192" y="2048730"/>
            <a:ext cx="1255308" cy="1201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C91B28ED-582E-48CF-98A2-799748FFDA1A}"/>
                  </a:ext>
                </a:extLst>
              </p:cNvPr>
              <p:cNvSpPr txBox="1"/>
              <p:nvPr/>
            </p:nvSpPr>
            <p:spPr>
              <a:xfrm>
                <a:off x="5907557" y="2846879"/>
                <a:ext cx="617033" cy="25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300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C91B28ED-582E-48CF-98A2-799748FFD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557" y="2846879"/>
                <a:ext cx="617033" cy="254983"/>
              </a:xfrm>
              <a:prstGeom prst="rect">
                <a:avLst/>
              </a:prstGeom>
              <a:blipFill>
                <a:blip r:embed="rId1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>
            <a:extLst>
              <a:ext uri="{FF2B5EF4-FFF2-40B4-BE49-F238E27FC236}">
                <a16:creationId xmlns:a16="http://schemas.microsoft.com/office/drawing/2014/main" id="{FFC15DE4-050A-4BC7-9CF2-AD817CE7AB5C}"/>
              </a:ext>
            </a:extLst>
          </p:cNvPr>
          <p:cNvGrpSpPr/>
          <p:nvPr/>
        </p:nvGrpSpPr>
        <p:grpSpPr>
          <a:xfrm>
            <a:off x="6231155" y="2326937"/>
            <a:ext cx="563568" cy="487927"/>
            <a:chOff x="6916955" y="1860735"/>
            <a:chExt cx="563568" cy="487927"/>
          </a:xfrm>
        </p:grpSpPr>
        <p:sp>
          <p:nvSpPr>
            <p:cNvPr id="83" name="箭號: 向右 82">
              <a:extLst>
                <a:ext uri="{FF2B5EF4-FFF2-40B4-BE49-F238E27FC236}">
                  <a16:creationId xmlns:a16="http://schemas.microsoft.com/office/drawing/2014/main" id="{09C8EAED-5F5D-464F-ACE6-061C588148FC}"/>
                </a:ext>
              </a:extLst>
            </p:cNvPr>
            <p:cNvSpPr/>
            <p:nvPr/>
          </p:nvSpPr>
          <p:spPr>
            <a:xfrm>
              <a:off x="7187734" y="2162621"/>
              <a:ext cx="91260" cy="26434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4" name="箭號: 向右 83">
              <a:extLst>
                <a:ext uri="{FF2B5EF4-FFF2-40B4-BE49-F238E27FC236}">
                  <a16:creationId xmlns:a16="http://schemas.microsoft.com/office/drawing/2014/main" id="{A74AC2D8-09C7-4B5C-9878-8C690A046885}"/>
                </a:ext>
              </a:extLst>
            </p:cNvPr>
            <p:cNvSpPr/>
            <p:nvPr/>
          </p:nvSpPr>
          <p:spPr>
            <a:xfrm rot="16200000">
              <a:off x="7149568" y="2124350"/>
              <a:ext cx="88077" cy="2738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EE59FD58-EF5D-4138-923F-D2F88D927A0D}"/>
                    </a:ext>
                  </a:extLst>
                </p:cNvPr>
                <p:cNvSpPr txBox="1"/>
                <p:nvPr/>
              </p:nvSpPr>
              <p:spPr>
                <a:xfrm>
                  <a:off x="6916955" y="1860735"/>
                  <a:ext cx="388871" cy="268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/>
                </a:p>
              </p:txBody>
            </p:sp>
          </mc:Choice>
          <mc:Fallback xmlns="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EE59FD58-EF5D-4138-923F-D2F88D927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6955" y="1860735"/>
                  <a:ext cx="388871" cy="268738"/>
                </a:xfrm>
                <a:prstGeom prst="rect">
                  <a:avLst/>
                </a:prstGeom>
                <a:blipFill>
                  <a:blip r:embed="rId2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19CC0986-7C95-4B36-82B2-5E8FABCBFA9A}"/>
                    </a:ext>
                  </a:extLst>
                </p:cNvPr>
                <p:cNvSpPr txBox="1"/>
                <p:nvPr/>
              </p:nvSpPr>
              <p:spPr>
                <a:xfrm>
                  <a:off x="7187734" y="2093679"/>
                  <a:ext cx="292789" cy="254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/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19CC0986-7C95-4B36-82B2-5E8FABCBF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7734" y="2093679"/>
                  <a:ext cx="292789" cy="254983"/>
                </a:xfrm>
                <a:prstGeom prst="rect">
                  <a:avLst/>
                </a:prstGeom>
                <a:blipFill>
                  <a:blip r:embed="rId21"/>
                  <a:stretch>
                    <a:fillRect r="-2083" b="-214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940D5204-AFC1-47D0-8721-CE61D45DF23A}"/>
                  </a:ext>
                </a:extLst>
              </p:cNvPr>
              <p:cNvSpPr txBox="1"/>
              <p:nvPr/>
            </p:nvSpPr>
            <p:spPr>
              <a:xfrm rot="5400000">
                <a:off x="7009154" y="2369474"/>
                <a:ext cx="3364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940D5204-AFC1-47D0-8721-CE61D45DF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009154" y="2369474"/>
                <a:ext cx="336488" cy="338554"/>
              </a:xfrm>
              <a:prstGeom prst="rect">
                <a:avLst/>
              </a:prstGeom>
              <a:blipFill>
                <a:blip r:embed="rId22"/>
                <a:stretch>
                  <a:fillRect b="-2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圖片 87">
            <a:extLst>
              <a:ext uri="{FF2B5EF4-FFF2-40B4-BE49-F238E27FC236}">
                <a16:creationId xmlns:a16="http://schemas.microsoft.com/office/drawing/2014/main" id="{7B0674B3-C3A1-47B6-8DF6-9BFF00D85761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55006"/>
          <a:stretch/>
        </p:blipFill>
        <p:spPr>
          <a:xfrm>
            <a:off x="10078904" y="1509707"/>
            <a:ext cx="1780600" cy="1086070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AE8AA1DF-60FD-4872-8AD3-5118EF118D1E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4" b="6188"/>
          <a:stretch/>
        </p:blipFill>
        <p:spPr>
          <a:xfrm>
            <a:off x="10078904" y="2523675"/>
            <a:ext cx="1780600" cy="1139866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F472E899-8D01-4E53-A680-0DFDFAEA5C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r="22209" b="37499"/>
          <a:stretch/>
        </p:blipFill>
        <p:spPr>
          <a:xfrm>
            <a:off x="8093352" y="1474257"/>
            <a:ext cx="1245911" cy="1183413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D6A65FB9-A3B8-4E6E-B1EA-3284CA807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75" r="21912" b="10000"/>
          <a:stretch/>
        </p:blipFill>
        <p:spPr>
          <a:xfrm>
            <a:off x="8093352" y="2552894"/>
            <a:ext cx="1250673" cy="1188577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8FCEBE8C-F697-415A-A524-A7FA45676DC0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r="21554" b="38061"/>
          <a:stretch/>
        </p:blipFill>
        <p:spPr>
          <a:xfrm>
            <a:off x="8094278" y="4593402"/>
            <a:ext cx="1258674" cy="117855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7A56F193-8573-4EEA-B4BD-125547E3A9B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10076856" y="4863631"/>
            <a:ext cx="1784696" cy="929445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347EF605-2F22-4C61-86DB-F8B50420769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10076856" y="5966660"/>
            <a:ext cx="1784696" cy="1036262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2B00B5DF-6186-41B5-AB95-27D42336EF5F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21987" b="64731"/>
          <a:stretch/>
        </p:blipFill>
        <p:spPr>
          <a:xfrm>
            <a:off x="5946547" y="5186305"/>
            <a:ext cx="1100050" cy="1146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85CF52EB-38A9-4C42-B048-6E94A90BE72A}"/>
                  </a:ext>
                </a:extLst>
              </p:cNvPr>
              <p:cNvSpPr txBox="1"/>
              <p:nvPr/>
            </p:nvSpPr>
            <p:spPr>
              <a:xfrm>
                <a:off x="5916120" y="5984562"/>
                <a:ext cx="617033" cy="25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300" dirty="0"/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85CF52EB-38A9-4C42-B048-6E94A90BE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120" y="5984562"/>
                <a:ext cx="617033" cy="254983"/>
              </a:xfrm>
              <a:prstGeom prst="rect">
                <a:avLst/>
              </a:prstGeom>
              <a:blipFill>
                <a:blip r:embed="rId2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3D57583C-89B5-474A-B80A-55670150ADA5}"/>
              </a:ext>
            </a:extLst>
          </p:cNvPr>
          <p:cNvGrpSpPr/>
          <p:nvPr/>
        </p:nvGrpSpPr>
        <p:grpSpPr>
          <a:xfrm>
            <a:off x="6239718" y="5464620"/>
            <a:ext cx="563568" cy="487927"/>
            <a:chOff x="6916955" y="1860735"/>
            <a:chExt cx="563568" cy="487927"/>
          </a:xfrm>
        </p:grpSpPr>
        <p:sp>
          <p:nvSpPr>
            <p:cNvPr id="110" name="箭號: 向右 109">
              <a:extLst>
                <a:ext uri="{FF2B5EF4-FFF2-40B4-BE49-F238E27FC236}">
                  <a16:creationId xmlns:a16="http://schemas.microsoft.com/office/drawing/2014/main" id="{C146BF54-7D16-4E37-889D-04296467BD9B}"/>
                </a:ext>
              </a:extLst>
            </p:cNvPr>
            <p:cNvSpPr/>
            <p:nvPr/>
          </p:nvSpPr>
          <p:spPr>
            <a:xfrm>
              <a:off x="7187734" y="2162621"/>
              <a:ext cx="91260" cy="26434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" name="箭號: 向右 110">
              <a:extLst>
                <a:ext uri="{FF2B5EF4-FFF2-40B4-BE49-F238E27FC236}">
                  <a16:creationId xmlns:a16="http://schemas.microsoft.com/office/drawing/2014/main" id="{B3E4DD5D-A349-41FA-A8A1-E916FAD87FE4}"/>
                </a:ext>
              </a:extLst>
            </p:cNvPr>
            <p:cNvSpPr/>
            <p:nvPr/>
          </p:nvSpPr>
          <p:spPr>
            <a:xfrm rot="16200000">
              <a:off x="7149568" y="2124350"/>
              <a:ext cx="88077" cy="2738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3DA02825-CEAD-47E5-9CDE-1403C5A79FA3}"/>
                    </a:ext>
                  </a:extLst>
                </p:cNvPr>
                <p:cNvSpPr txBox="1"/>
                <p:nvPr/>
              </p:nvSpPr>
              <p:spPr>
                <a:xfrm>
                  <a:off x="6916955" y="1860735"/>
                  <a:ext cx="388871" cy="268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/>
                </a:p>
              </p:txBody>
            </p:sp>
          </mc:Choice>
          <mc:Fallback xmlns="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3DA02825-CEAD-47E5-9CDE-1403C5A79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6955" y="1860735"/>
                  <a:ext cx="388871" cy="268738"/>
                </a:xfrm>
                <a:prstGeom prst="rect">
                  <a:avLst/>
                </a:prstGeom>
                <a:blipFill>
                  <a:blip r:embed="rId28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C7304D87-3697-4397-8254-80B8EC16985C}"/>
                    </a:ext>
                  </a:extLst>
                </p:cNvPr>
                <p:cNvSpPr txBox="1"/>
                <p:nvPr/>
              </p:nvSpPr>
              <p:spPr>
                <a:xfrm>
                  <a:off x="7187734" y="2093679"/>
                  <a:ext cx="292789" cy="254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/>
                </a:p>
              </p:txBody>
            </p:sp>
          </mc:Choice>
          <mc:Fallback xmlns="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C7304D87-3697-4397-8254-80B8EC169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7734" y="2093679"/>
                  <a:ext cx="292789" cy="254983"/>
                </a:xfrm>
                <a:prstGeom prst="rect">
                  <a:avLst/>
                </a:prstGeom>
                <a:blipFill>
                  <a:blip r:embed="rId21"/>
                  <a:stretch>
                    <a:fillRect r="-2083" b="-243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4" name="圖片 113">
            <a:extLst>
              <a:ext uri="{FF2B5EF4-FFF2-40B4-BE49-F238E27FC236}">
                <a16:creationId xmlns:a16="http://schemas.microsoft.com/office/drawing/2014/main" id="{E4BC0FEE-15AD-4CB7-A5F6-E1863B31CFEB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98" r="21554" b="9750"/>
          <a:stretch/>
        </p:blipFill>
        <p:spPr>
          <a:xfrm>
            <a:off x="8094278" y="5724330"/>
            <a:ext cx="1258674" cy="1172219"/>
          </a:xfrm>
          <a:prstGeom prst="rect">
            <a:avLst/>
          </a:prstGeom>
        </p:spPr>
      </p:pic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6490DD8B-E9ED-48AF-B653-451733621F5E}"/>
              </a:ext>
            </a:extLst>
          </p:cNvPr>
          <p:cNvGrpSpPr/>
          <p:nvPr/>
        </p:nvGrpSpPr>
        <p:grpSpPr>
          <a:xfrm>
            <a:off x="1" y="3400261"/>
            <a:ext cx="5723248" cy="407099"/>
            <a:chOff x="1" y="3591362"/>
            <a:chExt cx="5723248" cy="407099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EB9DADA-BC7D-4437-AC1B-5889972D55B4}"/>
                </a:ext>
              </a:extLst>
            </p:cNvPr>
            <p:cNvSpPr/>
            <p:nvPr/>
          </p:nvSpPr>
          <p:spPr>
            <a:xfrm>
              <a:off x="1" y="3595254"/>
              <a:ext cx="5723248" cy="3996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29CE224A-A9BC-4F7A-81D0-DDC346112F9B}"/>
                    </a:ext>
                  </a:extLst>
                </p:cNvPr>
                <p:cNvSpPr/>
                <p:nvPr/>
              </p:nvSpPr>
              <p:spPr>
                <a:xfrm>
                  <a:off x="868999" y="3591362"/>
                  <a:ext cx="3985258" cy="4070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Phase</a:t>
                  </a:r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from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dirty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is</a:t>
                  </a:r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neglected</a:t>
                  </a:r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29CE224A-A9BC-4F7A-81D0-DDC346112F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99" y="3591362"/>
                  <a:ext cx="3985258" cy="407099"/>
                </a:xfrm>
                <a:prstGeom prst="rect">
                  <a:avLst/>
                </a:prstGeom>
                <a:blipFill>
                  <a:blip r:embed="rId29"/>
                  <a:stretch>
                    <a:fillRect l="-613" t="-7463" r="-613" b="-253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AA03ED7C-A6F2-43A9-A418-5C3F9CB61178}"/>
                  </a:ext>
                </a:extLst>
              </p:cNvPr>
              <p:cNvSpPr/>
              <p:nvPr/>
            </p:nvSpPr>
            <p:spPr>
              <a:xfrm>
                <a:off x="8197752" y="1487716"/>
                <a:ext cx="8309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altLang="zh-TW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AA03ED7C-A6F2-43A9-A418-5C3F9CB6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2" y="1487716"/>
                <a:ext cx="830933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3194B6B4-E4B0-4BAE-B215-8F3ED8BFB2F9}"/>
                  </a:ext>
                </a:extLst>
              </p:cNvPr>
              <p:cNvSpPr/>
              <p:nvPr/>
            </p:nvSpPr>
            <p:spPr>
              <a:xfrm>
                <a:off x="8197752" y="2560663"/>
                <a:ext cx="8832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zh-TW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3194B6B4-E4B0-4BAE-B215-8F3ED8BF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2" y="2560663"/>
                <a:ext cx="883254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1B39F6ED-A6FB-4AA7-960B-64BBC2967E2A}"/>
                  </a:ext>
                </a:extLst>
              </p:cNvPr>
              <p:cNvSpPr/>
              <p:nvPr/>
            </p:nvSpPr>
            <p:spPr>
              <a:xfrm>
                <a:off x="8197752" y="4633583"/>
                <a:ext cx="8309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altLang="zh-TW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1B39F6ED-A6FB-4AA7-960B-64BBC2967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2" y="4633583"/>
                <a:ext cx="830933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F888CCAF-DC0C-4468-9346-540E3B712D75}"/>
                  </a:ext>
                </a:extLst>
              </p:cNvPr>
              <p:cNvSpPr/>
              <p:nvPr/>
            </p:nvSpPr>
            <p:spPr>
              <a:xfrm>
                <a:off x="8197752" y="5700599"/>
                <a:ext cx="8832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zh-TW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F888CCAF-DC0C-4468-9346-540E3B712D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2" y="5700599"/>
                <a:ext cx="883254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940B5977-1296-4327-8373-816E7F39E47F}"/>
                  </a:ext>
                </a:extLst>
              </p:cNvPr>
              <p:cNvSpPr txBox="1"/>
              <p:nvPr/>
            </p:nvSpPr>
            <p:spPr>
              <a:xfrm>
                <a:off x="8207802" y="2296792"/>
                <a:ext cx="617033" cy="25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3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3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940B5977-1296-4327-8373-816E7F39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02" y="2296792"/>
                <a:ext cx="617033" cy="254983"/>
              </a:xfrm>
              <a:prstGeom prst="rect">
                <a:avLst/>
              </a:prstGeom>
              <a:blipFill>
                <a:blip r:embed="rId3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3E9D28B1-2BB0-472A-8A10-7C0B93266B69}"/>
              </a:ext>
            </a:extLst>
          </p:cNvPr>
          <p:cNvGrpSpPr/>
          <p:nvPr/>
        </p:nvGrpSpPr>
        <p:grpSpPr>
          <a:xfrm>
            <a:off x="8531400" y="1776850"/>
            <a:ext cx="563568" cy="487927"/>
            <a:chOff x="6916955" y="1860735"/>
            <a:chExt cx="563568" cy="487927"/>
          </a:xfrm>
        </p:grpSpPr>
        <p:sp>
          <p:nvSpPr>
            <p:cNvPr id="133" name="箭號: 向右 132">
              <a:extLst>
                <a:ext uri="{FF2B5EF4-FFF2-40B4-BE49-F238E27FC236}">
                  <a16:creationId xmlns:a16="http://schemas.microsoft.com/office/drawing/2014/main" id="{0C60771F-2272-402C-BA1B-55AB8F8A15E7}"/>
                </a:ext>
              </a:extLst>
            </p:cNvPr>
            <p:cNvSpPr/>
            <p:nvPr/>
          </p:nvSpPr>
          <p:spPr>
            <a:xfrm>
              <a:off x="7187734" y="2162621"/>
              <a:ext cx="91260" cy="26434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4" name="箭號: 向右 133">
              <a:extLst>
                <a:ext uri="{FF2B5EF4-FFF2-40B4-BE49-F238E27FC236}">
                  <a16:creationId xmlns:a16="http://schemas.microsoft.com/office/drawing/2014/main" id="{0F49E2E5-5E2E-45CC-ABDE-7D2CB4695909}"/>
                </a:ext>
              </a:extLst>
            </p:cNvPr>
            <p:cNvSpPr/>
            <p:nvPr/>
          </p:nvSpPr>
          <p:spPr>
            <a:xfrm rot="16200000">
              <a:off x="7149568" y="2124350"/>
              <a:ext cx="88077" cy="2738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2FED6CC7-5CCE-41DD-9000-340D3949FEAB}"/>
                    </a:ext>
                  </a:extLst>
                </p:cNvPr>
                <p:cNvSpPr txBox="1"/>
                <p:nvPr/>
              </p:nvSpPr>
              <p:spPr>
                <a:xfrm>
                  <a:off x="6916955" y="1860735"/>
                  <a:ext cx="388871" cy="268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/>
                </a:p>
              </p:txBody>
            </p:sp>
          </mc:Choice>
          <mc:Fallback xmlns="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2FED6CC7-5CCE-41DD-9000-340D3949F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6955" y="1860735"/>
                  <a:ext cx="388871" cy="268738"/>
                </a:xfrm>
                <a:prstGeom prst="rect">
                  <a:avLst/>
                </a:prstGeom>
                <a:blipFill>
                  <a:blip r:embed="rId28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8EE91619-41C8-41BD-A43C-42D4B20DB93F}"/>
                    </a:ext>
                  </a:extLst>
                </p:cNvPr>
                <p:cNvSpPr txBox="1"/>
                <p:nvPr/>
              </p:nvSpPr>
              <p:spPr>
                <a:xfrm>
                  <a:off x="7187734" y="2093679"/>
                  <a:ext cx="292789" cy="254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/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8EE91619-41C8-41BD-A43C-42D4B20DB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7734" y="2093679"/>
                  <a:ext cx="292789" cy="254983"/>
                </a:xfrm>
                <a:prstGeom prst="rect">
                  <a:avLst/>
                </a:prstGeom>
                <a:blipFill>
                  <a:blip r:embed="rId21"/>
                  <a:stretch>
                    <a:fillRect r="-2083" b="-214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5D6A990F-CD49-4AA5-A0B0-0CC9574C172F}"/>
                  </a:ext>
                </a:extLst>
              </p:cNvPr>
              <p:cNvSpPr/>
              <p:nvPr/>
            </p:nvSpPr>
            <p:spPr>
              <a:xfrm>
                <a:off x="5723248" y="626718"/>
                <a:ext cx="6468749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Valley exciton wave packets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5D6A990F-CD49-4AA5-A0B0-0CC9574C1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248" y="626718"/>
                <a:ext cx="6468749" cy="400110"/>
              </a:xfrm>
              <a:prstGeom prst="rect">
                <a:avLst/>
              </a:prstGeom>
              <a:blipFill>
                <a:blip r:embed="rId35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F91163C6-D2EB-4848-BFEA-115D98CB3C75}"/>
                  </a:ext>
                </a:extLst>
              </p:cNvPr>
              <p:cNvSpPr/>
              <p:nvPr/>
            </p:nvSpPr>
            <p:spPr>
              <a:xfrm>
                <a:off x="7516010" y="5566939"/>
                <a:ext cx="46519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F91163C6-D2EB-4848-BFEA-115D98CB3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10" y="5566939"/>
                <a:ext cx="465192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154298B-C1FF-4AFD-A313-45D7DA01400B}"/>
                  </a:ext>
                </a:extLst>
              </p:cNvPr>
              <p:cNvSpPr/>
              <p:nvPr/>
            </p:nvSpPr>
            <p:spPr>
              <a:xfrm>
                <a:off x="7516010" y="2400700"/>
                <a:ext cx="46519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154298B-C1FF-4AFD-A313-45D7DA014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10" y="2400700"/>
                <a:ext cx="465192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FD692030-0997-4414-9A57-62EEB43C31AB}"/>
                  </a:ext>
                </a:extLst>
              </p:cNvPr>
              <p:cNvSpPr/>
              <p:nvPr/>
            </p:nvSpPr>
            <p:spPr>
              <a:xfrm>
                <a:off x="10820680" y="2133477"/>
                <a:ext cx="550342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FD692030-0997-4414-9A57-62EEB43C31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680" y="2133477"/>
                <a:ext cx="550342" cy="384721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9E8FEDB7-49A4-42D0-8BFA-9542B058E3D4}"/>
              </a:ext>
            </a:extLst>
          </p:cNvPr>
          <p:cNvCxnSpPr>
            <a:cxnSpLocks/>
          </p:cNvCxnSpPr>
          <p:nvPr/>
        </p:nvCxnSpPr>
        <p:spPr>
          <a:xfrm flipV="1">
            <a:off x="10727681" y="2459916"/>
            <a:ext cx="653321" cy="170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>
            <a:extLst>
              <a:ext uri="{FF2B5EF4-FFF2-40B4-BE49-F238E27FC236}">
                <a16:creationId xmlns:a16="http://schemas.microsoft.com/office/drawing/2014/main" id="{E348FC7B-E655-4D67-9576-BE74A0B7046C}"/>
              </a:ext>
            </a:extLst>
          </p:cNvPr>
          <p:cNvCxnSpPr>
            <a:cxnSpLocks/>
          </p:cNvCxnSpPr>
          <p:nvPr/>
        </p:nvCxnSpPr>
        <p:spPr>
          <a:xfrm flipH="1" flipV="1">
            <a:off x="10372948" y="2291006"/>
            <a:ext cx="354233" cy="341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B72C5BED-BE05-441A-9288-D1952FC4DB59}"/>
                  </a:ext>
                </a:extLst>
              </p:cNvPr>
              <p:cNvSpPr/>
              <p:nvPr/>
            </p:nvSpPr>
            <p:spPr>
              <a:xfrm>
                <a:off x="11335112" y="2299625"/>
                <a:ext cx="376385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B72C5BED-BE05-441A-9288-D1952FC4D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5112" y="2299625"/>
                <a:ext cx="376385" cy="384721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53B591-B230-42B5-A014-8FE2F3A9CDA4}"/>
                  </a:ext>
                </a:extLst>
              </p:cNvPr>
              <p:cNvSpPr/>
              <p:nvPr/>
            </p:nvSpPr>
            <p:spPr>
              <a:xfrm>
                <a:off x="10121480" y="2060090"/>
                <a:ext cx="379591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53B591-B230-42B5-A014-8FE2F3A9C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1480" y="2060090"/>
                <a:ext cx="379591" cy="384721"/>
              </a:xfrm>
              <a:prstGeom prst="rect">
                <a:avLst/>
              </a:prstGeom>
              <a:blipFill>
                <a:blip r:embed="rId40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FD64EC21-06CD-42FC-B751-2EA3822329D2}"/>
                  </a:ext>
                </a:extLst>
              </p:cNvPr>
              <p:cNvSpPr/>
              <p:nvPr/>
            </p:nvSpPr>
            <p:spPr>
              <a:xfrm>
                <a:off x="10408144" y="3547761"/>
                <a:ext cx="1890197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1300" dirty="0"/>
                  <a:t>: beam waist (1.5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300" i="0">
                        <a:latin typeface="Cambria Math" panose="02040503050406030204" pitchFamily="18" charset="0"/>
                      </a:rPr>
                      <m:t>um</m:t>
                    </m:r>
                  </m:oMath>
                </a14:m>
                <a:r>
                  <a:rPr lang="en-US" altLang="zh-TW" sz="1300" dirty="0"/>
                  <a:t>)</a:t>
                </a:r>
                <a:endParaRPr lang="zh-TW" altLang="en-US" sz="1300" dirty="0"/>
              </a:p>
            </p:txBody>
          </p:sp>
        </mc:Choice>
        <mc:Fallback xmlns=""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FD64EC21-06CD-42FC-B751-2EA382232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144" y="3547761"/>
                <a:ext cx="1890197" cy="292388"/>
              </a:xfrm>
              <a:prstGeom prst="rect">
                <a:avLst/>
              </a:prstGeom>
              <a:blipFill>
                <a:blip r:embed="rId41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60486DFB-A538-491E-AA7C-3CE6E4FA1EE5}"/>
                  </a:ext>
                </a:extLst>
              </p:cNvPr>
              <p:cNvSpPr/>
              <p:nvPr/>
            </p:nvSpPr>
            <p:spPr>
              <a:xfrm>
                <a:off x="6989000" y="20303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60486DFB-A538-491E-AA7C-3CE6E4FA1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000" y="2030370"/>
                <a:ext cx="365805" cy="3693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5CDAC587-3D08-4B55-9DAE-5E4610424F2D}"/>
                  </a:ext>
                </a:extLst>
              </p:cNvPr>
              <p:cNvSpPr/>
              <p:nvPr/>
            </p:nvSpPr>
            <p:spPr>
              <a:xfrm>
                <a:off x="6902437" y="288200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5CDAC587-3D08-4B55-9DAE-5E4610424F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437" y="2882003"/>
                <a:ext cx="538930" cy="3693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9" name="圖片 148">
            <a:extLst>
              <a:ext uri="{FF2B5EF4-FFF2-40B4-BE49-F238E27FC236}">
                <a16:creationId xmlns:a16="http://schemas.microsoft.com/office/drawing/2014/main" id="{3F24738F-352E-49C9-87EA-E3955B31F0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88" t="65275" r="9481" b="10000"/>
          <a:stretch/>
        </p:blipFill>
        <p:spPr>
          <a:xfrm>
            <a:off x="9344024" y="2765682"/>
            <a:ext cx="199093" cy="763002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8BD7A80D-3AC6-4C53-90BA-85152CC770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83" t="37884" r="9482" b="37499"/>
          <a:stretch/>
        </p:blipFill>
        <p:spPr>
          <a:xfrm>
            <a:off x="9353550" y="1686121"/>
            <a:ext cx="189567" cy="759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DA9A4E85-C9C6-48F0-AC7A-41B1225BC9F4}"/>
                  </a:ext>
                </a:extLst>
              </p:cNvPr>
              <p:cNvSpPr txBox="1"/>
              <p:nvPr/>
            </p:nvSpPr>
            <p:spPr>
              <a:xfrm rot="5400000">
                <a:off x="9307854" y="2883824"/>
                <a:ext cx="3364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DA9A4E85-C9C6-48F0-AC7A-41B1225BC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307854" y="2883824"/>
                <a:ext cx="336488" cy="338554"/>
              </a:xfrm>
              <a:prstGeom prst="rect">
                <a:avLst/>
              </a:prstGeom>
              <a:blipFill>
                <a:blip r:embed="rId44"/>
                <a:stretch>
                  <a:fillRect b="-3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F787A567-618B-472C-B211-45CDE882786C}"/>
                  </a:ext>
                </a:extLst>
              </p:cNvPr>
              <p:cNvSpPr/>
              <p:nvPr/>
            </p:nvSpPr>
            <p:spPr>
              <a:xfrm>
                <a:off x="9287700" y="2535195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F787A567-618B-472C-B211-45CDE8827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700" y="2535195"/>
                <a:ext cx="365805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D9BD6122-6B8B-473A-ADA5-FD5F84178424}"/>
                  </a:ext>
                </a:extLst>
              </p:cNvPr>
              <p:cNvSpPr/>
              <p:nvPr/>
            </p:nvSpPr>
            <p:spPr>
              <a:xfrm>
                <a:off x="9201137" y="339635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D9BD6122-6B8B-473A-ADA5-FD5F841784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7" y="3396353"/>
                <a:ext cx="538930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E63D134F-2548-4E6D-9A4E-0D7E03A313EB}"/>
                  </a:ext>
                </a:extLst>
              </p:cNvPr>
              <p:cNvSpPr txBox="1"/>
              <p:nvPr/>
            </p:nvSpPr>
            <p:spPr>
              <a:xfrm rot="5400000">
                <a:off x="9307854" y="1810674"/>
                <a:ext cx="3364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E63D134F-2548-4E6D-9A4E-0D7E03A31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307854" y="1810674"/>
                <a:ext cx="336488" cy="338554"/>
              </a:xfrm>
              <a:prstGeom prst="rect">
                <a:avLst/>
              </a:prstGeom>
              <a:blipFill>
                <a:blip r:embed="rId47"/>
                <a:stretch>
                  <a:fillRect b="-3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143336F4-5C95-49FE-9AFF-592F0EE607A7}"/>
                  </a:ext>
                </a:extLst>
              </p:cNvPr>
              <p:cNvSpPr/>
              <p:nvPr/>
            </p:nvSpPr>
            <p:spPr>
              <a:xfrm>
                <a:off x="9287700" y="1462045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143336F4-5C95-49FE-9AFF-592F0EE60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700" y="1462045"/>
                <a:ext cx="365805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C1DFC799-95A1-4F88-9F96-D5B902FC18D0}"/>
                  </a:ext>
                </a:extLst>
              </p:cNvPr>
              <p:cNvSpPr/>
              <p:nvPr/>
            </p:nvSpPr>
            <p:spPr>
              <a:xfrm>
                <a:off x="9201137" y="232320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C1DFC799-95A1-4F88-9F96-D5B902FC1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37" y="2323203"/>
                <a:ext cx="538930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6B7682F-8926-4280-8DF3-27F29B7FE35F}"/>
              </a:ext>
            </a:extLst>
          </p:cNvPr>
          <p:cNvCxnSpPr>
            <a:cxnSpLocks/>
          </p:cNvCxnSpPr>
          <p:nvPr/>
        </p:nvCxnSpPr>
        <p:spPr>
          <a:xfrm>
            <a:off x="5723248" y="628393"/>
            <a:ext cx="0" cy="62296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2" name="群組 161">
            <a:extLst>
              <a:ext uri="{FF2B5EF4-FFF2-40B4-BE49-F238E27FC236}">
                <a16:creationId xmlns:a16="http://schemas.microsoft.com/office/drawing/2014/main" id="{16947A51-63A3-48E3-AEF3-04590DF2AE22}"/>
              </a:ext>
            </a:extLst>
          </p:cNvPr>
          <p:cNvGrpSpPr/>
          <p:nvPr/>
        </p:nvGrpSpPr>
        <p:grpSpPr>
          <a:xfrm>
            <a:off x="5865482" y="1002840"/>
            <a:ext cx="1336520" cy="459678"/>
            <a:chOff x="6217727" y="3016061"/>
            <a:chExt cx="1336520" cy="4596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82D11440-9892-4C2E-A116-86BC2C474187}"/>
                    </a:ext>
                  </a:extLst>
                </p:cNvPr>
                <p:cNvSpPr/>
                <p:nvPr/>
              </p:nvSpPr>
              <p:spPr>
                <a:xfrm>
                  <a:off x="6217727" y="3016061"/>
                  <a:ext cx="1336520" cy="45967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1" i="1" dirty="0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,ℓ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82D11440-9892-4C2E-A116-86BC2C4741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727" y="3016061"/>
                  <a:ext cx="1336520" cy="459678"/>
                </a:xfrm>
                <a:prstGeom prst="rect">
                  <a:avLst/>
                </a:prstGeom>
                <a:blipFill>
                  <a:blip r:embed="rId50"/>
                  <a:stretch>
                    <a:fillRect b="-5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4" name="圖形 163">
              <a:extLst>
                <a:ext uri="{FF2B5EF4-FFF2-40B4-BE49-F238E27FC236}">
                  <a16:creationId xmlns:a16="http://schemas.microsoft.com/office/drawing/2014/main" id="{4B779199-B345-4EFD-8B92-5996A965FF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54717" r="19245"/>
            <a:stretch/>
          </p:blipFill>
          <p:spPr>
            <a:xfrm>
              <a:off x="6438719" y="3167926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64F1E01-134C-4F44-8481-520EC51A90A4}"/>
                  </a:ext>
                </a:extLst>
              </p:cNvPr>
              <p:cNvSpPr/>
              <p:nvPr/>
            </p:nvSpPr>
            <p:spPr>
              <a:xfrm>
                <a:off x="8393358" y="1002840"/>
                <a:ext cx="966803" cy="516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1" i="1" dirty="0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 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64F1E01-134C-4F44-8481-520EC51A9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358" y="1002840"/>
                <a:ext cx="966803" cy="516936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28A8022-E097-409D-B400-D28F84F2C4C5}"/>
                  </a:ext>
                </a:extLst>
              </p:cNvPr>
              <p:cNvSpPr/>
              <p:nvPr/>
            </p:nvSpPr>
            <p:spPr>
              <a:xfrm>
                <a:off x="10153904" y="1002840"/>
                <a:ext cx="2131866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00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00" b="1" i="1" dirty="0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 </m:t>
                                  </m:r>
                                </m:sub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28A8022-E097-409D-B400-D28F84F2C4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904" y="1002840"/>
                <a:ext cx="2131866" cy="532966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2D36385-8E1D-46BC-AEFE-8902D36E1AEC}"/>
                  </a:ext>
                </a:extLst>
              </p:cNvPr>
              <p:cNvSpPr txBox="1"/>
              <p:nvPr/>
            </p:nvSpPr>
            <p:spPr>
              <a:xfrm>
                <a:off x="2455163" y="3072002"/>
                <a:ext cx="32736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TW" sz="16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TW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TW" sz="16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1600" b="1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2D36385-8E1D-46BC-AEFE-8902D36E1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63" y="3072002"/>
                <a:ext cx="3273608" cy="338554"/>
              </a:xfrm>
              <a:prstGeom prst="rect">
                <a:avLst/>
              </a:prstGeom>
              <a:blipFill>
                <a:blip r:embed="rId53"/>
                <a:stretch>
                  <a:fillRect l="-1117" t="-5455" r="-2980" b="-2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302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131503D4-FA6E-49B2-A491-CD16BD292BA4}"/>
                  </a:ext>
                </a:extLst>
              </p:cNvPr>
              <p:cNvSpPr/>
              <p:nvPr/>
            </p:nvSpPr>
            <p:spPr>
              <a:xfrm>
                <a:off x="1669930" y="2105781"/>
                <a:ext cx="3620030" cy="807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Arg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dirty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nary>
                        <m:naryPr>
                          <m:chr m:val="∑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𝑸</m:t>
                          </m:r>
                        </m:sub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acc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,ℓ 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131503D4-FA6E-49B2-A491-CD16BD292B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930" y="2105781"/>
                <a:ext cx="3620030" cy="8074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Internal phase in exciton wave packet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C874A8D-CCC1-4FD3-908A-386F2B6741B6}"/>
                  </a:ext>
                </a:extLst>
              </p:cNvPr>
              <p:cNvSpPr/>
              <p:nvPr/>
            </p:nvSpPr>
            <p:spPr>
              <a:xfrm>
                <a:off x="-682364" y="7090866"/>
                <a:ext cx="4363502" cy="546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19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ℏ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20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dirty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1900" dirty="0"/>
                  <a:t> </a:t>
                </a:r>
              </a:p>
            </p:txBody>
          </p:sp>
        </mc:Choice>
        <mc:Fallback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C874A8D-CCC1-4FD3-908A-386F2B6741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2364" y="7090866"/>
                <a:ext cx="4363502" cy="546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E6ED32F6-35E2-4E91-A27F-44C9FED7073A}"/>
              </a:ext>
            </a:extLst>
          </p:cNvPr>
          <p:cNvGrpSpPr/>
          <p:nvPr/>
        </p:nvGrpSpPr>
        <p:grpSpPr>
          <a:xfrm>
            <a:off x="43259" y="4808309"/>
            <a:ext cx="5623661" cy="1995652"/>
            <a:chOff x="43259" y="4665434"/>
            <a:chExt cx="5623661" cy="1995652"/>
          </a:xfrm>
        </p:grpSpPr>
        <p:sp>
          <p:nvSpPr>
            <p:cNvPr id="63" name="矩形: 圓角 62">
              <a:extLst>
                <a:ext uri="{FF2B5EF4-FFF2-40B4-BE49-F238E27FC236}">
                  <a16:creationId xmlns:a16="http://schemas.microsoft.com/office/drawing/2014/main" id="{0922A2A9-D949-41D0-955C-75D80568A9FE}"/>
                </a:ext>
              </a:extLst>
            </p:cNvPr>
            <p:cNvSpPr/>
            <p:nvPr/>
          </p:nvSpPr>
          <p:spPr>
            <a:xfrm>
              <a:off x="52048" y="5699960"/>
              <a:ext cx="2643529" cy="961126"/>
            </a:xfrm>
            <a:prstGeom prst="roundRect">
              <a:avLst>
                <a:gd name="adj" fmla="val 675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18856161-B1EB-4E03-87D3-E1181225466D}"/>
                </a:ext>
              </a:extLst>
            </p:cNvPr>
            <p:cNvSpPr/>
            <p:nvPr/>
          </p:nvSpPr>
          <p:spPr>
            <a:xfrm>
              <a:off x="45061" y="4669509"/>
              <a:ext cx="2643529" cy="961126"/>
            </a:xfrm>
            <a:prstGeom prst="roundRect">
              <a:avLst>
                <a:gd name="adj" fmla="val 675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A9464804-C6E6-4429-BF4E-CC0400EA5267}"/>
                </a:ext>
              </a:extLst>
            </p:cNvPr>
            <p:cNvSpPr txBox="1"/>
            <p:nvPr/>
          </p:nvSpPr>
          <p:spPr>
            <a:xfrm>
              <a:off x="43259" y="4669645"/>
              <a:ext cx="2241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Recombination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3EED8F9C-8A54-48AF-806B-51A40AFBA98A}"/>
                </a:ext>
              </a:extLst>
            </p:cNvPr>
            <p:cNvSpPr/>
            <p:nvPr/>
          </p:nvSpPr>
          <p:spPr>
            <a:xfrm>
              <a:off x="2761615" y="4665434"/>
              <a:ext cx="2905305" cy="1995652"/>
            </a:xfrm>
            <a:prstGeom prst="roundRect">
              <a:avLst>
                <a:gd name="adj" fmla="val 379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63443FA2-AD5F-4635-A11E-1C7288BFB549}"/>
                </a:ext>
              </a:extLst>
            </p:cNvPr>
            <p:cNvSpPr txBox="1"/>
            <p:nvPr/>
          </p:nvSpPr>
          <p:spPr>
            <a:xfrm>
              <a:off x="2784742" y="4669645"/>
              <a:ext cx="20442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2D hydrogen model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D099D826-312E-4136-A755-5CA57EBA647B}"/>
                    </a:ext>
                  </a:extLst>
                </p:cNvPr>
                <p:cNvSpPr txBox="1"/>
                <p:nvPr/>
              </p:nvSpPr>
              <p:spPr>
                <a:xfrm>
                  <a:off x="225571" y="6172813"/>
                  <a:ext cx="2284180" cy="349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altLang="zh-TW" sz="1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p>
                                <m:r>
                                  <a:rPr lang="en-US" altLang="zh-TW" sz="1600" b="1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600" b="1" i="1" dirty="0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</m:oMath>
                    </m:oMathPara>
                  </a14:m>
                  <a:endPara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D099D826-312E-4136-A755-5CA57EBA64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71" y="6172813"/>
                  <a:ext cx="2284180" cy="3493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DADE627B-CF9A-4E3A-8B39-4C377C4AA90C}"/>
                </a:ext>
              </a:extLst>
            </p:cNvPr>
            <p:cNvSpPr txBox="1"/>
            <p:nvPr/>
          </p:nvSpPr>
          <p:spPr>
            <a:xfrm>
              <a:off x="43259" y="5729714"/>
              <a:ext cx="2307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On lattice site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6ACB0B31-3E2C-4E35-825D-79B831A99BD1}"/>
                    </a:ext>
                  </a:extLst>
                </p:cNvPr>
                <p:cNvSpPr/>
                <p:nvPr/>
              </p:nvSpPr>
              <p:spPr>
                <a:xfrm>
                  <a:off x="2893290" y="5389149"/>
                  <a:ext cx="2695803" cy="88524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𝑣𝑐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sSubSup>
                            <m:sSub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TW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altLang="zh-TW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TW" i="1" dirty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zh-TW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6ACB0B31-3E2C-4E35-825D-79B831A99B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3290" y="5389149"/>
                  <a:ext cx="2695803" cy="88524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B92B6291-E3EF-4A57-A61A-9A6129CED6B6}"/>
                    </a:ext>
                  </a:extLst>
                </p:cNvPr>
                <p:cNvSpPr txBox="1"/>
                <p:nvPr/>
              </p:nvSpPr>
              <p:spPr>
                <a:xfrm>
                  <a:off x="912143" y="5088652"/>
                  <a:ext cx="9093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B92B6291-E3EF-4A57-A61A-9A6129CED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143" y="5088652"/>
                  <a:ext cx="909365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4B2862D4-6EF0-42F2-A73E-2F37EE280C38}"/>
                  </a:ext>
                </a:extLst>
              </p:cNvPr>
              <p:cNvSpPr/>
              <p:nvPr/>
            </p:nvSpPr>
            <p:spPr>
              <a:xfrm>
                <a:off x="606185" y="7910191"/>
                <a:ext cx="3807132" cy="833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900">
                              <a:latin typeface="Cambria Math" panose="02040503050406030204" pitchFamily="18" charset="0"/>
                            </a:rPr>
                            <m:t>Arg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1" i="1" dirty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nary>
                        <m:naryPr>
                          <m:chr m:val="∑"/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𝑸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TW" sz="19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acc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TW" sz="19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,ℓ 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1900" dirty="0"/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4B2862D4-6EF0-42F2-A73E-2F37EE280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85" y="7910191"/>
                <a:ext cx="3807132" cy="833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群組 89">
            <a:extLst>
              <a:ext uri="{FF2B5EF4-FFF2-40B4-BE49-F238E27FC236}">
                <a16:creationId xmlns:a16="http://schemas.microsoft.com/office/drawing/2014/main" id="{7EE94A18-FFD6-4CFC-A8AA-88AD90671906}"/>
              </a:ext>
            </a:extLst>
          </p:cNvPr>
          <p:cNvGrpSpPr/>
          <p:nvPr/>
        </p:nvGrpSpPr>
        <p:grpSpPr>
          <a:xfrm>
            <a:off x="5280024" y="2728156"/>
            <a:ext cx="6951009" cy="1609030"/>
            <a:chOff x="2870591" y="2746826"/>
            <a:chExt cx="6951009" cy="16090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44811B54-819A-4F20-9D35-CAC183D9F566}"/>
                    </a:ext>
                  </a:extLst>
                </p:cNvPr>
                <p:cNvSpPr/>
                <p:nvPr/>
              </p:nvSpPr>
              <p:spPr>
                <a:xfrm>
                  <a:off x="2870591" y="2746826"/>
                  <a:ext cx="6951009" cy="16090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900" b="0" i="0" smtClean="0">
                                    <a:latin typeface="Cambria Math" panose="02040503050406030204" pitchFamily="18" charset="0"/>
                                  </a:rPr>
                                  <m:t>Arg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p>
                                        <m:r>
                                          <a:rPr lang="en-US" altLang="zh-TW" sz="19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  <m: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</m:d>
                                  </m:e>
                                </m:d>
                              </m:sup>
                            </m:sSup>
                            <m:nary>
                              <m:naryPr>
                                <m:chr m:val="∑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b>
                              <m: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  <m:t>𝑸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𝜺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,ℓ </m:t>
                                        </m:r>
                                      </m:sub>
                                      <m:sup>
                                        <m:r>
                                          <a:rPr lang="en-US" altLang="zh-TW" sz="19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p>
                                    </m:sSubSup>
                                    <m:r>
                                      <a:rPr lang="en-US" altLang="zh-TW" sz="1900" b="1" i="1" smtClean="0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sSup>
                                      <m:sSup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  <m:t>𝑸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𝜺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,ℓ </m:t>
                                        </m:r>
                                      </m:sub>
                                      <m:sup>
                                        <m:sSup>
                                          <m:sSupPr>
                                            <m:ctrlPr>
                                              <a:rPr lang="en-US" altLang="zh-TW" sz="19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sz="19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nary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s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900">
                                    <a:latin typeface="Cambria Math" panose="02040503050406030204" pitchFamily="18" charset="0"/>
                                  </a:rPr>
                                  <m:t>Arg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p>
                                        <m:r>
                                          <a:rPr lang="en-US" altLang="zh-TW" sz="19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  <m: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</m:d>
                                  </m:e>
                                </m:d>
                              </m:sup>
                            </m:sSup>
                            <m:nary>
                              <m:naryPr>
                                <m:chr m:val="∑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sz="1900" b="1" i="1" dirty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b>
                              <m: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  <m:t>𝑸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𝜺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,ℓ </m:t>
                                        </m:r>
                                      </m:sub>
                                      <m:sup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p>
                                    </m:sSubSup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sSup>
                                      <m:sSup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  <m:t>𝑸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altLang="zh-TW" sz="19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19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19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𝜺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,ℓ </m:t>
                                        </m:r>
                                      </m:sub>
                                      <m:sup>
                                        <m:sSup>
                                          <m:sSupPr>
                                            <m:ctrlP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sz="19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zh-TW" sz="19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19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nary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s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</m:sSub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1900" dirty="0"/>
                </a:p>
              </p:txBody>
            </p:sp>
          </mc:Choice>
          <mc:Fallback xmlns=""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44811B54-819A-4F20-9D35-CAC183D9F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0591" y="2746826"/>
                  <a:ext cx="6951009" cy="16090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D55F25F8-2FA9-4C44-B227-C2DD6CAB2BA0}"/>
                </a:ext>
              </a:extLst>
            </p:cNvPr>
            <p:cNvSpPr/>
            <p:nvPr/>
          </p:nvSpPr>
          <p:spPr>
            <a:xfrm>
              <a:off x="3680217" y="2873202"/>
              <a:ext cx="1517651" cy="5054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0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E6687EDB-C3A4-400A-AB93-59A4BA66304D}"/>
                </a:ext>
              </a:extLst>
            </p:cNvPr>
            <p:cNvSpPr/>
            <p:nvPr/>
          </p:nvSpPr>
          <p:spPr>
            <a:xfrm>
              <a:off x="3569290" y="3625816"/>
              <a:ext cx="1660328" cy="5084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87699341-A5BC-4EFE-8D35-A04054DE657C}"/>
                  </a:ext>
                </a:extLst>
              </p:cNvPr>
              <p:cNvSpPr/>
              <p:nvPr/>
            </p:nvSpPr>
            <p:spPr>
              <a:xfrm>
                <a:off x="5829299" y="1119087"/>
                <a:ext cx="4923162" cy="5157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 </m:t>
                        </m:r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19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ℏ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1900" dirty="0"/>
                  <a:t> </a:t>
                </a:r>
              </a:p>
            </p:txBody>
          </p:sp>
        </mc:Choice>
        <mc:Fallback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87699341-A5BC-4EFE-8D35-A04054DE6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1119087"/>
                <a:ext cx="4923162" cy="515782"/>
              </a:xfrm>
              <a:prstGeom prst="rect">
                <a:avLst/>
              </a:prstGeom>
              <a:blipFill>
                <a:blip r:embed="rId11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96">
            <a:extLst>
              <a:ext uri="{FF2B5EF4-FFF2-40B4-BE49-F238E27FC236}">
                <a16:creationId xmlns:a16="http://schemas.microsoft.com/office/drawing/2014/main" id="{11F01A5E-C373-4F0B-8ED5-CF73F06B6AFA}"/>
              </a:ext>
            </a:extLst>
          </p:cNvPr>
          <p:cNvSpPr txBox="1"/>
          <p:nvPr/>
        </p:nvSpPr>
        <p:spPr>
          <a:xfrm>
            <a:off x="5507122" y="4242703"/>
            <a:ext cx="2583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phase contribution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B01733E-654E-4095-B23C-C48E87D186AA}"/>
              </a:ext>
            </a:extLst>
          </p:cNvPr>
          <p:cNvSpPr/>
          <p:nvPr/>
        </p:nvSpPr>
        <p:spPr>
          <a:xfrm>
            <a:off x="5723248" y="629118"/>
            <a:ext cx="6468749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4A493B88-F4AF-4D9E-9AC1-CEB40FF2B825}"/>
              </a:ext>
            </a:extLst>
          </p:cNvPr>
          <p:cNvSpPr txBox="1"/>
          <p:nvPr/>
        </p:nvSpPr>
        <p:spPr>
          <a:xfrm>
            <a:off x="6758400" y="5341467"/>
            <a:ext cx="4374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numerical calculation is needed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4B4A200-956B-45C5-BFC7-32F1B54A8743}"/>
              </a:ext>
            </a:extLst>
          </p:cNvPr>
          <p:cNvSpPr/>
          <p:nvPr/>
        </p:nvSpPr>
        <p:spPr>
          <a:xfrm>
            <a:off x="1" y="632595"/>
            <a:ext cx="572324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 exciton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9C50990F-73A2-40C1-AE4B-F9850E76029D}"/>
              </a:ext>
            </a:extLst>
          </p:cNvPr>
          <p:cNvSpPr/>
          <p:nvPr/>
        </p:nvSpPr>
        <p:spPr>
          <a:xfrm>
            <a:off x="1990724" y="2202143"/>
            <a:ext cx="1477997" cy="5084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BC49BAD4-DCD1-4BEB-8A38-9D574B694D25}"/>
                  </a:ext>
                </a:extLst>
              </p:cNvPr>
              <p:cNvSpPr txBox="1"/>
              <p:nvPr/>
            </p:nvSpPr>
            <p:spPr>
              <a:xfrm>
                <a:off x="1655809" y="2681845"/>
                <a:ext cx="19410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altLang="zh-TW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phase</a:t>
                </a:r>
                <a:endParaRPr lang="zh-TW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BC49BAD4-DCD1-4BEB-8A38-9D574B694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09" y="2681845"/>
                <a:ext cx="1941020" cy="400110"/>
              </a:xfrm>
              <a:prstGeom prst="rect">
                <a:avLst/>
              </a:prstGeom>
              <a:blipFill>
                <a:blip r:embed="rId12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3A510620-24D3-4C95-B942-006B319BFCE1}"/>
              </a:ext>
            </a:extLst>
          </p:cNvPr>
          <p:cNvGrpSpPr/>
          <p:nvPr/>
        </p:nvGrpSpPr>
        <p:grpSpPr>
          <a:xfrm>
            <a:off x="56395" y="4028204"/>
            <a:ext cx="5633050" cy="493200"/>
            <a:chOff x="1205901" y="3151761"/>
            <a:chExt cx="5633050" cy="493200"/>
          </a:xfrm>
        </p:grpSpPr>
        <p:grpSp>
          <p:nvGrpSpPr>
            <p:cNvPr id="121" name="群組 120">
              <a:extLst>
                <a:ext uri="{FF2B5EF4-FFF2-40B4-BE49-F238E27FC236}">
                  <a16:creationId xmlns:a16="http://schemas.microsoft.com/office/drawing/2014/main" id="{170DB883-158E-4209-9C1E-488D7566B31F}"/>
                </a:ext>
              </a:extLst>
            </p:cNvPr>
            <p:cNvGrpSpPr/>
            <p:nvPr/>
          </p:nvGrpSpPr>
          <p:grpSpPr>
            <a:xfrm>
              <a:off x="3212306" y="3151761"/>
              <a:ext cx="3536044" cy="493200"/>
              <a:chOff x="3626756" y="-398386"/>
              <a:chExt cx="3536044" cy="493200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C4794C6-06B7-4F7E-887E-2D440A92658F}"/>
                  </a:ext>
                </a:extLst>
              </p:cNvPr>
              <p:cNvSpPr/>
              <p:nvPr/>
            </p:nvSpPr>
            <p:spPr>
              <a:xfrm>
                <a:off x="3626756" y="-398386"/>
                <a:ext cx="488044" cy="493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BE5ACA3-BFD1-4920-9CB3-54CD64949051}"/>
                  </a:ext>
                </a:extLst>
              </p:cNvPr>
              <p:cNvSpPr/>
              <p:nvPr/>
            </p:nvSpPr>
            <p:spPr>
              <a:xfrm>
                <a:off x="4112531" y="-398386"/>
                <a:ext cx="954769" cy="493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940517A6-863F-4D10-BCD7-595E5AD13BE5}"/>
                  </a:ext>
                </a:extLst>
              </p:cNvPr>
              <p:cNvSpPr/>
              <p:nvPr/>
            </p:nvSpPr>
            <p:spPr>
              <a:xfrm>
                <a:off x="5067300" y="-398386"/>
                <a:ext cx="2095500" cy="493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893A7563-EB3F-4232-8B1A-4DCC71D1EDDB}"/>
                    </a:ext>
                  </a:extLst>
                </p:cNvPr>
                <p:cNvSpPr/>
                <p:nvPr/>
              </p:nvSpPr>
              <p:spPr>
                <a:xfrm>
                  <a:off x="1205901" y="3175430"/>
                  <a:ext cx="5633050" cy="40831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b="1" dirty="0"/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TW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 ≈</m:t>
                      </m:r>
                      <m:nary>
                        <m:naryPr>
                          <m:chr m:val="∑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brk m:alnAt="23"/>
                            </m:rP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TW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𝑣𝑐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nary>
                    </m:oMath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893A7563-EB3F-4232-8B1A-4DCC71D1ED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901" y="3175430"/>
                  <a:ext cx="5633050" cy="408317"/>
                </a:xfrm>
                <a:prstGeom prst="rect">
                  <a:avLst/>
                </a:prstGeom>
                <a:blipFill>
                  <a:blip r:embed="rId13"/>
                  <a:stretch>
                    <a:fillRect t="-104478" b="-1626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29FF25F5-DAC6-47EB-B0B6-ADB6BAEDEAA1}"/>
              </a:ext>
            </a:extLst>
          </p:cNvPr>
          <p:cNvGrpSpPr/>
          <p:nvPr/>
        </p:nvGrpSpPr>
        <p:grpSpPr>
          <a:xfrm>
            <a:off x="1" y="3400261"/>
            <a:ext cx="5723248" cy="407099"/>
            <a:chOff x="1" y="3591362"/>
            <a:chExt cx="5723248" cy="407099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849FB6D-0AE9-4713-8437-016D1174CCB2}"/>
                </a:ext>
              </a:extLst>
            </p:cNvPr>
            <p:cNvSpPr/>
            <p:nvPr/>
          </p:nvSpPr>
          <p:spPr>
            <a:xfrm>
              <a:off x="1" y="3595254"/>
              <a:ext cx="5723248" cy="3996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380BDD91-F889-4CDB-BEAD-FAF88C3901A9}"/>
                    </a:ext>
                  </a:extLst>
                </p:cNvPr>
                <p:cNvSpPr/>
                <p:nvPr/>
              </p:nvSpPr>
              <p:spPr>
                <a:xfrm>
                  <a:off x="868999" y="3591362"/>
                  <a:ext cx="3985258" cy="4070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Phase</a:t>
                  </a:r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from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dirty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is</a:t>
                  </a:r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neglected</a:t>
                  </a:r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380BDD91-F889-4CDB-BEAD-FAF88C390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99" y="3591362"/>
                  <a:ext cx="3985258" cy="407099"/>
                </a:xfrm>
                <a:prstGeom prst="rect">
                  <a:avLst/>
                </a:prstGeom>
                <a:blipFill>
                  <a:blip r:embed="rId14"/>
                  <a:stretch>
                    <a:fillRect l="-613" t="-7463" r="-613" b="-253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6B7682F-8926-4280-8DF3-27F29B7FE35F}"/>
              </a:ext>
            </a:extLst>
          </p:cNvPr>
          <p:cNvCxnSpPr>
            <a:cxnSpLocks/>
          </p:cNvCxnSpPr>
          <p:nvPr/>
        </p:nvCxnSpPr>
        <p:spPr>
          <a:xfrm>
            <a:off x="5734265" y="628393"/>
            <a:ext cx="0" cy="622960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F002E77-EF54-496E-8BE2-F706D584837F}"/>
                  </a:ext>
                </a:extLst>
              </p:cNvPr>
              <p:cNvSpPr/>
              <p:nvPr/>
            </p:nvSpPr>
            <p:spPr>
              <a:xfrm>
                <a:off x="226218" y="1336056"/>
                <a:ext cx="4042645" cy="675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900" dirty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TW" sz="19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 </m:t>
                          </m:r>
                        </m:sub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ℏ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900" dirty="0"/>
              </a:p>
            </p:txBody>
          </p:sp>
        </mc:Choice>
        <mc:Fallback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F002E77-EF54-496E-8BE2-F706D58483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18" y="1336056"/>
                <a:ext cx="4042645" cy="67544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149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: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angular geometry of VVBs exists in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the longitudinal and transverse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components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beyond the equal-OAM condition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TW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 is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preserved in both the instantaneous field and the intensity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distribution, provided that the constituent beams maintain sufficient spatial overlap.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TAM/OAM difference is the key parameter governing the angular geometry. Its matching or mismatching with the exciton winding number corresponding to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optical geometry and exciton transition dipole moments orientation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enables theoretically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full-azimuthal and directional excitation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valley-mixed exciton wave packets, 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of the exciton wave function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considered together with the optical phase to accurately determine the wave-packet structure.</a:t>
                </a: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Outlook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Selective excitation of excitons: Use tailored vector vortex beams to selectively drive valley-mixed bright and gray excitons within specific center-of-mass momentum ranges.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Topology of light–exciton coupling: How the topological structures of Laguerre-Gaussian beams are transferred to exciton wave packets .</a:t>
                </a: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  <a:blipFill>
                <a:blip r:embed="rId2"/>
                <a:stretch>
                  <a:fillRect l="-588" t="-12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599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28137</TotalTime>
  <Words>2181</Words>
  <Application>Microsoft Office PowerPoint</Application>
  <PresentationFormat>寬螢幕</PresentationFormat>
  <Paragraphs>614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inherit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813</cp:revision>
  <dcterms:created xsi:type="dcterms:W3CDTF">2026-05-29T06:10:36Z</dcterms:created>
  <dcterms:modified xsi:type="dcterms:W3CDTF">2026-07-24T07:34:08Z</dcterms:modified>
</cp:coreProperties>
</file>