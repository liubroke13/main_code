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9906000" cy="6858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839" autoAdjust="0"/>
    <p:restoredTop sz="94660"/>
  </p:normalViewPr>
  <p:slideViewPr>
    <p:cSldViewPr snapToGrid="0">
      <p:cViewPr>
        <p:scale>
          <a:sx n="75" d="100"/>
          <a:sy n="75" d="100"/>
        </p:scale>
        <p:origin x="822" y="2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17B723-B5A2-47A6-986D-40E292D5C90E}" type="datetimeFigureOut">
              <a:rPr lang="zh-TW" altLang="en-US" smtClean="0"/>
              <a:t>2026/5/19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BAAA5C-DB3F-4F3F-8349-B067D147623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122445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17B723-B5A2-47A6-986D-40E292D5C90E}" type="datetimeFigureOut">
              <a:rPr lang="zh-TW" altLang="en-US" smtClean="0"/>
              <a:t>2026/5/19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BAAA5C-DB3F-4F3F-8349-B067D147623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29769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17B723-B5A2-47A6-986D-40E292D5C90E}" type="datetimeFigureOut">
              <a:rPr lang="zh-TW" altLang="en-US" smtClean="0"/>
              <a:t>2026/5/19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BAAA5C-DB3F-4F3F-8349-B067D147623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519119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17B723-B5A2-47A6-986D-40E292D5C90E}" type="datetimeFigureOut">
              <a:rPr lang="zh-TW" altLang="en-US" smtClean="0"/>
              <a:t>2026/5/19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BAAA5C-DB3F-4F3F-8349-B067D147623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440265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17B723-B5A2-47A6-986D-40E292D5C90E}" type="datetimeFigureOut">
              <a:rPr lang="zh-TW" altLang="en-US" smtClean="0"/>
              <a:t>2026/5/19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BAAA5C-DB3F-4F3F-8349-B067D147623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136681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17B723-B5A2-47A6-986D-40E292D5C90E}" type="datetimeFigureOut">
              <a:rPr lang="zh-TW" altLang="en-US" smtClean="0"/>
              <a:t>2026/5/19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BAAA5C-DB3F-4F3F-8349-B067D147623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376895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17B723-B5A2-47A6-986D-40E292D5C90E}" type="datetimeFigureOut">
              <a:rPr lang="zh-TW" altLang="en-US" smtClean="0"/>
              <a:t>2026/5/19</a:t>
            </a:fld>
            <a:endParaRPr lang="zh-TW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BAAA5C-DB3F-4F3F-8349-B067D147623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228912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17B723-B5A2-47A6-986D-40E292D5C90E}" type="datetimeFigureOut">
              <a:rPr lang="zh-TW" altLang="en-US" smtClean="0"/>
              <a:t>2026/5/19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BAAA5C-DB3F-4F3F-8349-B067D147623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399558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17B723-B5A2-47A6-986D-40E292D5C90E}" type="datetimeFigureOut">
              <a:rPr lang="zh-TW" altLang="en-US" smtClean="0"/>
              <a:t>2026/5/19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BAAA5C-DB3F-4F3F-8349-B067D147623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509154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17B723-B5A2-47A6-986D-40E292D5C90E}" type="datetimeFigureOut">
              <a:rPr lang="zh-TW" altLang="en-US" smtClean="0"/>
              <a:t>2026/5/19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BAAA5C-DB3F-4F3F-8349-B067D147623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612198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17B723-B5A2-47A6-986D-40E292D5C90E}" type="datetimeFigureOut">
              <a:rPr lang="zh-TW" altLang="en-US" smtClean="0"/>
              <a:t>2026/5/19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BAAA5C-DB3F-4F3F-8349-B067D147623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383947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B17B723-B5A2-47A6-986D-40E292D5C90E}" type="datetimeFigureOut">
              <a:rPr lang="zh-TW" altLang="en-US" smtClean="0"/>
              <a:t>2026/5/19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BAAA5C-DB3F-4F3F-8349-B067D147623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070496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群組 56">
            <a:extLst>
              <a:ext uri="{FF2B5EF4-FFF2-40B4-BE49-F238E27FC236}">
                <a16:creationId xmlns:a16="http://schemas.microsoft.com/office/drawing/2014/main" id="{03E5E1F5-F951-464F-A370-85D3FEC0945F}"/>
              </a:ext>
            </a:extLst>
          </p:cNvPr>
          <p:cNvGrpSpPr/>
          <p:nvPr/>
        </p:nvGrpSpPr>
        <p:grpSpPr>
          <a:xfrm>
            <a:off x="657" y="575741"/>
            <a:ext cx="9904687" cy="5706519"/>
            <a:chOff x="26713" y="158636"/>
            <a:chExt cx="9904687" cy="5706519"/>
          </a:xfrm>
        </p:grpSpPr>
        <p:pic>
          <p:nvPicPr>
            <p:cNvPr id="49" name="圖片 48">
              <a:extLst>
                <a:ext uri="{FF2B5EF4-FFF2-40B4-BE49-F238E27FC236}">
                  <a16:creationId xmlns:a16="http://schemas.microsoft.com/office/drawing/2014/main" id="{97265E6A-5410-4E76-B98D-B50E3961F6A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077" t="10626" r="7014" b="5728"/>
            <a:stretch/>
          </p:blipFill>
          <p:spPr>
            <a:xfrm>
              <a:off x="355957" y="193012"/>
              <a:ext cx="9575443" cy="5306088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文字方塊 17">
                  <a:extLst>
                    <a:ext uri="{FF2B5EF4-FFF2-40B4-BE49-F238E27FC236}">
                      <a16:creationId xmlns:a16="http://schemas.microsoft.com/office/drawing/2014/main" id="{E3982089-1FCD-48B8-B1D2-78A9EAC55ABB}"/>
                    </a:ext>
                  </a:extLst>
                </p:cNvPr>
                <p:cNvSpPr txBox="1"/>
                <p:nvPr/>
              </p:nvSpPr>
              <p:spPr>
                <a:xfrm>
                  <a:off x="2466975" y="5457723"/>
                  <a:ext cx="460375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begChr m:val="|"/>
                            <m:endChr m:val="|"/>
                            <m:ctrlP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b="1" i="1">
                                <a:latin typeface="Cambria Math" panose="02040503050406030204" pitchFamily="18" charset="0"/>
                              </a:rPr>
                              <m:t>𝒌</m:t>
                            </m:r>
                          </m:e>
                        </m:d>
                      </m:oMath>
                    </m:oMathPara>
                  </a14:m>
                  <a:endParaRPr lang="zh-TW" altLang="en-US" dirty="0"/>
                </a:p>
              </p:txBody>
            </p:sp>
          </mc:Choice>
          <mc:Fallback xmlns="">
            <p:sp>
              <p:nvSpPr>
                <p:cNvPr id="18" name="文字方塊 17">
                  <a:extLst>
                    <a:ext uri="{FF2B5EF4-FFF2-40B4-BE49-F238E27FC236}">
                      <a16:creationId xmlns:a16="http://schemas.microsoft.com/office/drawing/2014/main" id="{E3982089-1FCD-48B8-B1D2-78A9EAC55AB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66975" y="5457723"/>
                  <a:ext cx="460375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0" name="文字方塊 19">
              <a:extLst>
                <a:ext uri="{FF2B5EF4-FFF2-40B4-BE49-F238E27FC236}">
                  <a16:creationId xmlns:a16="http://schemas.microsoft.com/office/drawing/2014/main" id="{244DE2FA-1F31-49F8-9A1C-F1CD4B4230C3}"/>
                </a:ext>
              </a:extLst>
            </p:cNvPr>
            <p:cNvSpPr txBox="1"/>
            <p:nvPr/>
          </p:nvSpPr>
          <p:spPr>
            <a:xfrm rot="16200000">
              <a:off x="-442670" y="3326883"/>
              <a:ext cx="13081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dirty="0"/>
                <a:t>Normalized</a:t>
              </a:r>
              <a:endParaRPr lang="zh-TW" alt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文字方塊 23">
                  <a:extLst>
                    <a:ext uri="{FF2B5EF4-FFF2-40B4-BE49-F238E27FC236}">
                      <a16:creationId xmlns:a16="http://schemas.microsoft.com/office/drawing/2014/main" id="{6B876992-24E5-4D41-9B4F-ACF5176074A5}"/>
                    </a:ext>
                  </a:extLst>
                </p:cNvPr>
                <p:cNvSpPr txBox="1"/>
                <p:nvPr/>
              </p:nvSpPr>
              <p:spPr>
                <a:xfrm>
                  <a:off x="4761136" y="4543383"/>
                  <a:ext cx="539586" cy="36661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b="1" i="1">
                                <a:latin typeface="Cambria Math" panose="02040503050406030204" pitchFamily="18" charset="0"/>
                              </a:rPr>
                              <m:t>𝑸</m:t>
                            </m:r>
                          </m:e>
                          <m:sub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</m:oMath>
                    </m:oMathPara>
                  </a14:m>
                  <a:endParaRPr lang="zh-TW" altLang="en-US" dirty="0"/>
                </a:p>
              </p:txBody>
            </p:sp>
          </mc:Choice>
          <mc:Fallback xmlns="">
            <p:sp>
              <p:nvSpPr>
                <p:cNvPr id="24" name="文字方塊 23">
                  <a:extLst>
                    <a:ext uri="{FF2B5EF4-FFF2-40B4-BE49-F238E27FC236}">
                      <a16:creationId xmlns:a16="http://schemas.microsoft.com/office/drawing/2014/main" id="{6B876992-24E5-4D41-9B4F-ACF5176074A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61136" y="4543383"/>
                  <a:ext cx="539586" cy="366612"/>
                </a:xfrm>
                <a:prstGeom prst="rect">
                  <a:avLst/>
                </a:prstGeom>
                <a:blipFill>
                  <a:blip r:embed="rId5"/>
                  <a:stretch>
                    <a:fillRect l="-2273" b="-100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文字方塊 25">
                  <a:extLst>
                    <a:ext uri="{FF2B5EF4-FFF2-40B4-BE49-F238E27FC236}">
                      <a16:creationId xmlns:a16="http://schemas.microsoft.com/office/drawing/2014/main" id="{944E96F8-4C61-4DEB-9F50-CE5541F1AEE5}"/>
                    </a:ext>
                  </a:extLst>
                </p:cNvPr>
                <p:cNvSpPr txBox="1"/>
                <p:nvPr/>
              </p:nvSpPr>
              <p:spPr>
                <a:xfrm>
                  <a:off x="1238929" y="4550929"/>
                  <a:ext cx="678771" cy="36661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en-US" altLang="zh-TW" i="1" dirty="0">
                            <a:latin typeface="Cambria Math" panose="02040503050406030204" pitchFamily="18" charset="0"/>
                          </a:rPr>
                          <m:t>0.1</m:t>
                        </m:r>
                        <m:sSub>
                          <m:sSubPr>
                            <m:ctrlPr>
                              <a:rPr lang="en-US" altLang="zh-TW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b="1" i="1">
                                <a:latin typeface="Cambria Math" panose="02040503050406030204" pitchFamily="18" charset="0"/>
                              </a:rPr>
                              <m:t>𝑸</m:t>
                            </m:r>
                          </m:e>
                          <m:sub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</m:oMath>
                    </m:oMathPara>
                  </a14:m>
                  <a:endParaRPr lang="zh-TW" altLang="en-US" dirty="0"/>
                </a:p>
              </p:txBody>
            </p:sp>
          </mc:Choice>
          <mc:Fallback xmlns="">
            <p:sp>
              <p:nvSpPr>
                <p:cNvPr id="26" name="文字方塊 25">
                  <a:extLst>
                    <a:ext uri="{FF2B5EF4-FFF2-40B4-BE49-F238E27FC236}">
                      <a16:creationId xmlns:a16="http://schemas.microsoft.com/office/drawing/2014/main" id="{944E96F8-4C61-4DEB-9F50-CE5541F1AEE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38929" y="4550929"/>
                  <a:ext cx="678771" cy="366612"/>
                </a:xfrm>
                <a:prstGeom prst="rect">
                  <a:avLst/>
                </a:prstGeom>
                <a:blipFill>
                  <a:blip r:embed="rId6"/>
                  <a:stretch>
                    <a:fillRect r="-2703" b="-100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8" name="文字方塊 27">
              <a:extLst>
                <a:ext uri="{FF2B5EF4-FFF2-40B4-BE49-F238E27FC236}">
                  <a16:creationId xmlns:a16="http://schemas.microsoft.com/office/drawing/2014/main" id="{A7BDA029-14C3-4A91-AD6C-A2DFF77E144A}"/>
                </a:ext>
              </a:extLst>
            </p:cNvPr>
            <p:cNvSpPr txBox="1"/>
            <p:nvPr/>
          </p:nvSpPr>
          <p:spPr>
            <a:xfrm rot="16200000">
              <a:off x="-366417" y="551766"/>
              <a:ext cx="11555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dirty="0"/>
                <a:t>(unit : </a:t>
              </a:r>
              <a:r>
                <a:rPr lang="en-US" altLang="zh-TW" dirty="0" err="1"/>
                <a:t>a.u</a:t>
              </a:r>
              <a:r>
                <a:rPr lang="en-US" altLang="zh-TW" dirty="0"/>
                <a:t>.)</a:t>
              </a:r>
              <a:endParaRPr lang="zh-TW" alt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文字方塊 30">
                  <a:extLst>
                    <a:ext uri="{FF2B5EF4-FFF2-40B4-BE49-F238E27FC236}">
                      <a16:creationId xmlns:a16="http://schemas.microsoft.com/office/drawing/2014/main" id="{8B2BD29A-0395-4290-8ED5-416BB63CF1F2}"/>
                    </a:ext>
                  </a:extLst>
                </p:cNvPr>
                <p:cNvSpPr txBox="1"/>
                <p:nvPr/>
              </p:nvSpPr>
              <p:spPr>
                <a:xfrm>
                  <a:off x="7901293" y="5495823"/>
                  <a:ext cx="190683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zh-TW" altLang="en-US" dirty="0"/>
                    <a:t> </a:t>
                  </a:r>
                  <a:r>
                    <a:rPr lang="en-US" altLang="zh-TW" dirty="0"/>
                    <a:t>(unit : </a:t>
                  </a:r>
                  <a14:m>
                    <m:oMath xmlns:m="http://schemas.openxmlformats.org/officeDocument/2006/math">
                      <m:r>
                        <a:rPr lang="en-US" altLang="zh-TW" b="0" i="0" smtClean="0">
                          <a:latin typeface="Cambria Math" panose="02040503050406030204" pitchFamily="18" charset="0"/>
                        </a:rPr>
                        <m:t>1/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1000</m:t>
                      </m:r>
                      <m:sSubSup>
                        <m:sSubSupPr>
                          <m:ctrl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  <m:sup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a14:m>
                  <a:r>
                    <a:rPr lang="en-US" altLang="zh-TW" dirty="0"/>
                    <a:t>)</a:t>
                  </a:r>
                  <a:endParaRPr lang="zh-TW" altLang="en-US" dirty="0"/>
                </a:p>
              </p:txBody>
            </p:sp>
          </mc:Choice>
          <mc:Fallback xmlns="">
            <p:sp>
              <p:nvSpPr>
                <p:cNvPr id="31" name="文字方塊 30">
                  <a:extLst>
                    <a:ext uri="{FF2B5EF4-FFF2-40B4-BE49-F238E27FC236}">
                      <a16:creationId xmlns:a16="http://schemas.microsoft.com/office/drawing/2014/main" id="{8B2BD29A-0395-4290-8ED5-416BB63CF1F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01293" y="5495823"/>
                  <a:ext cx="1906834" cy="369332"/>
                </a:xfrm>
                <a:prstGeom prst="rect">
                  <a:avLst/>
                </a:prstGeom>
                <a:blipFill>
                  <a:blip r:embed="rId7"/>
                  <a:stretch>
                    <a:fillRect t="-9836" r="-6390" b="-2459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2" name="圖片 1">
            <a:extLst>
              <a:ext uri="{FF2B5EF4-FFF2-40B4-BE49-F238E27FC236}">
                <a16:creationId xmlns:a16="http://schemas.microsoft.com/office/drawing/2014/main" id="{C35CF743-E83E-485D-9734-AD5D0AA2BF5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16200000">
            <a:off x="-409373" y="2594909"/>
            <a:ext cx="1191702" cy="3198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717501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 佈景主題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佈景主題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佈景主題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65</TotalTime>
  <Words>19</Words>
  <Application>Microsoft Office PowerPoint</Application>
  <PresentationFormat>A4 紙張 (210x297 公釐)</PresentationFormat>
  <Paragraphs>6</Paragraphs>
  <Slides>1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</vt:i4>
      </vt:variant>
    </vt:vector>
  </HeadingPairs>
  <TitlesOfParts>
    <vt:vector size="7" baseType="lpstr">
      <vt:lpstr>新細明體</vt:lpstr>
      <vt:lpstr>Arial</vt:lpstr>
      <vt:lpstr>Calibri</vt:lpstr>
      <vt:lpstr>Calibri Light</vt:lpstr>
      <vt:lpstr>Cambria Math</vt:lpstr>
      <vt:lpstr>Office 佈景主題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nycugpu</dc:creator>
  <cp:lastModifiedBy>nycugpu</cp:lastModifiedBy>
  <cp:revision>9</cp:revision>
  <dcterms:created xsi:type="dcterms:W3CDTF">2026-05-19T06:03:34Z</dcterms:created>
  <dcterms:modified xsi:type="dcterms:W3CDTF">2026-05-19T07:09:55Z</dcterms:modified>
</cp:coreProperties>
</file>