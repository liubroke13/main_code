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8" r:id="rId2"/>
    <p:sldId id="256" r:id="rId3"/>
  </p:sldIdLst>
  <p:sldSz cx="7920038" cy="52197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711E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68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9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4003" y="854243"/>
            <a:ext cx="6732032" cy="1817229"/>
          </a:xfrm>
        </p:spPr>
        <p:txBody>
          <a:bodyPr anchor="b"/>
          <a:lstStyle>
            <a:lvl1pPr algn="ctr">
              <a:defRPr sz="456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005" y="2741551"/>
            <a:ext cx="5940029" cy="1260219"/>
          </a:xfrm>
        </p:spPr>
        <p:txBody>
          <a:bodyPr/>
          <a:lstStyle>
            <a:lvl1pPr marL="0" indent="0" algn="ctr">
              <a:buNone/>
              <a:defRPr sz="1827"/>
            </a:lvl1pPr>
            <a:lvl2pPr marL="347975" indent="0" algn="ctr">
              <a:buNone/>
              <a:defRPr sz="1522"/>
            </a:lvl2pPr>
            <a:lvl3pPr marL="695950" indent="0" algn="ctr">
              <a:buNone/>
              <a:defRPr sz="1370"/>
            </a:lvl3pPr>
            <a:lvl4pPr marL="1043925" indent="0" algn="ctr">
              <a:buNone/>
              <a:defRPr sz="1218"/>
            </a:lvl4pPr>
            <a:lvl5pPr marL="1391900" indent="0" algn="ctr">
              <a:buNone/>
              <a:defRPr sz="1218"/>
            </a:lvl5pPr>
            <a:lvl6pPr marL="1739875" indent="0" algn="ctr">
              <a:buNone/>
              <a:defRPr sz="1218"/>
            </a:lvl6pPr>
            <a:lvl7pPr marL="2087850" indent="0" algn="ctr">
              <a:buNone/>
              <a:defRPr sz="1218"/>
            </a:lvl7pPr>
            <a:lvl8pPr marL="2435824" indent="0" algn="ctr">
              <a:buNone/>
              <a:defRPr sz="1218"/>
            </a:lvl8pPr>
            <a:lvl9pPr marL="2783799" indent="0" algn="ctr">
              <a:buNone/>
              <a:defRPr sz="1218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4244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2283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378" y="1301302"/>
            <a:ext cx="6831033" cy="2171250"/>
          </a:xfrm>
        </p:spPr>
        <p:txBody>
          <a:bodyPr anchor="b"/>
          <a:lstStyle>
            <a:lvl1pPr>
              <a:defRPr sz="456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378" y="3493092"/>
            <a:ext cx="6831033" cy="1141809"/>
          </a:xfrm>
        </p:spPr>
        <p:txBody>
          <a:bodyPr/>
          <a:lstStyle>
            <a:lvl1pPr marL="0" indent="0">
              <a:buNone/>
              <a:defRPr sz="1827">
                <a:solidFill>
                  <a:schemeClr val="tx1"/>
                </a:solidFill>
              </a:defRPr>
            </a:lvl1pPr>
            <a:lvl2pPr marL="347975" indent="0">
              <a:buNone/>
              <a:defRPr sz="1522">
                <a:solidFill>
                  <a:schemeClr val="tx1">
                    <a:tint val="75000"/>
                  </a:schemeClr>
                </a:solidFill>
              </a:defRPr>
            </a:lvl2pPr>
            <a:lvl3pPr marL="695950" indent="0">
              <a:buNone/>
              <a:defRPr sz="1370">
                <a:solidFill>
                  <a:schemeClr val="tx1">
                    <a:tint val="75000"/>
                  </a:schemeClr>
                </a:solidFill>
              </a:defRPr>
            </a:lvl3pPr>
            <a:lvl4pPr marL="1043925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4pPr>
            <a:lvl5pPr marL="1391900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5pPr>
            <a:lvl6pPr marL="1739875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6pPr>
            <a:lvl7pPr marL="2087850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7pPr>
            <a:lvl8pPr marL="2435824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8pPr>
            <a:lvl9pPr marL="2783799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8081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4503" y="1389503"/>
            <a:ext cx="3366016" cy="331185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09519" y="1389503"/>
            <a:ext cx="3366016" cy="331185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9847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277902"/>
            <a:ext cx="6831033" cy="100890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5535" y="1279552"/>
            <a:ext cx="3350547" cy="627089"/>
          </a:xfrm>
        </p:spPr>
        <p:txBody>
          <a:bodyPr anchor="b"/>
          <a:lstStyle>
            <a:lvl1pPr marL="0" indent="0">
              <a:buNone/>
              <a:defRPr sz="1827" b="1"/>
            </a:lvl1pPr>
            <a:lvl2pPr marL="347975" indent="0">
              <a:buNone/>
              <a:defRPr sz="1522" b="1"/>
            </a:lvl2pPr>
            <a:lvl3pPr marL="695950" indent="0">
              <a:buNone/>
              <a:defRPr sz="1370" b="1"/>
            </a:lvl3pPr>
            <a:lvl4pPr marL="1043925" indent="0">
              <a:buNone/>
              <a:defRPr sz="1218" b="1"/>
            </a:lvl4pPr>
            <a:lvl5pPr marL="1391900" indent="0">
              <a:buNone/>
              <a:defRPr sz="1218" b="1"/>
            </a:lvl5pPr>
            <a:lvl6pPr marL="1739875" indent="0">
              <a:buNone/>
              <a:defRPr sz="1218" b="1"/>
            </a:lvl6pPr>
            <a:lvl7pPr marL="2087850" indent="0">
              <a:buNone/>
              <a:defRPr sz="1218" b="1"/>
            </a:lvl7pPr>
            <a:lvl8pPr marL="2435824" indent="0">
              <a:buNone/>
              <a:defRPr sz="1218" b="1"/>
            </a:lvl8pPr>
            <a:lvl9pPr marL="2783799" indent="0">
              <a:buNone/>
              <a:defRPr sz="1218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535" y="1906640"/>
            <a:ext cx="3350547" cy="2804381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09520" y="1279552"/>
            <a:ext cx="3367048" cy="627089"/>
          </a:xfrm>
        </p:spPr>
        <p:txBody>
          <a:bodyPr anchor="b"/>
          <a:lstStyle>
            <a:lvl1pPr marL="0" indent="0">
              <a:buNone/>
              <a:defRPr sz="1827" b="1"/>
            </a:lvl1pPr>
            <a:lvl2pPr marL="347975" indent="0">
              <a:buNone/>
              <a:defRPr sz="1522" b="1"/>
            </a:lvl2pPr>
            <a:lvl3pPr marL="695950" indent="0">
              <a:buNone/>
              <a:defRPr sz="1370" b="1"/>
            </a:lvl3pPr>
            <a:lvl4pPr marL="1043925" indent="0">
              <a:buNone/>
              <a:defRPr sz="1218" b="1"/>
            </a:lvl4pPr>
            <a:lvl5pPr marL="1391900" indent="0">
              <a:buNone/>
              <a:defRPr sz="1218" b="1"/>
            </a:lvl5pPr>
            <a:lvl6pPr marL="1739875" indent="0">
              <a:buNone/>
              <a:defRPr sz="1218" b="1"/>
            </a:lvl6pPr>
            <a:lvl7pPr marL="2087850" indent="0">
              <a:buNone/>
              <a:defRPr sz="1218" b="1"/>
            </a:lvl7pPr>
            <a:lvl8pPr marL="2435824" indent="0">
              <a:buNone/>
              <a:defRPr sz="1218" b="1"/>
            </a:lvl8pPr>
            <a:lvl9pPr marL="2783799" indent="0">
              <a:buNone/>
              <a:defRPr sz="1218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09520" y="1906640"/>
            <a:ext cx="3367048" cy="2804381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948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125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7812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347980"/>
            <a:ext cx="2554418" cy="1217930"/>
          </a:xfrm>
        </p:spPr>
        <p:txBody>
          <a:bodyPr anchor="b"/>
          <a:lstStyle>
            <a:lvl1pPr>
              <a:defRPr sz="2436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7048" y="751541"/>
            <a:ext cx="4009519" cy="3709370"/>
          </a:xfrm>
        </p:spPr>
        <p:txBody>
          <a:bodyPr/>
          <a:lstStyle>
            <a:lvl1pPr>
              <a:defRPr sz="2436"/>
            </a:lvl1pPr>
            <a:lvl2pPr>
              <a:defRPr sz="2131"/>
            </a:lvl2pPr>
            <a:lvl3pPr>
              <a:defRPr sz="1827"/>
            </a:lvl3pPr>
            <a:lvl4pPr>
              <a:defRPr sz="1522"/>
            </a:lvl4pPr>
            <a:lvl5pPr>
              <a:defRPr sz="1522"/>
            </a:lvl5pPr>
            <a:lvl6pPr>
              <a:defRPr sz="1522"/>
            </a:lvl6pPr>
            <a:lvl7pPr>
              <a:defRPr sz="1522"/>
            </a:lvl7pPr>
            <a:lvl8pPr>
              <a:defRPr sz="1522"/>
            </a:lvl8pPr>
            <a:lvl9pPr>
              <a:defRPr sz="1522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4" y="1565910"/>
            <a:ext cx="2554418" cy="2901042"/>
          </a:xfrm>
        </p:spPr>
        <p:txBody>
          <a:bodyPr/>
          <a:lstStyle>
            <a:lvl1pPr marL="0" indent="0">
              <a:buNone/>
              <a:defRPr sz="1218"/>
            </a:lvl1pPr>
            <a:lvl2pPr marL="347975" indent="0">
              <a:buNone/>
              <a:defRPr sz="1066"/>
            </a:lvl2pPr>
            <a:lvl3pPr marL="695950" indent="0">
              <a:buNone/>
              <a:defRPr sz="913"/>
            </a:lvl3pPr>
            <a:lvl4pPr marL="1043925" indent="0">
              <a:buNone/>
              <a:defRPr sz="761"/>
            </a:lvl4pPr>
            <a:lvl5pPr marL="1391900" indent="0">
              <a:buNone/>
              <a:defRPr sz="761"/>
            </a:lvl5pPr>
            <a:lvl6pPr marL="1739875" indent="0">
              <a:buNone/>
              <a:defRPr sz="761"/>
            </a:lvl6pPr>
            <a:lvl7pPr marL="2087850" indent="0">
              <a:buNone/>
              <a:defRPr sz="761"/>
            </a:lvl7pPr>
            <a:lvl8pPr marL="2435824" indent="0">
              <a:buNone/>
              <a:defRPr sz="761"/>
            </a:lvl8pPr>
            <a:lvl9pPr marL="2783799" indent="0">
              <a:buNone/>
              <a:defRPr sz="76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8798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347980"/>
            <a:ext cx="2554418" cy="1217930"/>
          </a:xfrm>
        </p:spPr>
        <p:txBody>
          <a:bodyPr anchor="b"/>
          <a:lstStyle>
            <a:lvl1pPr>
              <a:defRPr sz="2436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67048" y="751541"/>
            <a:ext cx="4009519" cy="3709370"/>
          </a:xfrm>
        </p:spPr>
        <p:txBody>
          <a:bodyPr anchor="t"/>
          <a:lstStyle>
            <a:lvl1pPr marL="0" indent="0">
              <a:buNone/>
              <a:defRPr sz="2436"/>
            </a:lvl1pPr>
            <a:lvl2pPr marL="347975" indent="0">
              <a:buNone/>
              <a:defRPr sz="2131"/>
            </a:lvl2pPr>
            <a:lvl3pPr marL="695950" indent="0">
              <a:buNone/>
              <a:defRPr sz="1827"/>
            </a:lvl3pPr>
            <a:lvl4pPr marL="1043925" indent="0">
              <a:buNone/>
              <a:defRPr sz="1522"/>
            </a:lvl4pPr>
            <a:lvl5pPr marL="1391900" indent="0">
              <a:buNone/>
              <a:defRPr sz="1522"/>
            </a:lvl5pPr>
            <a:lvl6pPr marL="1739875" indent="0">
              <a:buNone/>
              <a:defRPr sz="1522"/>
            </a:lvl6pPr>
            <a:lvl7pPr marL="2087850" indent="0">
              <a:buNone/>
              <a:defRPr sz="1522"/>
            </a:lvl7pPr>
            <a:lvl8pPr marL="2435824" indent="0">
              <a:buNone/>
              <a:defRPr sz="1522"/>
            </a:lvl8pPr>
            <a:lvl9pPr marL="2783799" indent="0">
              <a:buNone/>
              <a:defRPr sz="1522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4" y="1565910"/>
            <a:ext cx="2554418" cy="2901042"/>
          </a:xfrm>
        </p:spPr>
        <p:txBody>
          <a:bodyPr/>
          <a:lstStyle>
            <a:lvl1pPr marL="0" indent="0">
              <a:buNone/>
              <a:defRPr sz="1218"/>
            </a:lvl1pPr>
            <a:lvl2pPr marL="347975" indent="0">
              <a:buNone/>
              <a:defRPr sz="1066"/>
            </a:lvl2pPr>
            <a:lvl3pPr marL="695950" indent="0">
              <a:buNone/>
              <a:defRPr sz="913"/>
            </a:lvl3pPr>
            <a:lvl4pPr marL="1043925" indent="0">
              <a:buNone/>
              <a:defRPr sz="761"/>
            </a:lvl4pPr>
            <a:lvl5pPr marL="1391900" indent="0">
              <a:buNone/>
              <a:defRPr sz="761"/>
            </a:lvl5pPr>
            <a:lvl6pPr marL="1739875" indent="0">
              <a:buNone/>
              <a:defRPr sz="761"/>
            </a:lvl6pPr>
            <a:lvl7pPr marL="2087850" indent="0">
              <a:buNone/>
              <a:defRPr sz="761"/>
            </a:lvl7pPr>
            <a:lvl8pPr marL="2435824" indent="0">
              <a:buNone/>
              <a:defRPr sz="761"/>
            </a:lvl8pPr>
            <a:lvl9pPr marL="2783799" indent="0">
              <a:buNone/>
              <a:defRPr sz="76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370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351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7778" y="277901"/>
            <a:ext cx="1707758" cy="442345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4503" y="277901"/>
            <a:ext cx="5024274" cy="4423454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6379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4503" y="277902"/>
            <a:ext cx="6831033" cy="1008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503" y="1389503"/>
            <a:ext cx="6831033" cy="3311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4502" y="4837890"/>
            <a:ext cx="1782009" cy="277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1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44D4F-D6DB-48D1-8C0A-431A4767C00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23513" y="4837890"/>
            <a:ext cx="2673013" cy="277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1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93527" y="4837890"/>
            <a:ext cx="1782009" cy="277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1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452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695950" rtl="0" eaLnBrk="1" latinLnBrk="0" hangingPunct="1">
        <a:lnSpc>
          <a:spcPct val="90000"/>
        </a:lnSpc>
        <a:spcBef>
          <a:spcPct val="0"/>
        </a:spcBef>
        <a:buNone/>
        <a:defRPr sz="334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3987" indent="-173987" algn="l" defTabSz="695950" rtl="0" eaLnBrk="1" latinLnBrk="0" hangingPunct="1">
        <a:lnSpc>
          <a:spcPct val="90000"/>
        </a:lnSpc>
        <a:spcBef>
          <a:spcPts val="761"/>
        </a:spcBef>
        <a:buFont typeface="Arial" panose="020B0604020202020204" pitchFamily="34" charset="0"/>
        <a:buChar char="•"/>
        <a:defRPr sz="2131" kern="1200">
          <a:solidFill>
            <a:schemeClr val="tx1"/>
          </a:solidFill>
          <a:latin typeface="+mn-lt"/>
          <a:ea typeface="+mn-ea"/>
          <a:cs typeface="+mn-cs"/>
        </a:defRPr>
      </a:lvl1pPr>
      <a:lvl2pPr marL="52196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27" kern="1200">
          <a:solidFill>
            <a:schemeClr val="tx1"/>
          </a:solidFill>
          <a:latin typeface="+mn-lt"/>
          <a:ea typeface="+mn-ea"/>
          <a:cs typeface="+mn-cs"/>
        </a:defRPr>
      </a:lvl2pPr>
      <a:lvl3pPr marL="86993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522" kern="1200">
          <a:solidFill>
            <a:schemeClr val="tx1"/>
          </a:solidFill>
          <a:latin typeface="+mn-lt"/>
          <a:ea typeface="+mn-ea"/>
          <a:cs typeface="+mn-cs"/>
        </a:defRPr>
      </a:lvl3pPr>
      <a:lvl4pPr marL="121791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4pPr>
      <a:lvl5pPr marL="156588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5pPr>
      <a:lvl6pPr marL="191386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6pPr>
      <a:lvl7pPr marL="226183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7pPr>
      <a:lvl8pPr marL="260981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8pPr>
      <a:lvl9pPr marL="295778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1pPr>
      <a:lvl2pPr marL="34797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2pPr>
      <a:lvl3pPr marL="69595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3pPr>
      <a:lvl4pPr marL="104392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4pPr>
      <a:lvl5pPr marL="139190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5pPr>
      <a:lvl6pPr marL="173987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6pPr>
      <a:lvl7pPr marL="208785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7pPr>
      <a:lvl8pPr marL="2435824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8pPr>
      <a:lvl9pPr marL="2783799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8" Type="http://schemas.openxmlformats.org/officeDocument/2006/relationships/image" Target="../media/image7.png"/><Relationship Id="rId26" Type="http://schemas.openxmlformats.org/officeDocument/2006/relationships/image" Target="../media/image151.png"/><Relationship Id="rId3" Type="http://schemas.openxmlformats.org/officeDocument/2006/relationships/image" Target="../media/image6.png"/><Relationship Id="rId21" Type="http://schemas.openxmlformats.org/officeDocument/2006/relationships/image" Target="../media/image150.png"/><Relationship Id="rId17" Type="http://schemas.openxmlformats.org/officeDocument/2006/relationships/image" Target="../media/image15.png"/><Relationship Id="rId25" Type="http://schemas.openxmlformats.org/officeDocument/2006/relationships/image" Target="../media/image100.png"/><Relationship Id="rId2" Type="http://schemas.openxmlformats.org/officeDocument/2006/relationships/image" Target="../media/image5.png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4" Type="http://schemas.openxmlformats.org/officeDocument/2006/relationships/image" Target="../media/image11.png"/><Relationship Id="rId23" Type="http://schemas.openxmlformats.org/officeDocument/2006/relationships/image" Target="../media/image10.png"/><Relationship Id="rId5" Type="http://schemas.openxmlformats.org/officeDocument/2006/relationships/image" Target="../media/image17.png"/><Relationship Id="rId28" Type="http://schemas.openxmlformats.org/officeDocument/2006/relationships/image" Target="../media/image13.png"/><Relationship Id="rId19" Type="http://schemas.openxmlformats.org/officeDocument/2006/relationships/image" Target="../media/image8.png"/><Relationship Id="rId22" Type="http://schemas.openxmlformats.org/officeDocument/2006/relationships/image" Target="../media/image18.png"/><Relationship Id="rId4" Type="http://schemas.openxmlformats.org/officeDocument/2006/relationships/image" Target="../media/image16.png"/><Relationship Id="rId27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23EA0AC3-CBCD-4B77-9EDA-8247A47D6C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17937" y="-989807"/>
            <a:ext cx="7199313" cy="7199313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354337F7-993C-4411-BC1A-CFF33BA16C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0026" y="-989807"/>
            <a:ext cx="7199313" cy="7199313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30369960-F3FE-4D2B-B80D-BEFB839AB7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18877" y="3862524"/>
            <a:ext cx="14081916" cy="2346987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6947A70C-39C7-4A61-A7AA-EF865643AA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94" t="49883" r="4939" b="29724"/>
          <a:stretch/>
        </p:blipFill>
        <p:spPr>
          <a:xfrm>
            <a:off x="3381376" y="2609849"/>
            <a:ext cx="307182" cy="978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734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: 圓角 121">
            <a:extLst>
              <a:ext uri="{FF2B5EF4-FFF2-40B4-BE49-F238E27FC236}">
                <a16:creationId xmlns:a16="http://schemas.microsoft.com/office/drawing/2014/main" id="{735F0D09-7E7B-4A06-98E4-060B13FC1F34}"/>
              </a:ext>
            </a:extLst>
          </p:cNvPr>
          <p:cNvSpPr/>
          <p:nvPr/>
        </p:nvSpPr>
        <p:spPr>
          <a:xfrm rot="5400000">
            <a:off x="1416845" y="-1281339"/>
            <a:ext cx="5086349" cy="7782379"/>
          </a:xfrm>
          <a:prstGeom prst="roundRect">
            <a:avLst>
              <a:gd name="adj" fmla="val 7772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8066" tIns="29033" rIns="58066" bIns="2903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143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字方塊 123">
                <a:extLst>
                  <a:ext uri="{FF2B5EF4-FFF2-40B4-BE49-F238E27FC236}">
                    <a16:creationId xmlns:a16="http://schemas.microsoft.com/office/drawing/2014/main" id="{3A7CDD98-3D2C-45CE-A6A2-F7D8ABBF8281}"/>
                  </a:ext>
                </a:extLst>
              </p:cNvPr>
              <p:cNvSpPr txBox="1"/>
              <p:nvPr/>
            </p:nvSpPr>
            <p:spPr>
              <a:xfrm>
                <a:off x="3502319" y="4672254"/>
                <a:ext cx="938079" cy="3657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−1, 2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4" name="文字方塊 123">
                <a:extLst>
                  <a:ext uri="{FF2B5EF4-FFF2-40B4-BE49-F238E27FC236}">
                    <a16:creationId xmlns:a16="http://schemas.microsoft.com/office/drawing/2014/main" id="{3A7CDD98-3D2C-45CE-A6A2-F7D8ABBF82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319" y="4672254"/>
                <a:ext cx="938079" cy="365778"/>
              </a:xfrm>
              <a:prstGeom prst="rect">
                <a:avLst/>
              </a:prstGeom>
              <a:blipFill>
                <a:blip r:embed="rId2"/>
                <a:stretch>
                  <a:fillRect t="-121667" r="-49020" b="-18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字方塊 124">
                <a:extLst>
                  <a:ext uri="{FF2B5EF4-FFF2-40B4-BE49-F238E27FC236}">
                    <a16:creationId xmlns:a16="http://schemas.microsoft.com/office/drawing/2014/main" id="{0644098C-7DB7-4DD9-8E2F-FAAAB46865BD}"/>
                  </a:ext>
                </a:extLst>
              </p:cNvPr>
              <p:cNvSpPr txBox="1"/>
              <p:nvPr/>
            </p:nvSpPr>
            <p:spPr>
              <a:xfrm>
                <a:off x="3502319" y="1332486"/>
                <a:ext cx="938079" cy="3657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5" name="文字方塊 124">
                <a:extLst>
                  <a:ext uri="{FF2B5EF4-FFF2-40B4-BE49-F238E27FC236}">
                    <a16:creationId xmlns:a16="http://schemas.microsoft.com/office/drawing/2014/main" id="{0644098C-7DB7-4DD9-8E2F-FAAAB4686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319" y="1332486"/>
                <a:ext cx="938079" cy="365778"/>
              </a:xfrm>
              <a:prstGeom prst="rect">
                <a:avLst/>
              </a:prstGeom>
              <a:blipFill>
                <a:blip r:embed="rId3"/>
                <a:stretch>
                  <a:fillRect t="-121667" r="-49020" b="-18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群組 14">
            <a:extLst>
              <a:ext uri="{FF2B5EF4-FFF2-40B4-BE49-F238E27FC236}">
                <a16:creationId xmlns:a16="http://schemas.microsoft.com/office/drawing/2014/main" id="{B708367F-6C3E-44FC-A52D-C640F8A21061}"/>
              </a:ext>
            </a:extLst>
          </p:cNvPr>
          <p:cNvGrpSpPr/>
          <p:nvPr/>
        </p:nvGrpSpPr>
        <p:grpSpPr>
          <a:xfrm>
            <a:off x="5660661" y="2066267"/>
            <a:ext cx="1560279" cy="1926947"/>
            <a:chOff x="6882499" y="1964609"/>
            <a:chExt cx="1560279" cy="19269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文字方塊 133">
                  <a:extLst>
                    <a:ext uri="{FF2B5EF4-FFF2-40B4-BE49-F238E27FC236}">
                      <a16:creationId xmlns:a16="http://schemas.microsoft.com/office/drawing/2014/main" id="{97678382-5B63-43AA-85DB-CFB0A7FCA141}"/>
                    </a:ext>
                  </a:extLst>
                </p:cNvPr>
                <p:cNvSpPr txBox="1"/>
                <p:nvPr/>
              </p:nvSpPr>
              <p:spPr>
                <a:xfrm>
                  <a:off x="6999031" y="1964609"/>
                  <a:ext cx="1327215" cy="3657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34" name="文字方塊 133">
                  <a:extLst>
                    <a:ext uri="{FF2B5EF4-FFF2-40B4-BE49-F238E27FC236}">
                      <a16:creationId xmlns:a16="http://schemas.microsoft.com/office/drawing/2014/main" id="{97678382-5B63-43AA-85DB-CFB0A7FCA1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9031" y="1964609"/>
                  <a:ext cx="1327215" cy="365778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64" name="圖片 63">
              <a:extLst>
                <a:ext uri="{FF2B5EF4-FFF2-40B4-BE49-F238E27FC236}">
                  <a16:creationId xmlns:a16="http://schemas.microsoft.com/office/drawing/2014/main" id="{893F2CA6-F43C-48E6-8A3D-B317E00457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8"/>
            <a:srcRect l="28763" t="70738" r="51921" b="9857"/>
            <a:stretch/>
          </p:blipFill>
          <p:spPr>
            <a:xfrm>
              <a:off x="6882499" y="2324152"/>
              <a:ext cx="1560279" cy="1567404"/>
            </a:xfrm>
            <a:prstGeom prst="rect">
              <a:avLst/>
            </a:prstGeom>
          </p:spPr>
        </p:pic>
      </p:grpSp>
      <p:pic>
        <p:nvPicPr>
          <p:cNvPr id="60" name="圖片 59">
            <a:extLst>
              <a:ext uri="{FF2B5EF4-FFF2-40B4-BE49-F238E27FC236}">
                <a16:creationId xmlns:a16="http://schemas.microsoft.com/office/drawing/2014/main" id="{EBD04B34-985A-47A5-9289-5DADDC2685CF}"/>
              </a:ext>
            </a:extLst>
          </p:cNvPr>
          <p:cNvPicPr>
            <a:picLocks noChangeAspect="1"/>
          </p:cNvPicPr>
          <p:nvPr/>
        </p:nvPicPr>
        <p:blipFill rotWithShape="1">
          <a:blip r:embed="rId18"/>
          <a:srcRect l="8115" t="70738" r="72469" b="9857"/>
          <a:stretch/>
        </p:blipFill>
        <p:spPr>
          <a:xfrm>
            <a:off x="383322" y="2441369"/>
            <a:ext cx="1568303" cy="15674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5C2CB285-A545-468C-A597-04C14CC2CDBF}"/>
                  </a:ext>
                </a:extLst>
              </p:cNvPr>
              <p:cNvSpPr txBox="1"/>
              <p:nvPr/>
            </p:nvSpPr>
            <p:spPr>
              <a:xfrm>
                <a:off x="324209" y="2071504"/>
                <a:ext cx="1730102" cy="3657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5C2CB285-A545-468C-A597-04C14CC2C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209" y="2071504"/>
                <a:ext cx="1730102" cy="365778"/>
              </a:xfrm>
              <a:prstGeom prst="rect">
                <a:avLst/>
              </a:prstGeom>
              <a:blipFill>
                <a:blip r:embed="rId1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文字方塊 136">
                <a:extLst>
                  <a:ext uri="{FF2B5EF4-FFF2-40B4-BE49-F238E27FC236}">
                    <a16:creationId xmlns:a16="http://schemas.microsoft.com/office/drawing/2014/main" id="{DB0EBD35-2601-4A37-A2AC-609C761196F0}"/>
                  </a:ext>
                </a:extLst>
              </p:cNvPr>
              <p:cNvSpPr txBox="1"/>
              <p:nvPr/>
            </p:nvSpPr>
            <p:spPr>
              <a:xfrm>
                <a:off x="1225448" y="3569870"/>
                <a:ext cx="8305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137" name="文字方塊 136">
                <a:extLst>
                  <a:ext uri="{FF2B5EF4-FFF2-40B4-BE49-F238E27FC236}">
                    <a16:creationId xmlns:a16="http://schemas.microsoft.com/office/drawing/2014/main" id="{DB0EBD35-2601-4A37-A2AC-609C76119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448" y="3569870"/>
                <a:ext cx="830594" cy="369332"/>
              </a:xfrm>
              <a:prstGeom prst="rect">
                <a:avLst/>
              </a:prstGeom>
              <a:blipFill>
                <a:blip r:embed="rId20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0" name="群組 169">
            <a:extLst>
              <a:ext uri="{FF2B5EF4-FFF2-40B4-BE49-F238E27FC236}">
                <a16:creationId xmlns:a16="http://schemas.microsoft.com/office/drawing/2014/main" id="{F967FB34-A009-4C42-B0D1-7ABFB577004E}"/>
              </a:ext>
            </a:extLst>
          </p:cNvPr>
          <p:cNvGrpSpPr/>
          <p:nvPr/>
        </p:nvGrpSpPr>
        <p:grpSpPr>
          <a:xfrm>
            <a:off x="1038618" y="2767685"/>
            <a:ext cx="609103" cy="638837"/>
            <a:chOff x="6583394" y="1501875"/>
            <a:chExt cx="1650681" cy="1731259"/>
          </a:xfrm>
        </p:grpSpPr>
        <p:grpSp>
          <p:nvGrpSpPr>
            <p:cNvPr id="171" name="群組 170">
              <a:extLst>
                <a:ext uri="{FF2B5EF4-FFF2-40B4-BE49-F238E27FC236}">
                  <a16:creationId xmlns:a16="http://schemas.microsoft.com/office/drawing/2014/main" id="{20526CE6-FBFA-4525-8A7C-09B993A0D880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174" name="箭號: 向右 173">
                <a:extLst>
                  <a:ext uri="{FF2B5EF4-FFF2-40B4-BE49-F238E27FC236}">
                    <a16:creationId xmlns:a16="http://schemas.microsoft.com/office/drawing/2014/main" id="{1C356C93-FD6C-4265-8E33-7C77F1E09505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43">
                  <a:solidFill>
                    <a:schemeClr val="bg1"/>
                  </a:solidFill>
                </a:endParaRPr>
              </a:p>
            </p:txBody>
          </p:sp>
          <p:sp>
            <p:nvSpPr>
              <p:cNvPr id="175" name="箭號: 向右 174">
                <a:extLst>
                  <a:ext uri="{FF2B5EF4-FFF2-40B4-BE49-F238E27FC236}">
                    <a16:creationId xmlns:a16="http://schemas.microsoft.com/office/drawing/2014/main" id="{7ACE5D12-B75E-49E8-8E4D-8F17F9B769A7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43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文字方塊 171">
                  <a:extLst>
                    <a:ext uri="{FF2B5EF4-FFF2-40B4-BE49-F238E27FC236}">
                      <a16:creationId xmlns:a16="http://schemas.microsoft.com/office/drawing/2014/main" id="{1139A5D6-48D9-4C19-B516-03810CC5FB56}"/>
                    </a:ext>
                  </a:extLst>
                </p:cNvPr>
                <p:cNvSpPr txBox="1"/>
                <p:nvPr/>
              </p:nvSpPr>
              <p:spPr>
                <a:xfrm>
                  <a:off x="6583394" y="1501875"/>
                  <a:ext cx="416137" cy="10603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72" name="文字方塊 171">
                  <a:extLst>
                    <a:ext uri="{FF2B5EF4-FFF2-40B4-BE49-F238E27FC236}">
                      <a16:creationId xmlns:a16="http://schemas.microsoft.com/office/drawing/2014/main" id="{1139A5D6-48D9-4C19-B516-03810CC5FB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3394" y="1501875"/>
                  <a:ext cx="416137" cy="1060324"/>
                </a:xfrm>
                <a:prstGeom prst="rect">
                  <a:avLst/>
                </a:prstGeom>
                <a:blipFill>
                  <a:blip r:embed="rId21"/>
                  <a:stretch>
                    <a:fillRect l="-15385" r="-153846"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3" name="文字方塊 172">
                  <a:extLst>
                    <a:ext uri="{FF2B5EF4-FFF2-40B4-BE49-F238E27FC236}">
                      <a16:creationId xmlns:a16="http://schemas.microsoft.com/office/drawing/2014/main" id="{1D150E5E-67F0-4869-9BCE-97E831B443DE}"/>
                    </a:ext>
                  </a:extLst>
                </p:cNvPr>
                <p:cNvSpPr txBox="1"/>
                <p:nvPr/>
              </p:nvSpPr>
              <p:spPr>
                <a:xfrm>
                  <a:off x="7165986" y="2241867"/>
                  <a:ext cx="1068089" cy="9912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73" name="文字方塊 172">
                  <a:extLst>
                    <a:ext uri="{FF2B5EF4-FFF2-40B4-BE49-F238E27FC236}">
                      <a16:creationId xmlns:a16="http://schemas.microsoft.com/office/drawing/2014/main" id="{1D150E5E-67F0-4869-9BCE-97E831B443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5986" y="2241867"/>
                  <a:ext cx="1068089" cy="991267"/>
                </a:xfrm>
                <a:prstGeom prst="rect">
                  <a:avLst/>
                </a:prstGeom>
                <a:blipFill>
                  <a:blip r:embed="rId22"/>
                  <a:stretch>
                    <a:fillRect l="-3125" b="-1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66" name="圖片 65">
            <a:extLst>
              <a:ext uri="{FF2B5EF4-FFF2-40B4-BE49-F238E27FC236}">
                <a16:creationId xmlns:a16="http://schemas.microsoft.com/office/drawing/2014/main" id="{8EF15927-1011-48DB-B688-67F43C2D5B09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52" t="70186" r="4524" b="8575"/>
          <a:stretch/>
        </p:blipFill>
        <p:spPr>
          <a:xfrm>
            <a:off x="1969683" y="2391431"/>
            <a:ext cx="551543" cy="1726294"/>
          </a:xfrm>
          <a:prstGeom prst="rect">
            <a:avLst/>
          </a:prstGeom>
        </p:spPr>
      </p:pic>
      <p:sp>
        <p:nvSpPr>
          <p:cNvPr id="109" name="文字方塊 108">
            <a:extLst>
              <a:ext uri="{FF2B5EF4-FFF2-40B4-BE49-F238E27FC236}">
                <a16:creationId xmlns:a16="http://schemas.microsoft.com/office/drawing/2014/main" id="{8349B33B-52D0-4C65-A643-A98C216E9F10}"/>
              </a:ext>
            </a:extLst>
          </p:cNvPr>
          <p:cNvSpPr txBox="1"/>
          <p:nvPr/>
        </p:nvSpPr>
        <p:spPr>
          <a:xfrm>
            <a:off x="1914409" y="163165"/>
            <a:ext cx="4158018" cy="519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 exciton transition rate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0" name="圖片 109">
            <a:extLst>
              <a:ext uri="{FF2B5EF4-FFF2-40B4-BE49-F238E27FC236}">
                <a16:creationId xmlns:a16="http://schemas.microsoft.com/office/drawing/2014/main" id="{AD03D785-4B3A-40E2-82BC-14F046AD86ED}"/>
              </a:ext>
            </a:extLst>
          </p:cNvPr>
          <p:cNvPicPr>
            <a:picLocks noChangeAspect="1"/>
          </p:cNvPicPr>
          <p:nvPr/>
        </p:nvPicPr>
        <p:blipFill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55472" y="657175"/>
            <a:ext cx="3078793" cy="6676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35E3BF76-EC93-4F4F-BE37-B142CCB1FB61}"/>
                  </a:ext>
                </a:extLst>
              </p:cNvPr>
              <p:cNvSpPr txBox="1"/>
              <p:nvPr/>
            </p:nvSpPr>
            <p:spPr>
              <a:xfrm>
                <a:off x="1889876" y="3724603"/>
                <a:ext cx="538983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70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7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7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7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7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35E3BF76-EC93-4F4F-BE37-B142CCB1F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876" y="3724603"/>
                <a:ext cx="538983" cy="353943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群組 44">
            <a:extLst>
              <a:ext uri="{FF2B5EF4-FFF2-40B4-BE49-F238E27FC236}">
                <a16:creationId xmlns:a16="http://schemas.microsoft.com/office/drawing/2014/main" id="{A2E71FBD-3549-461D-8D20-DBBBD6B4861C}"/>
              </a:ext>
            </a:extLst>
          </p:cNvPr>
          <p:cNvGrpSpPr/>
          <p:nvPr/>
        </p:nvGrpSpPr>
        <p:grpSpPr>
          <a:xfrm>
            <a:off x="2675543" y="1661694"/>
            <a:ext cx="2627943" cy="3036650"/>
            <a:chOff x="3361343" y="4585869"/>
            <a:chExt cx="2627943" cy="3036650"/>
          </a:xfrm>
        </p:grpSpPr>
        <p:grpSp>
          <p:nvGrpSpPr>
            <p:cNvPr id="46" name="群組 45">
              <a:extLst>
                <a:ext uri="{FF2B5EF4-FFF2-40B4-BE49-F238E27FC236}">
                  <a16:creationId xmlns:a16="http://schemas.microsoft.com/office/drawing/2014/main" id="{AA9DF861-0F4F-4EEA-AE40-3F5C356DB0F3}"/>
                </a:ext>
              </a:extLst>
            </p:cNvPr>
            <p:cNvGrpSpPr/>
            <p:nvPr/>
          </p:nvGrpSpPr>
          <p:grpSpPr>
            <a:xfrm>
              <a:off x="3361343" y="4585869"/>
              <a:ext cx="2627943" cy="3036650"/>
              <a:chOff x="4057954" y="2121313"/>
              <a:chExt cx="2627943" cy="3036650"/>
            </a:xfrm>
          </p:grpSpPr>
          <p:sp>
            <p:nvSpPr>
              <p:cNvPr id="53" name="Oval 14">
                <a:extLst>
                  <a:ext uri="{FF2B5EF4-FFF2-40B4-BE49-F238E27FC236}">
                    <a16:creationId xmlns:a16="http://schemas.microsoft.com/office/drawing/2014/main" id="{8C9841AC-9AB9-41EB-90F9-920C57429DA6}"/>
                  </a:ext>
                </a:extLst>
              </p:cNvPr>
              <p:cNvSpPr/>
              <p:nvPr/>
            </p:nvSpPr>
            <p:spPr>
              <a:xfrm>
                <a:off x="5222336" y="2135621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0">
                    <a:srgbClr val="D1D1D1"/>
                  </a:gs>
                  <a:gs pos="23000">
                    <a:schemeClr val="bg1">
                      <a:lumMod val="85000"/>
                    </a:schemeClr>
                  </a:gs>
                  <a:gs pos="69000">
                    <a:schemeClr val="accent3">
                      <a:lumMod val="75000"/>
                    </a:schemeClr>
                  </a:gs>
                  <a:gs pos="97000">
                    <a:schemeClr val="accent3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4" name="Oval 4">
                <a:extLst>
                  <a:ext uri="{FF2B5EF4-FFF2-40B4-BE49-F238E27FC236}">
                    <a16:creationId xmlns:a16="http://schemas.microsoft.com/office/drawing/2014/main" id="{13C8039A-DB8F-43DD-8093-7D2AD5806ED9}"/>
                  </a:ext>
                </a:extLst>
              </p:cNvPr>
              <p:cNvSpPr/>
              <p:nvPr/>
            </p:nvSpPr>
            <p:spPr>
              <a:xfrm>
                <a:off x="4061937" y="2288513"/>
                <a:ext cx="2623960" cy="27180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3">
                      <a:lumMod val="60000"/>
                      <a:lumOff val="40000"/>
                      <a:alpha val="60000"/>
                    </a:schemeClr>
                  </a:gs>
                  <a:gs pos="55000">
                    <a:schemeClr val="accent3">
                      <a:lumMod val="40000"/>
                      <a:lumOff val="60000"/>
                      <a:alpha val="60000"/>
                    </a:schemeClr>
                  </a:gs>
                  <a:gs pos="0">
                    <a:schemeClr val="bg1">
                      <a:alpha val="60000"/>
                    </a:scheme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57150">
                <a:solidFill>
                  <a:srgbClr val="D5D7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5" name="Oval 15">
                <a:extLst>
                  <a:ext uri="{FF2B5EF4-FFF2-40B4-BE49-F238E27FC236}">
                    <a16:creationId xmlns:a16="http://schemas.microsoft.com/office/drawing/2014/main" id="{0FB345A9-E2E5-405D-BC19-B7C1480258C8}"/>
                  </a:ext>
                </a:extLst>
              </p:cNvPr>
              <p:cNvSpPr/>
              <p:nvPr/>
            </p:nvSpPr>
            <p:spPr>
              <a:xfrm>
                <a:off x="5222336" y="4852179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7000">
                    <a:srgbClr val="D1D1D1"/>
                  </a:gs>
                  <a:gs pos="0">
                    <a:schemeClr val="bg1">
                      <a:lumMod val="85000"/>
                    </a:schemeClr>
                  </a:gs>
                  <a:gs pos="60000">
                    <a:schemeClr val="accent3">
                      <a:lumMod val="75000"/>
                    </a:schemeClr>
                  </a:gs>
                  <a:gs pos="97000">
                    <a:schemeClr val="accent3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6" name="SHO">
                <a:extLst>
                  <a:ext uri="{FF2B5EF4-FFF2-40B4-BE49-F238E27FC236}">
                    <a16:creationId xmlns:a16="http://schemas.microsoft.com/office/drawing/2014/main" id="{7A1AEE5B-47DC-48B6-9350-8AB30EDB3C77}"/>
                  </a:ext>
                </a:extLst>
              </p:cNvPr>
              <p:cNvSpPr/>
              <p:nvPr/>
            </p:nvSpPr>
            <p:spPr>
              <a:xfrm rot="16200000">
                <a:off x="4804171" y="2336484"/>
                <a:ext cx="1131525" cy="2623960"/>
              </a:xfrm>
              <a:prstGeom prst="arc">
                <a:avLst>
                  <a:gd name="adj1" fmla="val 5396867"/>
                  <a:gd name="adj2" fmla="val 5395779"/>
                </a:avLst>
              </a:prstGeom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7000">
                    <a:schemeClr val="bg1">
                      <a:lumMod val="50000"/>
                    </a:schemeClr>
                  </a:gs>
                  <a:gs pos="97000">
                    <a:srgbClr val="5E5E5E"/>
                  </a:gs>
                </a:gsLst>
                <a:path path="circle">
                  <a:fillToRect l="50000" t="50000" r="50000" b="50000"/>
                </a:path>
                <a:tileRect/>
              </a:gradFill>
              <a:ln w="317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7" name="SVO">
                <a:extLst>
                  <a:ext uri="{FF2B5EF4-FFF2-40B4-BE49-F238E27FC236}">
                    <a16:creationId xmlns:a16="http://schemas.microsoft.com/office/drawing/2014/main" id="{85D44DD2-2105-48C4-8D31-F67E57E93921}"/>
                  </a:ext>
                </a:extLst>
              </p:cNvPr>
              <p:cNvSpPr/>
              <p:nvPr/>
            </p:nvSpPr>
            <p:spPr>
              <a:xfrm>
                <a:off x="4712309" y="2289422"/>
                <a:ext cx="1311980" cy="2718084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6">
                <a:extLst>
                  <a:ext uri="{FF2B5EF4-FFF2-40B4-BE49-F238E27FC236}">
                    <a16:creationId xmlns:a16="http://schemas.microsoft.com/office/drawing/2014/main" id="{CEE36ADC-D1C8-4CD0-9CC0-B5E9D8DE6B6D}"/>
                  </a:ext>
                </a:extLst>
              </p:cNvPr>
              <p:cNvSpPr/>
              <p:nvPr/>
            </p:nvSpPr>
            <p:spPr>
              <a:xfrm rot="16200000">
                <a:off x="4804171" y="2336484"/>
                <a:ext cx="1131525" cy="2623960"/>
              </a:xfrm>
              <a:prstGeom prst="ellipse">
                <a:avLst/>
              </a:prstGeom>
              <a:noFill/>
              <a:ln w="38100">
                <a:solidFill>
                  <a:schemeClr val="tx1">
                    <a:alpha val="6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extBox 11">
                    <a:extLst>
                      <a:ext uri="{FF2B5EF4-FFF2-40B4-BE49-F238E27FC236}">
                        <a16:creationId xmlns:a16="http://schemas.microsoft.com/office/drawing/2014/main" id="{972E4842-18FF-4CFB-808E-F269B372F95F}"/>
                      </a:ext>
                    </a:extLst>
                  </p:cNvPr>
                  <p:cNvSpPr txBox="1"/>
                  <p:nvPr/>
                </p:nvSpPr>
                <p:spPr>
                  <a:xfrm>
                    <a:off x="4440286" y="3358991"/>
                    <a:ext cx="321505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3" name="TextBox 11">
                    <a:extLst>
                      <a:ext uri="{FF2B5EF4-FFF2-40B4-BE49-F238E27FC236}">
                        <a16:creationId xmlns:a16="http://schemas.microsoft.com/office/drawing/2014/main" id="{B7A5A3D7-6CE8-4726-9BEB-8C30B332BFD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40286" y="3358991"/>
                    <a:ext cx="321505" cy="523220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1" name="Oval 22">
                <a:extLst>
                  <a:ext uri="{FF2B5EF4-FFF2-40B4-BE49-F238E27FC236}">
                    <a16:creationId xmlns:a16="http://schemas.microsoft.com/office/drawing/2014/main" id="{2BAD3B55-7A48-43AB-91D6-457497984819}"/>
                  </a:ext>
                </a:extLst>
              </p:cNvPr>
              <p:cNvSpPr/>
              <p:nvPr/>
            </p:nvSpPr>
            <p:spPr>
              <a:xfrm>
                <a:off x="5220616" y="4852179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Box 12">
                    <a:extLst>
                      <a:ext uri="{FF2B5EF4-FFF2-40B4-BE49-F238E27FC236}">
                        <a16:creationId xmlns:a16="http://schemas.microsoft.com/office/drawing/2014/main" id="{63A5C624-E167-4CCB-96D4-65E5060DB473}"/>
                      </a:ext>
                    </a:extLst>
                  </p:cNvPr>
                  <p:cNvSpPr txBox="1"/>
                  <p:nvPr/>
                </p:nvSpPr>
                <p:spPr>
                  <a:xfrm>
                    <a:off x="5682303" y="3497725"/>
                    <a:ext cx="321505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5" name="TextBox 12">
                    <a:extLst>
                      <a:ext uri="{FF2B5EF4-FFF2-40B4-BE49-F238E27FC236}">
                        <a16:creationId xmlns:a16="http://schemas.microsoft.com/office/drawing/2014/main" id="{C30F96C9-2DED-45AF-B673-D98C394280F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2303" y="3497725"/>
                    <a:ext cx="321505" cy="52322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TextBox 13">
                    <a:extLst>
                      <a:ext uri="{FF2B5EF4-FFF2-40B4-BE49-F238E27FC236}">
                        <a16:creationId xmlns:a16="http://schemas.microsoft.com/office/drawing/2014/main" id="{6D77BABC-F8B5-43BD-A186-F1B206347507}"/>
                      </a:ext>
                    </a:extLst>
                  </p:cNvPr>
                  <p:cNvSpPr txBox="1"/>
                  <p:nvPr/>
                </p:nvSpPr>
                <p:spPr>
                  <a:xfrm>
                    <a:off x="5200614" y="2429547"/>
                    <a:ext cx="321505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6" name="TextBox 13">
                    <a:extLst>
                      <a:ext uri="{FF2B5EF4-FFF2-40B4-BE49-F238E27FC236}">
                        <a16:creationId xmlns:a16="http://schemas.microsoft.com/office/drawing/2014/main" id="{34AEE752-FCEC-49A9-B464-EE05AB88A4C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00614" y="2429547"/>
                    <a:ext cx="321505" cy="52322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5" name="DVO">
                <a:extLst>
                  <a:ext uri="{FF2B5EF4-FFF2-40B4-BE49-F238E27FC236}">
                    <a16:creationId xmlns:a16="http://schemas.microsoft.com/office/drawing/2014/main" id="{5E51C92F-5438-485F-BD34-9BBDC8A8A26A}"/>
                  </a:ext>
                </a:extLst>
              </p:cNvPr>
              <p:cNvSpPr/>
              <p:nvPr/>
            </p:nvSpPr>
            <p:spPr>
              <a:xfrm flipH="1">
                <a:off x="4712309" y="2289422"/>
                <a:ext cx="1311980" cy="2718084"/>
              </a:xfrm>
              <a:prstGeom prst="arc">
                <a:avLst>
                  <a:gd name="adj1" fmla="val 5396867"/>
                  <a:gd name="adj2" fmla="val 16170484"/>
                </a:avLst>
              </a:prstGeom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68" name="Straight Arrow Connector 7">
                <a:extLst>
                  <a:ext uri="{FF2B5EF4-FFF2-40B4-BE49-F238E27FC236}">
                    <a16:creationId xmlns:a16="http://schemas.microsoft.com/office/drawing/2014/main" id="{B45FA3C7-0060-4D53-97A2-40E7C69293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2789" y="2834235"/>
                <a:ext cx="3083" cy="81024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Arrow Connector 19">
                <a:extLst>
                  <a:ext uri="{FF2B5EF4-FFF2-40B4-BE49-F238E27FC236}">
                    <a16:creationId xmlns:a16="http://schemas.microsoft.com/office/drawing/2014/main" id="{FF0A1F63-84E8-48C9-87B7-374AEA7E4A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68214" y="3640512"/>
                <a:ext cx="355802" cy="28486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18">
                <a:extLst>
                  <a:ext uri="{FF2B5EF4-FFF2-40B4-BE49-F238E27FC236}">
                    <a16:creationId xmlns:a16="http://schemas.microsoft.com/office/drawing/2014/main" id="{E8663FCF-9C0A-40E9-A201-82BD74A2393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 flipV="1">
                <a:off x="5056896" y="3328917"/>
                <a:ext cx="0" cy="62319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Oval 22">
                <a:extLst>
                  <a:ext uri="{FF2B5EF4-FFF2-40B4-BE49-F238E27FC236}">
                    <a16:creationId xmlns:a16="http://schemas.microsoft.com/office/drawing/2014/main" id="{E053B6AE-2302-42EF-90CF-D3E9DF023BD8}"/>
                  </a:ext>
                </a:extLst>
              </p:cNvPr>
              <p:cNvSpPr/>
              <p:nvPr/>
            </p:nvSpPr>
            <p:spPr>
              <a:xfrm>
                <a:off x="5222764" y="2121313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7" name="Partial Circle 9">
              <a:extLst>
                <a:ext uri="{FF2B5EF4-FFF2-40B4-BE49-F238E27FC236}">
                  <a16:creationId xmlns:a16="http://schemas.microsoft.com/office/drawing/2014/main" id="{94787D4F-44C8-47E7-B6F4-B42120F3F278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4454387" y="5697548"/>
              <a:ext cx="431715" cy="833530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10">
                  <a:extLst>
                    <a:ext uri="{FF2B5EF4-FFF2-40B4-BE49-F238E27FC236}">
                      <a16:creationId xmlns:a16="http://schemas.microsoft.com/office/drawing/2014/main" id="{E796C982-2D45-4BA6-B080-F70514A89CE2}"/>
                    </a:ext>
                  </a:extLst>
                </p:cNvPr>
                <p:cNvSpPr txBox="1"/>
                <p:nvPr/>
              </p:nvSpPr>
              <p:spPr>
                <a:xfrm>
                  <a:off x="3994940" y="6032289"/>
                  <a:ext cx="32150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8" name="TextBox 10">
                  <a:extLst>
                    <a:ext uri="{FF2B5EF4-FFF2-40B4-BE49-F238E27FC236}">
                      <a16:creationId xmlns:a16="http://schemas.microsoft.com/office/drawing/2014/main" id="{E796C982-2D45-4BA6-B080-F70514A89C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4940" y="6032289"/>
                  <a:ext cx="321504" cy="523220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" name="Straight Arrow Connector 17">
              <a:extLst>
                <a:ext uri="{FF2B5EF4-FFF2-40B4-BE49-F238E27FC236}">
                  <a16:creationId xmlns:a16="http://schemas.microsoft.com/office/drawing/2014/main" id="{19556D04-C4CB-43C4-824C-DABE84EAFF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67952" y="6115823"/>
              <a:ext cx="402652" cy="520683"/>
            </a:xfrm>
            <a:prstGeom prst="straightConnector1">
              <a:avLst/>
            </a:prstGeom>
            <a:ln w="53975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50" name="Partial Circle 9">
              <a:extLst>
                <a:ext uri="{FF2B5EF4-FFF2-40B4-BE49-F238E27FC236}">
                  <a16:creationId xmlns:a16="http://schemas.microsoft.com/office/drawing/2014/main" id="{BA3DD99F-BE6D-4275-9174-1909A9DAD7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18126" y="5804915"/>
              <a:ext cx="301557" cy="609055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10">
                  <a:extLst>
                    <a:ext uri="{FF2B5EF4-FFF2-40B4-BE49-F238E27FC236}">
                      <a16:creationId xmlns:a16="http://schemas.microsoft.com/office/drawing/2014/main" id="{89A3D05F-91AF-40B9-9325-22012979A6BD}"/>
                    </a:ext>
                  </a:extLst>
                </p:cNvPr>
                <p:cNvSpPr txBox="1"/>
                <p:nvPr/>
              </p:nvSpPr>
              <p:spPr>
                <a:xfrm>
                  <a:off x="4721955" y="5460425"/>
                  <a:ext cx="32150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51" name="TextBox 10">
                  <a:extLst>
                    <a:ext uri="{FF2B5EF4-FFF2-40B4-BE49-F238E27FC236}">
                      <a16:creationId xmlns:a16="http://schemas.microsoft.com/office/drawing/2014/main" id="{89A3D05F-91AF-40B9-9325-22012979A6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1955" y="5460425"/>
                  <a:ext cx="321504" cy="523220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Straight Arrow Connector 17">
              <a:extLst>
                <a:ext uri="{FF2B5EF4-FFF2-40B4-BE49-F238E27FC236}">
                  <a16:creationId xmlns:a16="http://schemas.microsoft.com/office/drawing/2014/main" id="{F01A8F98-5F8F-42C6-A95F-05F6A5B237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55909" y="5305876"/>
              <a:ext cx="1039268" cy="817070"/>
            </a:xfrm>
            <a:prstGeom prst="straightConnector1">
              <a:avLst/>
            </a:prstGeom>
            <a:ln w="53975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90401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423</TotalTime>
  <Words>24</Words>
  <Application>Microsoft Office PowerPoint</Application>
  <PresentationFormat>自訂</PresentationFormat>
  <Paragraphs>14</Paragraphs>
  <Slides>2</Slides>
  <Notes>0</Notes>
  <HiddenSlides>1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9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34</cp:revision>
  <dcterms:created xsi:type="dcterms:W3CDTF">2026-04-28T04:34:15Z</dcterms:created>
  <dcterms:modified xsi:type="dcterms:W3CDTF">2026-05-06T06:23:52Z</dcterms:modified>
</cp:coreProperties>
</file>