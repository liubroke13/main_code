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53928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5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2413" y="471290"/>
            <a:ext cx="7154467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413" y="1512523"/>
            <a:ext cx="7154467" cy="695267"/>
          </a:xfrm>
        </p:spPr>
        <p:txBody>
          <a:bodyPr/>
          <a:lstStyle>
            <a:lvl1pPr marL="0" indent="0" algn="ctr">
              <a:buNone/>
              <a:defRPr sz="1009"/>
            </a:lvl1pPr>
            <a:lvl2pPr marL="191975" indent="0" algn="ctr">
              <a:buNone/>
              <a:defRPr sz="840"/>
            </a:lvl2pPr>
            <a:lvl3pPr marL="383953" indent="0" algn="ctr">
              <a:buNone/>
              <a:defRPr sz="756"/>
            </a:lvl3pPr>
            <a:lvl4pPr marL="575930" indent="0" algn="ctr">
              <a:buNone/>
              <a:defRPr sz="673"/>
            </a:lvl4pPr>
            <a:lvl5pPr marL="767905" indent="0" algn="ctr">
              <a:buNone/>
              <a:defRPr sz="673"/>
            </a:lvl5pPr>
            <a:lvl6pPr marL="959882" indent="0" algn="ctr">
              <a:buNone/>
              <a:defRPr sz="673"/>
            </a:lvl6pPr>
            <a:lvl7pPr marL="1151858" indent="0" algn="ctr">
              <a:buNone/>
              <a:defRPr sz="673"/>
            </a:lvl7pPr>
            <a:lvl8pPr marL="1343835" indent="0" algn="ctr">
              <a:buNone/>
              <a:defRPr sz="673"/>
            </a:lvl8pPr>
            <a:lvl9pPr marL="1535810" indent="0" algn="ctr">
              <a:buNone/>
              <a:defRPr sz="67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99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18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59" y="717932"/>
            <a:ext cx="8227636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59" y="1927150"/>
            <a:ext cx="8227636" cy="629940"/>
          </a:xfrm>
        </p:spPr>
        <p:txBody>
          <a:bodyPr/>
          <a:lstStyle>
            <a:lvl1pPr marL="0" indent="0">
              <a:buNone/>
              <a:defRPr sz="1009">
                <a:solidFill>
                  <a:schemeClr val="tx1">
                    <a:tint val="75000"/>
                  </a:schemeClr>
                </a:solidFill>
              </a:defRPr>
            </a:lvl1pPr>
            <a:lvl2pPr marL="19197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3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0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4pPr>
            <a:lvl5pPr marL="767905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5pPr>
            <a:lvl6pPr marL="959882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6pPr>
            <a:lvl7pPr marL="1151858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7pPr>
            <a:lvl8pPr marL="1343835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8pPr>
            <a:lvl9pPr marL="1535810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93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828" y="766594"/>
            <a:ext cx="4054198" cy="18271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9266" y="766594"/>
            <a:ext cx="4054198" cy="18271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56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9" y="153319"/>
            <a:ext cx="8227636" cy="55661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068" y="705934"/>
            <a:ext cx="4035566" cy="345967"/>
          </a:xfrm>
        </p:spPr>
        <p:txBody>
          <a:bodyPr anchor="b"/>
          <a:lstStyle>
            <a:lvl1pPr marL="0" indent="0">
              <a:buNone/>
              <a:defRPr sz="1009" b="1"/>
            </a:lvl1pPr>
            <a:lvl2pPr marL="191975" indent="0">
              <a:buNone/>
              <a:defRPr sz="840" b="1"/>
            </a:lvl2pPr>
            <a:lvl3pPr marL="383953" indent="0">
              <a:buNone/>
              <a:defRPr sz="756" b="1"/>
            </a:lvl3pPr>
            <a:lvl4pPr marL="575930" indent="0">
              <a:buNone/>
              <a:defRPr sz="673" b="1"/>
            </a:lvl4pPr>
            <a:lvl5pPr marL="767905" indent="0">
              <a:buNone/>
              <a:defRPr sz="673" b="1"/>
            </a:lvl5pPr>
            <a:lvl6pPr marL="959882" indent="0">
              <a:buNone/>
              <a:defRPr sz="673" b="1"/>
            </a:lvl6pPr>
            <a:lvl7pPr marL="1151858" indent="0">
              <a:buNone/>
              <a:defRPr sz="673" b="1"/>
            </a:lvl7pPr>
            <a:lvl8pPr marL="1343835" indent="0">
              <a:buNone/>
              <a:defRPr sz="673" b="1"/>
            </a:lvl8pPr>
            <a:lvl9pPr marL="1535810" indent="0">
              <a:buNone/>
              <a:defRPr sz="67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068" y="1051899"/>
            <a:ext cx="4035566" cy="15471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9265" y="705934"/>
            <a:ext cx="4055439" cy="345967"/>
          </a:xfrm>
        </p:spPr>
        <p:txBody>
          <a:bodyPr anchor="b"/>
          <a:lstStyle>
            <a:lvl1pPr marL="0" indent="0">
              <a:buNone/>
              <a:defRPr sz="1009" b="1"/>
            </a:lvl1pPr>
            <a:lvl2pPr marL="191975" indent="0">
              <a:buNone/>
              <a:defRPr sz="840" b="1"/>
            </a:lvl2pPr>
            <a:lvl3pPr marL="383953" indent="0">
              <a:buNone/>
              <a:defRPr sz="756" b="1"/>
            </a:lvl3pPr>
            <a:lvl4pPr marL="575930" indent="0">
              <a:buNone/>
              <a:defRPr sz="673" b="1"/>
            </a:lvl4pPr>
            <a:lvl5pPr marL="767905" indent="0">
              <a:buNone/>
              <a:defRPr sz="673" b="1"/>
            </a:lvl5pPr>
            <a:lvl6pPr marL="959882" indent="0">
              <a:buNone/>
              <a:defRPr sz="673" b="1"/>
            </a:lvl6pPr>
            <a:lvl7pPr marL="1151858" indent="0">
              <a:buNone/>
              <a:defRPr sz="673" b="1"/>
            </a:lvl7pPr>
            <a:lvl8pPr marL="1343835" indent="0">
              <a:buNone/>
              <a:defRPr sz="673" b="1"/>
            </a:lvl8pPr>
            <a:lvl9pPr marL="1535810" indent="0">
              <a:buNone/>
              <a:defRPr sz="67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9265" y="1051899"/>
            <a:ext cx="4055439" cy="15471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38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0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30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71" y="191982"/>
            <a:ext cx="3076667" cy="671936"/>
          </a:xfrm>
        </p:spPr>
        <p:txBody>
          <a:bodyPr anchor="b"/>
          <a:lstStyle>
            <a:lvl1pPr>
              <a:defRPr sz="13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5442" y="414628"/>
            <a:ext cx="4829265" cy="2046471"/>
          </a:xfrm>
        </p:spPr>
        <p:txBody>
          <a:bodyPr/>
          <a:lstStyle>
            <a:lvl1pPr>
              <a:defRPr sz="1343"/>
            </a:lvl1pPr>
            <a:lvl2pPr>
              <a:defRPr sz="1176"/>
            </a:lvl2pPr>
            <a:lvl3pPr>
              <a:defRPr sz="1009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71" y="863918"/>
            <a:ext cx="3076667" cy="1600514"/>
          </a:xfrm>
        </p:spPr>
        <p:txBody>
          <a:bodyPr/>
          <a:lstStyle>
            <a:lvl1pPr marL="0" indent="0">
              <a:buNone/>
              <a:defRPr sz="673"/>
            </a:lvl1pPr>
            <a:lvl2pPr marL="191975" indent="0">
              <a:buNone/>
              <a:defRPr sz="587"/>
            </a:lvl2pPr>
            <a:lvl3pPr marL="383953" indent="0">
              <a:buNone/>
              <a:defRPr sz="503"/>
            </a:lvl3pPr>
            <a:lvl4pPr marL="575930" indent="0">
              <a:buNone/>
              <a:defRPr sz="420"/>
            </a:lvl4pPr>
            <a:lvl5pPr marL="767905" indent="0">
              <a:buNone/>
              <a:defRPr sz="420"/>
            </a:lvl5pPr>
            <a:lvl6pPr marL="959882" indent="0">
              <a:buNone/>
              <a:defRPr sz="420"/>
            </a:lvl6pPr>
            <a:lvl7pPr marL="1151858" indent="0">
              <a:buNone/>
              <a:defRPr sz="420"/>
            </a:lvl7pPr>
            <a:lvl8pPr marL="1343835" indent="0">
              <a:buNone/>
              <a:defRPr sz="420"/>
            </a:lvl8pPr>
            <a:lvl9pPr marL="1535810" indent="0">
              <a:buNone/>
              <a:defRPr sz="42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68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71" y="191982"/>
            <a:ext cx="3076667" cy="671936"/>
          </a:xfrm>
        </p:spPr>
        <p:txBody>
          <a:bodyPr anchor="b"/>
          <a:lstStyle>
            <a:lvl1pPr>
              <a:defRPr sz="13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5442" y="414628"/>
            <a:ext cx="4829265" cy="2046471"/>
          </a:xfrm>
        </p:spPr>
        <p:txBody>
          <a:bodyPr anchor="t"/>
          <a:lstStyle>
            <a:lvl1pPr marL="0" indent="0">
              <a:buNone/>
              <a:defRPr sz="1343"/>
            </a:lvl1pPr>
            <a:lvl2pPr marL="191975" indent="0">
              <a:buNone/>
              <a:defRPr sz="1176"/>
            </a:lvl2pPr>
            <a:lvl3pPr marL="383953" indent="0">
              <a:buNone/>
              <a:defRPr sz="1009"/>
            </a:lvl3pPr>
            <a:lvl4pPr marL="575930" indent="0">
              <a:buNone/>
              <a:defRPr sz="840"/>
            </a:lvl4pPr>
            <a:lvl5pPr marL="767905" indent="0">
              <a:buNone/>
              <a:defRPr sz="840"/>
            </a:lvl5pPr>
            <a:lvl6pPr marL="959882" indent="0">
              <a:buNone/>
              <a:defRPr sz="840"/>
            </a:lvl6pPr>
            <a:lvl7pPr marL="1151858" indent="0">
              <a:buNone/>
              <a:defRPr sz="840"/>
            </a:lvl7pPr>
            <a:lvl8pPr marL="1343835" indent="0">
              <a:buNone/>
              <a:defRPr sz="840"/>
            </a:lvl8pPr>
            <a:lvl9pPr marL="1535810" indent="0">
              <a:buNone/>
              <a:defRPr sz="84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71" y="863918"/>
            <a:ext cx="3076667" cy="1600514"/>
          </a:xfrm>
        </p:spPr>
        <p:txBody>
          <a:bodyPr/>
          <a:lstStyle>
            <a:lvl1pPr marL="0" indent="0">
              <a:buNone/>
              <a:defRPr sz="673"/>
            </a:lvl1pPr>
            <a:lvl2pPr marL="191975" indent="0">
              <a:buNone/>
              <a:defRPr sz="587"/>
            </a:lvl2pPr>
            <a:lvl3pPr marL="383953" indent="0">
              <a:buNone/>
              <a:defRPr sz="503"/>
            </a:lvl3pPr>
            <a:lvl4pPr marL="575930" indent="0">
              <a:buNone/>
              <a:defRPr sz="420"/>
            </a:lvl4pPr>
            <a:lvl5pPr marL="767905" indent="0">
              <a:buNone/>
              <a:defRPr sz="420"/>
            </a:lvl5pPr>
            <a:lvl6pPr marL="959882" indent="0">
              <a:buNone/>
              <a:defRPr sz="420"/>
            </a:lvl6pPr>
            <a:lvl7pPr marL="1151858" indent="0">
              <a:buNone/>
              <a:defRPr sz="420"/>
            </a:lvl7pPr>
            <a:lvl8pPr marL="1343835" indent="0">
              <a:buNone/>
              <a:defRPr sz="420"/>
            </a:lvl8pPr>
            <a:lvl9pPr marL="1535810" indent="0">
              <a:buNone/>
              <a:defRPr sz="42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40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571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554" y="153319"/>
            <a:ext cx="2056909" cy="244043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828" y="153319"/>
            <a:ext cx="6051485" cy="244043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92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5828" y="153319"/>
            <a:ext cx="8227636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828" y="766594"/>
            <a:ext cx="8227636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826" y="2669080"/>
            <a:ext cx="214634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8EC03-FC5A-4A91-8603-A2AAB6AAE5B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9892" y="2669080"/>
            <a:ext cx="321950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7124" y="2669080"/>
            <a:ext cx="214634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1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83953" rtl="0" eaLnBrk="1" latinLnBrk="0" hangingPunct="1">
        <a:lnSpc>
          <a:spcPct val="90000"/>
        </a:lnSpc>
        <a:spcBef>
          <a:spcPct val="0"/>
        </a:spcBef>
        <a:buNone/>
        <a:defRPr sz="1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8" indent="-95988" algn="l" defTabSz="38395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5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9" kern="1200">
          <a:solidFill>
            <a:schemeClr val="tx1"/>
          </a:solidFill>
          <a:latin typeface="+mn-lt"/>
          <a:ea typeface="+mn-ea"/>
          <a:cs typeface="+mn-cs"/>
        </a:defRPr>
      </a:lvl2pPr>
      <a:lvl3pPr marL="479942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17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893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70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47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23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798" indent="-95988" algn="l" defTabSz="383953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5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3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0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05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82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58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35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10" algn="l" defTabSz="383953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EB9E00B8-F6A7-462D-AA40-D53370B92F90}"/>
              </a:ext>
            </a:extLst>
          </p:cNvPr>
          <p:cNvGrpSpPr/>
          <p:nvPr/>
        </p:nvGrpSpPr>
        <p:grpSpPr>
          <a:xfrm>
            <a:off x="242087" y="-282887"/>
            <a:ext cx="9055129" cy="3293098"/>
            <a:chOff x="1218633" y="1859809"/>
            <a:chExt cx="9055129" cy="3293098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785A6496-EC8A-4CDF-851A-33C867B9E701}"/>
                </a:ext>
              </a:extLst>
            </p:cNvPr>
            <p:cNvGrpSpPr/>
            <p:nvPr/>
          </p:nvGrpSpPr>
          <p:grpSpPr>
            <a:xfrm>
              <a:off x="1218633" y="1917460"/>
              <a:ext cx="4577754" cy="3101976"/>
              <a:chOff x="6243865" y="254221"/>
              <a:chExt cx="4577753" cy="3101976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F7BA8C8-62B3-46A4-9197-8D8829DB14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51194"/>
              <a:stretch/>
            </p:blipFill>
            <p:spPr>
              <a:xfrm>
                <a:off x="6344243" y="380575"/>
                <a:ext cx="4477375" cy="2975622"/>
              </a:xfrm>
              <a:prstGeom prst="rect">
                <a:avLst/>
              </a:prstGeom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13C7F8E-BADF-4C76-AF4C-006130ABD887}"/>
                  </a:ext>
                </a:extLst>
              </p:cNvPr>
              <p:cNvSpPr/>
              <p:nvPr/>
            </p:nvSpPr>
            <p:spPr>
              <a:xfrm>
                <a:off x="6243865" y="254221"/>
                <a:ext cx="495300" cy="634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76762E92-6F26-4412-8ED7-A6E00A989308}"/>
                </a:ext>
              </a:extLst>
            </p:cNvPr>
            <p:cNvGrpSpPr/>
            <p:nvPr/>
          </p:nvGrpSpPr>
          <p:grpSpPr>
            <a:xfrm>
              <a:off x="5727638" y="1859809"/>
              <a:ext cx="4546124" cy="3293098"/>
              <a:chOff x="6275494" y="3184327"/>
              <a:chExt cx="4546124" cy="3293098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C60233C-73B3-416D-8493-46CF09ADA3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49500"/>
              <a:stretch/>
            </p:blipFill>
            <p:spPr>
              <a:xfrm>
                <a:off x="6344243" y="3398473"/>
                <a:ext cx="4477375" cy="307895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C80A5E5-34E5-494E-A9EC-B4927C7D04FA}"/>
                  </a:ext>
                </a:extLst>
              </p:cNvPr>
              <p:cNvSpPr/>
              <p:nvPr/>
            </p:nvSpPr>
            <p:spPr>
              <a:xfrm>
                <a:off x="6275494" y="3184327"/>
                <a:ext cx="495300" cy="634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471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</cp:revision>
  <dcterms:created xsi:type="dcterms:W3CDTF">2026-04-20T06:49:52Z</dcterms:created>
  <dcterms:modified xsi:type="dcterms:W3CDTF">2026-04-20T07:11:23Z</dcterms:modified>
</cp:coreProperties>
</file>