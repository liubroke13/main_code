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8" r:id="rId2"/>
    <p:sldId id="256" r:id="rId3"/>
  </p:sldIdLst>
  <p:sldSz cx="12599988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11E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765909"/>
            <a:ext cx="9449991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458058"/>
            <a:ext cx="9449991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37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59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166738"/>
            <a:ext cx="10867490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131884"/>
            <a:ext cx="10867490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43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245820"/>
            <a:ext cx="5354995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245820"/>
            <a:ext cx="5354995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329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49164"/>
            <a:ext cx="10867490" cy="90457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147238"/>
            <a:ext cx="5330385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1709482"/>
            <a:ext cx="5330385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147238"/>
            <a:ext cx="5356636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1709482"/>
            <a:ext cx="5356636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13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205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1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11997"/>
            <a:ext cx="4063824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673826"/>
            <a:ext cx="6378744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403985"/>
            <a:ext cx="4063824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1605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11997"/>
            <a:ext cx="4063824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673826"/>
            <a:ext cx="6378744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403985"/>
            <a:ext cx="4063824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41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517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49164"/>
            <a:ext cx="2716872" cy="396604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49164"/>
            <a:ext cx="7993117" cy="396604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35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49164"/>
            <a:ext cx="10867490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245820"/>
            <a:ext cx="10867490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4337621"/>
            <a:ext cx="283499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4337621"/>
            <a:ext cx="4252496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4337621"/>
            <a:ext cx="283499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93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1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7" Type="http://schemas.openxmlformats.org/officeDocument/2006/relationships/image" Target="../media/image16.png"/><Relationship Id="rId2" Type="http://schemas.openxmlformats.org/officeDocument/2006/relationships/image" Target="../media/image5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30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23EA0AC3-CBCD-4B77-9EDA-8247A47D6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7962" y="-1259680"/>
            <a:ext cx="7199313" cy="719931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54337F7-993C-4411-BC1A-CFF33BA16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3" y="-1259680"/>
            <a:ext cx="7199313" cy="719931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30369960-F3FE-4D2B-B80D-BEFB839AB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8902" y="3592651"/>
            <a:ext cx="14081916" cy="2346987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947A70C-39C7-4A61-A7AA-EF865643AA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94" t="49883" r="4939" b="29724"/>
          <a:stretch/>
        </p:blipFill>
        <p:spPr>
          <a:xfrm>
            <a:off x="5721351" y="2339974"/>
            <a:ext cx="307182" cy="97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34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47C76F-655D-48ED-B4C8-AFD20ED7ED25}"/>
              </a:ext>
            </a:extLst>
          </p:cNvPr>
          <p:cNvGrpSpPr/>
          <p:nvPr/>
        </p:nvGrpSpPr>
        <p:grpSpPr>
          <a:xfrm>
            <a:off x="81769" y="34650"/>
            <a:ext cx="12436450" cy="4610650"/>
            <a:chOff x="-1179870" y="6716111"/>
            <a:chExt cx="12436450" cy="4610650"/>
          </a:xfrm>
        </p:grpSpPr>
        <p:sp>
          <p:nvSpPr>
            <p:cNvPr id="103" name="矩形: 圓角 102">
              <a:extLst>
                <a:ext uri="{FF2B5EF4-FFF2-40B4-BE49-F238E27FC236}">
                  <a16:creationId xmlns:a16="http://schemas.microsoft.com/office/drawing/2014/main" id="{E219AC5D-1719-4ED0-835A-16FA49248039}"/>
                </a:ext>
              </a:extLst>
            </p:cNvPr>
            <p:cNvSpPr/>
            <p:nvPr/>
          </p:nvSpPr>
          <p:spPr>
            <a:xfrm>
              <a:off x="-1179870" y="6716111"/>
              <a:ext cx="12436450" cy="4610650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143" dirty="0"/>
            </a:p>
          </p:txBody>
        </p:sp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E70D29FF-92A9-4F55-992C-2250D39FAAA9}"/>
                </a:ext>
              </a:extLst>
            </p:cNvPr>
            <p:cNvSpPr txBox="1"/>
            <p:nvPr/>
          </p:nvSpPr>
          <p:spPr>
            <a:xfrm>
              <a:off x="4186906" y="6912620"/>
              <a:ext cx="4158018" cy="519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Gray exciton transition rate</a:t>
              </a:r>
              <a:endPara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48D25E2-75A4-4602-8D36-5B25D4B87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27969" y="7406630"/>
              <a:ext cx="3078793" cy="667612"/>
            </a:xfrm>
            <a:prstGeom prst="rect">
              <a:avLst/>
            </a:prstGeom>
          </p:spPr>
        </p:pic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4900C095-4758-4A86-90B0-EB97257A60FD}"/>
                </a:ext>
              </a:extLst>
            </p:cNvPr>
            <p:cNvGrpSpPr/>
            <p:nvPr/>
          </p:nvGrpSpPr>
          <p:grpSpPr>
            <a:xfrm>
              <a:off x="1689835" y="8331262"/>
              <a:ext cx="9036222" cy="2332096"/>
              <a:chOff x="-872079" y="6617058"/>
              <a:chExt cx="9036222" cy="2332096"/>
            </a:xfrm>
          </p:grpSpPr>
          <p:sp>
            <p:nvSpPr>
              <p:cNvPr id="5" name="箭號: 向右 4">
                <a:extLst>
                  <a:ext uri="{FF2B5EF4-FFF2-40B4-BE49-F238E27FC236}">
                    <a16:creationId xmlns:a16="http://schemas.microsoft.com/office/drawing/2014/main" id="{AEEADC43-B87A-4694-AABA-86958BDC8DEB}"/>
                  </a:ext>
                </a:extLst>
              </p:cNvPr>
              <p:cNvSpPr/>
              <p:nvPr/>
            </p:nvSpPr>
            <p:spPr>
              <a:xfrm>
                <a:off x="-312199" y="8111968"/>
                <a:ext cx="8476342" cy="798286"/>
              </a:xfrm>
              <a:prstGeom prst="rightArrow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62" name="圖片 61">
                <a:extLst>
                  <a:ext uri="{FF2B5EF4-FFF2-40B4-BE49-F238E27FC236}">
                    <a16:creationId xmlns:a16="http://schemas.microsoft.com/office/drawing/2014/main" id="{84AEF9FA-3E29-4A61-87DB-88C602AED2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9388" t="70738" r="31119" b="9857"/>
              <a:stretch/>
            </p:blipFill>
            <p:spPr>
              <a:xfrm>
                <a:off x="-33571" y="6983349"/>
                <a:ext cx="1574530" cy="1567404"/>
              </a:xfrm>
              <a:prstGeom prst="rect">
                <a:avLst/>
              </a:prstGeom>
            </p:spPr>
          </p:pic>
          <p:pic>
            <p:nvPicPr>
              <p:cNvPr id="63" name="圖片 62">
                <a:extLst>
                  <a:ext uri="{FF2B5EF4-FFF2-40B4-BE49-F238E27FC236}">
                    <a16:creationId xmlns:a16="http://schemas.microsoft.com/office/drawing/2014/main" id="{0D1801AE-887F-4C5A-A15A-6AB842CC15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0071" t="70738" r="10613" b="9857"/>
              <a:stretch/>
            </p:blipFill>
            <p:spPr>
              <a:xfrm>
                <a:off x="3956725" y="6983349"/>
                <a:ext cx="1560281" cy="1567404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字方塊 131">
                    <a:extLst>
                      <a:ext uri="{FF2B5EF4-FFF2-40B4-BE49-F238E27FC236}">
                        <a16:creationId xmlns:a16="http://schemas.microsoft.com/office/drawing/2014/main" id="{059EF753-76E4-4F46-A4B2-3984511FB813}"/>
                      </a:ext>
                    </a:extLst>
                  </p:cNvPr>
                  <p:cNvSpPr txBox="1"/>
                  <p:nvPr/>
                </p:nvSpPr>
                <p:spPr>
                  <a:xfrm>
                    <a:off x="371964" y="6617058"/>
                    <a:ext cx="79611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32" name="文字方塊 131">
                    <a:extLst>
                      <a:ext uri="{FF2B5EF4-FFF2-40B4-BE49-F238E27FC236}">
                        <a16:creationId xmlns:a16="http://schemas.microsoft.com/office/drawing/2014/main" id="{059EF753-76E4-4F46-A4B2-3984511FB8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964" y="6617058"/>
                    <a:ext cx="79611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67" name="圖片 66">
                <a:extLst>
                  <a:ext uri="{FF2B5EF4-FFF2-40B4-BE49-F238E27FC236}">
                    <a16:creationId xmlns:a16="http://schemas.microsoft.com/office/drawing/2014/main" id="{C9AB4057-EA44-42E6-8B28-CAFEAE6F5D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54" t="70748" r="31252" b="9936"/>
              <a:stretch/>
            </p:blipFill>
            <p:spPr>
              <a:xfrm>
                <a:off x="1969914" y="6987135"/>
                <a:ext cx="1549994" cy="1559832"/>
              </a:xfrm>
              <a:prstGeom prst="rect">
                <a:avLst/>
              </a:prstGeom>
            </p:spPr>
          </p:pic>
          <p:pic>
            <p:nvPicPr>
              <p:cNvPr id="69" name="圖片 68">
                <a:extLst>
                  <a:ext uri="{FF2B5EF4-FFF2-40B4-BE49-F238E27FC236}">
                    <a16:creationId xmlns:a16="http://schemas.microsoft.com/office/drawing/2014/main" id="{7A78A009-EBB8-4F72-A0B2-0E7B6E95E5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0031" t="70748" r="10623" b="9936"/>
              <a:stretch/>
            </p:blipFill>
            <p:spPr>
              <a:xfrm>
                <a:off x="6002746" y="6987135"/>
                <a:ext cx="1562265" cy="155983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F6089231-4CF6-4B5D-BA6A-147162E12CBA}"/>
                      </a:ext>
                    </a:extLst>
                  </p:cNvPr>
                  <p:cNvSpPr txBox="1"/>
                  <p:nvPr/>
                </p:nvSpPr>
                <p:spPr>
                  <a:xfrm>
                    <a:off x="2256870" y="6617058"/>
                    <a:ext cx="100874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/2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F6089231-4CF6-4B5D-BA6A-147162E12C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56870" y="6617058"/>
                    <a:ext cx="100874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4D706AA0-9BC9-4681-ADC6-2C6CB63824D4}"/>
                      </a:ext>
                    </a:extLst>
                  </p:cNvPr>
                  <p:cNvSpPr txBox="1"/>
                  <p:nvPr/>
                </p:nvSpPr>
                <p:spPr>
                  <a:xfrm>
                    <a:off x="4248824" y="6617058"/>
                    <a:ext cx="100874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𝜋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8" name="文字方塊 77">
                    <a:extLst>
                      <a:ext uri="{FF2B5EF4-FFF2-40B4-BE49-F238E27FC236}">
                        <a16:creationId xmlns:a16="http://schemas.microsoft.com/office/drawing/2014/main" id="{4D706AA0-9BC9-4681-ADC6-2C6CB63824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8824" y="6617058"/>
                    <a:ext cx="100874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字方塊 78">
                    <a:extLst>
                      <a:ext uri="{FF2B5EF4-FFF2-40B4-BE49-F238E27FC236}">
                        <a16:creationId xmlns:a16="http://schemas.microsoft.com/office/drawing/2014/main" id="{4288506E-2488-4EE1-85F4-71FE41A397F2}"/>
                      </a:ext>
                    </a:extLst>
                  </p:cNvPr>
                  <p:cNvSpPr txBox="1"/>
                  <p:nvPr/>
                </p:nvSpPr>
                <p:spPr>
                  <a:xfrm>
                    <a:off x="6183363" y="6617058"/>
                    <a:ext cx="123368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=3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/2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9" name="文字方塊 78">
                    <a:extLst>
                      <a:ext uri="{FF2B5EF4-FFF2-40B4-BE49-F238E27FC236}">
                        <a16:creationId xmlns:a16="http://schemas.microsoft.com/office/drawing/2014/main" id="{4288506E-2488-4EE1-85F4-71FE41A397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3363" y="6617058"/>
                    <a:ext cx="123368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763BC7F6-E62C-40DF-B08E-28E6288F34F9}"/>
                      </a:ext>
                    </a:extLst>
                  </p:cNvPr>
                  <p:cNvSpPr/>
                  <p:nvPr/>
                </p:nvSpPr>
                <p:spPr>
                  <a:xfrm>
                    <a:off x="-872079" y="8579822"/>
                    <a:ext cx="2208361" cy="369332"/>
                  </a:xfrm>
                  <a:prstGeom prst="rect">
                    <a:avLst/>
                  </a:prstGeom>
                </p:spPr>
                <p:style>
                  <a:lnRef idx="0">
                    <a:schemeClr val="accent2"/>
                  </a:lnRef>
                  <a:fillRef idx="3">
                    <a:schemeClr val="accent2"/>
                  </a:fillRef>
                  <a:effectRef idx="3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wrap="none">
                    <a:spAutoFit/>
                  </a:bodyPr>
                  <a:lstStyle/>
                  <a:p>
                    <a:r>
                      <a:rPr lang="en-US" altLang="zh-TW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Equator line </a:t>
                    </a:r>
                    <a14:m>
                      <m:oMath xmlns:m="http://schemas.openxmlformats.org/officeDocument/2006/math"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oMath>
                    </a14:m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763BC7F6-E62C-40DF-B08E-28E6288F34F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72079" y="8579822"/>
                    <a:ext cx="220836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22AA1EA4-37EB-4093-90A5-3B28E7BD8FEB}"/>
                </a:ext>
              </a:extLst>
            </p:cNvPr>
            <p:cNvGrpSpPr/>
            <p:nvPr/>
          </p:nvGrpSpPr>
          <p:grpSpPr>
            <a:xfrm>
              <a:off x="-959234" y="7262063"/>
              <a:ext cx="2919455" cy="3705546"/>
              <a:chOff x="-4921634" y="5299913"/>
              <a:chExt cx="2919455" cy="3705546"/>
            </a:xfrm>
          </p:grpSpPr>
          <p:grpSp>
            <p:nvGrpSpPr>
              <p:cNvPr id="112" name="群組 111">
                <a:extLst>
                  <a:ext uri="{FF2B5EF4-FFF2-40B4-BE49-F238E27FC236}">
                    <a16:creationId xmlns:a16="http://schemas.microsoft.com/office/drawing/2014/main" id="{A0CD2D6E-3E40-4BA0-B1FB-AC3EB6F99E6A}"/>
                  </a:ext>
                </a:extLst>
              </p:cNvPr>
              <p:cNvGrpSpPr/>
              <p:nvPr/>
            </p:nvGrpSpPr>
            <p:grpSpPr>
              <a:xfrm>
                <a:off x="-4776440" y="5299913"/>
                <a:ext cx="2627943" cy="3705546"/>
                <a:chOff x="-288283" y="3566921"/>
                <a:chExt cx="2627943" cy="370554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文字方塊 112">
                      <a:extLst>
                        <a:ext uri="{FF2B5EF4-FFF2-40B4-BE49-F238E27FC236}">
                          <a16:creationId xmlns:a16="http://schemas.microsoft.com/office/drawing/2014/main" id="{8F99BA01-4535-40CB-97E5-8B7B13BD38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4344" y="6906689"/>
                      <a:ext cx="938079" cy="3657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−1, 2</m:t>
                                </m:r>
                              </m:e>
                            </m:d>
                          </m:oMath>
                        </m:oMathPara>
                      </a14:m>
                      <a:endParaRPr lang="zh-TW" altLang="en-US" dirty="0"/>
                    </a:p>
                  </p:txBody>
                </p:sp>
              </mc:Choice>
              <mc:Fallback xmlns="">
                <p:sp>
                  <p:nvSpPr>
                    <p:cNvPr id="113" name="文字方塊 112">
                      <a:extLst>
                        <a:ext uri="{FF2B5EF4-FFF2-40B4-BE49-F238E27FC236}">
                          <a16:creationId xmlns:a16="http://schemas.microsoft.com/office/drawing/2014/main" id="{8F99BA01-4535-40CB-97E5-8B7B13BD38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4344" y="6906689"/>
                      <a:ext cx="938079" cy="365778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t="-121667" r="-48052" b="-188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61CC87A8-EF42-4DAB-B7E0-5ECE879342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4344" y="3566921"/>
                      <a:ext cx="938079" cy="36577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"/>
                                <m:endChr m:val="⟩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1, −1</m:t>
                                </m:r>
                              </m:e>
                            </m:d>
                          </m:oMath>
                        </m:oMathPara>
                      </a14:m>
                      <a:endParaRPr lang="zh-TW" altLang="en-US" dirty="0"/>
                    </a:p>
                  </p:txBody>
                </p:sp>
              </mc:Choice>
              <mc:Fallback xmlns="">
                <p:sp>
                  <p:nvSpPr>
                    <p:cNvPr id="114" name="文字方塊 113">
                      <a:extLst>
                        <a:ext uri="{FF2B5EF4-FFF2-40B4-BE49-F238E27FC236}">
                          <a16:creationId xmlns:a16="http://schemas.microsoft.com/office/drawing/2014/main" id="{61CC87A8-EF42-4DAB-B7E0-5ECE879342C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4344" y="3566921"/>
                      <a:ext cx="938079" cy="36577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t="-121667" r="-48052" b="-188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15" name="群組 114">
                  <a:extLst>
                    <a:ext uri="{FF2B5EF4-FFF2-40B4-BE49-F238E27FC236}">
                      <a16:creationId xmlns:a16="http://schemas.microsoft.com/office/drawing/2014/main" id="{0CE02FEC-F4AC-4618-9752-908745D4B0AD}"/>
                    </a:ext>
                  </a:extLst>
                </p:cNvPr>
                <p:cNvGrpSpPr/>
                <p:nvPr/>
              </p:nvGrpSpPr>
              <p:grpSpPr>
                <a:xfrm>
                  <a:off x="-288283" y="4053977"/>
                  <a:ext cx="2627943" cy="2718993"/>
                  <a:chOff x="4057954" y="2288513"/>
                  <a:chExt cx="2627943" cy="2718993"/>
                </a:xfrm>
              </p:grpSpPr>
              <p:sp>
                <p:nvSpPr>
                  <p:cNvPr id="118" name="Oval 4">
                    <a:extLst>
                      <a:ext uri="{FF2B5EF4-FFF2-40B4-BE49-F238E27FC236}">
                        <a16:creationId xmlns:a16="http://schemas.microsoft.com/office/drawing/2014/main" id="{8872DAFD-D3FD-44FF-B8A1-C996EDB0389B}"/>
                      </a:ext>
                    </a:extLst>
                  </p:cNvPr>
                  <p:cNvSpPr/>
                  <p:nvPr/>
                </p:nvSpPr>
                <p:spPr>
                  <a:xfrm>
                    <a:off x="4061937" y="2288513"/>
                    <a:ext cx="2623960" cy="2718084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chemeClr val="accent3">
                          <a:lumMod val="60000"/>
                          <a:lumOff val="40000"/>
                          <a:alpha val="60000"/>
                        </a:schemeClr>
                      </a:gs>
                      <a:gs pos="55000">
                        <a:schemeClr val="accent3">
                          <a:lumMod val="40000"/>
                          <a:lumOff val="60000"/>
                          <a:alpha val="60000"/>
                        </a:schemeClr>
                      </a:gs>
                      <a:gs pos="0">
                        <a:schemeClr val="bg1">
                          <a:alpha val="60000"/>
                        </a:schemeClr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 w="57150">
                    <a:solidFill>
                      <a:srgbClr val="D5D7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0" name="SHO">
                    <a:extLst>
                      <a:ext uri="{FF2B5EF4-FFF2-40B4-BE49-F238E27FC236}">
                        <a16:creationId xmlns:a16="http://schemas.microsoft.com/office/drawing/2014/main" id="{EEB12D5D-F2F0-48E3-810D-5735802ADF1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804171" y="2336484"/>
                    <a:ext cx="1131525" cy="2623960"/>
                  </a:xfrm>
                  <a:prstGeom prst="arc">
                    <a:avLst>
                      <a:gd name="adj1" fmla="val 5396867"/>
                      <a:gd name="adj2" fmla="val 5395779"/>
                    </a:avLst>
                  </a:prstGeom>
                  <a:gradFill flip="none" rotWithShape="1">
                    <a:gsLst>
                      <a:gs pos="0">
                        <a:schemeClr val="bg1">
                          <a:lumMod val="65000"/>
                        </a:schemeClr>
                      </a:gs>
                      <a:gs pos="47000">
                        <a:schemeClr val="bg1">
                          <a:lumMod val="50000"/>
                        </a:schemeClr>
                      </a:gs>
                      <a:gs pos="97000">
                        <a:srgbClr val="5E5E5E"/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31750">
                    <a:solidFill>
                      <a:srgbClr val="EC711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SVO">
                    <a:extLst>
                      <a:ext uri="{FF2B5EF4-FFF2-40B4-BE49-F238E27FC236}">
                        <a16:creationId xmlns:a16="http://schemas.microsoft.com/office/drawing/2014/main" id="{AA10F7BB-86D7-488F-8DC7-118B2B3D56B4}"/>
                      </a:ext>
                    </a:extLst>
                  </p:cNvPr>
                  <p:cNvSpPr/>
                  <p:nvPr/>
                </p:nvSpPr>
                <p:spPr>
                  <a:xfrm>
                    <a:off x="4712309" y="2289422"/>
                    <a:ext cx="1311980" cy="2718084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Oval 6">
                    <a:extLst>
                      <a:ext uri="{FF2B5EF4-FFF2-40B4-BE49-F238E27FC236}">
                        <a16:creationId xmlns:a16="http://schemas.microsoft.com/office/drawing/2014/main" id="{0FF46BA9-43C3-45F0-8E8F-2798A2B03E3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804171" y="2336484"/>
                    <a:ext cx="1131525" cy="2623960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3300">
                        <a:alpha val="60000"/>
                      </a:srgb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8" name="TextBox 11">
                        <a:extLst>
                          <a:ext uri="{FF2B5EF4-FFF2-40B4-BE49-F238E27FC236}">
                            <a16:creationId xmlns:a16="http://schemas.microsoft.com/office/drawing/2014/main" id="{048DB7C1-A41F-46EC-A50D-5E8C5896EA3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40286" y="3358991"/>
                        <a:ext cx="321505" cy="5196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49" name="TextBox 11">
                        <a:extLst>
                          <a:ext uri="{FF2B5EF4-FFF2-40B4-BE49-F238E27FC236}">
                            <a16:creationId xmlns:a16="http://schemas.microsoft.com/office/drawing/2014/main" id="{BD9DB877-6816-42FC-B548-00D5312CDF4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440286" y="3358991"/>
                        <a:ext cx="321505" cy="519661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0" name="TextBox 12">
                        <a:extLst>
                          <a:ext uri="{FF2B5EF4-FFF2-40B4-BE49-F238E27FC236}">
                            <a16:creationId xmlns:a16="http://schemas.microsoft.com/office/drawing/2014/main" id="{60421930-1420-4965-8827-E11EE94A3B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682303" y="3497725"/>
                        <a:ext cx="321505" cy="5196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1" name="TextBox 12">
                        <a:extLst>
                          <a:ext uri="{FF2B5EF4-FFF2-40B4-BE49-F238E27FC236}">
                            <a16:creationId xmlns:a16="http://schemas.microsoft.com/office/drawing/2014/main" id="{F7976580-4BE2-4593-8EC6-991FA6292EE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682303" y="3497725"/>
                        <a:ext cx="321505" cy="519661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6" name="TextBox 13">
                        <a:extLst>
                          <a:ext uri="{FF2B5EF4-FFF2-40B4-BE49-F238E27FC236}">
                            <a16:creationId xmlns:a16="http://schemas.microsoft.com/office/drawing/2014/main" id="{925F617D-4C7B-4E86-A7CB-805E598088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00614" y="2429547"/>
                        <a:ext cx="321505" cy="51966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oMath>
                          </m:oMathPara>
                        </a14:m>
                        <a:endParaRPr lang="en-US" sz="2800" dirty="0"/>
                      </a:p>
                    </p:txBody>
                  </p:sp>
                </mc:Choice>
                <mc:Fallback xmlns="">
                  <p:sp>
                    <p:nvSpPr>
                      <p:cNvPr id="152" name="TextBox 13">
                        <a:extLst>
                          <a:ext uri="{FF2B5EF4-FFF2-40B4-BE49-F238E27FC236}">
                            <a16:creationId xmlns:a16="http://schemas.microsoft.com/office/drawing/2014/main" id="{42276086-3A24-4D44-9798-6BF141BD4D1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00614" y="2429547"/>
                        <a:ext cx="321505" cy="519661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TW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38" name="DVO">
                    <a:extLst>
                      <a:ext uri="{FF2B5EF4-FFF2-40B4-BE49-F238E27FC236}">
                        <a16:creationId xmlns:a16="http://schemas.microsoft.com/office/drawing/2014/main" id="{FA98FDBC-57F6-4791-A2C3-B587405C579E}"/>
                      </a:ext>
                    </a:extLst>
                  </p:cNvPr>
                  <p:cNvSpPr/>
                  <p:nvPr/>
                </p:nvSpPr>
                <p:spPr>
                  <a:xfrm flipH="1">
                    <a:off x="4712309" y="2289422"/>
                    <a:ext cx="1311980" cy="2718084"/>
                  </a:xfrm>
                  <a:prstGeom prst="arc">
                    <a:avLst>
                      <a:gd name="adj1" fmla="val 5396867"/>
                      <a:gd name="adj2" fmla="val 16170484"/>
                    </a:avLst>
                  </a:prstGeom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165" name="Straight Arrow Connector 7">
                    <a:extLst>
                      <a:ext uri="{FF2B5EF4-FFF2-40B4-BE49-F238E27FC236}">
                        <a16:creationId xmlns:a16="http://schemas.microsoft.com/office/drawing/2014/main" id="{EF612555-A825-4E68-A280-D05B470A93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2789" y="2834235"/>
                    <a:ext cx="3083" cy="81024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Arrow Connector 19">
                    <a:extLst>
                      <a:ext uri="{FF2B5EF4-FFF2-40B4-BE49-F238E27FC236}">
                        <a16:creationId xmlns:a16="http://schemas.microsoft.com/office/drawing/2014/main" id="{2994643B-B0AA-40A4-8DE5-9C8640610C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68214" y="3640512"/>
                    <a:ext cx="355802" cy="28486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Arrow Connector 18">
                    <a:extLst>
                      <a:ext uri="{FF2B5EF4-FFF2-40B4-BE49-F238E27FC236}">
                        <a16:creationId xmlns:a16="http://schemas.microsoft.com/office/drawing/2014/main" id="{AA2D6265-CDA1-417C-ADDD-1584216D43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 flipV="1">
                    <a:off x="5056896" y="3328917"/>
                    <a:ext cx="0" cy="62319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77" name="Oval 22">
                <a:extLst>
                  <a:ext uri="{FF2B5EF4-FFF2-40B4-BE49-F238E27FC236}">
                    <a16:creationId xmlns:a16="http://schemas.microsoft.com/office/drawing/2014/main" id="{477D2BEC-7CF3-4ED0-823D-DFD8272CF653}"/>
                  </a:ext>
                </a:extLst>
              </p:cNvPr>
              <p:cNvSpPr/>
              <p:nvPr/>
            </p:nvSpPr>
            <p:spPr>
              <a:xfrm>
                <a:off x="-2994961" y="7508176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Oval 23">
                <a:extLst>
                  <a:ext uri="{FF2B5EF4-FFF2-40B4-BE49-F238E27FC236}">
                    <a16:creationId xmlns:a16="http://schemas.microsoft.com/office/drawing/2014/main" id="{3A48B4F4-C338-4B8B-AD12-9C85D3889151}"/>
                  </a:ext>
                </a:extLst>
              </p:cNvPr>
              <p:cNvSpPr/>
              <p:nvPr/>
            </p:nvSpPr>
            <p:spPr>
              <a:xfrm>
                <a:off x="-2297374" y="698976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Oval 20">
                <a:extLst>
                  <a:ext uri="{FF2B5EF4-FFF2-40B4-BE49-F238E27FC236}">
                    <a16:creationId xmlns:a16="http://schemas.microsoft.com/office/drawing/2014/main" id="{11ABC09E-65CD-453A-BAD4-65703F90C1EC}"/>
                  </a:ext>
                </a:extLst>
              </p:cNvPr>
              <p:cNvSpPr/>
              <p:nvPr/>
            </p:nvSpPr>
            <p:spPr>
              <a:xfrm>
                <a:off x="-4921634" y="698976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Oval 22">
                <a:extLst>
                  <a:ext uri="{FF2B5EF4-FFF2-40B4-BE49-F238E27FC236}">
                    <a16:creationId xmlns:a16="http://schemas.microsoft.com/office/drawing/2014/main" id="{039B80AD-5BA2-4BCE-B219-145B527FA1A5}"/>
                  </a:ext>
                </a:extLst>
              </p:cNvPr>
              <p:cNvSpPr/>
              <p:nvPr/>
            </p:nvSpPr>
            <p:spPr>
              <a:xfrm>
                <a:off x="-4243763" y="6491810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4" name="等腰三角形 43">
            <a:extLst>
              <a:ext uri="{FF2B5EF4-FFF2-40B4-BE49-F238E27FC236}">
                <a16:creationId xmlns:a16="http://schemas.microsoft.com/office/drawing/2014/main" id="{724299CC-ACFF-4DA2-A7A6-DC7E7D1BAC58}"/>
              </a:ext>
            </a:extLst>
          </p:cNvPr>
          <p:cNvSpPr/>
          <p:nvPr/>
        </p:nvSpPr>
        <p:spPr>
          <a:xfrm rot="5400000">
            <a:off x="1508530" y="2766515"/>
            <a:ext cx="641264" cy="430016"/>
          </a:xfrm>
          <a:prstGeom prst="triangl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/>
          </a:p>
        </p:txBody>
      </p:sp>
      <p:sp>
        <p:nvSpPr>
          <p:cNvPr id="51" name="Partial Circle 9">
            <a:extLst>
              <a:ext uri="{FF2B5EF4-FFF2-40B4-BE49-F238E27FC236}">
                <a16:creationId xmlns:a16="http://schemas.microsoft.com/office/drawing/2014/main" id="{BFB23622-6A4D-4455-8E1A-C94EA7E01CA7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545316" y="2004821"/>
            <a:ext cx="431715" cy="833530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10">
                <a:extLst>
                  <a:ext uri="{FF2B5EF4-FFF2-40B4-BE49-F238E27FC236}">
                    <a16:creationId xmlns:a16="http://schemas.microsoft.com/office/drawing/2014/main" id="{F9341800-1F58-47FF-9E77-A0C356E7097C}"/>
                  </a:ext>
                </a:extLst>
              </p:cNvPr>
              <p:cNvSpPr txBox="1"/>
              <p:nvPr/>
            </p:nvSpPr>
            <p:spPr>
              <a:xfrm>
                <a:off x="1085869" y="2339562"/>
                <a:ext cx="3215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2" name="TextBox 10">
                <a:extLst>
                  <a:ext uri="{FF2B5EF4-FFF2-40B4-BE49-F238E27FC236}">
                    <a16:creationId xmlns:a16="http://schemas.microsoft.com/office/drawing/2014/main" id="{F9341800-1F58-47FF-9E77-A0C356E70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869" y="2339562"/>
                <a:ext cx="321504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17">
            <a:extLst>
              <a:ext uri="{FF2B5EF4-FFF2-40B4-BE49-F238E27FC236}">
                <a16:creationId xmlns:a16="http://schemas.microsoft.com/office/drawing/2014/main" id="{DB151F08-EE6C-4076-8FD6-483140437551}"/>
              </a:ext>
            </a:extLst>
          </p:cNvPr>
          <p:cNvCxnSpPr>
            <a:cxnSpLocks/>
          </p:cNvCxnSpPr>
          <p:nvPr/>
        </p:nvCxnSpPr>
        <p:spPr>
          <a:xfrm flipH="1">
            <a:off x="1358881" y="2423096"/>
            <a:ext cx="402652" cy="520683"/>
          </a:xfrm>
          <a:prstGeom prst="straightConnector1">
            <a:avLst/>
          </a:prstGeom>
          <a:ln w="53975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Partial Circle 9">
            <a:extLst>
              <a:ext uri="{FF2B5EF4-FFF2-40B4-BE49-F238E27FC236}">
                <a16:creationId xmlns:a16="http://schemas.microsoft.com/office/drawing/2014/main" id="{47CE63A6-4A78-4DE5-95A2-0CE19E6D69E4}"/>
              </a:ext>
            </a:extLst>
          </p:cNvPr>
          <p:cNvSpPr>
            <a:spLocks noChangeAspect="1"/>
          </p:cNvSpPr>
          <p:nvPr/>
        </p:nvSpPr>
        <p:spPr>
          <a:xfrm>
            <a:off x="1609055" y="2112188"/>
            <a:ext cx="301557" cy="609055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10">
                <a:extLst>
                  <a:ext uri="{FF2B5EF4-FFF2-40B4-BE49-F238E27FC236}">
                    <a16:creationId xmlns:a16="http://schemas.microsoft.com/office/drawing/2014/main" id="{4189FB4C-43AC-498E-B9D9-41494AD97831}"/>
                  </a:ext>
                </a:extLst>
              </p:cNvPr>
              <p:cNvSpPr txBox="1"/>
              <p:nvPr/>
            </p:nvSpPr>
            <p:spPr>
              <a:xfrm>
                <a:off x="1812884" y="1767698"/>
                <a:ext cx="3215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5" name="TextBox 10">
                <a:extLst>
                  <a:ext uri="{FF2B5EF4-FFF2-40B4-BE49-F238E27FC236}">
                    <a16:creationId xmlns:a16="http://schemas.microsoft.com/office/drawing/2014/main" id="{4189FB4C-43AC-498E-B9D9-41494AD97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884" y="1767698"/>
                <a:ext cx="321504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17">
            <a:extLst>
              <a:ext uri="{FF2B5EF4-FFF2-40B4-BE49-F238E27FC236}">
                <a16:creationId xmlns:a16="http://schemas.microsoft.com/office/drawing/2014/main" id="{5EED529E-1E4A-4032-81EF-C05BB4268912}"/>
              </a:ext>
            </a:extLst>
          </p:cNvPr>
          <p:cNvCxnSpPr>
            <a:cxnSpLocks/>
          </p:cNvCxnSpPr>
          <p:nvPr/>
        </p:nvCxnSpPr>
        <p:spPr>
          <a:xfrm flipV="1">
            <a:off x="1746838" y="1613149"/>
            <a:ext cx="1039268" cy="817070"/>
          </a:xfrm>
          <a:prstGeom prst="straightConnector1">
            <a:avLst/>
          </a:prstGeom>
          <a:ln w="53975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</TotalTime>
  <Words>37</Words>
  <Application>Microsoft Office PowerPoint</Application>
  <PresentationFormat>自訂</PresentationFormat>
  <Paragraphs>13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31</cp:revision>
  <dcterms:created xsi:type="dcterms:W3CDTF">2026-04-28T04:34:15Z</dcterms:created>
  <dcterms:modified xsi:type="dcterms:W3CDTF">2026-05-06T06:16:43Z</dcterms:modified>
</cp:coreProperties>
</file>