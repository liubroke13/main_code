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2" r:id="rId1"/>
  </p:sldMasterIdLst>
  <p:sldIdLst>
    <p:sldId id="256" r:id="rId2"/>
  </p:sldIdLst>
  <p:sldSz cx="8280400" cy="52197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1" autoAdjust="0"/>
    <p:restoredTop sz="94660"/>
  </p:normalViewPr>
  <p:slideViewPr>
    <p:cSldViewPr snapToGrid="0">
      <p:cViewPr>
        <p:scale>
          <a:sx n="100" d="100"/>
          <a:sy n="100" d="100"/>
        </p:scale>
        <p:origin x="50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35050" y="854243"/>
            <a:ext cx="6210300" cy="1817229"/>
          </a:xfrm>
        </p:spPr>
        <p:txBody>
          <a:bodyPr anchor="b"/>
          <a:lstStyle>
            <a:lvl1pPr algn="ctr">
              <a:defRPr sz="4075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35050" y="2741551"/>
            <a:ext cx="6210300" cy="1260219"/>
          </a:xfrm>
        </p:spPr>
        <p:txBody>
          <a:bodyPr/>
          <a:lstStyle>
            <a:lvl1pPr marL="0" indent="0" algn="ctr">
              <a:buNone/>
              <a:defRPr sz="1630"/>
            </a:lvl1pPr>
            <a:lvl2pPr marL="310530" indent="0" algn="ctr">
              <a:buNone/>
              <a:defRPr sz="1358"/>
            </a:lvl2pPr>
            <a:lvl3pPr marL="621060" indent="0" algn="ctr">
              <a:buNone/>
              <a:defRPr sz="1223"/>
            </a:lvl3pPr>
            <a:lvl4pPr marL="931591" indent="0" algn="ctr">
              <a:buNone/>
              <a:defRPr sz="1087"/>
            </a:lvl4pPr>
            <a:lvl5pPr marL="1242121" indent="0" algn="ctr">
              <a:buNone/>
              <a:defRPr sz="1087"/>
            </a:lvl5pPr>
            <a:lvl6pPr marL="1552651" indent="0" algn="ctr">
              <a:buNone/>
              <a:defRPr sz="1087"/>
            </a:lvl6pPr>
            <a:lvl7pPr marL="1863181" indent="0" algn="ctr">
              <a:buNone/>
              <a:defRPr sz="1087"/>
            </a:lvl7pPr>
            <a:lvl8pPr marL="2173712" indent="0" algn="ctr">
              <a:buNone/>
              <a:defRPr sz="1087"/>
            </a:lvl8pPr>
            <a:lvl9pPr marL="2484242" indent="0" algn="ctr">
              <a:buNone/>
              <a:defRPr sz="1087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2026/4/22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995703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2026/4/22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05807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4965" y="1301301"/>
            <a:ext cx="7141845" cy="2171250"/>
          </a:xfrm>
        </p:spPr>
        <p:txBody>
          <a:bodyPr anchor="b"/>
          <a:lstStyle>
            <a:lvl1pPr>
              <a:defRPr sz="4075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64965" y="3493092"/>
            <a:ext cx="7141845" cy="1141809"/>
          </a:xfrm>
        </p:spPr>
        <p:txBody>
          <a:bodyPr/>
          <a:lstStyle>
            <a:lvl1pPr marL="0" indent="0">
              <a:buNone/>
              <a:defRPr sz="1630">
                <a:solidFill>
                  <a:schemeClr val="tx1">
                    <a:tint val="75000"/>
                  </a:schemeClr>
                </a:solidFill>
              </a:defRPr>
            </a:lvl1pPr>
            <a:lvl2pPr marL="310530" indent="0">
              <a:buNone/>
              <a:defRPr sz="1358">
                <a:solidFill>
                  <a:schemeClr val="tx1">
                    <a:tint val="75000"/>
                  </a:schemeClr>
                </a:solidFill>
              </a:defRPr>
            </a:lvl2pPr>
            <a:lvl3pPr marL="621060" indent="0">
              <a:buNone/>
              <a:defRPr sz="1223">
                <a:solidFill>
                  <a:schemeClr val="tx1">
                    <a:tint val="75000"/>
                  </a:schemeClr>
                </a:solidFill>
              </a:defRPr>
            </a:lvl3pPr>
            <a:lvl4pPr marL="931591" indent="0">
              <a:buNone/>
              <a:defRPr sz="1087">
                <a:solidFill>
                  <a:schemeClr val="tx1">
                    <a:tint val="75000"/>
                  </a:schemeClr>
                </a:solidFill>
              </a:defRPr>
            </a:lvl4pPr>
            <a:lvl5pPr marL="1242121" indent="0">
              <a:buNone/>
              <a:defRPr sz="1087">
                <a:solidFill>
                  <a:schemeClr val="tx1">
                    <a:tint val="75000"/>
                  </a:schemeClr>
                </a:solidFill>
              </a:defRPr>
            </a:lvl5pPr>
            <a:lvl6pPr marL="1552651" indent="0">
              <a:buNone/>
              <a:defRPr sz="1087">
                <a:solidFill>
                  <a:schemeClr val="tx1">
                    <a:tint val="75000"/>
                  </a:schemeClr>
                </a:solidFill>
              </a:defRPr>
            </a:lvl6pPr>
            <a:lvl7pPr marL="1863181" indent="0">
              <a:buNone/>
              <a:defRPr sz="1087">
                <a:solidFill>
                  <a:schemeClr val="tx1">
                    <a:tint val="75000"/>
                  </a:schemeClr>
                </a:solidFill>
              </a:defRPr>
            </a:lvl7pPr>
            <a:lvl8pPr marL="2173712" indent="0">
              <a:buNone/>
              <a:defRPr sz="1087">
                <a:solidFill>
                  <a:schemeClr val="tx1">
                    <a:tint val="75000"/>
                  </a:schemeClr>
                </a:solidFill>
              </a:defRPr>
            </a:lvl8pPr>
            <a:lvl9pPr marL="2484242" indent="0">
              <a:buNone/>
              <a:defRPr sz="108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2026/4/22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98499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69278" y="1389503"/>
            <a:ext cx="3519170" cy="3311852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191953" y="1389503"/>
            <a:ext cx="3519170" cy="3311852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2026/4/22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09662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0356" y="277901"/>
            <a:ext cx="7141845" cy="1008901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70356" y="1279552"/>
            <a:ext cx="3502997" cy="627089"/>
          </a:xfrm>
        </p:spPr>
        <p:txBody>
          <a:bodyPr anchor="b"/>
          <a:lstStyle>
            <a:lvl1pPr marL="0" indent="0">
              <a:buNone/>
              <a:defRPr sz="1630" b="1"/>
            </a:lvl1pPr>
            <a:lvl2pPr marL="310530" indent="0">
              <a:buNone/>
              <a:defRPr sz="1358" b="1"/>
            </a:lvl2pPr>
            <a:lvl3pPr marL="621060" indent="0">
              <a:buNone/>
              <a:defRPr sz="1223" b="1"/>
            </a:lvl3pPr>
            <a:lvl4pPr marL="931591" indent="0">
              <a:buNone/>
              <a:defRPr sz="1087" b="1"/>
            </a:lvl4pPr>
            <a:lvl5pPr marL="1242121" indent="0">
              <a:buNone/>
              <a:defRPr sz="1087" b="1"/>
            </a:lvl5pPr>
            <a:lvl6pPr marL="1552651" indent="0">
              <a:buNone/>
              <a:defRPr sz="1087" b="1"/>
            </a:lvl6pPr>
            <a:lvl7pPr marL="1863181" indent="0">
              <a:buNone/>
              <a:defRPr sz="1087" b="1"/>
            </a:lvl7pPr>
            <a:lvl8pPr marL="2173712" indent="0">
              <a:buNone/>
              <a:defRPr sz="1087" b="1"/>
            </a:lvl8pPr>
            <a:lvl9pPr marL="2484242" indent="0">
              <a:buNone/>
              <a:defRPr sz="1087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70356" y="1906640"/>
            <a:ext cx="3502997" cy="2804381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191952" y="1279552"/>
            <a:ext cx="3520249" cy="627089"/>
          </a:xfrm>
        </p:spPr>
        <p:txBody>
          <a:bodyPr anchor="b"/>
          <a:lstStyle>
            <a:lvl1pPr marL="0" indent="0">
              <a:buNone/>
              <a:defRPr sz="1630" b="1"/>
            </a:lvl1pPr>
            <a:lvl2pPr marL="310530" indent="0">
              <a:buNone/>
              <a:defRPr sz="1358" b="1"/>
            </a:lvl2pPr>
            <a:lvl3pPr marL="621060" indent="0">
              <a:buNone/>
              <a:defRPr sz="1223" b="1"/>
            </a:lvl3pPr>
            <a:lvl4pPr marL="931591" indent="0">
              <a:buNone/>
              <a:defRPr sz="1087" b="1"/>
            </a:lvl4pPr>
            <a:lvl5pPr marL="1242121" indent="0">
              <a:buNone/>
              <a:defRPr sz="1087" b="1"/>
            </a:lvl5pPr>
            <a:lvl6pPr marL="1552651" indent="0">
              <a:buNone/>
              <a:defRPr sz="1087" b="1"/>
            </a:lvl6pPr>
            <a:lvl7pPr marL="1863181" indent="0">
              <a:buNone/>
              <a:defRPr sz="1087" b="1"/>
            </a:lvl7pPr>
            <a:lvl8pPr marL="2173712" indent="0">
              <a:buNone/>
              <a:defRPr sz="1087" b="1"/>
            </a:lvl8pPr>
            <a:lvl9pPr marL="2484242" indent="0">
              <a:buNone/>
              <a:defRPr sz="1087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191952" y="1906640"/>
            <a:ext cx="3520249" cy="2804381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2026/4/22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454913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2026/4/22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23297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2026/4/22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120614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0357" y="347980"/>
            <a:ext cx="2670644" cy="1217930"/>
          </a:xfrm>
        </p:spPr>
        <p:txBody>
          <a:bodyPr anchor="b"/>
          <a:lstStyle>
            <a:lvl1pPr>
              <a:defRPr sz="2173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20248" y="751541"/>
            <a:ext cx="4191953" cy="3709370"/>
          </a:xfrm>
        </p:spPr>
        <p:txBody>
          <a:bodyPr/>
          <a:lstStyle>
            <a:lvl1pPr>
              <a:defRPr sz="2173"/>
            </a:lvl1pPr>
            <a:lvl2pPr>
              <a:defRPr sz="1902"/>
            </a:lvl2pPr>
            <a:lvl3pPr>
              <a:defRPr sz="1630"/>
            </a:lvl3pPr>
            <a:lvl4pPr>
              <a:defRPr sz="1358"/>
            </a:lvl4pPr>
            <a:lvl5pPr>
              <a:defRPr sz="1358"/>
            </a:lvl5pPr>
            <a:lvl6pPr>
              <a:defRPr sz="1358"/>
            </a:lvl6pPr>
            <a:lvl7pPr>
              <a:defRPr sz="1358"/>
            </a:lvl7pPr>
            <a:lvl8pPr>
              <a:defRPr sz="1358"/>
            </a:lvl8pPr>
            <a:lvl9pPr>
              <a:defRPr sz="1358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0357" y="1565910"/>
            <a:ext cx="2670644" cy="2901042"/>
          </a:xfrm>
        </p:spPr>
        <p:txBody>
          <a:bodyPr/>
          <a:lstStyle>
            <a:lvl1pPr marL="0" indent="0">
              <a:buNone/>
              <a:defRPr sz="1087"/>
            </a:lvl1pPr>
            <a:lvl2pPr marL="310530" indent="0">
              <a:buNone/>
              <a:defRPr sz="951"/>
            </a:lvl2pPr>
            <a:lvl3pPr marL="621060" indent="0">
              <a:buNone/>
              <a:defRPr sz="815"/>
            </a:lvl3pPr>
            <a:lvl4pPr marL="931591" indent="0">
              <a:buNone/>
              <a:defRPr sz="679"/>
            </a:lvl4pPr>
            <a:lvl5pPr marL="1242121" indent="0">
              <a:buNone/>
              <a:defRPr sz="679"/>
            </a:lvl5pPr>
            <a:lvl6pPr marL="1552651" indent="0">
              <a:buNone/>
              <a:defRPr sz="679"/>
            </a:lvl6pPr>
            <a:lvl7pPr marL="1863181" indent="0">
              <a:buNone/>
              <a:defRPr sz="679"/>
            </a:lvl7pPr>
            <a:lvl8pPr marL="2173712" indent="0">
              <a:buNone/>
              <a:defRPr sz="679"/>
            </a:lvl8pPr>
            <a:lvl9pPr marL="2484242" indent="0">
              <a:buNone/>
              <a:defRPr sz="679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2026/4/22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91241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0357" y="347980"/>
            <a:ext cx="2670644" cy="1217930"/>
          </a:xfrm>
        </p:spPr>
        <p:txBody>
          <a:bodyPr anchor="b"/>
          <a:lstStyle>
            <a:lvl1pPr>
              <a:defRPr sz="2173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20248" y="751541"/>
            <a:ext cx="4191953" cy="3709370"/>
          </a:xfrm>
        </p:spPr>
        <p:txBody>
          <a:bodyPr anchor="t"/>
          <a:lstStyle>
            <a:lvl1pPr marL="0" indent="0">
              <a:buNone/>
              <a:defRPr sz="2173"/>
            </a:lvl1pPr>
            <a:lvl2pPr marL="310530" indent="0">
              <a:buNone/>
              <a:defRPr sz="1902"/>
            </a:lvl2pPr>
            <a:lvl3pPr marL="621060" indent="0">
              <a:buNone/>
              <a:defRPr sz="1630"/>
            </a:lvl3pPr>
            <a:lvl4pPr marL="931591" indent="0">
              <a:buNone/>
              <a:defRPr sz="1358"/>
            </a:lvl4pPr>
            <a:lvl5pPr marL="1242121" indent="0">
              <a:buNone/>
              <a:defRPr sz="1358"/>
            </a:lvl5pPr>
            <a:lvl6pPr marL="1552651" indent="0">
              <a:buNone/>
              <a:defRPr sz="1358"/>
            </a:lvl6pPr>
            <a:lvl7pPr marL="1863181" indent="0">
              <a:buNone/>
              <a:defRPr sz="1358"/>
            </a:lvl7pPr>
            <a:lvl8pPr marL="2173712" indent="0">
              <a:buNone/>
              <a:defRPr sz="1358"/>
            </a:lvl8pPr>
            <a:lvl9pPr marL="2484242" indent="0">
              <a:buNone/>
              <a:defRPr sz="1358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0357" y="1565910"/>
            <a:ext cx="2670644" cy="2901042"/>
          </a:xfrm>
        </p:spPr>
        <p:txBody>
          <a:bodyPr/>
          <a:lstStyle>
            <a:lvl1pPr marL="0" indent="0">
              <a:buNone/>
              <a:defRPr sz="1087"/>
            </a:lvl1pPr>
            <a:lvl2pPr marL="310530" indent="0">
              <a:buNone/>
              <a:defRPr sz="951"/>
            </a:lvl2pPr>
            <a:lvl3pPr marL="621060" indent="0">
              <a:buNone/>
              <a:defRPr sz="815"/>
            </a:lvl3pPr>
            <a:lvl4pPr marL="931591" indent="0">
              <a:buNone/>
              <a:defRPr sz="679"/>
            </a:lvl4pPr>
            <a:lvl5pPr marL="1242121" indent="0">
              <a:buNone/>
              <a:defRPr sz="679"/>
            </a:lvl5pPr>
            <a:lvl6pPr marL="1552651" indent="0">
              <a:buNone/>
              <a:defRPr sz="679"/>
            </a:lvl6pPr>
            <a:lvl7pPr marL="1863181" indent="0">
              <a:buNone/>
              <a:defRPr sz="679"/>
            </a:lvl7pPr>
            <a:lvl8pPr marL="2173712" indent="0">
              <a:buNone/>
              <a:defRPr sz="679"/>
            </a:lvl8pPr>
            <a:lvl9pPr marL="2484242" indent="0">
              <a:buNone/>
              <a:defRPr sz="679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2026/4/22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28195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2026/4/22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055202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25661" y="277901"/>
            <a:ext cx="1785461" cy="4423454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69277" y="277901"/>
            <a:ext cx="5252879" cy="4423454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2026/4/22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08199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69278" y="277901"/>
            <a:ext cx="7141845" cy="10089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69278" y="1389503"/>
            <a:ext cx="7141845" cy="33118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9278" y="4837889"/>
            <a:ext cx="1863090" cy="277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EE9FC5-A85C-4366-93B5-9F0FBACB00B5}" type="datetimeFigureOut">
              <a:rPr lang="zh-TW" altLang="en-US" smtClean="0"/>
              <a:t>2026/4/22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42883" y="4837889"/>
            <a:ext cx="2794635" cy="277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848033" y="4837889"/>
            <a:ext cx="1863090" cy="277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13665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l" defTabSz="621060" rtl="0" eaLnBrk="1" latinLnBrk="0" hangingPunct="1">
        <a:lnSpc>
          <a:spcPct val="90000"/>
        </a:lnSpc>
        <a:spcBef>
          <a:spcPct val="0"/>
        </a:spcBef>
        <a:buNone/>
        <a:defRPr sz="298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5265" indent="-155265" algn="l" defTabSz="621060" rtl="0" eaLnBrk="1" latinLnBrk="0" hangingPunct="1">
        <a:lnSpc>
          <a:spcPct val="90000"/>
        </a:lnSpc>
        <a:spcBef>
          <a:spcPts val="679"/>
        </a:spcBef>
        <a:buFont typeface="Arial" panose="020B0604020202020204" pitchFamily="34" charset="0"/>
        <a:buChar char="•"/>
        <a:defRPr sz="1902" kern="1200">
          <a:solidFill>
            <a:schemeClr val="tx1"/>
          </a:solidFill>
          <a:latin typeface="+mn-lt"/>
          <a:ea typeface="+mn-ea"/>
          <a:cs typeface="+mn-cs"/>
        </a:defRPr>
      </a:lvl1pPr>
      <a:lvl2pPr marL="465795" indent="-155265" algn="l" defTabSz="621060" rtl="0" eaLnBrk="1" latinLnBrk="0" hangingPunct="1">
        <a:lnSpc>
          <a:spcPct val="90000"/>
        </a:lnSpc>
        <a:spcBef>
          <a:spcPts val="340"/>
        </a:spcBef>
        <a:buFont typeface="Arial" panose="020B0604020202020204" pitchFamily="34" charset="0"/>
        <a:buChar char="•"/>
        <a:defRPr sz="1630" kern="1200">
          <a:solidFill>
            <a:schemeClr val="tx1"/>
          </a:solidFill>
          <a:latin typeface="+mn-lt"/>
          <a:ea typeface="+mn-ea"/>
          <a:cs typeface="+mn-cs"/>
        </a:defRPr>
      </a:lvl2pPr>
      <a:lvl3pPr marL="776326" indent="-155265" algn="l" defTabSz="621060" rtl="0" eaLnBrk="1" latinLnBrk="0" hangingPunct="1">
        <a:lnSpc>
          <a:spcPct val="90000"/>
        </a:lnSpc>
        <a:spcBef>
          <a:spcPts val="340"/>
        </a:spcBef>
        <a:buFont typeface="Arial" panose="020B0604020202020204" pitchFamily="34" charset="0"/>
        <a:buChar char="•"/>
        <a:defRPr sz="1358" kern="1200">
          <a:solidFill>
            <a:schemeClr val="tx1"/>
          </a:solidFill>
          <a:latin typeface="+mn-lt"/>
          <a:ea typeface="+mn-ea"/>
          <a:cs typeface="+mn-cs"/>
        </a:defRPr>
      </a:lvl3pPr>
      <a:lvl4pPr marL="1086856" indent="-155265" algn="l" defTabSz="621060" rtl="0" eaLnBrk="1" latinLnBrk="0" hangingPunct="1">
        <a:lnSpc>
          <a:spcPct val="90000"/>
        </a:lnSpc>
        <a:spcBef>
          <a:spcPts val="340"/>
        </a:spcBef>
        <a:buFont typeface="Arial" panose="020B0604020202020204" pitchFamily="34" charset="0"/>
        <a:buChar char="•"/>
        <a:defRPr sz="1223" kern="1200">
          <a:solidFill>
            <a:schemeClr val="tx1"/>
          </a:solidFill>
          <a:latin typeface="+mn-lt"/>
          <a:ea typeface="+mn-ea"/>
          <a:cs typeface="+mn-cs"/>
        </a:defRPr>
      </a:lvl4pPr>
      <a:lvl5pPr marL="1397386" indent="-155265" algn="l" defTabSz="621060" rtl="0" eaLnBrk="1" latinLnBrk="0" hangingPunct="1">
        <a:lnSpc>
          <a:spcPct val="90000"/>
        </a:lnSpc>
        <a:spcBef>
          <a:spcPts val="340"/>
        </a:spcBef>
        <a:buFont typeface="Arial" panose="020B0604020202020204" pitchFamily="34" charset="0"/>
        <a:buChar char="•"/>
        <a:defRPr sz="1223" kern="1200">
          <a:solidFill>
            <a:schemeClr val="tx1"/>
          </a:solidFill>
          <a:latin typeface="+mn-lt"/>
          <a:ea typeface="+mn-ea"/>
          <a:cs typeface="+mn-cs"/>
        </a:defRPr>
      </a:lvl5pPr>
      <a:lvl6pPr marL="1707916" indent="-155265" algn="l" defTabSz="621060" rtl="0" eaLnBrk="1" latinLnBrk="0" hangingPunct="1">
        <a:lnSpc>
          <a:spcPct val="90000"/>
        </a:lnSpc>
        <a:spcBef>
          <a:spcPts val="340"/>
        </a:spcBef>
        <a:buFont typeface="Arial" panose="020B0604020202020204" pitchFamily="34" charset="0"/>
        <a:buChar char="•"/>
        <a:defRPr sz="1223" kern="1200">
          <a:solidFill>
            <a:schemeClr val="tx1"/>
          </a:solidFill>
          <a:latin typeface="+mn-lt"/>
          <a:ea typeface="+mn-ea"/>
          <a:cs typeface="+mn-cs"/>
        </a:defRPr>
      </a:lvl6pPr>
      <a:lvl7pPr marL="2018447" indent="-155265" algn="l" defTabSz="621060" rtl="0" eaLnBrk="1" latinLnBrk="0" hangingPunct="1">
        <a:lnSpc>
          <a:spcPct val="90000"/>
        </a:lnSpc>
        <a:spcBef>
          <a:spcPts val="340"/>
        </a:spcBef>
        <a:buFont typeface="Arial" panose="020B0604020202020204" pitchFamily="34" charset="0"/>
        <a:buChar char="•"/>
        <a:defRPr sz="1223" kern="1200">
          <a:solidFill>
            <a:schemeClr val="tx1"/>
          </a:solidFill>
          <a:latin typeface="+mn-lt"/>
          <a:ea typeface="+mn-ea"/>
          <a:cs typeface="+mn-cs"/>
        </a:defRPr>
      </a:lvl7pPr>
      <a:lvl8pPr marL="2328977" indent="-155265" algn="l" defTabSz="621060" rtl="0" eaLnBrk="1" latinLnBrk="0" hangingPunct="1">
        <a:lnSpc>
          <a:spcPct val="90000"/>
        </a:lnSpc>
        <a:spcBef>
          <a:spcPts val="340"/>
        </a:spcBef>
        <a:buFont typeface="Arial" panose="020B0604020202020204" pitchFamily="34" charset="0"/>
        <a:buChar char="•"/>
        <a:defRPr sz="1223" kern="1200">
          <a:solidFill>
            <a:schemeClr val="tx1"/>
          </a:solidFill>
          <a:latin typeface="+mn-lt"/>
          <a:ea typeface="+mn-ea"/>
          <a:cs typeface="+mn-cs"/>
        </a:defRPr>
      </a:lvl8pPr>
      <a:lvl9pPr marL="2639507" indent="-155265" algn="l" defTabSz="621060" rtl="0" eaLnBrk="1" latinLnBrk="0" hangingPunct="1">
        <a:lnSpc>
          <a:spcPct val="90000"/>
        </a:lnSpc>
        <a:spcBef>
          <a:spcPts val="340"/>
        </a:spcBef>
        <a:buFont typeface="Arial" panose="020B0604020202020204" pitchFamily="34" charset="0"/>
        <a:buChar char="•"/>
        <a:defRPr sz="12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21060" rtl="0" eaLnBrk="1" latinLnBrk="0" hangingPunct="1">
        <a:defRPr sz="1223" kern="1200">
          <a:solidFill>
            <a:schemeClr val="tx1"/>
          </a:solidFill>
          <a:latin typeface="+mn-lt"/>
          <a:ea typeface="+mn-ea"/>
          <a:cs typeface="+mn-cs"/>
        </a:defRPr>
      </a:lvl1pPr>
      <a:lvl2pPr marL="310530" algn="l" defTabSz="621060" rtl="0" eaLnBrk="1" latinLnBrk="0" hangingPunct="1">
        <a:defRPr sz="1223" kern="1200">
          <a:solidFill>
            <a:schemeClr val="tx1"/>
          </a:solidFill>
          <a:latin typeface="+mn-lt"/>
          <a:ea typeface="+mn-ea"/>
          <a:cs typeface="+mn-cs"/>
        </a:defRPr>
      </a:lvl2pPr>
      <a:lvl3pPr marL="621060" algn="l" defTabSz="621060" rtl="0" eaLnBrk="1" latinLnBrk="0" hangingPunct="1">
        <a:defRPr sz="1223" kern="1200">
          <a:solidFill>
            <a:schemeClr val="tx1"/>
          </a:solidFill>
          <a:latin typeface="+mn-lt"/>
          <a:ea typeface="+mn-ea"/>
          <a:cs typeface="+mn-cs"/>
        </a:defRPr>
      </a:lvl3pPr>
      <a:lvl4pPr marL="931591" algn="l" defTabSz="621060" rtl="0" eaLnBrk="1" latinLnBrk="0" hangingPunct="1">
        <a:defRPr sz="1223" kern="1200">
          <a:solidFill>
            <a:schemeClr val="tx1"/>
          </a:solidFill>
          <a:latin typeface="+mn-lt"/>
          <a:ea typeface="+mn-ea"/>
          <a:cs typeface="+mn-cs"/>
        </a:defRPr>
      </a:lvl4pPr>
      <a:lvl5pPr marL="1242121" algn="l" defTabSz="621060" rtl="0" eaLnBrk="1" latinLnBrk="0" hangingPunct="1">
        <a:defRPr sz="1223" kern="1200">
          <a:solidFill>
            <a:schemeClr val="tx1"/>
          </a:solidFill>
          <a:latin typeface="+mn-lt"/>
          <a:ea typeface="+mn-ea"/>
          <a:cs typeface="+mn-cs"/>
        </a:defRPr>
      </a:lvl5pPr>
      <a:lvl6pPr marL="1552651" algn="l" defTabSz="621060" rtl="0" eaLnBrk="1" latinLnBrk="0" hangingPunct="1">
        <a:defRPr sz="1223" kern="1200">
          <a:solidFill>
            <a:schemeClr val="tx1"/>
          </a:solidFill>
          <a:latin typeface="+mn-lt"/>
          <a:ea typeface="+mn-ea"/>
          <a:cs typeface="+mn-cs"/>
        </a:defRPr>
      </a:lvl6pPr>
      <a:lvl7pPr marL="1863181" algn="l" defTabSz="621060" rtl="0" eaLnBrk="1" latinLnBrk="0" hangingPunct="1">
        <a:defRPr sz="1223" kern="1200">
          <a:solidFill>
            <a:schemeClr val="tx1"/>
          </a:solidFill>
          <a:latin typeface="+mn-lt"/>
          <a:ea typeface="+mn-ea"/>
          <a:cs typeface="+mn-cs"/>
        </a:defRPr>
      </a:lvl7pPr>
      <a:lvl8pPr marL="2173712" algn="l" defTabSz="621060" rtl="0" eaLnBrk="1" latinLnBrk="0" hangingPunct="1">
        <a:defRPr sz="1223" kern="1200">
          <a:solidFill>
            <a:schemeClr val="tx1"/>
          </a:solidFill>
          <a:latin typeface="+mn-lt"/>
          <a:ea typeface="+mn-ea"/>
          <a:cs typeface="+mn-cs"/>
        </a:defRPr>
      </a:lvl8pPr>
      <a:lvl9pPr marL="2484242" algn="l" defTabSz="621060" rtl="0" eaLnBrk="1" latinLnBrk="0" hangingPunct="1">
        <a:defRPr sz="122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矩形: 圓角 39">
            <a:extLst>
              <a:ext uri="{FF2B5EF4-FFF2-40B4-BE49-F238E27FC236}">
                <a16:creationId xmlns:a16="http://schemas.microsoft.com/office/drawing/2014/main" id="{AE5C4EE9-7B12-4557-9064-3ED2A0A070C8}"/>
              </a:ext>
            </a:extLst>
          </p:cNvPr>
          <p:cNvSpPr/>
          <p:nvPr/>
        </p:nvSpPr>
        <p:spPr>
          <a:xfrm>
            <a:off x="31416" y="3195412"/>
            <a:ext cx="8222464" cy="1976964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42" name="矩形: 圓角 41">
            <a:extLst>
              <a:ext uri="{FF2B5EF4-FFF2-40B4-BE49-F238E27FC236}">
                <a16:creationId xmlns:a16="http://schemas.microsoft.com/office/drawing/2014/main" id="{C9FF13C6-480E-4AEE-A544-DEBAF6747026}"/>
              </a:ext>
            </a:extLst>
          </p:cNvPr>
          <p:cNvSpPr/>
          <p:nvPr/>
        </p:nvSpPr>
        <p:spPr>
          <a:xfrm>
            <a:off x="26520" y="1217819"/>
            <a:ext cx="8222464" cy="1976964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D6A0354B-E6EA-4011-B8D8-356E01B0B0E9}"/>
                  </a:ext>
                </a:extLst>
              </p:cNvPr>
              <p:cNvSpPr txBox="1"/>
              <p:nvPr/>
            </p:nvSpPr>
            <p:spPr>
              <a:xfrm>
                <a:off x="1289404" y="399799"/>
                <a:ext cx="4477178" cy="458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1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acc>
                            <m:accPr>
                              <m:chr m:val="̂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</m:acc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 ℓ, 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=0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bSup>
                      <m:d>
                        <m:dPr>
                          <m:ctrlPr>
                            <a:rPr lang="en-US" altLang="zh-TW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𝜙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=0, 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  <m:r>
                        <a:rPr lang="en-US" altLang="zh-TW" b="1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TW" b="1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∥</m:t>
                          </m:r>
                        </m:sub>
                        <m:sup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ℓ</m:t>
                          </m:r>
                        </m:sup>
                      </m:sSubSup>
                      <m:acc>
                        <m:accPr>
                          <m:chr m:val="̂"/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</m:acc>
                      <m:r>
                        <a:rPr lang="en-US" altLang="zh-TW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𝒛</m:t>
                          </m:r>
                        </m:sub>
                        <m:sup>
                          <m:acc>
                            <m:accPr>
                              <m:chr m:val="̂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</m:acc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 ℓ</m:t>
                          </m:r>
                        </m:sup>
                      </m:sSubSup>
                      <m:acc>
                        <m:accPr>
                          <m:chr m:val="̂"/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zh-TW" altLang="en-US" b="1" dirty="0"/>
              </a:p>
            </p:txBody>
          </p:sp>
        </mc:Choice>
        <mc:Fallback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D6A0354B-E6EA-4011-B8D8-356E01B0B0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9404" y="399799"/>
                <a:ext cx="4477178" cy="458331"/>
              </a:xfrm>
              <a:prstGeom prst="rect">
                <a:avLst/>
              </a:prstGeom>
              <a:blipFill>
                <a:blip r:embed="rId2"/>
                <a:stretch>
                  <a:fillRect r="-1635" b="-4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群組 21">
            <a:extLst>
              <a:ext uri="{FF2B5EF4-FFF2-40B4-BE49-F238E27FC236}">
                <a16:creationId xmlns:a16="http://schemas.microsoft.com/office/drawing/2014/main" id="{7F747199-E3E7-4C71-BAA6-01CDE0E71DB8}"/>
              </a:ext>
            </a:extLst>
          </p:cNvPr>
          <p:cNvGrpSpPr/>
          <p:nvPr/>
        </p:nvGrpSpPr>
        <p:grpSpPr>
          <a:xfrm>
            <a:off x="5793358" y="23584"/>
            <a:ext cx="1596600" cy="1135074"/>
            <a:chOff x="6039273" y="-281233"/>
            <a:chExt cx="1718499" cy="1120593"/>
          </a:xfrm>
        </p:grpSpPr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E53272F7-A213-44CF-8A55-4DE6407033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26181" y="-139026"/>
              <a:ext cx="534369" cy="850550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文字方塊 7">
                  <a:extLst>
                    <a:ext uri="{FF2B5EF4-FFF2-40B4-BE49-F238E27FC236}">
                      <a16:creationId xmlns:a16="http://schemas.microsoft.com/office/drawing/2014/main" id="{865164BF-B68E-473A-A921-4C3623AE9C50}"/>
                    </a:ext>
                  </a:extLst>
                </p:cNvPr>
                <p:cNvSpPr txBox="1"/>
                <p:nvPr/>
              </p:nvSpPr>
              <p:spPr>
                <a:xfrm>
                  <a:off x="6701354" y="-281233"/>
                  <a:ext cx="990700" cy="10627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|"/>
                            <m:endChr m:val="|"/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</m:e>
                              <m:sub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  <m:sup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sup>
                            </m:sSubSup>
                          </m:e>
                        </m:d>
                      </m:oMath>
                    </m:oMathPara>
                  </a14:m>
                  <a:endParaRPr lang="en-US" altLang="zh-TW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|"/>
                            <m:endChr m:val="|"/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</m:e>
                              <m:sub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𝒛</m:t>
                                </m:r>
                              </m:sub>
                              <m:sup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=1, ℓ</m:t>
                                </m:r>
                              </m:sup>
                            </m:sSubSup>
                          </m:e>
                        </m:d>
                      </m:oMath>
                    </m:oMathPara>
                  </a14:m>
                  <a:endParaRPr lang="en-US" altLang="zh-TW" dirty="0"/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|"/>
                            <m:endChr m:val="|"/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</m:e>
                              <m:sub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𝒛</m:t>
                                </m:r>
                              </m:sub>
                              <m:sup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=−1, ℓ</m:t>
                                </m:r>
                              </m:sup>
                            </m:sSubSup>
                          </m:e>
                        </m:d>
                      </m:oMath>
                    </m:oMathPara>
                  </a14:m>
                  <a:endParaRPr lang="zh-TW" altLang="en-US" b="1" dirty="0"/>
                </a:p>
              </p:txBody>
            </p:sp>
          </mc:Choice>
          <mc:Fallback>
            <p:sp>
              <p:nvSpPr>
                <p:cNvPr id="8" name="文字方塊 7">
                  <a:extLst>
                    <a:ext uri="{FF2B5EF4-FFF2-40B4-BE49-F238E27FC236}">
                      <a16:creationId xmlns:a16="http://schemas.microsoft.com/office/drawing/2014/main" id="{865164BF-B68E-473A-A921-4C3623AE9C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01354" y="-281233"/>
                  <a:ext cx="990700" cy="1062716"/>
                </a:xfrm>
                <a:prstGeom prst="rect">
                  <a:avLst/>
                </a:prstGeom>
                <a:blipFill>
                  <a:blip r:embed="rId4"/>
                  <a:stretch>
                    <a:fillRect l="-132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矩形: 圓角 9">
              <a:extLst>
                <a:ext uri="{FF2B5EF4-FFF2-40B4-BE49-F238E27FC236}">
                  <a16:creationId xmlns:a16="http://schemas.microsoft.com/office/drawing/2014/main" id="{1ED60B65-DF32-45CC-88AD-193710422870}"/>
                </a:ext>
              </a:extLst>
            </p:cNvPr>
            <p:cNvSpPr/>
            <p:nvPr/>
          </p:nvSpPr>
          <p:spPr>
            <a:xfrm>
              <a:off x="6039273" y="-260656"/>
              <a:ext cx="1718499" cy="1100016"/>
            </a:xfrm>
            <a:prstGeom prst="roundRect">
              <a:avLst/>
            </a:prstGeom>
            <a:noFill/>
            <a:ln w="285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80998" tIns="40499" rIns="80998" bIns="4049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D8C96163-9767-4688-A88E-C1794AF3BBF5}"/>
                  </a:ext>
                </a:extLst>
              </p:cNvPr>
              <p:cNvSpPr txBox="1"/>
              <p:nvPr/>
            </p:nvSpPr>
            <p:spPr>
              <a:xfrm>
                <a:off x="3881501" y="1543537"/>
                <a:ext cx="9468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D8C96163-9767-4688-A88E-C1794AF3BB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1501" y="1543537"/>
                <a:ext cx="946882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3D28BAA9-20DD-40ED-A46F-E45991C2EDCA}"/>
                  </a:ext>
                </a:extLst>
              </p:cNvPr>
              <p:cNvSpPr txBox="1"/>
              <p:nvPr/>
            </p:nvSpPr>
            <p:spPr>
              <a:xfrm>
                <a:off x="6856734" y="1543537"/>
                <a:ext cx="9468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ℓ=2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3D28BAA9-20DD-40ED-A46F-E45991C2ED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6734" y="1543537"/>
                <a:ext cx="946882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994AA1D4-41BC-4D85-814F-70CD2F0BDD39}"/>
                  </a:ext>
                </a:extLst>
              </p:cNvPr>
              <p:cNvSpPr txBox="1"/>
              <p:nvPr/>
            </p:nvSpPr>
            <p:spPr>
              <a:xfrm>
                <a:off x="5369118" y="1543537"/>
                <a:ext cx="9468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994AA1D4-41BC-4D85-814F-70CD2F0BDD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9118" y="1543537"/>
                <a:ext cx="94688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2117F2F0-7B2F-4A91-A6BA-E5D10798CAEA}"/>
                  </a:ext>
                </a:extLst>
              </p:cNvPr>
              <p:cNvSpPr txBox="1"/>
              <p:nvPr/>
            </p:nvSpPr>
            <p:spPr>
              <a:xfrm>
                <a:off x="2393885" y="1543537"/>
                <a:ext cx="9468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ℓ=−1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2117F2F0-7B2F-4A91-A6BA-E5D10798CA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3885" y="1543537"/>
                <a:ext cx="946882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DA50C79D-1CDD-453A-9616-E6E2E9AF781A}"/>
                  </a:ext>
                </a:extLst>
              </p:cNvPr>
              <p:cNvSpPr txBox="1"/>
              <p:nvPr/>
            </p:nvSpPr>
            <p:spPr>
              <a:xfrm>
                <a:off x="906268" y="1543537"/>
                <a:ext cx="9468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ℓ=−2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DA50C79D-1CDD-453A-9616-E6E2E9AF78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268" y="1543537"/>
                <a:ext cx="946882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464B4E54-4144-40A8-8AAB-0B5CEB8C51DA}"/>
                  </a:ext>
                </a:extLst>
              </p:cNvPr>
              <p:cNvSpPr txBox="1"/>
              <p:nvPr/>
            </p:nvSpPr>
            <p:spPr>
              <a:xfrm>
                <a:off x="1836330" y="2859335"/>
                <a:ext cx="4247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>
                          <a:latin typeface="Cambria Math" panose="02040503050406030204" pitchFamily="18" charset="0"/>
                        </a:rPr>
                        <m:t>um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464B4E54-4144-40A8-8AAB-0B5CEB8C51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6330" y="2859335"/>
                <a:ext cx="424768" cy="369332"/>
              </a:xfrm>
              <a:prstGeom prst="rect">
                <a:avLst/>
              </a:prstGeom>
              <a:blipFill>
                <a:blip r:embed="rId10"/>
                <a:stretch>
                  <a:fillRect r="-114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文字方塊 27">
            <a:extLst>
              <a:ext uri="{FF2B5EF4-FFF2-40B4-BE49-F238E27FC236}">
                <a16:creationId xmlns:a16="http://schemas.microsoft.com/office/drawing/2014/main" id="{96FB43A9-3278-4E56-912E-CFF2E8562ACF}"/>
              </a:ext>
            </a:extLst>
          </p:cNvPr>
          <p:cNvSpPr txBox="1"/>
          <p:nvPr/>
        </p:nvSpPr>
        <p:spPr>
          <a:xfrm rot="16200000">
            <a:off x="-597161" y="4017419"/>
            <a:ext cx="16969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arbitrary units</a:t>
            </a:r>
            <a:endParaRPr lang="zh-TW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85C75D81-2733-4604-A08E-3B935881865C}"/>
                  </a:ext>
                </a:extLst>
              </p:cNvPr>
              <p:cNvSpPr/>
              <p:nvPr/>
            </p:nvSpPr>
            <p:spPr>
              <a:xfrm>
                <a:off x="3563247" y="1217819"/>
                <a:ext cx="151169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=1.5</m:t>
                      </m:r>
                      <m:r>
                        <a:rPr lang="en-US" altLang="zh-TW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TW">
                          <a:latin typeface="Cambria Math" panose="02040503050406030204" pitchFamily="18" charset="0"/>
                        </a:rPr>
                        <m:t>um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85C75D81-2733-4604-A08E-3B93588186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3247" y="1217819"/>
                <a:ext cx="1511696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文字方塊 25">
            <a:extLst>
              <a:ext uri="{FF2B5EF4-FFF2-40B4-BE49-F238E27FC236}">
                <a16:creationId xmlns:a16="http://schemas.microsoft.com/office/drawing/2014/main" id="{83A5726D-6BB7-44DA-A5F4-030C4EF7D79B}"/>
              </a:ext>
            </a:extLst>
          </p:cNvPr>
          <p:cNvSpPr txBox="1"/>
          <p:nvPr/>
        </p:nvSpPr>
        <p:spPr>
          <a:xfrm rot="16200000">
            <a:off x="-617413" y="2038142"/>
            <a:ext cx="16969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arbitrary units</a:t>
            </a:r>
            <a:endParaRPr lang="zh-TW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矩形 26">
                <a:extLst>
                  <a:ext uri="{FF2B5EF4-FFF2-40B4-BE49-F238E27FC236}">
                    <a16:creationId xmlns:a16="http://schemas.microsoft.com/office/drawing/2014/main" id="{E45021D2-AA8E-4751-8F35-CECE862330D7}"/>
                  </a:ext>
                </a:extLst>
              </p:cNvPr>
              <p:cNvSpPr/>
              <p:nvPr/>
            </p:nvSpPr>
            <p:spPr>
              <a:xfrm>
                <a:off x="3612417" y="3195412"/>
                <a:ext cx="151169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  <m:r>
                        <a:rPr lang="en-US" altLang="zh-TW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.5 </m:t>
                      </m:r>
                      <m:r>
                        <m:rPr>
                          <m:sty m:val="p"/>
                        </m:rPr>
                        <a:rPr lang="en-US" altLang="zh-TW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um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27" name="矩形 26">
                <a:extLst>
                  <a:ext uri="{FF2B5EF4-FFF2-40B4-BE49-F238E27FC236}">
                    <a16:creationId xmlns:a16="http://schemas.microsoft.com/office/drawing/2014/main" id="{E45021D2-AA8E-4751-8F35-CECE862330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2417" y="3195412"/>
                <a:ext cx="1511696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68CC5F03-FE23-49D4-934E-34231E7D27F3}"/>
                  </a:ext>
                </a:extLst>
              </p:cNvPr>
              <p:cNvSpPr txBox="1"/>
              <p:nvPr/>
            </p:nvSpPr>
            <p:spPr>
              <a:xfrm>
                <a:off x="1885961" y="4835837"/>
                <a:ext cx="4247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>
                          <a:latin typeface="Cambria Math" panose="02040503050406030204" pitchFamily="18" charset="0"/>
                        </a:rPr>
                        <m:t>um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68CC5F03-FE23-49D4-934E-34231E7D27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5961" y="4835837"/>
                <a:ext cx="424768" cy="369332"/>
              </a:xfrm>
              <a:prstGeom prst="rect">
                <a:avLst/>
              </a:prstGeom>
              <a:blipFill>
                <a:blip r:embed="rId13"/>
                <a:stretch>
                  <a:fillRect r="-114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43F95930-E1A0-4A18-AA43-293BA5F27B78}"/>
                  </a:ext>
                </a:extLst>
              </p:cNvPr>
              <p:cNvSpPr txBox="1"/>
              <p:nvPr/>
            </p:nvSpPr>
            <p:spPr>
              <a:xfrm>
                <a:off x="3881501" y="3558803"/>
                <a:ext cx="9468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43F95930-E1A0-4A18-AA43-293BA5F27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1501" y="3558803"/>
                <a:ext cx="946882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BDB64F1F-26FF-4383-BC09-17687EA19021}"/>
                  </a:ext>
                </a:extLst>
              </p:cNvPr>
              <p:cNvSpPr txBox="1"/>
              <p:nvPr/>
            </p:nvSpPr>
            <p:spPr>
              <a:xfrm>
                <a:off x="6856734" y="3558803"/>
                <a:ext cx="9468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ℓ=2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BDB64F1F-26FF-4383-BC09-17687EA190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6734" y="3558803"/>
                <a:ext cx="946882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F07B4362-4894-4DC3-A118-F912BAA3ABC9}"/>
                  </a:ext>
                </a:extLst>
              </p:cNvPr>
              <p:cNvSpPr txBox="1"/>
              <p:nvPr/>
            </p:nvSpPr>
            <p:spPr>
              <a:xfrm>
                <a:off x="5369118" y="3558803"/>
                <a:ext cx="9468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F07B4362-4894-4DC3-A118-F912BAA3AB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9118" y="3558803"/>
                <a:ext cx="946882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2909D8F5-F03B-46FF-BBC8-3EDC3936EC45}"/>
                  </a:ext>
                </a:extLst>
              </p:cNvPr>
              <p:cNvSpPr txBox="1"/>
              <p:nvPr/>
            </p:nvSpPr>
            <p:spPr>
              <a:xfrm>
                <a:off x="2393885" y="3558803"/>
                <a:ext cx="9468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ℓ=−1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2909D8F5-F03B-46FF-BBC8-3EDC3936EC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3885" y="3558803"/>
                <a:ext cx="946882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50B0F240-614A-4711-95EA-805943FA3629}"/>
                  </a:ext>
                </a:extLst>
              </p:cNvPr>
              <p:cNvSpPr txBox="1"/>
              <p:nvPr/>
            </p:nvSpPr>
            <p:spPr>
              <a:xfrm>
                <a:off x="906268" y="3558803"/>
                <a:ext cx="9468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ℓ=−2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50B0F240-614A-4711-95EA-805943FA36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268" y="3558803"/>
                <a:ext cx="946882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9" name="圖片 48">
            <a:extLst>
              <a:ext uri="{FF2B5EF4-FFF2-40B4-BE49-F238E27FC236}">
                <a16:creationId xmlns:a16="http://schemas.microsoft.com/office/drawing/2014/main" id="{43039747-3351-45D4-A7D9-4A0F2F4E8023}"/>
              </a:ext>
            </a:extLst>
          </p:cNvPr>
          <p:cNvPicPr>
            <a:picLocks noChangeAspect="1"/>
          </p:cNvPicPr>
          <p:nvPr/>
        </p:nvPicPr>
        <p:blipFill>
          <a:blip r:embed="rId1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558" y="1305008"/>
            <a:ext cx="7902000" cy="1975500"/>
          </a:xfrm>
          <a:prstGeom prst="rect">
            <a:avLst/>
          </a:prstGeom>
        </p:spPr>
      </p:pic>
      <p:pic>
        <p:nvPicPr>
          <p:cNvPr id="51" name="圖片 50">
            <a:extLst>
              <a:ext uri="{FF2B5EF4-FFF2-40B4-BE49-F238E27FC236}">
                <a16:creationId xmlns:a16="http://schemas.microsoft.com/office/drawing/2014/main" id="{6E627D55-FAFF-4B4D-BA11-25189DE629DC}"/>
              </a:ext>
            </a:extLst>
          </p:cNvPr>
          <p:cNvPicPr>
            <a:picLocks noChangeAspect="1"/>
          </p:cNvPicPr>
          <p:nvPr/>
        </p:nvPicPr>
        <p:blipFill>
          <a:blip r:embed="rId2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558" y="3282601"/>
            <a:ext cx="7902000" cy="197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43661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161</TotalTime>
  <Words>59</Words>
  <Application>Microsoft Office PowerPoint</Application>
  <PresentationFormat>自訂</PresentationFormat>
  <Paragraphs>20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7" baseType="lpstr">
      <vt:lpstr>新細明體</vt:lpstr>
      <vt:lpstr>Arial</vt:lpstr>
      <vt:lpstr>Calibri</vt:lpstr>
      <vt:lpstr>Calibri Light</vt:lpstr>
      <vt:lpstr>Cambria Math</vt:lpstr>
      <vt:lpstr>Office 佈景主題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23</cp:revision>
  <dcterms:created xsi:type="dcterms:W3CDTF">2026-03-29T10:25:40Z</dcterms:created>
  <dcterms:modified xsi:type="dcterms:W3CDTF">2026-04-22T10:12:41Z</dcterms:modified>
</cp:coreProperties>
</file>