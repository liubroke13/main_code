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6" r:id="rId1"/>
  </p:sldMasterIdLst>
  <p:sldIdLst>
    <p:sldId id="256" r:id="rId2"/>
    <p:sldId id="257" r:id="rId3"/>
  </p:sldIdLst>
  <p:sldSz cx="9906000" cy="48593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509" autoAdjust="0"/>
    <p:restoredTop sz="94660"/>
  </p:normalViewPr>
  <p:slideViewPr>
    <p:cSldViewPr snapToGrid="0">
      <p:cViewPr varScale="1">
        <p:scale>
          <a:sx n="154" d="100"/>
          <a:sy n="154" d="100"/>
        </p:scale>
        <p:origin x="28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795267"/>
            <a:ext cx="7429500" cy="1691770"/>
          </a:xfrm>
        </p:spPr>
        <p:txBody>
          <a:bodyPr anchor="b"/>
          <a:lstStyle>
            <a:lvl1pPr algn="ctr">
              <a:defRPr sz="4252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2552278"/>
            <a:ext cx="7429500" cy="1173215"/>
          </a:xfrm>
        </p:spPr>
        <p:txBody>
          <a:bodyPr/>
          <a:lstStyle>
            <a:lvl1pPr marL="0" indent="0" algn="ctr">
              <a:buNone/>
              <a:defRPr sz="1701"/>
            </a:lvl1pPr>
            <a:lvl2pPr marL="323972" indent="0" algn="ctr">
              <a:buNone/>
              <a:defRPr sz="1417"/>
            </a:lvl2pPr>
            <a:lvl3pPr marL="647944" indent="0" algn="ctr">
              <a:buNone/>
              <a:defRPr sz="1275"/>
            </a:lvl3pPr>
            <a:lvl4pPr marL="971916" indent="0" algn="ctr">
              <a:buNone/>
              <a:defRPr sz="1134"/>
            </a:lvl4pPr>
            <a:lvl5pPr marL="1295888" indent="0" algn="ctr">
              <a:buNone/>
              <a:defRPr sz="1134"/>
            </a:lvl5pPr>
            <a:lvl6pPr marL="1619860" indent="0" algn="ctr">
              <a:buNone/>
              <a:defRPr sz="1134"/>
            </a:lvl6pPr>
            <a:lvl7pPr marL="1943832" indent="0" algn="ctr">
              <a:buNone/>
              <a:defRPr sz="1134"/>
            </a:lvl7pPr>
            <a:lvl8pPr marL="2267803" indent="0" algn="ctr">
              <a:buNone/>
              <a:defRPr sz="1134"/>
            </a:lvl8pPr>
            <a:lvl9pPr marL="2591775" indent="0" algn="ctr">
              <a:buNone/>
              <a:defRPr sz="1134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4661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8336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211461"/>
            <a:ext cx="8543925" cy="2021349"/>
          </a:xfrm>
        </p:spPr>
        <p:txBody>
          <a:bodyPr anchor="b"/>
          <a:lstStyle>
            <a:lvl1pPr>
              <a:defRPr sz="4252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3251933"/>
            <a:ext cx="8543925" cy="1062980"/>
          </a:xfrm>
        </p:spPr>
        <p:txBody>
          <a:bodyPr/>
          <a:lstStyle>
            <a:lvl1pPr marL="0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1pPr>
            <a:lvl2pPr marL="323972" indent="0">
              <a:buNone/>
              <a:defRPr sz="1417">
                <a:solidFill>
                  <a:schemeClr val="tx1">
                    <a:tint val="75000"/>
                  </a:schemeClr>
                </a:solidFill>
              </a:defRPr>
            </a:lvl2pPr>
            <a:lvl3pPr marL="647944" indent="0">
              <a:buNone/>
              <a:defRPr sz="1275">
                <a:solidFill>
                  <a:schemeClr val="tx1">
                    <a:tint val="75000"/>
                  </a:schemeClr>
                </a:solidFill>
              </a:defRPr>
            </a:lvl3pPr>
            <a:lvl4pPr marL="971916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4pPr>
            <a:lvl5pPr marL="1295888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5pPr>
            <a:lvl6pPr marL="1619860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6pPr>
            <a:lvl7pPr marL="1943832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7pPr>
            <a:lvl8pPr marL="2267803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8pPr>
            <a:lvl9pPr marL="2591775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30420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293574"/>
            <a:ext cx="4210050" cy="308320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293574"/>
            <a:ext cx="4210050" cy="308320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3910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258715"/>
            <a:ext cx="8543925" cy="93924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191213"/>
            <a:ext cx="4190702" cy="583795"/>
          </a:xfrm>
        </p:spPr>
        <p:txBody>
          <a:bodyPr anchor="b"/>
          <a:lstStyle>
            <a:lvl1pPr marL="0" indent="0">
              <a:buNone/>
              <a:defRPr sz="1701" b="1"/>
            </a:lvl1pPr>
            <a:lvl2pPr marL="323972" indent="0">
              <a:buNone/>
              <a:defRPr sz="1417" b="1"/>
            </a:lvl2pPr>
            <a:lvl3pPr marL="647944" indent="0">
              <a:buNone/>
              <a:defRPr sz="1275" b="1"/>
            </a:lvl3pPr>
            <a:lvl4pPr marL="971916" indent="0">
              <a:buNone/>
              <a:defRPr sz="1134" b="1"/>
            </a:lvl4pPr>
            <a:lvl5pPr marL="1295888" indent="0">
              <a:buNone/>
              <a:defRPr sz="1134" b="1"/>
            </a:lvl5pPr>
            <a:lvl6pPr marL="1619860" indent="0">
              <a:buNone/>
              <a:defRPr sz="1134" b="1"/>
            </a:lvl6pPr>
            <a:lvl7pPr marL="1943832" indent="0">
              <a:buNone/>
              <a:defRPr sz="1134" b="1"/>
            </a:lvl7pPr>
            <a:lvl8pPr marL="2267803" indent="0">
              <a:buNone/>
              <a:defRPr sz="1134" b="1"/>
            </a:lvl8pPr>
            <a:lvl9pPr marL="2591775" indent="0">
              <a:buNone/>
              <a:defRPr sz="1134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1775008"/>
            <a:ext cx="4190702" cy="261077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191213"/>
            <a:ext cx="4211340" cy="583795"/>
          </a:xfrm>
        </p:spPr>
        <p:txBody>
          <a:bodyPr anchor="b"/>
          <a:lstStyle>
            <a:lvl1pPr marL="0" indent="0">
              <a:buNone/>
              <a:defRPr sz="1701" b="1"/>
            </a:lvl1pPr>
            <a:lvl2pPr marL="323972" indent="0">
              <a:buNone/>
              <a:defRPr sz="1417" b="1"/>
            </a:lvl2pPr>
            <a:lvl3pPr marL="647944" indent="0">
              <a:buNone/>
              <a:defRPr sz="1275" b="1"/>
            </a:lvl3pPr>
            <a:lvl4pPr marL="971916" indent="0">
              <a:buNone/>
              <a:defRPr sz="1134" b="1"/>
            </a:lvl4pPr>
            <a:lvl5pPr marL="1295888" indent="0">
              <a:buNone/>
              <a:defRPr sz="1134" b="1"/>
            </a:lvl5pPr>
            <a:lvl6pPr marL="1619860" indent="0">
              <a:buNone/>
              <a:defRPr sz="1134" b="1"/>
            </a:lvl6pPr>
            <a:lvl7pPr marL="1943832" indent="0">
              <a:buNone/>
              <a:defRPr sz="1134" b="1"/>
            </a:lvl7pPr>
            <a:lvl8pPr marL="2267803" indent="0">
              <a:buNone/>
              <a:defRPr sz="1134" b="1"/>
            </a:lvl8pPr>
            <a:lvl9pPr marL="2591775" indent="0">
              <a:buNone/>
              <a:defRPr sz="1134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1775008"/>
            <a:ext cx="4211340" cy="261077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6116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654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22460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23956"/>
            <a:ext cx="3194943" cy="1133846"/>
          </a:xfrm>
        </p:spPr>
        <p:txBody>
          <a:bodyPr anchor="b"/>
          <a:lstStyle>
            <a:lvl1pPr>
              <a:defRPr sz="226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699655"/>
            <a:ext cx="5014913" cy="3453280"/>
          </a:xfrm>
        </p:spPr>
        <p:txBody>
          <a:bodyPr/>
          <a:lstStyle>
            <a:lvl1pPr>
              <a:defRPr sz="2268"/>
            </a:lvl1pPr>
            <a:lvl2pPr>
              <a:defRPr sz="1984"/>
            </a:lvl2pPr>
            <a:lvl3pPr>
              <a:defRPr sz="1701"/>
            </a:lvl3pPr>
            <a:lvl4pPr>
              <a:defRPr sz="1417"/>
            </a:lvl4pPr>
            <a:lvl5pPr>
              <a:defRPr sz="1417"/>
            </a:lvl5pPr>
            <a:lvl6pPr>
              <a:defRPr sz="1417"/>
            </a:lvl6pPr>
            <a:lvl7pPr>
              <a:defRPr sz="1417"/>
            </a:lvl7pPr>
            <a:lvl8pPr>
              <a:defRPr sz="1417"/>
            </a:lvl8pPr>
            <a:lvl9pPr>
              <a:defRPr sz="1417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457802"/>
            <a:ext cx="3194943" cy="2700757"/>
          </a:xfrm>
        </p:spPr>
        <p:txBody>
          <a:bodyPr/>
          <a:lstStyle>
            <a:lvl1pPr marL="0" indent="0">
              <a:buNone/>
              <a:defRPr sz="1134"/>
            </a:lvl1pPr>
            <a:lvl2pPr marL="323972" indent="0">
              <a:buNone/>
              <a:defRPr sz="992"/>
            </a:lvl2pPr>
            <a:lvl3pPr marL="647944" indent="0">
              <a:buNone/>
              <a:defRPr sz="850"/>
            </a:lvl3pPr>
            <a:lvl4pPr marL="971916" indent="0">
              <a:buNone/>
              <a:defRPr sz="709"/>
            </a:lvl4pPr>
            <a:lvl5pPr marL="1295888" indent="0">
              <a:buNone/>
              <a:defRPr sz="709"/>
            </a:lvl5pPr>
            <a:lvl6pPr marL="1619860" indent="0">
              <a:buNone/>
              <a:defRPr sz="709"/>
            </a:lvl6pPr>
            <a:lvl7pPr marL="1943832" indent="0">
              <a:buNone/>
              <a:defRPr sz="709"/>
            </a:lvl7pPr>
            <a:lvl8pPr marL="2267803" indent="0">
              <a:buNone/>
              <a:defRPr sz="709"/>
            </a:lvl8pPr>
            <a:lvl9pPr marL="2591775" indent="0">
              <a:buNone/>
              <a:defRPr sz="709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5013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23956"/>
            <a:ext cx="3194943" cy="1133846"/>
          </a:xfrm>
        </p:spPr>
        <p:txBody>
          <a:bodyPr anchor="b"/>
          <a:lstStyle>
            <a:lvl1pPr>
              <a:defRPr sz="226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699655"/>
            <a:ext cx="5014913" cy="3453280"/>
          </a:xfrm>
        </p:spPr>
        <p:txBody>
          <a:bodyPr anchor="t"/>
          <a:lstStyle>
            <a:lvl1pPr marL="0" indent="0">
              <a:buNone/>
              <a:defRPr sz="2268"/>
            </a:lvl1pPr>
            <a:lvl2pPr marL="323972" indent="0">
              <a:buNone/>
              <a:defRPr sz="1984"/>
            </a:lvl2pPr>
            <a:lvl3pPr marL="647944" indent="0">
              <a:buNone/>
              <a:defRPr sz="1701"/>
            </a:lvl3pPr>
            <a:lvl4pPr marL="971916" indent="0">
              <a:buNone/>
              <a:defRPr sz="1417"/>
            </a:lvl4pPr>
            <a:lvl5pPr marL="1295888" indent="0">
              <a:buNone/>
              <a:defRPr sz="1417"/>
            </a:lvl5pPr>
            <a:lvl6pPr marL="1619860" indent="0">
              <a:buNone/>
              <a:defRPr sz="1417"/>
            </a:lvl6pPr>
            <a:lvl7pPr marL="1943832" indent="0">
              <a:buNone/>
              <a:defRPr sz="1417"/>
            </a:lvl7pPr>
            <a:lvl8pPr marL="2267803" indent="0">
              <a:buNone/>
              <a:defRPr sz="1417"/>
            </a:lvl8pPr>
            <a:lvl9pPr marL="2591775" indent="0">
              <a:buNone/>
              <a:defRPr sz="141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457802"/>
            <a:ext cx="3194943" cy="2700757"/>
          </a:xfrm>
        </p:spPr>
        <p:txBody>
          <a:bodyPr/>
          <a:lstStyle>
            <a:lvl1pPr marL="0" indent="0">
              <a:buNone/>
              <a:defRPr sz="1134"/>
            </a:lvl1pPr>
            <a:lvl2pPr marL="323972" indent="0">
              <a:buNone/>
              <a:defRPr sz="992"/>
            </a:lvl2pPr>
            <a:lvl3pPr marL="647944" indent="0">
              <a:buNone/>
              <a:defRPr sz="850"/>
            </a:lvl3pPr>
            <a:lvl4pPr marL="971916" indent="0">
              <a:buNone/>
              <a:defRPr sz="709"/>
            </a:lvl4pPr>
            <a:lvl5pPr marL="1295888" indent="0">
              <a:buNone/>
              <a:defRPr sz="709"/>
            </a:lvl5pPr>
            <a:lvl6pPr marL="1619860" indent="0">
              <a:buNone/>
              <a:defRPr sz="709"/>
            </a:lvl6pPr>
            <a:lvl7pPr marL="1943832" indent="0">
              <a:buNone/>
              <a:defRPr sz="709"/>
            </a:lvl7pPr>
            <a:lvl8pPr marL="2267803" indent="0">
              <a:buNone/>
              <a:defRPr sz="709"/>
            </a:lvl8pPr>
            <a:lvl9pPr marL="2591775" indent="0">
              <a:buNone/>
              <a:defRPr sz="709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56807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6922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258715"/>
            <a:ext cx="2135981" cy="4118064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258715"/>
            <a:ext cx="6284119" cy="4118064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8412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258715"/>
            <a:ext cx="8543925" cy="9392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293574"/>
            <a:ext cx="8543925" cy="30832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4503887"/>
            <a:ext cx="2228850" cy="258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EE9FC5-A85C-4366-93B5-9F0FBACB00B5}" type="datetimeFigureOut">
              <a:rPr lang="zh-TW" altLang="en-US" smtClean="0"/>
              <a:t>2026/7/2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4503887"/>
            <a:ext cx="3343275" cy="258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4503887"/>
            <a:ext cx="2228850" cy="258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75366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l" defTabSz="647944" rtl="0" eaLnBrk="1" latinLnBrk="0" hangingPunct="1">
        <a:lnSpc>
          <a:spcPct val="90000"/>
        </a:lnSpc>
        <a:spcBef>
          <a:spcPct val="0"/>
        </a:spcBef>
        <a:buNone/>
        <a:defRPr sz="311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1986" indent="-161986" algn="l" defTabSz="647944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485958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09930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4pPr>
      <a:lvl5pPr marL="1457874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5pPr>
      <a:lvl6pPr marL="1781846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6pPr>
      <a:lvl7pPr marL="2105817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7pPr>
      <a:lvl8pPr marL="2429789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8pPr>
      <a:lvl9pPr marL="2753761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1pPr>
      <a:lvl2pPr marL="323972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2pPr>
      <a:lvl3pPr marL="647944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3pPr>
      <a:lvl4pPr marL="971916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4pPr>
      <a:lvl5pPr marL="1295888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5pPr>
      <a:lvl6pPr marL="1619860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6pPr>
      <a:lvl7pPr marL="1943832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7pPr>
      <a:lvl8pPr marL="2267803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8pPr>
      <a:lvl9pPr marL="2591775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>
            <a:extLst>
              <a:ext uri="{FF2B5EF4-FFF2-40B4-BE49-F238E27FC236}">
                <a16:creationId xmlns:a16="http://schemas.microsoft.com/office/drawing/2014/main" id="{93A5FC45-3D03-4C17-9214-945C05010472}"/>
              </a:ext>
            </a:extLst>
          </p:cNvPr>
          <p:cNvGrpSpPr/>
          <p:nvPr/>
        </p:nvGrpSpPr>
        <p:grpSpPr>
          <a:xfrm>
            <a:off x="22485" y="-50813"/>
            <a:ext cx="9861030" cy="4833964"/>
            <a:chOff x="38100" y="1198536"/>
            <a:chExt cx="9861030" cy="4833964"/>
          </a:xfrm>
        </p:grpSpPr>
        <p:sp>
          <p:nvSpPr>
            <p:cNvPr id="29" name="矩形: 圓角 28">
              <a:extLst>
                <a:ext uri="{FF2B5EF4-FFF2-40B4-BE49-F238E27FC236}">
                  <a16:creationId xmlns:a16="http://schemas.microsoft.com/office/drawing/2014/main" id="{12A747F0-4A58-4A15-AB9D-2DB0BA632A37}"/>
                </a:ext>
              </a:extLst>
            </p:cNvPr>
            <p:cNvSpPr/>
            <p:nvPr/>
          </p:nvSpPr>
          <p:spPr>
            <a:xfrm>
              <a:off x="2405196" y="4130612"/>
              <a:ext cx="7450004" cy="1901888"/>
            </a:xfrm>
            <a:prstGeom prst="roundRect">
              <a:avLst>
                <a:gd name="adj" fmla="val 5706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矩形: 圓角 29">
              <a:extLst>
                <a:ext uri="{FF2B5EF4-FFF2-40B4-BE49-F238E27FC236}">
                  <a16:creationId xmlns:a16="http://schemas.microsoft.com/office/drawing/2014/main" id="{B93E4F7D-C584-48A1-8746-F7F6E909DF40}"/>
                </a:ext>
              </a:extLst>
            </p:cNvPr>
            <p:cNvSpPr/>
            <p:nvPr/>
          </p:nvSpPr>
          <p:spPr>
            <a:xfrm>
              <a:off x="2400300" y="1581519"/>
              <a:ext cx="7450004" cy="2065064"/>
            </a:xfrm>
            <a:prstGeom prst="roundRect">
              <a:avLst>
                <a:gd name="adj" fmla="val 6163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84826E07-676E-4A6F-8402-97871E4AD5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6822" y="1464256"/>
              <a:ext cx="7552308" cy="2000504"/>
            </a:xfrm>
            <a:prstGeom prst="rect">
              <a:avLst/>
            </a:prstGeom>
          </p:spPr>
        </p:pic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FDB0F021-B179-41EB-832A-F5FBB65DAE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35576" y="4014706"/>
              <a:ext cx="7552308" cy="200050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文字方塊 45">
                  <a:extLst>
                    <a:ext uri="{FF2B5EF4-FFF2-40B4-BE49-F238E27FC236}">
                      <a16:creationId xmlns:a16="http://schemas.microsoft.com/office/drawing/2014/main" id="{D139B888-3F1C-498F-88E9-BE66C800874E}"/>
                    </a:ext>
                  </a:extLst>
                </p:cNvPr>
                <p:cNvSpPr txBox="1"/>
                <p:nvPr/>
              </p:nvSpPr>
              <p:spPr>
                <a:xfrm>
                  <a:off x="5783807" y="1720419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6" name="文字方塊 45">
                  <a:extLst>
                    <a:ext uri="{FF2B5EF4-FFF2-40B4-BE49-F238E27FC236}">
                      <a16:creationId xmlns:a16="http://schemas.microsoft.com/office/drawing/2014/main" id="{D139B888-3F1C-498F-88E9-BE66C80087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83807" y="1720419"/>
                  <a:ext cx="100655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4F245FA2-4DBE-46ED-9B8D-44919FF47C9F}"/>
                    </a:ext>
                  </a:extLst>
                </p:cNvPr>
                <p:cNvSpPr txBox="1"/>
                <p:nvPr/>
              </p:nvSpPr>
              <p:spPr>
                <a:xfrm>
                  <a:off x="8637405" y="1720419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4F245FA2-4DBE-46ED-9B8D-44919FF47C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37405" y="1720419"/>
                  <a:ext cx="100655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58B10F4E-2C32-473F-9973-42D224D7247B}"/>
                    </a:ext>
                  </a:extLst>
                </p:cNvPr>
                <p:cNvSpPr txBox="1"/>
                <p:nvPr/>
              </p:nvSpPr>
              <p:spPr>
                <a:xfrm>
                  <a:off x="7210605" y="1720419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58B10F4E-2C32-473F-9973-42D224D724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0605" y="1720419"/>
                  <a:ext cx="100655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文字方塊 49">
                  <a:extLst>
                    <a:ext uri="{FF2B5EF4-FFF2-40B4-BE49-F238E27FC236}">
                      <a16:creationId xmlns:a16="http://schemas.microsoft.com/office/drawing/2014/main" id="{9BF2C953-92CE-4A9A-B6D5-E85DE4B362FA}"/>
                    </a:ext>
                  </a:extLst>
                </p:cNvPr>
                <p:cNvSpPr txBox="1"/>
                <p:nvPr/>
              </p:nvSpPr>
              <p:spPr>
                <a:xfrm>
                  <a:off x="4357009" y="1720419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0" name="文字方塊 49">
                  <a:extLst>
                    <a:ext uri="{FF2B5EF4-FFF2-40B4-BE49-F238E27FC236}">
                      <a16:creationId xmlns:a16="http://schemas.microsoft.com/office/drawing/2014/main" id="{9BF2C953-92CE-4A9A-B6D5-E85DE4B362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57009" y="1720419"/>
                  <a:ext cx="1006558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字方塊 51">
                  <a:extLst>
                    <a:ext uri="{FF2B5EF4-FFF2-40B4-BE49-F238E27FC236}">
                      <a16:creationId xmlns:a16="http://schemas.microsoft.com/office/drawing/2014/main" id="{FA6A6B30-6EBE-419A-8F73-1E8B0B28748C}"/>
                    </a:ext>
                  </a:extLst>
                </p:cNvPr>
                <p:cNvSpPr txBox="1"/>
                <p:nvPr/>
              </p:nvSpPr>
              <p:spPr>
                <a:xfrm>
                  <a:off x="2930211" y="1720419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2" name="文字方塊 51">
                  <a:extLst>
                    <a:ext uri="{FF2B5EF4-FFF2-40B4-BE49-F238E27FC236}">
                      <a16:creationId xmlns:a16="http://schemas.microsoft.com/office/drawing/2014/main" id="{FA6A6B30-6EBE-419A-8F73-1E8B0B2874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0211" y="1720419"/>
                  <a:ext cx="100655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CE297881-E961-4B5E-83EB-928F44B50082}"/>
                    </a:ext>
                  </a:extLst>
                </p:cNvPr>
                <p:cNvSpPr txBox="1"/>
                <p:nvPr/>
              </p:nvSpPr>
              <p:spPr>
                <a:xfrm>
                  <a:off x="5783332" y="4281937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CE297881-E961-4B5E-83EB-928F44B500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83332" y="4281937"/>
                  <a:ext cx="1006558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文字方塊 59">
                  <a:extLst>
                    <a:ext uri="{FF2B5EF4-FFF2-40B4-BE49-F238E27FC236}">
                      <a16:creationId xmlns:a16="http://schemas.microsoft.com/office/drawing/2014/main" id="{1058910C-C900-415E-9577-4F2E6C6F0642}"/>
                    </a:ext>
                  </a:extLst>
                </p:cNvPr>
                <p:cNvSpPr txBox="1"/>
                <p:nvPr/>
              </p:nvSpPr>
              <p:spPr>
                <a:xfrm>
                  <a:off x="8637405" y="4281937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0" name="文字方塊 59">
                  <a:extLst>
                    <a:ext uri="{FF2B5EF4-FFF2-40B4-BE49-F238E27FC236}">
                      <a16:creationId xmlns:a16="http://schemas.microsoft.com/office/drawing/2014/main" id="{1058910C-C900-415E-9577-4F2E6C6F06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37405" y="4281937"/>
                  <a:ext cx="100655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文字方塊 60">
                  <a:extLst>
                    <a:ext uri="{FF2B5EF4-FFF2-40B4-BE49-F238E27FC236}">
                      <a16:creationId xmlns:a16="http://schemas.microsoft.com/office/drawing/2014/main" id="{F9D57B0F-D9B1-4F26-8293-A741864DAF18}"/>
                    </a:ext>
                  </a:extLst>
                </p:cNvPr>
                <p:cNvSpPr txBox="1"/>
                <p:nvPr/>
              </p:nvSpPr>
              <p:spPr>
                <a:xfrm>
                  <a:off x="7210369" y="4281937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1" name="文字方塊 60">
                  <a:extLst>
                    <a:ext uri="{FF2B5EF4-FFF2-40B4-BE49-F238E27FC236}">
                      <a16:creationId xmlns:a16="http://schemas.microsoft.com/office/drawing/2014/main" id="{F9D57B0F-D9B1-4F26-8293-A741864DAF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0369" y="4281937"/>
                  <a:ext cx="1006558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文字方塊 61">
                  <a:extLst>
                    <a:ext uri="{FF2B5EF4-FFF2-40B4-BE49-F238E27FC236}">
                      <a16:creationId xmlns:a16="http://schemas.microsoft.com/office/drawing/2014/main" id="{AAA00F8E-F9E9-49E8-A5F3-CBB433CACFF6}"/>
                    </a:ext>
                  </a:extLst>
                </p:cNvPr>
                <p:cNvSpPr txBox="1"/>
                <p:nvPr/>
              </p:nvSpPr>
              <p:spPr>
                <a:xfrm>
                  <a:off x="4356295" y="4281937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2" name="文字方塊 61">
                  <a:extLst>
                    <a:ext uri="{FF2B5EF4-FFF2-40B4-BE49-F238E27FC236}">
                      <a16:creationId xmlns:a16="http://schemas.microsoft.com/office/drawing/2014/main" id="{AAA00F8E-F9E9-49E8-A5F3-CBB433CAC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56295" y="4281937"/>
                  <a:ext cx="100655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文字方塊 62">
                  <a:extLst>
                    <a:ext uri="{FF2B5EF4-FFF2-40B4-BE49-F238E27FC236}">
                      <a16:creationId xmlns:a16="http://schemas.microsoft.com/office/drawing/2014/main" id="{A4D67281-D7F6-40E7-B0DE-82DF71F1DA52}"/>
                    </a:ext>
                  </a:extLst>
                </p:cNvPr>
                <p:cNvSpPr txBox="1"/>
                <p:nvPr/>
              </p:nvSpPr>
              <p:spPr>
                <a:xfrm>
                  <a:off x="2929258" y="4281937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3" name="文字方塊 62">
                  <a:extLst>
                    <a:ext uri="{FF2B5EF4-FFF2-40B4-BE49-F238E27FC236}">
                      <a16:creationId xmlns:a16="http://schemas.microsoft.com/office/drawing/2014/main" id="{A4D67281-D7F6-40E7-B0DE-82DF71F1DA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9258" y="4281937"/>
                  <a:ext cx="1006558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7FE76E93-B02D-4EC3-9A0D-9DB35AB83345}"/>
                    </a:ext>
                  </a:extLst>
                </p:cNvPr>
                <p:cNvSpPr txBox="1"/>
                <p:nvPr/>
              </p:nvSpPr>
              <p:spPr>
                <a:xfrm>
                  <a:off x="3079680" y="3268146"/>
                  <a:ext cx="67558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𝜌</m:t>
                        </m:r>
                        <m:d>
                          <m:d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  <m:r>
                              <m:rPr>
                                <m:sty m:val="p"/>
                              </m:rPr>
                              <a:rPr lang="en-US" altLang="zh-TW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7FE76E93-B02D-4EC3-9A0D-9DB35AB833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79680" y="3268146"/>
                  <a:ext cx="675585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14545" b="-81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5862E318-61FC-4C34-8EAE-6C2CADB3295A}"/>
                </a:ext>
              </a:extLst>
            </p:cNvPr>
            <p:cNvSpPr txBox="1"/>
            <p:nvPr/>
          </p:nvSpPr>
          <p:spPr>
            <a:xfrm>
              <a:off x="385307" y="3044600"/>
              <a:ext cx="16435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(arbitrary units)</a:t>
              </a:r>
              <a:endPara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矩形 54">
                  <a:extLst>
                    <a:ext uri="{FF2B5EF4-FFF2-40B4-BE49-F238E27FC236}">
                      <a16:creationId xmlns:a16="http://schemas.microsoft.com/office/drawing/2014/main" id="{152BF3A2-AEA0-485D-9EFB-ED42184338EC}"/>
                    </a:ext>
                  </a:extLst>
                </p:cNvPr>
                <p:cNvSpPr/>
                <p:nvPr/>
              </p:nvSpPr>
              <p:spPr>
                <a:xfrm>
                  <a:off x="2412525" y="1198536"/>
                  <a:ext cx="3721573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TW" dirty="0"/>
                    <a:t>Normally focused 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=1.5 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m</m:t>
                      </m:r>
                    </m:oMath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5" name="矩形 54">
                  <a:extLst>
                    <a:ext uri="{FF2B5EF4-FFF2-40B4-BE49-F238E27FC236}">
                      <a16:creationId xmlns:a16="http://schemas.microsoft.com/office/drawing/2014/main" id="{152BF3A2-AEA0-485D-9EFB-ED42184338E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2525" y="1198536"/>
                  <a:ext cx="3721573" cy="369332"/>
                </a:xfrm>
                <a:prstGeom prst="rect">
                  <a:avLst/>
                </a:prstGeom>
                <a:blipFill>
                  <a:blip r:embed="rId15"/>
                  <a:stretch>
                    <a:fillRect l="-1309" t="-10000" b="-2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04EE70F6-14B4-4E90-989B-144ABE438097}"/>
                    </a:ext>
                  </a:extLst>
                </p:cNvPr>
                <p:cNvSpPr/>
                <p:nvPr/>
              </p:nvSpPr>
              <p:spPr>
                <a:xfrm>
                  <a:off x="2404987" y="3760329"/>
                  <a:ext cx="3475113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TW" dirty="0"/>
                    <a:t>highly focused 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>
                          <a:latin typeface="Cambria Math" panose="02040503050406030204" pitchFamily="18" charset="0"/>
                        </a:rPr>
                        <m:t>0.5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m</m:t>
                      </m:r>
                    </m:oMath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04EE70F6-14B4-4E90-989B-144ABE4380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4987" y="3760329"/>
                  <a:ext cx="3475113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1579" t="-10000" b="-2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" name="群組 1">
              <a:extLst>
                <a:ext uri="{FF2B5EF4-FFF2-40B4-BE49-F238E27FC236}">
                  <a16:creationId xmlns:a16="http://schemas.microsoft.com/office/drawing/2014/main" id="{FFE07388-8444-4F28-9AB7-B0F8604B6660}"/>
                </a:ext>
              </a:extLst>
            </p:cNvPr>
            <p:cNvGrpSpPr/>
            <p:nvPr/>
          </p:nvGrpSpPr>
          <p:grpSpPr>
            <a:xfrm>
              <a:off x="38100" y="1924795"/>
              <a:ext cx="2445204" cy="1127530"/>
              <a:chOff x="6759573" y="-18665"/>
              <a:chExt cx="2445204" cy="1127530"/>
            </a:xfrm>
          </p:grpSpPr>
          <p:grpSp>
            <p:nvGrpSpPr>
              <p:cNvPr id="41" name="群組 40">
                <a:extLst>
                  <a:ext uri="{FF2B5EF4-FFF2-40B4-BE49-F238E27FC236}">
                    <a16:creationId xmlns:a16="http://schemas.microsoft.com/office/drawing/2014/main" id="{09E59E93-E82C-4AAA-8C80-0F97C39D1F64}"/>
                  </a:ext>
                </a:extLst>
              </p:cNvPr>
              <p:cNvGrpSpPr/>
              <p:nvPr/>
            </p:nvGrpSpPr>
            <p:grpSpPr>
              <a:xfrm>
                <a:off x="6759573" y="-18665"/>
                <a:ext cx="2445204" cy="1127530"/>
                <a:chOff x="6067325" y="-300721"/>
                <a:chExt cx="2400583" cy="115350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文字方塊 43">
                      <a:extLst>
                        <a:ext uri="{FF2B5EF4-FFF2-40B4-BE49-F238E27FC236}">
                          <a16:creationId xmlns:a16="http://schemas.microsoft.com/office/drawing/2014/main" id="{0EECDBE0-B06E-400E-ACE6-C5E5DE9C003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45248" y="-300721"/>
                      <a:ext cx="1822660" cy="111915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b="0" i="1" smtClean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ℓ, 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</m:d>
                          </m:oMath>
                        </m:oMathPara>
                      </a14:m>
                      <a:endParaRPr lang="en-US" altLang="zh-TW" i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i="1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=1,ℓ, 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</m:d>
                          </m:oMath>
                        </m:oMathPara>
                      </a14:m>
                      <a:endParaRPr lang="en-US" altLang="zh-TW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i="1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=−1,ℓ, 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</m:d>
                          </m:oMath>
                        </m:oMathPara>
                      </a14:m>
                      <a:endParaRPr lang="zh-TW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44" name="文字方塊 43">
                      <a:extLst>
                        <a:ext uri="{FF2B5EF4-FFF2-40B4-BE49-F238E27FC236}">
                          <a16:creationId xmlns:a16="http://schemas.microsoft.com/office/drawing/2014/main" id="{0EECDBE0-B06E-400E-ACE6-C5E5DE9C003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45248" y="-300721"/>
                      <a:ext cx="1822660" cy="1119155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b="-55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45" name="矩形: 圓角 44">
                  <a:extLst>
                    <a:ext uri="{FF2B5EF4-FFF2-40B4-BE49-F238E27FC236}">
                      <a16:creationId xmlns:a16="http://schemas.microsoft.com/office/drawing/2014/main" id="{D3F319D8-58DC-40A7-AD41-E91DC1E9F8DE}"/>
                    </a:ext>
                  </a:extLst>
                </p:cNvPr>
                <p:cNvSpPr/>
                <p:nvPr/>
              </p:nvSpPr>
              <p:spPr>
                <a:xfrm>
                  <a:off x="6067325" y="-268451"/>
                  <a:ext cx="2258421" cy="1121234"/>
                </a:xfrm>
                <a:prstGeom prst="roundRect">
                  <a:avLst/>
                </a:prstGeom>
                <a:noFill/>
                <a:ln w="28575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80998" tIns="40499" rIns="80998" bIns="4049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pic>
            <p:nvPicPr>
              <p:cNvPr id="10" name="圖片 9">
                <a:extLst>
                  <a:ext uri="{FF2B5EF4-FFF2-40B4-BE49-F238E27FC236}">
                    <a16:creationId xmlns:a16="http://schemas.microsoft.com/office/drawing/2014/main" id="{A996B56B-7116-495E-9B2D-54843A7E5E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6855681" y="153447"/>
                <a:ext cx="567470" cy="78741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6843661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12A747F0-4A58-4A15-AB9D-2DB0BA632A37}"/>
              </a:ext>
            </a:extLst>
          </p:cNvPr>
          <p:cNvSpPr/>
          <p:nvPr/>
        </p:nvSpPr>
        <p:spPr>
          <a:xfrm>
            <a:off x="2800350" y="2846973"/>
            <a:ext cx="6813550" cy="1831707"/>
          </a:xfrm>
          <a:prstGeom prst="roundRect">
            <a:avLst>
              <a:gd name="adj" fmla="val 5706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矩形: 圓角 29">
            <a:extLst>
              <a:ext uri="{FF2B5EF4-FFF2-40B4-BE49-F238E27FC236}">
                <a16:creationId xmlns:a16="http://schemas.microsoft.com/office/drawing/2014/main" id="{B93E4F7D-C584-48A1-8746-F7F6E909DF40}"/>
              </a:ext>
            </a:extLst>
          </p:cNvPr>
          <p:cNvSpPr/>
          <p:nvPr/>
        </p:nvSpPr>
        <p:spPr>
          <a:xfrm>
            <a:off x="2795454" y="423610"/>
            <a:ext cx="6813550" cy="2030231"/>
          </a:xfrm>
          <a:prstGeom prst="roundRect">
            <a:avLst>
              <a:gd name="adj" fmla="val 6163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6" name="圖片 25">
            <a:extLst>
              <a:ext uri="{FF2B5EF4-FFF2-40B4-BE49-F238E27FC236}">
                <a16:creationId xmlns:a16="http://schemas.microsoft.com/office/drawing/2014/main" id="{79827435-0C28-405B-8780-66836B07775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19" r="57617"/>
          <a:stretch/>
        </p:blipFill>
        <p:spPr>
          <a:xfrm>
            <a:off x="4255770" y="306347"/>
            <a:ext cx="1394460" cy="2000504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096AA757-8061-4BB4-8E02-9CB8D4AB4FF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068" r="57771"/>
          <a:stretch/>
        </p:blipFill>
        <p:spPr>
          <a:xfrm>
            <a:off x="4255770" y="2731067"/>
            <a:ext cx="1371600" cy="2000504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910F7F4D-6B3C-48B5-B766-F91B6CD0B9C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822"/>
          <a:stretch/>
        </p:blipFill>
        <p:spPr>
          <a:xfrm>
            <a:off x="8227694" y="2731067"/>
            <a:ext cx="1448359" cy="200050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84826E07-676E-4A6F-8402-97871E4AD56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6" r="76535"/>
          <a:stretch/>
        </p:blipFill>
        <p:spPr>
          <a:xfrm>
            <a:off x="2817018" y="306347"/>
            <a:ext cx="1514951" cy="2000504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FDB0F021-B179-41EB-832A-F5FBB65DAEC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98" r="76688"/>
          <a:stretch/>
        </p:blipFill>
        <p:spPr>
          <a:xfrm>
            <a:off x="2805113" y="2731067"/>
            <a:ext cx="1503997" cy="2000504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5E9FD916-6555-48AC-A802-CE6D2BBCDF0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89" r="38850"/>
          <a:stretch/>
        </p:blipFill>
        <p:spPr>
          <a:xfrm>
            <a:off x="5591175" y="306347"/>
            <a:ext cx="1371600" cy="2000504"/>
          </a:xfrm>
          <a:prstGeom prst="rect">
            <a:avLst/>
          </a:prstGeom>
        </p:spPr>
      </p:pic>
      <p:pic>
        <p:nvPicPr>
          <p:cNvPr id="31" name="圖片 30">
            <a:extLst>
              <a:ext uri="{FF2B5EF4-FFF2-40B4-BE49-F238E27FC236}">
                <a16:creationId xmlns:a16="http://schemas.microsoft.com/office/drawing/2014/main" id="{40EFB41C-C280-402F-84C2-7A84B7D9736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35" r="38701"/>
          <a:stretch/>
        </p:blipFill>
        <p:spPr>
          <a:xfrm>
            <a:off x="5568315" y="2731067"/>
            <a:ext cx="1394460" cy="2000504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A7082120-052D-408D-8779-FC4729856C3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755" r="19932"/>
          <a:stretch/>
        </p:blipFill>
        <p:spPr>
          <a:xfrm>
            <a:off x="6903719" y="306347"/>
            <a:ext cx="1383031" cy="2000504"/>
          </a:xfrm>
          <a:prstGeom prst="rect">
            <a:avLst/>
          </a:prstGeom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7A80ADCF-B66F-40EF-9B89-A737A5586C3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753" r="19934"/>
          <a:stretch/>
        </p:blipFill>
        <p:spPr>
          <a:xfrm>
            <a:off x="6892289" y="2731067"/>
            <a:ext cx="1383031" cy="2000504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84E397AF-6251-4834-B759-06AD5700887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673"/>
          <a:stretch/>
        </p:blipFill>
        <p:spPr>
          <a:xfrm>
            <a:off x="8227694" y="306347"/>
            <a:ext cx="1459605" cy="20005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D139B888-3F1C-498F-88E9-BE66C800874E}"/>
                  </a:ext>
                </a:extLst>
              </p:cNvPr>
              <p:cNvSpPr txBox="1"/>
              <p:nvPr/>
            </p:nvSpPr>
            <p:spPr>
              <a:xfrm>
                <a:off x="5779622" y="562510"/>
                <a:ext cx="1006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D139B888-3F1C-498F-88E9-BE66C80087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9622" y="562510"/>
                <a:ext cx="100655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4F245FA2-4DBE-46ED-9B8D-44919FF47C9F}"/>
                  </a:ext>
                </a:extLst>
              </p:cNvPr>
              <p:cNvSpPr txBox="1"/>
              <p:nvPr/>
            </p:nvSpPr>
            <p:spPr>
              <a:xfrm>
                <a:off x="8416050" y="562510"/>
                <a:ext cx="1006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4F245FA2-4DBE-46ED-9B8D-44919FF47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6050" y="562510"/>
                <a:ext cx="100655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58B10F4E-2C32-473F-9973-42D224D7247B}"/>
                  </a:ext>
                </a:extLst>
              </p:cNvPr>
              <p:cNvSpPr txBox="1"/>
              <p:nvPr/>
            </p:nvSpPr>
            <p:spPr>
              <a:xfrm>
                <a:off x="7097835" y="562510"/>
                <a:ext cx="1006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58B10F4E-2C32-473F-9973-42D224D724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7835" y="562510"/>
                <a:ext cx="100655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9BF2C953-92CE-4A9A-B6D5-E85DE4B362FA}"/>
                  </a:ext>
                </a:extLst>
              </p:cNvPr>
              <p:cNvSpPr txBox="1"/>
              <p:nvPr/>
            </p:nvSpPr>
            <p:spPr>
              <a:xfrm>
                <a:off x="4461409" y="562510"/>
                <a:ext cx="1006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9BF2C953-92CE-4A9A-B6D5-E85DE4B36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1409" y="562510"/>
                <a:ext cx="100655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FA6A6B30-6EBE-419A-8F73-1E8B0B28748C}"/>
                  </a:ext>
                </a:extLst>
              </p:cNvPr>
              <p:cNvSpPr txBox="1"/>
              <p:nvPr/>
            </p:nvSpPr>
            <p:spPr>
              <a:xfrm>
                <a:off x="3143196" y="562510"/>
                <a:ext cx="1006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FA6A6B30-6EBE-419A-8F73-1E8B0B2874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3196" y="562510"/>
                <a:ext cx="100655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CE297881-E961-4B5E-83EB-928F44B50082}"/>
                  </a:ext>
                </a:extLst>
              </p:cNvPr>
              <p:cNvSpPr txBox="1"/>
              <p:nvPr/>
            </p:nvSpPr>
            <p:spPr>
              <a:xfrm>
                <a:off x="5779147" y="2998298"/>
                <a:ext cx="1006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CE297881-E961-4B5E-83EB-928F44B500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9147" y="2998298"/>
                <a:ext cx="1006558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1058910C-C900-415E-9577-4F2E6C6F0642}"/>
                  </a:ext>
                </a:extLst>
              </p:cNvPr>
              <p:cNvSpPr txBox="1"/>
              <p:nvPr/>
            </p:nvSpPr>
            <p:spPr>
              <a:xfrm>
                <a:off x="8416050" y="2998298"/>
                <a:ext cx="1006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1058910C-C900-415E-9577-4F2E6C6F0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6050" y="2998298"/>
                <a:ext cx="1006558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F9D57B0F-D9B1-4F26-8293-A741864DAF18}"/>
                  </a:ext>
                </a:extLst>
              </p:cNvPr>
              <p:cNvSpPr txBox="1"/>
              <p:nvPr/>
            </p:nvSpPr>
            <p:spPr>
              <a:xfrm>
                <a:off x="7097599" y="2998298"/>
                <a:ext cx="1006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F9D57B0F-D9B1-4F26-8293-A741864DAF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7599" y="2998298"/>
                <a:ext cx="1006558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AAA00F8E-F9E9-49E8-A5F3-CBB433CACFF6}"/>
                  </a:ext>
                </a:extLst>
              </p:cNvPr>
              <p:cNvSpPr txBox="1"/>
              <p:nvPr/>
            </p:nvSpPr>
            <p:spPr>
              <a:xfrm>
                <a:off x="4460695" y="2998298"/>
                <a:ext cx="1006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AAA00F8E-F9E9-49E8-A5F3-CBB433CACF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0695" y="2998298"/>
                <a:ext cx="100655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A4D67281-D7F6-40E7-B0DE-82DF71F1DA52}"/>
                  </a:ext>
                </a:extLst>
              </p:cNvPr>
              <p:cNvSpPr txBox="1"/>
              <p:nvPr/>
            </p:nvSpPr>
            <p:spPr>
              <a:xfrm>
                <a:off x="3142243" y="2998298"/>
                <a:ext cx="1006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A4D67281-D7F6-40E7-B0DE-82DF71F1DA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2243" y="2998298"/>
                <a:ext cx="1006558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7FE76E93-B02D-4EC3-9A0D-9DB35AB83345}"/>
                  </a:ext>
                </a:extLst>
              </p:cNvPr>
              <p:cNvSpPr txBox="1"/>
              <p:nvPr/>
            </p:nvSpPr>
            <p:spPr>
              <a:xfrm>
                <a:off x="3292665" y="2110237"/>
                <a:ext cx="67558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</m:d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7FE76E93-B02D-4EC3-9A0D-9DB35AB83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2665" y="2110237"/>
                <a:ext cx="675585" cy="369332"/>
              </a:xfrm>
              <a:prstGeom prst="rect">
                <a:avLst/>
              </a:prstGeom>
              <a:blipFill>
                <a:blip r:embed="rId14"/>
                <a:stretch>
                  <a:fillRect l="-13514"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文字方塊 53">
            <a:extLst>
              <a:ext uri="{FF2B5EF4-FFF2-40B4-BE49-F238E27FC236}">
                <a16:creationId xmlns:a16="http://schemas.microsoft.com/office/drawing/2014/main" id="{5862E318-61FC-4C34-8EAE-6C2CADB3295A}"/>
              </a:ext>
            </a:extLst>
          </p:cNvPr>
          <p:cNvSpPr txBox="1"/>
          <p:nvPr/>
        </p:nvSpPr>
        <p:spPr>
          <a:xfrm>
            <a:off x="598292" y="1635231"/>
            <a:ext cx="16435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(arbitrary units)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152BF3A2-AEA0-485D-9EFB-ED42184338EC}"/>
                  </a:ext>
                </a:extLst>
              </p:cNvPr>
              <p:cNvSpPr/>
              <p:nvPr/>
            </p:nvSpPr>
            <p:spPr>
              <a:xfrm>
                <a:off x="2743698" y="86347"/>
                <a:ext cx="372157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Normally focused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=1.5 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152BF3A2-AEA0-485D-9EFB-ED42184338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698" y="86347"/>
                <a:ext cx="3721573" cy="369332"/>
              </a:xfrm>
              <a:prstGeom prst="rect">
                <a:avLst/>
              </a:prstGeom>
              <a:blipFill>
                <a:blip r:embed="rId15"/>
                <a:stretch>
                  <a:fillRect l="-1309" t="-8197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04EE70F6-14B4-4E90-989B-144ABE438097}"/>
                  </a:ext>
                </a:extLst>
              </p:cNvPr>
              <p:cNvSpPr/>
              <p:nvPr/>
            </p:nvSpPr>
            <p:spPr>
              <a:xfrm>
                <a:off x="2736160" y="2510980"/>
                <a:ext cx="347511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highly focused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>
                        <a:latin typeface="Cambria Math" panose="02040503050406030204" pitchFamily="18" charset="0"/>
                      </a:rPr>
                      <m:t>0.5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04EE70F6-14B4-4E90-989B-144ABE4380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6160" y="2510980"/>
                <a:ext cx="3475113" cy="369332"/>
              </a:xfrm>
              <a:prstGeom prst="rect">
                <a:avLst/>
              </a:prstGeom>
              <a:blipFill>
                <a:blip r:embed="rId16"/>
                <a:stretch>
                  <a:fillRect l="-1579" t="-10000" b="-2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群組 1">
            <a:extLst>
              <a:ext uri="{FF2B5EF4-FFF2-40B4-BE49-F238E27FC236}">
                <a16:creationId xmlns:a16="http://schemas.microsoft.com/office/drawing/2014/main" id="{FFE07388-8444-4F28-9AB7-B0F8604B6660}"/>
              </a:ext>
            </a:extLst>
          </p:cNvPr>
          <p:cNvGrpSpPr/>
          <p:nvPr/>
        </p:nvGrpSpPr>
        <p:grpSpPr>
          <a:xfrm>
            <a:off x="251085" y="515426"/>
            <a:ext cx="2445204" cy="1127530"/>
            <a:chOff x="6759573" y="-18665"/>
            <a:chExt cx="2445204" cy="1127530"/>
          </a:xfrm>
        </p:grpSpPr>
        <p:grpSp>
          <p:nvGrpSpPr>
            <p:cNvPr id="41" name="群組 40">
              <a:extLst>
                <a:ext uri="{FF2B5EF4-FFF2-40B4-BE49-F238E27FC236}">
                  <a16:creationId xmlns:a16="http://schemas.microsoft.com/office/drawing/2014/main" id="{09E59E93-E82C-4AAA-8C80-0F97C39D1F64}"/>
                </a:ext>
              </a:extLst>
            </p:cNvPr>
            <p:cNvGrpSpPr/>
            <p:nvPr/>
          </p:nvGrpSpPr>
          <p:grpSpPr>
            <a:xfrm>
              <a:off x="6759573" y="-18665"/>
              <a:ext cx="2445204" cy="1127530"/>
              <a:chOff x="6067325" y="-300721"/>
              <a:chExt cx="2400583" cy="115350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文字方塊 43">
                    <a:extLst>
                      <a:ext uri="{FF2B5EF4-FFF2-40B4-BE49-F238E27FC236}">
                        <a16:creationId xmlns:a16="http://schemas.microsoft.com/office/drawing/2014/main" id="{0EECDBE0-B06E-400E-ACE6-C5E5DE9C003D}"/>
                      </a:ext>
                    </a:extLst>
                  </p:cNvPr>
                  <p:cNvSpPr txBox="1"/>
                  <p:nvPr/>
                </p:nvSpPr>
                <p:spPr>
                  <a:xfrm>
                    <a:off x="6645248" y="-300721"/>
                    <a:ext cx="1822660" cy="11191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ℓ, 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en-US" altLang="zh-TW" i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=1,ℓ, 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en-US" altLang="zh-TW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=−1,ℓ, 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zh-TW" alt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44" name="文字方塊 43">
                    <a:extLst>
                      <a:ext uri="{FF2B5EF4-FFF2-40B4-BE49-F238E27FC236}">
                        <a16:creationId xmlns:a16="http://schemas.microsoft.com/office/drawing/2014/main" id="{0EECDBE0-B06E-400E-ACE6-C5E5DE9C00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45248" y="-300721"/>
                    <a:ext cx="1822660" cy="111915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559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5" name="矩形: 圓角 44">
                <a:extLst>
                  <a:ext uri="{FF2B5EF4-FFF2-40B4-BE49-F238E27FC236}">
                    <a16:creationId xmlns:a16="http://schemas.microsoft.com/office/drawing/2014/main" id="{D3F319D8-58DC-40A7-AD41-E91DC1E9F8DE}"/>
                  </a:ext>
                </a:extLst>
              </p:cNvPr>
              <p:cNvSpPr/>
              <p:nvPr/>
            </p:nvSpPr>
            <p:spPr>
              <a:xfrm>
                <a:off x="6067325" y="-268451"/>
                <a:ext cx="2258421" cy="1121234"/>
              </a:xfrm>
              <a:prstGeom prst="roundRect">
                <a:avLst/>
              </a:prstGeom>
              <a:noFill/>
              <a:ln w="285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80998" tIns="40499" rIns="80998" bIns="4049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A996B56B-7116-495E-9B2D-54843A7E5E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855681" y="153447"/>
              <a:ext cx="567470" cy="787419"/>
            </a:xfrm>
            <a:prstGeom prst="rect">
              <a:avLst/>
            </a:prstGeom>
          </p:spPr>
        </p:pic>
      </p:grpSp>
      <p:sp>
        <p:nvSpPr>
          <p:cNvPr id="3" name="矩形 2">
            <a:extLst>
              <a:ext uri="{FF2B5EF4-FFF2-40B4-BE49-F238E27FC236}">
                <a16:creationId xmlns:a16="http://schemas.microsoft.com/office/drawing/2014/main" id="{4AE27B5E-5E7A-4A0B-A83A-DA088219F9D0}"/>
              </a:ext>
            </a:extLst>
          </p:cNvPr>
          <p:cNvSpPr/>
          <p:nvPr/>
        </p:nvSpPr>
        <p:spPr>
          <a:xfrm>
            <a:off x="2809875" y="1133061"/>
            <a:ext cx="125792" cy="28823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0DC376B-6DEA-4898-9501-50C4B11303EF}"/>
              </a:ext>
            </a:extLst>
          </p:cNvPr>
          <p:cNvSpPr/>
          <p:nvPr/>
        </p:nvSpPr>
        <p:spPr>
          <a:xfrm>
            <a:off x="2817019" y="3571461"/>
            <a:ext cx="78167" cy="28823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2813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357</TotalTime>
  <Words>118</Words>
  <Application>Microsoft Office PowerPoint</Application>
  <PresentationFormat>自訂</PresentationFormat>
  <Paragraphs>34</Paragraphs>
  <Slides>2</Slides>
  <Notes>0</Notes>
  <HiddenSlides>1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9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40</cp:revision>
  <dcterms:created xsi:type="dcterms:W3CDTF">2026-03-29T10:25:40Z</dcterms:created>
  <dcterms:modified xsi:type="dcterms:W3CDTF">2026-07-02T07:34:26Z</dcterms:modified>
</cp:coreProperties>
</file>