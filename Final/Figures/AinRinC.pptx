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6" r:id="rId1"/>
  </p:sldMasterIdLst>
  <p:sldIdLst>
    <p:sldId id="256" r:id="rId2"/>
  </p:sldIdLst>
  <p:sldSz cx="9906000" cy="6119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1" autoAdjust="0"/>
    <p:restoredTop sz="94660"/>
  </p:normalViewPr>
  <p:slideViewPr>
    <p:cSldViewPr snapToGrid="0">
      <p:cViewPr>
        <p:scale>
          <a:sx n="66" d="100"/>
          <a:sy n="66" d="100"/>
        </p:scale>
        <p:origin x="810" y="6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8250" y="1001553"/>
            <a:ext cx="7429500" cy="2130602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214319"/>
            <a:ext cx="7429500" cy="1477538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E9FC5-A85C-4366-93B5-9F0FBACB00B5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7D3D2-2C8E-430A-851A-8C4731BABCF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1102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E9FC5-A85C-4366-93B5-9F0FBACB00B5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7D3D2-2C8E-430A-851A-8C4731BABCF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063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8" y="1525704"/>
            <a:ext cx="8543925" cy="2545672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8" y="4095459"/>
            <a:ext cx="8543925" cy="1338709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E9FC5-A85C-4366-93B5-9F0FBACB00B5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7D3D2-2C8E-430A-851A-8C4731BABCF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8199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629117"/>
            <a:ext cx="4210050" cy="388296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629117"/>
            <a:ext cx="4210050" cy="388296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E9FC5-A85C-4366-93B5-9F0FBACB00B5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7D3D2-2C8E-430A-851A-8C4731BABCF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3452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25824"/>
            <a:ext cx="8543925" cy="1182881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8" y="1500205"/>
            <a:ext cx="4190702" cy="735227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8" y="2235432"/>
            <a:ext cx="4190702" cy="328798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500205"/>
            <a:ext cx="4211340" cy="735227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235432"/>
            <a:ext cx="4211340" cy="328798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E9FC5-A85C-4366-93B5-9F0FBACB00B5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7D3D2-2C8E-430A-851A-8C4731BABCF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1611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E9FC5-A85C-4366-93B5-9F0FBACB00B5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7D3D2-2C8E-430A-851A-8C4731BABCF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2832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E9FC5-A85C-4366-93B5-9F0FBACB00B5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7D3D2-2C8E-430A-851A-8C4731BABCF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4337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07988"/>
            <a:ext cx="3194943" cy="1427956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881140"/>
            <a:ext cx="5014913" cy="4349034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1835944"/>
            <a:ext cx="3194943" cy="3401313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E9FC5-A85C-4366-93B5-9F0FBACB00B5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7D3D2-2C8E-430A-851A-8C4731BABCF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9261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07988"/>
            <a:ext cx="3194943" cy="1427956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881140"/>
            <a:ext cx="5014913" cy="4349034"/>
          </a:xfrm>
        </p:spPr>
        <p:txBody>
          <a:bodyPr anchor="t"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1835944"/>
            <a:ext cx="3194943" cy="3401313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E9FC5-A85C-4366-93B5-9F0FBACB00B5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7D3D2-2C8E-430A-851A-8C4731BABCF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9060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E9FC5-A85C-4366-93B5-9F0FBACB00B5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7D3D2-2C8E-430A-851A-8C4731BABCF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1366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1" y="325823"/>
            <a:ext cx="2135981" cy="5186259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7" y="325823"/>
            <a:ext cx="6284119" cy="5186259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E9FC5-A85C-4366-93B5-9F0FBACB00B5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7D3D2-2C8E-430A-851A-8C4731BABCF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4413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25824"/>
            <a:ext cx="8543925" cy="1182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629117"/>
            <a:ext cx="8543925" cy="3882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5672161"/>
            <a:ext cx="2228850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EE9FC5-A85C-4366-93B5-9F0FBACB00B5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5672161"/>
            <a:ext cx="3343275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5672161"/>
            <a:ext cx="2228850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B7D3D2-2C8E-430A-851A-8C4731BABCF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3361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2EC8B194-AD9E-4BD5-8CB2-597BC0BB39FF}"/>
              </a:ext>
            </a:extLst>
          </p:cNvPr>
          <p:cNvGrpSpPr/>
          <p:nvPr/>
        </p:nvGrpSpPr>
        <p:grpSpPr>
          <a:xfrm>
            <a:off x="20504" y="35311"/>
            <a:ext cx="9847396" cy="6136274"/>
            <a:chOff x="20504" y="723901"/>
            <a:chExt cx="9847396" cy="6136274"/>
          </a:xfrm>
        </p:grpSpPr>
        <p:sp>
          <p:nvSpPr>
            <p:cNvPr id="40" name="矩形: 圓角 39">
              <a:extLst>
                <a:ext uri="{FF2B5EF4-FFF2-40B4-BE49-F238E27FC236}">
                  <a16:creationId xmlns:a16="http://schemas.microsoft.com/office/drawing/2014/main" id="{AE5C4EE9-7B12-4557-9064-3ED2A0A070C8}"/>
                </a:ext>
              </a:extLst>
            </p:cNvPr>
            <p:cNvSpPr/>
            <p:nvPr/>
          </p:nvSpPr>
          <p:spPr>
            <a:xfrm>
              <a:off x="25400" y="4408261"/>
              <a:ext cx="9842500" cy="2366477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42" name="矩形: 圓角 41">
              <a:extLst>
                <a:ext uri="{FF2B5EF4-FFF2-40B4-BE49-F238E27FC236}">
                  <a16:creationId xmlns:a16="http://schemas.microsoft.com/office/drawing/2014/main" id="{C9FF13C6-480E-4AEE-A544-DEBAF6747026}"/>
                </a:ext>
              </a:extLst>
            </p:cNvPr>
            <p:cNvSpPr/>
            <p:nvPr/>
          </p:nvSpPr>
          <p:spPr>
            <a:xfrm>
              <a:off x="20504" y="2036968"/>
              <a:ext cx="9842500" cy="2366477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/>
            </a:p>
          </p:txBody>
        </p:sp>
        <p:pic>
          <p:nvPicPr>
            <p:cNvPr id="49" name="圖片 48">
              <a:extLst>
                <a:ext uri="{FF2B5EF4-FFF2-40B4-BE49-F238E27FC236}">
                  <a16:creationId xmlns:a16="http://schemas.microsoft.com/office/drawing/2014/main" id="{43039747-3351-45D4-A7D9-4A0F2F4E80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2455" y="2124158"/>
              <a:ext cx="9458896" cy="2364724"/>
            </a:xfrm>
            <a:prstGeom prst="rect">
              <a:avLst/>
            </a:prstGeom>
          </p:spPr>
        </p:pic>
        <p:pic>
          <p:nvPicPr>
            <p:cNvPr id="51" name="圖片 50">
              <a:extLst>
                <a:ext uri="{FF2B5EF4-FFF2-40B4-BE49-F238E27FC236}">
                  <a16:creationId xmlns:a16="http://schemas.microsoft.com/office/drawing/2014/main" id="{6E627D55-FAFF-4B4D-BA11-25189DE629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2455" y="4495451"/>
              <a:ext cx="9458896" cy="2364724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文字方塊 5">
                  <a:extLst>
                    <a:ext uri="{FF2B5EF4-FFF2-40B4-BE49-F238E27FC236}">
                      <a16:creationId xmlns:a16="http://schemas.microsoft.com/office/drawing/2014/main" id="{D6A0354B-E6EA-4011-B8D8-356E01B0B0E9}"/>
                    </a:ext>
                  </a:extLst>
                </p:cNvPr>
                <p:cNvSpPr txBox="1"/>
                <p:nvPr/>
              </p:nvSpPr>
              <p:spPr>
                <a:xfrm>
                  <a:off x="1764299" y="1218950"/>
                  <a:ext cx="4815083" cy="4988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sub>
                          <m:sup>
                            <m:acc>
                              <m:accPr>
                                <m:chr m:val="̂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</m:acc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, ℓ, 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=0</m:t>
                            </m:r>
                            <m: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  <m: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=0, 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d>
                        <m:r>
                          <a:rPr lang="en-US" altLang="zh-TW" sz="2000" b="1" i="1"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  <m:t>∥</m:t>
                            </m:r>
                          </m:sub>
                          <m:sup>
                            <m: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  <m:t>ℓ</m:t>
                            </m:r>
                          </m:sup>
                        </m:sSubSup>
                        <m:acc>
                          <m:accPr>
                            <m:chr m:val="̂"/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</m:acc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  <m:t>𝒛</m:t>
                            </m:r>
                          </m:sub>
                          <m:sup>
                            <m:acc>
                              <m:accPr>
                                <m:chr m:val="̂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</m:acc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, ℓ</m:t>
                            </m:r>
                          </m:sup>
                        </m:sSubSup>
                        <m:acc>
                          <m:accPr>
                            <m:chr m:val="̂"/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oMath>
                    </m:oMathPara>
                  </a14:m>
                  <a:endParaRPr lang="zh-TW" altLang="en-US" b="1" dirty="0"/>
                </a:p>
              </p:txBody>
            </p:sp>
          </mc:Choice>
          <mc:Fallback>
            <p:sp>
              <p:nvSpPr>
                <p:cNvPr id="6" name="文字方塊 5">
                  <a:extLst>
                    <a:ext uri="{FF2B5EF4-FFF2-40B4-BE49-F238E27FC236}">
                      <a16:creationId xmlns:a16="http://schemas.microsoft.com/office/drawing/2014/main" id="{D6A0354B-E6EA-4011-B8D8-356E01B0B0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64299" y="1218950"/>
                  <a:ext cx="4815083" cy="498855"/>
                </a:xfrm>
                <a:prstGeom prst="rect">
                  <a:avLst/>
                </a:prstGeom>
                <a:blipFill>
                  <a:blip r:embed="rId4"/>
                  <a:stretch>
                    <a:fillRect t="-3659" r="-3291" b="-609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2" name="群組 21">
              <a:extLst>
                <a:ext uri="{FF2B5EF4-FFF2-40B4-BE49-F238E27FC236}">
                  <a16:creationId xmlns:a16="http://schemas.microsoft.com/office/drawing/2014/main" id="{7F747199-E3E7-4C71-BAA6-01CDE0E71DB8}"/>
                </a:ext>
              </a:extLst>
            </p:cNvPr>
            <p:cNvGrpSpPr/>
            <p:nvPr/>
          </p:nvGrpSpPr>
          <p:grpSpPr>
            <a:xfrm>
              <a:off x="6606158" y="723901"/>
              <a:ext cx="1750442" cy="1248852"/>
              <a:chOff x="6039273" y="-281233"/>
              <a:chExt cx="1718499" cy="1120593"/>
            </a:xfrm>
          </p:grpSpPr>
          <p:pic>
            <p:nvPicPr>
              <p:cNvPr id="7" name="圖片 6">
                <a:extLst>
                  <a:ext uri="{FF2B5EF4-FFF2-40B4-BE49-F238E27FC236}">
                    <a16:creationId xmlns:a16="http://schemas.microsoft.com/office/drawing/2014/main" id="{E53272F7-A213-44CF-8A55-4DE6407033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26181" y="-139026"/>
                <a:ext cx="534369" cy="850550"/>
              </a:xfrm>
              <a:prstGeom prst="rect">
                <a:avLst/>
              </a:prstGeom>
            </p:spPr>
          </p:pic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8" name="文字方塊 7">
                    <a:extLst>
                      <a:ext uri="{FF2B5EF4-FFF2-40B4-BE49-F238E27FC236}">
                        <a16:creationId xmlns:a16="http://schemas.microsoft.com/office/drawing/2014/main" id="{865164BF-B68E-473A-A921-4C3623AE9C50}"/>
                      </a:ext>
                    </a:extLst>
                  </p:cNvPr>
                  <p:cNvSpPr txBox="1"/>
                  <p:nvPr/>
                </p:nvSpPr>
                <p:spPr>
                  <a:xfrm>
                    <a:off x="6701354" y="-281233"/>
                    <a:ext cx="990700" cy="106376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  <m:sup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sup>
                              </m:sSubSup>
                            </m:e>
                          </m:d>
                        </m:oMath>
                      </m:oMathPara>
                    </a14:m>
                    <a:endParaRPr lang="en-US" altLang="zh-TW" sz="2000" i="1" dirty="0">
                      <a:latin typeface="Cambria Math" panose="02040503050406030204" pitchFamily="18" charset="0"/>
                    </a:endParaRPr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=1, ℓ</m:t>
                                  </m:r>
                                </m:sup>
                              </m:sSubSup>
                            </m:e>
                          </m:d>
                        </m:oMath>
                      </m:oMathPara>
                    </a14:m>
                    <a:endParaRPr lang="en-US" altLang="zh-TW" sz="2000" dirty="0"/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=−1, ℓ</m:t>
                                  </m:r>
                                </m:sup>
                              </m:sSubSup>
                            </m:e>
                          </m:d>
                        </m:oMath>
                      </m:oMathPara>
                    </a14:m>
                    <a:endParaRPr lang="zh-TW" altLang="en-US" b="1" dirty="0"/>
                  </a:p>
                </p:txBody>
              </p:sp>
            </mc:Choice>
            <mc:Fallback>
              <p:sp>
                <p:nvSpPr>
                  <p:cNvPr id="8" name="文字方塊 7">
                    <a:extLst>
                      <a:ext uri="{FF2B5EF4-FFF2-40B4-BE49-F238E27FC236}">
                        <a16:creationId xmlns:a16="http://schemas.microsoft.com/office/drawing/2014/main" id="{865164BF-B68E-473A-A921-4C3623AE9C5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01354" y="-281233"/>
                    <a:ext cx="990700" cy="1063763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807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" name="矩形: 圓角 9">
                <a:extLst>
                  <a:ext uri="{FF2B5EF4-FFF2-40B4-BE49-F238E27FC236}">
                    <a16:creationId xmlns:a16="http://schemas.microsoft.com/office/drawing/2014/main" id="{1ED60B65-DF32-45CC-88AD-193710422870}"/>
                  </a:ext>
                </a:extLst>
              </p:cNvPr>
              <p:cNvSpPr/>
              <p:nvPr/>
            </p:nvSpPr>
            <p:spPr>
              <a:xfrm>
                <a:off x="6039273" y="-260656"/>
                <a:ext cx="1718499" cy="1100016"/>
              </a:xfrm>
              <a:prstGeom prst="roundRect">
                <a:avLst/>
              </a:prstGeom>
              <a:noFill/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0998" tIns="40499" rIns="80998" bIns="4049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文字方塊 10">
                  <a:extLst>
                    <a:ext uri="{FF2B5EF4-FFF2-40B4-BE49-F238E27FC236}">
                      <a16:creationId xmlns:a16="http://schemas.microsoft.com/office/drawing/2014/main" id="{D8C96163-9767-4688-A88E-C1794AF3BBF5}"/>
                    </a:ext>
                  </a:extLst>
                </p:cNvPr>
                <p:cNvSpPr txBox="1"/>
                <p:nvPr/>
              </p:nvSpPr>
              <p:spPr>
                <a:xfrm>
                  <a:off x="4612708" y="2476987"/>
                  <a:ext cx="113344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ℓ=0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11" name="文字方塊 10">
                  <a:extLst>
                    <a:ext uri="{FF2B5EF4-FFF2-40B4-BE49-F238E27FC236}">
                      <a16:creationId xmlns:a16="http://schemas.microsoft.com/office/drawing/2014/main" id="{D8C96163-9767-4688-A88E-C1794AF3BB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12708" y="2476987"/>
                  <a:ext cx="1133442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文字方塊 13">
                  <a:extLst>
                    <a:ext uri="{FF2B5EF4-FFF2-40B4-BE49-F238E27FC236}">
                      <a16:creationId xmlns:a16="http://schemas.microsoft.com/office/drawing/2014/main" id="{3D28BAA9-20DD-40ED-A46F-E45991C2EDCA}"/>
                    </a:ext>
                  </a:extLst>
                </p:cNvPr>
                <p:cNvSpPr txBox="1"/>
                <p:nvPr/>
              </p:nvSpPr>
              <p:spPr>
                <a:xfrm>
                  <a:off x="8184841" y="2476987"/>
                  <a:ext cx="113344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ℓ=2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14" name="文字方塊 13">
                  <a:extLst>
                    <a:ext uri="{FF2B5EF4-FFF2-40B4-BE49-F238E27FC236}">
                      <a16:creationId xmlns:a16="http://schemas.microsoft.com/office/drawing/2014/main" id="{3D28BAA9-20DD-40ED-A46F-E45991C2ED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84841" y="2476987"/>
                  <a:ext cx="1133442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文字方塊 14">
                  <a:extLst>
                    <a:ext uri="{FF2B5EF4-FFF2-40B4-BE49-F238E27FC236}">
                      <a16:creationId xmlns:a16="http://schemas.microsoft.com/office/drawing/2014/main" id="{994AA1D4-41BC-4D85-814F-70CD2F0BDD39}"/>
                    </a:ext>
                  </a:extLst>
                </p:cNvPr>
                <p:cNvSpPr txBox="1"/>
                <p:nvPr/>
              </p:nvSpPr>
              <p:spPr>
                <a:xfrm>
                  <a:off x="6398775" y="2476987"/>
                  <a:ext cx="113344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ℓ=1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15" name="文字方塊 14">
                  <a:extLst>
                    <a:ext uri="{FF2B5EF4-FFF2-40B4-BE49-F238E27FC236}">
                      <a16:creationId xmlns:a16="http://schemas.microsoft.com/office/drawing/2014/main" id="{994AA1D4-41BC-4D85-814F-70CD2F0BDD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8775" y="2476987"/>
                  <a:ext cx="1133442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文字方塊 15">
                  <a:extLst>
                    <a:ext uri="{FF2B5EF4-FFF2-40B4-BE49-F238E27FC236}">
                      <a16:creationId xmlns:a16="http://schemas.microsoft.com/office/drawing/2014/main" id="{2117F2F0-7B2F-4A91-A6BA-E5D10798CAEA}"/>
                    </a:ext>
                  </a:extLst>
                </p:cNvPr>
                <p:cNvSpPr txBox="1"/>
                <p:nvPr/>
              </p:nvSpPr>
              <p:spPr>
                <a:xfrm>
                  <a:off x="2826641" y="2476987"/>
                  <a:ext cx="113344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ℓ=−1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16" name="文字方塊 15">
                  <a:extLst>
                    <a:ext uri="{FF2B5EF4-FFF2-40B4-BE49-F238E27FC236}">
                      <a16:creationId xmlns:a16="http://schemas.microsoft.com/office/drawing/2014/main" id="{2117F2F0-7B2F-4A91-A6BA-E5D10798CA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26641" y="2476987"/>
                  <a:ext cx="1133442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文字方塊 16">
                  <a:extLst>
                    <a:ext uri="{FF2B5EF4-FFF2-40B4-BE49-F238E27FC236}">
                      <a16:creationId xmlns:a16="http://schemas.microsoft.com/office/drawing/2014/main" id="{DA50C79D-1CDD-453A-9616-E6E2E9AF781A}"/>
                    </a:ext>
                  </a:extLst>
                </p:cNvPr>
                <p:cNvSpPr txBox="1"/>
                <p:nvPr/>
              </p:nvSpPr>
              <p:spPr>
                <a:xfrm>
                  <a:off x="1040575" y="2476987"/>
                  <a:ext cx="113344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ℓ=−2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17" name="文字方塊 16">
                  <a:extLst>
                    <a:ext uri="{FF2B5EF4-FFF2-40B4-BE49-F238E27FC236}">
                      <a16:creationId xmlns:a16="http://schemas.microsoft.com/office/drawing/2014/main" id="{DA50C79D-1CDD-453A-9616-E6E2E9AF78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0575" y="2476987"/>
                  <a:ext cx="1133442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文字方塊 18">
                  <a:extLst>
                    <a:ext uri="{FF2B5EF4-FFF2-40B4-BE49-F238E27FC236}">
                      <a16:creationId xmlns:a16="http://schemas.microsoft.com/office/drawing/2014/main" id="{464B4E54-4144-40A8-8AAB-0B5CEB8C51DA}"/>
                    </a:ext>
                  </a:extLst>
                </p:cNvPr>
                <p:cNvSpPr txBox="1"/>
                <p:nvPr/>
              </p:nvSpPr>
              <p:spPr>
                <a:xfrm>
                  <a:off x="2606829" y="3678486"/>
                  <a:ext cx="50845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um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19" name="文字方塊 18">
                  <a:extLst>
                    <a:ext uri="{FF2B5EF4-FFF2-40B4-BE49-F238E27FC236}">
                      <a16:creationId xmlns:a16="http://schemas.microsoft.com/office/drawing/2014/main" id="{464B4E54-4144-40A8-8AAB-0B5CEB8C51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06829" y="3678486"/>
                  <a:ext cx="508459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96FB43A9-3278-4E56-912E-CFF2E8562ACF}"/>
                </a:ext>
              </a:extLst>
            </p:cNvPr>
            <p:cNvSpPr txBox="1"/>
            <p:nvPr/>
          </p:nvSpPr>
          <p:spPr>
            <a:xfrm rot="16200000">
              <a:off x="-743076" y="5382051"/>
              <a:ext cx="203132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dirty="0"/>
                <a:t>arbitrary units</a:t>
              </a:r>
              <a:endParaRPr lang="zh-TW" altLang="en-US" sz="200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矩形 23">
                  <a:extLst>
                    <a:ext uri="{FF2B5EF4-FFF2-40B4-BE49-F238E27FC236}">
                      <a16:creationId xmlns:a16="http://schemas.microsoft.com/office/drawing/2014/main" id="{85C75D81-2733-4604-A08E-3B935881865C}"/>
                    </a:ext>
                  </a:extLst>
                </p:cNvPr>
                <p:cNvSpPr/>
                <p:nvPr/>
              </p:nvSpPr>
              <p:spPr>
                <a:xfrm>
                  <a:off x="4194028" y="2036969"/>
                  <a:ext cx="2187933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=1.5</m:t>
                        </m:r>
                        <m:r>
                          <a:rPr lang="en-US" altLang="zh-TW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um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24" name="矩形 23">
                  <a:extLst>
                    <a:ext uri="{FF2B5EF4-FFF2-40B4-BE49-F238E27FC236}">
                      <a16:creationId xmlns:a16="http://schemas.microsoft.com/office/drawing/2014/main" id="{85C75D81-2733-4604-A08E-3B935881865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94028" y="2036969"/>
                  <a:ext cx="2187933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83A5726D-6BB7-44DA-A5F4-030C4EF7D79B}"/>
                </a:ext>
              </a:extLst>
            </p:cNvPr>
            <p:cNvSpPr txBox="1"/>
            <p:nvPr/>
          </p:nvSpPr>
          <p:spPr>
            <a:xfrm rot="16200000">
              <a:off x="-763328" y="3009074"/>
              <a:ext cx="203132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dirty="0"/>
                <a:t>arbitrary units</a:t>
              </a:r>
              <a:endParaRPr lang="zh-TW" altLang="en-US" sz="200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E45021D2-AA8E-4751-8F35-CECE862330D7}"/>
                    </a:ext>
                  </a:extLst>
                </p:cNvPr>
                <p:cNvSpPr/>
                <p:nvPr/>
              </p:nvSpPr>
              <p:spPr>
                <a:xfrm>
                  <a:off x="4243198" y="4408262"/>
                  <a:ext cx="2187933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  <m:r>
                          <a:rPr lang="en-US" altLang="zh-TW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.5 </m:t>
                        </m:r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um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E45021D2-AA8E-4751-8F35-CECE862330D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3198" y="4408262"/>
                  <a:ext cx="2187933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文字方塊 31">
                  <a:extLst>
                    <a:ext uri="{FF2B5EF4-FFF2-40B4-BE49-F238E27FC236}">
                      <a16:creationId xmlns:a16="http://schemas.microsoft.com/office/drawing/2014/main" id="{68CC5F03-FE23-49D4-934E-34231E7D27F3}"/>
                    </a:ext>
                  </a:extLst>
                </p:cNvPr>
                <p:cNvSpPr txBox="1"/>
                <p:nvPr/>
              </p:nvSpPr>
              <p:spPr>
                <a:xfrm>
                  <a:off x="2656460" y="6048688"/>
                  <a:ext cx="50845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um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32" name="文字方塊 31">
                  <a:extLst>
                    <a:ext uri="{FF2B5EF4-FFF2-40B4-BE49-F238E27FC236}">
                      <a16:creationId xmlns:a16="http://schemas.microsoft.com/office/drawing/2014/main" id="{68CC5F03-FE23-49D4-934E-34231E7D27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56460" y="6048688"/>
                  <a:ext cx="508459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文字方塊 34">
                  <a:extLst>
                    <a:ext uri="{FF2B5EF4-FFF2-40B4-BE49-F238E27FC236}">
                      <a16:creationId xmlns:a16="http://schemas.microsoft.com/office/drawing/2014/main" id="{43F95930-E1A0-4A18-AA43-293BA5F27B78}"/>
                    </a:ext>
                  </a:extLst>
                </p:cNvPr>
                <p:cNvSpPr txBox="1"/>
                <p:nvPr/>
              </p:nvSpPr>
              <p:spPr>
                <a:xfrm>
                  <a:off x="4612708" y="4847853"/>
                  <a:ext cx="113344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ℓ=0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35" name="文字方塊 34">
                  <a:extLst>
                    <a:ext uri="{FF2B5EF4-FFF2-40B4-BE49-F238E27FC236}">
                      <a16:creationId xmlns:a16="http://schemas.microsoft.com/office/drawing/2014/main" id="{43F95930-E1A0-4A18-AA43-293BA5F27B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12708" y="4847853"/>
                  <a:ext cx="1133442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文字方塊 35">
                  <a:extLst>
                    <a:ext uri="{FF2B5EF4-FFF2-40B4-BE49-F238E27FC236}">
                      <a16:creationId xmlns:a16="http://schemas.microsoft.com/office/drawing/2014/main" id="{BDB64F1F-26FF-4383-BC09-17687EA19021}"/>
                    </a:ext>
                  </a:extLst>
                </p:cNvPr>
                <p:cNvSpPr txBox="1"/>
                <p:nvPr/>
              </p:nvSpPr>
              <p:spPr>
                <a:xfrm>
                  <a:off x="8184841" y="4847853"/>
                  <a:ext cx="113344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ℓ=2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36" name="文字方塊 35">
                  <a:extLst>
                    <a:ext uri="{FF2B5EF4-FFF2-40B4-BE49-F238E27FC236}">
                      <a16:creationId xmlns:a16="http://schemas.microsoft.com/office/drawing/2014/main" id="{BDB64F1F-26FF-4383-BC09-17687EA190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84841" y="4847853"/>
                  <a:ext cx="1133442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文字方塊 36">
                  <a:extLst>
                    <a:ext uri="{FF2B5EF4-FFF2-40B4-BE49-F238E27FC236}">
                      <a16:creationId xmlns:a16="http://schemas.microsoft.com/office/drawing/2014/main" id="{F07B4362-4894-4DC3-A118-F912BAA3ABC9}"/>
                    </a:ext>
                  </a:extLst>
                </p:cNvPr>
                <p:cNvSpPr txBox="1"/>
                <p:nvPr/>
              </p:nvSpPr>
              <p:spPr>
                <a:xfrm>
                  <a:off x="6398775" y="4847853"/>
                  <a:ext cx="113344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ℓ=1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37" name="文字方塊 36">
                  <a:extLst>
                    <a:ext uri="{FF2B5EF4-FFF2-40B4-BE49-F238E27FC236}">
                      <a16:creationId xmlns:a16="http://schemas.microsoft.com/office/drawing/2014/main" id="{F07B4362-4894-4DC3-A118-F912BAA3AB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8775" y="4847853"/>
                  <a:ext cx="1133442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文字方塊 37">
                  <a:extLst>
                    <a:ext uri="{FF2B5EF4-FFF2-40B4-BE49-F238E27FC236}">
                      <a16:creationId xmlns:a16="http://schemas.microsoft.com/office/drawing/2014/main" id="{2909D8F5-F03B-46FF-BBC8-3EDC3936EC45}"/>
                    </a:ext>
                  </a:extLst>
                </p:cNvPr>
                <p:cNvSpPr txBox="1"/>
                <p:nvPr/>
              </p:nvSpPr>
              <p:spPr>
                <a:xfrm>
                  <a:off x="2826641" y="4847853"/>
                  <a:ext cx="113344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ℓ=−1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38" name="文字方塊 37">
                  <a:extLst>
                    <a:ext uri="{FF2B5EF4-FFF2-40B4-BE49-F238E27FC236}">
                      <a16:creationId xmlns:a16="http://schemas.microsoft.com/office/drawing/2014/main" id="{2909D8F5-F03B-46FF-BBC8-3EDC3936EC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26641" y="4847853"/>
                  <a:ext cx="1133442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文字方塊 38">
                  <a:extLst>
                    <a:ext uri="{FF2B5EF4-FFF2-40B4-BE49-F238E27FC236}">
                      <a16:creationId xmlns:a16="http://schemas.microsoft.com/office/drawing/2014/main" id="{50B0F240-614A-4711-95EA-805943FA3629}"/>
                    </a:ext>
                  </a:extLst>
                </p:cNvPr>
                <p:cNvSpPr txBox="1"/>
                <p:nvPr/>
              </p:nvSpPr>
              <p:spPr>
                <a:xfrm>
                  <a:off x="1040575" y="4847853"/>
                  <a:ext cx="113344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ℓ=−2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39" name="文字方塊 38">
                  <a:extLst>
                    <a:ext uri="{FF2B5EF4-FFF2-40B4-BE49-F238E27FC236}">
                      <a16:creationId xmlns:a16="http://schemas.microsoft.com/office/drawing/2014/main" id="{50B0F240-614A-4711-95EA-805943FA36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0575" y="4847853"/>
                  <a:ext cx="1133442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6843661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164</TotalTime>
  <Words>59</Words>
  <Application>Microsoft Office PowerPoint</Application>
  <PresentationFormat>自訂</PresentationFormat>
  <Paragraphs>20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7" baseType="lpstr">
      <vt:lpstr>新細明體</vt:lpstr>
      <vt:lpstr>Arial</vt:lpstr>
      <vt:lpstr>Calibri</vt:lpstr>
      <vt:lpstr>Calibri Light</vt:lpstr>
      <vt:lpstr>Cambria Math</vt:lpstr>
      <vt:lpstr>Office 佈景主題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24</cp:revision>
  <dcterms:created xsi:type="dcterms:W3CDTF">2026-03-29T10:25:40Z</dcterms:created>
  <dcterms:modified xsi:type="dcterms:W3CDTF">2026-05-20T11:07:34Z</dcterms:modified>
</cp:coreProperties>
</file>