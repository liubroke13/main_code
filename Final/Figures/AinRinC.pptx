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40" r:id="rId1"/>
  </p:sldMasterIdLst>
  <p:sldIdLst>
    <p:sldId id="256" r:id="rId2"/>
  </p:sldIdLst>
  <p:sldSz cx="9906000" cy="63007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1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1031171"/>
            <a:ext cx="7429500" cy="2193608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309373"/>
            <a:ext cx="7429500" cy="1521231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9323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4106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570823"/>
            <a:ext cx="8543925" cy="2620952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4216570"/>
            <a:ext cx="8543925" cy="137829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8391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677293"/>
            <a:ext cx="4210050" cy="399779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677293"/>
            <a:ext cx="4210050" cy="399779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1181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35459"/>
            <a:ext cx="8543925" cy="12178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544569"/>
            <a:ext cx="4190702" cy="756969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2301538"/>
            <a:ext cx="4190702" cy="338521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544569"/>
            <a:ext cx="4211340" cy="756969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301538"/>
            <a:ext cx="4211340" cy="338521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6729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146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6496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20052"/>
            <a:ext cx="3194943" cy="1470184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07197"/>
            <a:ext cx="5014913" cy="4477643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90236"/>
            <a:ext cx="3194943" cy="3501897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5807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20052"/>
            <a:ext cx="3194943" cy="1470184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07197"/>
            <a:ext cx="5014913" cy="4477643"/>
          </a:xfrm>
        </p:spPr>
        <p:txBody>
          <a:bodyPr anchor="t"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90236"/>
            <a:ext cx="3194943" cy="3501897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0912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747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335458"/>
            <a:ext cx="2135981" cy="5339627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335458"/>
            <a:ext cx="6284119" cy="5339627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5153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35459"/>
            <a:ext cx="8543925" cy="12178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677293"/>
            <a:ext cx="8543925" cy="3997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5839897"/>
            <a:ext cx="2228850" cy="3354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EE9FC5-A85C-4366-93B5-9F0FBACB00B5}" type="datetimeFigureOut">
              <a:rPr lang="zh-TW" altLang="en-US" smtClean="0"/>
              <a:t>2026/5/27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5839897"/>
            <a:ext cx="3343275" cy="3354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5839897"/>
            <a:ext cx="2228850" cy="3354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741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12A747F0-4A58-4A15-AB9D-2DB0BA632A37}"/>
              </a:ext>
            </a:extLst>
          </p:cNvPr>
          <p:cNvSpPr/>
          <p:nvPr/>
        </p:nvSpPr>
        <p:spPr>
          <a:xfrm>
            <a:off x="25400" y="4136038"/>
            <a:ext cx="9842500" cy="2085648"/>
          </a:xfrm>
          <a:prstGeom prst="roundRect">
            <a:avLst>
              <a:gd name="adj" fmla="val 5706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: 圓角 29">
            <a:extLst>
              <a:ext uri="{FF2B5EF4-FFF2-40B4-BE49-F238E27FC236}">
                <a16:creationId xmlns:a16="http://schemas.microsoft.com/office/drawing/2014/main" id="{B93E4F7D-C584-48A1-8746-F7F6E909DF40}"/>
              </a:ext>
            </a:extLst>
          </p:cNvPr>
          <p:cNvSpPr/>
          <p:nvPr/>
        </p:nvSpPr>
        <p:spPr>
          <a:xfrm>
            <a:off x="20504" y="1586945"/>
            <a:ext cx="9842500" cy="2085648"/>
          </a:xfrm>
          <a:prstGeom prst="roundRect">
            <a:avLst>
              <a:gd name="adj" fmla="val 6163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0A20F05F-DE5D-4B95-9A04-BE488B56881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455" y="1393306"/>
            <a:ext cx="9458896" cy="2364724"/>
          </a:xfrm>
          <a:prstGeom prst="rect">
            <a:avLst/>
          </a:prstGeom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CB7675AA-6FEC-4CC7-AA8D-71934DD9ECB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455" y="3942399"/>
            <a:ext cx="9458896" cy="236472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C458388-0659-49B5-B51D-C20CBBEF338D}"/>
                  </a:ext>
                </a:extLst>
              </p:cNvPr>
              <p:cNvSpPr txBox="1"/>
              <p:nvPr/>
            </p:nvSpPr>
            <p:spPr>
              <a:xfrm>
                <a:off x="1928617" y="394065"/>
                <a:ext cx="4815083" cy="4988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acc>
                            <m:accPr>
                              <m:chr m:val="̂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acc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, ℓ, 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𝜙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=0, 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  <m:sup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ℓ</m:t>
                          </m:r>
                        </m:sup>
                      </m:sSubSup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</m:acc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sub>
                        <m:sup>
                          <m:acc>
                            <m:accPr>
                              <m:chr m:val="̂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acc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, ℓ</m:t>
                          </m:r>
                        </m:sup>
                      </m:sSubSup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zh-TW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C458388-0659-49B5-B51D-C20CBBEF3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8617" y="394065"/>
                <a:ext cx="4815083" cy="498855"/>
              </a:xfrm>
              <a:prstGeom prst="rect">
                <a:avLst/>
              </a:prstGeom>
              <a:blipFill>
                <a:blip r:embed="rId4"/>
                <a:stretch>
                  <a:fillRect t="-3704" r="-3291" b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" name="群組 40">
            <a:extLst>
              <a:ext uri="{FF2B5EF4-FFF2-40B4-BE49-F238E27FC236}">
                <a16:creationId xmlns:a16="http://schemas.microsoft.com/office/drawing/2014/main" id="{09E59E93-E82C-4AAA-8C80-0F97C39D1F64}"/>
              </a:ext>
            </a:extLst>
          </p:cNvPr>
          <p:cNvGrpSpPr/>
          <p:nvPr/>
        </p:nvGrpSpPr>
        <p:grpSpPr>
          <a:xfrm>
            <a:off x="6743700" y="19066"/>
            <a:ext cx="1750442" cy="1248852"/>
            <a:chOff x="6039273" y="-281233"/>
            <a:chExt cx="1718499" cy="1120593"/>
          </a:xfrm>
        </p:grpSpPr>
        <p:pic>
          <p:nvPicPr>
            <p:cNvPr id="43" name="圖片 42">
              <a:extLst>
                <a:ext uri="{FF2B5EF4-FFF2-40B4-BE49-F238E27FC236}">
                  <a16:creationId xmlns:a16="http://schemas.microsoft.com/office/drawing/2014/main" id="{2F1191E6-1B21-4D7B-B5C5-7EB7C4875FC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26181" y="-139026"/>
              <a:ext cx="534369" cy="85055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文字方塊 43">
                  <a:extLst>
                    <a:ext uri="{FF2B5EF4-FFF2-40B4-BE49-F238E27FC236}">
                      <a16:creationId xmlns:a16="http://schemas.microsoft.com/office/drawing/2014/main" id="{0EECDBE0-B06E-400E-ACE6-C5E5DE9C003D}"/>
                    </a:ext>
                  </a:extLst>
                </p:cNvPr>
                <p:cNvSpPr txBox="1"/>
                <p:nvPr/>
              </p:nvSpPr>
              <p:spPr>
                <a:xfrm>
                  <a:off x="6701354" y="-281233"/>
                  <a:ext cx="990700" cy="10637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e>
                              <m:sub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  <m:sup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US" altLang="zh-TW" sz="2000" i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e>
                              <m:sub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𝒛</m:t>
                                </m:r>
                              </m:sub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=1, ℓ</m:t>
                                </m:r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e>
                              <m:sub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𝒛</m:t>
                                </m:r>
                              </m:sub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=−1, ℓ</m:t>
                                </m:r>
                              </m:sup>
                            </m:sSubSup>
                          </m:e>
                        </m:d>
                      </m:oMath>
                    </m:oMathPara>
                  </a14:m>
                  <a:endParaRPr lang="zh-TW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865164BF-B68E-473A-A921-4C3623AE9C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1354" y="-281233"/>
                  <a:ext cx="990700" cy="1063763"/>
                </a:xfrm>
                <a:prstGeom prst="rect">
                  <a:avLst/>
                </a:prstGeom>
                <a:blipFill>
                  <a:blip r:embed="rId6"/>
                  <a:stretch>
                    <a:fillRect l="-180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: 圓角 44">
              <a:extLst>
                <a:ext uri="{FF2B5EF4-FFF2-40B4-BE49-F238E27FC236}">
                  <a16:creationId xmlns:a16="http://schemas.microsoft.com/office/drawing/2014/main" id="{D3F319D8-58DC-40A7-AD41-E91DC1E9F8DE}"/>
                </a:ext>
              </a:extLst>
            </p:cNvPr>
            <p:cNvSpPr/>
            <p:nvPr/>
          </p:nvSpPr>
          <p:spPr>
            <a:xfrm>
              <a:off x="6039273" y="-260656"/>
              <a:ext cx="1718499" cy="1100016"/>
            </a:xfrm>
            <a:prstGeom prst="roundRect">
              <a:avLst/>
            </a:prstGeom>
            <a:noFill/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80998" tIns="40499" rIns="80998" bIns="4049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D139B888-3F1C-498F-88E9-BE66C800874E}"/>
                  </a:ext>
                </a:extLst>
              </p:cNvPr>
              <p:cNvSpPr txBox="1"/>
              <p:nvPr/>
            </p:nvSpPr>
            <p:spPr>
              <a:xfrm>
                <a:off x="4612708" y="1746135"/>
                <a:ext cx="11334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D139B888-3F1C-498F-88E9-BE66C80087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708" y="1746135"/>
                <a:ext cx="113344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4F245FA2-4DBE-46ED-9B8D-44919FF47C9F}"/>
                  </a:ext>
                </a:extLst>
              </p:cNvPr>
              <p:cNvSpPr txBox="1"/>
              <p:nvPr/>
            </p:nvSpPr>
            <p:spPr>
              <a:xfrm>
                <a:off x="8184841" y="1746135"/>
                <a:ext cx="11334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4F245FA2-4DBE-46ED-9B8D-44919FF47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841" y="1746135"/>
                <a:ext cx="1133442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58B10F4E-2C32-473F-9973-42D224D7247B}"/>
                  </a:ext>
                </a:extLst>
              </p:cNvPr>
              <p:cNvSpPr txBox="1"/>
              <p:nvPr/>
            </p:nvSpPr>
            <p:spPr>
              <a:xfrm>
                <a:off x="6398775" y="1746135"/>
                <a:ext cx="11334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58B10F4E-2C32-473F-9973-42D224D724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8775" y="1746135"/>
                <a:ext cx="1133442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9BF2C953-92CE-4A9A-B6D5-E85DE4B362FA}"/>
                  </a:ext>
                </a:extLst>
              </p:cNvPr>
              <p:cNvSpPr txBox="1"/>
              <p:nvPr/>
            </p:nvSpPr>
            <p:spPr>
              <a:xfrm>
                <a:off x="2826641" y="1746135"/>
                <a:ext cx="11334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9BF2C953-92CE-4A9A-B6D5-E85DE4B36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6641" y="1746135"/>
                <a:ext cx="1133442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FA6A6B30-6EBE-419A-8F73-1E8B0B28748C}"/>
                  </a:ext>
                </a:extLst>
              </p:cNvPr>
              <p:cNvSpPr txBox="1"/>
              <p:nvPr/>
            </p:nvSpPr>
            <p:spPr>
              <a:xfrm>
                <a:off x="1040575" y="1746135"/>
                <a:ext cx="11334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FA6A6B30-6EBE-419A-8F73-1E8B0B2874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575" y="1746135"/>
                <a:ext cx="1133442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7FE76E93-B02D-4EC3-9A0D-9DB35AB83345}"/>
                  </a:ext>
                </a:extLst>
              </p:cNvPr>
              <p:cNvSpPr txBox="1"/>
              <p:nvPr/>
            </p:nvSpPr>
            <p:spPr>
              <a:xfrm>
                <a:off x="2035329" y="3347684"/>
                <a:ext cx="5084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um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7FE76E93-B02D-4EC3-9A0D-9DB35AB83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5329" y="3347684"/>
                <a:ext cx="508459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文字方塊 53">
            <a:extLst>
              <a:ext uri="{FF2B5EF4-FFF2-40B4-BE49-F238E27FC236}">
                <a16:creationId xmlns:a16="http://schemas.microsoft.com/office/drawing/2014/main" id="{5862E318-61FC-4C34-8EAE-6C2CADB3295A}"/>
              </a:ext>
            </a:extLst>
          </p:cNvPr>
          <p:cNvSpPr txBox="1"/>
          <p:nvPr/>
        </p:nvSpPr>
        <p:spPr>
          <a:xfrm rot="16200000">
            <a:off x="-755775" y="4956000"/>
            <a:ext cx="20313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arbitrary units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52BF3A2-AEA0-485D-9EFB-ED42184338EC}"/>
                  </a:ext>
                </a:extLst>
              </p:cNvPr>
              <p:cNvSpPr/>
              <p:nvPr/>
            </p:nvSpPr>
            <p:spPr>
              <a:xfrm>
                <a:off x="-76199" y="1191817"/>
                <a:ext cx="3835398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:r>
                  <a:rPr lang="en-US" altLang="zh-TW" sz="2000" dirty="0"/>
                  <a:t>Normally focused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=1.5</m:t>
                    </m:r>
                    <m:r>
                      <a:rPr lang="en-US" altLang="zh-TW" sz="200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um</m:t>
                    </m:r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52BF3A2-AEA0-485D-9EFB-ED42184338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6199" y="1191817"/>
                <a:ext cx="3835398" cy="400110"/>
              </a:xfrm>
              <a:prstGeom prst="rect">
                <a:avLst/>
              </a:prstGeom>
              <a:blipFill>
                <a:blip r:embed="rId13"/>
                <a:stretch>
                  <a:fillRect l="-1749" t="-9231" b="-2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文字方塊 55">
            <a:extLst>
              <a:ext uri="{FF2B5EF4-FFF2-40B4-BE49-F238E27FC236}">
                <a16:creationId xmlns:a16="http://schemas.microsoft.com/office/drawing/2014/main" id="{BEBC67A4-EA79-47CD-B98A-0F70535FE411}"/>
              </a:ext>
            </a:extLst>
          </p:cNvPr>
          <p:cNvSpPr txBox="1"/>
          <p:nvPr/>
        </p:nvSpPr>
        <p:spPr>
          <a:xfrm rot="16200000">
            <a:off x="-776027" y="2405223"/>
            <a:ext cx="20313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arbitrary units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04EE70F6-14B4-4E90-989B-144ABE438097}"/>
                  </a:ext>
                </a:extLst>
              </p:cNvPr>
              <p:cNvSpPr/>
              <p:nvPr/>
            </p:nvSpPr>
            <p:spPr>
              <a:xfrm>
                <a:off x="-76199" y="3753610"/>
                <a:ext cx="3581400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TW" sz="2000" dirty="0"/>
                  <a:t>highly focused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>
                        <a:latin typeface="Cambria Math" panose="02040503050406030204" pitchFamily="18" charset="0"/>
                      </a:rPr>
                      <m:t>0.5</m:t>
                    </m:r>
                    <m:r>
                      <a:rPr lang="en-US" altLang="zh-TW" sz="200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um</m:t>
                    </m:r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04EE70F6-14B4-4E90-989B-144ABE4380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6199" y="3753610"/>
                <a:ext cx="3581400" cy="400110"/>
              </a:xfrm>
              <a:prstGeom prst="rect">
                <a:avLst/>
              </a:prstGeom>
              <a:blipFill>
                <a:blip r:embed="rId14"/>
                <a:stretch>
                  <a:fillRect l="-1874" t="-9231" b="-2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E3120A0E-484F-44A1-8C52-4CC6C83FEDA5}"/>
                  </a:ext>
                </a:extLst>
              </p:cNvPr>
              <p:cNvSpPr txBox="1"/>
              <p:nvPr/>
            </p:nvSpPr>
            <p:spPr>
              <a:xfrm>
                <a:off x="2084960" y="5895686"/>
                <a:ext cx="50845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um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E3120A0E-484F-44A1-8C52-4CC6C83FED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4960" y="5895686"/>
                <a:ext cx="508459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CE297881-E961-4B5E-83EB-928F44B50082}"/>
                  </a:ext>
                </a:extLst>
              </p:cNvPr>
              <p:cNvSpPr txBox="1"/>
              <p:nvPr/>
            </p:nvSpPr>
            <p:spPr>
              <a:xfrm>
                <a:off x="4612708" y="4294801"/>
                <a:ext cx="11334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CE297881-E961-4B5E-83EB-928F44B50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708" y="4294801"/>
                <a:ext cx="1133442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1058910C-C900-415E-9577-4F2E6C6F0642}"/>
                  </a:ext>
                </a:extLst>
              </p:cNvPr>
              <p:cNvSpPr txBox="1"/>
              <p:nvPr/>
            </p:nvSpPr>
            <p:spPr>
              <a:xfrm>
                <a:off x="8184841" y="4294801"/>
                <a:ext cx="11334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1058910C-C900-415E-9577-4F2E6C6F0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841" y="4294801"/>
                <a:ext cx="113344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F9D57B0F-D9B1-4F26-8293-A741864DAF18}"/>
                  </a:ext>
                </a:extLst>
              </p:cNvPr>
              <p:cNvSpPr txBox="1"/>
              <p:nvPr/>
            </p:nvSpPr>
            <p:spPr>
              <a:xfrm>
                <a:off x="6398775" y="4294801"/>
                <a:ext cx="11334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F9D57B0F-D9B1-4F26-8293-A741864DAF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8775" y="4294801"/>
                <a:ext cx="1133442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AAA00F8E-F9E9-49E8-A5F3-CBB433CACFF6}"/>
                  </a:ext>
                </a:extLst>
              </p:cNvPr>
              <p:cNvSpPr txBox="1"/>
              <p:nvPr/>
            </p:nvSpPr>
            <p:spPr>
              <a:xfrm>
                <a:off x="2826641" y="4294801"/>
                <a:ext cx="11334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AAA00F8E-F9E9-49E8-A5F3-CBB433CACF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6641" y="4294801"/>
                <a:ext cx="1133442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A4D67281-D7F6-40E7-B0DE-82DF71F1DA52}"/>
                  </a:ext>
                </a:extLst>
              </p:cNvPr>
              <p:cNvSpPr txBox="1"/>
              <p:nvPr/>
            </p:nvSpPr>
            <p:spPr>
              <a:xfrm>
                <a:off x="1040575" y="4294801"/>
                <a:ext cx="113344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A4D67281-D7F6-40E7-B0DE-82DF71F1DA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575" y="4294801"/>
                <a:ext cx="1133442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4366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172</TotalTime>
  <Words>65</Words>
  <Application>Microsoft Office PowerPoint</Application>
  <PresentationFormat>自訂</PresentationFormat>
  <Paragraphs>20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27</cp:revision>
  <dcterms:created xsi:type="dcterms:W3CDTF">2026-03-29T10:25:40Z</dcterms:created>
  <dcterms:modified xsi:type="dcterms:W3CDTF">2026-05-27T08:29:03Z</dcterms:modified>
</cp:coreProperties>
</file>