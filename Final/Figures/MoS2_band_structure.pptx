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594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8" autoAdjust="0"/>
    <p:restoredTop sz="94660"/>
  </p:normalViewPr>
  <p:slideViewPr>
    <p:cSldViewPr snapToGrid="0">
      <p:cViewPr>
        <p:scale>
          <a:sx n="100" d="100"/>
          <a:sy n="100" d="100"/>
        </p:scale>
        <p:origin x="91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2195"/>
            <a:ext cx="9144000" cy="2068148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0099"/>
            <a:ext cx="9144000" cy="1434227"/>
          </a:xfrm>
        </p:spPr>
        <p:txBody>
          <a:bodyPr/>
          <a:lstStyle>
            <a:lvl1pPr marL="0" indent="0" algn="ctr">
              <a:buNone/>
              <a:defRPr sz="2079"/>
            </a:lvl1pPr>
            <a:lvl2pPr marL="396027" indent="0" algn="ctr">
              <a:buNone/>
              <a:defRPr sz="1732"/>
            </a:lvl2pPr>
            <a:lvl3pPr marL="792053" indent="0" algn="ctr">
              <a:buNone/>
              <a:defRPr sz="1559"/>
            </a:lvl3pPr>
            <a:lvl4pPr marL="1188080" indent="0" algn="ctr">
              <a:buNone/>
              <a:defRPr sz="1386"/>
            </a:lvl4pPr>
            <a:lvl5pPr marL="1584107" indent="0" algn="ctr">
              <a:buNone/>
              <a:defRPr sz="1386"/>
            </a:lvl5pPr>
            <a:lvl6pPr marL="1980133" indent="0" algn="ctr">
              <a:buNone/>
              <a:defRPr sz="1386"/>
            </a:lvl6pPr>
            <a:lvl7pPr marL="2376160" indent="0" algn="ctr">
              <a:buNone/>
              <a:defRPr sz="1386"/>
            </a:lvl7pPr>
            <a:lvl8pPr marL="2772186" indent="0" algn="ctr">
              <a:buNone/>
              <a:defRPr sz="1386"/>
            </a:lvl8pPr>
            <a:lvl9pPr marL="3168213" indent="0" algn="ctr">
              <a:buNone/>
              <a:defRPr sz="138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79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80982"/>
            <a:ext cx="10515600" cy="2471051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75410"/>
            <a:ext cx="10515600" cy="1299468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1pPr>
            <a:lvl2pPr marL="396027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2pPr>
            <a:lvl3pPr marL="792053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3pPr>
            <a:lvl4pPr marL="118808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4pPr>
            <a:lvl5pPr marL="1584107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5pPr>
            <a:lvl6pPr marL="198013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6pPr>
            <a:lvl7pPr marL="237616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7pPr>
            <a:lvl8pPr marL="277218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8pPr>
            <a:lvl9pPr marL="316821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080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81363"/>
            <a:ext cx="5181600" cy="37691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81363"/>
            <a:ext cx="5181600" cy="37691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02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6273"/>
            <a:ext cx="10515600" cy="11482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56229"/>
            <a:ext cx="5157787" cy="713676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6027" indent="0">
              <a:buNone/>
              <a:defRPr sz="1732" b="1"/>
            </a:lvl2pPr>
            <a:lvl3pPr marL="792053" indent="0">
              <a:buNone/>
              <a:defRPr sz="1559" b="1"/>
            </a:lvl3pPr>
            <a:lvl4pPr marL="1188080" indent="0">
              <a:buNone/>
              <a:defRPr sz="1386" b="1"/>
            </a:lvl4pPr>
            <a:lvl5pPr marL="1584107" indent="0">
              <a:buNone/>
              <a:defRPr sz="1386" b="1"/>
            </a:lvl5pPr>
            <a:lvl6pPr marL="1980133" indent="0">
              <a:buNone/>
              <a:defRPr sz="1386" b="1"/>
            </a:lvl6pPr>
            <a:lvl7pPr marL="2376160" indent="0">
              <a:buNone/>
              <a:defRPr sz="1386" b="1"/>
            </a:lvl7pPr>
            <a:lvl8pPr marL="2772186" indent="0">
              <a:buNone/>
              <a:defRPr sz="1386" b="1"/>
            </a:lvl8pPr>
            <a:lvl9pPr marL="3168213" indent="0">
              <a:buNone/>
              <a:defRPr sz="138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69905"/>
            <a:ext cx="5157787" cy="31916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56229"/>
            <a:ext cx="5183188" cy="713676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6027" indent="0">
              <a:buNone/>
              <a:defRPr sz="1732" b="1"/>
            </a:lvl2pPr>
            <a:lvl3pPr marL="792053" indent="0">
              <a:buNone/>
              <a:defRPr sz="1559" b="1"/>
            </a:lvl3pPr>
            <a:lvl4pPr marL="1188080" indent="0">
              <a:buNone/>
              <a:defRPr sz="1386" b="1"/>
            </a:lvl4pPr>
            <a:lvl5pPr marL="1584107" indent="0">
              <a:buNone/>
              <a:defRPr sz="1386" b="1"/>
            </a:lvl5pPr>
            <a:lvl6pPr marL="1980133" indent="0">
              <a:buNone/>
              <a:defRPr sz="1386" b="1"/>
            </a:lvl6pPr>
            <a:lvl7pPr marL="2376160" indent="0">
              <a:buNone/>
              <a:defRPr sz="1386" b="1"/>
            </a:lvl7pPr>
            <a:lvl8pPr marL="2772186" indent="0">
              <a:buNone/>
              <a:defRPr sz="1386" b="1"/>
            </a:lvl8pPr>
            <a:lvl9pPr marL="3168213" indent="0">
              <a:buNone/>
              <a:defRPr sz="138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69905"/>
            <a:ext cx="5183188" cy="31916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52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20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64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028"/>
            <a:ext cx="3932237" cy="1386099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55312"/>
            <a:ext cx="6172200" cy="4221552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2127"/>
            <a:ext cx="3932237" cy="3301612"/>
          </a:xfrm>
        </p:spPr>
        <p:txBody>
          <a:bodyPr/>
          <a:lstStyle>
            <a:lvl1pPr marL="0" indent="0">
              <a:buNone/>
              <a:defRPr sz="1386"/>
            </a:lvl1pPr>
            <a:lvl2pPr marL="396027" indent="0">
              <a:buNone/>
              <a:defRPr sz="1213"/>
            </a:lvl2pPr>
            <a:lvl3pPr marL="792053" indent="0">
              <a:buNone/>
              <a:defRPr sz="1039"/>
            </a:lvl3pPr>
            <a:lvl4pPr marL="1188080" indent="0">
              <a:buNone/>
              <a:defRPr sz="866"/>
            </a:lvl4pPr>
            <a:lvl5pPr marL="1584107" indent="0">
              <a:buNone/>
              <a:defRPr sz="866"/>
            </a:lvl5pPr>
            <a:lvl6pPr marL="1980133" indent="0">
              <a:buNone/>
              <a:defRPr sz="866"/>
            </a:lvl6pPr>
            <a:lvl7pPr marL="2376160" indent="0">
              <a:buNone/>
              <a:defRPr sz="866"/>
            </a:lvl7pPr>
            <a:lvl8pPr marL="2772186" indent="0">
              <a:buNone/>
              <a:defRPr sz="866"/>
            </a:lvl8pPr>
            <a:lvl9pPr marL="3168213" indent="0">
              <a:buNone/>
              <a:defRPr sz="86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63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6028"/>
            <a:ext cx="3932237" cy="1386099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55312"/>
            <a:ext cx="6172200" cy="4221552"/>
          </a:xfrm>
        </p:spPr>
        <p:txBody>
          <a:bodyPr anchor="t"/>
          <a:lstStyle>
            <a:lvl1pPr marL="0" indent="0">
              <a:buNone/>
              <a:defRPr sz="2772"/>
            </a:lvl1pPr>
            <a:lvl2pPr marL="396027" indent="0">
              <a:buNone/>
              <a:defRPr sz="2425"/>
            </a:lvl2pPr>
            <a:lvl3pPr marL="792053" indent="0">
              <a:buNone/>
              <a:defRPr sz="2079"/>
            </a:lvl3pPr>
            <a:lvl4pPr marL="1188080" indent="0">
              <a:buNone/>
              <a:defRPr sz="1732"/>
            </a:lvl4pPr>
            <a:lvl5pPr marL="1584107" indent="0">
              <a:buNone/>
              <a:defRPr sz="1732"/>
            </a:lvl5pPr>
            <a:lvl6pPr marL="1980133" indent="0">
              <a:buNone/>
              <a:defRPr sz="1732"/>
            </a:lvl6pPr>
            <a:lvl7pPr marL="2376160" indent="0">
              <a:buNone/>
              <a:defRPr sz="1732"/>
            </a:lvl7pPr>
            <a:lvl8pPr marL="2772186" indent="0">
              <a:buNone/>
              <a:defRPr sz="1732"/>
            </a:lvl8pPr>
            <a:lvl9pPr marL="3168213" indent="0">
              <a:buNone/>
              <a:defRPr sz="173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82127"/>
            <a:ext cx="3932237" cy="3301612"/>
          </a:xfrm>
        </p:spPr>
        <p:txBody>
          <a:bodyPr/>
          <a:lstStyle>
            <a:lvl1pPr marL="0" indent="0">
              <a:buNone/>
              <a:defRPr sz="1386"/>
            </a:lvl1pPr>
            <a:lvl2pPr marL="396027" indent="0">
              <a:buNone/>
              <a:defRPr sz="1213"/>
            </a:lvl2pPr>
            <a:lvl3pPr marL="792053" indent="0">
              <a:buNone/>
              <a:defRPr sz="1039"/>
            </a:lvl3pPr>
            <a:lvl4pPr marL="1188080" indent="0">
              <a:buNone/>
              <a:defRPr sz="866"/>
            </a:lvl4pPr>
            <a:lvl5pPr marL="1584107" indent="0">
              <a:buNone/>
              <a:defRPr sz="866"/>
            </a:lvl5pPr>
            <a:lvl6pPr marL="1980133" indent="0">
              <a:buNone/>
              <a:defRPr sz="866"/>
            </a:lvl6pPr>
            <a:lvl7pPr marL="2376160" indent="0">
              <a:buNone/>
              <a:defRPr sz="866"/>
            </a:lvl7pPr>
            <a:lvl8pPr marL="2772186" indent="0">
              <a:buNone/>
              <a:defRPr sz="866"/>
            </a:lvl8pPr>
            <a:lvl9pPr marL="3168213" indent="0">
              <a:buNone/>
              <a:defRPr sz="86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67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5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6272"/>
            <a:ext cx="2628900" cy="503423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6272"/>
            <a:ext cx="7734300" cy="503423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3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6273"/>
            <a:ext cx="10515600" cy="1148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1363"/>
            <a:ext cx="10515600" cy="3769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05894"/>
            <a:ext cx="27432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F21BF-7999-4603-8982-00A319506255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05894"/>
            <a:ext cx="41148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05894"/>
            <a:ext cx="27432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6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2053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013" indent="-198013" algn="l" defTabSz="792053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4040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90067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6093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2120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8147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4173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70200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6226" indent="-198013" algn="l" defTabSz="792053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6027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2053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8080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4107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80133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6160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2186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8213" algn="l" defTabSz="792053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 89">
            <a:extLst>
              <a:ext uri="{FF2B5EF4-FFF2-40B4-BE49-F238E27FC236}">
                <a16:creationId xmlns:a16="http://schemas.microsoft.com/office/drawing/2014/main" id="{51794149-3CEA-4A61-9D1D-9B37259D93E3}"/>
              </a:ext>
            </a:extLst>
          </p:cNvPr>
          <p:cNvSpPr/>
          <p:nvPr/>
        </p:nvSpPr>
        <p:spPr>
          <a:xfrm>
            <a:off x="123826" y="17462"/>
            <a:ext cx="12068175" cy="573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A0E27693-9B7E-4785-8F7B-A0BD897A2C62}"/>
              </a:ext>
            </a:extLst>
          </p:cNvPr>
          <p:cNvGrpSpPr/>
          <p:nvPr/>
        </p:nvGrpSpPr>
        <p:grpSpPr>
          <a:xfrm>
            <a:off x="8074370" y="236550"/>
            <a:ext cx="4487124" cy="4487124"/>
            <a:chOff x="-98851" y="651318"/>
            <a:chExt cx="4487124" cy="4487124"/>
          </a:xfrm>
        </p:grpSpPr>
        <p:pic>
          <p:nvPicPr>
            <p:cNvPr id="14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BB779D1F-F040-4DA2-BAE2-2F7A34E9C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64" t="6572" r="70352" b="56107"/>
            <a:stretch/>
          </p:blipFill>
          <p:spPr bwMode="auto">
            <a:xfrm rot="1809625">
              <a:off x="709001" y="1827176"/>
              <a:ext cx="3270061" cy="2593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圓形: 空心 51">
              <a:extLst>
                <a:ext uri="{FF2B5EF4-FFF2-40B4-BE49-F238E27FC236}">
                  <a16:creationId xmlns:a16="http://schemas.microsoft.com/office/drawing/2014/main" id="{95ED25BA-F532-4FA5-AFA3-4E2463E8056B}"/>
                </a:ext>
              </a:extLst>
            </p:cNvPr>
            <p:cNvSpPr/>
            <p:nvPr/>
          </p:nvSpPr>
          <p:spPr>
            <a:xfrm>
              <a:off x="-98851" y="651318"/>
              <a:ext cx="4487124" cy="4487124"/>
            </a:xfrm>
            <a:prstGeom prst="donut">
              <a:avLst>
                <a:gd name="adj" fmla="val 2434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B99EA0DF-4EF0-46D2-9628-2B1F6F91D90B}"/>
                </a:ext>
              </a:extLst>
            </p:cNvPr>
            <p:cNvGrpSpPr/>
            <p:nvPr/>
          </p:nvGrpSpPr>
          <p:grpSpPr>
            <a:xfrm rot="16200000">
              <a:off x="1839247" y="2755590"/>
              <a:ext cx="589628" cy="333090"/>
              <a:chOff x="1763808" y="585245"/>
              <a:chExt cx="1828792" cy="863907"/>
            </a:xfrm>
          </p:grpSpPr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62AF9BEC-FDCC-477A-8FC0-BEAF65E92CEE}"/>
                  </a:ext>
                </a:extLst>
              </p:cNvPr>
              <p:cNvCxnSpPr/>
              <p:nvPr/>
            </p:nvCxnSpPr>
            <p:spPr>
              <a:xfrm>
                <a:off x="2678201" y="586088"/>
                <a:ext cx="914399" cy="426720"/>
              </a:xfrm>
              <a:prstGeom prst="line">
                <a:avLst/>
              </a:prstGeom>
              <a:ln w="9525">
                <a:prstDash val="sys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2702ACC3-77E2-4B95-A6BB-83EE61921103}"/>
                  </a:ext>
                </a:extLst>
              </p:cNvPr>
              <p:cNvCxnSpPr/>
              <p:nvPr/>
            </p:nvCxnSpPr>
            <p:spPr>
              <a:xfrm>
                <a:off x="1763811" y="1021595"/>
                <a:ext cx="914399" cy="426720"/>
              </a:xfrm>
              <a:prstGeom prst="line">
                <a:avLst/>
              </a:prstGeom>
              <a:ln w="9525">
                <a:prstDash val="sys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B581387D-7DDE-404B-9E32-1D986E3DF2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201" y="1020752"/>
                <a:ext cx="914399" cy="428400"/>
              </a:xfrm>
              <a:prstGeom prst="line">
                <a:avLst/>
              </a:prstGeom>
              <a:ln w="9525">
                <a:prstDash val="sys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2A771E86-1748-475E-BF31-D18696D6F3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63808" y="585245"/>
                <a:ext cx="914399" cy="428400"/>
              </a:xfrm>
              <a:prstGeom prst="line">
                <a:avLst/>
              </a:prstGeom>
              <a:ln w="9525">
                <a:prstDash val="sys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84CEEA8B-37D1-4637-B472-26FA9690D7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3" t="43627" r="69001" b="47528"/>
          <a:stretch/>
        </p:blipFill>
        <p:spPr bwMode="auto">
          <a:xfrm>
            <a:off x="8927726" y="374129"/>
            <a:ext cx="2850110" cy="61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" name="群組 64">
            <a:extLst>
              <a:ext uri="{FF2B5EF4-FFF2-40B4-BE49-F238E27FC236}">
                <a16:creationId xmlns:a16="http://schemas.microsoft.com/office/drawing/2014/main" id="{9FD33F3C-2EA6-4223-8AA7-18DB949691BD}"/>
              </a:ext>
            </a:extLst>
          </p:cNvPr>
          <p:cNvGrpSpPr/>
          <p:nvPr/>
        </p:nvGrpSpPr>
        <p:grpSpPr>
          <a:xfrm>
            <a:off x="8317308" y="2975105"/>
            <a:ext cx="1001952" cy="814592"/>
            <a:chOff x="6095200" y="86196"/>
            <a:chExt cx="1153156" cy="937523"/>
          </a:xfrm>
        </p:grpSpPr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EBDF0B66-0BCB-438D-B5A5-204CE09C230F}"/>
                </a:ext>
              </a:extLst>
            </p:cNvPr>
            <p:cNvCxnSpPr>
              <a:cxnSpLocks/>
            </p:cNvCxnSpPr>
            <p:nvPr/>
          </p:nvCxnSpPr>
          <p:spPr>
            <a:xfrm>
              <a:off x="6502870" y="782175"/>
              <a:ext cx="363442" cy="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1554358E-A756-4E34-AD44-5C8E42D7A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8390" y="432919"/>
              <a:ext cx="0" cy="355792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F9381824-E8D5-4BFC-91DD-94D582F39669}"/>
                    </a:ext>
                  </a:extLst>
                </p:cNvPr>
                <p:cNvSpPr txBox="1"/>
                <p:nvPr/>
              </p:nvSpPr>
              <p:spPr>
                <a:xfrm>
                  <a:off x="6747663" y="592474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F9381824-E8D5-4BFC-91DD-94D582F39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7663" y="592474"/>
                  <a:ext cx="50069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E2D19B0-E246-47EA-BEFF-DC7713F756AE}"/>
                    </a:ext>
                  </a:extLst>
                </p:cNvPr>
                <p:cNvSpPr txBox="1"/>
                <p:nvPr/>
              </p:nvSpPr>
              <p:spPr>
                <a:xfrm>
                  <a:off x="6281529" y="86196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E2D19B0-E246-47EA-BEFF-DC7713F75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1529" y="86196"/>
                  <a:ext cx="50069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2264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86C01793-27FB-4469-B902-77A19DA60798}"/>
                </a:ext>
              </a:extLst>
            </p:cNvPr>
            <p:cNvGrpSpPr/>
            <p:nvPr/>
          </p:nvGrpSpPr>
          <p:grpSpPr>
            <a:xfrm>
              <a:off x="6473200" y="745891"/>
              <a:ext cx="77620" cy="77620"/>
              <a:chOff x="5995892" y="914379"/>
              <a:chExt cx="540639" cy="540639"/>
            </a:xfrm>
          </p:grpSpPr>
          <p:sp>
            <p:nvSpPr>
              <p:cNvPr id="61" name="圓形: 空心 60">
                <a:extLst>
                  <a:ext uri="{FF2B5EF4-FFF2-40B4-BE49-F238E27FC236}">
                    <a16:creationId xmlns:a16="http://schemas.microsoft.com/office/drawing/2014/main" id="{4095E452-70E7-4ED1-B8B6-9B95E719916F}"/>
                  </a:ext>
                </a:extLst>
              </p:cNvPr>
              <p:cNvSpPr/>
              <p:nvPr/>
            </p:nvSpPr>
            <p:spPr>
              <a:xfrm>
                <a:off x="5995892" y="914379"/>
                <a:ext cx="540639" cy="540639"/>
              </a:xfrm>
              <a:prstGeom prst="donut">
                <a:avLst>
                  <a:gd name="adj" fmla="val 3844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590205C3-404B-47C5-9E3F-133C45A0FF04}"/>
                  </a:ext>
                </a:extLst>
              </p:cNvPr>
              <p:cNvSpPr/>
              <p:nvPr/>
            </p:nvSpPr>
            <p:spPr>
              <a:xfrm>
                <a:off x="6200578" y="1119065"/>
                <a:ext cx="131269" cy="13126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AC21DCA-45FB-481B-8FAD-616224AF2E4F}"/>
                    </a:ext>
                  </a:extLst>
                </p:cNvPr>
                <p:cNvSpPr txBox="1"/>
                <p:nvPr/>
              </p:nvSpPr>
              <p:spPr>
                <a:xfrm>
                  <a:off x="6095200" y="654387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AC21DCA-45FB-481B-8FAD-616224AF2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200" y="654387"/>
                  <a:ext cx="50069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5FDA83A2-C41F-4A11-8390-268C85ADC071}"/>
              </a:ext>
            </a:extLst>
          </p:cNvPr>
          <p:cNvGrpSpPr/>
          <p:nvPr/>
        </p:nvGrpSpPr>
        <p:grpSpPr>
          <a:xfrm>
            <a:off x="9446082" y="3630795"/>
            <a:ext cx="2186744" cy="1883192"/>
            <a:chOff x="4630105" y="93366"/>
            <a:chExt cx="1879637" cy="1618713"/>
          </a:xfrm>
        </p:grpSpPr>
        <p:sp>
          <p:nvSpPr>
            <p:cNvPr id="18" name="六邊形 17">
              <a:extLst>
                <a:ext uri="{FF2B5EF4-FFF2-40B4-BE49-F238E27FC236}">
                  <a16:creationId xmlns:a16="http://schemas.microsoft.com/office/drawing/2014/main" id="{F0697EBA-83D2-4D22-8B5F-6081014D393C}"/>
                </a:ext>
              </a:extLst>
            </p:cNvPr>
            <p:cNvSpPr/>
            <p:nvPr/>
          </p:nvSpPr>
          <p:spPr>
            <a:xfrm>
              <a:off x="4630105" y="432916"/>
              <a:ext cx="1483948" cy="1279163"/>
            </a:xfrm>
            <a:prstGeom prst="hexagon">
              <a:avLst>
                <a:gd name="adj" fmla="val 29067"/>
                <a:gd name="vf" fmla="val 11547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4A972CE0-B624-471F-AEE8-237ADA8C4A64}"/>
                    </a:ext>
                  </a:extLst>
                </p:cNvPr>
                <p:cNvSpPr txBox="1"/>
                <p:nvPr/>
              </p:nvSpPr>
              <p:spPr>
                <a:xfrm>
                  <a:off x="6009049" y="1044766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4A972CE0-B624-471F-AEE8-237ADA8C4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9049" y="1044766"/>
                  <a:ext cx="500693" cy="29433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5D18D05-50DF-4D1E-AAFB-B58A0119A134}"/>
                    </a:ext>
                  </a:extLst>
                </p:cNvPr>
                <p:cNvSpPr txBox="1"/>
                <p:nvPr/>
              </p:nvSpPr>
              <p:spPr>
                <a:xfrm>
                  <a:off x="5510827" y="93366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5D18D05-50DF-4D1E-AAFB-B58A0119A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827" y="93366"/>
                  <a:ext cx="500693" cy="29433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9889234A-4146-4DFD-A384-1D93E5EBD06B}"/>
                    </a:ext>
                  </a:extLst>
                </p:cNvPr>
                <p:cNvSpPr txBox="1"/>
                <p:nvPr/>
              </p:nvSpPr>
              <p:spPr>
                <a:xfrm>
                  <a:off x="5830031" y="479920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9889234A-4146-4DFD-A384-1D93E5EBD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031" y="479920"/>
                  <a:ext cx="500693" cy="29433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123D994E-8905-46CD-8FAE-24B0A3D5508E}"/>
                </a:ext>
              </a:extLst>
            </p:cNvPr>
            <p:cNvSpPr/>
            <p:nvPr/>
          </p:nvSpPr>
          <p:spPr>
            <a:xfrm rot="1800318">
              <a:off x="5704815" y="395314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9FDB16D7-52BC-493A-B1B4-54F5D3236A58}"/>
                </a:ext>
              </a:extLst>
            </p:cNvPr>
            <p:cNvSpPr/>
            <p:nvPr/>
          </p:nvSpPr>
          <p:spPr>
            <a:xfrm rot="1800318">
              <a:off x="6073550" y="103486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283E8ED5-0F51-4EE2-9FDC-01B1883EA98B}"/>
                    </a:ext>
                  </a:extLst>
                </p:cNvPr>
                <p:cNvSpPr txBox="1"/>
                <p:nvPr/>
              </p:nvSpPr>
              <p:spPr>
                <a:xfrm>
                  <a:off x="4942271" y="1044766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Γ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283E8ED5-0F51-4EE2-9FDC-01B1883EA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2271" y="1044766"/>
                  <a:ext cx="500693" cy="29433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4305C0AF-4D0C-479E-BADB-A00EC0C525F7}"/>
                </a:ext>
              </a:extLst>
            </p:cNvPr>
            <p:cNvSpPr/>
            <p:nvPr/>
          </p:nvSpPr>
          <p:spPr>
            <a:xfrm rot="1800318">
              <a:off x="5889183" y="715090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83BDADA2-A496-476E-A8BC-AD2B3166E19F}"/>
                </a:ext>
              </a:extLst>
            </p:cNvPr>
            <p:cNvSpPr/>
            <p:nvPr/>
          </p:nvSpPr>
          <p:spPr>
            <a:xfrm rot="1800318">
              <a:off x="5336079" y="103486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439E7B51-CDCD-4B79-8B92-358AA3EAEF51}"/>
                </a:ext>
              </a:extLst>
            </p:cNvPr>
            <p:cNvSpPr/>
            <p:nvPr/>
          </p:nvSpPr>
          <p:spPr>
            <a:xfrm rot="1800318">
              <a:off x="5520447" y="715905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14C492AD-7AB9-49BB-A7CA-6E2AAF76DFD2}"/>
                </a:ext>
              </a:extLst>
            </p:cNvPr>
            <p:cNvSpPr/>
            <p:nvPr/>
          </p:nvSpPr>
          <p:spPr>
            <a:xfrm rot="1800318">
              <a:off x="5704815" y="1034866"/>
              <a:ext cx="72000" cy="72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749DBA2-3861-4B36-B154-DD4BD215C4D4}"/>
                    </a:ext>
                  </a:extLst>
                </p:cNvPr>
                <p:cNvSpPr txBox="1"/>
                <p:nvPr/>
              </p:nvSpPr>
              <p:spPr>
                <a:xfrm>
                  <a:off x="5177253" y="479920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’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5749DBA2-3861-4B36-B154-DD4BD215C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7253" y="479920"/>
                  <a:ext cx="500693" cy="294333"/>
                </a:xfrm>
                <a:prstGeom prst="rect">
                  <a:avLst/>
                </a:prstGeom>
                <a:blipFill>
                  <a:blip r:embed="rId10"/>
                  <a:stretch>
                    <a:fillRect b="-175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174AD440-EBE8-40B0-A2C0-B223506D29B0}"/>
                    </a:ext>
                  </a:extLst>
                </p:cNvPr>
                <p:cNvSpPr txBox="1"/>
                <p:nvPr/>
              </p:nvSpPr>
              <p:spPr>
                <a:xfrm>
                  <a:off x="5510827" y="1044766"/>
                  <a:ext cx="500693" cy="294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174AD440-EBE8-40B0-A2C0-B223506D2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0827" y="1044766"/>
                  <a:ext cx="500693" cy="294333"/>
                </a:xfrm>
                <a:prstGeom prst="rect">
                  <a:avLst/>
                </a:prstGeom>
                <a:blipFill>
                  <a:blip r:embed="rId11"/>
                  <a:stretch>
                    <a:fillRect b="-196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E588A180-2FB7-4D06-B54F-8C8BE4B436B6}"/>
              </a:ext>
            </a:extLst>
          </p:cNvPr>
          <p:cNvGrpSpPr/>
          <p:nvPr/>
        </p:nvGrpSpPr>
        <p:grpSpPr>
          <a:xfrm>
            <a:off x="8317308" y="4909152"/>
            <a:ext cx="1001952" cy="814592"/>
            <a:chOff x="6095200" y="86196"/>
            <a:chExt cx="1153156" cy="937523"/>
          </a:xfrm>
        </p:grpSpPr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80C7D949-C218-4433-B52A-F2DE23D67403}"/>
                </a:ext>
              </a:extLst>
            </p:cNvPr>
            <p:cNvCxnSpPr>
              <a:cxnSpLocks/>
            </p:cNvCxnSpPr>
            <p:nvPr/>
          </p:nvCxnSpPr>
          <p:spPr>
            <a:xfrm>
              <a:off x="6502870" y="782175"/>
              <a:ext cx="363442" cy="0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DFD5C945-0593-467A-B538-CF53EC4B4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8390" y="432919"/>
              <a:ext cx="0" cy="355792"/>
            </a:xfrm>
            <a:prstGeom prst="straightConnector1">
              <a:avLst/>
            </a:prstGeom>
            <a:solidFill>
              <a:schemeClr val="bg1"/>
            </a:solidFill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A85838C4-7CEB-42A7-9F9D-8F4611F3AD3B}"/>
                    </a:ext>
                  </a:extLst>
                </p:cNvPr>
                <p:cNvSpPr txBox="1"/>
                <p:nvPr/>
              </p:nvSpPr>
              <p:spPr>
                <a:xfrm>
                  <a:off x="6747663" y="592474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A85838C4-7CEB-42A7-9F9D-8F4611F3AD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7663" y="592474"/>
                  <a:ext cx="500693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94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3519F496-065B-4C4E-8ED7-71C585DD926B}"/>
                    </a:ext>
                  </a:extLst>
                </p:cNvPr>
                <p:cNvSpPr txBox="1"/>
                <p:nvPr/>
              </p:nvSpPr>
              <p:spPr>
                <a:xfrm>
                  <a:off x="6281529" y="86196"/>
                  <a:ext cx="500693" cy="3912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3519F496-065B-4C4E-8ED7-71C585DD9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1529" y="86196"/>
                  <a:ext cx="500693" cy="391261"/>
                </a:xfrm>
                <a:prstGeom prst="rect">
                  <a:avLst/>
                </a:prstGeom>
                <a:blipFill>
                  <a:blip r:embed="rId13"/>
                  <a:stretch>
                    <a:fillRect b="-196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id="{495DF09D-1858-4C50-8BC1-76A72A31389C}"/>
                </a:ext>
              </a:extLst>
            </p:cNvPr>
            <p:cNvGrpSpPr/>
            <p:nvPr/>
          </p:nvGrpSpPr>
          <p:grpSpPr>
            <a:xfrm>
              <a:off x="6473200" y="745891"/>
              <a:ext cx="77620" cy="77620"/>
              <a:chOff x="5995892" y="914379"/>
              <a:chExt cx="540639" cy="540639"/>
            </a:xfrm>
          </p:grpSpPr>
          <p:sp>
            <p:nvSpPr>
              <p:cNvPr id="86" name="圓形: 空心 85">
                <a:extLst>
                  <a:ext uri="{FF2B5EF4-FFF2-40B4-BE49-F238E27FC236}">
                    <a16:creationId xmlns:a16="http://schemas.microsoft.com/office/drawing/2014/main" id="{ACE52A13-FB9D-4060-9C97-8A67AFE54A4A}"/>
                  </a:ext>
                </a:extLst>
              </p:cNvPr>
              <p:cNvSpPr/>
              <p:nvPr/>
            </p:nvSpPr>
            <p:spPr>
              <a:xfrm>
                <a:off x="5995892" y="914379"/>
                <a:ext cx="540639" cy="540639"/>
              </a:xfrm>
              <a:prstGeom prst="donut">
                <a:avLst>
                  <a:gd name="adj" fmla="val 38442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橢圓 86">
                <a:extLst>
                  <a:ext uri="{FF2B5EF4-FFF2-40B4-BE49-F238E27FC236}">
                    <a16:creationId xmlns:a16="http://schemas.microsoft.com/office/drawing/2014/main" id="{149EA94D-64FC-4D0B-8973-99184378A3FF}"/>
                  </a:ext>
                </a:extLst>
              </p:cNvPr>
              <p:cNvSpPr/>
              <p:nvPr/>
            </p:nvSpPr>
            <p:spPr>
              <a:xfrm>
                <a:off x="6200578" y="1119065"/>
                <a:ext cx="131269" cy="13126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F292124-D26C-4A4D-B471-6E640C42DA47}"/>
                    </a:ext>
                  </a:extLst>
                </p:cNvPr>
                <p:cNvSpPr txBox="1"/>
                <p:nvPr/>
              </p:nvSpPr>
              <p:spPr>
                <a:xfrm>
                  <a:off x="6095200" y="654387"/>
                  <a:ext cx="5006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F292124-D26C-4A4D-B471-6E640C42D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200" y="654387"/>
                  <a:ext cx="500693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94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73EED529-FC4A-4D4B-BB11-FD5158CE3413}"/>
              </a:ext>
            </a:extLst>
          </p:cNvPr>
          <p:cNvGrpSpPr/>
          <p:nvPr/>
        </p:nvGrpSpPr>
        <p:grpSpPr>
          <a:xfrm>
            <a:off x="8317308" y="550732"/>
            <a:ext cx="1001952" cy="814592"/>
            <a:chOff x="1884085" y="953133"/>
            <a:chExt cx="1153156" cy="937523"/>
          </a:xfrm>
        </p:grpSpPr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D3C30B12-C841-478A-8023-FFA4E768F38A}"/>
                </a:ext>
              </a:extLst>
            </p:cNvPr>
            <p:cNvGrpSpPr/>
            <p:nvPr/>
          </p:nvGrpSpPr>
          <p:grpSpPr>
            <a:xfrm>
              <a:off x="1884085" y="953133"/>
              <a:ext cx="1153156" cy="937523"/>
              <a:chOff x="6095200" y="86196"/>
              <a:chExt cx="1153156" cy="93752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2264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線單箭頭接點 66">
                <a:extLst>
                  <a:ext uri="{FF2B5EF4-FFF2-40B4-BE49-F238E27FC236}">
                    <a16:creationId xmlns:a16="http://schemas.microsoft.com/office/drawing/2014/main" id="{89E15BBF-7670-4A3F-BADB-C7EFDDB3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C471E3AC-049E-4231-A4DD-08949586D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9" y="86196"/>
                    <a:ext cx="50069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9" y="86196"/>
                    <a:ext cx="500693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8612E472-0341-4444-B726-C876552B0738}"/>
                </a:ext>
              </a:extLst>
            </p:cNvPr>
            <p:cNvGrpSpPr/>
            <p:nvPr/>
          </p:nvGrpSpPr>
          <p:grpSpPr>
            <a:xfrm>
              <a:off x="2265833" y="1610990"/>
              <a:ext cx="79200" cy="79200"/>
              <a:chOff x="406078" y="1237436"/>
              <a:chExt cx="1456060" cy="1456060"/>
            </a:xfrm>
          </p:grpSpPr>
          <p:sp>
            <p:nvSpPr>
              <p:cNvPr id="76" name="橢圓 75">
                <a:extLst>
                  <a:ext uri="{FF2B5EF4-FFF2-40B4-BE49-F238E27FC236}">
                    <a16:creationId xmlns:a16="http://schemas.microsoft.com/office/drawing/2014/main" id="{99874BD5-0A9D-4A6D-80FA-8D320A783253}"/>
                  </a:ext>
                </a:extLst>
              </p:cNvPr>
              <p:cNvSpPr/>
              <p:nvPr/>
            </p:nvSpPr>
            <p:spPr>
              <a:xfrm>
                <a:off x="595101" y="1426459"/>
                <a:ext cx="1078014" cy="107801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77" name="乘號 76">
                <a:extLst>
                  <a:ext uri="{FF2B5EF4-FFF2-40B4-BE49-F238E27FC236}">
                    <a16:creationId xmlns:a16="http://schemas.microsoft.com/office/drawing/2014/main" id="{FD21A3C2-4C45-4FF7-926A-5DE21AAFEF4F}"/>
                  </a:ext>
                </a:extLst>
              </p:cNvPr>
              <p:cNvSpPr/>
              <p:nvPr/>
            </p:nvSpPr>
            <p:spPr>
              <a:xfrm>
                <a:off x="406078" y="1237436"/>
                <a:ext cx="1456060" cy="1456060"/>
              </a:xfrm>
              <a:prstGeom prst="mathMultiply">
                <a:avLst>
                  <a:gd name="adj1" fmla="val 376"/>
                </a:avLst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50863B7-43C0-41E1-BDE4-A077FED16DAB}"/>
              </a:ext>
            </a:extLst>
          </p:cNvPr>
          <p:cNvGrpSpPr/>
          <p:nvPr/>
        </p:nvGrpSpPr>
        <p:grpSpPr>
          <a:xfrm>
            <a:off x="433761" y="838201"/>
            <a:ext cx="7491040" cy="4926014"/>
            <a:chOff x="1483625" y="635659"/>
            <a:chExt cx="9213130" cy="605843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2880606-AA17-462B-82D0-1F146FA2C58A}"/>
                </a:ext>
              </a:extLst>
            </p:cNvPr>
            <p:cNvSpPr/>
            <p:nvPr/>
          </p:nvSpPr>
          <p:spPr>
            <a:xfrm>
              <a:off x="1535502" y="655608"/>
              <a:ext cx="9161253" cy="6038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C19DBC62-3059-4DD9-BB31-B2E00EBCC6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3" t="7368"/>
            <a:stretch/>
          </p:blipFill>
          <p:spPr>
            <a:xfrm>
              <a:off x="1915063" y="880094"/>
              <a:ext cx="8704053" cy="5727739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D73DE3EC-6A51-412D-B4BF-FC0F69DF4AB8}"/>
                </a:ext>
              </a:extLst>
            </p:cNvPr>
            <p:cNvSpPr txBox="1"/>
            <p:nvPr/>
          </p:nvSpPr>
          <p:spPr>
            <a:xfrm>
              <a:off x="2303406" y="644286"/>
              <a:ext cx="1162772" cy="45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Bulk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9692366-D237-4840-90EC-D60BC3D25066}"/>
                </a:ext>
              </a:extLst>
            </p:cNvPr>
            <p:cNvSpPr txBox="1"/>
            <p:nvPr/>
          </p:nvSpPr>
          <p:spPr>
            <a:xfrm>
              <a:off x="3976779" y="635659"/>
              <a:ext cx="2214108" cy="45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Quadrilayer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0BDB668E-1E46-40E1-BDD6-8ED8D59CBC1E}"/>
                </a:ext>
              </a:extLst>
            </p:cNvPr>
            <p:cNvSpPr txBox="1"/>
            <p:nvPr/>
          </p:nvSpPr>
          <p:spPr>
            <a:xfrm>
              <a:off x="6199519" y="644286"/>
              <a:ext cx="2214108" cy="45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Bilayer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D9E8E7A6-99BD-4EDE-B9AC-66C93843D161}"/>
                </a:ext>
              </a:extLst>
            </p:cNvPr>
            <p:cNvSpPr txBox="1"/>
            <p:nvPr/>
          </p:nvSpPr>
          <p:spPr>
            <a:xfrm>
              <a:off x="8482647" y="644286"/>
              <a:ext cx="2214108" cy="45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Monolayer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C849950-3412-4CFB-83BE-CD1FDB918AD8}"/>
                </a:ext>
              </a:extLst>
            </p:cNvPr>
            <p:cNvSpPr txBox="1"/>
            <p:nvPr/>
          </p:nvSpPr>
          <p:spPr>
            <a:xfrm rot="16200000">
              <a:off x="946295" y="3153827"/>
              <a:ext cx="1529224" cy="45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Energy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222275CC-8746-4A24-9EC2-87E6EB718A19}"/>
              </a:ext>
            </a:extLst>
          </p:cNvPr>
          <p:cNvSpPr txBox="1"/>
          <p:nvPr/>
        </p:nvSpPr>
        <p:spPr>
          <a:xfrm>
            <a:off x="123825" y="457200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(a)</a:t>
            </a:r>
            <a:endParaRPr lang="zh-TW" altLang="en-US" dirty="0"/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40C23607-93F0-430D-99CE-D32AB785B967}"/>
              </a:ext>
            </a:extLst>
          </p:cNvPr>
          <p:cNvSpPr txBox="1"/>
          <p:nvPr/>
        </p:nvSpPr>
        <p:spPr>
          <a:xfrm>
            <a:off x="8000147" y="457200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(b)</a:t>
            </a:r>
            <a:endParaRPr lang="zh-TW" altLang="en-US" dirty="0"/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A60362D-4BAD-4D2F-90B2-31CB316F6673}"/>
              </a:ext>
            </a:extLst>
          </p:cNvPr>
          <p:cNvSpPr txBox="1"/>
          <p:nvPr/>
        </p:nvSpPr>
        <p:spPr>
          <a:xfrm>
            <a:off x="8000147" y="2176312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(c)</a:t>
            </a:r>
            <a:endParaRPr lang="zh-TW" altLang="en-US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E4B7BA61-589C-45E5-A295-84E3D26F9EA7}"/>
              </a:ext>
            </a:extLst>
          </p:cNvPr>
          <p:cNvSpPr txBox="1"/>
          <p:nvPr/>
        </p:nvSpPr>
        <p:spPr>
          <a:xfrm>
            <a:off x="8000147" y="4376882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(d)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11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34</Words>
  <Application>Microsoft Office PowerPoint</Application>
  <PresentationFormat>自訂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12</cp:revision>
  <dcterms:created xsi:type="dcterms:W3CDTF">2026-03-17T09:39:46Z</dcterms:created>
  <dcterms:modified xsi:type="dcterms:W3CDTF">2026-03-31T09:50:01Z</dcterms:modified>
</cp:coreProperties>
</file>