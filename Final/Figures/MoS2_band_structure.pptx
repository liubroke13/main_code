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749189-71A2-488C-AF08-F0955153F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B30AC7F-A4B9-451A-8E56-D7B8A990C8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697B2DD-0DA9-44F3-9C60-14AD348FF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F21BF-7999-4603-8982-00A319506255}" type="datetimeFigureOut">
              <a:rPr lang="zh-TW" altLang="en-US" smtClean="0"/>
              <a:t>2026/3/17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61F5FB5-809A-431B-B14C-08CD931A5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E9E784F-5755-4BF8-8481-0253A10F5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71BD6-2942-41CB-9F22-40079F6CF69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0770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146219-AE5A-4862-A9FB-EBD0B9DA1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5166741-FE59-4A0C-A1E2-DB0C4A3E16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39428E1-AF38-4F5B-92A3-4C3C180BD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F21BF-7999-4603-8982-00A319506255}" type="datetimeFigureOut">
              <a:rPr lang="zh-TW" altLang="en-US" smtClean="0"/>
              <a:t>2026/3/17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0253F7C-209B-461C-BADB-1A5981110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76AEE1D-C454-4F34-9B04-25B9E5854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71BD6-2942-41CB-9F22-40079F6CF69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0686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69EFDEE-9E9C-46A7-B308-30EB886E5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9BD2695-9D6E-4DE0-B16F-37A7DCAAC5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8C65126-25ED-4C38-A907-14BACB25E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F21BF-7999-4603-8982-00A319506255}" type="datetimeFigureOut">
              <a:rPr lang="zh-TW" altLang="en-US" smtClean="0"/>
              <a:t>2026/3/17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2C3669F-960E-4A05-BC4F-54C85AB0C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43558E3-598C-4190-9F42-D2ED46017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71BD6-2942-41CB-9F22-40079F6CF69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07161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CFD828-0E44-46EE-85F6-0E8BD6F34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9CF69C1-C5D0-480A-A76E-61A1E43BCD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6082E8C-EA0B-4452-A977-FED6E565DF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FE1C4DB-D367-4B34-A982-5F42CFABE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F21BF-7999-4603-8982-00A319506255}" type="datetimeFigureOut">
              <a:rPr lang="zh-TW" altLang="en-US" smtClean="0"/>
              <a:t>2026/3/17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2FABFD9-03B3-4116-8454-FA4BFDE05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8E963B6-958F-4BF1-926B-4BCC589FE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71BD6-2942-41CB-9F22-40079F6CF69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6878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BB9D19-A6C8-4C3E-9C43-7C789658F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F031E8C-47B4-48DB-9282-083768140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FE2CBC7C-AD96-402A-93DA-1F698E0F97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03D533C-E42F-4A6C-8518-148CFEE41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75BE73B-1444-41FA-BDD2-9C2FF86CF7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B51EB8B4-5A86-4AA2-9DCA-8A027FE88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F21BF-7999-4603-8982-00A319506255}" type="datetimeFigureOut">
              <a:rPr lang="zh-TW" altLang="en-US" smtClean="0"/>
              <a:t>2026/3/17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D9C75ABF-B7F9-476F-92FC-A756BE694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5C5EDBB2-3481-4683-9BDF-A6ADB8BC2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71BD6-2942-41CB-9F22-40079F6CF69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235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62C799-34E3-4600-8C01-558D8890A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DD2F0A78-ACD8-4B12-AAB1-915EFDCB0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F21BF-7999-4603-8982-00A319506255}" type="datetimeFigureOut">
              <a:rPr lang="zh-TW" altLang="en-US" smtClean="0"/>
              <a:t>2026/3/17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EDE56E69-2D38-4327-BA20-1A28FDCEC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E5882F2-0E10-4F89-8BD7-C7184EC0B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71BD6-2942-41CB-9F22-40079F6CF69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808036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35EF0BD4-7373-4A68-AF85-11ECE66803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F21BF-7999-4603-8982-00A319506255}" type="datetimeFigureOut">
              <a:rPr lang="zh-TW" altLang="en-US" smtClean="0"/>
              <a:t>2026/3/17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10702B16-2794-43AD-AEE7-EFD30C703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50392AE-8553-4F1F-9042-B1D501CA0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71BD6-2942-41CB-9F22-40079F6CF69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20702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72FC23-2809-46C9-AE84-925AAA4C5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55D1D07-E81E-43A7-979B-F206D2D508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DF3C328D-EA6F-4365-AFF5-C6C9754C98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CDA9DED-3353-447E-9E58-5361DDF46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F21BF-7999-4603-8982-00A319506255}" type="datetimeFigureOut">
              <a:rPr lang="zh-TW" altLang="en-US" smtClean="0"/>
              <a:t>2026/3/17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1933A57-6B01-4443-838B-BDFAFED10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C10B20F-3144-4AE7-A368-3F92AA027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71BD6-2942-41CB-9F22-40079F6CF69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5218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8F5348-AA41-46EB-B4C4-6FEA42582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EFAC5B38-95C1-4E02-A263-586FA414BF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D28D6D4-40DF-487B-AEA7-C6A255D72D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735D3F6-DDAA-44BC-9388-20AD8794D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F21BF-7999-4603-8982-00A319506255}" type="datetimeFigureOut">
              <a:rPr lang="zh-TW" altLang="en-US" smtClean="0"/>
              <a:t>2026/3/17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27337CC-7E02-493E-8BB8-24D81D055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E30E554-17FD-4243-99CA-B5BE4593D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71BD6-2942-41CB-9F22-40079F6CF69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9931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5D80FD-7D8F-4B15-935C-1DC9C755F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2FFD612-9D17-4529-88A7-1CBD55B572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CC945A7-22D4-4C84-966B-DDD64726A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F21BF-7999-4603-8982-00A319506255}" type="datetimeFigureOut">
              <a:rPr lang="zh-TW" altLang="en-US" smtClean="0"/>
              <a:t>2026/3/17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CC237B5-2C5F-44E7-9EE6-135045868D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406B630-E6E2-49BD-A1AF-75DF04142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71BD6-2942-41CB-9F22-40079F6CF69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013073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E59816B-21DD-496E-9982-50C89084BE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6AE40A3-FA5A-406D-AA9D-CC2C0D58DC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DE2A740-0C5B-49DC-88AE-EB2D422B3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F21BF-7999-4603-8982-00A319506255}" type="datetimeFigureOut">
              <a:rPr lang="zh-TW" altLang="en-US" smtClean="0"/>
              <a:t>2026/3/17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3D0D4CB-6638-4855-B864-5ADFE4C0A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F7B4F50-4505-4892-8188-C85C2F123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71BD6-2942-41CB-9F22-40079F6CF69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17198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CA80CAB4-5AEE-414E-AD46-D199E6CE5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2D28F8D-8B06-4975-8D1A-3DF14B2B4B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97DE6D8-8006-441A-927C-1F7BB74F73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4F21BF-7999-4603-8982-00A319506255}" type="datetimeFigureOut">
              <a:rPr lang="zh-TW" altLang="en-US" smtClean="0"/>
              <a:t>2026/3/17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290E982-E981-40CA-ADDA-D8349AEB03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A54C50C-F496-4064-9134-4BE92499F9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571BD6-2942-41CB-9F22-40079F6CF69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13250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群組 12">
            <a:extLst>
              <a:ext uri="{FF2B5EF4-FFF2-40B4-BE49-F238E27FC236}">
                <a16:creationId xmlns:a16="http://schemas.microsoft.com/office/drawing/2014/main" id="{F50863B7-43C0-41E1-BDE4-A077FED16DAB}"/>
              </a:ext>
            </a:extLst>
          </p:cNvPr>
          <p:cNvGrpSpPr/>
          <p:nvPr/>
        </p:nvGrpSpPr>
        <p:grpSpPr>
          <a:xfrm>
            <a:off x="1503049" y="409214"/>
            <a:ext cx="9185903" cy="6039573"/>
            <a:chOff x="1510852" y="654525"/>
            <a:chExt cx="9185903" cy="6039573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92880606-AA17-462B-82D0-1F146FA2C58A}"/>
                </a:ext>
              </a:extLst>
            </p:cNvPr>
            <p:cNvSpPr/>
            <p:nvPr/>
          </p:nvSpPr>
          <p:spPr>
            <a:xfrm>
              <a:off x="1535502" y="655608"/>
              <a:ext cx="9161253" cy="603849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C19DBC62-3059-4DD9-BB31-B2E00EBCC6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93" t="7368"/>
            <a:stretch/>
          </p:blipFill>
          <p:spPr>
            <a:xfrm>
              <a:off x="1915063" y="880093"/>
              <a:ext cx="8704053" cy="5727740"/>
            </a:xfrm>
            <a:prstGeom prst="rect">
              <a:avLst/>
            </a:prstGeom>
          </p:spPr>
        </p:pic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D73DE3EC-6A51-412D-B4BF-FC0F69DF4AB8}"/>
                </a:ext>
              </a:extLst>
            </p:cNvPr>
            <p:cNvSpPr txBox="1"/>
            <p:nvPr/>
          </p:nvSpPr>
          <p:spPr>
            <a:xfrm>
              <a:off x="2510287" y="663152"/>
              <a:ext cx="74900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Bulk</a:t>
              </a:r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59692366-D237-4840-90EC-D60BC3D25066}"/>
                </a:ext>
              </a:extLst>
            </p:cNvPr>
            <p:cNvSpPr txBox="1"/>
            <p:nvPr/>
          </p:nvSpPr>
          <p:spPr>
            <a:xfrm>
              <a:off x="4370717" y="654525"/>
              <a:ext cx="14262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0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Quadrilayer</a:t>
              </a:r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0BDB668E-1E46-40E1-BDD6-8ED8D59CBC1E}"/>
                </a:ext>
              </a:extLst>
            </p:cNvPr>
            <p:cNvSpPr txBox="1"/>
            <p:nvPr/>
          </p:nvSpPr>
          <p:spPr>
            <a:xfrm>
              <a:off x="6593457" y="663152"/>
              <a:ext cx="14262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Bilayer</a:t>
              </a:r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D9E8E7A6-99BD-4EDE-B9AC-66C93843D161}"/>
                </a:ext>
              </a:extLst>
            </p:cNvPr>
            <p:cNvSpPr txBox="1"/>
            <p:nvPr/>
          </p:nvSpPr>
          <p:spPr>
            <a:xfrm>
              <a:off x="8876583" y="663152"/>
              <a:ext cx="14262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Monolayer</a:t>
              </a:r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CC849950-3412-4CFB-83BE-CD1FDB918AD8}"/>
                </a:ext>
              </a:extLst>
            </p:cNvPr>
            <p:cNvSpPr txBox="1"/>
            <p:nvPr/>
          </p:nvSpPr>
          <p:spPr>
            <a:xfrm rot="16200000">
              <a:off x="1247956" y="3181054"/>
              <a:ext cx="92590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Energy</a:t>
              </a:r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211146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寬螢幕</PresentationFormat>
  <Paragraphs>5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7" baseType="lpstr">
      <vt:lpstr>新細明體</vt:lpstr>
      <vt:lpstr>Arial</vt:lpstr>
      <vt:lpstr>Calibri</vt:lpstr>
      <vt:lpstr>Calibri Light</vt:lpstr>
      <vt:lpstr>Times New Roman</vt:lpstr>
      <vt:lpstr>Office 佈景主題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2</cp:revision>
  <dcterms:created xsi:type="dcterms:W3CDTF">2026-03-17T09:39:46Z</dcterms:created>
  <dcterms:modified xsi:type="dcterms:W3CDTF">2026-03-17T09:40:36Z</dcterms:modified>
</cp:coreProperties>
</file>