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52" r:id="rId1"/>
  </p:sldMasterIdLst>
  <p:sldIdLst>
    <p:sldId id="256" r:id="rId2"/>
  </p:sldIdLst>
  <p:sldSz cx="9906000" cy="45894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214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26" y="9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38250" y="751100"/>
            <a:ext cx="7429500" cy="1597813"/>
          </a:xfrm>
        </p:spPr>
        <p:txBody>
          <a:bodyPr anchor="b"/>
          <a:lstStyle>
            <a:lvl1pPr algn="ctr">
              <a:defRPr sz="4015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2410531"/>
            <a:ext cx="7429500" cy="1108058"/>
          </a:xfrm>
        </p:spPr>
        <p:txBody>
          <a:bodyPr/>
          <a:lstStyle>
            <a:lvl1pPr marL="0" indent="0" algn="ctr">
              <a:buNone/>
              <a:defRPr sz="1606"/>
            </a:lvl1pPr>
            <a:lvl2pPr marL="305958" indent="0" algn="ctr">
              <a:buNone/>
              <a:defRPr sz="1338"/>
            </a:lvl2pPr>
            <a:lvl3pPr marL="611916" indent="0" algn="ctr">
              <a:buNone/>
              <a:defRPr sz="1205"/>
            </a:lvl3pPr>
            <a:lvl4pPr marL="917875" indent="0" algn="ctr">
              <a:buNone/>
              <a:defRPr sz="1071"/>
            </a:lvl4pPr>
            <a:lvl5pPr marL="1223833" indent="0" algn="ctr">
              <a:buNone/>
              <a:defRPr sz="1071"/>
            </a:lvl5pPr>
            <a:lvl6pPr marL="1529791" indent="0" algn="ctr">
              <a:buNone/>
              <a:defRPr sz="1071"/>
            </a:lvl6pPr>
            <a:lvl7pPr marL="1835749" indent="0" algn="ctr">
              <a:buNone/>
              <a:defRPr sz="1071"/>
            </a:lvl7pPr>
            <a:lvl8pPr marL="2141708" indent="0" algn="ctr">
              <a:buNone/>
              <a:defRPr sz="1071"/>
            </a:lvl8pPr>
            <a:lvl9pPr marL="2447666" indent="0" algn="ctr">
              <a:buNone/>
              <a:defRPr sz="1071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849545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588638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8" y="1144179"/>
            <a:ext cx="8543925" cy="1909089"/>
          </a:xfrm>
        </p:spPr>
        <p:txBody>
          <a:bodyPr anchor="b"/>
          <a:lstStyle>
            <a:lvl1pPr>
              <a:defRPr sz="4015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8" y="3071329"/>
            <a:ext cx="8543925" cy="1003945"/>
          </a:xfrm>
        </p:spPr>
        <p:txBody>
          <a:bodyPr/>
          <a:lstStyle>
            <a:lvl1pPr marL="0" indent="0">
              <a:buNone/>
              <a:defRPr sz="1606">
                <a:solidFill>
                  <a:schemeClr val="tx1">
                    <a:tint val="75000"/>
                  </a:schemeClr>
                </a:solidFill>
              </a:defRPr>
            </a:lvl1pPr>
            <a:lvl2pPr marL="305958" indent="0">
              <a:buNone/>
              <a:defRPr sz="1338">
                <a:solidFill>
                  <a:schemeClr val="tx1">
                    <a:tint val="75000"/>
                  </a:schemeClr>
                </a:solidFill>
              </a:defRPr>
            </a:lvl2pPr>
            <a:lvl3pPr marL="611916" indent="0">
              <a:buNone/>
              <a:defRPr sz="1205">
                <a:solidFill>
                  <a:schemeClr val="tx1">
                    <a:tint val="75000"/>
                  </a:schemeClr>
                </a:solidFill>
              </a:defRPr>
            </a:lvl3pPr>
            <a:lvl4pPr marL="917875" indent="0">
              <a:buNone/>
              <a:defRPr sz="1071">
                <a:solidFill>
                  <a:schemeClr val="tx1">
                    <a:tint val="75000"/>
                  </a:schemeClr>
                </a:solidFill>
              </a:defRPr>
            </a:lvl4pPr>
            <a:lvl5pPr marL="1223833" indent="0">
              <a:buNone/>
              <a:defRPr sz="1071">
                <a:solidFill>
                  <a:schemeClr val="tx1">
                    <a:tint val="75000"/>
                  </a:schemeClr>
                </a:solidFill>
              </a:defRPr>
            </a:lvl5pPr>
            <a:lvl6pPr marL="1529791" indent="0">
              <a:buNone/>
              <a:defRPr sz="1071">
                <a:solidFill>
                  <a:schemeClr val="tx1">
                    <a:tint val="75000"/>
                  </a:schemeClr>
                </a:solidFill>
              </a:defRPr>
            </a:lvl6pPr>
            <a:lvl7pPr marL="1835749" indent="0">
              <a:buNone/>
              <a:defRPr sz="1071">
                <a:solidFill>
                  <a:schemeClr val="tx1">
                    <a:tint val="75000"/>
                  </a:schemeClr>
                </a:solidFill>
              </a:defRPr>
            </a:lvl7pPr>
            <a:lvl8pPr marL="2141708" indent="0">
              <a:buNone/>
              <a:defRPr sz="1071">
                <a:solidFill>
                  <a:schemeClr val="tx1">
                    <a:tint val="75000"/>
                  </a:schemeClr>
                </a:solidFill>
              </a:defRPr>
            </a:lvl8pPr>
            <a:lvl9pPr marL="2447666" indent="0">
              <a:buNone/>
              <a:defRPr sz="107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160787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221732"/>
            <a:ext cx="4210050" cy="2911972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221732"/>
            <a:ext cx="4210050" cy="2911972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588934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244347"/>
            <a:ext cx="8543925" cy="887084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8" y="1125056"/>
            <a:ext cx="4190702" cy="551373"/>
          </a:xfrm>
        </p:spPr>
        <p:txBody>
          <a:bodyPr anchor="b"/>
          <a:lstStyle>
            <a:lvl1pPr marL="0" indent="0">
              <a:buNone/>
              <a:defRPr sz="1606" b="1"/>
            </a:lvl1pPr>
            <a:lvl2pPr marL="305958" indent="0">
              <a:buNone/>
              <a:defRPr sz="1338" b="1"/>
            </a:lvl2pPr>
            <a:lvl3pPr marL="611916" indent="0">
              <a:buNone/>
              <a:defRPr sz="1205" b="1"/>
            </a:lvl3pPr>
            <a:lvl4pPr marL="917875" indent="0">
              <a:buNone/>
              <a:defRPr sz="1071" b="1"/>
            </a:lvl4pPr>
            <a:lvl5pPr marL="1223833" indent="0">
              <a:buNone/>
              <a:defRPr sz="1071" b="1"/>
            </a:lvl5pPr>
            <a:lvl6pPr marL="1529791" indent="0">
              <a:buNone/>
              <a:defRPr sz="1071" b="1"/>
            </a:lvl6pPr>
            <a:lvl7pPr marL="1835749" indent="0">
              <a:buNone/>
              <a:defRPr sz="1071" b="1"/>
            </a:lvl7pPr>
            <a:lvl8pPr marL="2141708" indent="0">
              <a:buNone/>
              <a:defRPr sz="1071" b="1"/>
            </a:lvl8pPr>
            <a:lvl9pPr marL="2447666" indent="0">
              <a:buNone/>
              <a:defRPr sz="1071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8" y="1676429"/>
            <a:ext cx="4190702" cy="2465774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125056"/>
            <a:ext cx="4211340" cy="551373"/>
          </a:xfrm>
        </p:spPr>
        <p:txBody>
          <a:bodyPr anchor="b"/>
          <a:lstStyle>
            <a:lvl1pPr marL="0" indent="0">
              <a:buNone/>
              <a:defRPr sz="1606" b="1"/>
            </a:lvl1pPr>
            <a:lvl2pPr marL="305958" indent="0">
              <a:buNone/>
              <a:defRPr sz="1338" b="1"/>
            </a:lvl2pPr>
            <a:lvl3pPr marL="611916" indent="0">
              <a:buNone/>
              <a:defRPr sz="1205" b="1"/>
            </a:lvl3pPr>
            <a:lvl4pPr marL="917875" indent="0">
              <a:buNone/>
              <a:defRPr sz="1071" b="1"/>
            </a:lvl4pPr>
            <a:lvl5pPr marL="1223833" indent="0">
              <a:buNone/>
              <a:defRPr sz="1071" b="1"/>
            </a:lvl5pPr>
            <a:lvl6pPr marL="1529791" indent="0">
              <a:buNone/>
              <a:defRPr sz="1071" b="1"/>
            </a:lvl6pPr>
            <a:lvl7pPr marL="1835749" indent="0">
              <a:buNone/>
              <a:defRPr sz="1071" b="1"/>
            </a:lvl7pPr>
            <a:lvl8pPr marL="2141708" indent="0">
              <a:buNone/>
              <a:defRPr sz="1071" b="1"/>
            </a:lvl8pPr>
            <a:lvl9pPr marL="2447666" indent="0">
              <a:buNone/>
              <a:defRPr sz="1071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1676429"/>
            <a:ext cx="4211340" cy="2465774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74014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18155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33099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05964"/>
            <a:ext cx="3194943" cy="1070875"/>
          </a:xfrm>
        </p:spPr>
        <p:txBody>
          <a:bodyPr anchor="b"/>
          <a:lstStyle>
            <a:lvl1pPr>
              <a:defRPr sz="2141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660798"/>
            <a:ext cx="5014913" cy="3261493"/>
          </a:xfrm>
        </p:spPr>
        <p:txBody>
          <a:bodyPr/>
          <a:lstStyle>
            <a:lvl1pPr>
              <a:defRPr sz="2141"/>
            </a:lvl1pPr>
            <a:lvl2pPr>
              <a:defRPr sz="1874"/>
            </a:lvl2pPr>
            <a:lvl3pPr>
              <a:defRPr sz="1606"/>
            </a:lvl3pPr>
            <a:lvl4pPr>
              <a:defRPr sz="1338"/>
            </a:lvl4pPr>
            <a:lvl5pPr>
              <a:defRPr sz="1338"/>
            </a:lvl5pPr>
            <a:lvl6pPr>
              <a:defRPr sz="1338"/>
            </a:lvl6pPr>
            <a:lvl7pPr>
              <a:defRPr sz="1338"/>
            </a:lvl7pPr>
            <a:lvl8pPr>
              <a:defRPr sz="1338"/>
            </a:lvl8pPr>
            <a:lvl9pPr>
              <a:defRPr sz="1338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1376839"/>
            <a:ext cx="3194943" cy="2550764"/>
          </a:xfrm>
        </p:spPr>
        <p:txBody>
          <a:bodyPr/>
          <a:lstStyle>
            <a:lvl1pPr marL="0" indent="0">
              <a:buNone/>
              <a:defRPr sz="1071"/>
            </a:lvl1pPr>
            <a:lvl2pPr marL="305958" indent="0">
              <a:buNone/>
              <a:defRPr sz="937"/>
            </a:lvl2pPr>
            <a:lvl3pPr marL="611916" indent="0">
              <a:buNone/>
              <a:defRPr sz="803"/>
            </a:lvl3pPr>
            <a:lvl4pPr marL="917875" indent="0">
              <a:buNone/>
              <a:defRPr sz="669"/>
            </a:lvl4pPr>
            <a:lvl5pPr marL="1223833" indent="0">
              <a:buNone/>
              <a:defRPr sz="669"/>
            </a:lvl5pPr>
            <a:lvl6pPr marL="1529791" indent="0">
              <a:buNone/>
              <a:defRPr sz="669"/>
            </a:lvl6pPr>
            <a:lvl7pPr marL="1835749" indent="0">
              <a:buNone/>
              <a:defRPr sz="669"/>
            </a:lvl7pPr>
            <a:lvl8pPr marL="2141708" indent="0">
              <a:buNone/>
              <a:defRPr sz="669"/>
            </a:lvl8pPr>
            <a:lvl9pPr marL="2447666" indent="0">
              <a:buNone/>
              <a:defRPr sz="669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97155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05964"/>
            <a:ext cx="3194943" cy="1070875"/>
          </a:xfrm>
        </p:spPr>
        <p:txBody>
          <a:bodyPr anchor="b"/>
          <a:lstStyle>
            <a:lvl1pPr>
              <a:defRPr sz="2141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660798"/>
            <a:ext cx="5014913" cy="3261493"/>
          </a:xfrm>
        </p:spPr>
        <p:txBody>
          <a:bodyPr anchor="t"/>
          <a:lstStyle>
            <a:lvl1pPr marL="0" indent="0">
              <a:buNone/>
              <a:defRPr sz="2141"/>
            </a:lvl1pPr>
            <a:lvl2pPr marL="305958" indent="0">
              <a:buNone/>
              <a:defRPr sz="1874"/>
            </a:lvl2pPr>
            <a:lvl3pPr marL="611916" indent="0">
              <a:buNone/>
              <a:defRPr sz="1606"/>
            </a:lvl3pPr>
            <a:lvl4pPr marL="917875" indent="0">
              <a:buNone/>
              <a:defRPr sz="1338"/>
            </a:lvl4pPr>
            <a:lvl5pPr marL="1223833" indent="0">
              <a:buNone/>
              <a:defRPr sz="1338"/>
            </a:lvl5pPr>
            <a:lvl6pPr marL="1529791" indent="0">
              <a:buNone/>
              <a:defRPr sz="1338"/>
            </a:lvl6pPr>
            <a:lvl7pPr marL="1835749" indent="0">
              <a:buNone/>
              <a:defRPr sz="1338"/>
            </a:lvl7pPr>
            <a:lvl8pPr marL="2141708" indent="0">
              <a:buNone/>
              <a:defRPr sz="1338"/>
            </a:lvl8pPr>
            <a:lvl9pPr marL="2447666" indent="0">
              <a:buNone/>
              <a:defRPr sz="1338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1376839"/>
            <a:ext cx="3194943" cy="2550764"/>
          </a:xfrm>
        </p:spPr>
        <p:txBody>
          <a:bodyPr/>
          <a:lstStyle>
            <a:lvl1pPr marL="0" indent="0">
              <a:buNone/>
              <a:defRPr sz="1071"/>
            </a:lvl1pPr>
            <a:lvl2pPr marL="305958" indent="0">
              <a:buNone/>
              <a:defRPr sz="937"/>
            </a:lvl2pPr>
            <a:lvl3pPr marL="611916" indent="0">
              <a:buNone/>
              <a:defRPr sz="803"/>
            </a:lvl3pPr>
            <a:lvl4pPr marL="917875" indent="0">
              <a:buNone/>
              <a:defRPr sz="669"/>
            </a:lvl4pPr>
            <a:lvl5pPr marL="1223833" indent="0">
              <a:buNone/>
              <a:defRPr sz="669"/>
            </a:lvl5pPr>
            <a:lvl6pPr marL="1529791" indent="0">
              <a:buNone/>
              <a:defRPr sz="669"/>
            </a:lvl6pPr>
            <a:lvl7pPr marL="1835749" indent="0">
              <a:buNone/>
              <a:defRPr sz="669"/>
            </a:lvl7pPr>
            <a:lvl8pPr marL="2141708" indent="0">
              <a:buNone/>
              <a:defRPr sz="669"/>
            </a:lvl8pPr>
            <a:lvl9pPr marL="2447666" indent="0">
              <a:buNone/>
              <a:defRPr sz="669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789153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28349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1" y="244346"/>
            <a:ext cx="2135981" cy="388935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7" y="244346"/>
            <a:ext cx="6284119" cy="388935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73390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244347"/>
            <a:ext cx="8543925" cy="8870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221732"/>
            <a:ext cx="8543925" cy="29119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4253753"/>
            <a:ext cx="2228850" cy="24434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6FB895-B65F-4EA9-9907-69D32227E72B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4253753"/>
            <a:ext cx="3343275" cy="24434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4253753"/>
            <a:ext cx="2228850" cy="24434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776525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3" r:id="rId1"/>
    <p:sldLayoutId id="2147483854" r:id="rId2"/>
    <p:sldLayoutId id="2147483855" r:id="rId3"/>
    <p:sldLayoutId id="2147483856" r:id="rId4"/>
    <p:sldLayoutId id="2147483857" r:id="rId5"/>
    <p:sldLayoutId id="2147483858" r:id="rId6"/>
    <p:sldLayoutId id="2147483859" r:id="rId7"/>
    <p:sldLayoutId id="2147483860" r:id="rId8"/>
    <p:sldLayoutId id="2147483861" r:id="rId9"/>
    <p:sldLayoutId id="2147483862" r:id="rId10"/>
    <p:sldLayoutId id="2147483863" r:id="rId11"/>
  </p:sldLayoutIdLst>
  <p:txStyles>
    <p:titleStyle>
      <a:lvl1pPr algn="l" defTabSz="611916" rtl="0" eaLnBrk="1" latinLnBrk="0" hangingPunct="1">
        <a:lnSpc>
          <a:spcPct val="90000"/>
        </a:lnSpc>
        <a:spcBef>
          <a:spcPct val="0"/>
        </a:spcBef>
        <a:buNone/>
        <a:defRPr sz="294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2979" indent="-152979" algn="l" defTabSz="611916" rtl="0" eaLnBrk="1" latinLnBrk="0" hangingPunct="1">
        <a:lnSpc>
          <a:spcPct val="90000"/>
        </a:lnSpc>
        <a:spcBef>
          <a:spcPts val="669"/>
        </a:spcBef>
        <a:buFont typeface="Arial" panose="020B0604020202020204" pitchFamily="34" charset="0"/>
        <a:buChar char="•"/>
        <a:defRPr sz="1874" kern="1200">
          <a:solidFill>
            <a:schemeClr val="tx1"/>
          </a:solidFill>
          <a:latin typeface="+mn-lt"/>
          <a:ea typeface="+mn-ea"/>
          <a:cs typeface="+mn-cs"/>
        </a:defRPr>
      </a:lvl1pPr>
      <a:lvl2pPr marL="458937" indent="-152979" algn="l" defTabSz="611916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606" kern="1200">
          <a:solidFill>
            <a:schemeClr val="tx1"/>
          </a:solidFill>
          <a:latin typeface="+mn-lt"/>
          <a:ea typeface="+mn-ea"/>
          <a:cs typeface="+mn-cs"/>
        </a:defRPr>
      </a:lvl2pPr>
      <a:lvl3pPr marL="764896" indent="-152979" algn="l" defTabSz="611916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338" kern="1200">
          <a:solidFill>
            <a:schemeClr val="tx1"/>
          </a:solidFill>
          <a:latin typeface="+mn-lt"/>
          <a:ea typeface="+mn-ea"/>
          <a:cs typeface="+mn-cs"/>
        </a:defRPr>
      </a:lvl3pPr>
      <a:lvl4pPr marL="1070854" indent="-152979" algn="l" defTabSz="611916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205" kern="1200">
          <a:solidFill>
            <a:schemeClr val="tx1"/>
          </a:solidFill>
          <a:latin typeface="+mn-lt"/>
          <a:ea typeface="+mn-ea"/>
          <a:cs typeface="+mn-cs"/>
        </a:defRPr>
      </a:lvl4pPr>
      <a:lvl5pPr marL="1376812" indent="-152979" algn="l" defTabSz="611916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205" kern="1200">
          <a:solidFill>
            <a:schemeClr val="tx1"/>
          </a:solidFill>
          <a:latin typeface="+mn-lt"/>
          <a:ea typeface="+mn-ea"/>
          <a:cs typeface="+mn-cs"/>
        </a:defRPr>
      </a:lvl5pPr>
      <a:lvl6pPr marL="1682770" indent="-152979" algn="l" defTabSz="611916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205" kern="1200">
          <a:solidFill>
            <a:schemeClr val="tx1"/>
          </a:solidFill>
          <a:latin typeface="+mn-lt"/>
          <a:ea typeface="+mn-ea"/>
          <a:cs typeface="+mn-cs"/>
        </a:defRPr>
      </a:lvl6pPr>
      <a:lvl7pPr marL="1988729" indent="-152979" algn="l" defTabSz="611916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205" kern="1200">
          <a:solidFill>
            <a:schemeClr val="tx1"/>
          </a:solidFill>
          <a:latin typeface="+mn-lt"/>
          <a:ea typeface="+mn-ea"/>
          <a:cs typeface="+mn-cs"/>
        </a:defRPr>
      </a:lvl7pPr>
      <a:lvl8pPr marL="2294687" indent="-152979" algn="l" defTabSz="611916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205" kern="1200">
          <a:solidFill>
            <a:schemeClr val="tx1"/>
          </a:solidFill>
          <a:latin typeface="+mn-lt"/>
          <a:ea typeface="+mn-ea"/>
          <a:cs typeface="+mn-cs"/>
        </a:defRPr>
      </a:lvl8pPr>
      <a:lvl9pPr marL="2600645" indent="-152979" algn="l" defTabSz="611916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20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11916" rtl="0" eaLnBrk="1" latinLnBrk="0" hangingPunct="1">
        <a:defRPr sz="1205" kern="1200">
          <a:solidFill>
            <a:schemeClr val="tx1"/>
          </a:solidFill>
          <a:latin typeface="+mn-lt"/>
          <a:ea typeface="+mn-ea"/>
          <a:cs typeface="+mn-cs"/>
        </a:defRPr>
      </a:lvl1pPr>
      <a:lvl2pPr marL="305958" algn="l" defTabSz="611916" rtl="0" eaLnBrk="1" latinLnBrk="0" hangingPunct="1">
        <a:defRPr sz="1205" kern="1200">
          <a:solidFill>
            <a:schemeClr val="tx1"/>
          </a:solidFill>
          <a:latin typeface="+mn-lt"/>
          <a:ea typeface="+mn-ea"/>
          <a:cs typeface="+mn-cs"/>
        </a:defRPr>
      </a:lvl2pPr>
      <a:lvl3pPr marL="611916" algn="l" defTabSz="611916" rtl="0" eaLnBrk="1" latinLnBrk="0" hangingPunct="1">
        <a:defRPr sz="1205" kern="1200">
          <a:solidFill>
            <a:schemeClr val="tx1"/>
          </a:solidFill>
          <a:latin typeface="+mn-lt"/>
          <a:ea typeface="+mn-ea"/>
          <a:cs typeface="+mn-cs"/>
        </a:defRPr>
      </a:lvl3pPr>
      <a:lvl4pPr marL="917875" algn="l" defTabSz="611916" rtl="0" eaLnBrk="1" latinLnBrk="0" hangingPunct="1">
        <a:defRPr sz="1205" kern="1200">
          <a:solidFill>
            <a:schemeClr val="tx1"/>
          </a:solidFill>
          <a:latin typeface="+mn-lt"/>
          <a:ea typeface="+mn-ea"/>
          <a:cs typeface="+mn-cs"/>
        </a:defRPr>
      </a:lvl4pPr>
      <a:lvl5pPr marL="1223833" algn="l" defTabSz="611916" rtl="0" eaLnBrk="1" latinLnBrk="0" hangingPunct="1">
        <a:defRPr sz="1205" kern="1200">
          <a:solidFill>
            <a:schemeClr val="tx1"/>
          </a:solidFill>
          <a:latin typeface="+mn-lt"/>
          <a:ea typeface="+mn-ea"/>
          <a:cs typeface="+mn-cs"/>
        </a:defRPr>
      </a:lvl5pPr>
      <a:lvl6pPr marL="1529791" algn="l" defTabSz="611916" rtl="0" eaLnBrk="1" latinLnBrk="0" hangingPunct="1">
        <a:defRPr sz="1205" kern="1200">
          <a:solidFill>
            <a:schemeClr val="tx1"/>
          </a:solidFill>
          <a:latin typeface="+mn-lt"/>
          <a:ea typeface="+mn-ea"/>
          <a:cs typeface="+mn-cs"/>
        </a:defRPr>
      </a:lvl6pPr>
      <a:lvl7pPr marL="1835749" algn="l" defTabSz="611916" rtl="0" eaLnBrk="1" latinLnBrk="0" hangingPunct="1">
        <a:defRPr sz="1205" kern="1200">
          <a:solidFill>
            <a:schemeClr val="tx1"/>
          </a:solidFill>
          <a:latin typeface="+mn-lt"/>
          <a:ea typeface="+mn-ea"/>
          <a:cs typeface="+mn-cs"/>
        </a:defRPr>
      </a:lvl7pPr>
      <a:lvl8pPr marL="2141708" algn="l" defTabSz="611916" rtl="0" eaLnBrk="1" latinLnBrk="0" hangingPunct="1">
        <a:defRPr sz="1205" kern="1200">
          <a:solidFill>
            <a:schemeClr val="tx1"/>
          </a:solidFill>
          <a:latin typeface="+mn-lt"/>
          <a:ea typeface="+mn-ea"/>
          <a:cs typeface="+mn-cs"/>
        </a:defRPr>
      </a:lvl8pPr>
      <a:lvl9pPr marL="2447666" algn="l" defTabSz="611916" rtl="0" eaLnBrk="1" latinLnBrk="0" hangingPunct="1">
        <a:defRPr sz="120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17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16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群組 5">
            <a:extLst>
              <a:ext uri="{FF2B5EF4-FFF2-40B4-BE49-F238E27FC236}">
                <a16:creationId xmlns:a16="http://schemas.microsoft.com/office/drawing/2014/main" id="{929EF5A8-0DF9-4B6C-9B0D-DBAB7DD6A55E}"/>
              </a:ext>
            </a:extLst>
          </p:cNvPr>
          <p:cNvGrpSpPr/>
          <p:nvPr/>
        </p:nvGrpSpPr>
        <p:grpSpPr>
          <a:xfrm>
            <a:off x="417538" y="36797"/>
            <a:ext cx="9070933" cy="4515873"/>
            <a:chOff x="207610" y="84702"/>
            <a:chExt cx="9070933" cy="4515873"/>
          </a:xfrm>
        </p:grpSpPr>
        <p:pic>
          <p:nvPicPr>
            <p:cNvPr id="107" name="圖片 106">
              <a:extLst>
                <a:ext uri="{FF2B5EF4-FFF2-40B4-BE49-F238E27FC236}">
                  <a16:creationId xmlns:a16="http://schemas.microsoft.com/office/drawing/2014/main" id="{FDF85A7A-65CD-4331-BE69-08EF74276B4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7173"/>
            <a:stretch/>
          </p:blipFill>
          <p:spPr>
            <a:xfrm>
              <a:off x="207610" y="571139"/>
              <a:ext cx="8241065" cy="1658288"/>
            </a:xfrm>
            <a:prstGeom prst="rect">
              <a:avLst/>
            </a:prstGeom>
          </p:spPr>
        </p:pic>
        <p:pic>
          <p:nvPicPr>
            <p:cNvPr id="108" name="圖片 107">
              <a:extLst>
                <a:ext uri="{FF2B5EF4-FFF2-40B4-BE49-F238E27FC236}">
                  <a16:creationId xmlns:a16="http://schemas.microsoft.com/office/drawing/2014/main" id="{D9694FC0-CF9E-4E7D-B832-4E29AD16405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7365"/>
            <a:stretch/>
          </p:blipFill>
          <p:spPr>
            <a:xfrm>
              <a:off x="207610" y="2801456"/>
              <a:ext cx="8222015" cy="1658288"/>
            </a:xfrm>
            <a:prstGeom prst="rect">
              <a:avLst/>
            </a:prstGeom>
          </p:spPr>
        </p:pic>
        <p:pic>
          <p:nvPicPr>
            <p:cNvPr id="43" name="圖片 42">
              <a:extLst>
                <a:ext uri="{FF2B5EF4-FFF2-40B4-BE49-F238E27FC236}">
                  <a16:creationId xmlns:a16="http://schemas.microsoft.com/office/drawing/2014/main" id="{29D9B646-6A27-4649-A2F6-80CFFF4DF4A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4897" r="9472"/>
            <a:stretch/>
          </p:blipFill>
          <p:spPr>
            <a:xfrm>
              <a:off x="8422076" y="2917471"/>
              <a:ext cx="569632" cy="1680954"/>
            </a:xfrm>
            <a:prstGeom prst="rect">
              <a:avLst/>
            </a:prstGeom>
          </p:spPr>
        </p:pic>
        <p:sp>
          <p:nvSpPr>
            <p:cNvPr id="44" name="矩形: 圓角 43">
              <a:extLst>
                <a:ext uri="{FF2B5EF4-FFF2-40B4-BE49-F238E27FC236}">
                  <a16:creationId xmlns:a16="http://schemas.microsoft.com/office/drawing/2014/main" id="{DC81CB28-05E7-4299-B7F1-04C2533125DA}"/>
                </a:ext>
              </a:extLst>
            </p:cNvPr>
            <p:cNvSpPr/>
            <p:nvPr/>
          </p:nvSpPr>
          <p:spPr>
            <a:xfrm>
              <a:off x="219052" y="2880323"/>
              <a:ext cx="8258198" cy="1720252"/>
            </a:xfrm>
            <a:prstGeom prst="roundRect">
              <a:avLst>
                <a:gd name="adj" fmla="val 6163"/>
              </a:avLst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9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5" name="矩形: 圓角 44">
              <a:extLst>
                <a:ext uri="{FF2B5EF4-FFF2-40B4-BE49-F238E27FC236}">
                  <a16:creationId xmlns:a16="http://schemas.microsoft.com/office/drawing/2014/main" id="{441AAA92-0554-47A1-8611-1C1C012F694C}"/>
                </a:ext>
              </a:extLst>
            </p:cNvPr>
            <p:cNvSpPr/>
            <p:nvPr/>
          </p:nvSpPr>
          <p:spPr>
            <a:xfrm>
              <a:off x="219074" y="604246"/>
              <a:ext cx="8258346" cy="1719011"/>
            </a:xfrm>
            <a:prstGeom prst="roundRect">
              <a:avLst>
                <a:gd name="adj" fmla="val 6163"/>
              </a:avLst>
            </a:prstGeom>
            <a:noFill/>
            <a:ln w="952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9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矩形 45">
                  <a:extLst>
                    <a:ext uri="{FF2B5EF4-FFF2-40B4-BE49-F238E27FC236}">
                      <a16:creationId xmlns:a16="http://schemas.microsoft.com/office/drawing/2014/main" id="{2068CE7F-6CD8-45E2-B176-93658BA0F5BA}"/>
                    </a:ext>
                  </a:extLst>
                </p:cNvPr>
                <p:cNvSpPr/>
                <p:nvPr/>
              </p:nvSpPr>
              <p:spPr>
                <a:xfrm>
                  <a:off x="459584" y="1619048"/>
                  <a:ext cx="783035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0.1 </m:t>
                        </m:r>
                        <m:sSub>
                          <m:sSubPr>
                            <m:ctrlPr>
                              <a:rPr lang="en-US" altLang="zh-TW" sz="163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3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63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6" name="矩形 45">
                  <a:extLst>
                    <a:ext uri="{FF2B5EF4-FFF2-40B4-BE49-F238E27FC236}">
                      <a16:creationId xmlns:a16="http://schemas.microsoft.com/office/drawing/2014/main" id="{2068CE7F-6CD8-45E2-B176-93658BA0F5B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584" y="1619048"/>
                  <a:ext cx="783035" cy="343171"/>
                </a:xfrm>
                <a:prstGeom prst="rect">
                  <a:avLst/>
                </a:prstGeom>
                <a:blipFill>
                  <a:blip r:embed="rId5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矩形 46">
                  <a:extLst>
                    <a:ext uri="{FF2B5EF4-FFF2-40B4-BE49-F238E27FC236}">
                      <a16:creationId xmlns:a16="http://schemas.microsoft.com/office/drawing/2014/main" id="{0C022BE9-80C6-4AF4-8998-A1D5D06474C5}"/>
                    </a:ext>
                  </a:extLst>
                </p:cNvPr>
                <p:cNvSpPr/>
                <p:nvPr/>
              </p:nvSpPr>
              <p:spPr>
                <a:xfrm>
                  <a:off x="516969" y="1988665"/>
                  <a:ext cx="889154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ℓ=−2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7" name="矩形 46">
                  <a:extLst>
                    <a:ext uri="{FF2B5EF4-FFF2-40B4-BE49-F238E27FC236}">
                      <a16:creationId xmlns:a16="http://schemas.microsoft.com/office/drawing/2014/main" id="{0C022BE9-80C6-4AF4-8998-A1D5D06474C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6969" y="1988665"/>
                  <a:ext cx="889154" cy="343171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矩形 48">
                  <a:extLst>
                    <a:ext uri="{FF2B5EF4-FFF2-40B4-BE49-F238E27FC236}">
                      <a16:creationId xmlns:a16="http://schemas.microsoft.com/office/drawing/2014/main" id="{51EC34B8-B9CA-4030-BE38-C481D6D20ED4}"/>
                    </a:ext>
                  </a:extLst>
                </p:cNvPr>
                <p:cNvSpPr/>
                <p:nvPr/>
              </p:nvSpPr>
              <p:spPr>
                <a:xfrm>
                  <a:off x="2299252" y="1988665"/>
                  <a:ext cx="889154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ℓ=−1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9" name="矩形 48">
                  <a:extLst>
                    <a:ext uri="{FF2B5EF4-FFF2-40B4-BE49-F238E27FC236}">
                      <a16:creationId xmlns:a16="http://schemas.microsoft.com/office/drawing/2014/main" id="{51EC34B8-B9CA-4030-BE38-C481D6D20ED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99252" y="1988665"/>
                  <a:ext cx="889154" cy="343171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0" name="矩形 49">
                  <a:extLst>
                    <a:ext uri="{FF2B5EF4-FFF2-40B4-BE49-F238E27FC236}">
                      <a16:creationId xmlns:a16="http://schemas.microsoft.com/office/drawing/2014/main" id="{7626E0B4-7CA2-459D-9601-04C6B32702D5}"/>
                    </a:ext>
                  </a:extLst>
                </p:cNvPr>
                <p:cNvSpPr/>
                <p:nvPr/>
              </p:nvSpPr>
              <p:spPr>
                <a:xfrm>
                  <a:off x="3952225" y="1988665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ℓ=0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50" name="矩形 49">
                  <a:extLst>
                    <a:ext uri="{FF2B5EF4-FFF2-40B4-BE49-F238E27FC236}">
                      <a16:creationId xmlns:a16="http://schemas.microsoft.com/office/drawing/2014/main" id="{7626E0B4-7CA2-459D-9601-04C6B32702D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52225" y="1988665"/>
                  <a:ext cx="733662" cy="343171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矩形 50">
                  <a:extLst>
                    <a:ext uri="{FF2B5EF4-FFF2-40B4-BE49-F238E27FC236}">
                      <a16:creationId xmlns:a16="http://schemas.microsoft.com/office/drawing/2014/main" id="{3F6CE0F2-6D19-4E6C-95F4-5A1A19791875}"/>
                    </a:ext>
                  </a:extLst>
                </p:cNvPr>
                <p:cNvSpPr/>
                <p:nvPr/>
              </p:nvSpPr>
              <p:spPr>
                <a:xfrm>
                  <a:off x="5708326" y="1988665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ℓ=1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51" name="矩形 50">
                  <a:extLst>
                    <a:ext uri="{FF2B5EF4-FFF2-40B4-BE49-F238E27FC236}">
                      <a16:creationId xmlns:a16="http://schemas.microsoft.com/office/drawing/2014/main" id="{3F6CE0F2-6D19-4E6C-95F4-5A1A1979187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08326" y="1988665"/>
                  <a:ext cx="733662" cy="343171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矩形 51">
                  <a:extLst>
                    <a:ext uri="{FF2B5EF4-FFF2-40B4-BE49-F238E27FC236}">
                      <a16:creationId xmlns:a16="http://schemas.microsoft.com/office/drawing/2014/main" id="{0F4F07AD-DE02-4748-8EF5-507C2941CFC8}"/>
                    </a:ext>
                  </a:extLst>
                </p:cNvPr>
                <p:cNvSpPr/>
                <p:nvPr/>
              </p:nvSpPr>
              <p:spPr>
                <a:xfrm>
                  <a:off x="7335117" y="1988665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ℓ=2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52" name="矩形 51">
                  <a:extLst>
                    <a:ext uri="{FF2B5EF4-FFF2-40B4-BE49-F238E27FC236}">
                      <a16:creationId xmlns:a16="http://schemas.microsoft.com/office/drawing/2014/main" id="{0F4F07AD-DE02-4748-8EF5-507C2941CFC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35117" y="1988665"/>
                  <a:ext cx="733662" cy="343171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矩形 52">
                  <a:extLst>
                    <a:ext uri="{FF2B5EF4-FFF2-40B4-BE49-F238E27FC236}">
                      <a16:creationId xmlns:a16="http://schemas.microsoft.com/office/drawing/2014/main" id="{D8163A59-21D2-4AEC-A55C-42C7FC0D3453}"/>
                    </a:ext>
                  </a:extLst>
                </p:cNvPr>
                <p:cNvSpPr/>
                <p:nvPr/>
              </p:nvSpPr>
              <p:spPr>
                <a:xfrm>
                  <a:off x="459584" y="3930235"/>
                  <a:ext cx="783035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0.1 </m:t>
                        </m:r>
                        <m:sSub>
                          <m:sSubPr>
                            <m:ctrlPr>
                              <a:rPr lang="en-US" altLang="zh-TW" sz="163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3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63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53" name="矩形 52">
                  <a:extLst>
                    <a:ext uri="{FF2B5EF4-FFF2-40B4-BE49-F238E27FC236}">
                      <a16:creationId xmlns:a16="http://schemas.microsoft.com/office/drawing/2014/main" id="{D8163A59-21D2-4AEC-A55C-42C7FC0D345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584" y="3930235"/>
                  <a:ext cx="783035" cy="343171"/>
                </a:xfrm>
                <a:prstGeom prst="rect">
                  <a:avLst/>
                </a:prstGeom>
                <a:blipFill>
                  <a:blip r:embed="rId11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矩形 53">
                  <a:extLst>
                    <a:ext uri="{FF2B5EF4-FFF2-40B4-BE49-F238E27FC236}">
                      <a16:creationId xmlns:a16="http://schemas.microsoft.com/office/drawing/2014/main" id="{998758AE-B7B5-4A39-8A8A-9C4CDF0D9BF9}"/>
                    </a:ext>
                  </a:extLst>
                </p:cNvPr>
                <p:cNvSpPr/>
                <p:nvPr/>
              </p:nvSpPr>
              <p:spPr>
                <a:xfrm>
                  <a:off x="516969" y="4252226"/>
                  <a:ext cx="889154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ℓ=−2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54" name="矩形 53">
                  <a:extLst>
                    <a:ext uri="{FF2B5EF4-FFF2-40B4-BE49-F238E27FC236}">
                      <a16:creationId xmlns:a16="http://schemas.microsoft.com/office/drawing/2014/main" id="{998758AE-B7B5-4A39-8A8A-9C4CDF0D9BF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6969" y="4252226"/>
                  <a:ext cx="889154" cy="343171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矩形 55">
                  <a:extLst>
                    <a:ext uri="{FF2B5EF4-FFF2-40B4-BE49-F238E27FC236}">
                      <a16:creationId xmlns:a16="http://schemas.microsoft.com/office/drawing/2014/main" id="{98783FC7-C31A-4177-B406-4D671DA17729}"/>
                    </a:ext>
                  </a:extLst>
                </p:cNvPr>
                <p:cNvSpPr/>
                <p:nvPr/>
              </p:nvSpPr>
              <p:spPr>
                <a:xfrm>
                  <a:off x="2299252" y="4252227"/>
                  <a:ext cx="889154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ℓ=−1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56" name="矩形 55">
                  <a:extLst>
                    <a:ext uri="{FF2B5EF4-FFF2-40B4-BE49-F238E27FC236}">
                      <a16:creationId xmlns:a16="http://schemas.microsoft.com/office/drawing/2014/main" id="{98783FC7-C31A-4177-B406-4D671DA1772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99252" y="4252227"/>
                  <a:ext cx="889154" cy="343171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7" name="矩形 56">
                  <a:extLst>
                    <a:ext uri="{FF2B5EF4-FFF2-40B4-BE49-F238E27FC236}">
                      <a16:creationId xmlns:a16="http://schemas.microsoft.com/office/drawing/2014/main" id="{37D72A01-C052-4820-BBED-D2187CB98E18}"/>
                    </a:ext>
                  </a:extLst>
                </p:cNvPr>
                <p:cNvSpPr/>
                <p:nvPr/>
              </p:nvSpPr>
              <p:spPr>
                <a:xfrm>
                  <a:off x="3952225" y="4252227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ℓ=0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57" name="矩形 56">
                  <a:extLst>
                    <a:ext uri="{FF2B5EF4-FFF2-40B4-BE49-F238E27FC236}">
                      <a16:creationId xmlns:a16="http://schemas.microsoft.com/office/drawing/2014/main" id="{37D72A01-C052-4820-BBED-D2187CB98E1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52225" y="4252227"/>
                  <a:ext cx="733662" cy="343171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矩形 81">
                  <a:extLst>
                    <a:ext uri="{FF2B5EF4-FFF2-40B4-BE49-F238E27FC236}">
                      <a16:creationId xmlns:a16="http://schemas.microsoft.com/office/drawing/2014/main" id="{990EE664-F023-4537-B835-620C68FC83B8}"/>
                    </a:ext>
                  </a:extLst>
                </p:cNvPr>
                <p:cNvSpPr/>
                <p:nvPr/>
              </p:nvSpPr>
              <p:spPr>
                <a:xfrm>
                  <a:off x="5708326" y="4252227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ℓ=1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82" name="矩形 81">
                  <a:extLst>
                    <a:ext uri="{FF2B5EF4-FFF2-40B4-BE49-F238E27FC236}">
                      <a16:creationId xmlns:a16="http://schemas.microsoft.com/office/drawing/2014/main" id="{990EE664-F023-4537-B835-620C68FC83B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08326" y="4252227"/>
                  <a:ext cx="733662" cy="343171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矩形 82">
                  <a:extLst>
                    <a:ext uri="{FF2B5EF4-FFF2-40B4-BE49-F238E27FC236}">
                      <a16:creationId xmlns:a16="http://schemas.microsoft.com/office/drawing/2014/main" id="{A9E16470-7720-49A3-9DC9-3F0C741E2468}"/>
                    </a:ext>
                  </a:extLst>
                </p:cNvPr>
                <p:cNvSpPr/>
                <p:nvPr/>
              </p:nvSpPr>
              <p:spPr>
                <a:xfrm>
                  <a:off x="7335117" y="4252227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ℓ=2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83" name="矩形 82">
                  <a:extLst>
                    <a:ext uri="{FF2B5EF4-FFF2-40B4-BE49-F238E27FC236}">
                      <a16:creationId xmlns:a16="http://schemas.microsoft.com/office/drawing/2014/main" id="{A9E16470-7720-49A3-9DC9-3F0C741E246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35117" y="4252227"/>
                  <a:ext cx="733662" cy="343171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4" name="矩形 83">
              <a:extLst>
                <a:ext uri="{FF2B5EF4-FFF2-40B4-BE49-F238E27FC236}">
                  <a16:creationId xmlns:a16="http://schemas.microsoft.com/office/drawing/2014/main" id="{937C9061-1189-48F8-AA7F-3E862A0FA958}"/>
                </a:ext>
              </a:extLst>
            </p:cNvPr>
            <p:cNvSpPr/>
            <p:nvPr/>
          </p:nvSpPr>
          <p:spPr>
            <a:xfrm rot="5400000">
              <a:off x="8427124" y="1377190"/>
              <a:ext cx="1359668" cy="34317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sz="163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arbitrary units</a:t>
              </a:r>
              <a:endParaRPr lang="zh-TW" altLang="en-US" sz="163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5" name="矩形 84">
              <a:extLst>
                <a:ext uri="{FF2B5EF4-FFF2-40B4-BE49-F238E27FC236}">
                  <a16:creationId xmlns:a16="http://schemas.microsoft.com/office/drawing/2014/main" id="{F4C1FE40-E458-4B65-9C8D-44E12C408F42}"/>
                </a:ext>
              </a:extLst>
            </p:cNvPr>
            <p:cNvSpPr/>
            <p:nvPr/>
          </p:nvSpPr>
          <p:spPr>
            <a:xfrm rot="5400000">
              <a:off x="8427124" y="3599050"/>
              <a:ext cx="1359668" cy="34317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sz="163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arbitrary units</a:t>
              </a:r>
              <a:endParaRPr lang="zh-TW" altLang="en-US" sz="163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86" name="群組 85">
              <a:extLst>
                <a:ext uri="{FF2B5EF4-FFF2-40B4-BE49-F238E27FC236}">
                  <a16:creationId xmlns:a16="http://schemas.microsoft.com/office/drawing/2014/main" id="{83B5F868-82DF-4B6B-A7DC-2FEC1536BE02}"/>
                </a:ext>
              </a:extLst>
            </p:cNvPr>
            <p:cNvGrpSpPr/>
            <p:nvPr/>
          </p:nvGrpSpPr>
          <p:grpSpPr>
            <a:xfrm>
              <a:off x="766387" y="903481"/>
              <a:ext cx="703953" cy="629156"/>
              <a:chOff x="-1051588" y="926660"/>
              <a:chExt cx="645259" cy="576699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7" name="文字方塊 86">
                    <a:extLst>
                      <a:ext uri="{FF2B5EF4-FFF2-40B4-BE49-F238E27FC236}">
                        <a16:creationId xmlns:a16="http://schemas.microsoft.com/office/drawing/2014/main" id="{BD55CD46-F76A-40C8-8FEF-3E8617CDE787}"/>
                      </a:ext>
                    </a:extLst>
                  </p:cNvPr>
                  <p:cNvSpPr txBox="1"/>
                  <p:nvPr/>
                </p:nvSpPr>
                <p:spPr>
                  <a:xfrm>
                    <a:off x="-1051588" y="926660"/>
                    <a:ext cx="323387" cy="33565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63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80" name="文字方塊 79">
                    <a:extLst>
                      <a:ext uri="{FF2B5EF4-FFF2-40B4-BE49-F238E27FC236}">
                        <a16:creationId xmlns:a16="http://schemas.microsoft.com/office/drawing/2014/main" id="{0A2654E9-3006-4B11-B911-23ACB1C2DDC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1051588" y="926660"/>
                    <a:ext cx="323387" cy="335658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r="-3448"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6" name="文字方塊 95">
                    <a:extLst>
                      <a:ext uri="{FF2B5EF4-FFF2-40B4-BE49-F238E27FC236}">
                        <a16:creationId xmlns:a16="http://schemas.microsoft.com/office/drawing/2014/main" id="{1F9BA172-17FD-49D5-A01A-92CA18058D98}"/>
                      </a:ext>
                    </a:extLst>
                  </p:cNvPr>
                  <p:cNvSpPr txBox="1"/>
                  <p:nvPr/>
                </p:nvSpPr>
                <p:spPr>
                  <a:xfrm>
                    <a:off x="-813248" y="1188801"/>
                    <a:ext cx="406919" cy="31455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63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81" name="文字方塊 80">
                    <a:extLst>
                      <a:ext uri="{FF2B5EF4-FFF2-40B4-BE49-F238E27FC236}">
                        <a16:creationId xmlns:a16="http://schemas.microsoft.com/office/drawing/2014/main" id="{47E81467-D25E-4BB7-94DE-E307D45DD94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813248" y="1188801"/>
                    <a:ext cx="406919" cy="314558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 b="-5263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97" name="箭號: 向右 96">
                <a:extLst>
                  <a:ext uri="{FF2B5EF4-FFF2-40B4-BE49-F238E27FC236}">
                    <a16:creationId xmlns:a16="http://schemas.microsoft.com/office/drawing/2014/main" id="{2C7CA38B-E7B2-4225-B8BC-952574CCD2AC}"/>
                  </a:ext>
                </a:extLst>
              </p:cNvPr>
              <p:cNvSpPr/>
              <p:nvPr/>
            </p:nvSpPr>
            <p:spPr>
              <a:xfrm>
                <a:off x="-837092" y="1356364"/>
                <a:ext cx="92654" cy="27541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3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98" name="箭號: 向右 97">
                <a:extLst>
                  <a:ext uri="{FF2B5EF4-FFF2-40B4-BE49-F238E27FC236}">
                    <a16:creationId xmlns:a16="http://schemas.microsoft.com/office/drawing/2014/main" id="{03D676CE-2788-42E2-A47E-69212772F843}"/>
                  </a:ext>
                </a:extLst>
              </p:cNvPr>
              <p:cNvSpPr/>
              <p:nvPr/>
            </p:nvSpPr>
            <p:spPr>
              <a:xfrm rot="16200000">
                <a:off x="-877012" y="1316853"/>
                <a:ext cx="91764" cy="27808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3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99" name="群組 98">
              <a:extLst>
                <a:ext uri="{FF2B5EF4-FFF2-40B4-BE49-F238E27FC236}">
                  <a16:creationId xmlns:a16="http://schemas.microsoft.com/office/drawing/2014/main" id="{469F717A-C89F-4550-9B7B-B8F161D20D3D}"/>
                </a:ext>
              </a:extLst>
            </p:cNvPr>
            <p:cNvGrpSpPr/>
            <p:nvPr/>
          </p:nvGrpSpPr>
          <p:grpSpPr>
            <a:xfrm>
              <a:off x="768697" y="3150014"/>
              <a:ext cx="688366" cy="625691"/>
              <a:chOff x="-1026188" y="931423"/>
              <a:chExt cx="630972" cy="57352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0" name="文字方塊 99">
                    <a:extLst>
                      <a:ext uri="{FF2B5EF4-FFF2-40B4-BE49-F238E27FC236}">
                        <a16:creationId xmlns:a16="http://schemas.microsoft.com/office/drawing/2014/main" id="{26274BA1-2423-4B88-BF19-FC08EEB0196B}"/>
                      </a:ext>
                    </a:extLst>
                  </p:cNvPr>
                  <p:cNvSpPr txBox="1"/>
                  <p:nvPr/>
                </p:nvSpPr>
                <p:spPr>
                  <a:xfrm>
                    <a:off x="-1026188" y="931423"/>
                    <a:ext cx="323387" cy="33565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63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91" name="文字方塊 90">
                    <a:extLst>
                      <a:ext uri="{FF2B5EF4-FFF2-40B4-BE49-F238E27FC236}">
                        <a16:creationId xmlns:a16="http://schemas.microsoft.com/office/drawing/2014/main" id="{48683BE6-7C91-45D6-99F7-2C602C34D8E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1026188" y="931423"/>
                    <a:ext cx="323387" cy="335658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 r="-3448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1" name="文字方塊 100">
                    <a:extLst>
                      <a:ext uri="{FF2B5EF4-FFF2-40B4-BE49-F238E27FC236}">
                        <a16:creationId xmlns:a16="http://schemas.microsoft.com/office/drawing/2014/main" id="{E26D9775-85BB-4006-B91E-7B673CCCDDE1}"/>
                      </a:ext>
                    </a:extLst>
                  </p:cNvPr>
                  <p:cNvSpPr txBox="1"/>
                  <p:nvPr/>
                </p:nvSpPr>
                <p:spPr>
                  <a:xfrm>
                    <a:off x="-802135" y="1190388"/>
                    <a:ext cx="406919" cy="31455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63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92" name="文字方塊 91">
                    <a:extLst>
                      <a:ext uri="{FF2B5EF4-FFF2-40B4-BE49-F238E27FC236}">
                        <a16:creationId xmlns:a16="http://schemas.microsoft.com/office/drawing/2014/main" id="{9E8963A5-F392-4029-B309-DD9A00CE088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802135" y="1190388"/>
                    <a:ext cx="406919" cy="314558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 b="-5263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2" name="箭號: 向右 101">
                <a:extLst>
                  <a:ext uri="{FF2B5EF4-FFF2-40B4-BE49-F238E27FC236}">
                    <a16:creationId xmlns:a16="http://schemas.microsoft.com/office/drawing/2014/main" id="{79E1956D-E1A6-4F7A-8AB1-75CD7C8C93A7}"/>
                  </a:ext>
                </a:extLst>
              </p:cNvPr>
              <p:cNvSpPr/>
              <p:nvPr/>
            </p:nvSpPr>
            <p:spPr>
              <a:xfrm>
                <a:off x="-837092" y="1356364"/>
                <a:ext cx="92654" cy="27541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3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3" name="箭號: 向右 102">
                <a:extLst>
                  <a:ext uri="{FF2B5EF4-FFF2-40B4-BE49-F238E27FC236}">
                    <a16:creationId xmlns:a16="http://schemas.microsoft.com/office/drawing/2014/main" id="{7D1B38C6-6B33-43D0-9943-60E695DE8D9E}"/>
                  </a:ext>
                </a:extLst>
              </p:cNvPr>
              <p:cNvSpPr/>
              <p:nvPr/>
            </p:nvSpPr>
            <p:spPr>
              <a:xfrm rot="16200000">
                <a:off x="-877012" y="1316853"/>
                <a:ext cx="91764" cy="27808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3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pic>
          <p:nvPicPr>
            <p:cNvPr id="104" name="圖片 103">
              <a:extLst>
                <a:ext uri="{FF2B5EF4-FFF2-40B4-BE49-F238E27FC236}">
                  <a16:creationId xmlns:a16="http://schemas.microsoft.com/office/drawing/2014/main" id="{A5B50928-FDC6-4EBF-A8A3-16E712F3A6A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569" r="10158"/>
            <a:stretch/>
          </p:blipFill>
          <p:spPr>
            <a:xfrm>
              <a:off x="8533264" y="652885"/>
              <a:ext cx="432282" cy="1680954"/>
            </a:xfrm>
            <a:prstGeom prst="rect">
              <a:avLst/>
            </a:prstGeom>
          </p:spPr>
        </p:pic>
        <p:pic>
          <p:nvPicPr>
            <p:cNvPr id="105" name="圖片 104">
              <a:extLst>
                <a:ext uri="{FF2B5EF4-FFF2-40B4-BE49-F238E27FC236}">
                  <a16:creationId xmlns:a16="http://schemas.microsoft.com/office/drawing/2014/main" id="{6CBE0AD7-E644-49D6-BDC3-CC87DD7F37F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r="56352"/>
            <a:stretch/>
          </p:blipFill>
          <p:spPr>
            <a:xfrm>
              <a:off x="210008" y="84702"/>
              <a:ext cx="961568" cy="527212"/>
            </a:xfrm>
            <a:prstGeom prst="rect">
              <a:avLst/>
            </a:prstGeom>
          </p:spPr>
        </p:pic>
        <p:pic>
          <p:nvPicPr>
            <p:cNvPr id="106" name="圖片 105">
              <a:extLst>
                <a:ext uri="{FF2B5EF4-FFF2-40B4-BE49-F238E27FC236}">
                  <a16:creationId xmlns:a16="http://schemas.microsoft.com/office/drawing/2014/main" id="{4F4EC159-C11D-47CE-93AA-2A67ABB46FA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44978"/>
            <a:stretch/>
          </p:blipFill>
          <p:spPr>
            <a:xfrm>
              <a:off x="210008" y="2362969"/>
              <a:ext cx="1212131" cy="52721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829692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233</TotalTime>
  <Words>46</Words>
  <Application>Microsoft Office PowerPoint</Application>
  <PresentationFormat>自訂</PresentationFormat>
  <Paragraphs>18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8" baseType="lpstr">
      <vt:lpstr>新細明體</vt:lpstr>
      <vt:lpstr>Arial</vt:lpstr>
      <vt:lpstr>Calibri</vt:lpstr>
      <vt:lpstr>Calibri Light</vt:lpstr>
      <vt:lpstr>Cambria Math</vt:lpstr>
      <vt:lpstr>Times New Roman</vt:lpstr>
      <vt:lpstr>Office 佈景主題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38</cp:revision>
  <dcterms:created xsi:type="dcterms:W3CDTF">2026-03-29T16:54:49Z</dcterms:created>
  <dcterms:modified xsi:type="dcterms:W3CDTF">2026-06-18T15:00:27Z</dcterms:modified>
</cp:coreProperties>
</file>