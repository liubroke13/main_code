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sldIdLst>
    <p:sldId id="256" r:id="rId2"/>
    <p:sldId id="257" r:id="rId3"/>
  </p:sldIdLst>
  <p:sldSz cx="9906000" cy="4589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14" autoAdjust="0"/>
    <p:restoredTop sz="94660"/>
  </p:normalViewPr>
  <p:slideViewPr>
    <p:cSldViewPr snapToGrid="0">
      <p:cViewPr varScale="1">
        <p:scale>
          <a:sx n="98" d="100"/>
          <a:sy n="98" d="100"/>
        </p:scale>
        <p:origin x="84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751100"/>
            <a:ext cx="7429500" cy="1597813"/>
          </a:xfrm>
        </p:spPr>
        <p:txBody>
          <a:bodyPr anchor="b"/>
          <a:lstStyle>
            <a:lvl1pPr algn="ctr">
              <a:defRPr sz="401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2410531"/>
            <a:ext cx="7429500" cy="1108058"/>
          </a:xfrm>
        </p:spPr>
        <p:txBody>
          <a:bodyPr/>
          <a:lstStyle>
            <a:lvl1pPr marL="0" indent="0" algn="ctr">
              <a:buNone/>
              <a:defRPr sz="1606"/>
            </a:lvl1pPr>
            <a:lvl2pPr marL="305958" indent="0" algn="ctr">
              <a:buNone/>
              <a:defRPr sz="1338"/>
            </a:lvl2pPr>
            <a:lvl3pPr marL="611916" indent="0" algn="ctr">
              <a:buNone/>
              <a:defRPr sz="1205"/>
            </a:lvl3pPr>
            <a:lvl4pPr marL="917875" indent="0" algn="ctr">
              <a:buNone/>
              <a:defRPr sz="1071"/>
            </a:lvl4pPr>
            <a:lvl5pPr marL="1223833" indent="0" algn="ctr">
              <a:buNone/>
              <a:defRPr sz="1071"/>
            </a:lvl5pPr>
            <a:lvl6pPr marL="1529791" indent="0" algn="ctr">
              <a:buNone/>
              <a:defRPr sz="1071"/>
            </a:lvl6pPr>
            <a:lvl7pPr marL="1835749" indent="0" algn="ctr">
              <a:buNone/>
              <a:defRPr sz="1071"/>
            </a:lvl7pPr>
            <a:lvl8pPr marL="2141708" indent="0" algn="ctr">
              <a:buNone/>
              <a:defRPr sz="1071"/>
            </a:lvl8pPr>
            <a:lvl9pPr marL="2447666" indent="0" algn="ctr">
              <a:buNone/>
              <a:defRPr sz="1071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4954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8863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8" y="1144179"/>
            <a:ext cx="8543925" cy="1909089"/>
          </a:xfrm>
        </p:spPr>
        <p:txBody>
          <a:bodyPr anchor="b"/>
          <a:lstStyle>
            <a:lvl1pPr>
              <a:defRPr sz="401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8" y="3071329"/>
            <a:ext cx="8543925" cy="1003945"/>
          </a:xfrm>
        </p:spPr>
        <p:txBody>
          <a:bodyPr/>
          <a:lstStyle>
            <a:lvl1pPr marL="0" indent="0">
              <a:buNone/>
              <a:defRPr sz="1606">
                <a:solidFill>
                  <a:schemeClr val="tx1">
                    <a:tint val="75000"/>
                  </a:schemeClr>
                </a:solidFill>
              </a:defRPr>
            </a:lvl1pPr>
            <a:lvl2pPr marL="305958" indent="0">
              <a:buNone/>
              <a:defRPr sz="1338">
                <a:solidFill>
                  <a:schemeClr val="tx1">
                    <a:tint val="75000"/>
                  </a:schemeClr>
                </a:solidFill>
              </a:defRPr>
            </a:lvl2pPr>
            <a:lvl3pPr marL="611916" indent="0">
              <a:buNone/>
              <a:defRPr sz="1205">
                <a:solidFill>
                  <a:schemeClr val="tx1">
                    <a:tint val="75000"/>
                  </a:schemeClr>
                </a:solidFill>
              </a:defRPr>
            </a:lvl3pPr>
            <a:lvl4pPr marL="917875" indent="0">
              <a:buNone/>
              <a:defRPr sz="1071">
                <a:solidFill>
                  <a:schemeClr val="tx1">
                    <a:tint val="75000"/>
                  </a:schemeClr>
                </a:solidFill>
              </a:defRPr>
            </a:lvl4pPr>
            <a:lvl5pPr marL="1223833" indent="0">
              <a:buNone/>
              <a:defRPr sz="1071">
                <a:solidFill>
                  <a:schemeClr val="tx1">
                    <a:tint val="75000"/>
                  </a:schemeClr>
                </a:solidFill>
              </a:defRPr>
            </a:lvl5pPr>
            <a:lvl6pPr marL="1529791" indent="0">
              <a:buNone/>
              <a:defRPr sz="1071">
                <a:solidFill>
                  <a:schemeClr val="tx1">
                    <a:tint val="75000"/>
                  </a:schemeClr>
                </a:solidFill>
              </a:defRPr>
            </a:lvl6pPr>
            <a:lvl7pPr marL="1835749" indent="0">
              <a:buNone/>
              <a:defRPr sz="1071">
                <a:solidFill>
                  <a:schemeClr val="tx1">
                    <a:tint val="75000"/>
                  </a:schemeClr>
                </a:solidFill>
              </a:defRPr>
            </a:lvl7pPr>
            <a:lvl8pPr marL="2141708" indent="0">
              <a:buNone/>
              <a:defRPr sz="1071">
                <a:solidFill>
                  <a:schemeClr val="tx1">
                    <a:tint val="75000"/>
                  </a:schemeClr>
                </a:solidFill>
              </a:defRPr>
            </a:lvl8pPr>
            <a:lvl9pPr marL="2447666" indent="0">
              <a:buNone/>
              <a:defRPr sz="107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6078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221732"/>
            <a:ext cx="4210050" cy="291197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221732"/>
            <a:ext cx="4210050" cy="291197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8893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244347"/>
            <a:ext cx="8543925" cy="887084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8" y="1125056"/>
            <a:ext cx="4190702" cy="551373"/>
          </a:xfrm>
        </p:spPr>
        <p:txBody>
          <a:bodyPr anchor="b"/>
          <a:lstStyle>
            <a:lvl1pPr marL="0" indent="0">
              <a:buNone/>
              <a:defRPr sz="1606" b="1"/>
            </a:lvl1pPr>
            <a:lvl2pPr marL="305958" indent="0">
              <a:buNone/>
              <a:defRPr sz="1338" b="1"/>
            </a:lvl2pPr>
            <a:lvl3pPr marL="611916" indent="0">
              <a:buNone/>
              <a:defRPr sz="1205" b="1"/>
            </a:lvl3pPr>
            <a:lvl4pPr marL="917875" indent="0">
              <a:buNone/>
              <a:defRPr sz="1071" b="1"/>
            </a:lvl4pPr>
            <a:lvl5pPr marL="1223833" indent="0">
              <a:buNone/>
              <a:defRPr sz="1071" b="1"/>
            </a:lvl5pPr>
            <a:lvl6pPr marL="1529791" indent="0">
              <a:buNone/>
              <a:defRPr sz="1071" b="1"/>
            </a:lvl6pPr>
            <a:lvl7pPr marL="1835749" indent="0">
              <a:buNone/>
              <a:defRPr sz="1071" b="1"/>
            </a:lvl7pPr>
            <a:lvl8pPr marL="2141708" indent="0">
              <a:buNone/>
              <a:defRPr sz="1071" b="1"/>
            </a:lvl8pPr>
            <a:lvl9pPr marL="2447666" indent="0">
              <a:buNone/>
              <a:defRPr sz="1071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8" y="1676429"/>
            <a:ext cx="4190702" cy="2465774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125056"/>
            <a:ext cx="4211340" cy="551373"/>
          </a:xfrm>
        </p:spPr>
        <p:txBody>
          <a:bodyPr anchor="b"/>
          <a:lstStyle>
            <a:lvl1pPr marL="0" indent="0">
              <a:buNone/>
              <a:defRPr sz="1606" b="1"/>
            </a:lvl1pPr>
            <a:lvl2pPr marL="305958" indent="0">
              <a:buNone/>
              <a:defRPr sz="1338" b="1"/>
            </a:lvl2pPr>
            <a:lvl3pPr marL="611916" indent="0">
              <a:buNone/>
              <a:defRPr sz="1205" b="1"/>
            </a:lvl3pPr>
            <a:lvl4pPr marL="917875" indent="0">
              <a:buNone/>
              <a:defRPr sz="1071" b="1"/>
            </a:lvl4pPr>
            <a:lvl5pPr marL="1223833" indent="0">
              <a:buNone/>
              <a:defRPr sz="1071" b="1"/>
            </a:lvl5pPr>
            <a:lvl6pPr marL="1529791" indent="0">
              <a:buNone/>
              <a:defRPr sz="1071" b="1"/>
            </a:lvl6pPr>
            <a:lvl7pPr marL="1835749" indent="0">
              <a:buNone/>
              <a:defRPr sz="1071" b="1"/>
            </a:lvl7pPr>
            <a:lvl8pPr marL="2141708" indent="0">
              <a:buNone/>
              <a:defRPr sz="1071" b="1"/>
            </a:lvl8pPr>
            <a:lvl9pPr marL="2447666" indent="0">
              <a:buNone/>
              <a:defRPr sz="1071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1676429"/>
            <a:ext cx="4211340" cy="2465774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401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1815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309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05964"/>
            <a:ext cx="3194943" cy="1070875"/>
          </a:xfrm>
        </p:spPr>
        <p:txBody>
          <a:bodyPr anchor="b"/>
          <a:lstStyle>
            <a:lvl1pPr>
              <a:defRPr sz="214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660798"/>
            <a:ext cx="5014913" cy="3261493"/>
          </a:xfrm>
        </p:spPr>
        <p:txBody>
          <a:bodyPr/>
          <a:lstStyle>
            <a:lvl1pPr>
              <a:defRPr sz="2141"/>
            </a:lvl1pPr>
            <a:lvl2pPr>
              <a:defRPr sz="1874"/>
            </a:lvl2pPr>
            <a:lvl3pPr>
              <a:defRPr sz="1606"/>
            </a:lvl3pPr>
            <a:lvl4pPr>
              <a:defRPr sz="1338"/>
            </a:lvl4pPr>
            <a:lvl5pPr>
              <a:defRPr sz="1338"/>
            </a:lvl5pPr>
            <a:lvl6pPr>
              <a:defRPr sz="1338"/>
            </a:lvl6pPr>
            <a:lvl7pPr>
              <a:defRPr sz="1338"/>
            </a:lvl7pPr>
            <a:lvl8pPr>
              <a:defRPr sz="1338"/>
            </a:lvl8pPr>
            <a:lvl9pPr>
              <a:defRPr sz="1338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376839"/>
            <a:ext cx="3194943" cy="2550764"/>
          </a:xfrm>
        </p:spPr>
        <p:txBody>
          <a:bodyPr/>
          <a:lstStyle>
            <a:lvl1pPr marL="0" indent="0">
              <a:buNone/>
              <a:defRPr sz="1071"/>
            </a:lvl1pPr>
            <a:lvl2pPr marL="305958" indent="0">
              <a:buNone/>
              <a:defRPr sz="937"/>
            </a:lvl2pPr>
            <a:lvl3pPr marL="611916" indent="0">
              <a:buNone/>
              <a:defRPr sz="803"/>
            </a:lvl3pPr>
            <a:lvl4pPr marL="917875" indent="0">
              <a:buNone/>
              <a:defRPr sz="669"/>
            </a:lvl4pPr>
            <a:lvl5pPr marL="1223833" indent="0">
              <a:buNone/>
              <a:defRPr sz="669"/>
            </a:lvl5pPr>
            <a:lvl6pPr marL="1529791" indent="0">
              <a:buNone/>
              <a:defRPr sz="669"/>
            </a:lvl6pPr>
            <a:lvl7pPr marL="1835749" indent="0">
              <a:buNone/>
              <a:defRPr sz="669"/>
            </a:lvl7pPr>
            <a:lvl8pPr marL="2141708" indent="0">
              <a:buNone/>
              <a:defRPr sz="669"/>
            </a:lvl8pPr>
            <a:lvl9pPr marL="2447666" indent="0">
              <a:buNone/>
              <a:defRPr sz="669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9715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05964"/>
            <a:ext cx="3194943" cy="1070875"/>
          </a:xfrm>
        </p:spPr>
        <p:txBody>
          <a:bodyPr anchor="b"/>
          <a:lstStyle>
            <a:lvl1pPr>
              <a:defRPr sz="214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660798"/>
            <a:ext cx="5014913" cy="3261493"/>
          </a:xfrm>
        </p:spPr>
        <p:txBody>
          <a:bodyPr anchor="t"/>
          <a:lstStyle>
            <a:lvl1pPr marL="0" indent="0">
              <a:buNone/>
              <a:defRPr sz="2141"/>
            </a:lvl1pPr>
            <a:lvl2pPr marL="305958" indent="0">
              <a:buNone/>
              <a:defRPr sz="1874"/>
            </a:lvl2pPr>
            <a:lvl3pPr marL="611916" indent="0">
              <a:buNone/>
              <a:defRPr sz="1606"/>
            </a:lvl3pPr>
            <a:lvl4pPr marL="917875" indent="0">
              <a:buNone/>
              <a:defRPr sz="1338"/>
            </a:lvl4pPr>
            <a:lvl5pPr marL="1223833" indent="0">
              <a:buNone/>
              <a:defRPr sz="1338"/>
            </a:lvl5pPr>
            <a:lvl6pPr marL="1529791" indent="0">
              <a:buNone/>
              <a:defRPr sz="1338"/>
            </a:lvl6pPr>
            <a:lvl7pPr marL="1835749" indent="0">
              <a:buNone/>
              <a:defRPr sz="1338"/>
            </a:lvl7pPr>
            <a:lvl8pPr marL="2141708" indent="0">
              <a:buNone/>
              <a:defRPr sz="1338"/>
            </a:lvl8pPr>
            <a:lvl9pPr marL="2447666" indent="0">
              <a:buNone/>
              <a:defRPr sz="1338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376839"/>
            <a:ext cx="3194943" cy="2550764"/>
          </a:xfrm>
        </p:spPr>
        <p:txBody>
          <a:bodyPr/>
          <a:lstStyle>
            <a:lvl1pPr marL="0" indent="0">
              <a:buNone/>
              <a:defRPr sz="1071"/>
            </a:lvl1pPr>
            <a:lvl2pPr marL="305958" indent="0">
              <a:buNone/>
              <a:defRPr sz="937"/>
            </a:lvl2pPr>
            <a:lvl3pPr marL="611916" indent="0">
              <a:buNone/>
              <a:defRPr sz="803"/>
            </a:lvl3pPr>
            <a:lvl4pPr marL="917875" indent="0">
              <a:buNone/>
              <a:defRPr sz="669"/>
            </a:lvl4pPr>
            <a:lvl5pPr marL="1223833" indent="0">
              <a:buNone/>
              <a:defRPr sz="669"/>
            </a:lvl5pPr>
            <a:lvl6pPr marL="1529791" indent="0">
              <a:buNone/>
              <a:defRPr sz="669"/>
            </a:lvl6pPr>
            <a:lvl7pPr marL="1835749" indent="0">
              <a:buNone/>
              <a:defRPr sz="669"/>
            </a:lvl7pPr>
            <a:lvl8pPr marL="2141708" indent="0">
              <a:buNone/>
              <a:defRPr sz="669"/>
            </a:lvl8pPr>
            <a:lvl9pPr marL="2447666" indent="0">
              <a:buNone/>
              <a:defRPr sz="669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8915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834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1" y="244346"/>
            <a:ext cx="2135981" cy="388935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7" y="244346"/>
            <a:ext cx="6284119" cy="388935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FB895-B65F-4EA9-9907-69D32227E72B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3390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244347"/>
            <a:ext cx="8543925" cy="8870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221732"/>
            <a:ext cx="8543925" cy="29119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4253753"/>
            <a:ext cx="2228850" cy="2443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6FB895-B65F-4EA9-9907-69D32227E72B}" type="datetimeFigureOut">
              <a:rPr lang="zh-TW" altLang="en-US" smtClean="0"/>
              <a:t>2026/7/2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4253753"/>
            <a:ext cx="3343275" cy="2443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4253753"/>
            <a:ext cx="2228850" cy="2443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9E5DCA-815B-4E11-A981-7B7D660A1E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7652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xStyles>
    <p:titleStyle>
      <a:lvl1pPr algn="l" defTabSz="611916" rtl="0" eaLnBrk="1" latinLnBrk="0" hangingPunct="1">
        <a:lnSpc>
          <a:spcPct val="90000"/>
        </a:lnSpc>
        <a:spcBef>
          <a:spcPct val="0"/>
        </a:spcBef>
        <a:buNone/>
        <a:defRPr sz="29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2979" indent="-152979" algn="l" defTabSz="611916" rtl="0" eaLnBrk="1" latinLnBrk="0" hangingPunct="1">
        <a:lnSpc>
          <a:spcPct val="90000"/>
        </a:lnSpc>
        <a:spcBef>
          <a:spcPts val="669"/>
        </a:spcBef>
        <a:buFont typeface="Arial" panose="020B0604020202020204" pitchFamily="34" charset="0"/>
        <a:buChar char="•"/>
        <a:defRPr sz="1874" kern="1200">
          <a:solidFill>
            <a:schemeClr val="tx1"/>
          </a:solidFill>
          <a:latin typeface="+mn-lt"/>
          <a:ea typeface="+mn-ea"/>
          <a:cs typeface="+mn-cs"/>
        </a:defRPr>
      </a:lvl1pPr>
      <a:lvl2pPr marL="458937" indent="-152979" algn="l" defTabSz="611916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2pPr>
      <a:lvl3pPr marL="764896" indent="-152979" algn="l" defTabSz="611916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338" kern="1200">
          <a:solidFill>
            <a:schemeClr val="tx1"/>
          </a:solidFill>
          <a:latin typeface="+mn-lt"/>
          <a:ea typeface="+mn-ea"/>
          <a:cs typeface="+mn-cs"/>
        </a:defRPr>
      </a:lvl3pPr>
      <a:lvl4pPr marL="1070854" indent="-152979" algn="l" defTabSz="611916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05" kern="1200">
          <a:solidFill>
            <a:schemeClr val="tx1"/>
          </a:solidFill>
          <a:latin typeface="+mn-lt"/>
          <a:ea typeface="+mn-ea"/>
          <a:cs typeface="+mn-cs"/>
        </a:defRPr>
      </a:lvl4pPr>
      <a:lvl5pPr marL="1376812" indent="-152979" algn="l" defTabSz="611916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05" kern="1200">
          <a:solidFill>
            <a:schemeClr val="tx1"/>
          </a:solidFill>
          <a:latin typeface="+mn-lt"/>
          <a:ea typeface="+mn-ea"/>
          <a:cs typeface="+mn-cs"/>
        </a:defRPr>
      </a:lvl5pPr>
      <a:lvl6pPr marL="1682770" indent="-152979" algn="l" defTabSz="611916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05" kern="1200">
          <a:solidFill>
            <a:schemeClr val="tx1"/>
          </a:solidFill>
          <a:latin typeface="+mn-lt"/>
          <a:ea typeface="+mn-ea"/>
          <a:cs typeface="+mn-cs"/>
        </a:defRPr>
      </a:lvl6pPr>
      <a:lvl7pPr marL="1988729" indent="-152979" algn="l" defTabSz="611916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05" kern="1200">
          <a:solidFill>
            <a:schemeClr val="tx1"/>
          </a:solidFill>
          <a:latin typeface="+mn-lt"/>
          <a:ea typeface="+mn-ea"/>
          <a:cs typeface="+mn-cs"/>
        </a:defRPr>
      </a:lvl7pPr>
      <a:lvl8pPr marL="2294687" indent="-152979" algn="l" defTabSz="611916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05" kern="1200">
          <a:solidFill>
            <a:schemeClr val="tx1"/>
          </a:solidFill>
          <a:latin typeface="+mn-lt"/>
          <a:ea typeface="+mn-ea"/>
          <a:cs typeface="+mn-cs"/>
        </a:defRPr>
      </a:lvl8pPr>
      <a:lvl9pPr marL="2600645" indent="-152979" algn="l" defTabSz="611916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2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11916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1pPr>
      <a:lvl2pPr marL="305958" algn="l" defTabSz="611916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2pPr>
      <a:lvl3pPr marL="611916" algn="l" defTabSz="611916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3pPr>
      <a:lvl4pPr marL="917875" algn="l" defTabSz="611916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4pPr>
      <a:lvl5pPr marL="1223833" algn="l" defTabSz="611916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5pPr>
      <a:lvl6pPr marL="1529791" algn="l" defTabSz="611916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6pPr>
      <a:lvl7pPr marL="1835749" algn="l" defTabSz="611916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7pPr>
      <a:lvl8pPr marL="2141708" algn="l" defTabSz="611916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8pPr>
      <a:lvl9pPr marL="2447666" algn="l" defTabSz="611916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17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16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8.png"/><Relationship Id="rId3" Type="http://schemas.openxmlformats.org/officeDocument/2006/relationships/image" Target="../media/image2.png"/><Relationship Id="rId21" Type="http://schemas.openxmlformats.org/officeDocument/2006/relationships/image" Target="../media/image25.png"/><Relationship Id="rId34" Type="http://schemas.openxmlformats.org/officeDocument/2006/relationships/image" Target="../media/image36.png"/><Relationship Id="rId25" Type="http://schemas.openxmlformats.org/officeDocument/2006/relationships/image" Target="../media/image27.png"/><Relationship Id="rId33" Type="http://schemas.openxmlformats.org/officeDocument/2006/relationships/image" Target="../media/image35.png"/><Relationship Id="rId2" Type="http://schemas.openxmlformats.org/officeDocument/2006/relationships/image" Target="../media/image1.png"/><Relationship Id="rId20" Type="http://schemas.openxmlformats.org/officeDocument/2006/relationships/image" Target="../media/image19.png"/><Relationship Id="rId29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24" Type="http://schemas.openxmlformats.org/officeDocument/2006/relationships/image" Target="../media/image26.png"/><Relationship Id="rId32" Type="http://schemas.openxmlformats.org/officeDocument/2006/relationships/image" Target="../media/image34.png"/><Relationship Id="rId5" Type="http://schemas.openxmlformats.org/officeDocument/2006/relationships/image" Target="../media/image23.png"/><Relationship Id="rId23" Type="http://schemas.openxmlformats.org/officeDocument/2006/relationships/image" Target="../media/image17.png"/><Relationship Id="rId28" Type="http://schemas.openxmlformats.org/officeDocument/2006/relationships/image" Target="../media/image30.png"/><Relationship Id="rId31" Type="http://schemas.openxmlformats.org/officeDocument/2006/relationships/image" Target="../media/image33.png"/><Relationship Id="rId4" Type="http://schemas.openxmlformats.org/officeDocument/2006/relationships/image" Target="../media/image22.png"/><Relationship Id="rId22" Type="http://schemas.openxmlformats.org/officeDocument/2006/relationships/image" Target="../media/image21.png"/><Relationship Id="rId27" Type="http://schemas.openxmlformats.org/officeDocument/2006/relationships/image" Target="../media/image29.png"/><Relationship Id="rId30" Type="http://schemas.openxmlformats.org/officeDocument/2006/relationships/image" Target="../media/image32.png"/><Relationship Id="rId35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>
            <a:extLst>
              <a:ext uri="{FF2B5EF4-FFF2-40B4-BE49-F238E27FC236}">
                <a16:creationId xmlns:a16="http://schemas.microsoft.com/office/drawing/2014/main" id="{929EF5A8-0DF9-4B6C-9B0D-DBAB7DD6A55E}"/>
              </a:ext>
            </a:extLst>
          </p:cNvPr>
          <p:cNvGrpSpPr/>
          <p:nvPr/>
        </p:nvGrpSpPr>
        <p:grpSpPr>
          <a:xfrm>
            <a:off x="417538" y="36797"/>
            <a:ext cx="9070933" cy="4515873"/>
            <a:chOff x="207610" y="84702"/>
            <a:chExt cx="9070933" cy="4515873"/>
          </a:xfrm>
        </p:grpSpPr>
        <p:pic>
          <p:nvPicPr>
            <p:cNvPr id="107" name="圖片 106">
              <a:extLst>
                <a:ext uri="{FF2B5EF4-FFF2-40B4-BE49-F238E27FC236}">
                  <a16:creationId xmlns:a16="http://schemas.microsoft.com/office/drawing/2014/main" id="{FDF85A7A-65CD-4331-BE69-08EF74276B4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7173"/>
            <a:stretch/>
          </p:blipFill>
          <p:spPr>
            <a:xfrm>
              <a:off x="207610" y="571139"/>
              <a:ext cx="8241065" cy="1658288"/>
            </a:xfrm>
            <a:prstGeom prst="rect">
              <a:avLst/>
            </a:prstGeom>
          </p:spPr>
        </p:pic>
        <p:pic>
          <p:nvPicPr>
            <p:cNvPr id="108" name="圖片 107">
              <a:extLst>
                <a:ext uri="{FF2B5EF4-FFF2-40B4-BE49-F238E27FC236}">
                  <a16:creationId xmlns:a16="http://schemas.microsoft.com/office/drawing/2014/main" id="{D9694FC0-CF9E-4E7D-B832-4E29AD16405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7365"/>
            <a:stretch/>
          </p:blipFill>
          <p:spPr>
            <a:xfrm>
              <a:off x="207610" y="2801456"/>
              <a:ext cx="8222015" cy="1658288"/>
            </a:xfrm>
            <a:prstGeom prst="rect">
              <a:avLst/>
            </a:prstGeom>
          </p:spPr>
        </p:pic>
        <p:pic>
          <p:nvPicPr>
            <p:cNvPr id="43" name="圖片 42">
              <a:extLst>
                <a:ext uri="{FF2B5EF4-FFF2-40B4-BE49-F238E27FC236}">
                  <a16:creationId xmlns:a16="http://schemas.microsoft.com/office/drawing/2014/main" id="{29D9B646-6A27-4649-A2F6-80CFFF4DF4A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4897" r="9472"/>
            <a:stretch/>
          </p:blipFill>
          <p:spPr>
            <a:xfrm>
              <a:off x="8422076" y="2917471"/>
              <a:ext cx="569632" cy="1680954"/>
            </a:xfrm>
            <a:prstGeom prst="rect">
              <a:avLst/>
            </a:prstGeom>
          </p:spPr>
        </p:pic>
        <p:sp>
          <p:nvSpPr>
            <p:cNvPr id="44" name="矩形: 圓角 43">
              <a:extLst>
                <a:ext uri="{FF2B5EF4-FFF2-40B4-BE49-F238E27FC236}">
                  <a16:creationId xmlns:a16="http://schemas.microsoft.com/office/drawing/2014/main" id="{DC81CB28-05E7-4299-B7F1-04C2533125DA}"/>
                </a:ext>
              </a:extLst>
            </p:cNvPr>
            <p:cNvSpPr/>
            <p:nvPr/>
          </p:nvSpPr>
          <p:spPr>
            <a:xfrm>
              <a:off x="219052" y="2880323"/>
              <a:ext cx="8258198" cy="1720252"/>
            </a:xfrm>
            <a:prstGeom prst="roundRect">
              <a:avLst>
                <a:gd name="adj" fmla="val 6163"/>
              </a:avLst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矩形: 圓角 44">
              <a:extLst>
                <a:ext uri="{FF2B5EF4-FFF2-40B4-BE49-F238E27FC236}">
                  <a16:creationId xmlns:a16="http://schemas.microsoft.com/office/drawing/2014/main" id="{441AAA92-0554-47A1-8611-1C1C012F694C}"/>
                </a:ext>
              </a:extLst>
            </p:cNvPr>
            <p:cNvSpPr/>
            <p:nvPr/>
          </p:nvSpPr>
          <p:spPr>
            <a:xfrm>
              <a:off x="219074" y="604246"/>
              <a:ext cx="8258346" cy="1719011"/>
            </a:xfrm>
            <a:prstGeom prst="roundRect">
              <a:avLst>
                <a:gd name="adj" fmla="val 6163"/>
              </a:avLst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矩形 45">
                  <a:extLst>
                    <a:ext uri="{FF2B5EF4-FFF2-40B4-BE49-F238E27FC236}">
                      <a16:creationId xmlns:a16="http://schemas.microsoft.com/office/drawing/2014/main" id="{2068CE7F-6CD8-45E2-B176-93658BA0F5BA}"/>
                    </a:ext>
                  </a:extLst>
                </p:cNvPr>
                <p:cNvSpPr/>
                <p:nvPr/>
              </p:nvSpPr>
              <p:spPr>
                <a:xfrm>
                  <a:off x="459584" y="1619048"/>
                  <a:ext cx="783035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0.1 </m:t>
                        </m:r>
                        <m:sSub>
                          <m:sSubPr>
                            <m:ctrlPr>
                              <a:rPr lang="en-US" altLang="zh-TW" sz="163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3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63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6" name="矩形 45">
                  <a:extLst>
                    <a:ext uri="{FF2B5EF4-FFF2-40B4-BE49-F238E27FC236}">
                      <a16:creationId xmlns:a16="http://schemas.microsoft.com/office/drawing/2014/main" id="{2068CE7F-6CD8-45E2-B176-93658BA0F5B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584" y="1619048"/>
                  <a:ext cx="783035" cy="343171"/>
                </a:xfrm>
                <a:prstGeom prst="rect">
                  <a:avLst/>
                </a:prstGeom>
                <a:blipFill>
                  <a:blip r:embed="rId5"/>
                  <a:stretch>
                    <a:fillRect b="-892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矩形 46">
                  <a:extLst>
                    <a:ext uri="{FF2B5EF4-FFF2-40B4-BE49-F238E27FC236}">
                      <a16:creationId xmlns:a16="http://schemas.microsoft.com/office/drawing/2014/main" id="{0C022BE9-80C6-4AF4-8998-A1D5D06474C5}"/>
                    </a:ext>
                  </a:extLst>
                </p:cNvPr>
                <p:cNvSpPr/>
                <p:nvPr/>
              </p:nvSpPr>
              <p:spPr>
                <a:xfrm>
                  <a:off x="516969" y="1988665"/>
                  <a:ext cx="889154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ℓ=−2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7" name="矩形 46">
                  <a:extLst>
                    <a:ext uri="{FF2B5EF4-FFF2-40B4-BE49-F238E27FC236}">
                      <a16:creationId xmlns:a16="http://schemas.microsoft.com/office/drawing/2014/main" id="{0C022BE9-80C6-4AF4-8998-A1D5D06474C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6969" y="1988665"/>
                  <a:ext cx="889154" cy="34317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矩形 48">
                  <a:extLst>
                    <a:ext uri="{FF2B5EF4-FFF2-40B4-BE49-F238E27FC236}">
                      <a16:creationId xmlns:a16="http://schemas.microsoft.com/office/drawing/2014/main" id="{51EC34B8-B9CA-4030-BE38-C481D6D20ED4}"/>
                    </a:ext>
                  </a:extLst>
                </p:cNvPr>
                <p:cNvSpPr/>
                <p:nvPr/>
              </p:nvSpPr>
              <p:spPr>
                <a:xfrm>
                  <a:off x="2299252" y="1988665"/>
                  <a:ext cx="889154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ℓ=−1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9" name="矩形 48">
                  <a:extLst>
                    <a:ext uri="{FF2B5EF4-FFF2-40B4-BE49-F238E27FC236}">
                      <a16:creationId xmlns:a16="http://schemas.microsoft.com/office/drawing/2014/main" id="{51EC34B8-B9CA-4030-BE38-C481D6D20ED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9252" y="1988665"/>
                  <a:ext cx="889154" cy="34317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矩形 49">
                  <a:extLst>
                    <a:ext uri="{FF2B5EF4-FFF2-40B4-BE49-F238E27FC236}">
                      <a16:creationId xmlns:a16="http://schemas.microsoft.com/office/drawing/2014/main" id="{7626E0B4-7CA2-459D-9601-04C6B32702D5}"/>
                    </a:ext>
                  </a:extLst>
                </p:cNvPr>
                <p:cNvSpPr/>
                <p:nvPr/>
              </p:nvSpPr>
              <p:spPr>
                <a:xfrm>
                  <a:off x="3952225" y="1988665"/>
                  <a:ext cx="733662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ℓ=0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0" name="矩形 49">
                  <a:extLst>
                    <a:ext uri="{FF2B5EF4-FFF2-40B4-BE49-F238E27FC236}">
                      <a16:creationId xmlns:a16="http://schemas.microsoft.com/office/drawing/2014/main" id="{7626E0B4-7CA2-459D-9601-04C6B32702D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52225" y="1988665"/>
                  <a:ext cx="733662" cy="34317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矩形 50">
                  <a:extLst>
                    <a:ext uri="{FF2B5EF4-FFF2-40B4-BE49-F238E27FC236}">
                      <a16:creationId xmlns:a16="http://schemas.microsoft.com/office/drawing/2014/main" id="{3F6CE0F2-6D19-4E6C-95F4-5A1A19791875}"/>
                    </a:ext>
                  </a:extLst>
                </p:cNvPr>
                <p:cNvSpPr/>
                <p:nvPr/>
              </p:nvSpPr>
              <p:spPr>
                <a:xfrm>
                  <a:off x="5708326" y="1988665"/>
                  <a:ext cx="733662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ℓ=1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1" name="矩形 50">
                  <a:extLst>
                    <a:ext uri="{FF2B5EF4-FFF2-40B4-BE49-F238E27FC236}">
                      <a16:creationId xmlns:a16="http://schemas.microsoft.com/office/drawing/2014/main" id="{3F6CE0F2-6D19-4E6C-95F4-5A1A1979187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8326" y="1988665"/>
                  <a:ext cx="733662" cy="34317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矩形 51">
                  <a:extLst>
                    <a:ext uri="{FF2B5EF4-FFF2-40B4-BE49-F238E27FC236}">
                      <a16:creationId xmlns:a16="http://schemas.microsoft.com/office/drawing/2014/main" id="{0F4F07AD-DE02-4748-8EF5-507C2941CFC8}"/>
                    </a:ext>
                  </a:extLst>
                </p:cNvPr>
                <p:cNvSpPr/>
                <p:nvPr/>
              </p:nvSpPr>
              <p:spPr>
                <a:xfrm>
                  <a:off x="7335117" y="1988665"/>
                  <a:ext cx="733662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ℓ=2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2" name="矩形 51">
                  <a:extLst>
                    <a:ext uri="{FF2B5EF4-FFF2-40B4-BE49-F238E27FC236}">
                      <a16:creationId xmlns:a16="http://schemas.microsoft.com/office/drawing/2014/main" id="{0F4F07AD-DE02-4748-8EF5-507C2941CFC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35117" y="1988665"/>
                  <a:ext cx="733662" cy="34317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矩形 52">
                  <a:extLst>
                    <a:ext uri="{FF2B5EF4-FFF2-40B4-BE49-F238E27FC236}">
                      <a16:creationId xmlns:a16="http://schemas.microsoft.com/office/drawing/2014/main" id="{D8163A59-21D2-4AEC-A55C-42C7FC0D3453}"/>
                    </a:ext>
                  </a:extLst>
                </p:cNvPr>
                <p:cNvSpPr/>
                <p:nvPr/>
              </p:nvSpPr>
              <p:spPr>
                <a:xfrm>
                  <a:off x="459584" y="3930235"/>
                  <a:ext cx="783035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0.1 </m:t>
                        </m:r>
                        <m:sSub>
                          <m:sSubPr>
                            <m:ctrlPr>
                              <a:rPr lang="en-US" altLang="zh-TW" sz="163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3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163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3" name="矩形 52">
                  <a:extLst>
                    <a:ext uri="{FF2B5EF4-FFF2-40B4-BE49-F238E27FC236}">
                      <a16:creationId xmlns:a16="http://schemas.microsoft.com/office/drawing/2014/main" id="{D8163A59-21D2-4AEC-A55C-42C7FC0D345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584" y="3930235"/>
                  <a:ext cx="783035" cy="343171"/>
                </a:xfrm>
                <a:prstGeom prst="rect">
                  <a:avLst/>
                </a:prstGeom>
                <a:blipFill>
                  <a:blip r:embed="rId11"/>
                  <a:stretch>
                    <a:fillRect b="-892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矩形 53">
                  <a:extLst>
                    <a:ext uri="{FF2B5EF4-FFF2-40B4-BE49-F238E27FC236}">
                      <a16:creationId xmlns:a16="http://schemas.microsoft.com/office/drawing/2014/main" id="{998758AE-B7B5-4A39-8A8A-9C4CDF0D9BF9}"/>
                    </a:ext>
                  </a:extLst>
                </p:cNvPr>
                <p:cNvSpPr/>
                <p:nvPr/>
              </p:nvSpPr>
              <p:spPr>
                <a:xfrm>
                  <a:off x="516969" y="4252226"/>
                  <a:ext cx="889154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ℓ=−2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4" name="矩形 53">
                  <a:extLst>
                    <a:ext uri="{FF2B5EF4-FFF2-40B4-BE49-F238E27FC236}">
                      <a16:creationId xmlns:a16="http://schemas.microsoft.com/office/drawing/2014/main" id="{998758AE-B7B5-4A39-8A8A-9C4CDF0D9BF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6969" y="4252226"/>
                  <a:ext cx="889154" cy="34317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矩形 55">
                  <a:extLst>
                    <a:ext uri="{FF2B5EF4-FFF2-40B4-BE49-F238E27FC236}">
                      <a16:creationId xmlns:a16="http://schemas.microsoft.com/office/drawing/2014/main" id="{98783FC7-C31A-4177-B406-4D671DA17729}"/>
                    </a:ext>
                  </a:extLst>
                </p:cNvPr>
                <p:cNvSpPr/>
                <p:nvPr/>
              </p:nvSpPr>
              <p:spPr>
                <a:xfrm>
                  <a:off x="2299252" y="4252227"/>
                  <a:ext cx="889154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ℓ=−1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6" name="矩形 55">
                  <a:extLst>
                    <a:ext uri="{FF2B5EF4-FFF2-40B4-BE49-F238E27FC236}">
                      <a16:creationId xmlns:a16="http://schemas.microsoft.com/office/drawing/2014/main" id="{98783FC7-C31A-4177-B406-4D671DA1772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9252" y="4252227"/>
                  <a:ext cx="889154" cy="34317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矩形 56">
                  <a:extLst>
                    <a:ext uri="{FF2B5EF4-FFF2-40B4-BE49-F238E27FC236}">
                      <a16:creationId xmlns:a16="http://schemas.microsoft.com/office/drawing/2014/main" id="{37D72A01-C052-4820-BBED-D2187CB98E18}"/>
                    </a:ext>
                  </a:extLst>
                </p:cNvPr>
                <p:cNvSpPr/>
                <p:nvPr/>
              </p:nvSpPr>
              <p:spPr>
                <a:xfrm>
                  <a:off x="3952225" y="4252227"/>
                  <a:ext cx="733662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ℓ=0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7" name="矩形 56">
                  <a:extLst>
                    <a:ext uri="{FF2B5EF4-FFF2-40B4-BE49-F238E27FC236}">
                      <a16:creationId xmlns:a16="http://schemas.microsoft.com/office/drawing/2014/main" id="{37D72A01-C052-4820-BBED-D2187CB98E1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52225" y="4252227"/>
                  <a:ext cx="733662" cy="34317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矩形 81">
                  <a:extLst>
                    <a:ext uri="{FF2B5EF4-FFF2-40B4-BE49-F238E27FC236}">
                      <a16:creationId xmlns:a16="http://schemas.microsoft.com/office/drawing/2014/main" id="{990EE664-F023-4537-B835-620C68FC83B8}"/>
                    </a:ext>
                  </a:extLst>
                </p:cNvPr>
                <p:cNvSpPr/>
                <p:nvPr/>
              </p:nvSpPr>
              <p:spPr>
                <a:xfrm>
                  <a:off x="5708326" y="4252227"/>
                  <a:ext cx="733662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ℓ=1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2" name="矩形 81">
                  <a:extLst>
                    <a:ext uri="{FF2B5EF4-FFF2-40B4-BE49-F238E27FC236}">
                      <a16:creationId xmlns:a16="http://schemas.microsoft.com/office/drawing/2014/main" id="{990EE664-F023-4537-B835-620C68FC83B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8326" y="4252227"/>
                  <a:ext cx="733662" cy="343171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矩形 82">
                  <a:extLst>
                    <a:ext uri="{FF2B5EF4-FFF2-40B4-BE49-F238E27FC236}">
                      <a16:creationId xmlns:a16="http://schemas.microsoft.com/office/drawing/2014/main" id="{A9E16470-7720-49A3-9DC9-3F0C741E2468}"/>
                    </a:ext>
                  </a:extLst>
                </p:cNvPr>
                <p:cNvSpPr/>
                <p:nvPr/>
              </p:nvSpPr>
              <p:spPr>
                <a:xfrm>
                  <a:off x="7335117" y="4252227"/>
                  <a:ext cx="733662" cy="34317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630" i="1">
                            <a:latin typeface="Cambria Math" panose="02040503050406030204" pitchFamily="18" charset="0"/>
                          </a:rPr>
                          <m:t>ℓ=2</m:t>
                        </m:r>
                      </m:oMath>
                    </m:oMathPara>
                  </a14:m>
                  <a:endParaRPr lang="zh-TW" altLang="en-US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3" name="矩形 82">
                  <a:extLst>
                    <a:ext uri="{FF2B5EF4-FFF2-40B4-BE49-F238E27FC236}">
                      <a16:creationId xmlns:a16="http://schemas.microsoft.com/office/drawing/2014/main" id="{A9E16470-7720-49A3-9DC9-3F0C741E246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35117" y="4252227"/>
                  <a:ext cx="733662" cy="343171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937C9061-1189-48F8-AA7F-3E862A0FA958}"/>
                </a:ext>
              </a:extLst>
            </p:cNvPr>
            <p:cNvSpPr/>
            <p:nvPr/>
          </p:nvSpPr>
          <p:spPr>
            <a:xfrm rot="5400000">
              <a:off x="8427124" y="1377190"/>
              <a:ext cx="1359668" cy="34317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63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arbitrary units</a:t>
              </a:r>
              <a:endParaRPr lang="zh-TW" altLang="en-US" sz="163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F4C1FE40-E458-4B65-9C8D-44E12C408F42}"/>
                </a:ext>
              </a:extLst>
            </p:cNvPr>
            <p:cNvSpPr/>
            <p:nvPr/>
          </p:nvSpPr>
          <p:spPr>
            <a:xfrm rot="5400000">
              <a:off x="8427124" y="3599050"/>
              <a:ext cx="1359668" cy="34317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TW" sz="163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arbitrary units</a:t>
              </a:r>
              <a:endParaRPr lang="zh-TW" altLang="en-US" sz="163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86" name="群組 85">
              <a:extLst>
                <a:ext uri="{FF2B5EF4-FFF2-40B4-BE49-F238E27FC236}">
                  <a16:creationId xmlns:a16="http://schemas.microsoft.com/office/drawing/2014/main" id="{83B5F868-82DF-4B6B-A7DC-2FEC1536BE02}"/>
                </a:ext>
              </a:extLst>
            </p:cNvPr>
            <p:cNvGrpSpPr/>
            <p:nvPr/>
          </p:nvGrpSpPr>
          <p:grpSpPr>
            <a:xfrm>
              <a:off x="766387" y="903481"/>
              <a:ext cx="703953" cy="629156"/>
              <a:chOff x="-1051588" y="926660"/>
              <a:chExt cx="645259" cy="57669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7" name="文字方塊 86">
                    <a:extLst>
                      <a:ext uri="{FF2B5EF4-FFF2-40B4-BE49-F238E27FC236}">
                        <a16:creationId xmlns:a16="http://schemas.microsoft.com/office/drawing/2014/main" id="{BD55CD46-F76A-40C8-8FEF-3E8617CDE787}"/>
                      </a:ext>
                    </a:extLst>
                  </p:cNvPr>
                  <p:cNvSpPr txBox="1"/>
                  <p:nvPr/>
                </p:nvSpPr>
                <p:spPr>
                  <a:xfrm>
                    <a:off x="-1051588" y="926660"/>
                    <a:ext cx="323387" cy="33565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63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0" name="文字方塊 79">
                    <a:extLst>
                      <a:ext uri="{FF2B5EF4-FFF2-40B4-BE49-F238E27FC236}">
                        <a16:creationId xmlns:a16="http://schemas.microsoft.com/office/drawing/2014/main" id="{0A2654E9-3006-4B11-B911-23ACB1C2DDC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1051588" y="926660"/>
                    <a:ext cx="323387" cy="335658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r="-3448" b="-1667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6" name="文字方塊 95">
                    <a:extLst>
                      <a:ext uri="{FF2B5EF4-FFF2-40B4-BE49-F238E27FC236}">
                        <a16:creationId xmlns:a16="http://schemas.microsoft.com/office/drawing/2014/main" id="{1F9BA172-17FD-49D5-A01A-92CA18058D98}"/>
                      </a:ext>
                    </a:extLst>
                  </p:cNvPr>
                  <p:cNvSpPr txBox="1"/>
                  <p:nvPr/>
                </p:nvSpPr>
                <p:spPr>
                  <a:xfrm>
                    <a:off x="-813248" y="1188801"/>
                    <a:ext cx="406919" cy="31455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63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1" name="文字方塊 80">
                    <a:extLst>
                      <a:ext uri="{FF2B5EF4-FFF2-40B4-BE49-F238E27FC236}">
                        <a16:creationId xmlns:a16="http://schemas.microsoft.com/office/drawing/2014/main" id="{47E81467-D25E-4BB7-94DE-E307D45DD94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813248" y="1188801"/>
                    <a:ext cx="406919" cy="314558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b="-5263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7" name="箭號: 向右 96">
                <a:extLst>
                  <a:ext uri="{FF2B5EF4-FFF2-40B4-BE49-F238E27FC236}">
                    <a16:creationId xmlns:a16="http://schemas.microsoft.com/office/drawing/2014/main" id="{2C7CA38B-E7B2-4225-B8BC-952574CCD2AC}"/>
                  </a:ext>
                </a:extLst>
              </p:cNvPr>
              <p:cNvSpPr/>
              <p:nvPr/>
            </p:nvSpPr>
            <p:spPr>
              <a:xfrm>
                <a:off x="-837092" y="1356364"/>
                <a:ext cx="92654" cy="27541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3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8" name="箭號: 向右 97">
                <a:extLst>
                  <a:ext uri="{FF2B5EF4-FFF2-40B4-BE49-F238E27FC236}">
                    <a16:creationId xmlns:a16="http://schemas.microsoft.com/office/drawing/2014/main" id="{03D676CE-2788-42E2-A47E-69212772F843}"/>
                  </a:ext>
                </a:extLst>
              </p:cNvPr>
              <p:cNvSpPr/>
              <p:nvPr/>
            </p:nvSpPr>
            <p:spPr>
              <a:xfrm rot="16200000">
                <a:off x="-877012" y="1316853"/>
                <a:ext cx="91764" cy="27808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3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99" name="群組 98">
              <a:extLst>
                <a:ext uri="{FF2B5EF4-FFF2-40B4-BE49-F238E27FC236}">
                  <a16:creationId xmlns:a16="http://schemas.microsoft.com/office/drawing/2014/main" id="{469F717A-C89F-4550-9B7B-B8F161D20D3D}"/>
                </a:ext>
              </a:extLst>
            </p:cNvPr>
            <p:cNvGrpSpPr/>
            <p:nvPr/>
          </p:nvGrpSpPr>
          <p:grpSpPr>
            <a:xfrm>
              <a:off x="768697" y="3150014"/>
              <a:ext cx="688366" cy="625691"/>
              <a:chOff x="-1026188" y="931423"/>
              <a:chExt cx="630972" cy="57352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0" name="文字方塊 99">
                    <a:extLst>
                      <a:ext uri="{FF2B5EF4-FFF2-40B4-BE49-F238E27FC236}">
                        <a16:creationId xmlns:a16="http://schemas.microsoft.com/office/drawing/2014/main" id="{26274BA1-2423-4B88-BF19-FC08EEB0196B}"/>
                      </a:ext>
                    </a:extLst>
                  </p:cNvPr>
                  <p:cNvSpPr txBox="1"/>
                  <p:nvPr/>
                </p:nvSpPr>
                <p:spPr>
                  <a:xfrm>
                    <a:off x="-1026188" y="931423"/>
                    <a:ext cx="323387" cy="33565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63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1" name="文字方塊 90">
                    <a:extLst>
                      <a:ext uri="{FF2B5EF4-FFF2-40B4-BE49-F238E27FC236}">
                        <a16:creationId xmlns:a16="http://schemas.microsoft.com/office/drawing/2014/main" id="{48683BE6-7C91-45D6-99F7-2C602C34D8E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1026188" y="931423"/>
                    <a:ext cx="323387" cy="335658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r="-3448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1" name="文字方塊 100">
                    <a:extLst>
                      <a:ext uri="{FF2B5EF4-FFF2-40B4-BE49-F238E27FC236}">
                        <a16:creationId xmlns:a16="http://schemas.microsoft.com/office/drawing/2014/main" id="{E26D9775-85BB-4006-B91E-7B673CCCDDE1}"/>
                      </a:ext>
                    </a:extLst>
                  </p:cNvPr>
                  <p:cNvSpPr txBox="1"/>
                  <p:nvPr/>
                </p:nvSpPr>
                <p:spPr>
                  <a:xfrm>
                    <a:off x="-802135" y="1190388"/>
                    <a:ext cx="406919" cy="31455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  <m:sub>
                              <m:r>
                                <a:rPr lang="en-US" altLang="zh-TW" sz="163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163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92" name="文字方塊 91">
                    <a:extLst>
                      <a:ext uri="{FF2B5EF4-FFF2-40B4-BE49-F238E27FC236}">
                        <a16:creationId xmlns:a16="http://schemas.microsoft.com/office/drawing/2014/main" id="{9E8963A5-F392-4029-B309-DD9A00CE088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802135" y="1190388"/>
                    <a:ext cx="406919" cy="314558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b="-5263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2" name="箭號: 向右 101">
                <a:extLst>
                  <a:ext uri="{FF2B5EF4-FFF2-40B4-BE49-F238E27FC236}">
                    <a16:creationId xmlns:a16="http://schemas.microsoft.com/office/drawing/2014/main" id="{79E1956D-E1A6-4F7A-8AB1-75CD7C8C93A7}"/>
                  </a:ext>
                </a:extLst>
              </p:cNvPr>
              <p:cNvSpPr/>
              <p:nvPr/>
            </p:nvSpPr>
            <p:spPr>
              <a:xfrm>
                <a:off x="-837092" y="1356364"/>
                <a:ext cx="92654" cy="27541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3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3" name="箭號: 向右 102">
                <a:extLst>
                  <a:ext uri="{FF2B5EF4-FFF2-40B4-BE49-F238E27FC236}">
                    <a16:creationId xmlns:a16="http://schemas.microsoft.com/office/drawing/2014/main" id="{7D1B38C6-6B33-43D0-9943-60E695DE8D9E}"/>
                  </a:ext>
                </a:extLst>
              </p:cNvPr>
              <p:cNvSpPr/>
              <p:nvPr/>
            </p:nvSpPr>
            <p:spPr>
              <a:xfrm rot="16200000">
                <a:off x="-877012" y="1316853"/>
                <a:ext cx="91764" cy="27808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3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104" name="圖片 103">
              <a:extLst>
                <a:ext uri="{FF2B5EF4-FFF2-40B4-BE49-F238E27FC236}">
                  <a16:creationId xmlns:a16="http://schemas.microsoft.com/office/drawing/2014/main" id="{A5B50928-FDC6-4EBF-A8A3-16E712F3A6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569" r="10158"/>
            <a:stretch/>
          </p:blipFill>
          <p:spPr>
            <a:xfrm>
              <a:off x="8533264" y="652885"/>
              <a:ext cx="432282" cy="1680954"/>
            </a:xfrm>
            <a:prstGeom prst="rect">
              <a:avLst/>
            </a:prstGeom>
          </p:spPr>
        </p:pic>
        <p:pic>
          <p:nvPicPr>
            <p:cNvPr id="105" name="圖片 104">
              <a:extLst>
                <a:ext uri="{FF2B5EF4-FFF2-40B4-BE49-F238E27FC236}">
                  <a16:creationId xmlns:a16="http://schemas.microsoft.com/office/drawing/2014/main" id="{6CBE0AD7-E644-49D6-BDC3-CC87DD7F37F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r="56352"/>
            <a:stretch/>
          </p:blipFill>
          <p:spPr>
            <a:xfrm>
              <a:off x="210008" y="84702"/>
              <a:ext cx="961568" cy="527212"/>
            </a:xfrm>
            <a:prstGeom prst="rect">
              <a:avLst/>
            </a:prstGeom>
          </p:spPr>
        </p:pic>
        <p:pic>
          <p:nvPicPr>
            <p:cNvPr id="106" name="圖片 105">
              <a:extLst>
                <a:ext uri="{FF2B5EF4-FFF2-40B4-BE49-F238E27FC236}">
                  <a16:creationId xmlns:a16="http://schemas.microsoft.com/office/drawing/2014/main" id="{4F4EC159-C11D-47CE-93AA-2A67ABB46F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44978"/>
            <a:stretch/>
          </p:blipFill>
          <p:spPr>
            <a:xfrm>
              <a:off x="210008" y="2362969"/>
              <a:ext cx="1212131" cy="5272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82969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圖片 54">
            <a:extLst>
              <a:ext uri="{FF2B5EF4-FFF2-40B4-BE49-F238E27FC236}">
                <a16:creationId xmlns:a16="http://schemas.microsoft.com/office/drawing/2014/main" id="{D788E2B5-293D-4EDC-AE5C-CB1993B878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06" r="68022"/>
          <a:stretch/>
        </p:blipFill>
        <p:spPr>
          <a:xfrm>
            <a:off x="2603392" y="684093"/>
            <a:ext cx="1429966" cy="1658288"/>
          </a:xfrm>
          <a:prstGeom prst="rect">
            <a:avLst/>
          </a:prstGeom>
        </p:spPr>
      </p:pic>
      <p:pic>
        <p:nvPicPr>
          <p:cNvPr id="58" name="圖片 57">
            <a:extLst>
              <a:ext uri="{FF2B5EF4-FFF2-40B4-BE49-F238E27FC236}">
                <a16:creationId xmlns:a16="http://schemas.microsoft.com/office/drawing/2014/main" id="{BE59FA60-C168-4DEF-96C3-263EF39EDA0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10" r="68218"/>
          <a:stretch/>
        </p:blipFill>
        <p:spPr>
          <a:xfrm>
            <a:off x="2613120" y="2583668"/>
            <a:ext cx="1429966" cy="1658288"/>
          </a:xfrm>
          <a:prstGeom prst="rect">
            <a:avLst/>
          </a:prstGeom>
        </p:spPr>
      </p:pic>
      <p:sp>
        <p:nvSpPr>
          <p:cNvPr id="45" name="矩形: 圓角 44">
            <a:extLst>
              <a:ext uri="{FF2B5EF4-FFF2-40B4-BE49-F238E27FC236}">
                <a16:creationId xmlns:a16="http://schemas.microsoft.com/office/drawing/2014/main" id="{441AAA92-0554-47A1-8611-1C1C012F694C}"/>
              </a:ext>
            </a:extLst>
          </p:cNvPr>
          <p:cNvSpPr/>
          <p:nvPr/>
        </p:nvSpPr>
        <p:spPr>
          <a:xfrm>
            <a:off x="1307765" y="764825"/>
            <a:ext cx="6717600" cy="1458000"/>
          </a:xfrm>
          <a:prstGeom prst="roundRect">
            <a:avLst>
              <a:gd name="adj" fmla="val 6163"/>
            </a:avLst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7" name="圖片 106">
            <a:extLst>
              <a:ext uri="{FF2B5EF4-FFF2-40B4-BE49-F238E27FC236}">
                <a16:creationId xmlns:a16="http://schemas.microsoft.com/office/drawing/2014/main" id="{FDF85A7A-65CD-4331-BE69-08EF74276B4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838"/>
          <a:stretch/>
        </p:blipFill>
        <p:spPr>
          <a:xfrm>
            <a:off x="1182402" y="684093"/>
            <a:ext cx="1508539" cy="1658288"/>
          </a:xfrm>
          <a:prstGeom prst="rect">
            <a:avLst/>
          </a:prstGeom>
        </p:spPr>
      </p:pic>
      <p:pic>
        <p:nvPicPr>
          <p:cNvPr id="108" name="圖片 107">
            <a:extLst>
              <a:ext uri="{FF2B5EF4-FFF2-40B4-BE49-F238E27FC236}">
                <a16:creationId xmlns:a16="http://schemas.microsoft.com/office/drawing/2014/main" id="{D9694FC0-CF9E-4E7D-B832-4E29AD16405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5230"/>
          <a:stretch/>
        </p:blipFill>
        <p:spPr>
          <a:xfrm>
            <a:off x="1221315" y="2583668"/>
            <a:ext cx="1469628" cy="1658288"/>
          </a:xfrm>
          <a:prstGeom prst="rect">
            <a:avLst/>
          </a:prstGeom>
        </p:spPr>
      </p:pic>
      <p:sp>
        <p:nvSpPr>
          <p:cNvPr id="44" name="矩形: 圓角 43">
            <a:extLst>
              <a:ext uri="{FF2B5EF4-FFF2-40B4-BE49-F238E27FC236}">
                <a16:creationId xmlns:a16="http://schemas.microsoft.com/office/drawing/2014/main" id="{DC81CB28-05E7-4299-B7F1-04C2533125DA}"/>
              </a:ext>
            </a:extLst>
          </p:cNvPr>
          <p:cNvSpPr/>
          <p:nvPr/>
        </p:nvSpPr>
        <p:spPr>
          <a:xfrm>
            <a:off x="1307765" y="2691110"/>
            <a:ext cx="6717600" cy="1458000"/>
          </a:xfrm>
          <a:prstGeom prst="roundRect">
            <a:avLst>
              <a:gd name="adj" fmla="val 6163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2068CE7F-6CD8-45E2-B176-93658BA0F5BA}"/>
                  </a:ext>
                </a:extLst>
              </p:cNvPr>
              <p:cNvSpPr/>
              <p:nvPr/>
            </p:nvSpPr>
            <p:spPr>
              <a:xfrm>
                <a:off x="1463559" y="1800095"/>
                <a:ext cx="783035" cy="3431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0.1 </m:t>
                      </m:r>
                      <m:sSub>
                        <m:sSubPr>
                          <m:ctrlPr>
                            <a:rPr lang="en-US" altLang="zh-TW" sz="163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3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3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2068CE7F-6CD8-45E2-B176-93658BA0F5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3559" y="1800095"/>
                <a:ext cx="783035" cy="343171"/>
              </a:xfrm>
              <a:prstGeom prst="rect">
                <a:avLst/>
              </a:prstGeom>
              <a:blipFill>
                <a:blip r:embed="rId4"/>
                <a:stretch>
                  <a:fillRect b="-877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D8163A59-21D2-4AEC-A55C-42C7FC0D3453}"/>
                  </a:ext>
                </a:extLst>
              </p:cNvPr>
              <p:cNvSpPr/>
              <p:nvPr/>
            </p:nvSpPr>
            <p:spPr>
              <a:xfrm>
                <a:off x="1434376" y="3712447"/>
                <a:ext cx="783035" cy="3431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0.1 </m:t>
                      </m:r>
                      <m:sSub>
                        <m:sSubPr>
                          <m:ctrlPr>
                            <a:rPr lang="en-US" altLang="zh-TW" sz="163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3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3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D8163A59-21D2-4AEC-A55C-42C7FC0D34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4376" y="3712447"/>
                <a:ext cx="783035" cy="343171"/>
              </a:xfrm>
              <a:prstGeom prst="rect">
                <a:avLst/>
              </a:prstGeom>
              <a:blipFill>
                <a:blip r:embed="rId5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6" name="群組 85">
            <a:extLst>
              <a:ext uri="{FF2B5EF4-FFF2-40B4-BE49-F238E27FC236}">
                <a16:creationId xmlns:a16="http://schemas.microsoft.com/office/drawing/2014/main" id="{83B5F868-82DF-4B6B-A7DC-2FEC1536BE02}"/>
              </a:ext>
            </a:extLst>
          </p:cNvPr>
          <p:cNvGrpSpPr/>
          <p:nvPr/>
        </p:nvGrpSpPr>
        <p:grpSpPr>
          <a:xfrm>
            <a:off x="1807854" y="1073585"/>
            <a:ext cx="637278" cy="572006"/>
            <a:chOff x="-990472" y="979045"/>
            <a:chExt cx="584143" cy="52431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7" name="文字方塊 86">
                  <a:extLst>
                    <a:ext uri="{FF2B5EF4-FFF2-40B4-BE49-F238E27FC236}">
                      <a16:creationId xmlns:a16="http://schemas.microsoft.com/office/drawing/2014/main" id="{BD55CD46-F76A-40C8-8FEF-3E8617CDE787}"/>
                    </a:ext>
                  </a:extLst>
                </p:cNvPr>
                <p:cNvSpPr txBox="1"/>
                <p:nvPr/>
              </p:nvSpPr>
              <p:spPr>
                <a:xfrm>
                  <a:off x="-990472" y="979045"/>
                  <a:ext cx="323387" cy="33565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3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3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zh-TW" sz="163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</m:oMath>
                    </m:oMathPara>
                  </a14:m>
                  <a:endParaRPr lang="en-US" altLang="zh-TW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87" name="文字方塊 86">
                  <a:extLst>
                    <a:ext uri="{FF2B5EF4-FFF2-40B4-BE49-F238E27FC236}">
                      <a16:creationId xmlns:a16="http://schemas.microsoft.com/office/drawing/2014/main" id="{BD55CD46-F76A-40C8-8FEF-3E8617CDE7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990472" y="979045"/>
                  <a:ext cx="323387" cy="335658"/>
                </a:xfrm>
                <a:prstGeom prst="rect">
                  <a:avLst/>
                </a:prstGeom>
                <a:blipFill>
                  <a:blip r:embed="rId6"/>
                  <a:stretch>
                    <a:fillRect r="-5263" b="-16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文字方塊 95">
                  <a:extLst>
                    <a:ext uri="{FF2B5EF4-FFF2-40B4-BE49-F238E27FC236}">
                      <a16:creationId xmlns:a16="http://schemas.microsoft.com/office/drawing/2014/main" id="{1F9BA172-17FD-49D5-A01A-92CA18058D98}"/>
                    </a:ext>
                  </a:extLst>
                </p:cNvPr>
                <p:cNvSpPr txBox="1"/>
                <p:nvPr/>
              </p:nvSpPr>
              <p:spPr>
                <a:xfrm>
                  <a:off x="-813248" y="1188801"/>
                  <a:ext cx="406919" cy="31455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3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3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zh-TW" sz="163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</m:oMath>
                    </m:oMathPara>
                  </a14:m>
                  <a:endParaRPr lang="en-US" altLang="zh-TW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1" name="文字方塊 80">
                  <a:extLst>
                    <a:ext uri="{FF2B5EF4-FFF2-40B4-BE49-F238E27FC236}">
                      <a16:creationId xmlns:a16="http://schemas.microsoft.com/office/drawing/2014/main" id="{47E81467-D25E-4BB7-94DE-E307D45DD9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813248" y="1188801"/>
                  <a:ext cx="406919" cy="314558"/>
                </a:xfrm>
                <a:prstGeom prst="rect">
                  <a:avLst/>
                </a:prstGeom>
                <a:blipFill>
                  <a:blip r:embed="rId20"/>
                  <a:stretch>
                    <a:fillRect b="-526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7" name="箭號: 向右 96">
              <a:extLst>
                <a:ext uri="{FF2B5EF4-FFF2-40B4-BE49-F238E27FC236}">
                  <a16:creationId xmlns:a16="http://schemas.microsoft.com/office/drawing/2014/main" id="{2C7CA38B-E7B2-4225-B8BC-952574CCD2AC}"/>
                </a:ext>
              </a:extLst>
            </p:cNvPr>
            <p:cNvSpPr/>
            <p:nvPr/>
          </p:nvSpPr>
          <p:spPr>
            <a:xfrm>
              <a:off x="-837092" y="1356364"/>
              <a:ext cx="92654" cy="27541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3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" name="箭號: 向右 97">
              <a:extLst>
                <a:ext uri="{FF2B5EF4-FFF2-40B4-BE49-F238E27FC236}">
                  <a16:creationId xmlns:a16="http://schemas.microsoft.com/office/drawing/2014/main" id="{03D676CE-2788-42E2-A47E-69212772F843}"/>
                </a:ext>
              </a:extLst>
            </p:cNvPr>
            <p:cNvSpPr/>
            <p:nvPr/>
          </p:nvSpPr>
          <p:spPr>
            <a:xfrm rot="16200000">
              <a:off x="-877012" y="1316853"/>
              <a:ext cx="91764" cy="27808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3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9" name="群組 98">
            <a:extLst>
              <a:ext uri="{FF2B5EF4-FFF2-40B4-BE49-F238E27FC236}">
                <a16:creationId xmlns:a16="http://schemas.microsoft.com/office/drawing/2014/main" id="{469F717A-C89F-4550-9B7B-B8F161D20D3D}"/>
              </a:ext>
            </a:extLst>
          </p:cNvPr>
          <p:cNvGrpSpPr/>
          <p:nvPr/>
        </p:nvGrpSpPr>
        <p:grpSpPr>
          <a:xfrm>
            <a:off x="1810164" y="2998901"/>
            <a:ext cx="621691" cy="559016"/>
            <a:chOff x="-965072" y="992539"/>
            <a:chExt cx="569856" cy="51240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0" name="文字方塊 99">
                  <a:extLst>
                    <a:ext uri="{FF2B5EF4-FFF2-40B4-BE49-F238E27FC236}">
                      <a16:creationId xmlns:a16="http://schemas.microsoft.com/office/drawing/2014/main" id="{26274BA1-2423-4B88-BF19-FC08EEB0196B}"/>
                    </a:ext>
                  </a:extLst>
                </p:cNvPr>
                <p:cNvSpPr txBox="1"/>
                <p:nvPr/>
              </p:nvSpPr>
              <p:spPr>
                <a:xfrm>
                  <a:off x="-965072" y="992539"/>
                  <a:ext cx="323387" cy="33565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3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3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zh-TW" sz="163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</m:oMath>
                    </m:oMathPara>
                  </a14:m>
                  <a:endParaRPr lang="en-US" altLang="zh-TW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00" name="文字方塊 99">
                  <a:extLst>
                    <a:ext uri="{FF2B5EF4-FFF2-40B4-BE49-F238E27FC236}">
                      <a16:creationId xmlns:a16="http://schemas.microsoft.com/office/drawing/2014/main" id="{26274BA1-2423-4B88-BF19-FC08EEB019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965072" y="992539"/>
                  <a:ext cx="323387" cy="335658"/>
                </a:xfrm>
                <a:prstGeom prst="rect">
                  <a:avLst/>
                </a:prstGeom>
                <a:blipFill>
                  <a:blip r:embed="rId21"/>
                  <a:stretch>
                    <a:fillRect r="-344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文字方塊 100">
                  <a:extLst>
                    <a:ext uri="{FF2B5EF4-FFF2-40B4-BE49-F238E27FC236}">
                      <a16:creationId xmlns:a16="http://schemas.microsoft.com/office/drawing/2014/main" id="{E26D9775-85BB-4006-B91E-7B673CCCDDE1}"/>
                    </a:ext>
                  </a:extLst>
                </p:cNvPr>
                <p:cNvSpPr txBox="1"/>
                <p:nvPr/>
              </p:nvSpPr>
              <p:spPr>
                <a:xfrm>
                  <a:off x="-802135" y="1190388"/>
                  <a:ext cx="406919" cy="31455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63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3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en-US" altLang="zh-TW" sz="163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b>
                        </m:sSub>
                      </m:oMath>
                    </m:oMathPara>
                  </a14:m>
                  <a:endParaRPr lang="en-US" altLang="zh-TW" sz="163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2" name="文字方塊 91">
                  <a:extLst>
                    <a:ext uri="{FF2B5EF4-FFF2-40B4-BE49-F238E27FC236}">
                      <a16:creationId xmlns:a16="http://schemas.microsoft.com/office/drawing/2014/main" id="{9E8963A5-F392-4029-B309-DD9A00CE08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802135" y="1190388"/>
                  <a:ext cx="406919" cy="314558"/>
                </a:xfrm>
                <a:prstGeom prst="rect">
                  <a:avLst/>
                </a:prstGeom>
                <a:blipFill>
                  <a:blip r:embed="rId22"/>
                  <a:stretch>
                    <a:fillRect b="-526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2" name="箭號: 向右 101">
              <a:extLst>
                <a:ext uri="{FF2B5EF4-FFF2-40B4-BE49-F238E27FC236}">
                  <a16:creationId xmlns:a16="http://schemas.microsoft.com/office/drawing/2014/main" id="{79E1956D-E1A6-4F7A-8AB1-75CD7C8C93A7}"/>
                </a:ext>
              </a:extLst>
            </p:cNvPr>
            <p:cNvSpPr/>
            <p:nvPr/>
          </p:nvSpPr>
          <p:spPr>
            <a:xfrm>
              <a:off x="-837092" y="1356364"/>
              <a:ext cx="92654" cy="27541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3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3" name="箭號: 向右 102">
              <a:extLst>
                <a:ext uri="{FF2B5EF4-FFF2-40B4-BE49-F238E27FC236}">
                  <a16:creationId xmlns:a16="http://schemas.microsoft.com/office/drawing/2014/main" id="{7D1B38C6-6B33-43D0-9943-60E695DE8D9E}"/>
                </a:ext>
              </a:extLst>
            </p:cNvPr>
            <p:cNvSpPr/>
            <p:nvPr/>
          </p:nvSpPr>
          <p:spPr>
            <a:xfrm rot="16200000">
              <a:off x="-877012" y="1316853"/>
              <a:ext cx="91764" cy="27808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3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05" name="圖片 104">
            <a:extLst>
              <a:ext uri="{FF2B5EF4-FFF2-40B4-BE49-F238E27FC236}">
                <a16:creationId xmlns:a16="http://schemas.microsoft.com/office/drawing/2014/main" id="{6CBE0AD7-E644-49D6-BDC3-CC87DD7F37FE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6352"/>
          <a:stretch/>
        </p:blipFill>
        <p:spPr>
          <a:xfrm>
            <a:off x="1389081" y="332668"/>
            <a:ext cx="786294" cy="431112"/>
          </a:xfrm>
          <a:prstGeom prst="rect">
            <a:avLst/>
          </a:prstGeom>
        </p:spPr>
      </p:pic>
      <p:pic>
        <p:nvPicPr>
          <p:cNvPr id="106" name="圖片 105">
            <a:extLst>
              <a:ext uri="{FF2B5EF4-FFF2-40B4-BE49-F238E27FC236}">
                <a16:creationId xmlns:a16="http://schemas.microsoft.com/office/drawing/2014/main" id="{4F4EC159-C11D-47CE-93AA-2A67ABB46FA7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4978"/>
          <a:stretch/>
        </p:blipFill>
        <p:spPr>
          <a:xfrm>
            <a:off x="1389081" y="2260737"/>
            <a:ext cx="991185" cy="431112"/>
          </a:xfrm>
          <a:prstGeom prst="rect">
            <a:avLst/>
          </a:prstGeom>
        </p:spPr>
      </p:pic>
      <p:pic>
        <p:nvPicPr>
          <p:cNvPr id="35" name="圖片 34">
            <a:extLst>
              <a:ext uri="{FF2B5EF4-FFF2-40B4-BE49-F238E27FC236}">
                <a16:creationId xmlns:a16="http://schemas.microsoft.com/office/drawing/2014/main" id="{CA846FF8-896D-469D-AE01-3839E4A2EFC0}"/>
              </a:ext>
            </a:extLst>
          </p:cNvPr>
          <p:cNvPicPr>
            <a:picLocks noChangeAspect="1"/>
          </p:cNvPicPr>
          <p:nvPr/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81" t="8908" r="5569" b="70278"/>
          <a:stretch/>
        </p:blipFill>
        <p:spPr>
          <a:xfrm>
            <a:off x="8079333" y="758927"/>
            <a:ext cx="356439" cy="1354972"/>
          </a:xfrm>
          <a:prstGeom prst="rect">
            <a:avLst/>
          </a:prstGeom>
        </p:spPr>
      </p:pic>
      <p:sp>
        <p:nvSpPr>
          <p:cNvPr id="36" name="矩形 35">
            <a:extLst>
              <a:ext uri="{FF2B5EF4-FFF2-40B4-BE49-F238E27FC236}">
                <a16:creationId xmlns:a16="http://schemas.microsoft.com/office/drawing/2014/main" id="{23586459-BCEE-4006-9A0F-37020F4A9636}"/>
              </a:ext>
            </a:extLst>
          </p:cNvPr>
          <p:cNvSpPr/>
          <p:nvPr/>
        </p:nvSpPr>
        <p:spPr>
          <a:xfrm>
            <a:off x="8033692" y="1942558"/>
            <a:ext cx="487634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a.u.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B093E9B-BC5E-4A4D-9CC6-53EC3B51B052}"/>
              </a:ext>
            </a:extLst>
          </p:cNvPr>
          <p:cNvSpPr/>
          <p:nvPr/>
        </p:nvSpPr>
        <p:spPr>
          <a:xfrm>
            <a:off x="8009121" y="3913623"/>
            <a:ext cx="487634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a.u.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8" name="圖片 37">
            <a:extLst>
              <a:ext uri="{FF2B5EF4-FFF2-40B4-BE49-F238E27FC236}">
                <a16:creationId xmlns:a16="http://schemas.microsoft.com/office/drawing/2014/main" id="{E6CCE76B-EA68-4B1D-A777-EC704E4CDDD7}"/>
              </a:ext>
            </a:extLst>
          </p:cNvPr>
          <p:cNvPicPr>
            <a:picLocks noChangeAspect="1"/>
          </p:cNvPicPr>
          <p:nvPr/>
        </p:nvPicPr>
        <p:blipFill rotWithShape="1">
          <a:blip r:embed="rId2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32321"/>
          <a:stretch/>
        </p:blipFill>
        <p:spPr>
          <a:xfrm>
            <a:off x="8038477" y="2740637"/>
            <a:ext cx="407456" cy="1328804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3DAB0F83-1429-4C5E-8F46-7BEACD78C91C}"/>
              </a:ext>
            </a:extLst>
          </p:cNvPr>
          <p:cNvSpPr/>
          <p:nvPr/>
        </p:nvSpPr>
        <p:spPr>
          <a:xfrm>
            <a:off x="8337233" y="634669"/>
            <a:ext cx="288862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97B7775-2417-4977-8D38-2F27B54E7063}"/>
              </a:ext>
            </a:extLst>
          </p:cNvPr>
          <p:cNvSpPr/>
          <p:nvPr/>
        </p:nvSpPr>
        <p:spPr>
          <a:xfrm>
            <a:off x="8356283" y="1901494"/>
            <a:ext cx="288862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9355848-586F-45EC-A61B-9AB13DBF1474}"/>
              </a:ext>
            </a:extLst>
          </p:cNvPr>
          <p:cNvSpPr/>
          <p:nvPr/>
        </p:nvSpPr>
        <p:spPr>
          <a:xfrm>
            <a:off x="8346758" y="2588174"/>
            <a:ext cx="288862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AB557D3-A11C-4303-9E25-ED7709E0AEAF}"/>
              </a:ext>
            </a:extLst>
          </p:cNvPr>
          <p:cNvSpPr/>
          <p:nvPr/>
        </p:nvSpPr>
        <p:spPr>
          <a:xfrm>
            <a:off x="8365808" y="3826424"/>
            <a:ext cx="357790" cy="3431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endParaRPr lang="zh-TW" altLang="en-US" sz="16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9" name="圖片 58">
            <a:extLst>
              <a:ext uri="{FF2B5EF4-FFF2-40B4-BE49-F238E27FC236}">
                <a16:creationId xmlns:a16="http://schemas.microsoft.com/office/drawing/2014/main" id="{7EF1C809-3941-4B62-A831-47B1450BE15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15" r="51207"/>
          <a:stretch/>
        </p:blipFill>
        <p:spPr>
          <a:xfrm>
            <a:off x="3974992" y="684093"/>
            <a:ext cx="1400782" cy="1658288"/>
          </a:xfrm>
          <a:prstGeom prst="rect">
            <a:avLst/>
          </a:prstGeom>
        </p:spPr>
      </p:pic>
      <p:pic>
        <p:nvPicPr>
          <p:cNvPr id="60" name="圖片 59">
            <a:extLst>
              <a:ext uri="{FF2B5EF4-FFF2-40B4-BE49-F238E27FC236}">
                <a16:creationId xmlns:a16="http://schemas.microsoft.com/office/drawing/2014/main" id="{3AFC9ACE-7A82-40C4-A4DA-3A898945BFE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22" r="51206"/>
          <a:stretch/>
        </p:blipFill>
        <p:spPr>
          <a:xfrm>
            <a:off x="3955537" y="2583668"/>
            <a:ext cx="1429965" cy="1658288"/>
          </a:xfrm>
          <a:prstGeom prst="rect">
            <a:avLst/>
          </a:prstGeom>
        </p:spPr>
      </p:pic>
      <p:pic>
        <p:nvPicPr>
          <p:cNvPr id="61" name="圖片 60">
            <a:extLst>
              <a:ext uri="{FF2B5EF4-FFF2-40B4-BE49-F238E27FC236}">
                <a16:creationId xmlns:a16="http://schemas.microsoft.com/office/drawing/2014/main" id="{51C4252C-691E-43E0-B86F-F5004BD95F0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38" r="34390"/>
          <a:stretch/>
        </p:blipFill>
        <p:spPr>
          <a:xfrm>
            <a:off x="5288226" y="684093"/>
            <a:ext cx="1429966" cy="1658288"/>
          </a:xfrm>
          <a:prstGeom prst="rect">
            <a:avLst/>
          </a:prstGeom>
        </p:spPr>
      </p:pic>
      <p:pic>
        <p:nvPicPr>
          <p:cNvPr id="62" name="圖片 61">
            <a:extLst>
              <a:ext uri="{FF2B5EF4-FFF2-40B4-BE49-F238E27FC236}">
                <a16:creationId xmlns:a16="http://schemas.microsoft.com/office/drawing/2014/main" id="{424B62CF-A0E2-41A5-97E8-E008BA77521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40" r="34586"/>
          <a:stretch/>
        </p:blipFill>
        <p:spPr>
          <a:xfrm>
            <a:off x="5268770" y="2583668"/>
            <a:ext cx="1420239" cy="1658288"/>
          </a:xfrm>
          <a:prstGeom prst="rect">
            <a:avLst/>
          </a:prstGeom>
        </p:spPr>
      </p:pic>
      <p:pic>
        <p:nvPicPr>
          <p:cNvPr id="63" name="圖片 62">
            <a:extLst>
              <a:ext uri="{FF2B5EF4-FFF2-40B4-BE49-F238E27FC236}">
                <a16:creationId xmlns:a16="http://schemas.microsoft.com/office/drawing/2014/main" id="{275B4CD4-B5F8-4790-8ED4-69C8B6DAF83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54" r="17173"/>
          <a:stretch/>
        </p:blipFill>
        <p:spPr>
          <a:xfrm>
            <a:off x="6630642" y="684093"/>
            <a:ext cx="1469863" cy="1658288"/>
          </a:xfrm>
          <a:prstGeom prst="rect">
            <a:avLst/>
          </a:prstGeom>
        </p:spPr>
      </p:pic>
      <p:pic>
        <p:nvPicPr>
          <p:cNvPr id="64" name="圖片 63">
            <a:extLst>
              <a:ext uri="{FF2B5EF4-FFF2-40B4-BE49-F238E27FC236}">
                <a16:creationId xmlns:a16="http://schemas.microsoft.com/office/drawing/2014/main" id="{C843C900-8265-48CB-96AF-A5B26DE32ED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347" r="17365"/>
          <a:stretch/>
        </p:blipFill>
        <p:spPr>
          <a:xfrm>
            <a:off x="6640369" y="2583668"/>
            <a:ext cx="1421630" cy="165828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0C022BE9-80C6-4AF4-8998-A1D5D06474C5}"/>
                  </a:ext>
                </a:extLst>
              </p:cNvPr>
              <p:cNvSpPr/>
              <p:nvPr/>
            </p:nvSpPr>
            <p:spPr>
              <a:xfrm>
                <a:off x="1491761" y="787169"/>
                <a:ext cx="889154" cy="34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ℓ=−2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0C022BE9-80C6-4AF4-8998-A1D5D06474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1761" y="787169"/>
                <a:ext cx="889154" cy="343171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51EC34B8-B9CA-4030-BE38-C481D6D20ED4}"/>
                  </a:ext>
                </a:extLst>
              </p:cNvPr>
              <p:cNvSpPr/>
              <p:nvPr/>
            </p:nvSpPr>
            <p:spPr>
              <a:xfrm>
                <a:off x="2931144" y="787169"/>
                <a:ext cx="889154" cy="34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ℓ=−1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51EC34B8-B9CA-4030-BE38-C481D6D20E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1144" y="787169"/>
                <a:ext cx="889154" cy="343171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7626E0B4-7CA2-459D-9601-04C6B32702D5}"/>
                  </a:ext>
                </a:extLst>
              </p:cNvPr>
              <p:cNvSpPr/>
              <p:nvPr/>
            </p:nvSpPr>
            <p:spPr>
              <a:xfrm>
                <a:off x="4294327" y="787169"/>
                <a:ext cx="733662" cy="34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ℓ=0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7626E0B4-7CA2-459D-9601-04C6B32702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4327" y="787169"/>
                <a:ext cx="733662" cy="343171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3F6CE0F2-6D19-4E6C-95F4-5A1A19791875}"/>
                  </a:ext>
                </a:extLst>
              </p:cNvPr>
              <p:cNvSpPr/>
              <p:nvPr/>
            </p:nvSpPr>
            <p:spPr>
              <a:xfrm>
                <a:off x="5654418" y="787169"/>
                <a:ext cx="733662" cy="34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ℓ=1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3F6CE0F2-6D19-4E6C-95F4-5A1A197918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4418" y="787169"/>
                <a:ext cx="733662" cy="343171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0F4F07AD-DE02-4748-8EF5-507C2941CFC8}"/>
                  </a:ext>
                </a:extLst>
              </p:cNvPr>
              <p:cNvSpPr/>
              <p:nvPr/>
            </p:nvSpPr>
            <p:spPr>
              <a:xfrm>
                <a:off x="6938309" y="787169"/>
                <a:ext cx="733662" cy="34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ℓ=2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0F4F07AD-DE02-4748-8EF5-507C2941CF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8309" y="787169"/>
                <a:ext cx="733662" cy="343171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998758AE-B7B5-4A39-8A8A-9C4CDF0D9BF9}"/>
                  </a:ext>
                </a:extLst>
              </p:cNvPr>
              <p:cNvSpPr/>
              <p:nvPr/>
            </p:nvSpPr>
            <p:spPr>
              <a:xfrm>
                <a:off x="1491761" y="2719988"/>
                <a:ext cx="889154" cy="34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ℓ=−2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998758AE-B7B5-4A39-8A8A-9C4CDF0D9B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1761" y="2719988"/>
                <a:ext cx="889154" cy="343171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98783FC7-C31A-4177-B406-4D671DA17729}"/>
                  </a:ext>
                </a:extLst>
              </p:cNvPr>
              <p:cNvSpPr/>
              <p:nvPr/>
            </p:nvSpPr>
            <p:spPr>
              <a:xfrm>
                <a:off x="2931144" y="2719989"/>
                <a:ext cx="889154" cy="34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ℓ=−1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98783FC7-C31A-4177-B406-4D671DA177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1144" y="2719989"/>
                <a:ext cx="889154" cy="343171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37D72A01-C052-4820-BBED-D2187CB98E18}"/>
                  </a:ext>
                </a:extLst>
              </p:cNvPr>
              <p:cNvSpPr/>
              <p:nvPr/>
            </p:nvSpPr>
            <p:spPr>
              <a:xfrm>
                <a:off x="4294327" y="2719989"/>
                <a:ext cx="733662" cy="34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ℓ=0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37D72A01-C052-4820-BBED-D2187CB98E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4327" y="2719989"/>
                <a:ext cx="733662" cy="343171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2" name="矩形 81">
                <a:extLst>
                  <a:ext uri="{FF2B5EF4-FFF2-40B4-BE49-F238E27FC236}">
                    <a16:creationId xmlns:a16="http://schemas.microsoft.com/office/drawing/2014/main" id="{990EE664-F023-4537-B835-620C68FC83B8}"/>
                  </a:ext>
                </a:extLst>
              </p:cNvPr>
              <p:cNvSpPr/>
              <p:nvPr/>
            </p:nvSpPr>
            <p:spPr>
              <a:xfrm>
                <a:off x="5654418" y="2719989"/>
                <a:ext cx="733662" cy="34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ℓ=1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2" name="矩形 81">
                <a:extLst>
                  <a:ext uri="{FF2B5EF4-FFF2-40B4-BE49-F238E27FC236}">
                    <a16:creationId xmlns:a16="http://schemas.microsoft.com/office/drawing/2014/main" id="{990EE664-F023-4537-B835-620C68FC83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4418" y="2719989"/>
                <a:ext cx="733662" cy="343171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A9E16470-7720-49A3-9DC9-3F0C741E2468}"/>
                  </a:ext>
                </a:extLst>
              </p:cNvPr>
              <p:cNvSpPr/>
              <p:nvPr/>
            </p:nvSpPr>
            <p:spPr>
              <a:xfrm>
                <a:off x="6938309" y="2719989"/>
                <a:ext cx="733662" cy="343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30" i="1">
                          <a:latin typeface="Cambria Math" panose="02040503050406030204" pitchFamily="18" charset="0"/>
                        </a:rPr>
                        <m:t>ℓ=2</m:t>
                      </m:r>
                    </m:oMath>
                  </m:oMathPara>
                </a14:m>
                <a:endParaRPr lang="zh-TW" altLang="en-US" sz="163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A9E16470-7720-49A3-9DC9-3F0C741E24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8309" y="2719989"/>
                <a:ext cx="733662" cy="343171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5068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256</TotalTime>
  <Words>101</Words>
  <Application>Microsoft Office PowerPoint</Application>
  <PresentationFormat>自訂</PresentationFormat>
  <Paragraphs>40</Paragraphs>
  <Slides>2</Slides>
  <Notes>0</Notes>
  <HiddenSlides>1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9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41</cp:revision>
  <dcterms:created xsi:type="dcterms:W3CDTF">2026-03-29T16:54:49Z</dcterms:created>
  <dcterms:modified xsi:type="dcterms:W3CDTF">2026-07-02T08:23:14Z</dcterms:modified>
</cp:coreProperties>
</file>