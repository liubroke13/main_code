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74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36" autoAdjust="0"/>
    <p:restoredTop sz="94571" autoAdjust="0"/>
  </p:normalViewPr>
  <p:slideViewPr>
    <p:cSldViewPr snapToGrid="0">
      <p:cViewPr varScale="1">
        <p:scale>
          <a:sx n="90" d="100"/>
          <a:sy n="90" d="100"/>
        </p:scale>
        <p:origin x="50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123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3562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9070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24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4086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128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320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6238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1334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9960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7888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4044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矩形: 圓角 1324">
            <a:extLst>
              <a:ext uri="{FF2B5EF4-FFF2-40B4-BE49-F238E27FC236}">
                <a16:creationId xmlns:a16="http://schemas.microsoft.com/office/drawing/2014/main" id="{8E07622F-8C39-44AE-934F-28AD203AD89B}"/>
              </a:ext>
            </a:extLst>
          </p:cNvPr>
          <p:cNvSpPr/>
          <p:nvPr/>
        </p:nvSpPr>
        <p:spPr>
          <a:xfrm>
            <a:off x="3180239" y="1587465"/>
            <a:ext cx="2441875" cy="4075572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20234" tIns="10117" rIns="20234" bIns="1011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398" dirty="0"/>
          </a:p>
        </p:txBody>
      </p:sp>
      <p:pic>
        <p:nvPicPr>
          <p:cNvPr id="1326" name="圖片 1325">
            <a:extLst>
              <a:ext uri="{FF2B5EF4-FFF2-40B4-BE49-F238E27FC236}">
                <a16:creationId xmlns:a16="http://schemas.microsoft.com/office/drawing/2014/main" id="{90928B0A-C5CD-47BC-B2E1-16A753C9FB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8"/>
          <a:stretch/>
        </p:blipFill>
        <p:spPr>
          <a:xfrm>
            <a:off x="3917575" y="1695841"/>
            <a:ext cx="578536" cy="1143360"/>
          </a:xfrm>
          <a:prstGeom prst="rect">
            <a:avLst/>
          </a:prstGeom>
        </p:spPr>
      </p:pic>
      <p:pic>
        <p:nvPicPr>
          <p:cNvPr id="1327" name="圖片 1326">
            <a:extLst>
              <a:ext uri="{FF2B5EF4-FFF2-40B4-BE49-F238E27FC236}">
                <a16:creationId xmlns:a16="http://schemas.microsoft.com/office/drawing/2014/main" id="{7105E68D-2093-4BCA-AD99-8DD463B91B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/>
          <a:stretch/>
        </p:blipFill>
        <p:spPr>
          <a:xfrm>
            <a:off x="4719714" y="2503106"/>
            <a:ext cx="574885" cy="1138836"/>
          </a:xfrm>
          <a:prstGeom prst="rect">
            <a:avLst/>
          </a:prstGeom>
        </p:spPr>
      </p:pic>
      <p:pic>
        <p:nvPicPr>
          <p:cNvPr id="1328" name="圖片 1327">
            <a:extLst>
              <a:ext uri="{FF2B5EF4-FFF2-40B4-BE49-F238E27FC236}">
                <a16:creationId xmlns:a16="http://schemas.microsoft.com/office/drawing/2014/main" id="{9760781B-FC51-46CC-95E9-E185441133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55" r="24615"/>
          <a:stretch/>
        </p:blipFill>
        <p:spPr>
          <a:xfrm>
            <a:off x="3260997" y="3827646"/>
            <a:ext cx="598323" cy="1143360"/>
          </a:xfrm>
          <a:prstGeom prst="rect">
            <a:avLst/>
          </a:prstGeom>
        </p:spPr>
      </p:pic>
      <p:pic>
        <p:nvPicPr>
          <p:cNvPr id="1329" name="圖片 1328">
            <a:extLst>
              <a:ext uri="{FF2B5EF4-FFF2-40B4-BE49-F238E27FC236}">
                <a16:creationId xmlns:a16="http://schemas.microsoft.com/office/drawing/2014/main" id="{A50AD2CE-14A4-4E41-9866-B656D85156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69" r="49720"/>
          <a:stretch/>
        </p:blipFill>
        <p:spPr>
          <a:xfrm>
            <a:off x="4004588" y="4263885"/>
            <a:ext cx="593209" cy="1143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30" name="文字方塊 1329">
                <a:extLst>
                  <a:ext uri="{FF2B5EF4-FFF2-40B4-BE49-F238E27FC236}">
                    <a16:creationId xmlns:a16="http://schemas.microsoft.com/office/drawing/2014/main" id="{7F8A592F-F874-469F-ABC3-A7477B5B7015}"/>
                  </a:ext>
                </a:extLst>
              </p:cNvPr>
              <p:cNvSpPr txBox="1"/>
              <p:nvPr/>
            </p:nvSpPr>
            <p:spPr>
              <a:xfrm>
                <a:off x="4165206" y="2660216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1330" name="文字方塊 1329">
                <a:extLst>
                  <a:ext uri="{FF2B5EF4-FFF2-40B4-BE49-F238E27FC236}">
                    <a16:creationId xmlns:a16="http://schemas.microsoft.com/office/drawing/2014/main" id="{7F8A592F-F874-469F-ABC3-A7477B5B7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206" y="2660216"/>
                <a:ext cx="180524" cy="213135"/>
              </a:xfrm>
              <a:prstGeom prst="rect">
                <a:avLst/>
              </a:prstGeom>
              <a:blipFill>
                <a:blip r:embed="rId3"/>
                <a:stretch>
                  <a:fillRect r="-9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1" name="文字方塊 1330">
                <a:extLst>
                  <a:ext uri="{FF2B5EF4-FFF2-40B4-BE49-F238E27FC236}">
                    <a16:creationId xmlns:a16="http://schemas.microsoft.com/office/drawing/2014/main" id="{F772F496-DD3A-44B4-AB7D-6A241C8BA41B}"/>
                  </a:ext>
                </a:extLst>
              </p:cNvPr>
              <p:cNvSpPr txBox="1"/>
              <p:nvPr/>
            </p:nvSpPr>
            <p:spPr>
              <a:xfrm>
                <a:off x="4172363" y="2068319"/>
                <a:ext cx="180524" cy="2131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85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785" dirty="0"/>
              </a:p>
            </p:txBody>
          </p:sp>
        </mc:Choice>
        <mc:Fallback>
          <p:sp>
            <p:nvSpPr>
              <p:cNvPr id="1331" name="文字方塊 1330">
                <a:extLst>
                  <a:ext uri="{FF2B5EF4-FFF2-40B4-BE49-F238E27FC236}">
                    <a16:creationId xmlns:a16="http://schemas.microsoft.com/office/drawing/2014/main" id="{F772F496-DD3A-44B4-AB7D-6A241C8BA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63" y="2068319"/>
                <a:ext cx="180524" cy="213135"/>
              </a:xfrm>
              <a:prstGeom prst="rect">
                <a:avLst/>
              </a:prstGeom>
              <a:blipFill>
                <a:blip r:embed="rId3"/>
                <a:stretch>
                  <a:fillRect r="-9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2" name="群組 1331">
            <a:extLst>
              <a:ext uri="{FF2B5EF4-FFF2-40B4-BE49-F238E27FC236}">
                <a16:creationId xmlns:a16="http://schemas.microsoft.com/office/drawing/2014/main" id="{81C049A7-B3FC-4C21-97D3-24D217BCE15C}"/>
              </a:ext>
            </a:extLst>
          </p:cNvPr>
          <p:cNvGrpSpPr/>
          <p:nvPr/>
        </p:nvGrpSpPr>
        <p:grpSpPr>
          <a:xfrm>
            <a:off x="4193433" y="1939517"/>
            <a:ext cx="33903" cy="32523"/>
            <a:chOff x="1373392" y="2391862"/>
            <a:chExt cx="479433" cy="476535"/>
          </a:xfrm>
        </p:grpSpPr>
        <p:sp>
          <p:nvSpPr>
            <p:cNvPr id="1333" name="箭號: 向右 1332">
              <a:extLst>
                <a:ext uri="{FF2B5EF4-FFF2-40B4-BE49-F238E27FC236}">
                  <a16:creationId xmlns:a16="http://schemas.microsoft.com/office/drawing/2014/main" id="{E42B5946-181F-442C-8EBD-11401E4448CA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1334" name="箭號: 向右 1333">
              <a:extLst>
                <a:ext uri="{FF2B5EF4-FFF2-40B4-BE49-F238E27FC236}">
                  <a16:creationId xmlns:a16="http://schemas.microsoft.com/office/drawing/2014/main" id="{9DBC63C6-957F-4F9D-BDC1-33463F9AE231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35" name="文字方塊 1334">
                <a:extLst>
                  <a:ext uri="{FF2B5EF4-FFF2-40B4-BE49-F238E27FC236}">
                    <a16:creationId xmlns:a16="http://schemas.microsoft.com/office/drawing/2014/main" id="{89237BDB-F936-48CF-A702-ADDC189544DC}"/>
                  </a:ext>
                </a:extLst>
              </p:cNvPr>
              <p:cNvSpPr txBox="1"/>
              <p:nvPr/>
            </p:nvSpPr>
            <p:spPr>
              <a:xfrm>
                <a:off x="4110064" y="1776091"/>
                <a:ext cx="133123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35" name="文字方塊 1334">
                <a:extLst>
                  <a:ext uri="{FF2B5EF4-FFF2-40B4-BE49-F238E27FC236}">
                    <a16:creationId xmlns:a16="http://schemas.microsoft.com/office/drawing/2014/main" id="{89237BDB-F936-48CF-A702-ADDC18954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064" y="1776091"/>
                <a:ext cx="133123" cy="216021"/>
              </a:xfrm>
              <a:prstGeom prst="rect">
                <a:avLst/>
              </a:prstGeom>
              <a:blipFill>
                <a:blip r:embed="rId4"/>
                <a:stretch>
                  <a:fillRect r="-5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36" name="文字方塊 1335">
                <a:extLst>
                  <a:ext uri="{FF2B5EF4-FFF2-40B4-BE49-F238E27FC236}">
                    <a16:creationId xmlns:a16="http://schemas.microsoft.com/office/drawing/2014/main" id="{3D8C851E-9FF1-40E5-BBE3-7D487ED3431B}"/>
                  </a:ext>
                </a:extLst>
              </p:cNvPr>
              <p:cNvSpPr txBox="1"/>
              <p:nvPr/>
            </p:nvSpPr>
            <p:spPr>
              <a:xfrm>
                <a:off x="4170160" y="1907518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36" name="文字方塊 1335">
                <a:extLst>
                  <a:ext uri="{FF2B5EF4-FFF2-40B4-BE49-F238E27FC236}">
                    <a16:creationId xmlns:a16="http://schemas.microsoft.com/office/drawing/2014/main" id="{3D8C851E-9FF1-40E5-BBE3-7D487ED34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0160" y="1907518"/>
                <a:ext cx="100183" cy="206851"/>
              </a:xfrm>
              <a:prstGeom prst="rect">
                <a:avLst/>
              </a:prstGeom>
              <a:blipFill>
                <a:blip r:embed="rId5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37" name="群組 1336">
            <a:extLst>
              <a:ext uri="{FF2B5EF4-FFF2-40B4-BE49-F238E27FC236}">
                <a16:creationId xmlns:a16="http://schemas.microsoft.com/office/drawing/2014/main" id="{D8AA9238-7A08-4711-8901-D136A6BC72ED}"/>
              </a:ext>
            </a:extLst>
          </p:cNvPr>
          <p:cNvGrpSpPr/>
          <p:nvPr/>
        </p:nvGrpSpPr>
        <p:grpSpPr>
          <a:xfrm>
            <a:off x="4196582" y="2533907"/>
            <a:ext cx="33903" cy="32523"/>
            <a:chOff x="1373392" y="2391862"/>
            <a:chExt cx="479433" cy="476535"/>
          </a:xfrm>
        </p:grpSpPr>
        <p:sp>
          <p:nvSpPr>
            <p:cNvPr id="1338" name="箭號: 向右 1337">
              <a:extLst>
                <a:ext uri="{FF2B5EF4-FFF2-40B4-BE49-F238E27FC236}">
                  <a16:creationId xmlns:a16="http://schemas.microsoft.com/office/drawing/2014/main" id="{49DF0131-390F-453C-B72C-0C1FE1D05FEE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>
                <a:solidFill>
                  <a:schemeClr val="bg1"/>
                </a:solidFill>
              </a:endParaRPr>
            </a:p>
          </p:txBody>
        </p:sp>
        <p:sp>
          <p:nvSpPr>
            <p:cNvPr id="1339" name="箭號: 向右 1338">
              <a:extLst>
                <a:ext uri="{FF2B5EF4-FFF2-40B4-BE49-F238E27FC236}">
                  <a16:creationId xmlns:a16="http://schemas.microsoft.com/office/drawing/2014/main" id="{150B8E6D-0C48-4A25-8C21-D2E423CF451A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785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40" name="文字方塊 1339">
                <a:extLst>
                  <a:ext uri="{FF2B5EF4-FFF2-40B4-BE49-F238E27FC236}">
                    <a16:creationId xmlns:a16="http://schemas.microsoft.com/office/drawing/2014/main" id="{A8EFCF26-4A95-4433-9B77-35155C695D68}"/>
                  </a:ext>
                </a:extLst>
              </p:cNvPr>
              <p:cNvSpPr txBox="1"/>
              <p:nvPr/>
            </p:nvSpPr>
            <p:spPr>
              <a:xfrm>
                <a:off x="4113210" y="2370481"/>
                <a:ext cx="122526" cy="2160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0" name="文字方塊 1339">
                <a:extLst>
                  <a:ext uri="{FF2B5EF4-FFF2-40B4-BE49-F238E27FC236}">
                    <a16:creationId xmlns:a16="http://schemas.microsoft.com/office/drawing/2014/main" id="{A8EFCF26-4A95-4433-9B77-35155C695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210" y="2370481"/>
                <a:ext cx="122526" cy="216021"/>
              </a:xfrm>
              <a:prstGeom prst="rect">
                <a:avLst/>
              </a:prstGeom>
              <a:blipFill>
                <a:blip r:embed="rId6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1" name="文字方塊 1340">
                <a:extLst>
                  <a:ext uri="{FF2B5EF4-FFF2-40B4-BE49-F238E27FC236}">
                    <a16:creationId xmlns:a16="http://schemas.microsoft.com/office/drawing/2014/main" id="{9A96613F-D944-4E0C-B0FC-EF17B8372333}"/>
                  </a:ext>
                </a:extLst>
              </p:cNvPr>
              <p:cNvSpPr txBox="1"/>
              <p:nvPr/>
            </p:nvSpPr>
            <p:spPr>
              <a:xfrm>
                <a:off x="4201010" y="2476338"/>
                <a:ext cx="10018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744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74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1" name="文字方塊 1340">
                <a:extLst>
                  <a:ext uri="{FF2B5EF4-FFF2-40B4-BE49-F238E27FC236}">
                    <a16:creationId xmlns:a16="http://schemas.microsoft.com/office/drawing/2014/main" id="{9A96613F-D944-4E0C-B0FC-EF17B8372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010" y="2476338"/>
                <a:ext cx="100183" cy="206851"/>
              </a:xfrm>
              <a:prstGeom prst="rect">
                <a:avLst/>
              </a:prstGeom>
              <a:blipFill>
                <a:blip r:embed="rId7"/>
                <a:stretch>
                  <a:fillRect r="-7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42" name="圖片 1341">
            <a:extLst>
              <a:ext uri="{FF2B5EF4-FFF2-40B4-BE49-F238E27FC236}">
                <a16:creationId xmlns:a16="http://schemas.microsoft.com/office/drawing/2014/main" id="{E37D72D4-AC12-4E5B-85A6-466BC6CD5B6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4498131" y="2269605"/>
            <a:ext cx="174849" cy="584623"/>
          </a:xfrm>
          <a:prstGeom prst="rect">
            <a:avLst/>
          </a:prstGeom>
        </p:spPr>
      </p:pic>
      <p:pic>
        <p:nvPicPr>
          <p:cNvPr id="1343" name="圖片 1342">
            <a:extLst>
              <a:ext uri="{FF2B5EF4-FFF2-40B4-BE49-F238E27FC236}">
                <a16:creationId xmlns:a16="http://schemas.microsoft.com/office/drawing/2014/main" id="{3BC12AE4-C83C-4456-985B-D2302B5D0D2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4497224" y="1679997"/>
            <a:ext cx="174849" cy="5798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44" name="文字方塊 1343">
                <a:extLst>
                  <a:ext uri="{FF2B5EF4-FFF2-40B4-BE49-F238E27FC236}">
                    <a16:creationId xmlns:a16="http://schemas.microsoft.com/office/drawing/2014/main" id="{6DAC5B71-4C3E-42CF-80E3-53D64FB6D453}"/>
                  </a:ext>
                </a:extLst>
              </p:cNvPr>
              <p:cNvSpPr txBox="1"/>
              <p:nvPr/>
            </p:nvSpPr>
            <p:spPr>
              <a:xfrm>
                <a:off x="4460915" y="2128205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4" name="文字方塊 1343">
                <a:extLst>
                  <a:ext uri="{FF2B5EF4-FFF2-40B4-BE49-F238E27FC236}">
                    <a16:creationId xmlns:a16="http://schemas.microsoft.com/office/drawing/2014/main" id="{6DAC5B71-4C3E-42CF-80E3-53D64FB6D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915" y="2128205"/>
                <a:ext cx="137005" cy="194990"/>
              </a:xfrm>
              <a:prstGeom prst="rect">
                <a:avLst/>
              </a:prstGeom>
              <a:blipFill>
                <a:blip r:embed="rId9"/>
                <a:stretch>
                  <a:fillRect r="-636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5" name="文字方塊 1344">
                <a:extLst>
                  <a:ext uri="{FF2B5EF4-FFF2-40B4-BE49-F238E27FC236}">
                    <a16:creationId xmlns:a16="http://schemas.microsoft.com/office/drawing/2014/main" id="{7DF6DDA2-98C5-42FB-9B77-0106F8453987}"/>
                  </a:ext>
                </a:extLst>
              </p:cNvPr>
              <p:cNvSpPr txBox="1"/>
              <p:nvPr/>
            </p:nvSpPr>
            <p:spPr>
              <a:xfrm>
                <a:off x="4466118" y="2722595"/>
                <a:ext cx="137005" cy="194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667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667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45" name="文字方塊 1344">
                <a:extLst>
                  <a:ext uri="{FF2B5EF4-FFF2-40B4-BE49-F238E27FC236}">
                    <a16:creationId xmlns:a16="http://schemas.microsoft.com/office/drawing/2014/main" id="{7DF6DDA2-98C5-42FB-9B77-0106F8453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6118" y="2722595"/>
                <a:ext cx="137005" cy="194990"/>
              </a:xfrm>
              <a:prstGeom prst="rect">
                <a:avLst/>
              </a:prstGeom>
              <a:blipFill>
                <a:blip r:embed="rId10"/>
                <a:stretch>
                  <a:fillRect r="-5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6" name="文字方塊 1345">
                <a:extLst>
                  <a:ext uri="{FF2B5EF4-FFF2-40B4-BE49-F238E27FC236}">
                    <a16:creationId xmlns:a16="http://schemas.microsoft.com/office/drawing/2014/main" id="{D9B27BB9-2D5C-4724-B67F-96FD30E3AA28}"/>
                  </a:ext>
                </a:extLst>
              </p:cNvPr>
              <p:cNvSpPr txBox="1"/>
              <p:nvPr/>
            </p:nvSpPr>
            <p:spPr>
              <a:xfrm>
                <a:off x="3876331" y="2827966"/>
                <a:ext cx="726792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744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46" name="文字方塊 1345">
                <a:extLst>
                  <a:ext uri="{FF2B5EF4-FFF2-40B4-BE49-F238E27FC236}">
                    <a16:creationId xmlns:a16="http://schemas.microsoft.com/office/drawing/2014/main" id="{D9B27BB9-2D5C-4724-B67F-96FD30E3A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331" y="2827966"/>
                <a:ext cx="726792" cy="31887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7" name="文字方塊 1346">
                <a:extLst>
                  <a:ext uri="{FF2B5EF4-FFF2-40B4-BE49-F238E27FC236}">
                    <a16:creationId xmlns:a16="http://schemas.microsoft.com/office/drawing/2014/main" id="{23EE86B5-51AA-4C6D-A25E-85D84C1A7E48}"/>
                  </a:ext>
                </a:extLst>
              </p:cNvPr>
              <p:cNvSpPr txBox="1"/>
              <p:nvPr/>
            </p:nvSpPr>
            <p:spPr>
              <a:xfrm>
                <a:off x="3193264" y="4977338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47" name="文字方塊 1346">
                <a:extLst>
                  <a:ext uri="{FF2B5EF4-FFF2-40B4-BE49-F238E27FC236}">
                    <a16:creationId xmlns:a16="http://schemas.microsoft.com/office/drawing/2014/main" id="{23EE86B5-51AA-4C6D-A25E-85D84C1A7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3264" y="4977338"/>
                <a:ext cx="738852" cy="2068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8" name="文字方塊 1347">
                <a:extLst>
                  <a:ext uri="{FF2B5EF4-FFF2-40B4-BE49-F238E27FC236}">
                    <a16:creationId xmlns:a16="http://schemas.microsoft.com/office/drawing/2014/main" id="{C43DB329-D4BB-4012-8F0B-E7C6062D97F8}"/>
                  </a:ext>
                </a:extLst>
              </p:cNvPr>
              <p:cNvSpPr txBox="1"/>
              <p:nvPr/>
            </p:nvSpPr>
            <p:spPr>
              <a:xfrm>
                <a:off x="3954325" y="5421418"/>
                <a:ext cx="685868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48" name="文字方塊 1347">
                <a:extLst>
                  <a:ext uri="{FF2B5EF4-FFF2-40B4-BE49-F238E27FC236}">
                    <a16:creationId xmlns:a16="http://schemas.microsoft.com/office/drawing/2014/main" id="{C43DB329-D4BB-4012-8F0B-E7C6062D97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4325" y="5421418"/>
                <a:ext cx="685868" cy="20685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49" name="文字方塊 1348">
                <a:extLst>
                  <a:ext uri="{FF2B5EF4-FFF2-40B4-BE49-F238E27FC236}">
                    <a16:creationId xmlns:a16="http://schemas.microsoft.com/office/drawing/2014/main" id="{2A241696-77CB-448A-9851-2F6D5FE29661}"/>
                  </a:ext>
                </a:extLst>
              </p:cNvPr>
              <p:cNvSpPr txBox="1"/>
              <p:nvPr/>
            </p:nvSpPr>
            <p:spPr>
              <a:xfrm>
                <a:off x="4097610" y="3974238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49" name="文字方塊 1348">
                <a:extLst>
                  <a:ext uri="{FF2B5EF4-FFF2-40B4-BE49-F238E27FC236}">
                    <a16:creationId xmlns:a16="http://schemas.microsoft.com/office/drawing/2014/main" id="{2A241696-77CB-448A-9851-2F6D5FE296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610" y="3974238"/>
                <a:ext cx="377711" cy="206851"/>
              </a:xfrm>
              <a:prstGeom prst="rect">
                <a:avLst/>
              </a:prstGeom>
              <a:blipFill>
                <a:blip r:embed="rId14"/>
                <a:stretch>
                  <a:fillRect t="-73529" r="-67742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0" name="文字方塊 1349">
                <a:extLst>
                  <a:ext uri="{FF2B5EF4-FFF2-40B4-BE49-F238E27FC236}">
                    <a16:creationId xmlns:a16="http://schemas.microsoft.com/office/drawing/2014/main" id="{A5E8FEF7-F2B1-40E7-B8F5-C3BCE8888D23}"/>
                  </a:ext>
                </a:extLst>
              </p:cNvPr>
              <p:cNvSpPr txBox="1"/>
              <p:nvPr/>
            </p:nvSpPr>
            <p:spPr>
              <a:xfrm>
                <a:off x="4105414" y="3047786"/>
                <a:ext cx="37771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744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50" name="文字方塊 1349">
                <a:extLst>
                  <a:ext uri="{FF2B5EF4-FFF2-40B4-BE49-F238E27FC236}">
                    <a16:creationId xmlns:a16="http://schemas.microsoft.com/office/drawing/2014/main" id="{A5E8FEF7-F2B1-40E7-B8F5-C3BCE8888D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414" y="3047786"/>
                <a:ext cx="377711" cy="206851"/>
              </a:xfrm>
              <a:prstGeom prst="rect">
                <a:avLst/>
              </a:prstGeom>
              <a:blipFill>
                <a:blip r:embed="rId15"/>
                <a:stretch>
                  <a:fillRect t="-73529" r="-67742" b="-1176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1" name="Oval 14">
            <a:extLst>
              <a:ext uri="{FF2B5EF4-FFF2-40B4-BE49-F238E27FC236}">
                <a16:creationId xmlns:a16="http://schemas.microsoft.com/office/drawing/2014/main" id="{5BC60185-BEAE-4FA9-80DD-F76AB3298CFE}"/>
              </a:ext>
            </a:extLst>
          </p:cNvPr>
          <p:cNvSpPr/>
          <p:nvPr/>
        </p:nvSpPr>
        <p:spPr>
          <a:xfrm>
            <a:off x="4258721" y="3207940"/>
            <a:ext cx="75477" cy="78184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1352" name="Oval 4">
            <a:extLst>
              <a:ext uri="{FF2B5EF4-FFF2-40B4-BE49-F238E27FC236}">
                <a16:creationId xmlns:a16="http://schemas.microsoft.com/office/drawing/2014/main" id="{BAF00DB0-5D66-4D4B-99F3-E2DB347B76EA}"/>
              </a:ext>
            </a:extLst>
          </p:cNvPr>
          <p:cNvSpPr/>
          <p:nvPr/>
        </p:nvSpPr>
        <p:spPr>
          <a:xfrm>
            <a:off x="3962026" y="3247032"/>
            <a:ext cx="670905" cy="694971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53" name="Oval 15">
            <a:extLst>
              <a:ext uri="{FF2B5EF4-FFF2-40B4-BE49-F238E27FC236}">
                <a16:creationId xmlns:a16="http://schemas.microsoft.com/office/drawing/2014/main" id="{B477F839-4355-46D9-9545-A97012977960}"/>
              </a:ext>
            </a:extLst>
          </p:cNvPr>
          <p:cNvSpPr/>
          <p:nvPr/>
        </p:nvSpPr>
        <p:spPr>
          <a:xfrm>
            <a:off x="4258721" y="3902522"/>
            <a:ext cx="75477" cy="78184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54" name="SHO">
            <a:extLst>
              <a:ext uri="{FF2B5EF4-FFF2-40B4-BE49-F238E27FC236}">
                <a16:creationId xmlns:a16="http://schemas.microsoft.com/office/drawing/2014/main" id="{C5E1CF03-2F20-4F79-8B69-F1D91D3ECAC7}"/>
              </a:ext>
            </a:extLst>
          </p:cNvPr>
          <p:cNvSpPr/>
          <p:nvPr/>
        </p:nvSpPr>
        <p:spPr>
          <a:xfrm rot="16200000">
            <a:off x="4151804" y="3259298"/>
            <a:ext cx="289313" cy="670905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55" name="SVO">
            <a:extLst>
              <a:ext uri="{FF2B5EF4-FFF2-40B4-BE49-F238E27FC236}">
                <a16:creationId xmlns:a16="http://schemas.microsoft.com/office/drawing/2014/main" id="{CD50E500-63B4-4FC6-BE7B-68CF7B511425}"/>
              </a:ext>
            </a:extLst>
          </p:cNvPr>
          <p:cNvSpPr/>
          <p:nvPr/>
        </p:nvSpPr>
        <p:spPr>
          <a:xfrm>
            <a:off x="4128316" y="3247265"/>
            <a:ext cx="335453" cy="694971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1356" name="Oval 6">
            <a:extLst>
              <a:ext uri="{FF2B5EF4-FFF2-40B4-BE49-F238E27FC236}">
                <a16:creationId xmlns:a16="http://schemas.microsoft.com/office/drawing/2014/main" id="{C5B3D3CD-1972-47EF-99A6-69C5E037F9EF}"/>
              </a:ext>
            </a:extLst>
          </p:cNvPr>
          <p:cNvSpPr/>
          <p:nvPr/>
        </p:nvSpPr>
        <p:spPr>
          <a:xfrm rot="16200000">
            <a:off x="4151804" y="3259298"/>
            <a:ext cx="289313" cy="670905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7" name="TextBox 11">
                <a:extLst>
                  <a:ext uri="{FF2B5EF4-FFF2-40B4-BE49-F238E27FC236}">
                    <a16:creationId xmlns:a16="http://schemas.microsoft.com/office/drawing/2014/main" id="{9301BB35-B57F-4882-B3FD-6E666EC8D8D2}"/>
                  </a:ext>
                </a:extLst>
              </p:cNvPr>
              <p:cNvSpPr txBox="1"/>
              <p:nvPr/>
            </p:nvSpPr>
            <p:spPr>
              <a:xfrm>
                <a:off x="4041062" y="3511886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57" name="TextBox 11">
                <a:extLst>
                  <a:ext uri="{FF2B5EF4-FFF2-40B4-BE49-F238E27FC236}">
                    <a16:creationId xmlns:a16="http://schemas.microsoft.com/office/drawing/2014/main" id="{9301BB35-B57F-4882-B3FD-6E666EC8D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062" y="3511886"/>
                <a:ext cx="82204" cy="206851"/>
              </a:xfrm>
              <a:prstGeom prst="rect">
                <a:avLst/>
              </a:prstGeom>
              <a:blipFill>
                <a:blip r:embed="rId16"/>
                <a:stretch>
                  <a:fillRect r="-53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58" name="Oval 22">
            <a:extLst>
              <a:ext uri="{FF2B5EF4-FFF2-40B4-BE49-F238E27FC236}">
                <a16:creationId xmlns:a16="http://schemas.microsoft.com/office/drawing/2014/main" id="{58F6BBA3-DB07-492E-94B3-BD0FFCB52F81}"/>
              </a:ext>
            </a:extLst>
          </p:cNvPr>
          <p:cNvSpPr/>
          <p:nvPr/>
        </p:nvSpPr>
        <p:spPr>
          <a:xfrm>
            <a:off x="4258283" y="390252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59" name="TextBox 12">
                <a:extLst>
                  <a:ext uri="{FF2B5EF4-FFF2-40B4-BE49-F238E27FC236}">
                    <a16:creationId xmlns:a16="http://schemas.microsoft.com/office/drawing/2014/main" id="{B444DC3F-ACF9-4F20-A39D-F7FB86792057}"/>
                  </a:ext>
                </a:extLst>
              </p:cNvPr>
              <p:cNvSpPr txBox="1"/>
              <p:nvPr/>
            </p:nvSpPr>
            <p:spPr>
              <a:xfrm>
                <a:off x="4345350" y="3556209"/>
                <a:ext cx="82204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59" name="TextBox 12">
                <a:extLst>
                  <a:ext uri="{FF2B5EF4-FFF2-40B4-BE49-F238E27FC236}">
                    <a16:creationId xmlns:a16="http://schemas.microsoft.com/office/drawing/2014/main" id="{B444DC3F-ACF9-4F20-A39D-F7FB86792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5350" y="3556209"/>
                <a:ext cx="82204" cy="206851"/>
              </a:xfrm>
              <a:prstGeom prst="rect">
                <a:avLst/>
              </a:prstGeom>
              <a:blipFill>
                <a:blip r:embed="rId17"/>
                <a:stretch>
                  <a:fillRect r="-6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60" name="TextBox 13">
                <a:extLst>
                  <a:ext uri="{FF2B5EF4-FFF2-40B4-BE49-F238E27FC236}">
                    <a16:creationId xmlns:a16="http://schemas.microsoft.com/office/drawing/2014/main" id="{1AE80AB8-E9B1-435A-8AF5-4ADAC6AF7EAF}"/>
                  </a:ext>
                </a:extLst>
              </p:cNvPr>
              <p:cNvSpPr txBox="1"/>
              <p:nvPr/>
            </p:nvSpPr>
            <p:spPr>
              <a:xfrm>
                <a:off x="4231926" y="3263621"/>
                <a:ext cx="119391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60" name="TextBox 13">
                <a:extLst>
                  <a:ext uri="{FF2B5EF4-FFF2-40B4-BE49-F238E27FC236}">
                    <a16:creationId xmlns:a16="http://schemas.microsoft.com/office/drawing/2014/main" id="{1AE80AB8-E9B1-435A-8AF5-4ADAC6AF7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1926" y="3263621"/>
                <a:ext cx="119391" cy="206851"/>
              </a:xfrm>
              <a:prstGeom prst="rect">
                <a:avLst/>
              </a:prstGeom>
              <a:blipFill>
                <a:blip r:embed="rId18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1" name="DVO">
            <a:extLst>
              <a:ext uri="{FF2B5EF4-FFF2-40B4-BE49-F238E27FC236}">
                <a16:creationId xmlns:a16="http://schemas.microsoft.com/office/drawing/2014/main" id="{42FD4FAB-305B-4E20-9E3A-DC73C6526C86}"/>
              </a:ext>
            </a:extLst>
          </p:cNvPr>
          <p:cNvSpPr/>
          <p:nvPr/>
        </p:nvSpPr>
        <p:spPr>
          <a:xfrm flipH="1">
            <a:off x="4128316" y="3247265"/>
            <a:ext cx="335453" cy="694971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62" name="Oval 23">
            <a:extLst>
              <a:ext uri="{FF2B5EF4-FFF2-40B4-BE49-F238E27FC236}">
                <a16:creationId xmlns:a16="http://schemas.microsoft.com/office/drawing/2014/main" id="{A03FA640-EC08-4F82-BCCA-C34DA85811F6}"/>
              </a:ext>
            </a:extLst>
          </p:cNvPr>
          <p:cNvSpPr/>
          <p:nvPr/>
        </p:nvSpPr>
        <p:spPr>
          <a:xfrm>
            <a:off x="4594133" y="355565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cxnSp>
        <p:nvCxnSpPr>
          <p:cNvPr id="1363" name="Straight Arrow Connector 7">
            <a:extLst>
              <a:ext uri="{FF2B5EF4-FFF2-40B4-BE49-F238E27FC236}">
                <a16:creationId xmlns:a16="http://schemas.microsoft.com/office/drawing/2014/main" id="{DD5389DE-BAFB-4C17-A000-4BA78932F5D8}"/>
              </a:ext>
            </a:extLst>
          </p:cNvPr>
          <p:cNvCxnSpPr>
            <a:cxnSpLocks/>
          </p:cNvCxnSpPr>
          <p:nvPr/>
        </p:nvCxnSpPr>
        <p:spPr>
          <a:xfrm flipV="1">
            <a:off x="4294634" y="3386565"/>
            <a:ext cx="789" cy="20716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4" name="Straight Arrow Connector 19">
            <a:extLst>
              <a:ext uri="{FF2B5EF4-FFF2-40B4-BE49-F238E27FC236}">
                <a16:creationId xmlns:a16="http://schemas.microsoft.com/office/drawing/2014/main" id="{033B3428-2AC1-4CF9-99C1-3273CC60E684}"/>
              </a:ext>
            </a:extLst>
          </p:cNvPr>
          <p:cNvCxnSpPr>
            <a:cxnSpLocks/>
          </p:cNvCxnSpPr>
          <p:nvPr/>
        </p:nvCxnSpPr>
        <p:spPr>
          <a:xfrm>
            <a:off x="4296021" y="3592718"/>
            <a:ext cx="90973" cy="7283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5" name="Straight Arrow Connector 18">
            <a:extLst>
              <a:ext uri="{FF2B5EF4-FFF2-40B4-BE49-F238E27FC236}">
                <a16:creationId xmlns:a16="http://schemas.microsoft.com/office/drawing/2014/main" id="{07294AC1-8700-4D89-82B3-FEEAE60EAB23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216421" y="3513047"/>
            <a:ext cx="0" cy="15934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6" name="Oval 20">
            <a:extLst>
              <a:ext uri="{FF2B5EF4-FFF2-40B4-BE49-F238E27FC236}">
                <a16:creationId xmlns:a16="http://schemas.microsoft.com/office/drawing/2014/main" id="{DC5A5D1B-1BA3-4108-B260-22F28CFDE903}"/>
              </a:ext>
            </a:extLst>
          </p:cNvPr>
          <p:cNvSpPr/>
          <p:nvPr/>
        </p:nvSpPr>
        <p:spPr>
          <a:xfrm>
            <a:off x="3923151" y="355565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/>
          </a:p>
        </p:txBody>
      </p:sp>
      <p:sp>
        <p:nvSpPr>
          <p:cNvPr id="1367" name="Oval 22">
            <a:extLst>
              <a:ext uri="{FF2B5EF4-FFF2-40B4-BE49-F238E27FC236}">
                <a16:creationId xmlns:a16="http://schemas.microsoft.com/office/drawing/2014/main" id="{1D045CD0-28A4-4991-A538-C326B4D40DB1}"/>
              </a:ext>
            </a:extLst>
          </p:cNvPr>
          <p:cNvSpPr/>
          <p:nvPr/>
        </p:nvSpPr>
        <p:spPr>
          <a:xfrm>
            <a:off x="4258832" y="320428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29" dirty="0"/>
          </a:p>
        </p:txBody>
      </p:sp>
      <p:sp>
        <p:nvSpPr>
          <p:cNvPr id="1368" name="Partial Circle 9">
            <a:extLst>
              <a:ext uri="{FF2B5EF4-FFF2-40B4-BE49-F238E27FC236}">
                <a16:creationId xmlns:a16="http://schemas.microsoft.com/office/drawing/2014/main" id="{1EDA075F-217A-46A6-94BD-F87B4C83C2A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4265641" y="3548972"/>
            <a:ext cx="47581" cy="918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9" name="TextBox 10">
                <a:extLst>
                  <a:ext uri="{FF2B5EF4-FFF2-40B4-BE49-F238E27FC236}">
                    <a16:creationId xmlns:a16="http://schemas.microsoft.com/office/drawing/2014/main" id="{170DFC1E-A5EC-4196-916B-BC1291272FF3}"/>
                  </a:ext>
                </a:extLst>
              </p:cNvPr>
              <p:cNvSpPr txBox="1"/>
              <p:nvPr/>
            </p:nvSpPr>
            <p:spPr>
              <a:xfrm>
                <a:off x="4096514" y="3565257"/>
                <a:ext cx="146463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69" name="TextBox 10">
                <a:extLst>
                  <a:ext uri="{FF2B5EF4-FFF2-40B4-BE49-F238E27FC236}">
                    <a16:creationId xmlns:a16="http://schemas.microsoft.com/office/drawing/2014/main" id="{170DFC1E-A5EC-4196-916B-BC1291272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514" y="3565257"/>
                <a:ext cx="146463" cy="206851"/>
              </a:xfrm>
              <a:prstGeom prst="rect">
                <a:avLst/>
              </a:prstGeom>
              <a:blipFill>
                <a:blip r:embed="rId19"/>
                <a:stretch>
                  <a:fillRect r="-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0" name="Straight Arrow Connector 17">
            <a:extLst>
              <a:ext uri="{FF2B5EF4-FFF2-40B4-BE49-F238E27FC236}">
                <a16:creationId xmlns:a16="http://schemas.microsoft.com/office/drawing/2014/main" id="{0ABC8776-2B91-479A-AA6F-EC2046B0D40A}"/>
              </a:ext>
            </a:extLst>
          </p:cNvPr>
          <p:cNvCxnSpPr>
            <a:cxnSpLocks/>
          </p:cNvCxnSpPr>
          <p:nvPr/>
        </p:nvCxnSpPr>
        <p:spPr>
          <a:xfrm flipH="1">
            <a:off x="4192814" y="3595467"/>
            <a:ext cx="102952" cy="133131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71" name="Partial Circle 9">
            <a:extLst>
              <a:ext uri="{FF2B5EF4-FFF2-40B4-BE49-F238E27FC236}">
                <a16:creationId xmlns:a16="http://schemas.microsoft.com/office/drawing/2014/main" id="{D8B2B7A7-D8DA-4E0D-B46F-7DA26A6303F5}"/>
              </a:ext>
            </a:extLst>
          </p:cNvPr>
          <p:cNvSpPr>
            <a:spLocks noChangeAspect="1"/>
          </p:cNvSpPr>
          <p:nvPr/>
        </p:nvSpPr>
        <p:spPr>
          <a:xfrm>
            <a:off x="4259730" y="3531679"/>
            <a:ext cx="69327" cy="140019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2" name="TextBox 10">
                <a:extLst>
                  <a:ext uri="{FF2B5EF4-FFF2-40B4-BE49-F238E27FC236}">
                    <a16:creationId xmlns:a16="http://schemas.microsoft.com/office/drawing/2014/main" id="{49B9A82A-0A88-4EDB-96C5-B15382E40E42}"/>
                  </a:ext>
                </a:extLst>
              </p:cNvPr>
              <p:cNvSpPr txBox="1"/>
              <p:nvPr/>
            </p:nvSpPr>
            <p:spPr>
              <a:xfrm>
                <a:off x="4278212" y="3416387"/>
                <a:ext cx="13801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744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744" dirty="0"/>
              </a:p>
            </p:txBody>
          </p:sp>
        </mc:Choice>
        <mc:Fallback>
          <p:sp>
            <p:nvSpPr>
              <p:cNvPr id="1372" name="TextBox 10">
                <a:extLst>
                  <a:ext uri="{FF2B5EF4-FFF2-40B4-BE49-F238E27FC236}">
                    <a16:creationId xmlns:a16="http://schemas.microsoft.com/office/drawing/2014/main" id="{49B9A82A-0A88-4EDB-96C5-B15382E40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212" y="3416387"/>
                <a:ext cx="138012" cy="206851"/>
              </a:xfrm>
              <a:prstGeom prst="rect">
                <a:avLst/>
              </a:prstGeom>
              <a:blipFill>
                <a:blip r:embed="rId20"/>
                <a:stretch>
                  <a:fillRect r="-31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3" name="Straight Arrow Connector 17">
            <a:extLst>
              <a:ext uri="{FF2B5EF4-FFF2-40B4-BE49-F238E27FC236}">
                <a16:creationId xmlns:a16="http://schemas.microsoft.com/office/drawing/2014/main" id="{41F8EC45-75DF-46B1-89B9-6254E81AFB0C}"/>
              </a:ext>
            </a:extLst>
          </p:cNvPr>
          <p:cNvCxnSpPr>
            <a:cxnSpLocks/>
          </p:cNvCxnSpPr>
          <p:nvPr/>
        </p:nvCxnSpPr>
        <p:spPr>
          <a:xfrm flipV="1">
            <a:off x="4292008" y="3388376"/>
            <a:ext cx="265725" cy="20891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74" name="Oval 22">
            <a:extLst>
              <a:ext uri="{FF2B5EF4-FFF2-40B4-BE49-F238E27FC236}">
                <a16:creationId xmlns:a16="http://schemas.microsoft.com/office/drawing/2014/main" id="{0FEE4E25-E489-4AB9-A412-864D70171FF1}"/>
              </a:ext>
            </a:extLst>
          </p:cNvPr>
          <p:cNvSpPr/>
          <p:nvPr/>
        </p:nvSpPr>
        <p:spPr>
          <a:xfrm>
            <a:off x="4417599" y="3686559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p:sp>
        <p:nvSpPr>
          <p:cNvPr id="1375" name="Oval 22">
            <a:extLst>
              <a:ext uri="{FF2B5EF4-FFF2-40B4-BE49-F238E27FC236}">
                <a16:creationId xmlns:a16="http://schemas.microsoft.com/office/drawing/2014/main" id="{DD8AD07A-100E-4167-97BA-59167025A6AA}"/>
              </a:ext>
            </a:extLst>
          </p:cNvPr>
          <p:cNvSpPr/>
          <p:nvPr/>
        </p:nvSpPr>
        <p:spPr>
          <a:xfrm>
            <a:off x="4098965" y="3435192"/>
            <a:ext cx="75477" cy="78184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44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6" name="文字方塊 1375">
                <a:extLst>
                  <a:ext uri="{FF2B5EF4-FFF2-40B4-BE49-F238E27FC236}">
                    <a16:creationId xmlns:a16="http://schemas.microsoft.com/office/drawing/2014/main" id="{F8D6F4A0-02D8-4446-BB83-BBCF9F41FC66}"/>
                  </a:ext>
                </a:extLst>
              </p:cNvPr>
              <p:cNvSpPr txBox="1"/>
              <p:nvPr/>
            </p:nvSpPr>
            <p:spPr>
              <a:xfrm>
                <a:off x="3235806" y="3632389"/>
                <a:ext cx="653769" cy="318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76" name="文字方塊 1375">
                <a:extLst>
                  <a:ext uri="{FF2B5EF4-FFF2-40B4-BE49-F238E27FC236}">
                    <a16:creationId xmlns:a16="http://schemas.microsoft.com/office/drawing/2014/main" id="{F8D6F4A0-02D8-4446-BB83-BBCF9F41FC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806" y="3632389"/>
                <a:ext cx="653769" cy="318870"/>
              </a:xfrm>
              <a:prstGeom prst="rect">
                <a:avLst/>
              </a:prstGeom>
              <a:blipFill>
                <a:blip r:embed="rId21"/>
                <a:stretch>
                  <a:fillRect l="-4673" t="-51923" b="-86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77" name="直線接點 1376">
            <a:extLst>
              <a:ext uri="{FF2B5EF4-FFF2-40B4-BE49-F238E27FC236}">
                <a16:creationId xmlns:a16="http://schemas.microsoft.com/office/drawing/2014/main" id="{8181E59C-0D82-4B71-8EE2-5199478CA036}"/>
              </a:ext>
            </a:extLst>
          </p:cNvPr>
          <p:cNvCxnSpPr>
            <a:cxnSpLocks/>
          </p:cNvCxnSpPr>
          <p:nvPr/>
        </p:nvCxnSpPr>
        <p:spPr>
          <a:xfrm>
            <a:off x="4492800" y="3775761"/>
            <a:ext cx="272740" cy="381410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78" name="文字方塊 1377">
                <a:extLst>
                  <a:ext uri="{FF2B5EF4-FFF2-40B4-BE49-F238E27FC236}">
                    <a16:creationId xmlns:a16="http://schemas.microsoft.com/office/drawing/2014/main" id="{094F22F3-9444-4358-88D1-11D01AE0F1BC}"/>
                  </a:ext>
                </a:extLst>
              </p:cNvPr>
              <p:cNvSpPr txBox="1"/>
              <p:nvPr/>
            </p:nvSpPr>
            <p:spPr>
              <a:xfrm>
                <a:off x="4653654" y="3638355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78" name="文字方塊 1377">
                <a:extLst>
                  <a:ext uri="{FF2B5EF4-FFF2-40B4-BE49-F238E27FC236}">
                    <a16:creationId xmlns:a16="http://schemas.microsoft.com/office/drawing/2014/main" id="{094F22F3-9444-4358-88D1-11D01AE0F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654" y="3638355"/>
                <a:ext cx="738852" cy="2068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9" name="文字方塊 1378">
                <a:extLst>
                  <a:ext uri="{FF2B5EF4-FFF2-40B4-BE49-F238E27FC236}">
                    <a16:creationId xmlns:a16="http://schemas.microsoft.com/office/drawing/2014/main" id="{E432334B-48B2-40D1-A84C-BC3556D5FD6C}"/>
                  </a:ext>
                </a:extLst>
              </p:cNvPr>
              <p:cNvSpPr txBox="1"/>
              <p:nvPr/>
            </p:nvSpPr>
            <p:spPr>
              <a:xfrm>
                <a:off x="4653654" y="4924946"/>
                <a:ext cx="738852" cy="2068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744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744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744" dirty="0"/>
              </a:p>
            </p:txBody>
          </p:sp>
        </mc:Choice>
        <mc:Fallback>
          <p:sp>
            <p:nvSpPr>
              <p:cNvPr id="1379" name="文字方塊 1378">
                <a:extLst>
                  <a:ext uri="{FF2B5EF4-FFF2-40B4-BE49-F238E27FC236}">
                    <a16:creationId xmlns:a16="http://schemas.microsoft.com/office/drawing/2014/main" id="{E432334B-48B2-40D1-A84C-BC3556D5F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3654" y="4924946"/>
                <a:ext cx="738852" cy="20685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80" name="直線接點 1379">
            <a:extLst>
              <a:ext uri="{FF2B5EF4-FFF2-40B4-BE49-F238E27FC236}">
                <a16:creationId xmlns:a16="http://schemas.microsoft.com/office/drawing/2014/main" id="{B820BCE2-C69F-424C-9431-36F7350C9E13}"/>
              </a:ext>
            </a:extLst>
          </p:cNvPr>
          <p:cNvCxnSpPr>
            <a:cxnSpLocks/>
          </p:cNvCxnSpPr>
          <p:nvPr/>
        </p:nvCxnSpPr>
        <p:spPr>
          <a:xfrm>
            <a:off x="3713227" y="2875447"/>
            <a:ext cx="407625" cy="582408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81" name="圖片 1380">
            <a:extLst>
              <a:ext uri="{FF2B5EF4-FFF2-40B4-BE49-F238E27FC236}">
                <a16:creationId xmlns:a16="http://schemas.microsoft.com/office/drawing/2014/main" id="{0F1C914E-48DD-4847-A7E2-90F2D5D31912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4663863" y="1714340"/>
            <a:ext cx="828577" cy="161176"/>
          </a:xfrm>
          <a:prstGeom prst="rect">
            <a:avLst/>
          </a:prstGeom>
        </p:spPr>
      </p:pic>
      <p:pic>
        <p:nvPicPr>
          <p:cNvPr id="1382" name="圖片 1381">
            <a:extLst>
              <a:ext uri="{FF2B5EF4-FFF2-40B4-BE49-F238E27FC236}">
                <a16:creationId xmlns:a16="http://schemas.microsoft.com/office/drawing/2014/main" id="{FC62C5B7-E859-4EAB-9CF1-5D02CB6D9E72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4663863" y="2274380"/>
            <a:ext cx="828577" cy="199473"/>
          </a:xfrm>
          <a:prstGeom prst="rect">
            <a:avLst/>
          </a:prstGeom>
        </p:spPr>
      </p:pic>
      <p:pic>
        <p:nvPicPr>
          <p:cNvPr id="1383" name="圖片 1382">
            <a:extLst>
              <a:ext uri="{FF2B5EF4-FFF2-40B4-BE49-F238E27FC236}">
                <a16:creationId xmlns:a16="http://schemas.microsoft.com/office/drawing/2014/main" id="{BB340BAD-407F-44EF-90F2-CFC947448167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9650" t="22680" r="8947" b="18411"/>
          <a:stretch/>
        </p:blipFill>
        <p:spPr>
          <a:xfrm>
            <a:off x="4737079" y="2321499"/>
            <a:ext cx="338491" cy="67308"/>
          </a:xfrm>
          <a:prstGeom prst="rect">
            <a:avLst/>
          </a:prstGeom>
        </p:spPr>
      </p:pic>
      <p:pic>
        <p:nvPicPr>
          <p:cNvPr id="1384" name="圖片 1383">
            <a:extLst>
              <a:ext uri="{FF2B5EF4-FFF2-40B4-BE49-F238E27FC236}">
                <a16:creationId xmlns:a16="http://schemas.microsoft.com/office/drawing/2014/main" id="{422BB6E5-5AB8-4543-A4A1-A948432CEBDA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9650" t="22680" r="8947" b="18411"/>
          <a:stretch/>
        </p:blipFill>
        <p:spPr>
          <a:xfrm>
            <a:off x="4737079" y="1723814"/>
            <a:ext cx="338491" cy="67308"/>
          </a:xfrm>
          <a:prstGeom prst="rect">
            <a:avLst/>
          </a:prstGeom>
        </p:spPr>
      </p:pic>
      <p:cxnSp>
        <p:nvCxnSpPr>
          <p:cNvPr id="1385" name="直線接點 1384">
            <a:extLst>
              <a:ext uri="{FF2B5EF4-FFF2-40B4-BE49-F238E27FC236}">
                <a16:creationId xmlns:a16="http://schemas.microsoft.com/office/drawing/2014/main" id="{8AF6DD71-9324-415A-BE57-FF2150FCD2FC}"/>
              </a:ext>
            </a:extLst>
          </p:cNvPr>
          <p:cNvCxnSpPr>
            <a:cxnSpLocks/>
          </p:cNvCxnSpPr>
          <p:nvPr/>
        </p:nvCxnSpPr>
        <p:spPr>
          <a:xfrm flipH="1">
            <a:off x="3840782" y="3621560"/>
            <a:ext cx="94090" cy="2181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86" name="直線接點 1385">
            <a:extLst>
              <a:ext uri="{FF2B5EF4-FFF2-40B4-BE49-F238E27FC236}">
                <a16:creationId xmlns:a16="http://schemas.microsoft.com/office/drawing/2014/main" id="{1261BB49-BA4C-4827-A6EA-1F6EA7FE678F}"/>
              </a:ext>
            </a:extLst>
          </p:cNvPr>
          <p:cNvCxnSpPr>
            <a:cxnSpLocks/>
          </p:cNvCxnSpPr>
          <p:nvPr/>
        </p:nvCxnSpPr>
        <p:spPr>
          <a:xfrm flipV="1">
            <a:off x="4661133" y="3379436"/>
            <a:ext cx="83100" cy="17685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87" name="圖片 1386">
            <a:extLst>
              <a:ext uri="{FF2B5EF4-FFF2-40B4-BE49-F238E27FC236}">
                <a16:creationId xmlns:a16="http://schemas.microsoft.com/office/drawing/2014/main" id="{CDB4FD7B-757D-4446-A9D2-4D891A05176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073"/>
          <a:stretch/>
        </p:blipFill>
        <p:spPr>
          <a:xfrm>
            <a:off x="4732722" y="3783860"/>
            <a:ext cx="568965" cy="1134853"/>
          </a:xfrm>
          <a:prstGeom prst="rect">
            <a:avLst/>
          </a:prstGeom>
        </p:spPr>
      </p:pic>
      <p:pic>
        <p:nvPicPr>
          <p:cNvPr id="1388" name="圖片 1387">
            <a:extLst>
              <a:ext uri="{FF2B5EF4-FFF2-40B4-BE49-F238E27FC236}">
                <a16:creationId xmlns:a16="http://schemas.microsoft.com/office/drawing/2014/main" id="{B8AD46BE-343F-43DE-89DA-6060E306568E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48"/>
          <a:stretch/>
        </p:blipFill>
        <p:spPr>
          <a:xfrm>
            <a:off x="3259554" y="2521056"/>
            <a:ext cx="572669" cy="1134853"/>
          </a:xfrm>
          <a:prstGeom prst="rect">
            <a:avLst/>
          </a:prstGeom>
        </p:spPr>
      </p:pic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D1A4CB9B-9F47-461B-BD4B-C3E148721751}"/>
              </a:ext>
            </a:extLst>
          </p:cNvPr>
          <p:cNvSpPr/>
          <p:nvPr/>
        </p:nvSpPr>
        <p:spPr>
          <a:xfrm>
            <a:off x="5710658" y="1521162"/>
            <a:ext cx="3638551" cy="4277229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6" rIns="30150" bIns="1507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4" dirty="0"/>
          </a:p>
        </p:txBody>
      </p:sp>
      <p:pic>
        <p:nvPicPr>
          <p:cNvPr id="67" name="圖片 66">
            <a:extLst>
              <a:ext uri="{FF2B5EF4-FFF2-40B4-BE49-F238E27FC236}">
                <a16:creationId xmlns:a16="http://schemas.microsoft.com/office/drawing/2014/main" id="{1105EBC8-E489-413B-B860-E53C1339D513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79"/>
          <a:stretch/>
        </p:blipFill>
        <p:spPr>
          <a:xfrm>
            <a:off x="8002979" y="3696833"/>
            <a:ext cx="850930" cy="830743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89E81F64-5371-4CD1-B271-23A5915B399F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462"/>
          <a:stretch/>
        </p:blipFill>
        <p:spPr>
          <a:xfrm>
            <a:off x="5866158" y="2591933"/>
            <a:ext cx="847801" cy="830743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9F1DCBB0-5AC0-47F1-9378-376EA80092D3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085"/>
          <a:stretch/>
        </p:blipFill>
        <p:spPr>
          <a:xfrm>
            <a:off x="6944147" y="1639751"/>
            <a:ext cx="873125" cy="840201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CDF9E6E4-0AA5-467C-903D-D8BE1472AA1B}"/>
              </a:ext>
            </a:extLst>
          </p:cNvPr>
          <p:cNvPicPr>
            <a:picLocks noChangeAspect="1"/>
          </p:cNvPicPr>
          <p:nvPr/>
        </p:nvPicPr>
        <p:blipFill rotWithShape="1">
          <a:blip r:embed="rId29"/>
          <a:srcRect l="25539" r="50569"/>
          <a:stretch/>
        </p:blipFill>
        <p:spPr>
          <a:xfrm>
            <a:off x="6934621" y="4653807"/>
            <a:ext cx="828675" cy="836002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8371254B-DBE0-419F-B06B-4C5D65F30BEF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7839497" y="1658192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5591CA8E-4108-48A3-B994-DE8D7346234C}"/>
                  </a:ext>
                </a:extLst>
              </p:cNvPr>
              <p:cNvSpPr txBox="1"/>
              <p:nvPr/>
            </p:nvSpPr>
            <p:spPr>
              <a:xfrm>
                <a:off x="7302146" y="2237509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5591CA8E-4108-48A3-B994-DE8D73462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146" y="2237509"/>
                <a:ext cx="268993" cy="272254"/>
              </a:xfrm>
              <a:prstGeom prst="rect">
                <a:avLst/>
              </a:prstGeom>
              <a:blipFill>
                <a:blip r:embed="rId31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3" name="群組 72">
            <a:extLst>
              <a:ext uri="{FF2B5EF4-FFF2-40B4-BE49-F238E27FC236}">
                <a16:creationId xmlns:a16="http://schemas.microsoft.com/office/drawing/2014/main" id="{0C2B67D9-7D71-427E-8913-E768B04EA2CE}"/>
              </a:ext>
            </a:extLst>
          </p:cNvPr>
          <p:cNvGrpSpPr/>
          <p:nvPr/>
        </p:nvGrpSpPr>
        <p:grpSpPr>
          <a:xfrm>
            <a:off x="7348899" y="2049300"/>
            <a:ext cx="50518" cy="48461"/>
            <a:chOff x="1373392" y="2391862"/>
            <a:chExt cx="479433" cy="476535"/>
          </a:xfrm>
        </p:grpSpPr>
        <p:sp>
          <p:nvSpPr>
            <p:cNvPr id="74" name="箭號: 向右 73">
              <a:extLst>
                <a:ext uri="{FF2B5EF4-FFF2-40B4-BE49-F238E27FC236}">
                  <a16:creationId xmlns:a16="http://schemas.microsoft.com/office/drawing/2014/main" id="{1BDF7D6C-86D6-4B3E-A436-7E575453AB75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75" name="箭號: 向右 74">
              <a:extLst>
                <a:ext uri="{FF2B5EF4-FFF2-40B4-BE49-F238E27FC236}">
                  <a16:creationId xmlns:a16="http://schemas.microsoft.com/office/drawing/2014/main" id="{8D7194B0-95C0-4939-A9C5-989A58572410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61248A1D-4B5E-4115-AED1-5E99E3C78D28}"/>
                  </a:ext>
                </a:extLst>
              </p:cNvPr>
              <p:cNvSpPr txBox="1"/>
              <p:nvPr/>
            </p:nvSpPr>
            <p:spPr>
              <a:xfrm>
                <a:off x="7224669" y="1805785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61248A1D-4B5E-4115-AED1-5E99E3C78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4669" y="1805785"/>
                <a:ext cx="182571" cy="276614"/>
              </a:xfrm>
              <a:prstGeom prst="rect">
                <a:avLst/>
              </a:prstGeom>
              <a:blipFill>
                <a:blip r:embed="rId32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906956EB-D9E4-44F0-B112-EFFDC28CCF2B}"/>
                  </a:ext>
                </a:extLst>
              </p:cNvPr>
              <p:cNvSpPr txBox="1"/>
              <p:nvPr/>
            </p:nvSpPr>
            <p:spPr>
              <a:xfrm>
                <a:off x="7355497" y="1963518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906956EB-D9E4-44F0-B112-EFFDC28CC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497" y="1963518"/>
                <a:ext cx="149279" cy="262829"/>
              </a:xfrm>
              <a:prstGeom prst="rect">
                <a:avLst/>
              </a:prstGeom>
              <a:blipFill>
                <a:blip r:embed="rId33"/>
                <a:stretch>
                  <a:fillRect r="-70833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2598356A-A21C-4F6C-9204-A39F65066679}"/>
                  </a:ext>
                </a:extLst>
              </p:cNvPr>
              <p:cNvSpPr txBox="1"/>
              <p:nvPr/>
            </p:nvSpPr>
            <p:spPr>
              <a:xfrm>
                <a:off x="7750525" y="2330457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2598356A-A21C-4F6C-9204-A39F65066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0525" y="2330457"/>
                <a:ext cx="204146" cy="245324"/>
              </a:xfrm>
              <a:prstGeom prst="rect">
                <a:avLst/>
              </a:prstGeom>
              <a:blipFill>
                <a:blip r:embed="rId34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5EB79AA9-FACD-4E60-B1FB-71D9D2984664}"/>
                  </a:ext>
                </a:extLst>
              </p:cNvPr>
              <p:cNvSpPr txBox="1"/>
              <p:nvPr/>
            </p:nvSpPr>
            <p:spPr>
              <a:xfrm>
                <a:off x="6871705" y="2487466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5EB79AA9-FACD-4E60-B1FB-71D9D2984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1705" y="2487466"/>
                <a:ext cx="1082966" cy="262829"/>
              </a:xfrm>
              <a:prstGeom prst="rect">
                <a:avLst/>
              </a:prstGeom>
              <a:blipFill>
                <a:blip r:embed="rId35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A7ED89F6-39FE-40B4-89D0-DA11F0185B6F}"/>
                  </a:ext>
                </a:extLst>
              </p:cNvPr>
              <p:cNvSpPr txBox="1"/>
              <p:nvPr/>
            </p:nvSpPr>
            <p:spPr>
              <a:xfrm>
                <a:off x="5730066" y="458050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A7ED89F6-39FE-40B4-89D0-DA11F0185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066" y="4580507"/>
                <a:ext cx="1100937" cy="262829"/>
              </a:xfrm>
              <a:prstGeom prst="rect">
                <a:avLst/>
              </a:prstGeom>
              <a:blipFill>
                <a:blip r:embed="rId3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7264A751-3D20-4667-982D-74A1AD472AA9}"/>
                  </a:ext>
                </a:extLst>
              </p:cNvPr>
              <p:cNvSpPr txBox="1"/>
              <p:nvPr/>
            </p:nvSpPr>
            <p:spPr>
              <a:xfrm>
                <a:off x="6864095" y="5500977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7264A751-3D20-4667-982D-74A1AD472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095" y="5500977"/>
                <a:ext cx="1021987" cy="26282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EECB132B-E283-4493-8FF9-97A348C3502D}"/>
                  </a:ext>
                </a:extLst>
              </p:cNvPr>
              <p:cNvSpPr txBox="1"/>
              <p:nvPr/>
            </p:nvSpPr>
            <p:spPr>
              <a:xfrm>
                <a:off x="7077600" y="4195485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EECB132B-E283-4493-8FF9-97A348C35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600" y="4195485"/>
                <a:ext cx="562814" cy="262829"/>
              </a:xfrm>
              <a:prstGeom prst="rect">
                <a:avLst/>
              </a:prstGeom>
              <a:blipFill>
                <a:blip r:embed="rId38"/>
                <a:stretch>
                  <a:fillRect t="-93023" r="-53261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2698A33D-8AF7-47A2-A880-437BDFD9E2D4}"/>
                  </a:ext>
                </a:extLst>
              </p:cNvPr>
              <p:cNvSpPr txBox="1"/>
              <p:nvPr/>
            </p:nvSpPr>
            <p:spPr>
              <a:xfrm>
                <a:off x="7089228" y="281501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2698A33D-8AF7-47A2-A880-437BDFD9E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228" y="2815013"/>
                <a:ext cx="562814" cy="262829"/>
              </a:xfrm>
              <a:prstGeom prst="rect">
                <a:avLst/>
              </a:prstGeom>
              <a:blipFill>
                <a:blip r:embed="rId39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Oval 14">
            <a:extLst>
              <a:ext uri="{FF2B5EF4-FFF2-40B4-BE49-F238E27FC236}">
                <a16:creationId xmlns:a16="http://schemas.microsoft.com/office/drawing/2014/main" id="{7AC7DA11-A28C-45B7-9E0C-33CC03643846}"/>
              </a:ext>
            </a:extLst>
          </p:cNvPr>
          <p:cNvSpPr/>
          <p:nvPr/>
        </p:nvSpPr>
        <p:spPr>
          <a:xfrm>
            <a:off x="7317666" y="3053653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85" name="Oval 4">
            <a:extLst>
              <a:ext uri="{FF2B5EF4-FFF2-40B4-BE49-F238E27FC236}">
                <a16:creationId xmlns:a16="http://schemas.microsoft.com/office/drawing/2014/main" id="{245A144C-B2FB-4D30-93E0-6CD88E0893F7}"/>
              </a:ext>
            </a:extLst>
          </p:cNvPr>
          <p:cNvSpPr/>
          <p:nvPr/>
        </p:nvSpPr>
        <p:spPr>
          <a:xfrm>
            <a:off x="6875571" y="3111902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86" name="Oval 15">
            <a:extLst>
              <a:ext uri="{FF2B5EF4-FFF2-40B4-BE49-F238E27FC236}">
                <a16:creationId xmlns:a16="http://schemas.microsoft.com/office/drawing/2014/main" id="{083C4F04-6362-474E-A949-753670A60E71}"/>
              </a:ext>
            </a:extLst>
          </p:cNvPr>
          <p:cNvSpPr/>
          <p:nvPr/>
        </p:nvSpPr>
        <p:spPr>
          <a:xfrm>
            <a:off x="7317666" y="4088624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87" name="SHO">
            <a:extLst>
              <a:ext uri="{FF2B5EF4-FFF2-40B4-BE49-F238E27FC236}">
                <a16:creationId xmlns:a16="http://schemas.microsoft.com/office/drawing/2014/main" id="{D7FCC760-7B02-46BD-9376-BE75B7540099}"/>
              </a:ext>
            </a:extLst>
          </p:cNvPr>
          <p:cNvSpPr/>
          <p:nvPr/>
        </p:nvSpPr>
        <p:spPr>
          <a:xfrm rot="16200000">
            <a:off x="7158352" y="3130179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88" name="SVO">
            <a:extLst>
              <a:ext uri="{FF2B5EF4-FFF2-40B4-BE49-F238E27FC236}">
                <a16:creationId xmlns:a16="http://schemas.microsoft.com/office/drawing/2014/main" id="{CE1421A4-DD5F-461A-8B97-EB2C0F1004CB}"/>
              </a:ext>
            </a:extLst>
          </p:cNvPr>
          <p:cNvSpPr/>
          <p:nvPr/>
        </p:nvSpPr>
        <p:spPr>
          <a:xfrm>
            <a:off x="7123354" y="3112249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89" name="Oval 6">
            <a:extLst>
              <a:ext uri="{FF2B5EF4-FFF2-40B4-BE49-F238E27FC236}">
                <a16:creationId xmlns:a16="http://schemas.microsoft.com/office/drawing/2014/main" id="{16378605-4608-4486-AD0F-4E944CC9AD1D}"/>
              </a:ext>
            </a:extLst>
          </p:cNvPr>
          <p:cNvSpPr/>
          <p:nvPr/>
        </p:nvSpPr>
        <p:spPr>
          <a:xfrm rot="16200000">
            <a:off x="7158352" y="3130179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11">
                <a:extLst>
                  <a:ext uri="{FF2B5EF4-FFF2-40B4-BE49-F238E27FC236}">
                    <a16:creationId xmlns:a16="http://schemas.microsoft.com/office/drawing/2014/main" id="{95918AC4-1798-436D-81D4-781FCD1251A1}"/>
                  </a:ext>
                </a:extLst>
              </p:cNvPr>
              <p:cNvSpPr txBox="1"/>
              <p:nvPr/>
            </p:nvSpPr>
            <p:spPr>
              <a:xfrm>
                <a:off x="6993339" y="3506551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90" name="TextBox 11">
                <a:extLst>
                  <a:ext uri="{FF2B5EF4-FFF2-40B4-BE49-F238E27FC236}">
                    <a16:creationId xmlns:a16="http://schemas.microsoft.com/office/drawing/2014/main" id="{95918AC4-1798-436D-81D4-781FCD125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339" y="3506551"/>
                <a:ext cx="122489" cy="262829"/>
              </a:xfrm>
              <a:prstGeom prst="rect">
                <a:avLst/>
              </a:prstGeom>
              <a:blipFill>
                <a:blip r:embed="rId40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Oval 22">
            <a:extLst>
              <a:ext uri="{FF2B5EF4-FFF2-40B4-BE49-F238E27FC236}">
                <a16:creationId xmlns:a16="http://schemas.microsoft.com/office/drawing/2014/main" id="{6A7C95BE-091C-4C81-BC80-FB498D84AD81}"/>
              </a:ext>
            </a:extLst>
          </p:cNvPr>
          <p:cNvSpPr/>
          <p:nvPr/>
        </p:nvSpPr>
        <p:spPr>
          <a:xfrm>
            <a:off x="7317012" y="408862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TextBox 12">
                <a:extLst>
                  <a:ext uri="{FF2B5EF4-FFF2-40B4-BE49-F238E27FC236}">
                    <a16:creationId xmlns:a16="http://schemas.microsoft.com/office/drawing/2014/main" id="{1065EED7-0206-4F82-BFDC-C325CD427008}"/>
                  </a:ext>
                </a:extLst>
              </p:cNvPr>
              <p:cNvSpPr txBox="1"/>
              <p:nvPr/>
            </p:nvSpPr>
            <p:spPr>
              <a:xfrm>
                <a:off x="7446748" y="3572595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92" name="TextBox 12">
                <a:extLst>
                  <a:ext uri="{FF2B5EF4-FFF2-40B4-BE49-F238E27FC236}">
                    <a16:creationId xmlns:a16="http://schemas.microsoft.com/office/drawing/2014/main" id="{1065EED7-0206-4F82-BFDC-C325CD427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748" y="3572595"/>
                <a:ext cx="122489" cy="262829"/>
              </a:xfrm>
              <a:prstGeom prst="rect">
                <a:avLst/>
              </a:prstGeom>
              <a:blipFill>
                <a:blip r:embed="rId41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TextBox 13">
                <a:extLst>
                  <a:ext uri="{FF2B5EF4-FFF2-40B4-BE49-F238E27FC236}">
                    <a16:creationId xmlns:a16="http://schemas.microsoft.com/office/drawing/2014/main" id="{0F289660-9414-4ED5-9708-9259306D301A}"/>
                  </a:ext>
                </a:extLst>
              </p:cNvPr>
              <p:cNvSpPr txBox="1"/>
              <p:nvPr/>
            </p:nvSpPr>
            <p:spPr>
              <a:xfrm>
                <a:off x="7277739" y="3136620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93" name="TextBox 13">
                <a:extLst>
                  <a:ext uri="{FF2B5EF4-FFF2-40B4-BE49-F238E27FC236}">
                    <a16:creationId xmlns:a16="http://schemas.microsoft.com/office/drawing/2014/main" id="{0F289660-9414-4ED5-9708-9259306D3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739" y="3136620"/>
                <a:ext cx="177900" cy="262829"/>
              </a:xfrm>
              <a:prstGeom prst="rect">
                <a:avLst/>
              </a:prstGeom>
              <a:blipFill>
                <a:blip r:embed="rId42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DVO">
            <a:extLst>
              <a:ext uri="{FF2B5EF4-FFF2-40B4-BE49-F238E27FC236}">
                <a16:creationId xmlns:a16="http://schemas.microsoft.com/office/drawing/2014/main" id="{3E790675-CAF5-45F9-907A-20C8EDBF83D1}"/>
              </a:ext>
            </a:extLst>
          </p:cNvPr>
          <p:cNvSpPr/>
          <p:nvPr/>
        </p:nvSpPr>
        <p:spPr>
          <a:xfrm flipH="1">
            <a:off x="7123354" y="3112249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95" name="Oval 23">
            <a:extLst>
              <a:ext uri="{FF2B5EF4-FFF2-40B4-BE49-F238E27FC236}">
                <a16:creationId xmlns:a16="http://schemas.microsoft.com/office/drawing/2014/main" id="{7B38C96A-795F-4C45-A185-F1A972DD4356}"/>
              </a:ext>
            </a:extLst>
          </p:cNvPr>
          <p:cNvSpPr/>
          <p:nvPr/>
        </p:nvSpPr>
        <p:spPr>
          <a:xfrm>
            <a:off x="7817450" y="3571776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96" name="Straight Arrow Connector 7">
            <a:extLst>
              <a:ext uri="{FF2B5EF4-FFF2-40B4-BE49-F238E27FC236}">
                <a16:creationId xmlns:a16="http://schemas.microsoft.com/office/drawing/2014/main" id="{B4D15E20-64F1-4134-A8D2-6EBB93B68EE9}"/>
              </a:ext>
            </a:extLst>
          </p:cNvPr>
          <p:cNvCxnSpPr>
            <a:cxnSpLocks/>
          </p:cNvCxnSpPr>
          <p:nvPr/>
        </p:nvCxnSpPr>
        <p:spPr>
          <a:xfrm flipV="1">
            <a:off x="7371178" y="3319815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19">
            <a:extLst>
              <a:ext uri="{FF2B5EF4-FFF2-40B4-BE49-F238E27FC236}">
                <a16:creationId xmlns:a16="http://schemas.microsoft.com/office/drawing/2014/main" id="{F99D6122-F7EA-4199-92F2-D99A455C8C6C}"/>
              </a:ext>
            </a:extLst>
          </p:cNvPr>
          <p:cNvCxnSpPr>
            <a:cxnSpLocks/>
          </p:cNvCxnSpPr>
          <p:nvPr/>
        </p:nvCxnSpPr>
        <p:spPr>
          <a:xfrm>
            <a:off x="7373244" y="3626996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18">
            <a:extLst>
              <a:ext uri="{FF2B5EF4-FFF2-40B4-BE49-F238E27FC236}">
                <a16:creationId xmlns:a16="http://schemas.microsoft.com/office/drawing/2014/main" id="{2E76918B-87AB-427E-BBFB-E35FCC4EDAF7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7254636" y="3508282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Oval 20">
            <a:extLst>
              <a:ext uri="{FF2B5EF4-FFF2-40B4-BE49-F238E27FC236}">
                <a16:creationId xmlns:a16="http://schemas.microsoft.com/office/drawing/2014/main" id="{6EA4D5A3-E5A5-47F6-850C-BBA059FA2FB1}"/>
              </a:ext>
            </a:extLst>
          </p:cNvPr>
          <p:cNvSpPr/>
          <p:nvPr/>
        </p:nvSpPr>
        <p:spPr>
          <a:xfrm>
            <a:off x="6817644" y="3571776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00" name="Oval 22">
            <a:extLst>
              <a:ext uri="{FF2B5EF4-FFF2-40B4-BE49-F238E27FC236}">
                <a16:creationId xmlns:a16="http://schemas.microsoft.com/office/drawing/2014/main" id="{EA638480-B1A8-431E-86FD-D0C3B5C857E6}"/>
              </a:ext>
            </a:extLst>
          </p:cNvPr>
          <p:cNvSpPr/>
          <p:nvPr/>
        </p:nvSpPr>
        <p:spPr>
          <a:xfrm>
            <a:off x="7317830" y="304820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01" name="Partial Circle 9">
            <a:extLst>
              <a:ext uri="{FF2B5EF4-FFF2-40B4-BE49-F238E27FC236}">
                <a16:creationId xmlns:a16="http://schemas.microsoft.com/office/drawing/2014/main" id="{8CF58C2D-7687-40AD-BC38-DDF21AA014B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7327977" y="3561813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" name="TextBox 10">
                <a:extLst>
                  <a:ext uri="{FF2B5EF4-FFF2-40B4-BE49-F238E27FC236}">
                    <a16:creationId xmlns:a16="http://schemas.microsoft.com/office/drawing/2014/main" id="{0765E853-ED1B-468E-93C1-CBE07FAB6F38}"/>
                  </a:ext>
                </a:extLst>
              </p:cNvPr>
              <p:cNvSpPr txBox="1"/>
              <p:nvPr/>
            </p:nvSpPr>
            <p:spPr>
              <a:xfrm>
                <a:off x="7075966" y="3586078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02" name="TextBox 10">
                <a:extLst>
                  <a:ext uri="{FF2B5EF4-FFF2-40B4-BE49-F238E27FC236}">
                    <a16:creationId xmlns:a16="http://schemas.microsoft.com/office/drawing/2014/main" id="{0765E853-ED1B-468E-93C1-CBE07FAB6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966" y="3586078"/>
                <a:ext cx="218239" cy="26282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3" name="Straight Arrow Connector 17">
            <a:extLst>
              <a:ext uri="{FF2B5EF4-FFF2-40B4-BE49-F238E27FC236}">
                <a16:creationId xmlns:a16="http://schemas.microsoft.com/office/drawing/2014/main" id="{4271F529-14BF-421D-8A05-37DFA0CADD50}"/>
              </a:ext>
            </a:extLst>
          </p:cNvPr>
          <p:cNvCxnSpPr>
            <a:cxnSpLocks/>
          </p:cNvCxnSpPr>
          <p:nvPr/>
        </p:nvCxnSpPr>
        <p:spPr>
          <a:xfrm flipH="1">
            <a:off x="7219459" y="3631093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4" name="Partial Circle 9">
            <a:extLst>
              <a:ext uri="{FF2B5EF4-FFF2-40B4-BE49-F238E27FC236}">
                <a16:creationId xmlns:a16="http://schemas.microsoft.com/office/drawing/2014/main" id="{37BCFD65-5D18-4B7B-9832-6F1BA526E6B5}"/>
              </a:ext>
            </a:extLst>
          </p:cNvPr>
          <p:cNvSpPr>
            <a:spLocks noChangeAspect="1"/>
          </p:cNvSpPr>
          <p:nvPr/>
        </p:nvSpPr>
        <p:spPr>
          <a:xfrm>
            <a:off x="7319169" y="3536045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0">
                <a:extLst>
                  <a:ext uri="{FF2B5EF4-FFF2-40B4-BE49-F238E27FC236}">
                    <a16:creationId xmlns:a16="http://schemas.microsoft.com/office/drawing/2014/main" id="{2E80F42E-1AF7-4F0E-8868-7E8B3D2F2FA0}"/>
                  </a:ext>
                </a:extLst>
              </p:cNvPr>
              <p:cNvSpPr txBox="1"/>
              <p:nvPr/>
            </p:nvSpPr>
            <p:spPr>
              <a:xfrm>
                <a:off x="7346707" y="3364251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05" name="TextBox 10">
                <a:extLst>
                  <a:ext uri="{FF2B5EF4-FFF2-40B4-BE49-F238E27FC236}">
                    <a16:creationId xmlns:a16="http://schemas.microsoft.com/office/drawing/2014/main" id="{2E80F42E-1AF7-4F0E-8868-7E8B3D2F2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6707" y="3364251"/>
                <a:ext cx="205647" cy="262829"/>
              </a:xfrm>
              <a:prstGeom prst="rect">
                <a:avLst/>
              </a:prstGeom>
              <a:blipFill>
                <a:blip r:embed="rId44"/>
                <a:stretch>
                  <a:fillRect r="-17647"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6" name="Straight Arrow Connector 17">
            <a:extLst>
              <a:ext uri="{FF2B5EF4-FFF2-40B4-BE49-F238E27FC236}">
                <a16:creationId xmlns:a16="http://schemas.microsoft.com/office/drawing/2014/main" id="{01E60EFB-B0B2-4290-9929-A901E81C5A71}"/>
              </a:ext>
            </a:extLst>
          </p:cNvPr>
          <p:cNvCxnSpPr>
            <a:cxnSpLocks/>
          </p:cNvCxnSpPr>
          <p:nvPr/>
        </p:nvCxnSpPr>
        <p:spPr>
          <a:xfrm flipV="1">
            <a:off x="7367265" y="3322514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7" name="Oval 22">
            <a:extLst>
              <a:ext uri="{FF2B5EF4-FFF2-40B4-BE49-F238E27FC236}">
                <a16:creationId xmlns:a16="http://schemas.microsoft.com/office/drawing/2014/main" id="{CDCD71B9-A4FF-499A-8915-A0FAC111D0C5}"/>
              </a:ext>
            </a:extLst>
          </p:cNvPr>
          <p:cNvSpPr/>
          <p:nvPr/>
        </p:nvSpPr>
        <p:spPr>
          <a:xfrm>
            <a:off x="7554404" y="3766825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08" name="Oval 22">
            <a:extLst>
              <a:ext uri="{FF2B5EF4-FFF2-40B4-BE49-F238E27FC236}">
                <a16:creationId xmlns:a16="http://schemas.microsoft.com/office/drawing/2014/main" id="{B84CB8DC-F1F4-4D02-9FA9-BA77B9A16898}"/>
              </a:ext>
            </a:extLst>
          </p:cNvPr>
          <p:cNvSpPr/>
          <p:nvPr/>
        </p:nvSpPr>
        <p:spPr>
          <a:xfrm>
            <a:off x="7079619" y="339227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85802303-768A-42DF-8253-89781DECCE5C}"/>
                  </a:ext>
                </a:extLst>
              </p:cNvPr>
              <p:cNvSpPr txBox="1"/>
              <p:nvPr/>
            </p:nvSpPr>
            <p:spPr>
              <a:xfrm>
                <a:off x="5793456" y="340512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85802303-768A-42DF-8253-89781DECC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456" y="3405122"/>
                <a:ext cx="974158" cy="262829"/>
              </a:xfrm>
              <a:prstGeom prst="rect">
                <a:avLst/>
              </a:prstGeom>
              <a:blipFill>
                <a:blip r:embed="rId4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4F62B969-7847-4264-AB71-DAFD23844EAE}"/>
                  </a:ext>
                </a:extLst>
              </p:cNvPr>
              <p:cNvSpPr txBox="1"/>
              <p:nvPr/>
            </p:nvSpPr>
            <p:spPr>
              <a:xfrm>
                <a:off x="7877566" y="3367974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4F62B969-7847-4264-AB71-DAFD23844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566" y="3367974"/>
                <a:ext cx="1100937" cy="262829"/>
              </a:xfrm>
              <a:prstGeom prst="rect">
                <a:avLst/>
              </a:prstGeom>
              <a:blipFill>
                <a:blip r:embed="rId4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832EA3D5-FE7F-4BFD-903C-2CBC634463CC}"/>
                  </a:ext>
                </a:extLst>
              </p:cNvPr>
              <p:cNvSpPr txBox="1"/>
              <p:nvPr/>
            </p:nvSpPr>
            <p:spPr>
              <a:xfrm>
                <a:off x="7877566" y="4553239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832EA3D5-FE7F-4BFD-903C-2CBC63446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566" y="4553239"/>
                <a:ext cx="1100937" cy="262829"/>
              </a:xfrm>
              <a:prstGeom prst="rect">
                <a:avLst/>
              </a:prstGeom>
              <a:blipFill>
                <a:blip r:embed="rId4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" name="圖片 111">
            <a:extLst>
              <a:ext uri="{FF2B5EF4-FFF2-40B4-BE49-F238E27FC236}">
                <a16:creationId xmlns:a16="http://schemas.microsoft.com/office/drawing/2014/main" id="{79967CD7-5396-4C39-97FC-CEF18CF5E9AA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9358" t="17558" r="8712" b="16703"/>
          <a:stretch/>
        </p:blipFill>
        <p:spPr>
          <a:xfrm>
            <a:off x="8152831" y="2027918"/>
            <a:ext cx="529628" cy="116768"/>
          </a:xfrm>
          <a:prstGeom prst="rect">
            <a:avLst/>
          </a:prstGeom>
        </p:spPr>
      </p:pic>
      <p:pic>
        <p:nvPicPr>
          <p:cNvPr id="113" name="圖片 112">
            <a:extLst>
              <a:ext uri="{FF2B5EF4-FFF2-40B4-BE49-F238E27FC236}">
                <a16:creationId xmlns:a16="http://schemas.microsoft.com/office/drawing/2014/main" id="{B39DC232-BB9B-40D2-A057-05CCD5297E30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94" r="50136"/>
          <a:stretch/>
        </p:blipFill>
        <p:spPr>
          <a:xfrm>
            <a:off x="6920333" y="4658339"/>
            <a:ext cx="871539" cy="840201"/>
          </a:xfrm>
          <a:prstGeom prst="rect">
            <a:avLst/>
          </a:prstGeom>
        </p:spPr>
      </p:pic>
      <p:cxnSp>
        <p:nvCxnSpPr>
          <p:cNvPr id="114" name="直線接點 113">
            <a:extLst>
              <a:ext uri="{FF2B5EF4-FFF2-40B4-BE49-F238E27FC236}">
                <a16:creationId xmlns:a16="http://schemas.microsoft.com/office/drawing/2014/main" id="{56C38635-8D85-432A-91D0-0C48C4E05CE3}"/>
              </a:ext>
            </a:extLst>
          </p:cNvPr>
          <p:cNvCxnSpPr>
            <a:cxnSpLocks/>
          </p:cNvCxnSpPr>
          <p:nvPr/>
        </p:nvCxnSpPr>
        <p:spPr>
          <a:xfrm>
            <a:off x="7666459" y="3899742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7333FA99-696D-4226-B732-2B3651A5D826}"/>
              </a:ext>
            </a:extLst>
          </p:cNvPr>
          <p:cNvCxnSpPr>
            <a:cxnSpLocks/>
          </p:cNvCxnSpPr>
          <p:nvPr/>
        </p:nvCxnSpPr>
        <p:spPr>
          <a:xfrm>
            <a:off x="6713959" y="2856997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直線接點 115">
            <a:extLst>
              <a:ext uri="{FF2B5EF4-FFF2-40B4-BE49-F238E27FC236}">
                <a16:creationId xmlns:a16="http://schemas.microsoft.com/office/drawing/2014/main" id="{04C93732-4A58-4438-B8E0-9B6FDC651C2D}"/>
              </a:ext>
            </a:extLst>
          </p:cNvPr>
          <p:cNvCxnSpPr>
            <a:cxnSpLocks/>
          </p:cNvCxnSpPr>
          <p:nvPr/>
        </p:nvCxnSpPr>
        <p:spPr>
          <a:xfrm flipH="1">
            <a:off x="6694909" y="3669973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7" name="直線接點 116">
            <a:extLst>
              <a:ext uri="{FF2B5EF4-FFF2-40B4-BE49-F238E27FC236}">
                <a16:creationId xmlns:a16="http://schemas.microsoft.com/office/drawing/2014/main" id="{2748F676-D98D-4D78-AC44-DC21BA615943}"/>
              </a:ext>
            </a:extLst>
          </p:cNvPr>
          <p:cNvCxnSpPr>
            <a:cxnSpLocks/>
          </p:cNvCxnSpPr>
          <p:nvPr/>
        </p:nvCxnSpPr>
        <p:spPr>
          <a:xfrm flipV="1">
            <a:off x="7917284" y="3349735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8" name="圖片 117">
            <a:extLst>
              <a:ext uri="{FF2B5EF4-FFF2-40B4-BE49-F238E27FC236}">
                <a16:creationId xmlns:a16="http://schemas.microsoft.com/office/drawing/2014/main" id="{1BDF29E7-0DCD-45C4-9794-806D74E0AC46}"/>
              </a:ext>
            </a:extLst>
          </p:cNvPr>
          <p:cNvPicPr>
            <a:picLocks noChangeAspect="1"/>
          </p:cNvPicPr>
          <p:nvPr/>
        </p:nvPicPr>
        <p:blipFill rotWithShape="1">
          <a:blip r:embed="rId48"/>
          <a:srcRect l="51584"/>
          <a:stretch/>
        </p:blipFill>
        <p:spPr>
          <a:xfrm>
            <a:off x="5860717" y="2603419"/>
            <a:ext cx="823327" cy="827286"/>
          </a:xfrm>
          <a:prstGeom prst="rect">
            <a:avLst/>
          </a:prstGeom>
        </p:spPr>
      </p:pic>
      <p:pic>
        <p:nvPicPr>
          <p:cNvPr id="119" name="圖片 118">
            <a:extLst>
              <a:ext uri="{FF2B5EF4-FFF2-40B4-BE49-F238E27FC236}">
                <a16:creationId xmlns:a16="http://schemas.microsoft.com/office/drawing/2014/main" id="{D73144FC-B330-4323-A435-7A03198D2058}"/>
              </a:ext>
            </a:extLst>
          </p:cNvPr>
          <p:cNvPicPr>
            <a:picLocks noChangeAspect="1"/>
          </p:cNvPicPr>
          <p:nvPr/>
        </p:nvPicPr>
        <p:blipFill rotWithShape="1">
          <a:blip r:embed="rId48"/>
          <a:srcRect r="50878"/>
          <a:stretch/>
        </p:blipFill>
        <p:spPr>
          <a:xfrm>
            <a:off x="8041889" y="3709295"/>
            <a:ext cx="835333" cy="827286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4FD4987D-105F-4E6A-89EC-0D75E77D1D85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l="50838" r="25243"/>
          <a:stretch/>
        </p:blipFill>
        <p:spPr>
          <a:xfrm>
            <a:off x="8017885" y="2591933"/>
            <a:ext cx="838200" cy="840201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C4CC0777-7446-4BE9-8173-FF9B2440556B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l="75918"/>
          <a:stretch/>
        </p:blipFill>
        <p:spPr>
          <a:xfrm>
            <a:off x="5836384" y="3727715"/>
            <a:ext cx="843962" cy="8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16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1863</TotalTime>
  <Words>55</Words>
  <Application>Microsoft Office PowerPoint</Application>
  <PresentationFormat>A4 紙張 (210x297 公釐)</PresentationFormat>
  <Paragraphs>38</Paragraphs>
  <Slides>1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Cambria Math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67</cp:revision>
  <dcterms:created xsi:type="dcterms:W3CDTF">2026-04-28T04:34:15Z</dcterms:created>
  <dcterms:modified xsi:type="dcterms:W3CDTF">2026-07-09T13:17:56Z</dcterms:modified>
</cp:coreProperties>
</file>