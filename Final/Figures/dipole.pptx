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93599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5" d="100"/>
          <a:sy n="75" d="100"/>
        </p:scale>
        <p:origin x="114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134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09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87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559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78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70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26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27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30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0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62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29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39AD426-8AA2-4918-B91B-7DE9CB1B9C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r="4867" b="88684"/>
          <a:stretch/>
        </p:blipFill>
        <p:spPr>
          <a:xfrm>
            <a:off x="-695138" y="-2890455"/>
            <a:ext cx="10716867" cy="924560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68A365B2-2325-4D27-B2BE-8897DCFCD1D7}"/>
              </a:ext>
            </a:extLst>
          </p:cNvPr>
          <p:cNvGrpSpPr/>
          <p:nvPr/>
        </p:nvGrpSpPr>
        <p:grpSpPr>
          <a:xfrm>
            <a:off x="-1095741" y="-2170481"/>
            <a:ext cx="10716867" cy="5091267"/>
            <a:chOff x="1170223" y="1467294"/>
            <a:chExt cx="10716867" cy="509126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A7F3299-AD30-4043-AE14-71B818662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1" t="9256" r="4867" b="29728"/>
            <a:stretch/>
          </p:blipFill>
          <p:spPr>
            <a:xfrm>
              <a:off x="1170223" y="1573176"/>
              <a:ext cx="10716867" cy="498538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355B05-0ADC-4C87-AAB4-14853F3EA657}"/>
                </a:ext>
              </a:extLst>
            </p:cNvPr>
            <p:cNvSpPr/>
            <p:nvPr/>
          </p:nvSpPr>
          <p:spPr>
            <a:xfrm>
              <a:off x="1329070" y="1467294"/>
              <a:ext cx="9845749" cy="148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4148C78A-0432-49A4-8873-A8FD80928A92}"/>
              </a:ext>
            </a:extLst>
          </p:cNvPr>
          <p:cNvGrpSpPr/>
          <p:nvPr/>
        </p:nvGrpSpPr>
        <p:grpSpPr>
          <a:xfrm>
            <a:off x="-427327" y="3979947"/>
            <a:ext cx="2336078" cy="2332337"/>
            <a:chOff x="1685309" y="1218891"/>
            <a:chExt cx="4427304" cy="4420217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721B5255-9E20-472C-B47C-61A2E4AA62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9812"/>
            <a:stretch/>
          </p:blipFill>
          <p:spPr>
            <a:xfrm>
              <a:off x="1685309" y="1218891"/>
              <a:ext cx="4427304" cy="4420217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9EEAEFF-D5BB-4215-95B6-375BE5F6182F}"/>
                </a:ext>
              </a:extLst>
            </p:cNvPr>
            <p:cNvSpPr/>
            <p:nvPr/>
          </p:nvSpPr>
          <p:spPr>
            <a:xfrm>
              <a:off x="1751527" y="124925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0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08D533A-D95B-4797-B1AE-315B88A711B2}"/>
              </a:ext>
            </a:extLst>
          </p:cNvPr>
          <p:cNvGrpSpPr/>
          <p:nvPr/>
        </p:nvGrpSpPr>
        <p:grpSpPr>
          <a:xfrm>
            <a:off x="2260906" y="3979950"/>
            <a:ext cx="2419051" cy="2332337"/>
            <a:chOff x="5922135" y="1218891"/>
            <a:chExt cx="4584555" cy="4420217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4E3E72A6-49AE-49E3-82B9-1773422544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715"/>
            <a:stretch/>
          </p:blipFill>
          <p:spPr>
            <a:xfrm>
              <a:off x="6070852" y="1218891"/>
              <a:ext cx="4435838" cy="4420217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7FD754-96CC-4CC2-BCBA-8AEE73117714}"/>
                </a:ext>
              </a:extLst>
            </p:cNvPr>
            <p:cNvSpPr/>
            <p:nvPr/>
          </p:nvSpPr>
          <p:spPr>
            <a:xfrm>
              <a:off x="5922135" y="121889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84225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群組 34">
            <a:extLst>
              <a:ext uri="{FF2B5EF4-FFF2-40B4-BE49-F238E27FC236}">
                <a16:creationId xmlns:a16="http://schemas.microsoft.com/office/drawing/2014/main" id="{F1B28323-C4F9-45FB-9F9F-2B2AE4DAE646}"/>
              </a:ext>
            </a:extLst>
          </p:cNvPr>
          <p:cNvGrpSpPr/>
          <p:nvPr/>
        </p:nvGrpSpPr>
        <p:grpSpPr>
          <a:xfrm>
            <a:off x="-4037170" y="-749300"/>
            <a:ext cx="11218115" cy="8924392"/>
            <a:chOff x="283210" y="3390900"/>
            <a:chExt cx="11218114" cy="8924391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A41F267B-5869-46A3-BE58-3F2D6B675712}"/>
                </a:ext>
              </a:extLst>
            </p:cNvPr>
            <p:cNvSpPr/>
            <p:nvPr/>
          </p:nvSpPr>
          <p:spPr>
            <a:xfrm>
              <a:off x="283210" y="3390900"/>
              <a:ext cx="11218114" cy="8924391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2" dirty="0"/>
            </a:p>
          </p:txBody>
        </p:sp>
        <p:pic>
          <p:nvPicPr>
            <p:cNvPr id="212" name="圖片 211">
              <a:extLst>
                <a:ext uri="{FF2B5EF4-FFF2-40B4-BE49-F238E27FC236}">
                  <a16:creationId xmlns:a16="http://schemas.microsoft.com/office/drawing/2014/main" id="{615DEA62-5763-42AF-ABD7-20A3FC70F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8" t="9942" r="51700" b="70784"/>
            <a:stretch/>
          </p:blipFill>
          <p:spPr>
            <a:xfrm>
              <a:off x="1108296" y="7597642"/>
              <a:ext cx="1565275" cy="1574800"/>
            </a:xfrm>
            <a:prstGeom prst="rect">
              <a:avLst/>
            </a:prstGeom>
          </p:spPr>
        </p:pic>
        <p:pic>
          <p:nvPicPr>
            <p:cNvPr id="228" name="圖片 227">
              <a:extLst>
                <a:ext uri="{FF2B5EF4-FFF2-40B4-BE49-F238E27FC236}">
                  <a16:creationId xmlns:a16="http://schemas.microsoft.com/office/drawing/2014/main" id="{94FD97C7-3C92-42F5-BF05-96DE868FB8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74" t="30226" r="51683" b="50480"/>
            <a:stretch/>
          </p:blipFill>
          <p:spPr>
            <a:xfrm>
              <a:off x="2753041" y="7596850"/>
              <a:ext cx="1574006" cy="157638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/>
                <p:nvPr/>
              </p:nvSpPr>
              <p:spPr>
                <a:xfrm>
                  <a:off x="5448265" y="9802816"/>
                  <a:ext cx="93807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9802816"/>
                  <a:ext cx="938079" cy="230832"/>
                </a:xfrm>
                <a:prstGeom prst="rect">
                  <a:avLst/>
                </a:prstGeom>
                <a:blipFill>
                  <a:blip r:embed="rId3"/>
                  <a:stretch>
                    <a:fillRect t="-81579" b="-1342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5448265" y="6374557"/>
                  <a:ext cx="93807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6374557"/>
                  <a:ext cx="938079" cy="230832"/>
                </a:xfrm>
                <a:prstGeom prst="rect">
                  <a:avLst/>
                </a:prstGeom>
                <a:blipFill>
                  <a:blip r:embed="rId4"/>
                  <a:stretch>
                    <a:fillRect t="-83784" b="-1405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E1274D56-4B9B-4BCE-B7C0-78A3987D0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0" t="9901" r="79196" b="70805"/>
            <a:stretch/>
          </p:blipFill>
          <p:spPr>
            <a:xfrm>
              <a:off x="4318508" y="4735746"/>
              <a:ext cx="1571625" cy="1576388"/>
            </a:xfrm>
            <a:prstGeom prst="rect">
              <a:avLst/>
            </a:prstGeom>
          </p:spPr>
        </p:pic>
        <p:pic>
          <p:nvPicPr>
            <p:cNvPr id="188" name="圖片 187">
              <a:extLst>
                <a:ext uri="{FF2B5EF4-FFF2-40B4-BE49-F238E27FC236}">
                  <a16:creationId xmlns:a16="http://schemas.microsoft.com/office/drawing/2014/main" id="{2C585092-C5D9-4C72-934C-B00E39693A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7" t="9936" r="65451" b="70772"/>
            <a:stretch/>
          </p:blipFill>
          <p:spPr>
            <a:xfrm>
              <a:off x="4318508" y="10581741"/>
              <a:ext cx="1578769" cy="1576388"/>
            </a:xfrm>
            <a:prstGeom prst="rect">
              <a:avLst/>
            </a:prstGeom>
          </p:spPr>
        </p:pic>
        <p:pic>
          <p:nvPicPr>
            <p:cNvPr id="224" name="圖片 223">
              <a:extLst>
                <a:ext uri="{FF2B5EF4-FFF2-40B4-BE49-F238E27FC236}">
                  <a16:creationId xmlns:a16="http://schemas.microsoft.com/office/drawing/2014/main" id="{60C1A827-7AE5-4BAF-B0C0-51AEAD1CBE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70" t="9874" r="37949" b="70775"/>
            <a:stretch/>
          </p:blipFill>
          <p:spPr>
            <a:xfrm>
              <a:off x="7537504" y="7594467"/>
              <a:ext cx="1578769" cy="1581150"/>
            </a:xfrm>
            <a:prstGeom prst="rect">
              <a:avLst/>
            </a:prstGeom>
          </p:spPr>
        </p:pic>
        <p:pic>
          <p:nvPicPr>
            <p:cNvPr id="225" name="圖片 224">
              <a:extLst>
                <a:ext uri="{FF2B5EF4-FFF2-40B4-BE49-F238E27FC236}">
                  <a16:creationId xmlns:a16="http://schemas.microsoft.com/office/drawing/2014/main" id="{F5BBBA81-D2E7-4C37-9938-3AD0246C03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73" t="30231" r="79166" b="50417"/>
            <a:stretch/>
          </p:blipFill>
          <p:spPr>
            <a:xfrm>
              <a:off x="5969259" y="4733365"/>
              <a:ext cx="1576387" cy="1581150"/>
            </a:xfrm>
            <a:prstGeom prst="rect">
              <a:avLst/>
            </a:prstGeom>
          </p:spPr>
        </p:pic>
        <p:pic>
          <p:nvPicPr>
            <p:cNvPr id="227" name="圖片 226">
              <a:extLst>
                <a:ext uri="{FF2B5EF4-FFF2-40B4-BE49-F238E27FC236}">
                  <a16:creationId xmlns:a16="http://schemas.microsoft.com/office/drawing/2014/main" id="{7AC3C5EB-C120-4344-9A68-70DB19590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92" t="30180" r="65466" b="50469"/>
            <a:stretch/>
          </p:blipFill>
          <p:spPr>
            <a:xfrm>
              <a:off x="5991293" y="10579360"/>
              <a:ext cx="1574007" cy="1581150"/>
            </a:xfrm>
            <a:prstGeom prst="rect">
              <a:avLst/>
            </a:prstGeom>
          </p:spPr>
        </p:pic>
        <p:pic>
          <p:nvPicPr>
            <p:cNvPr id="230" name="圖片 229">
              <a:extLst>
                <a:ext uri="{FF2B5EF4-FFF2-40B4-BE49-F238E27FC236}">
                  <a16:creationId xmlns:a16="http://schemas.microsoft.com/office/drawing/2014/main" id="{E3FD13B1-AA73-4217-BDEE-4DD72C5B7E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93" t="30160" r="37946" b="50431"/>
            <a:stretch/>
          </p:blipFill>
          <p:spPr>
            <a:xfrm>
              <a:off x="9201366" y="7592087"/>
              <a:ext cx="1576388" cy="15859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/>
                <p:nvPr/>
              </p:nvSpPr>
              <p:spPr>
                <a:xfrm>
                  <a:off x="4532472" y="4371346"/>
                  <a:ext cx="269348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9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9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472" y="4371346"/>
                  <a:ext cx="2693489" cy="2308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/>
                <p:nvPr/>
              </p:nvSpPr>
              <p:spPr>
                <a:xfrm>
                  <a:off x="2005886" y="7220158"/>
                  <a:ext cx="132721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886" y="7220158"/>
                  <a:ext cx="1327214" cy="230832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/>
                <p:nvPr/>
              </p:nvSpPr>
              <p:spPr>
                <a:xfrm>
                  <a:off x="8448588" y="7250749"/>
                  <a:ext cx="132721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588" y="7250749"/>
                  <a:ext cx="1327214" cy="230832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/>
                <p:nvPr/>
              </p:nvSpPr>
              <p:spPr>
                <a:xfrm>
                  <a:off x="5276820" y="10231788"/>
                  <a:ext cx="132721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900" dirty="0"/>
                </a:p>
              </p:txBody>
            </p:sp>
          </mc:Choice>
          <mc:Fallback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820" y="10231788"/>
                  <a:ext cx="1327214" cy="2308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C62B581-7340-4EAA-A28D-864FE7E3805D}"/>
                </a:ext>
              </a:extLst>
            </p:cNvPr>
            <p:cNvSpPr txBox="1"/>
            <p:nvPr/>
          </p:nvSpPr>
          <p:spPr>
            <a:xfrm>
              <a:off x="3105043" y="3526257"/>
              <a:ext cx="5764953" cy="519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69C44DA7-B572-46F6-B99D-803A00E6BF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1671034" y="5217046"/>
              <a:ext cx="2549365" cy="49590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/>
                <p:nvPr/>
              </p:nvSpPr>
              <p:spPr>
                <a:xfrm>
                  <a:off x="6993803" y="6083073"/>
                  <a:ext cx="339653" cy="248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16" dirty="0"/>
                </a:p>
              </p:txBody>
            </p:sp>
          </mc:Choice>
          <mc:Fallback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3803" y="6083073"/>
                  <a:ext cx="339653" cy="24865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2607B97A-9B35-40AB-9A45-30F57A6C8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7594300" y="5091455"/>
              <a:ext cx="2549365" cy="61373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/>
                <p:nvPr/>
              </p:nvSpPr>
              <p:spPr>
                <a:xfrm>
                  <a:off x="5342865" y="6083073"/>
                  <a:ext cx="339653" cy="248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16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16" dirty="0"/>
                </a:p>
              </p:txBody>
            </p:sp>
          </mc:Choice>
          <mc:Fallback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865" y="6083073"/>
                  <a:ext cx="339653" cy="24865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EB2F6A88-C0D8-4ECF-A15B-462736374E35}"/>
                </a:ext>
              </a:extLst>
            </p:cNvPr>
            <p:cNvGrpSpPr/>
            <p:nvPr/>
          </p:nvGrpSpPr>
          <p:grpSpPr>
            <a:xfrm>
              <a:off x="4457577" y="6694413"/>
              <a:ext cx="2919455" cy="3036650"/>
              <a:chOff x="3909893" y="2121313"/>
              <a:chExt cx="2919455" cy="3036650"/>
            </a:xfrm>
          </p:grpSpPr>
          <p:sp>
            <p:nvSpPr>
              <p:cNvPr id="112" name="Oval 14">
                <a:extLst>
                  <a:ext uri="{FF2B5EF4-FFF2-40B4-BE49-F238E27FC236}">
                    <a16:creationId xmlns:a16="http://schemas.microsoft.com/office/drawing/2014/main" id="{403183D3-0C04-4EC3-8859-0959D3928F67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15" name="Oval 4">
                <a:extLst>
                  <a:ext uri="{FF2B5EF4-FFF2-40B4-BE49-F238E27FC236}">
                    <a16:creationId xmlns:a16="http://schemas.microsoft.com/office/drawing/2014/main" id="{BDDFE70D-B809-4130-9DC5-B378D7E100B1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16" name="Oval 15">
                <a:extLst>
                  <a:ext uri="{FF2B5EF4-FFF2-40B4-BE49-F238E27FC236}">
                    <a16:creationId xmlns:a16="http://schemas.microsoft.com/office/drawing/2014/main" id="{B11EEC83-F524-4353-8D9A-5FA8C196517E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17" name="SHO">
                <a:extLst>
                  <a:ext uri="{FF2B5EF4-FFF2-40B4-BE49-F238E27FC236}">
                    <a16:creationId xmlns:a16="http://schemas.microsoft.com/office/drawing/2014/main" id="{7EAF9CBA-D296-4232-9943-62C9E9C6099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18" name="SVO">
                <a:extLst>
                  <a:ext uri="{FF2B5EF4-FFF2-40B4-BE49-F238E27FC236}">
                    <a16:creationId xmlns:a16="http://schemas.microsoft.com/office/drawing/2014/main" id="{F5C5DC48-C1F3-426A-8E3B-CBDA1DFB0173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5CEBCCD9-73D5-4B74-B589-064E733B076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20" name="Partial Circle 9">
                <a:extLst>
                  <a:ext uri="{FF2B5EF4-FFF2-40B4-BE49-F238E27FC236}">
                    <a16:creationId xmlns:a16="http://schemas.microsoft.com/office/drawing/2014/main" id="{F0B72084-2E01-45E4-9C5E-7F1A420F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5149911" y="3221394"/>
                <a:ext cx="431715" cy="833530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/>
                  <p:nvPr/>
                </p:nvSpPr>
                <p:spPr>
                  <a:xfrm>
                    <a:off x="4690465" y="3556135"/>
                    <a:ext cx="321503" cy="519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0465" y="3556135"/>
                    <a:ext cx="321503" cy="51966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5" y="3358991"/>
                    <a:ext cx="321505" cy="519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5" y="3358991"/>
                    <a:ext cx="321505" cy="5196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" name="Oval 22">
                <a:extLst>
                  <a:ext uri="{FF2B5EF4-FFF2-40B4-BE49-F238E27FC236}">
                    <a16:creationId xmlns:a16="http://schemas.microsoft.com/office/drawing/2014/main" id="{F46B01FD-1216-4605-ADAB-E5CFCCA3DE23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4" y="3497724"/>
                    <a:ext cx="321505" cy="519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4" y="3497724"/>
                    <a:ext cx="321505" cy="51966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5" cy="519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5" cy="51966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DVO">
                <a:extLst>
                  <a:ext uri="{FF2B5EF4-FFF2-40B4-BE49-F238E27FC236}">
                    <a16:creationId xmlns:a16="http://schemas.microsoft.com/office/drawing/2014/main" id="{C2CE228C-E8AF-4D84-80C7-C5049E67B765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cxnSp>
            <p:nvCxnSpPr>
              <p:cNvPr id="127" name="Straight Arrow Connector 17">
                <a:extLst>
                  <a:ext uri="{FF2B5EF4-FFF2-40B4-BE49-F238E27FC236}">
                    <a16:creationId xmlns:a16="http://schemas.microsoft.com/office/drawing/2014/main" id="{3930FD0D-53C1-4290-97F3-4ACD648BAA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476" y="3639669"/>
                <a:ext cx="402652" cy="520683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8" name="Oval 23">
                <a:extLst>
                  <a:ext uri="{FF2B5EF4-FFF2-40B4-BE49-F238E27FC236}">
                    <a16:creationId xmlns:a16="http://schemas.microsoft.com/office/drawing/2014/main" id="{02B4B18D-2FDB-4DEF-9600-2E1806264A58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29" name="Partial Circle 9">
                <a:extLst>
                  <a:ext uri="{FF2B5EF4-FFF2-40B4-BE49-F238E27FC236}">
                    <a16:creationId xmlns:a16="http://schemas.microsoft.com/office/drawing/2014/main" id="{1230E5CC-E479-44AD-9D97-5BD056875D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04126" y="3328761"/>
                <a:ext cx="301557" cy="609055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0" name="Straight Arrow Connector 7">
                <a:extLst>
                  <a:ext uri="{FF2B5EF4-FFF2-40B4-BE49-F238E27FC236}">
                    <a16:creationId xmlns:a16="http://schemas.microsoft.com/office/drawing/2014/main" id="{4019F769-C85E-4FE6-93B6-EED2B259A3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/>
                  <p:nvPr/>
                </p:nvSpPr>
                <p:spPr>
                  <a:xfrm>
                    <a:off x="5379379" y="3022370"/>
                    <a:ext cx="321503" cy="519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9379" y="3022370"/>
                    <a:ext cx="321503" cy="51966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Straight Arrow Connector 19">
                <a:extLst>
                  <a:ext uri="{FF2B5EF4-FFF2-40B4-BE49-F238E27FC236}">
                    <a16:creationId xmlns:a16="http://schemas.microsoft.com/office/drawing/2014/main" id="{5C9630EF-0750-494B-AF08-F89751114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8">
                <a:extLst>
                  <a:ext uri="{FF2B5EF4-FFF2-40B4-BE49-F238E27FC236}">
                    <a16:creationId xmlns:a16="http://schemas.microsoft.com/office/drawing/2014/main" id="{6009E632-AD79-459E-AA7D-0BAAD7EB78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7">
                <a:extLst>
                  <a:ext uri="{FF2B5EF4-FFF2-40B4-BE49-F238E27FC236}">
                    <a16:creationId xmlns:a16="http://schemas.microsoft.com/office/drawing/2014/main" id="{BC9609C1-4DDF-4927-A176-959EC4146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1433" y="2829722"/>
                <a:ext cx="1039268" cy="817070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5" name="Oval 20">
                <a:extLst>
                  <a:ext uri="{FF2B5EF4-FFF2-40B4-BE49-F238E27FC236}">
                    <a16:creationId xmlns:a16="http://schemas.microsoft.com/office/drawing/2014/main" id="{2DDD71B5-7DC2-46E0-A668-C0E63DD9F714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36" name="Oval 22">
                <a:extLst>
                  <a:ext uri="{FF2B5EF4-FFF2-40B4-BE49-F238E27FC236}">
                    <a16:creationId xmlns:a16="http://schemas.microsoft.com/office/drawing/2014/main" id="{532235C3-36EB-4077-9B73-FFAA6889E447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</p:grpSp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A5A6FDB4-65B7-40F6-9EF8-98DB7E458984}"/>
                </a:ext>
              </a:extLst>
            </p:cNvPr>
            <p:cNvGrpSpPr/>
            <p:nvPr/>
          </p:nvGrpSpPr>
          <p:grpSpPr>
            <a:xfrm>
              <a:off x="4973729" y="5067527"/>
              <a:ext cx="609103" cy="503890"/>
              <a:chOff x="6583394" y="1501875"/>
              <a:chExt cx="1650681" cy="1365553"/>
            </a:xfrm>
          </p:grpSpPr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06713BF3-E162-4E60-8424-0D3645092CB6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3" name="箭號: 向右 152">
                  <a:extLst>
                    <a:ext uri="{FF2B5EF4-FFF2-40B4-BE49-F238E27FC236}">
                      <a16:creationId xmlns:a16="http://schemas.microsoft.com/office/drawing/2014/main" id="{317E9151-13EC-4B0C-AEEB-E1DB0A9EAE0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" name="箭號: 向右 153">
                  <a:extLst>
                    <a:ext uri="{FF2B5EF4-FFF2-40B4-BE49-F238E27FC236}">
                      <a16:creationId xmlns:a16="http://schemas.microsoft.com/office/drawing/2014/main" id="{6212BE4F-53A2-4F05-B95F-DD7B6D1E688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56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21042132-323A-4817-BC64-1AFBEEB925EA}"/>
                </a:ext>
              </a:extLst>
            </p:cNvPr>
            <p:cNvGrpSpPr/>
            <p:nvPr/>
          </p:nvGrpSpPr>
          <p:grpSpPr>
            <a:xfrm>
              <a:off x="6621554" y="5067527"/>
              <a:ext cx="609103" cy="503890"/>
              <a:chOff x="6583394" y="1501875"/>
              <a:chExt cx="1650681" cy="1365553"/>
            </a:xfrm>
          </p:grpSpPr>
          <p:grpSp>
            <p:nvGrpSpPr>
              <p:cNvPr id="156" name="群組 155">
                <a:extLst>
                  <a:ext uri="{FF2B5EF4-FFF2-40B4-BE49-F238E27FC236}">
                    <a16:creationId xmlns:a16="http://schemas.microsoft.com/office/drawing/2014/main" id="{7CAB89FA-3071-4B8E-9F46-80CD06A9FC4D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9" name="箭號: 向右 158">
                  <a:extLst>
                    <a:ext uri="{FF2B5EF4-FFF2-40B4-BE49-F238E27FC236}">
                      <a16:creationId xmlns:a16="http://schemas.microsoft.com/office/drawing/2014/main" id="{4776C7A5-1ECA-4AFE-8691-E4A2236F095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箭號: 向右 159">
                  <a:extLst>
                    <a:ext uri="{FF2B5EF4-FFF2-40B4-BE49-F238E27FC236}">
                      <a16:creationId xmlns:a16="http://schemas.microsoft.com/office/drawing/2014/main" id="{4E7DD0E1-4950-48C5-A4F7-9E331B8C895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538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93D388DE-5F5D-44FE-B05C-74E7C2A07C8F}"/>
              </a:ext>
            </a:extLst>
          </p:cNvPr>
          <p:cNvGrpSpPr/>
          <p:nvPr/>
        </p:nvGrpSpPr>
        <p:grpSpPr>
          <a:xfrm>
            <a:off x="7717621" y="600479"/>
            <a:ext cx="9087668" cy="6000750"/>
            <a:chOff x="4037782" y="3448050"/>
            <a:chExt cx="9087668" cy="6000750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D952B563-356F-4444-9738-863E95A764C0}"/>
                </a:ext>
              </a:extLst>
            </p:cNvPr>
            <p:cNvSpPr/>
            <p:nvPr/>
          </p:nvSpPr>
          <p:spPr>
            <a:xfrm>
              <a:off x="4248151" y="3448050"/>
              <a:ext cx="8877299" cy="6000750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2" dirty="0"/>
            </a:p>
          </p:txBody>
        </p:sp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664CB05B-9315-48E0-9E6E-422D5C294709}"/>
                </a:ext>
              </a:extLst>
            </p:cNvPr>
            <p:cNvGrpSpPr/>
            <p:nvPr/>
          </p:nvGrpSpPr>
          <p:grpSpPr>
            <a:xfrm>
              <a:off x="10782519" y="7032501"/>
              <a:ext cx="2090057" cy="2090057"/>
              <a:chOff x="8631015" y="5186974"/>
              <a:chExt cx="2090057" cy="2090057"/>
            </a:xfrm>
          </p:grpSpPr>
          <p:sp>
            <p:nvSpPr>
              <p:cNvPr id="163" name="矩形: 圓角 162">
                <a:extLst>
                  <a:ext uri="{FF2B5EF4-FFF2-40B4-BE49-F238E27FC236}">
                    <a16:creationId xmlns:a16="http://schemas.microsoft.com/office/drawing/2014/main" id="{B6E45FE1-A244-4CB6-B05B-39B9C0E47DFB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64" name="箭號: 左-右雙向 163">
                <a:extLst>
                  <a:ext uri="{FF2B5EF4-FFF2-40B4-BE49-F238E27FC236}">
                    <a16:creationId xmlns:a16="http://schemas.microsoft.com/office/drawing/2014/main" id="{EF89544A-3BF5-4399-B329-8C61C8691EC3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65" name="箭號: 左-右雙向 164">
                <a:extLst>
                  <a:ext uri="{FF2B5EF4-FFF2-40B4-BE49-F238E27FC236}">
                    <a16:creationId xmlns:a16="http://schemas.microsoft.com/office/drawing/2014/main" id="{01855D24-DE82-48EE-8FB4-C2084C0301A6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66" name="箭號: 左-右雙向 165">
                <a:extLst>
                  <a:ext uri="{FF2B5EF4-FFF2-40B4-BE49-F238E27FC236}">
                    <a16:creationId xmlns:a16="http://schemas.microsoft.com/office/drawing/2014/main" id="{E7549198-6056-4E5A-AD0E-B41552BEAC62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67" name="箭號: 左-右雙向 166">
                <a:extLst>
                  <a:ext uri="{FF2B5EF4-FFF2-40B4-BE49-F238E27FC236}">
                    <a16:creationId xmlns:a16="http://schemas.microsoft.com/office/drawing/2014/main" id="{5621F7D4-8F30-4424-A10E-9D9FEFD4A369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68" name="箭號: 左-右雙向 167">
                <a:extLst>
                  <a:ext uri="{FF2B5EF4-FFF2-40B4-BE49-F238E27FC236}">
                    <a16:creationId xmlns:a16="http://schemas.microsoft.com/office/drawing/2014/main" id="{3BACE021-444D-48AC-BA0E-FD22BD12AB33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69" name="箭號: 左-右雙向 168">
                <a:extLst>
                  <a:ext uri="{FF2B5EF4-FFF2-40B4-BE49-F238E27FC236}">
                    <a16:creationId xmlns:a16="http://schemas.microsoft.com/office/drawing/2014/main" id="{9882B6EE-2FC9-419C-B5EB-FBA30DE83A4A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70" name="箭號: 左-右雙向 169">
                <a:extLst>
                  <a:ext uri="{FF2B5EF4-FFF2-40B4-BE49-F238E27FC236}">
                    <a16:creationId xmlns:a16="http://schemas.microsoft.com/office/drawing/2014/main" id="{24662F66-46A1-44A8-B33C-581ADA52EA8C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71" name="箭號: 左-右雙向 170">
                <a:extLst>
                  <a:ext uri="{FF2B5EF4-FFF2-40B4-BE49-F238E27FC236}">
                    <a16:creationId xmlns:a16="http://schemas.microsoft.com/office/drawing/2014/main" id="{A0085AD3-FC35-42D1-9667-B420C1256463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172" name="群組 171">
              <a:extLst>
                <a:ext uri="{FF2B5EF4-FFF2-40B4-BE49-F238E27FC236}">
                  <a16:creationId xmlns:a16="http://schemas.microsoft.com/office/drawing/2014/main" id="{4500D268-9CE7-452E-B5EF-2B6D0263F2C8}"/>
                </a:ext>
              </a:extLst>
            </p:cNvPr>
            <p:cNvGrpSpPr/>
            <p:nvPr/>
          </p:nvGrpSpPr>
          <p:grpSpPr>
            <a:xfrm>
              <a:off x="8288022" y="7032501"/>
              <a:ext cx="2090057" cy="2090057"/>
              <a:chOff x="-756975" y="5254023"/>
              <a:chExt cx="2090057" cy="2090057"/>
            </a:xfrm>
          </p:grpSpPr>
          <p:sp>
            <p:nvSpPr>
              <p:cNvPr id="173" name="矩形: 圓角 172">
                <a:extLst>
                  <a:ext uri="{FF2B5EF4-FFF2-40B4-BE49-F238E27FC236}">
                    <a16:creationId xmlns:a16="http://schemas.microsoft.com/office/drawing/2014/main" id="{AA240790-D934-47E0-82A5-22C124AA18C3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74" name="箭號: 左-右雙向 173">
                <a:extLst>
                  <a:ext uri="{FF2B5EF4-FFF2-40B4-BE49-F238E27FC236}">
                    <a16:creationId xmlns:a16="http://schemas.microsoft.com/office/drawing/2014/main" id="{D7B5C53B-9805-4D6C-9A55-2CD87FA5C568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75" name="箭號: 左-右雙向 174">
                <a:extLst>
                  <a:ext uri="{FF2B5EF4-FFF2-40B4-BE49-F238E27FC236}">
                    <a16:creationId xmlns:a16="http://schemas.microsoft.com/office/drawing/2014/main" id="{FBAA8F5A-42C4-4742-AB24-B1A2A9904EDD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76" name="箭號: 左-右雙向 175">
                <a:extLst>
                  <a:ext uri="{FF2B5EF4-FFF2-40B4-BE49-F238E27FC236}">
                    <a16:creationId xmlns:a16="http://schemas.microsoft.com/office/drawing/2014/main" id="{B25A5CC4-4038-474B-A4C9-A03370509947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77" name="箭號: 左-右雙向 176">
                <a:extLst>
                  <a:ext uri="{FF2B5EF4-FFF2-40B4-BE49-F238E27FC236}">
                    <a16:creationId xmlns:a16="http://schemas.microsoft.com/office/drawing/2014/main" id="{E11A1EA9-A6AA-4A30-8D62-7E98D64B961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78" name="箭號: 左-右雙向 177">
                <a:extLst>
                  <a:ext uri="{FF2B5EF4-FFF2-40B4-BE49-F238E27FC236}">
                    <a16:creationId xmlns:a16="http://schemas.microsoft.com/office/drawing/2014/main" id="{CBBA912D-F6D6-4911-A128-B1D5EA330F47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179" name="箭號: 左-右雙向 178">
                <a:extLst>
                  <a:ext uri="{FF2B5EF4-FFF2-40B4-BE49-F238E27FC236}">
                    <a16:creationId xmlns:a16="http://schemas.microsoft.com/office/drawing/2014/main" id="{8633220A-675F-4E71-8E32-281871B04EA5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80" name="箭號: 左-右雙向 179">
                <a:extLst>
                  <a:ext uri="{FF2B5EF4-FFF2-40B4-BE49-F238E27FC236}">
                    <a16:creationId xmlns:a16="http://schemas.microsoft.com/office/drawing/2014/main" id="{FB6D0AAC-1E78-4A2C-B613-FF4DCF9FA9B2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181" name="箭號: 左-右雙向 180">
                <a:extLst>
                  <a:ext uri="{FF2B5EF4-FFF2-40B4-BE49-F238E27FC236}">
                    <a16:creationId xmlns:a16="http://schemas.microsoft.com/office/drawing/2014/main" id="{B9C5588A-8842-4C5E-8A6D-1AAF9A9067EE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/>
                <p:nvPr/>
              </p:nvSpPr>
              <p:spPr>
                <a:xfrm>
                  <a:off x="11053174" y="6621466"/>
                  <a:ext cx="1669442" cy="519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174" y="6621466"/>
                  <a:ext cx="1669442" cy="51966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/>
                <p:nvPr/>
              </p:nvSpPr>
              <p:spPr>
                <a:xfrm>
                  <a:off x="4037782" y="7537311"/>
                  <a:ext cx="4366125" cy="519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Polarization (</a:t>
                  </a:r>
                  <a14:m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altLang="zh-TW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7782" y="7537311"/>
                  <a:ext cx="4366125" cy="519661"/>
                </a:xfrm>
                <a:prstGeom prst="rect">
                  <a:avLst/>
                </a:prstGeom>
                <a:blipFill>
                  <a:blip r:embed="rId21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F4D88E7B-1C79-4A2A-9FDE-9F37B9742794}"/>
                </a:ext>
              </a:extLst>
            </p:cNvPr>
            <p:cNvSpPr txBox="1"/>
            <p:nvPr/>
          </p:nvSpPr>
          <p:spPr>
            <a:xfrm>
              <a:off x="4037782" y="4893994"/>
              <a:ext cx="4366125" cy="519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62B4CCC6-FF76-467E-97CB-6427229FD8BD}"/>
                </a:ext>
              </a:extLst>
            </p:cNvPr>
            <p:cNvGrpSpPr/>
            <p:nvPr/>
          </p:nvGrpSpPr>
          <p:grpSpPr>
            <a:xfrm>
              <a:off x="9202829" y="7606750"/>
              <a:ext cx="609103" cy="503890"/>
              <a:chOff x="6583394" y="1501875"/>
              <a:chExt cx="1650681" cy="1365553"/>
            </a:xfrm>
          </p:grpSpPr>
          <p:grpSp>
            <p:nvGrpSpPr>
              <p:cNvPr id="187" name="群組 186">
                <a:extLst>
                  <a:ext uri="{FF2B5EF4-FFF2-40B4-BE49-F238E27FC236}">
                    <a16:creationId xmlns:a16="http://schemas.microsoft.com/office/drawing/2014/main" id="{BC6ED760-B98E-4C73-9D5B-4F70D342A74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91" name="箭號: 向右 190">
                  <a:extLst>
                    <a:ext uri="{FF2B5EF4-FFF2-40B4-BE49-F238E27FC236}">
                      <a16:creationId xmlns:a16="http://schemas.microsoft.com/office/drawing/2014/main" id="{EE9CC32F-A00B-45BC-9BD6-EC71D20E66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2" name="箭號: 向右 191">
                  <a:extLst>
                    <a:ext uri="{FF2B5EF4-FFF2-40B4-BE49-F238E27FC236}">
                      <a16:creationId xmlns:a16="http://schemas.microsoft.com/office/drawing/2014/main" id="{A2BF1B6E-6656-45D8-B364-B43ECEDF1EED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6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/>
                <p:nvPr/>
              </p:nvSpPr>
              <p:spPr>
                <a:xfrm>
                  <a:off x="8335016" y="6621466"/>
                  <a:ext cx="1953311" cy="519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5016" y="6621466"/>
                  <a:ext cx="1953311" cy="51966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4" name="圖片 193">
              <a:extLst>
                <a:ext uri="{FF2B5EF4-FFF2-40B4-BE49-F238E27FC236}">
                  <a16:creationId xmlns:a16="http://schemas.microsoft.com/office/drawing/2014/main" id="{EE1DAAFA-846E-41F5-B93F-79F7B8F536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8805830" y="3636600"/>
              <a:ext cx="1196285" cy="600664"/>
            </a:xfrm>
            <a:prstGeom prst="rect">
              <a:avLst/>
            </a:prstGeom>
          </p:spPr>
        </p:pic>
        <p:pic>
          <p:nvPicPr>
            <p:cNvPr id="195" name="圖片 194">
              <a:extLst>
                <a:ext uri="{FF2B5EF4-FFF2-40B4-BE49-F238E27FC236}">
                  <a16:creationId xmlns:a16="http://schemas.microsoft.com/office/drawing/2014/main" id="{B050B404-E5D2-46F8-BD4F-38782EC914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11256068" y="3661798"/>
              <a:ext cx="1196282" cy="575465"/>
            </a:xfrm>
            <a:prstGeom prst="rect">
              <a:avLst/>
            </a:prstGeom>
          </p:spPr>
        </p:pic>
        <p:grpSp>
          <p:nvGrpSpPr>
            <p:cNvPr id="202" name="群組 201">
              <a:extLst>
                <a:ext uri="{FF2B5EF4-FFF2-40B4-BE49-F238E27FC236}">
                  <a16:creationId xmlns:a16="http://schemas.microsoft.com/office/drawing/2014/main" id="{A333B0B9-1FC5-4025-BD05-E9E3C59BF9DB}"/>
                </a:ext>
              </a:extLst>
            </p:cNvPr>
            <p:cNvGrpSpPr/>
            <p:nvPr/>
          </p:nvGrpSpPr>
          <p:grpSpPr>
            <a:xfrm>
              <a:off x="8288022" y="4252959"/>
              <a:ext cx="2090057" cy="2090057"/>
              <a:chOff x="5094694" y="9823325"/>
              <a:chExt cx="2090057" cy="2090057"/>
            </a:xfrm>
          </p:grpSpPr>
          <p:sp>
            <p:nvSpPr>
              <p:cNvPr id="203" name="矩形: 圓角 202">
                <a:extLst>
                  <a:ext uri="{FF2B5EF4-FFF2-40B4-BE49-F238E27FC236}">
                    <a16:creationId xmlns:a16="http://schemas.microsoft.com/office/drawing/2014/main" id="{D15FDA4D-8D32-4131-8944-4BAFC2FC4BB4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04" name="箭號: 向右 203">
                <a:extLst>
                  <a:ext uri="{FF2B5EF4-FFF2-40B4-BE49-F238E27FC236}">
                    <a16:creationId xmlns:a16="http://schemas.microsoft.com/office/drawing/2014/main" id="{D334F4D6-FB12-41A8-92D3-30EC747BE01F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05" name="箭號: 向右 204">
                <a:extLst>
                  <a:ext uri="{FF2B5EF4-FFF2-40B4-BE49-F238E27FC236}">
                    <a16:creationId xmlns:a16="http://schemas.microsoft.com/office/drawing/2014/main" id="{9FF5B7DA-C88A-441C-BF9A-02F79B20D182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06" name="箭號: 向右 205">
                <a:extLst>
                  <a:ext uri="{FF2B5EF4-FFF2-40B4-BE49-F238E27FC236}">
                    <a16:creationId xmlns:a16="http://schemas.microsoft.com/office/drawing/2014/main" id="{E9DFA774-5B17-4888-87DA-C5D92F422146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07" name="箭號: 向右 206">
                <a:extLst>
                  <a:ext uri="{FF2B5EF4-FFF2-40B4-BE49-F238E27FC236}">
                    <a16:creationId xmlns:a16="http://schemas.microsoft.com/office/drawing/2014/main" id="{7C5AB884-8226-46DB-A274-B4E7C9DF3522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08" name="箭號: 向右 207">
                <a:extLst>
                  <a:ext uri="{FF2B5EF4-FFF2-40B4-BE49-F238E27FC236}">
                    <a16:creationId xmlns:a16="http://schemas.microsoft.com/office/drawing/2014/main" id="{B8BE7EB8-1F48-4644-B867-9923D6BF236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09" name="箭號: 向右 208">
                <a:extLst>
                  <a:ext uri="{FF2B5EF4-FFF2-40B4-BE49-F238E27FC236}">
                    <a16:creationId xmlns:a16="http://schemas.microsoft.com/office/drawing/2014/main" id="{D4AA436F-B110-4897-A99A-5F17B9B8BE18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10" name="箭號: 向右 209">
                <a:extLst>
                  <a:ext uri="{FF2B5EF4-FFF2-40B4-BE49-F238E27FC236}">
                    <a16:creationId xmlns:a16="http://schemas.microsoft.com/office/drawing/2014/main" id="{4B4C27A8-6859-4D0E-97AF-B904F2F8DB43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11" name="箭號: 向右 210">
                <a:extLst>
                  <a:ext uri="{FF2B5EF4-FFF2-40B4-BE49-F238E27FC236}">
                    <a16:creationId xmlns:a16="http://schemas.microsoft.com/office/drawing/2014/main" id="{E8BD068E-10AA-4F1C-8071-878F60432771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213" name="群組 212">
              <a:extLst>
                <a:ext uri="{FF2B5EF4-FFF2-40B4-BE49-F238E27FC236}">
                  <a16:creationId xmlns:a16="http://schemas.microsoft.com/office/drawing/2014/main" id="{9C4F2B02-D040-4765-A104-66821F99DE89}"/>
                </a:ext>
              </a:extLst>
            </p:cNvPr>
            <p:cNvGrpSpPr/>
            <p:nvPr/>
          </p:nvGrpSpPr>
          <p:grpSpPr>
            <a:xfrm>
              <a:off x="10782519" y="4252959"/>
              <a:ext cx="2090057" cy="2090057"/>
              <a:chOff x="7828725" y="9933124"/>
              <a:chExt cx="2090057" cy="2090057"/>
            </a:xfrm>
          </p:grpSpPr>
          <p:sp>
            <p:nvSpPr>
              <p:cNvPr id="215" name="矩形: 圓角 214">
                <a:extLst>
                  <a:ext uri="{FF2B5EF4-FFF2-40B4-BE49-F238E27FC236}">
                    <a16:creationId xmlns:a16="http://schemas.microsoft.com/office/drawing/2014/main" id="{3D4EE258-5BDC-40C9-9E06-B763004AFD9D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16" name="箭號: 向右 215">
                <a:extLst>
                  <a:ext uri="{FF2B5EF4-FFF2-40B4-BE49-F238E27FC236}">
                    <a16:creationId xmlns:a16="http://schemas.microsoft.com/office/drawing/2014/main" id="{0CCFFFA8-1681-4170-B9BC-6A246783B5FA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BED925DD-BDCF-4596-BF5E-C879C8D7F80B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19" name="箭號: 向右 218">
                <a:extLst>
                  <a:ext uri="{FF2B5EF4-FFF2-40B4-BE49-F238E27FC236}">
                    <a16:creationId xmlns:a16="http://schemas.microsoft.com/office/drawing/2014/main" id="{93EC4905-DF84-4AED-BED8-7A49D62E465E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69D43D3A-FF97-40B4-B11B-72DF41F99599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E32EFFAC-BE4C-401F-AC88-BD8C60E7ECAE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29" name="箭號: 向右 228">
                <a:extLst>
                  <a:ext uri="{FF2B5EF4-FFF2-40B4-BE49-F238E27FC236}">
                    <a16:creationId xmlns:a16="http://schemas.microsoft.com/office/drawing/2014/main" id="{9E5DFA82-5046-4DD9-94A4-64F3A2FF8196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31" name="箭號: 向右 230">
                <a:extLst>
                  <a:ext uri="{FF2B5EF4-FFF2-40B4-BE49-F238E27FC236}">
                    <a16:creationId xmlns:a16="http://schemas.microsoft.com/office/drawing/2014/main" id="{BE0E581C-A24E-4839-A971-0C61A24B0D78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32" name="箭號: 向右 231">
                <a:extLst>
                  <a:ext uri="{FF2B5EF4-FFF2-40B4-BE49-F238E27FC236}">
                    <a16:creationId xmlns:a16="http://schemas.microsoft.com/office/drawing/2014/main" id="{B094E05A-CEAB-4792-94AA-1127AE0A7911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233" name="群組 232">
              <a:extLst>
                <a:ext uri="{FF2B5EF4-FFF2-40B4-BE49-F238E27FC236}">
                  <a16:creationId xmlns:a16="http://schemas.microsoft.com/office/drawing/2014/main" id="{7410432A-6A87-4057-B05D-F61225FA8B50}"/>
                </a:ext>
              </a:extLst>
            </p:cNvPr>
            <p:cNvGrpSpPr/>
            <p:nvPr/>
          </p:nvGrpSpPr>
          <p:grpSpPr>
            <a:xfrm>
              <a:off x="11698379" y="7606750"/>
              <a:ext cx="609103" cy="503890"/>
              <a:chOff x="6583394" y="1501875"/>
              <a:chExt cx="1650681" cy="1365553"/>
            </a:xfrm>
          </p:grpSpPr>
          <p:grpSp>
            <p:nvGrpSpPr>
              <p:cNvPr id="234" name="群組 233">
                <a:extLst>
                  <a:ext uri="{FF2B5EF4-FFF2-40B4-BE49-F238E27FC236}">
                    <a16:creationId xmlns:a16="http://schemas.microsoft.com/office/drawing/2014/main" id="{5B950C1A-D301-4118-91E5-A25622BDA67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37" name="箭號: 向右 236">
                  <a:extLst>
                    <a:ext uri="{FF2B5EF4-FFF2-40B4-BE49-F238E27FC236}">
                      <a16:creationId xmlns:a16="http://schemas.microsoft.com/office/drawing/2014/main" id="{5323A9D6-2E73-4456-977C-DA50AB660899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8" name="箭號: 向右 237">
                  <a:extLst>
                    <a:ext uri="{FF2B5EF4-FFF2-40B4-BE49-F238E27FC236}">
                      <a16:creationId xmlns:a16="http://schemas.microsoft.com/office/drawing/2014/main" id="{7E67B7B5-C914-42D2-9096-1AD27FD74BB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56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EB319C60-EFC9-40F4-94A0-6B918EF5110F}"/>
                </a:ext>
              </a:extLst>
            </p:cNvPr>
            <p:cNvGrpSpPr/>
            <p:nvPr/>
          </p:nvGrpSpPr>
          <p:grpSpPr>
            <a:xfrm>
              <a:off x="9202829" y="4824639"/>
              <a:ext cx="609103" cy="503890"/>
              <a:chOff x="6583394" y="1501875"/>
              <a:chExt cx="1650681" cy="1365553"/>
            </a:xfrm>
          </p:grpSpPr>
          <p:grpSp>
            <p:nvGrpSpPr>
              <p:cNvPr id="240" name="群組 239">
                <a:extLst>
                  <a:ext uri="{FF2B5EF4-FFF2-40B4-BE49-F238E27FC236}">
                    <a16:creationId xmlns:a16="http://schemas.microsoft.com/office/drawing/2014/main" id="{B2FD4C0A-C03A-4CF9-BBC7-0F96F38CDE12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3" name="箭號: 向右 242">
                  <a:extLst>
                    <a:ext uri="{FF2B5EF4-FFF2-40B4-BE49-F238E27FC236}">
                      <a16:creationId xmlns:a16="http://schemas.microsoft.com/office/drawing/2014/main" id="{46387CAA-B91B-4948-AAD5-CCB34E0F223D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4" name="箭號: 向右 243">
                  <a:extLst>
                    <a:ext uri="{FF2B5EF4-FFF2-40B4-BE49-F238E27FC236}">
                      <a16:creationId xmlns:a16="http://schemas.microsoft.com/office/drawing/2014/main" id="{DFED31C4-4900-466E-9D88-EEE3EDB7A5E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56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E952B3A9-B9A8-4688-A6EB-7E30853B3B7C}"/>
                </a:ext>
              </a:extLst>
            </p:cNvPr>
            <p:cNvGrpSpPr/>
            <p:nvPr/>
          </p:nvGrpSpPr>
          <p:grpSpPr>
            <a:xfrm>
              <a:off x="11698379" y="4824639"/>
              <a:ext cx="609103" cy="503890"/>
              <a:chOff x="6583394" y="1501875"/>
              <a:chExt cx="1650681" cy="1365553"/>
            </a:xfrm>
          </p:grpSpPr>
          <p:grpSp>
            <p:nvGrpSpPr>
              <p:cNvPr id="246" name="群組 245">
                <a:extLst>
                  <a:ext uri="{FF2B5EF4-FFF2-40B4-BE49-F238E27FC236}">
                    <a16:creationId xmlns:a16="http://schemas.microsoft.com/office/drawing/2014/main" id="{E9CEFCDB-B4B0-428C-ACB7-3590600345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9" name="箭號: 向右 248">
                  <a:extLst>
                    <a:ext uri="{FF2B5EF4-FFF2-40B4-BE49-F238E27FC236}">
                      <a16:creationId xmlns:a16="http://schemas.microsoft.com/office/drawing/2014/main" id="{D51097EB-91C8-495D-8039-88898F089864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0" name="箭號: 向右 249">
                  <a:extLst>
                    <a:ext uri="{FF2B5EF4-FFF2-40B4-BE49-F238E27FC236}">
                      <a16:creationId xmlns:a16="http://schemas.microsoft.com/office/drawing/2014/main" id="{EFBBECD4-E88B-4ED6-8BE1-B48FA6F43B27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5510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r="-56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62556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9F94ED83-6694-4F34-A194-D348D8A5C5A5}"/>
              </a:ext>
            </a:extLst>
          </p:cNvPr>
          <p:cNvGrpSpPr/>
          <p:nvPr/>
        </p:nvGrpSpPr>
        <p:grpSpPr>
          <a:xfrm>
            <a:off x="124381" y="59531"/>
            <a:ext cx="9111141" cy="6000750"/>
            <a:chOff x="-172720" y="59531"/>
            <a:chExt cx="9111141" cy="6000750"/>
          </a:xfrm>
        </p:grpSpPr>
        <p:sp>
          <p:nvSpPr>
            <p:cNvPr id="238" name="矩形: 圓角 237">
              <a:extLst>
                <a:ext uri="{FF2B5EF4-FFF2-40B4-BE49-F238E27FC236}">
                  <a16:creationId xmlns:a16="http://schemas.microsoft.com/office/drawing/2014/main" id="{64BFFBEE-304B-4ED2-9791-4679E8397C85}"/>
                </a:ext>
              </a:extLst>
            </p:cNvPr>
            <p:cNvSpPr/>
            <p:nvPr/>
          </p:nvSpPr>
          <p:spPr>
            <a:xfrm>
              <a:off x="-172720" y="59531"/>
              <a:ext cx="9111141" cy="6000750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2" dirty="0"/>
            </a:p>
          </p:txBody>
        </p: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434308FE-DBC5-4ED8-8617-7F1BBC16AB66}"/>
                </a:ext>
              </a:extLst>
            </p:cNvPr>
            <p:cNvGrpSpPr/>
            <p:nvPr/>
          </p:nvGrpSpPr>
          <p:grpSpPr>
            <a:xfrm>
              <a:off x="6595490" y="3643982"/>
              <a:ext cx="2090057" cy="2090057"/>
              <a:chOff x="8631015" y="5186974"/>
              <a:chExt cx="2090057" cy="2090057"/>
            </a:xfrm>
          </p:grpSpPr>
          <p:sp>
            <p:nvSpPr>
              <p:cNvPr id="300" name="矩形: 圓角 299">
                <a:extLst>
                  <a:ext uri="{FF2B5EF4-FFF2-40B4-BE49-F238E27FC236}">
                    <a16:creationId xmlns:a16="http://schemas.microsoft.com/office/drawing/2014/main" id="{F41F6D6B-A57D-4325-9AF1-DAD9B137CF93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301" name="箭號: 左-右雙向 300">
                <a:extLst>
                  <a:ext uri="{FF2B5EF4-FFF2-40B4-BE49-F238E27FC236}">
                    <a16:creationId xmlns:a16="http://schemas.microsoft.com/office/drawing/2014/main" id="{CF154CF6-2929-464D-A4B7-34A76E46B2A2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302" name="箭號: 左-右雙向 301">
                <a:extLst>
                  <a:ext uri="{FF2B5EF4-FFF2-40B4-BE49-F238E27FC236}">
                    <a16:creationId xmlns:a16="http://schemas.microsoft.com/office/drawing/2014/main" id="{71F49CDB-2E48-4DEB-B572-41D81377B2D1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303" name="箭號: 左-右雙向 302">
                <a:extLst>
                  <a:ext uri="{FF2B5EF4-FFF2-40B4-BE49-F238E27FC236}">
                    <a16:creationId xmlns:a16="http://schemas.microsoft.com/office/drawing/2014/main" id="{9CB03C62-C3D9-43BE-A86C-2F2F1C028BCF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304" name="箭號: 左-右雙向 303">
                <a:extLst>
                  <a:ext uri="{FF2B5EF4-FFF2-40B4-BE49-F238E27FC236}">
                    <a16:creationId xmlns:a16="http://schemas.microsoft.com/office/drawing/2014/main" id="{C2E4F5D0-9580-40BE-BB3A-1CA2ED33FB13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305" name="箭號: 左-右雙向 304">
                <a:extLst>
                  <a:ext uri="{FF2B5EF4-FFF2-40B4-BE49-F238E27FC236}">
                    <a16:creationId xmlns:a16="http://schemas.microsoft.com/office/drawing/2014/main" id="{E434F85A-31E3-4187-9773-024A557EEDA1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306" name="箭號: 左-右雙向 305">
                <a:extLst>
                  <a:ext uri="{FF2B5EF4-FFF2-40B4-BE49-F238E27FC236}">
                    <a16:creationId xmlns:a16="http://schemas.microsoft.com/office/drawing/2014/main" id="{9E9C54A5-3FAD-4D52-BAF7-00407B47FA38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307" name="箭號: 左-右雙向 306">
                <a:extLst>
                  <a:ext uri="{FF2B5EF4-FFF2-40B4-BE49-F238E27FC236}">
                    <a16:creationId xmlns:a16="http://schemas.microsoft.com/office/drawing/2014/main" id="{F9F884A9-62E4-430D-BC69-FD325ABBC766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308" name="箭號: 左-右雙向 307">
                <a:extLst>
                  <a:ext uri="{FF2B5EF4-FFF2-40B4-BE49-F238E27FC236}">
                    <a16:creationId xmlns:a16="http://schemas.microsoft.com/office/drawing/2014/main" id="{61E36FEB-3C59-4377-BD24-510AAF550F27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240" name="群組 239">
              <a:extLst>
                <a:ext uri="{FF2B5EF4-FFF2-40B4-BE49-F238E27FC236}">
                  <a16:creationId xmlns:a16="http://schemas.microsoft.com/office/drawing/2014/main" id="{3E146815-3CD6-4F4A-8583-75BFAE20000B}"/>
                </a:ext>
              </a:extLst>
            </p:cNvPr>
            <p:cNvGrpSpPr/>
            <p:nvPr/>
          </p:nvGrpSpPr>
          <p:grpSpPr>
            <a:xfrm>
              <a:off x="4100993" y="3643982"/>
              <a:ext cx="2090057" cy="2090057"/>
              <a:chOff x="-756975" y="5254023"/>
              <a:chExt cx="2090057" cy="2090057"/>
            </a:xfrm>
          </p:grpSpPr>
          <p:sp>
            <p:nvSpPr>
              <p:cNvPr id="291" name="矩形: 圓角 290">
                <a:extLst>
                  <a:ext uri="{FF2B5EF4-FFF2-40B4-BE49-F238E27FC236}">
                    <a16:creationId xmlns:a16="http://schemas.microsoft.com/office/drawing/2014/main" id="{A6F75195-A241-4C03-A09B-90A053E9ACDA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92" name="箭號: 左-右雙向 291">
                <a:extLst>
                  <a:ext uri="{FF2B5EF4-FFF2-40B4-BE49-F238E27FC236}">
                    <a16:creationId xmlns:a16="http://schemas.microsoft.com/office/drawing/2014/main" id="{06A9FFDF-D95E-4033-B89C-8DA4AE91977C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93" name="箭號: 左-右雙向 292">
                <a:extLst>
                  <a:ext uri="{FF2B5EF4-FFF2-40B4-BE49-F238E27FC236}">
                    <a16:creationId xmlns:a16="http://schemas.microsoft.com/office/drawing/2014/main" id="{5DBE807D-04AC-4965-9C07-6AB5349CD6AC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94" name="箭號: 左-右雙向 293">
                <a:extLst>
                  <a:ext uri="{FF2B5EF4-FFF2-40B4-BE49-F238E27FC236}">
                    <a16:creationId xmlns:a16="http://schemas.microsoft.com/office/drawing/2014/main" id="{D0975030-27D9-478B-A57F-8FE0C7F09014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95" name="箭號: 左-右雙向 294">
                <a:extLst>
                  <a:ext uri="{FF2B5EF4-FFF2-40B4-BE49-F238E27FC236}">
                    <a16:creationId xmlns:a16="http://schemas.microsoft.com/office/drawing/2014/main" id="{35AA1802-12FD-4697-B11B-9E1720F76695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96" name="箭號: 左-右雙向 295">
                <a:extLst>
                  <a:ext uri="{FF2B5EF4-FFF2-40B4-BE49-F238E27FC236}">
                    <a16:creationId xmlns:a16="http://schemas.microsoft.com/office/drawing/2014/main" id="{5E718F26-0DF9-407B-A4EB-EDE50C04F5B4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97" name="箭號: 左-右雙向 296">
                <a:extLst>
                  <a:ext uri="{FF2B5EF4-FFF2-40B4-BE49-F238E27FC236}">
                    <a16:creationId xmlns:a16="http://schemas.microsoft.com/office/drawing/2014/main" id="{5C457973-B20A-48B9-8B8F-6965D4DC31E7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98" name="箭號: 左-右雙向 297">
                <a:extLst>
                  <a:ext uri="{FF2B5EF4-FFF2-40B4-BE49-F238E27FC236}">
                    <a16:creationId xmlns:a16="http://schemas.microsoft.com/office/drawing/2014/main" id="{D108C214-3007-4700-A042-255CB97186AD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99" name="箭號: 左-右雙向 298">
                <a:extLst>
                  <a:ext uri="{FF2B5EF4-FFF2-40B4-BE49-F238E27FC236}">
                    <a16:creationId xmlns:a16="http://schemas.microsoft.com/office/drawing/2014/main" id="{861AEE02-5D4A-460C-8CA4-87DB84F354DD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/>
                <p:nvPr/>
              </p:nvSpPr>
              <p:spPr>
                <a:xfrm>
                  <a:off x="6866145" y="3232947"/>
                  <a:ext cx="1669442" cy="519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145" y="3232947"/>
                  <a:ext cx="1669442" cy="51966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2" name="文字方塊 241">
              <a:extLst>
                <a:ext uri="{FF2B5EF4-FFF2-40B4-BE49-F238E27FC236}">
                  <a16:creationId xmlns:a16="http://schemas.microsoft.com/office/drawing/2014/main" id="{19EB1EA4-9D8C-43AA-A1F5-D2BE884FA21B}"/>
                </a:ext>
              </a:extLst>
            </p:cNvPr>
            <p:cNvSpPr txBox="1"/>
            <p:nvPr/>
          </p:nvSpPr>
          <p:spPr>
            <a:xfrm>
              <a:off x="129502" y="4037032"/>
              <a:ext cx="3628606" cy="519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文字方塊 242">
              <a:extLst>
                <a:ext uri="{FF2B5EF4-FFF2-40B4-BE49-F238E27FC236}">
                  <a16:creationId xmlns:a16="http://schemas.microsoft.com/office/drawing/2014/main" id="{86885DCE-9326-4EBD-B3A8-36A7FA9FAAF4}"/>
                </a:ext>
              </a:extLst>
            </p:cNvPr>
            <p:cNvSpPr txBox="1"/>
            <p:nvPr/>
          </p:nvSpPr>
          <p:spPr>
            <a:xfrm>
              <a:off x="129502" y="1596915"/>
              <a:ext cx="3628606" cy="519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群組 243">
              <a:extLst>
                <a:ext uri="{FF2B5EF4-FFF2-40B4-BE49-F238E27FC236}">
                  <a16:creationId xmlns:a16="http://schemas.microsoft.com/office/drawing/2014/main" id="{0A560855-F5BA-406E-81CA-ECBEAE41CCFA}"/>
                </a:ext>
              </a:extLst>
            </p:cNvPr>
            <p:cNvGrpSpPr/>
            <p:nvPr/>
          </p:nvGrpSpPr>
          <p:grpSpPr>
            <a:xfrm>
              <a:off x="5015800" y="4218231"/>
              <a:ext cx="609103" cy="638837"/>
              <a:chOff x="6583394" y="1501875"/>
              <a:chExt cx="1650681" cy="1731258"/>
            </a:xfrm>
          </p:grpSpPr>
          <p:grpSp>
            <p:nvGrpSpPr>
              <p:cNvPr id="286" name="群組 285">
                <a:extLst>
                  <a:ext uri="{FF2B5EF4-FFF2-40B4-BE49-F238E27FC236}">
                    <a16:creationId xmlns:a16="http://schemas.microsoft.com/office/drawing/2014/main" id="{708046E1-F6CA-4487-A845-8CBB437DD241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89" name="箭號: 向右 288">
                  <a:extLst>
                    <a:ext uri="{FF2B5EF4-FFF2-40B4-BE49-F238E27FC236}">
                      <a16:creationId xmlns:a16="http://schemas.microsoft.com/office/drawing/2014/main" id="{CC8F469B-45BA-47E1-80FB-282DBE47F2BC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0" name="箭號: 向右 289">
                  <a:extLst>
                    <a:ext uri="{FF2B5EF4-FFF2-40B4-BE49-F238E27FC236}">
                      <a16:creationId xmlns:a16="http://schemas.microsoft.com/office/drawing/2014/main" id="{E1696520-300B-4620-8BC3-010AC8EB951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0" r="-160000"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25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/>
                <p:nvPr/>
              </p:nvSpPr>
              <p:spPr>
                <a:xfrm>
                  <a:off x="4147987" y="3232947"/>
                  <a:ext cx="1953311" cy="5196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7987" y="3232947"/>
                  <a:ext cx="1953311" cy="51966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F84D42A7-F32D-4C69-B1E2-DDD2B71DA8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4618801" y="248081"/>
              <a:ext cx="1196285" cy="600664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AF377790-04D8-4346-8343-9D24B761AC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7069039" y="273279"/>
              <a:ext cx="1196282" cy="575465"/>
            </a:xfrm>
            <a:prstGeom prst="rect">
              <a:avLst/>
            </a:prstGeom>
          </p:spPr>
        </p:pic>
        <p:grpSp>
          <p:nvGrpSpPr>
            <p:cNvPr id="248" name="群組 247">
              <a:extLst>
                <a:ext uri="{FF2B5EF4-FFF2-40B4-BE49-F238E27FC236}">
                  <a16:creationId xmlns:a16="http://schemas.microsoft.com/office/drawing/2014/main" id="{41602E3C-AA3E-4345-B429-5D883D926D8E}"/>
                </a:ext>
              </a:extLst>
            </p:cNvPr>
            <p:cNvGrpSpPr/>
            <p:nvPr/>
          </p:nvGrpSpPr>
          <p:grpSpPr>
            <a:xfrm>
              <a:off x="4100993" y="864440"/>
              <a:ext cx="2090057" cy="2090057"/>
              <a:chOff x="5094694" y="9823325"/>
              <a:chExt cx="2090057" cy="2090057"/>
            </a:xfrm>
          </p:grpSpPr>
          <p:sp>
            <p:nvSpPr>
              <p:cNvPr id="277" name="矩形: 圓角 276">
                <a:extLst>
                  <a:ext uri="{FF2B5EF4-FFF2-40B4-BE49-F238E27FC236}">
                    <a16:creationId xmlns:a16="http://schemas.microsoft.com/office/drawing/2014/main" id="{59B7A56C-DE16-4A97-820D-D4F720D3F8C8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78" name="箭號: 向右 277">
                <a:extLst>
                  <a:ext uri="{FF2B5EF4-FFF2-40B4-BE49-F238E27FC236}">
                    <a16:creationId xmlns:a16="http://schemas.microsoft.com/office/drawing/2014/main" id="{0324788E-D4A2-4FA3-91ED-E50617935210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9" name="箭號: 向右 278">
                <a:extLst>
                  <a:ext uri="{FF2B5EF4-FFF2-40B4-BE49-F238E27FC236}">
                    <a16:creationId xmlns:a16="http://schemas.microsoft.com/office/drawing/2014/main" id="{371A157E-54C5-4EDF-ACEA-7A90B08A1630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ECED82F6-3367-42E7-B293-071EBDCAC8BF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CA648331-A619-45FB-91BE-FAB9C69EDA58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82" name="箭號: 向右 281">
                <a:extLst>
                  <a:ext uri="{FF2B5EF4-FFF2-40B4-BE49-F238E27FC236}">
                    <a16:creationId xmlns:a16="http://schemas.microsoft.com/office/drawing/2014/main" id="{D3F5D45A-9B3F-4759-A160-16138179ABF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83" name="箭號: 向右 282">
                <a:extLst>
                  <a:ext uri="{FF2B5EF4-FFF2-40B4-BE49-F238E27FC236}">
                    <a16:creationId xmlns:a16="http://schemas.microsoft.com/office/drawing/2014/main" id="{47D3164A-9750-4A6E-9CE9-BF0AA4C0A973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84" name="箭號: 向右 283">
                <a:extLst>
                  <a:ext uri="{FF2B5EF4-FFF2-40B4-BE49-F238E27FC236}">
                    <a16:creationId xmlns:a16="http://schemas.microsoft.com/office/drawing/2014/main" id="{48988AC5-587D-4F26-9730-71735FFAC874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85" name="箭號: 向右 284">
                <a:extLst>
                  <a:ext uri="{FF2B5EF4-FFF2-40B4-BE49-F238E27FC236}">
                    <a16:creationId xmlns:a16="http://schemas.microsoft.com/office/drawing/2014/main" id="{CA8779FA-438C-48B8-94F8-3912960E1004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249" name="群組 248">
              <a:extLst>
                <a:ext uri="{FF2B5EF4-FFF2-40B4-BE49-F238E27FC236}">
                  <a16:creationId xmlns:a16="http://schemas.microsoft.com/office/drawing/2014/main" id="{12956D8C-AA53-4FB2-B00C-D3E0CC6B58DD}"/>
                </a:ext>
              </a:extLst>
            </p:cNvPr>
            <p:cNvGrpSpPr/>
            <p:nvPr/>
          </p:nvGrpSpPr>
          <p:grpSpPr>
            <a:xfrm>
              <a:off x="6595490" y="864440"/>
              <a:ext cx="2090057" cy="2090057"/>
              <a:chOff x="7828725" y="9933124"/>
              <a:chExt cx="2090057" cy="2090057"/>
            </a:xfrm>
          </p:grpSpPr>
          <p:sp>
            <p:nvSpPr>
              <p:cNvPr id="268" name="矩形: 圓角 267">
                <a:extLst>
                  <a:ext uri="{FF2B5EF4-FFF2-40B4-BE49-F238E27FC236}">
                    <a16:creationId xmlns:a16="http://schemas.microsoft.com/office/drawing/2014/main" id="{7366A057-59FC-44FD-B35D-2EFD893D8A33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69" name="箭號: 向右 268">
                <a:extLst>
                  <a:ext uri="{FF2B5EF4-FFF2-40B4-BE49-F238E27FC236}">
                    <a16:creationId xmlns:a16="http://schemas.microsoft.com/office/drawing/2014/main" id="{EF97A19E-CDC2-4C59-8E31-DE12F1049C44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0" name="箭號: 向右 269">
                <a:extLst>
                  <a:ext uri="{FF2B5EF4-FFF2-40B4-BE49-F238E27FC236}">
                    <a16:creationId xmlns:a16="http://schemas.microsoft.com/office/drawing/2014/main" id="{D42EEE51-CAA3-4A4C-90CB-1249AD7A8681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1" name="箭號: 向右 270">
                <a:extLst>
                  <a:ext uri="{FF2B5EF4-FFF2-40B4-BE49-F238E27FC236}">
                    <a16:creationId xmlns:a16="http://schemas.microsoft.com/office/drawing/2014/main" id="{4D3094F5-5CB1-4D39-97E5-1D4335E553C6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2" name="箭號: 向右 271">
                <a:extLst>
                  <a:ext uri="{FF2B5EF4-FFF2-40B4-BE49-F238E27FC236}">
                    <a16:creationId xmlns:a16="http://schemas.microsoft.com/office/drawing/2014/main" id="{4A349619-6630-4085-AFC4-78038F772713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3" name="箭號: 向右 272">
                <a:extLst>
                  <a:ext uri="{FF2B5EF4-FFF2-40B4-BE49-F238E27FC236}">
                    <a16:creationId xmlns:a16="http://schemas.microsoft.com/office/drawing/2014/main" id="{874C6C61-BFE5-440E-8D7D-61479CDA6E14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4" name="箭號: 向右 273">
                <a:extLst>
                  <a:ext uri="{FF2B5EF4-FFF2-40B4-BE49-F238E27FC236}">
                    <a16:creationId xmlns:a16="http://schemas.microsoft.com/office/drawing/2014/main" id="{3A2C227A-1B82-41C9-8CB1-FFAAFEFF1132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B9507FAC-E6D2-4C84-8199-30EB5CDE8D0B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 dirty="0"/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573DE253-1E87-49DE-A969-39B6BDF1DECE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00"/>
              </a:p>
            </p:txBody>
          </p:sp>
        </p:grpSp>
        <p:grpSp>
          <p:nvGrpSpPr>
            <p:cNvPr id="250" name="群組 249">
              <a:extLst>
                <a:ext uri="{FF2B5EF4-FFF2-40B4-BE49-F238E27FC236}">
                  <a16:creationId xmlns:a16="http://schemas.microsoft.com/office/drawing/2014/main" id="{C05FF975-6382-4D4E-9063-230DD0335D92}"/>
                </a:ext>
              </a:extLst>
            </p:cNvPr>
            <p:cNvGrpSpPr/>
            <p:nvPr/>
          </p:nvGrpSpPr>
          <p:grpSpPr>
            <a:xfrm>
              <a:off x="7511350" y="4218231"/>
              <a:ext cx="609103" cy="638837"/>
              <a:chOff x="6583394" y="1501875"/>
              <a:chExt cx="1650681" cy="1731258"/>
            </a:xfrm>
          </p:grpSpPr>
          <p:grpSp>
            <p:nvGrpSpPr>
              <p:cNvPr id="263" name="群組 262">
                <a:extLst>
                  <a:ext uri="{FF2B5EF4-FFF2-40B4-BE49-F238E27FC236}">
                    <a16:creationId xmlns:a16="http://schemas.microsoft.com/office/drawing/2014/main" id="{F96BD9EB-9D9F-45C4-AD53-A4938479752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6" name="箭號: 向右 265">
                  <a:extLst>
                    <a:ext uri="{FF2B5EF4-FFF2-40B4-BE49-F238E27FC236}">
                      <a16:creationId xmlns:a16="http://schemas.microsoft.com/office/drawing/2014/main" id="{86F0B9CA-CD17-4182-BF6A-DD855915BEF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7" name="箭號: 向右 266">
                  <a:extLst>
                    <a:ext uri="{FF2B5EF4-FFF2-40B4-BE49-F238E27FC236}">
                      <a16:creationId xmlns:a16="http://schemas.microsoft.com/office/drawing/2014/main" id="{BEF516D3-4820-4759-89A2-54AFCBA3897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6000" r="-164000"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077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1" name="群組 250">
              <a:extLst>
                <a:ext uri="{FF2B5EF4-FFF2-40B4-BE49-F238E27FC236}">
                  <a16:creationId xmlns:a16="http://schemas.microsoft.com/office/drawing/2014/main" id="{14DDCB11-35C7-4C50-8C96-C8F4CFB08025}"/>
                </a:ext>
              </a:extLst>
            </p:cNvPr>
            <p:cNvGrpSpPr/>
            <p:nvPr/>
          </p:nvGrpSpPr>
          <p:grpSpPr>
            <a:xfrm>
              <a:off x="5015800" y="1436120"/>
              <a:ext cx="609103" cy="638837"/>
              <a:chOff x="6583394" y="1501875"/>
              <a:chExt cx="1650681" cy="1731258"/>
            </a:xfrm>
          </p:grpSpPr>
          <p:grpSp>
            <p:nvGrpSpPr>
              <p:cNvPr id="258" name="群組 257">
                <a:extLst>
                  <a:ext uri="{FF2B5EF4-FFF2-40B4-BE49-F238E27FC236}">
                    <a16:creationId xmlns:a16="http://schemas.microsoft.com/office/drawing/2014/main" id="{4C77B2CA-4219-450C-9161-C45907F2234C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1" name="箭號: 向右 260">
                  <a:extLst>
                    <a:ext uri="{FF2B5EF4-FFF2-40B4-BE49-F238E27FC236}">
                      <a16:creationId xmlns:a16="http://schemas.microsoft.com/office/drawing/2014/main" id="{9CA7E83D-3F16-4F9D-B998-9A91F3033ADF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2" name="箭號: 向右 261">
                  <a:extLst>
                    <a:ext uri="{FF2B5EF4-FFF2-40B4-BE49-F238E27FC236}">
                      <a16:creationId xmlns:a16="http://schemas.microsoft.com/office/drawing/2014/main" id="{1598C4F9-7060-45FF-AAA7-F25841BD584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160000"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25" b="-1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2" name="群組 251">
              <a:extLst>
                <a:ext uri="{FF2B5EF4-FFF2-40B4-BE49-F238E27FC236}">
                  <a16:creationId xmlns:a16="http://schemas.microsoft.com/office/drawing/2014/main" id="{A591FB36-B7A7-42AE-80E7-EDF353484EA6}"/>
                </a:ext>
              </a:extLst>
            </p:cNvPr>
            <p:cNvGrpSpPr/>
            <p:nvPr/>
          </p:nvGrpSpPr>
          <p:grpSpPr>
            <a:xfrm>
              <a:off x="7511350" y="1436120"/>
              <a:ext cx="609103" cy="638837"/>
              <a:chOff x="6583394" y="1501875"/>
              <a:chExt cx="1650681" cy="1731258"/>
            </a:xfrm>
          </p:grpSpPr>
          <p:grpSp>
            <p:nvGrpSpPr>
              <p:cNvPr id="253" name="群組 252">
                <a:extLst>
                  <a:ext uri="{FF2B5EF4-FFF2-40B4-BE49-F238E27FC236}">
                    <a16:creationId xmlns:a16="http://schemas.microsoft.com/office/drawing/2014/main" id="{62D89D06-43D4-4F08-8E21-76907DF78595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56" name="箭號: 向右 255">
                  <a:extLst>
                    <a:ext uri="{FF2B5EF4-FFF2-40B4-BE49-F238E27FC236}">
                      <a16:creationId xmlns:a16="http://schemas.microsoft.com/office/drawing/2014/main" id="{9903DA95-1A41-4EE6-BD54-31299C78B3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7" name="箭號: 向右 256">
                  <a:extLst>
                    <a:ext uri="{FF2B5EF4-FFF2-40B4-BE49-F238E27FC236}">
                      <a16:creationId xmlns:a16="http://schemas.microsoft.com/office/drawing/2014/main" id="{031D0AFE-D964-4AF2-A069-A475F0E9CB46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2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6032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6000" r="-164000"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8" y="2241867"/>
                    <a:ext cx="1068087" cy="99126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077" b="-1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6CF8991A-8115-470B-BE1B-5BBE22FEAA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77364"/>
            <a:stretch/>
          </p:blipFill>
          <p:spPr>
            <a:xfrm>
              <a:off x="17085" y="4632960"/>
              <a:ext cx="3853440" cy="5984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1138</TotalTime>
  <Words>73</Words>
  <Application>Microsoft Office PowerPoint</Application>
  <PresentationFormat>自訂</PresentationFormat>
  <Paragraphs>42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18</cp:revision>
  <dcterms:created xsi:type="dcterms:W3CDTF">2026-04-27T10:55:32Z</dcterms:created>
  <dcterms:modified xsi:type="dcterms:W3CDTF">2026-04-28T07:17:16Z</dcterms:modified>
</cp:coreProperties>
</file>