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</p:sldIdLst>
  <p:sldSz cx="8999538" cy="5041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825145"/>
            <a:ext cx="6749654" cy="1755328"/>
          </a:xfrm>
        </p:spPr>
        <p:txBody>
          <a:bodyPr anchor="b"/>
          <a:lstStyle>
            <a:lvl1pPr algn="ctr">
              <a:defRPr sz="441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648165"/>
            <a:ext cx="6749654" cy="1217292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133" indent="0" algn="ctr">
              <a:buNone/>
              <a:defRPr sz="1470"/>
            </a:lvl2pPr>
            <a:lvl3pPr marL="672267" indent="0" algn="ctr">
              <a:buNone/>
              <a:defRPr sz="1323"/>
            </a:lvl3pPr>
            <a:lvl4pPr marL="1008400" indent="0" algn="ctr">
              <a:buNone/>
              <a:defRPr sz="1176"/>
            </a:lvl4pPr>
            <a:lvl5pPr marL="1344534" indent="0" algn="ctr">
              <a:buNone/>
              <a:defRPr sz="1176"/>
            </a:lvl5pPr>
            <a:lvl6pPr marL="1680667" indent="0" algn="ctr">
              <a:buNone/>
              <a:defRPr sz="1176"/>
            </a:lvl6pPr>
            <a:lvl7pPr marL="2016801" indent="0" algn="ctr">
              <a:buNone/>
              <a:defRPr sz="1176"/>
            </a:lvl7pPr>
            <a:lvl8pPr marL="2352934" indent="0" algn="ctr">
              <a:buNone/>
              <a:defRPr sz="1176"/>
            </a:lvl8pPr>
            <a:lvl9pPr marL="2689068" indent="0" algn="ctr">
              <a:buNone/>
              <a:defRPr sz="117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46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53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256974"/>
            <a:ext cx="7762102" cy="2097290"/>
          </a:xfrm>
        </p:spPr>
        <p:txBody>
          <a:bodyPr anchor="b"/>
          <a:lstStyle>
            <a:lvl1pPr>
              <a:defRPr sz="441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374106"/>
            <a:ext cx="7762102" cy="1102915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13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26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40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5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667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801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93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90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32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342173"/>
            <a:ext cx="3824804" cy="31990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342173"/>
            <a:ext cx="3824804" cy="31990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0186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68435"/>
            <a:ext cx="7762102" cy="974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235966"/>
            <a:ext cx="3807226" cy="605728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133" indent="0">
              <a:buNone/>
              <a:defRPr sz="1470" b="1"/>
            </a:lvl2pPr>
            <a:lvl3pPr marL="672267" indent="0">
              <a:buNone/>
              <a:defRPr sz="1323" b="1"/>
            </a:lvl3pPr>
            <a:lvl4pPr marL="1008400" indent="0">
              <a:buNone/>
              <a:defRPr sz="1176" b="1"/>
            </a:lvl4pPr>
            <a:lvl5pPr marL="1344534" indent="0">
              <a:buNone/>
              <a:defRPr sz="1176" b="1"/>
            </a:lvl5pPr>
            <a:lvl6pPr marL="1680667" indent="0">
              <a:buNone/>
              <a:defRPr sz="1176" b="1"/>
            </a:lvl6pPr>
            <a:lvl7pPr marL="2016801" indent="0">
              <a:buNone/>
              <a:defRPr sz="1176" b="1"/>
            </a:lvl7pPr>
            <a:lvl8pPr marL="2352934" indent="0">
              <a:buNone/>
              <a:defRPr sz="1176" b="1"/>
            </a:lvl8pPr>
            <a:lvl9pPr marL="2689068" indent="0">
              <a:buNone/>
              <a:defRPr sz="117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841694"/>
            <a:ext cx="3807226" cy="270885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235966"/>
            <a:ext cx="3825976" cy="605728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133" indent="0">
              <a:buNone/>
              <a:defRPr sz="1470" b="1"/>
            </a:lvl2pPr>
            <a:lvl3pPr marL="672267" indent="0">
              <a:buNone/>
              <a:defRPr sz="1323" b="1"/>
            </a:lvl3pPr>
            <a:lvl4pPr marL="1008400" indent="0">
              <a:buNone/>
              <a:defRPr sz="1176" b="1"/>
            </a:lvl4pPr>
            <a:lvl5pPr marL="1344534" indent="0">
              <a:buNone/>
              <a:defRPr sz="1176" b="1"/>
            </a:lvl5pPr>
            <a:lvl6pPr marL="1680667" indent="0">
              <a:buNone/>
              <a:defRPr sz="1176" b="1"/>
            </a:lvl6pPr>
            <a:lvl7pPr marL="2016801" indent="0">
              <a:buNone/>
              <a:defRPr sz="1176" b="1"/>
            </a:lvl7pPr>
            <a:lvl8pPr marL="2352934" indent="0">
              <a:buNone/>
              <a:defRPr sz="1176" b="1"/>
            </a:lvl8pPr>
            <a:lvl9pPr marL="2689068" indent="0">
              <a:buNone/>
              <a:defRPr sz="117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841694"/>
            <a:ext cx="3825976" cy="270885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80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36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59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127"/>
            <a:ext cx="2902585" cy="1176443"/>
          </a:xfrm>
        </p:spPr>
        <p:txBody>
          <a:bodyPr anchor="b"/>
          <a:lstStyle>
            <a:lvl1pPr>
              <a:defRPr sz="235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725941"/>
            <a:ext cx="4556016" cy="3583017"/>
          </a:xfrm>
        </p:spPr>
        <p:txBody>
          <a:bodyPr/>
          <a:lstStyle>
            <a:lvl1pPr>
              <a:defRPr sz="2353"/>
            </a:lvl1pPr>
            <a:lvl2pPr>
              <a:defRPr sz="2059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512570"/>
            <a:ext cx="2902585" cy="2802223"/>
          </a:xfrm>
        </p:spPr>
        <p:txBody>
          <a:bodyPr/>
          <a:lstStyle>
            <a:lvl1pPr marL="0" indent="0">
              <a:buNone/>
              <a:defRPr sz="1176"/>
            </a:lvl1pPr>
            <a:lvl2pPr marL="336133" indent="0">
              <a:buNone/>
              <a:defRPr sz="1029"/>
            </a:lvl2pPr>
            <a:lvl3pPr marL="672267" indent="0">
              <a:buNone/>
              <a:defRPr sz="882"/>
            </a:lvl3pPr>
            <a:lvl4pPr marL="1008400" indent="0">
              <a:buNone/>
              <a:defRPr sz="735"/>
            </a:lvl4pPr>
            <a:lvl5pPr marL="1344534" indent="0">
              <a:buNone/>
              <a:defRPr sz="735"/>
            </a:lvl5pPr>
            <a:lvl6pPr marL="1680667" indent="0">
              <a:buNone/>
              <a:defRPr sz="735"/>
            </a:lvl6pPr>
            <a:lvl7pPr marL="2016801" indent="0">
              <a:buNone/>
              <a:defRPr sz="735"/>
            </a:lvl7pPr>
            <a:lvl8pPr marL="2352934" indent="0">
              <a:buNone/>
              <a:defRPr sz="735"/>
            </a:lvl8pPr>
            <a:lvl9pPr marL="2689068" indent="0">
              <a:buNone/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15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36127"/>
            <a:ext cx="2902585" cy="1176443"/>
          </a:xfrm>
        </p:spPr>
        <p:txBody>
          <a:bodyPr anchor="b"/>
          <a:lstStyle>
            <a:lvl1pPr>
              <a:defRPr sz="235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725941"/>
            <a:ext cx="4556016" cy="3583017"/>
          </a:xfrm>
        </p:spPr>
        <p:txBody>
          <a:bodyPr anchor="t"/>
          <a:lstStyle>
            <a:lvl1pPr marL="0" indent="0">
              <a:buNone/>
              <a:defRPr sz="2353"/>
            </a:lvl1pPr>
            <a:lvl2pPr marL="336133" indent="0">
              <a:buNone/>
              <a:defRPr sz="2059"/>
            </a:lvl2pPr>
            <a:lvl3pPr marL="672267" indent="0">
              <a:buNone/>
              <a:defRPr sz="1764"/>
            </a:lvl3pPr>
            <a:lvl4pPr marL="1008400" indent="0">
              <a:buNone/>
              <a:defRPr sz="1470"/>
            </a:lvl4pPr>
            <a:lvl5pPr marL="1344534" indent="0">
              <a:buNone/>
              <a:defRPr sz="1470"/>
            </a:lvl5pPr>
            <a:lvl6pPr marL="1680667" indent="0">
              <a:buNone/>
              <a:defRPr sz="1470"/>
            </a:lvl6pPr>
            <a:lvl7pPr marL="2016801" indent="0">
              <a:buNone/>
              <a:defRPr sz="1470"/>
            </a:lvl7pPr>
            <a:lvl8pPr marL="2352934" indent="0">
              <a:buNone/>
              <a:defRPr sz="1470"/>
            </a:lvl8pPr>
            <a:lvl9pPr marL="2689068" indent="0">
              <a:buNone/>
              <a:defRPr sz="147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512570"/>
            <a:ext cx="2902585" cy="2802223"/>
          </a:xfrm>
        </p:spPr>
        <p:txBody>
          <a:bodyPr/>
          <a:lstStyle>
            <a:lvl1pPr marL="0" indent="0">
              <a:buNone/>
              <a:defRPr sz="1176"/>
            </a:lvl1pPr>
            <a:lvl2pPr marL="336133" indent="0">
              <a:buNone/>
              <a:defRPr sz="1029"/>
            </a:lvl2pPr>
            <a:lvl3pPr marL="672267" indent="0">
              <a:buNone/>
              <a:defRPr sz="882"/>
            </a:lvl3pPr>
            <a:lvl4pPr marL="1008400" indent="0">
              <a:buNone/>
              <a:defRPr sz="735"/>
            </a:lvl4pPr>
            <a:lvl5pPr marL="1344534" indent="0">
              <a:buNone/>
              <a:defRPr sz="735"/>
            </a:lvl5pPr>
            <a:lvl6pPr marL="1680667" indent="0">
              <a:buNone/>
              <a:defRPr sz="735"/>
            </a:lvl6pPr>
            <a:lvl7pPr marL="2016801" indent="0">
              <a:buNone/>
              <a:defRPr sz="735"/>
            </a:lvl7pPr>
            <a:lvl8pPr marL="2352934" indent="0">
              <a:buNone/>
              <a:defRPr sz="735"/>
            </a:lvl8pPr>
            <a:lvl9pPr marL="2689068" indent="0">
              <a:buNone/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892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1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68435"/>
            <a:ext cx="1940525" cy="42727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68435"/>
            <a:ext cx="5709082" cy="427277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23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68435"/>
            <a:ext cx="7762102" cy="974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342173"/>
            <a:ext cx="7762102" cy="319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4673095"/>
            <a:ext cx="2024896" cy="268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4673095"/>
            <a:ext cx="3037344" cy="268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4673095"/>
            <a:ext cx="2024896" cy="268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32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72267" rtl="0" eaLnBrk="1" latinLnBrk="0" hangingPunct="1">
        <a:lnSpc>
          <a:spcPct val="90000"/>
        </a:lnSpc>
        <a:spcBef>
          <a:spcPct val="0"/>
        </a:spcBef>
        <a:buNone/>
        <a:defRPr sz="32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67" indent="-168067" algn="l" defTabSz="672267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334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467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734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867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1001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7134" indent="-168067" algn="l" defTabSz="672267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133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267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400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534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667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801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934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9068" algn="l" defTabSz="672267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群組 30">
            <a:extLst>
              <a:ext uri="{FF2B5EF4-FFF2-40B4-BE49-F238E27FC236}">
                <a16:creationId xmlns:a16="http://schemas.microsoft.com/office/drawing/2014/main" id="{97754EBD-81A8-479E-A9CB-76870F746847}"/>
              </a:ext>
            </a:extLst>
          </p:cNvPr>
          <p:cNvGrpSpPr/>
          <p:nvPr/>
        </p:nvGrpSpPr>
        <p:grpSpPr>
          <a:xfrm>
            <a:off x="155499" y="14407"/>
            <a:ext cx="8688540" cy="5013086"/>
            <a:chOff x="166837" y="3077029"/>
            <a:chExt cx="8688540" cy="5013086"/>
          </a:xfrm>
        </p:grpSpPr>
        <p:sp>
          <p:nvSpPr>
            <p:cNvPr id="218" name="矩形: 圓角 217">
              <a:extLst>
                <a:ext uri="{FF2B5EF4-FFF2-40B4-BE49-F238E27FC236}">
                  <a16:creationId xmlns:a16="http://schemas.microsoft.com/office/drawing/2014/main" id="{A41F267B-5869-46A3-BE58-3F2D6B675712}"/>
                </a:ext>
              </a:extLst>
            </p:cNvPr>
            <p:cNvSpPr/>
            <p:nvPr/>
          </p:nvSpPr>
          <p:spPr>
            <a:xfrm>
              <a:off x="166837" y="3077029"/>
              <a:ext cx="8688540" cy="5013086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/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4E416685-20B9-42C4-87A3-D29F743CD0E3}"/>
                </a:ext>
              </a:extLst>
            </p:cNvPr>
            <p:cNvGrpSpPr/>
            <p:nvPr/>
          </p:nvGrpSpPr>
          <p:grpSpPr>
            <a:xfrm>
              <a:off x="957678" y="3154874"/>
              <a:ext cx="7106859" cy="4857396"/>
              <a:chOff x="1212941" y="3109159"/>
              <a:chExt cx="7106859" cy="4857396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902DE7EA-F635-4EC2-8FC2-5B9B9E617B88}"/>
                  </a:ext>
                </a:extLst>
              </p:cNvPr>
              <p:cNvGrpSpPr/>
              <p:nvPr/>
            </p:nvGrpSpPr>
            <p:grpSpPr>
              <a:xfrm>
                <a:off x="3213282" y="4585869"/>
                <a:ext cx="2919455" cy="3036650"/>
                <a:chOff x="3909893" y="2121313"/>
                <a:chExt cx="2919455" cy="3036650"/>
              </a:xfrm>
            </p:grpSpPr>
            <p:sp>
              <p:nvSpPr>
                <p:cNvPr id="5" name="Oval 14">
                  <a:extLst>
                    <a:ext uri="{FF2B5EF4-FFF2-40B4-BE49-F238E27FC236}">
                      <a16:creationId xmlns:a16="http://schemas.microsoft.com/office/drawing/2014/main" id="{7F5221CE-37EE-40D8-BC56-84C6BB77B026}"/>
                    </a:ext>
                  </a:extLst>
                </p:cNvPr>
                <p:cNvSpPr/>
                <p:nvPr/>
              </p:nvSpPr>
              <p:spPr>
                <a:xfrm>
                  <a:off x="5222336" y="2135621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" name="Oval 4">
                  <a:extLst>
                    <a:ext uri="{FF2B5EF4-FFF2-40B4-BE49-F238E27FC236}">
                      <a16:creationId xmlns:a16="http://schemas.microsoft.com/office/drawing/2014/main" id="{CDA31535-4AC8-4BAD-BE8E-AFCF3A5C1DFF}"/>
                    </a:ext>
                  </a:extLst>
                </p:cNvPr>
                <p:cNvSpPr/>
                <p:nvPr/>
              </p:nvSpPr>
              <p:spPr>
                <a:xfrm>
                  <a:off x="4061937" y="2288513"/>
                  <a:ext cx="2623960" cy="27180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Oval 15">
                  <a:extLst>
                    <a:ext uri="{FF2B5EF4-FFF2-40B4-BE49-F238E27FC236}">
                      <a16:creationId xmlns:a16="http://schemas.microsoft.com/office/drawing/2014/main" id="{1B9C275D-D4F9-404B-9759-D3137F20859E}"/>
                    </a:ext>
                  </a:extLst>
                </p:cNvPr>
                <p:cNvSpPr/>
                <p:nvPr/>
              </p:nvSpPr>
              <p:spPr>
                <a:xfrm>
                  <a:off x="5222336" y="4852179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" name="SHO">
                  <a:extLst>
                    <a:ext uri="{FF2B5EF4-FFF2-40B4-BE49-F238E27FC236}">
                      <a16:creationId xmlns:a16="http://schemas.microsoft.com/office/drawing/2014/main" id="{A12C8863-94E3-49F7-8C57-91B9A2E1BDE3}"/>
                    </a:ext>
                  </a:extLst>
                </p:cNvPr>
                <p:cNvSpPr/>
                <p:nvPr/>
              </p:nvSpPr>
              <p:spPr>
                <a:xfrm rot="16200000">
                  <a:off x="4804171" y="2336484"/>
                  <a:ext cx="1131525" cy="2623960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SVO">
                  <a:extLst>
                    <a:ext uri="{FF2B5EF4-FFF2-40B4-BE49-F238E27FC236}">
                      <a16:creationId xmlns:a16="http://schemas.microsoft.com/office/drawing/2014/main" id="{BC0941FF-C00B-42D1-B1F2-D6E6CE090459}"/>
                    </a:ext>
                  </a:extLst>
                </p:cNvPr>
                <p:cNvSpPr/>
                <p:nvPr/>
              </p:nvSpPr>
              <p:spPr>
                <a:xfrm>
                  <a:off x="4712309" y="2289422"/>
                  <a:ext cx="1311980" cy="2718084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Oval 6">
                  <a:extLst>
                    <a:ext uri="{FF2B5EF4-FFF2-40B4-BE49-F238E27FC236}">
                      <a16:creationId xmlns:a16="http://schemas.microsoft.com/office/drawing/2014/main" id="{3B7219CA-A385-4095-B7EA-6C247B36BEF6}"/>
                    </a:ext>
                  </a:extLst>
                </p:cNvPr>
                <p:cNvSpPr/>
                <p:nvPr/>
              </p:nvSpPr>
              <p:spPr>
                <a:xfrm rot="16200000">
                  <a:off x="4804171" y="2336484"/>
                  <a:ext cx="1131525" cy="2623960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Partial Circle 9">
                  <a:extLst>
                    <a:ext uri="{FF2B5EF4-FFF2-40B4-BE49-F238E27FC236}">
                      <a16:creationId xmlns:a16="http://schemas.microsoft.com/office/drawing/2014/main" id="{446DF47F-7EAC-4839-8813-F7266AF991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5149911" y="3221394"/>
                  <a:ext cx="431715" cy="833530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rgbClr val="007E00"/>
                    </a:gs>
                    <a:gs pos="36000">
                      <a:srgbClr val="45C845">
                        <a:alpha val="60000"/>
                      </a:srgbClr>
                    </a:gs>
                    <a:gs pos="100000">
                      <a:srgbClr val="B9FFB9">
                        <a:alpha val="60000"/>
                      </a:srgbClr>
                    </a:gs>
                  </a:gsLst>
                  <a:lin ang="2700000" scaled="1"/>
                  <a:tileRect/>
                </a:gradFill>
                <a:ln w="19050">
                  <a:solidFill>
                    <a:srgbClr val="319B1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" name="TextBox 10">
                      <a:extLst>
                        <a:ext uri="{FF2B5EF4-FFF2-40B4-BE49-F238E27FC236}">
                          <a16:creationId xmlns:a16="http://schemas.microsoft.com/office/drawing/2014/main" id="{26699C68-A443-487C-97DC-E3EB498C2D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90464" y="3588106"/>
                      <a:ext cx="32150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2" name="TextBox 10">
                      <a:extLst>
                        <a:ext uri="{FF2B5EF4-FFF2-40B4-BE49-F238E27FC236}">
                          <a16:creationId xmlns:a16="http://schemas.microsoft.com/office/drawing/2014/main" id="{26699C68-A443-487C-97DC-E3EB498C2D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90464" y="3588106"/>
                      <a:ext cx="321503" cy="52322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1">
                      <a:extLst>
                        <a:ext uri="{FF2B5EF4-FFF2-40B4-BE49-F238E27FC236}">
                          <a16:creationId xmlns:a16="http://schemas.microsoft.com/office/drawing/2014/main" id="{B7A5A3D7-6CE8-4726-9BEB-8C30B332BF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40286" y="3358991"/>
                      <a:ext cx="32150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3" name="TextBox 11">
                      <a:extLst>
                        <a:ext uri="{FF2B5EF4-FFF2-40B4-BE49-F238E27FC236}">
                          <a16:creationId xmlns:a16="http://schemas.microsoft.com/office/drawing/2014/main" id="{B7A5A3D7-6CE8-4726-9BEB-8C30B332BF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0286" y="3358991"/>
                      <a:ext cx="321505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" name="Oval 22">
                  <a:extLst>
                    <a:ext uri="{FF2B5EF4-FFF2-40B4-BE49-F238E27FC236}">
                      <a16:creationId xmlns:a16="http://schemas.microsoft.com/office/drawing/2014/main" id="{DC8DEB48-159A-432A-A563-D1E2F53D788D}"/>
                    </a:ext>
                  </a:extLst>
                </p:cNvPr>
                <p:cNvSpPr/>
                <p:nvPr/>
              </p:nvSpPr>
              <p:spPr>
                <a:xfrm>
                  <a:off x="5220616" y="4852179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2">
                      <a:extLst>
                        <a:ext uri="{FF2B5EF4-FFF2-40B4-BE49-F238E27FC236}">
                          <a16:creationId xmlns:a16="http://schemas.microsoft.com/office/drawing/2014/main" id="{C30F96C9-2DED-45AF-B673-D98C394280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82303" y="3497726"/>
                      <a:ext cx="32150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5" name="TextBox 12">
                      <a:extLst>
                        <a:ext uri="{FF2B5EF4-FFF2-40B4-BE49-F238E27FC236}">
                          <a16:creationId xmlns:a16="http://schemas.microsoft.com/office/drawing/2014/main" id="{C30F96C9-2DED-45AF-B673-D98C394280F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82303" y="3497726"/>
                      <a:ext cx="321505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3">
                      <a:extLst>
                        <a:ext uri="{FF2B5EF4-FFF2-40B4-BE49-F238E27FC236}">
                          <a16:creationId xmlns:a16="http://schemas.microsoft.com/office/drawing/2014/main" id="{34AEE752-FCEC-49A9-B464-EE05AB88A4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00614" y="2429547"/>
                      <a:ext cx="32150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16" name="TextBox 13">
                      <a:extLst>
                        <a:ext uri="{FF2B5EF4-FFF2-40B4-BE49-F238E27FC236}">
                          <a16:creationId xmlns:a16="http://schemas.microsoft.com/office/drawing/2014/main" id="{34AEE752-FCEC-49A9-B464-EE05AB88A4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00614" y="2429547"/>
                      <a:ext cx="321505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" name="DVO">
                  <a:extLst>
                    <a:ext uri="{FF2B5EF4-FFF2-40B4-BE49-F238E27FC236}">
                      <a16:creationId xmlns:a16="http://schemas.microsoft.com/office/drawing/2014/main" id="{602C53B1-114A-48C0-9D73-85F68ECA2FBE}"/>
                    </a:ext>
                  </a:extLst>
                </p:cNvPr>
                <p:cNvSpPr/>
                <p:nvPr/>
              </p:nvSpPr>
              <p:spPr>
                <a:xfrm flipH="1">
                  <a:off x="4712309" y="2289422"/>
                  <a:ext cx="1311980" cy="2718084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5E8490D4-919C-4E37-805E-215BBF2F8C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63476" y="3639669"/>
                  <a:ext cx="402652" cy="520683"/>
                </a:xfrm>
                <a:prstGeom prst="straightConnector1">
                  <a:avLst/>
                </a:prstGeom>
                <a:ln w="53975">
                  <a:solidFill>
                    <a:srgbClr val="238109"/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3">
                  <a:extLst>
                    <a:ext uri="{FF2B5EF4-FFF2-40B4-BE49-F238E27FC236}">
                      <a16:creationId xmlns:a16="http://schemas.microsoft.com/office/drawing/2014/main" id="{2F8E52B4-3879-4A53-853D-37DC6B8692F9}"/>
                    </a:ext>
                  </a:extLst>
                </p:cNvPr>
                <p:cNvSpPr/>
                <p:nvPr/>
              </p:nvSpPr>
              <p:spPr>
                <a:xfrm>
                  <a:off x="6534153" y="3495572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Partial Circle 9">
                  <a:extLst>
                    <a:ext uri="{FF2B5EF4-FFF2-40B4-BE49-F238E27FC236}">
                      <a16:creationId xmlns:a16="http://schemas.microsoft.com/office/drawing/2014/main" id="{AE4539B5-558E-4EB9-B939-649312B60E5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204126" y="3328761"/>
                  <a:ext cx="301557" cy="609055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60000"/>
                        <a:lumOff val="40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3" name="Straight Arrow Connector 7">
                  <a:extLst>
                    <a:ext uri="{FF2B5EF4-FFF2-40B4-BE49-F238E27FC236}">
                      <a16:creationId xmlns:a16="http://schemas.microsoft.com/office/drawing/2014/main" id="{36EC1456-E151-43D6-83EA-97600C49E1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2789" y="2834235"/>
                  <a:ext cx="3083" cy="810248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4" name="TextBox 10">
                      <a:extLst>
                        <a:ext uri="{FF2B5EF4-FFF2-40B4-BE49-F238E27FC236}">
                          <a16:creationId xmlns:a16="http://schemas.microsoft.com/office/drawing/2014/main" id="{03023A76-ED64-483B-BE33-0798B5F5BD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04956" y="2984006"/>
                      <a:ext cx="32150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4" name="TextBox 10">
                      <a:extLst>
                        <a:ext uri="{FF2B5EF4-FFF2-40B4-BE49-F238E27FC236}">
                          <a16:creationId xmlns:a16="http://schemas.microsoft.com/office/drawing/2014/main" id="{03023A76-ED64-483B-BE33-0798B5F5BD4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04956" y="2984006"/>
                      <a:ext cx="321503" cy="52322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5" name="Straight Arrow Connector 19">
                  <a:extLst>
                    <a:ext uri="{FF2B5EF4-FFF2-40B4-BE49-F238E27FC236}">
                      <a16:creationId xmlns:a16="http://schemas.microsoft.com/office/drawing/2014/main" id="{2B4DD044-2A67-4570-938D-6F05AB6D2E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68214" y="3640512"/>
                  <a:ext cx="355802" cy="284861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18">
                  <a:extLst>
                    <a:ext uri="{FF2B5EF4-FFF2-40B4-BE49-F238E27FC236}">
                      <a16:creationId xmlns:a16="http://schemas.microsoft.com/office/drawing/2014/main" id="{19BA3216-8E1C-4DF5-A108-33E0825003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5056896" y="3328917"/>
                  <a:ext cx="0" cy="623190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17">
                  <a:extLst>
                    <a:ext uri="{FF2B5EF4-FFF2-40B4-BE49-F238E27FC236}">
                      <a16:creationId xmlns:a16="http://schemas.microsoft.com/office/drawing/2014/main" id="{A7A2F71B-ECD2-4F8F-B1A7-79F0E38300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51433" y="2829722"/>
                  <a:ext cx="1039268" cy="817070"/>
                </a:xfrm>
                <a:prstGeom prst="straightConnector1">
                  <a:avLst/>
                </a:prstGeom>
                <a:ln w="53975">
                  <a:solidFill>
                    <a:schemeClr val="accent5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0">
                  <a:extLst>
                    <a:ext uri="{FF2B5EF4-FFF2-40B4-BE49-F238E27FC236}">
                      <a16:creationId xmlns:a16="http://schemas.microsoft.com/office/drawing/2014/main" id="{C08F1200-1646-4E05-8061-9C6620047C71}"/>
                    </a:ext>
                  </a:extLst>
                </p:cNvPr>
                <p:cNvSpPr/>
                <p:nvPr/>
              </p:nvSpPr>
              <p:spPr>
                <a:xfrm>
                  <a:off x="3909893" y="3495572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2">
                  <a:extLst>
                    <a:ext uri="{FF2B5EF4-FFF2-40B4-BE49-F238E27FC236}">
                      <a16:creationId xmlns:a16="http://schemas.microsoft.com/office/drawing/2014/main" id="{FA290670-5ADB-4445-9B33-122BE606D9A1}"/>
                    </a:ext>
                  </a:extLst>
                </p:cNvPr>
                <p:cNvSpPr/>
                <p:nvPr/>
              </p:nvSpPr>
              <p:spPr>
                <a:xfrm>
                  <a:off x="5222764" y="2121313"/>
                  <a:ext cx="295195" cy="305784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BD7D3F58-D2E2-42DB-8B1B-53D87DE0B9E9}"/>
                      </a:ext>
                    </a:extLst>
                  </p:cNvPr>
                  <p:cNvSpPr txBox="1"/>
                  <p:nvPr/>
                </p:nvSpPr>
                <p:spPr>
                  <a:xfrm>
                    <a:off x="3939915" y="7597223"/>
                    <a:ext cx="14772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′, ℓ′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13" name="文字方塊 112">
                    <a:extLst>
                      <a:ext uri="{FF2B5EF4-FFF2-40B4-BE49-F238E27FC236}">
                        <a16:creationId xmlns:a16="http://schemas.microsoft.com/office/drawing/2014/main" id="{BD7D3F58-D2E2-42DB-8B1B-53D87DE0B9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9915" y="7597223"/>
                    <a:ext cx="147725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19672" r="-9091" b="-18360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597F4F6E-837A-4FE6-9C6C-CE22102694D1}"/>
                      </a:ext>
                    </a:extLst>
                  </p:cNvPr>
                  <p:cNvSpPr txBox="1"/>
                  <p:nvPr/>
                </p:nvSpPr>
                <p:spPr>
                  <a:xfrm>
                    <a:off x="3939915" y="4173812"/>
                    <a:ext cx="147725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597F4F6E-837A-4FE6-9C6C-CE22102694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9915" y="4173812"/>
                    <a:ext cx="147725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121667" r="-5372" b="-18833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6" name="文字方塊 215">
                <a:extLst>
                  <a:ext uri="{FF2B5EF4-FFF2-40B4-BE49-F238E27FC236}">
                    <a16:creationId xmlns:a16="http://schemas.microsoft.com/office/drawing/2014/main" id="{42C1D9B8-8446-4675-B219-B666A3F92AA7}"/>
                  </a:ext>
                </a:extLst>
              </p:cNvPr>
              <p:cNvSpPr txBox="1"/>
              <p:nvPr/>
            </p:nvSpPr>
            <p:spPr>
              <a:xfrm>
                <a:off x="1805117" y="3109159"/>
                <a:ext cx="56805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Poincaré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sphere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representation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9B50033E-DE33-4154-B5F1-8F9B5FFA7A61}"/>
                      </a:ext>
                    </a:extLst>
                  </p:cNvPr>
                  <p:cNvSpPr txBox="1"/>
                  <p:nvPr/>
                </p:nvSpPr>
                <p:spPr>
                  <a:xfrm>
                    <a:off x="3243097" y="3571846"/>
                    <a:ext cx="27422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a14:m>
                    <a: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in </a:t>
                    </a:r>
                    <a14:m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0, 2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r>
                      <a: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and </a:t>
                    </a:r>
                    <a14:m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a14:m>
                    <a:r>
                      <a: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altLang="zh-TW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in </a:t>
                    </a:r>
                    <a14:m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6" name="文字方塊 35">
                    <a:extLst>
                      <a:ext uri="{FF2B5EF4-FFF2-40B4-BE49-F238E27FC236}">
                        <a16:creationId xmlns:a16="http://schemas.microsoft.com/office/drawing/2014/main" id="{9B50033E-DE33-4154-B5F1-8F9B5FFA7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43097" y="3571846"/>
                    <a:ext cx="274220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9836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9B54C298-A1A9-4FE3-9982-ABA0B0A23DEC}"/>
                      </a:ext>
                    </a:extLst>
                  </p:cNvPr>
                  <p:cNvSpPr txBox="1"/>
                  <p:nvPr/>
                </p:nvSpPr>
                <p:spPr>
                  <a:xfrm>
                    <a:off x="1212941" y="6077357"/>
                    <a:ext cx="2249610" cy="6646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52" name="文字方塊 151">
                    <a:extLst>
                      <a:ext uri="{FF2B5EF4-FFF2-40B4-BE49-F238E27FC236}">
                        <a16:creationId xmlns:a16="http://schemas.microsoft.com/office/drawing/2014/main" id="{9B54C298-A1A9-4FE3-9982-ABA0B0A23D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2941" y="6077357"/>
                    <a:ext cx="2249610" cy="66460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字方塊 152">
                    <a:extLst>
                      <a:ext uri="{FF2B5EF4-FFF2-40B4-BE49-F238E27FC236}">
                        <a16:creationId xmlns:a16="http://schemas.microsoft.com/office/drawing/2014/main" id="{4A739127-4AEF-405F-8E88-CEBDF72EB0E3}"/>
                      </a:ext>
                    </a:extLst>
                  </p:cNvPr>
                  <p:cNvSpPr txBox="1"/>
                  <p:nvPr/>
                </p:nvSpPr>
                <p:spPr>
                  <a:xfrm>
                    <a:off x="6070190" y="5577417"/>
                    <a:ext cx="2249610" cy="6646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53" name="文字方塊 152">
                    <a:extLst>
                      <a:ext uri="{FF2B5EF4-FFF2-40B4-BE49-F238E27FC236}">
                        <a16:creationId xmlns:a16="http://schemas.microsoft.com/office/drawing/2014/main" id="{4A739127-4AEF-405F-8E88-CEBDF72EB0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70190" y="5577417"/>
                    <a:ext cx="2249610" cy="66460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1" name="Oval 23">
                <a:extLst>
                  <a:ext uri="{FF2B5EF4-FFF2-40B4-BE49-F238E27FC236}">
                    <a16:creationId xmlns:a16="http://schemas.microsoft.com/office/drawing/2014/main" id="{BBD5FF34-9337-4B59-8506-75DC2B327C98}"/>
                  </a:ext>
                </a:extLst>
              </p:cNvPr>
              <p:cNvSpPr/>
              <p:nvPr/>
            </p:nvSpPr>
            <p:spPr>
              <a:xfrm>
                <a:off x="5139042" y="6468128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2" name="文字方塊 261">
                    <a:extLst>
                      <a:ext uri="{FF2B5EF4-FFF2-40B4-BE49-F238E27FC236}">
                        <a16:creationId xmlns:a16="http://schemas.microsoft.com/office/drawing/2014/main" id="{A6E631FB-C6A8-4975-8B52-D62B33CB8603}"/>
                      </a:ext>
                    </a:extLst>
                  </p:cNvPr>
                  <p:cNvSpPr txBox="1"/>
                  <p:nvPr/>
                </p:nvSpPr>
                <p:spPr>
                  <a:xfrm>
                    <a:off x="5295490" y="6491817"/>
                    <a:ext cx="2249610" cy="6646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62" name="文字方塊 261">
                    <a:extLst>
                      <a:ext uri="{FF2B5EF4-FFF2-40B4-BE49-F238E27FC236}">
                        <a16:creationId xmlns:a16="http://schemas.microsoft.com/office/drawing/2014/main" id="{A6E631FB-C6A8-4975-8B52-D62B33CB86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5490" y="6491817"/>
                    <a:ext cx="2249610" cy="66460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3" name="Oval 23">
                <a:extLst>
                  <a:ext uri="{FF2B5EF4-FFF2-40B4-BE49-F238E27FC236}">
                    <a16:creationId xmlns:a16="http://schemas.microsoft.com/office/drawing/2014/main" id="{55915F9D-8E8C-4070-851B-30E7ACA4369D}"/>
                  </a:ext>
                </a:extLst>
              </p:cNvPr>
              <p:cNvSpPr/>
              <p:nvPr/>
            </p:nvSpPr>
            <p:spPr>
              <a:xfrm>
                <a:off x="3970642" y="5464828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19280E-A8BD-429A-B382-0CE79143AEDB}"/>
                      </a:ext>
                    </a:extLst>
                  </p:cNvPr>
                  <p:cNvSpPr txBox="1"/>
                  <p:nvPr/>
                </p:nvSpPr>
                <p:spPr>
                  <a:xfrm>
                    <a:off x="1955390" y="5031317"/>
                    <a:ext cx="2249610" cy="66460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ℓ</m:t>
                              </m:r>
                            </m:e>
                          </m:d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64" name="文字方塊 263">
                    <a:extLst>
                      <a:ext uri="{FF2B5EF4-FFF2-40B4-BE49-F238E27FC236}">
                        <a16:creationId xmlns:a16="http://schemas.microsoft.com/office/drawing/2014/main" id="{8F19280E-A8BD-429A-B382-0CE79143AE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5390" y="5031317"/>
                    <a:ext cx="2249610" cy="66460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</TotalTime>
  <Words>56</Words>
  <Application>Microsoft Office PowerPoint</Application>
  <PresentationFormat>自訂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19</cp:revision>
  <dcterms:created xsi:type="dcterms:W3CDTF">2026-04-27T03:03:02Z</dcterms:created>
  <dcterms:modified xsi:type="dcterms:W3CDTF">2026-05-06T05:06:57Z</dcterms:modified>
</cp:coreProperties>
</file>