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2192000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2" y="1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12312"/>
            <a:ext cx="9144000" cy="877112"/>
          </a:xfrm>
        </p:spPr>
        <p:txBody>
          <a:bodyPr anchor="b"/>
          <a:lstStyle>
            <a:lvl1pPr algn="ctr">
              <a:defRPr sz="220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23249"/>
            <a:ext cx="9144000" cy="608263"/>
          </a:xfrm>
        </p:spPr>
        <p:txBody>
          <a:bodyPr/>
          <a:lstStyle>
            <a:lvl1pPr marL="0" indent="0" algn="ctr">
              <a:buNone/>
              <a:defRPr sz="882"/>
            </a:lvl1pPr>
            <a:lvl2pPr marL="167975" indent="0" algn="ctr">
              <a:buNone/>
              <a:defRPr sz="735"/>
            </a:lvl2pPr>
            <a:lvl3pPr marL="335951" indent="0" algn="ctr">
              <a:buNone/>
              <a:defRPr sz="661"/>
            </a:lvl3pPr>
            <a:lvl4pPr marL="503926" indent="0" algn="ctr">
              <a:buNone/>
              <a:defRPr sz="588"/>
            </a:lvl4pPr>
            <a:lvl5pPr marL="671901" indent="0" algn="ctr">
              <a:buNone/>
              <a:defRPr sz="588"/>
            </a:lvl5pPr>
            <a:lvl6pPr marL="839876" indent="0" algn="ctr">
              <a:buNone/>
              <a:defRPr sz="588"/>
            </a:lvl6pPr>
            <a:lvl7pPr marL="1007852" indent="0" algn="ctr">
              <a:buNone/>
              <a:defRPr sz="588"/>
            </a:lvl7pPr>
            <a:lvl8pPr marL="1175827" indent="0" algn="ctr">
              <a:buNone/>
              <a:defRPr sz="588"/>
            </a:lvl8pPr>
            <a:lvl9pPr marL="1343802" indent="0" algn="ctr">
              <a:buNone/>
              <a:defRPr sz="58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931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602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28091"/>
            <a:ext cx="10515600" cy="1047985"/>
          </a:xfrm>
        </p:spPr>
        <p:txBody>
          <a:bodyPr anchor="b"/>
          <a:lstStyle>
            <a:lvl1pPr>
              <a:defRPr sz="220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685991"/>
            <a:ext cx="10515600" cy="551110"/>
          </a:xfrm>
        </p:spPr>
        <p:txBody>
          <a:bodyPr/>
          <a:lstStyle>
            <a:lvl1pPr marL="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1pPr>
            <a:lvl2pPr marL="167975" indent="0">
              <a:buNone/>
              <a:defRPr sz="735">
                <a:solidFill>
                  <a:schemeClr val="tx1">
                    <a:tint val="75000"/>
                  </a:schemeClr>
                </a:solidFill>
              </a:defRPr>
            </a:lvl2pPr>
            <a:lvl3pPr marL="335951" indent="0">
              <a:buNone/>
              <a:defRPr sz="661">
                <a:solidFill>
                  <a:schemeClr val="tx1">
                    <a:tint val="75000"/>
                  </a:schemeClr>
                </a:solidFill>
              </a:defRPr>
            </a:lvl3pPr>
            <a:lvl4pPr marL="503926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4pPr>
            <a:lvl5pPr marL="671901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5pPr>
            <a:lvl6pPr marL="839876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6pPr>
            <a:lvl7pPr marL="1007852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7pPr>
            <a:lvl8pPr marL="1175827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8pPr>
            <a:lvl9pPr marL="1343802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7431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70664"/>
            <a:ext cx="5181600" cy="159851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70664"/>
            <a:ext cx="5181600" cy="159851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23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4133"/>
            <a:ext cx="10515600" cy="48696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617594"/>
            <a:ext cx="5157787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920267"/>
            <a:ext cx="5157787" cy="1353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617594"/>
            <a:ext cx="5183188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920267"/>
            <a:ext cx="5183188" cy="1353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9836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3335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621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67958"/>
            <a:ext cx="3932237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62742"/>
            <a:ext cx="6172200" cy="1790381"/>
          </a:xfrm>
        </p:spPr>
        <p:txBody>
          <a:bodyPr/>
          <a:lstStyle>
            <a:lvl1pPr>
              <a:defRPr sz="1176"/>
            </a:lvl1pPr>
            <a:lvl2pPr>
              <a:defRPr sz="1029"/>
            </a:lvl2pPr>
            <a:lvl3pPr>
              <a:defRPr sz="882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55809"/>
            <a:ext cx="3932237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552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67958"/>
            <a:ext cx="3932237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62742"/>
            <a:ext cx="6172200" cy="1790381"/>
          </a:xfrm>
        </p:spPr>
        <p:txBody>
          <a:bodyPr anchor="t"/>
          <a:lstStyle>
            <a:lvl1pPr marL="0" indent="0">
              <a:buNone/>
              <a:defRPr sz="1176"/>
            </a:lvl1pPr>
            <a:lvl2pPr marL="167975" indent="0">
              <a:buNone/>
              <a:defRPr sz="1029"/>
            </a:lvl2pPr>
            <a:lvl3pPr marL="335951" indent="0">
              <a:buNone/>
              <a:defRPr sz="882"/>
            </a:lvl3pPr>
            <a:lvl4pPr marL="503926" indent="0">
              <a:buNone/>
              <a:defRPr sz="735"/>
            </a:lvl4pPr>
            <a:lvl5pPr marL="671901" indent="0">
              <a:buNone/>
              <a:defRPr sz="735"/>
            </a:lvl5pPr>
            <a:lvl6pPr marL="839876" indent="0">
              <a:buNone/>
              <a:defRPr sz="735"/>
            </a:lvl6pPr>
            <a:lvl7pPr marL="1007852" indent="0">
              <a:buNone/>
              <a:defRPr sz="735"/>
            </a:lvl7pPr>
            <a:lvl8pPr marL="1175827" indent="0">
              <a:buNone/>
              <a:defRPr sz="735"/>
            </a:lvl8pPr>
            <a:lvl9pPr marL="1343802" indent="0">
              <a:buNone/>
              <a:defRPr sz="73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55809"/>
            <a:ext cx="3932237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347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800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133"/>
            <a:ext cx="2628900" cy="21350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4133"/>
            <a:ext cx="7734300" cy="2135044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742F1-1304-4C54-862D-C54330E4275F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4099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4133"/>
            <a:ext cx="10515600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70664"/>
            <a:ext cx="10515600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335076"/>
            <a:ext cx="2743200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742F1-1304-4C54-862D-C54330E4275F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335076"/>
            <a:ext cx="4114800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335076"/>
            <a:ext cx="2743200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423B1-E598-473B-B2F6-97BF3F5E4A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126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35951" rtl="0" eaLnBrk="1" latinLnBrk="0" hangingPunct="1">
        <a:lnSpc>
          <a:spcPct val="90000"/>
        </a:lnSpc>
        <a:spcBef>
          <a:spcPct val="0"/>
        </a:spcBef>
        <a:buNone/>
        <a:defRPr sz="16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88" indent="-83988" algn="l" defTabSz="335951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5196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2pPr>
      <a:lvl3pPr marL="419938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8791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75588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923864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9183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259815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427790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7975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3595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3pPr>
      <a:lvl4pPr marL="50392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67190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83987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0785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175827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34380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189FF1E-C110-4542-8F93-6B0320D46D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90"/>
          <a:stretch/>
        </p:blipFill>
        <p:spPr>
          <a:xfrm>
            <a:off x="2551897" y="37425"/>
            <a:ext cx="7088208" cy="24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48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189FF1E-C110-4542-8F93-6B0320D46D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352"/>
          <a:stretch/>
        </p:blipFill>
        <p:spPr>
          <a:xfrm>
            <a:off x="142026" y="96513"/>
            <a:ext cx="11907948" cy="232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16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0</Words>
  <Application>Microsoft Office PowerPoint</Application>
  <PresentationFormat>自訂</PresentationFormat>
  <Paragraphs>0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4</cp:revision>
  <dcterms:created xsi:type="dcterms:W3CDTF">2026-03-23T05:22:20Z</dcterms:created>
  <dcterms:modified xsi:type="dcterms:W3CDTF">2026-03-23T05:52:14Z</dcterms:modified>
</cp:coreProperties>
</file>