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60" r:id="rId3"/>
    <p:sldId id="274" r:id="rId4"/>
    <p:sldId id="273" r:id="rId5"/>
    <p:sldId id="275" r:id="rId6"/>
    <p:sldId id="276" r:id="rId7"/>
    <p:sldId id="265" r:id="rId8"/>
    <p:sldId id="269" r:id="rId9"/>
    <p:sldId id="270" r:id="rId10"/>
    <p:sldId id="271" r:id="rId11"/>
    <p:sldId id="272" r:id="rId12"/>
  </p:sldIdLst>
  <p:sldSz cx="9906000" cy="47513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711" autoAdjust="0"/>
    <p:restoredTop sz="94660"/>
  </p:normalViewPr>
  <p:slideViewPr>
    <p:cSldViewPr snapToGrid="0">
      <p:cViewPr varScale="1">
        <p:scale>
          <a:sx n="99" d="100"/>
          <a:sy n="99" d="100"/>
        </p:scale>
        <p:origin x="78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777600"/>
            <a:ext cx="7429500" cy="1654187"/>
          </a:xfrm>
        </p:spPr>
        <p:txBody>
          <a:bodyPr anchor="b"/>
          <a:lstStyle>
            <a:lvl1pPr algn="ctr">
              <a:defRPr sz="415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2495579"/>
            <a:ext cx="7429500" cy="1147152"/>
          </a:xfrm>
        </p:spPr>
        <p:txBody>
          <a:bodyPr/>
          <a:lstStyle>
            <a:lvl1pPr marL="0" indent="0" algn="ctr">
              <a:buNone/>
              <a:defRPr sz="1663"/>
            </a:lvl1pPr>
            <a:lvl2pPr marL="316748" indent="0" algn="ctr">
              <a:buNone/>
              <a:defRPr sz="1386"/>
            </a:lvl2pPr>
            <a:lvl3pPr marL="633496" indent="0" algn="ctr">
              <a:buNone/>
              <a:defRPr sz="1247"/>
            </a:lvl3pPr>
            <a:lvl4pPr marL="950244" indent="0" algn="ctr">
              <a:buNone/>
              <a:defRPr sz="1108"/>
            </a:lvl4pPr>
            <a:lvl5pPr marL="1266993" indent="0" algn="ctr">
              <a:buNone/>
              <a:defRPr sz="1108"/>
            </a:lvl5pPr>
            <a:lvl6pPr marL="1583741" indent="0" algn="ctr">
              <a:buNone/>
              <a:defRPr sz="1108"/>
            </a:lvl6pPr>
            <a:lvl7pPr marL="1900489" indent="0" algn="ctr">
              <a:buNone/>
              <a:defRPr sz="1108"/>
            </a:lvl7pPr>
            <a:lvl8pPr marL="2217237" indent="0" algn="ctr">
              <a:buNone/>
              <a:defRPr sz="1108"/>
            </a:lvl8pPr>
            <a:lvl9pPr marL="2533985" indent="0" algn="ctr">
              <a:buNone/>
              <a:defRPr sz="1108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5474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6228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1184548"/>
            <a:ext cx="8543925" cy="1976445"/>
          </a:xfrm>
        </p:spPr>
        <p:txBody>
          <a:bodyPr anchor="b"/>
          <a:lstStyle>
            <a:lvl1pPr>
              <a:defRPr sz="415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3179691"/>
            <a:ext cx="8543925" cy="1039366"/>
          </a:xfrm>
        </p:spPr>
        <p:txBody>
          <a:bodyPr/>
          <a:lstStyle>
            <a:lvl1pPr marL="0" indent="0">
              <a:buNone/>
              <a:defRPr sz="1663">
                <a:solidFill>
                  <a:schemeClr val="tx1">
                    <a:tint val="75000"/>
                  </a:schemeClr>
                </a:solidFill>
              </a:defRPr>
            </a:lvl1pPr>
            <a:lvl2pPr marL="316748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2pPr>
            <a:lvl3pPr marL="633496" indent="0">
              <a:buNone/>
              <a:defRPr sz="1247">
                <a:solidFill>
                  <a:schemeClr val="tx1">
                    <a:tint val="75000"/>
                  </a:schemeClr>
                </a:solidFill>
              </a:defRPr>
            </a:lvl3pPr>
            <a:lvl4pPr marL="950244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4pPr>
            <a:lvl5pPr marL="1266993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5pPr>
            <a:lvl6pPr marL="1583741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6pPr>
            <a:lvl7pPr marL="1900489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7pPr>
            <a:lvl8pPr marL="2217237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8pPr>
            <a:lvl9pPr marL="2533985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130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264837"/>
            <a:ext cx="4210050" cy="301471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264837"/>
            <a:ext cx="4210050" cy="301471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2152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252968"/>
            <a:ext cx="8543925" cy="91838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1164750"/>
            <a:ext cx="4190702" cy="570826"/>
          </a:xfrm>
        </p:spPr>
        <p:txBody>
          <a:bodyPr anchor="b"/>
          <a:lstStyle>
            <a:lvl1pPr marL="0" indent="0">
              <a:buNone/>
              <a:defRPr sz="1663" b="1"/>
            </a:lvl1pPr>
            <a:lvl2pPr marL="316748" indent="0">
              <a:buNone/>
              <a:defRPr sz="1386" b="1"/>
            </a:lvl2pPr>
            <a:lvl3pPr marL="633496" indent="0">
              <a:buNone/>
              <a:defRPr sz="1247" b="1"/>
            </a:lvl3pPr>
            <a:lvl4pPr marL="950244" indent="0">
              <a:buNone/>
              <a:defRPr sz="1108" b="1"/>
            </a:lvl4pPr>
            <a:lvl5pPr marL="1266993" indent="0">
              <a:buNone/>
              <a:defRPr sz="1108" b="1"/>
            </a:lvl5pPr>
            <a:lvl6pPr marL="1583741" indent="0">
              <a:buNone/>
              <a:defRPr sz="1108" b="1"/>
            </a:lvl6pPr>
            <a:lvl7pPr marL="1900489" indent="0">
              <a:buNone/>
              <a:defRPr sz="1108" b="1"/>
            </a:lvl7pPr>
            <a:lvl8pPr marL="2217237" indent="0">
              <a:buNone/>
              <a:defRPr sz="1108" b="1"/>
            </a:lvl8pPr>
            <a:lvl9pPr marL="2533985" indent="0">
              <a:buNone/>
              <a:defRPr sz="1108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1735576"/>
            <a:ext cx="4190702" cy="255277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164750"/>
            <a:ext cx="4211340" cy="570826"/>
          </a:xfrm>
        </p:spPr>
        <p:txBody>
          <a:bodyPr anchor="b"/>
          <a:lstStyle>
            <a:lvl1pPr marL="0" indent="0">
              <a:buNone/>
              <a:defRPr sz="1663" b="1"/>
            </a:lvl1pPr>
            <a:lvl2pPr marL="316748" indent="0">
              <a:buNone/>
              <a:defRPr sz="1386" b="1"/>
            </a:lvl2pPr>
            <a:lvl3pPr marL="633496" indent="0">
              <a:buNone/>
              <a:defRPr sz="1247" b="1"/>
            </a:lvl3pPr>
            <a:lvl4pPr marL="950244" indent="0">
              <a:buNone/>
              <a:defRPr sz="1108" b="1"/>
            </a:lvl4pPr>
            <a:lvl5pPr marL="1266993" indent="0">
              <a:buNone/>
              <a:defRPr sz="1108" b="1"/>
            </a:lvl5pPr>
            <a:lvl6pPr marL="1583741" indent="0">
              <a:buNone/>
              <a:defRPr sz="1108" b="1"/>
            </a:lvl6pPr>
            <a:lvl7pPr marL="1900489" indent="0">
              <a:buNone/>
              <a:defRPr sz="1108" b="1"/>
            </a:lvl7pPr>
            <a:lvl8pPr marL="2217237" indent="0">
              <a:buNone/>
              <a:defRPr sz="1108" b="1"/>
            </a:lvl8pPr>
            <a:lvl9pPr marL="2533985" indent="0">
              <a:buNone/>
              <a:defRPr sz="1108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1735576"/>
            <a:ext cx="4211340" cy="255277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2498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0944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4421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16759"/>
            <a:ext cx="3194943" cy="1108657"/>
          </a:xfrm>
        </p:spPr>
        <p:txBody>
          <a:bodyPr anchor="b"/>
          <a:lstStyle>
            <a:lvl1pPr>
              <a:defRPr sz="221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684112"/>
            <a:ext cx="5014913" cy="3376565"/>
          </a:xfrm>
        </p:spPr>
        <p:txBody>
          <a:bodyPr/>
          <a:lstStyle>
            <a:lvl1pPr>
              <a:defRPr sz="2217"/>
            </a:lvl1pPr>
            <a:lvl2pPr>
              <a:defRPr sz="1940"/>
            </a:lvl2pPr>
            <a:lvl3pPr>
              <a:defRPr sz="1663"/>
            </a:lvl3pPr>
            <a:lvl4pPr>
              <a:defRPr sz="1386"/>
            </a:lvl4pPr>
            <a:lvl5pPr>
              <a:defRPr sz="1386"/>
            </a:lvl5pPr>
            <a:lvl6pPr>
              <a:defRPr sz="1386"/>
            </a:lvl6pPr>
            <a:lvl7pPr>
              <a:defRPr sz="1386"/>
            </a:lvl7pPr>
            <a:lvl8pPr>
              <a:defRPr sz="1386"/>
            </a:lvl8pPr>
            <a:lvl9pPr>
              <a:defRPr sz="1386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425417"/>
            <a:ext cx="3194943" cy="2640760"/>
          </a:xfrm>
        </p:spPr>
        <p:txBody>
          <a:bodyPr/>
          <a:lstStyle>
            <a:lvl1pPr marL="0" indent="0">
              <a:buNone/>
              <a:defRPr sz="1108"/>
            </a:lvl1pPr>
            <a:lvl2pPr marL="316748" indent="0">
              <a:buNone/>
              <a:defRPr sz="970"/>
            </a:lvl2pPr>
            <a:lvl3pPr marL="633496" indent="0">
              <a:buNone/>
              <a:defRPr sz="831"/>
            </a:lvl3pPr>
            <a:lvl4pPr marL="950244" indent="0">
              <a:buNone/>
              <a:defRPr sz="693"/>
            </a:lvl4pPr>
            <a:lvl5pPr marL="1266993" indent="0">
              <a:buNone/>
              <a:defRPr sz="693"/>
            </a:lvl5pPr>
            <a:lvl6pPr marL="1583741" indent="0">
              <a:buNone/>
              <a:defRPr sz="693"/>
            </a:lvl6pPr>
            <a:lvl7pPr marL="1900489" indent="0">
              <a:buNone/>
              <a:defRPr sz="693"/>
            </a:lvl7pPr>
            <a:lvl8pPr marL="2217237" indent="0">
              <a:buNone/>
              <a:defRPr sz="693"/>
            </a:lvl8pPr>
            <a:lvl9pPr marL="2533985" indent="0">
              <a:buNone/>
              <a:defRPr sz="69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9262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16759"/>
            <a:ext cx="3194943" cy="1108657"/>
          </a:xfrm>
        </p:spPr>
        <p:txBody>
          <a:bodyPr anchor="b"/>
          <a:lstStyle>
            <a:lvl1pPr>
              <a:defRPr sz="221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684112"/>
            <a:ext cx="5014913" cy="3376565"/>
          </a:xfrm>
        </p:spPr>
        <p:txBody>
          <a:bodyPr anchor="t"/>
          <a:lstStyle>
            <a:lvl1pPr marL="0" indent="0">
              <a:buNone/>
              <a:defRPr sz="2217"/>
            </a:lvl1pPr>
            <a:lvl2pPr marL="316748" indent="0">
              <a:buNone/>
              <a:defRPr sz="1940"/>
            </a:lvl2pPr>
            <a:lvl3pPr marL="633496" indent="0">
              <a:buNone/>
              <a:defRPr sz="1663"/>
            </a:lvl3pPr>
            <a:lvl4pPr marL="950244" indent="0">
              <a:buNone/>
              <a:defRPr sz="1386"/>
            </a:lvl4pPr>
            <a:lvl5pPr marL="1266993" indent="0">
              <a:buNone/>
              <a:defRPr sz="1386"/>
            </a:lvl5pPr>
            <a:lvl6pPr marL="1583741" indent="0">
              <a:buNone/>
              <a:defRPr sz="1386"/>
            </a:lvl6pPr>
            <a:lvl7pPr marL="1900489" indent="0">
              <a:buNone/>
              <a:defRPr sz="1386"/>
            </a:lvl7pPr>
            <a:lvl8pPr marL="2217237" indent="0">
              <a:buNone/>
              <a:defRPr sz="1386"/>
            </a:lvl8pPr>
            <a:lvl9pPr marL="2533985" indent="0">
              <a:buNone/>
              <a:defRPr sz="1386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425417"/>
            <a:ext cx="3194943" cy="2640760"/>
          </a:xfrm>
        </p:spPr>
        <p:txBody>
          <a:bodyPr/>
          <a:lstStyle>
            <a:lvl1pPr marL="0" indent="0">
              <a:buNone/>
              <a:defRPr sz="1108"/>
            </a:lvl1pPr>
            <a:lvl2pPr marL="316748" indent="0">
              <a:buNone/>
              <a:defRPr sz="970"/>
            </a:lvl2pPr>
            <a:lvl3pPr marL="633496" indent="0">
              <a:buNone/>
              <a:defRPr sz="831"/>
            </a:lvl3pPr>
            <a:lvl4pPr marL="950244" indent="0">
              <a:buNone/>
              <a:defRPr sz="693"/>
            </a:lvl4pPr>
            <a:lvl5pPr marL="1266993" indent="0">
              <a:buNone/>
              <a:defRPr sz="693"/>
            </a:lvl5pPr>
            <a:lvl6pPr marL="1583741" indent="0">
              <a:buNone/>
              <a:defRPr sz="693"/>
            </a:lvl6pPr>
            <a:lvl7pPr marL="1900489" indent="0">
              <a:buNone/>
              <a:defRPr sz="693"/>
            </a:lvl7pPr>
            <a:lvl8pPr marL="2217237" indent="0">
              <a:buNone/>
              <a:defRPr sz="693"/>
            </a:lvl8pPr>
            <a:lvl9pPr marL="2533985" indent="0">
              <a:buNone/>
              <a:defRPr sz="69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818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7196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252967"/>
            <a:ext cx="2135981" cy="402658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252967"/>
            <a:ext cx="6284119" cy="402658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8380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252968"/>
            <a:ext cx="8543925" cy="9183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264837"/>
            <a:ext cx="8543925" cy="3014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4403833"/>
            <a:ext cx="2228850" cy="2529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4403833"/>
            <a:ext cx="3343275" cy="2529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4403833"/>
            <a:ext cx="2228850" cy="2529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9254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633496" rtl="0" eaLnBrk="1" latinLnBrk="0" hangingPunct="1">
        <a:lnSpc>
          <a:spcPct val="90000"/>
        </a:lnSpc>
        <a:spcBef>
          <a:spcPct val="0"/>
        </a:spcBef>
        <a:buNone/>
        <a:defRPr sz="30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8374" indent="-158374" algn="l" defTabSz="633496" rtl="0" eaLnBrk="1" latinLnBrk="0" hangingPunct="1">
        <a:lnSpc>
          <a:spcPct val="90000"/>
        </a:lnSpc>
        <a:spcBef>
          <a:spcPts val="693"/>
        </a:spcBef>
        <a:buFont typeface="Arial" panose="020B0604020202020204" pitchFamily="34" charset="0"/>
        <a:buChar char="•"/>
        <a:defRPr sz="1940" kern="1200">
          <a:solidFill>
            <a:schemeClr val="tx1"/>
          </a:solidFill>
          <a:latin typeface="+mn-lt"/>
          <a:ea typeface="+mn-ea"/>
          <a:cs typeface="+mn-cs"/>
        </a:defRPr>
      </a:lvl1pPr>
      <a:lvl2pPr marL="475122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663" kern="1200">
          <a:solidFill>
            <a:schemeClr val="tx1"/>
          </a:solidFill>
          <a:latin typeface="+mn-lt"/>
          <a:ea typeface="+mn-ea"/>
          <a:cs typeface="+mn-cs"/>
        </a:defRPr>
      </a:lvl2pPr>
      <a:lvl3pPr marL="791870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386" kern="1200">
          <a:solidFill>
            <a:schemeClr val="tx1"/>
          </a:solidFill>
          <a:latin typeface="+mn-lt"/>
          <a:ea typeface="+mn-ea"/>
          <a:cs typeface="+mn-cs"/>
        </a:defRPr>
      </a:lvl3pPr>
      <a:lvl4pPr marL="1108619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4pPr>
      <a:lvl5pPr marL="1425367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5pPr>
      <a:lvl6pPr marL="1742115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6pPr>
      <a:lvl7pPr marL="2058863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7pPr>
      <a:lvl8pPr marL="2375611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8pPr>
      <a:lvl9pPr marL="2692359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1pPr>
      <a:lvl2pPr marL="316748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2pPr>
      <a:lvl3pPr marL="633496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3pPr>
      <a:lvl4pPr marL="950244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4pPr>
      <a:lvl5pPr marL="1266993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5pPr>
      <a:lvl6pPr marL="1583741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6pPr>
      <a:lvl7pPr marL="1900489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7pPr>
      <a:lvl8pPr marL="2217237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8pPr>
      <a:lvl9pPr marL="2533985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.png"/><Relationship Id="rId5" Type="http://schemas.openxmlformats.org/officeDocument/2006/relationships/image" Target="../media/image9.png"/><Relationship Id="rId15" Type="http://schemas.openxmlformats.org/officeDocument/2006/relationships/image" Target="../media/image18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0.png"/><Relationship Id="rId5" Type="http://schemas.openxmlformats.org/officeDocument/2006/relationships/image" Target="../media/image340.png"/><Relationship Id="rId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1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1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5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群組 43">
            <a:extLst>
              <a:ext uri="{FF2B5EF4-FFF2-40B4-BE49-F238E27FC236}">
                <a16:creationId xmlns:a16="http://schemas.microsoft.com/office/drawing/2014/main" id="{BEEFD004-18A9-4025-A01D-76EFFE4EBFC7}"/>
              </a:ext>
            </a:extLst>
          </p:cNvPr>
          <p:cNvGrpSpPr/>
          <p:nvPr/>
        </p:nvGrpSpPr>
        <p:grpSpPr>
          <a:xfrm>
            <a:off x="2719688" y="1504848"/>
            <a:ext cx="4466643" cy="1741711"/>
            <a:chOff x="2723641" y="2922813"/>
            <a:chExt cx="4466643" cy="1741711"/>
          </a:xfrm>
        </p:grpSpPr>
        <p:sp>
          <p:nvSpPr>
            <p:cNvPr id="36" name="矩形: 圓角 35">
              <a:extLst>
                <a:ext uri="{FF2B5EF4-FFF2-40B4-BE49-F238E27FC236}">
                  <a16:creationId xmlns:a16="http://schemas.microsoft.com/office/drawing/2014/main" id="{E60C8961-39A3-406D-BBF9-2931EAC49EEF}"/>
                </a:ext>
              </a:extLst>
            </p:cNvPr>
            <p:cNvSpPr/>
            <p:nvPr/>
          </p:nvSpPr>
          <p:spPr>
            <a:xfrm>
              <a:off x="2723641" y="2923157"/>
              <a:ext cx="4458717" cy="1741367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73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7" name="圖片 36">
              <a:extLst>
                <a:ext uri="{FF2B5EF4-FFF2-40B4-BE49-F238E27FC236}">
                  <a16:creationId xmlns:a16="http://schemas.microsoft.com/office/drawing/2014/main" id="{DF0EB520-1ACB-4F3D-8406-CD5C0D65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117" b="63909"/>
            <a:stretch/>
          </p:blipFill>
          <p:spPr>
            <a:xfrm>
              <a:off x="4905413" y="2922813"/>
              <a:ext cx="2284871" cy="171268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ED99895A-7756-4CEE-A914-73F36DFFCE5B}"/>
                    </a:ext>
                  </a:extLst>
                </p:cNvPr>
                <p:cNvSpPr/>
                <p:nvPr/>
              </p:nvSpPr>
              <p:spPr>
                <a:xfrm>
                  <a:off x="3207255" y="3501974"/>
                  <a:ext cx="1946302" cy="50052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</m:d>
                                <m:sSup>
                                  <m:sSup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ℓ</m:t>
                                    </m:r>
                                    <m:sSub>
                                      <m:sSubPr>
                                        <m:ctrlP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r>
                                          <a:rPr lang="en-US" altLang="zh-TW" sz="2000" b="1" i="1" dirty="0"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ED99895A-7756-4CEE-A914-73F36DFFCE5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7255" y="3501974"/>
                  <a:ext cx="1946302" cy="50052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B2DDAB2F-1594-4FFB-83A0-D06118A518FB}"/>
                    </a:ext>
                  </a:extLst>
                </p:cNvPr>
                <p:cNvSpPr txBox="1"/>
                <p:nvPr/>
              </p:nvSpPr>
              <p:spPr>
                <a:xfrm>
                  <a:off x="5092376" y="4099034"/>
                  <a:ext cx="83059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B2DDAB2F-1594-4FFB-83A0-D06118A518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92376" y="4099034"/>
                  <a:ext cx="830594" cy="400110"/>
                </a:xfrm>
                <a:prstGeom prst="rect">
                  <a:avLst/>
                </a:prstGeom>
                <a:blipFill>
                  <a:blip r:embed="rId4"/>
                  <a:stretch>
                    <a:fillRect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箭號: 向右 39">
              <a:extLst>
                <a:ext uri="{FF2B5EF4-FFF2-40B4-BE49-F238E27FC236}">
                  <a16:creationId xmlns:a16="http://schemas.microsoft.com/office/drawing/2014/main" id="{3B26685E-3A51-45E8-BCF7-50D246C56B01}"/>
                </a:ext>
              </a:extLst>
            </p:cNvPr>
            <p:cNvSpPr/>
            <p:nvPr/>
          </p:nvSpPr>
          <p:spPr>
            <a:xfrm>
              <a:off x="5923007" y="3751316"/>
              <a:ext cx="122846" cy="35583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1" name="箭號: 向右 40">
              <a:extLst>
                <a:ext uri="{FF2B5EF4-FFF2-40B4-BE49-F238E27FC236}">
                  <a16:creationId xmlns:a16="http://schemas.microsoft.com/office/drawing/2014/main" id="{7EF8F9B9-3935-41B7-A75F-315D7FC4CED0}"/>
                </a:ext>
              </a:extLst>
            </p:cNvPr>
            <p:cNvSpPr/>
            <p:nvPr/>
          </p:nvSpPr>
          <p:spPr>
            <a:xfrm rot="16200000">
              <a:off x="5871631" y="3699799"/>
              <a:ext cx="118561" cy="3686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137B15C9-72BD-475D-9E9A-FB1773735E00}"/>
                    </a:ext>
                  </a:extLst>
                </p:cNvPr>
                <p:cNvSpPr txBox="1"/>
                <p:nvPr/>
              </p:nvSpPr>
              <p:spPr>
                <a:xfrm>
                  <a:off x="5715049" y="3256464"/>
                  <a:ext cx="523462" cy="4242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137B15C9-72BD-475D-9E9A-FB1773735E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5049" y="3256464"/>
                  <a:ext cx="523462" cy="424283"/>
                </a:xfrm>
                <a:prstGeom prst="rect">
                  <a:avLst/>
                </a:prstGeom>
                <a:blipFill>
                  <a:blip r:embed="rId5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AEF72226-30F7-485F-9029-D1D49AEF1D4B}"/>
                    </a:ext>
                  </a:extLst>
                </p:cNvPr>
                <p:cNvSpPr txBox="1"/>
                <p:nvPr/>
              </p:nvSpPr>
              <p:spPr>
                <a:xfrm>
                  <a:off x="5987176" y="3567622"/>
                  <a:ext cx="39412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AEF72226-30F7-485F-9029-D1D49AEF1D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7176" y="3567622"/>
                  <a:ext cx="394126" cy="400110"/>
                </a:xfrm>
                <a:prstGeom prst="rect">
                  <a:avLst/>
                </a:prstGeom>
                <a:blipFill>
                  <a:blip r:embed="rId6"/>
                  <a:stretch>
                    <a:fillRect l="-4615" r="-4615" b="-909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23472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群組 27">
            <a:extLst>
              <a:ext uri="{FF2B5EF4-FFF2-40B4-BE49-F238E27FC236}">
                <a16:creationId xmlns:a16="http://schemas.microsoft.com/office/drawing/2014/main" id="{96AEE606-E0D9-4D99-BCEB-12966994939B}"/>
              </a:ext>
            </a:extLst>
          </p:cNvPr>
          <p:cNvGrpSpPr/>
          <p:nvPr/>
        </p:nvGrpSpPr>
        <p:grpSpPr>
          <a:xfrm>
            <a:off x="2155223" y="27130"/>
            <a:ext cx="5595554" cy="4697128"/>
            <a:chOff x="2127453" y="288758"/>
            <a:chExt cx="5595554" cy="4697128"/>
          </a:xfrm>
        </p:grpSpPr>
        <p:sp>
          <p:nvSpPr>
            <p:cNvPr id="31" name="矩形: 圓角 30">
              <a:extLst>
                <a:ext uri="{FF2B5EF4-FFF2-40B4-BE49-F238E27FC236}">
                  <a16:creationId xmlns:a16="http://schemas.microsoft.com/office/drawing/2014/main" id="{9724B8A8-BA64-4478-A475-0E5642004DC1}"/>
                </a:ext>
              </a:extLst>
            </p:cNvPr>
            <p:cNvSpPr/>
            <p:nvPr/>
          </p:nvSpPr>
          <p:spPr>
            <a:xfrm>
              <a:off x="2127453" y="288758"/>
              <a:ext cx="5563131" cy="4697128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矩形: 圓角 32">
              <a:extLst>
                <a:ext uri="{FF2B5EF4-FFF2-40B4-BE49-F238E27FC236}">
                  <a16:creationId xmlns:a16="http://schemas.microsoft.com/office/drawing/2014/main" id="{B8DEB190-8127-4BD2-B995-7B01A5155BEE}"/>
                </a:ext>
              </a:extLst>
            </p:cNvPr>
            <p:cNvSpPr/>
            <p:nvPr/>
          </p:nvSpPr>
          <p:spPr>
            <a:xfrm>
              <a:off x="3178171" y="1142817"/>
              <a:ext cx="4445425" cy="3776843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5" name="圖片 34">
              <a:extLst>
                <a:ext uri="{FF2B5EF4-FFF2-40B4-BE49-F238E27FC236}">
                  <a16:creationId xmlns:a16="http://schemas.microsoft.com/office/drawing/2014/main" id="{AF7ECFBE-D771-47C2-8DDD-1E9C625AC9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496" b="55006"/>
            <a:stretch/>
          </p:blipFill>
          <p:spPr>
            <a:xfrm>
              <a:off x="5182786" y="1324814"/>
              <a:ext cx="2540221" cy="1549400"/>
            </a:xfrm>
            <a:prstGeom prst="rect">
              <a:avLst/>
            </a:prstGeom>
          </p:spPr>
        </p:pic>
        <p:pic>
          <p:nvPicPr>
            <p:cNvPr id="36" name="圖片 35">
              <a:extLst>
                <a:ext uri="{FF2B5EF4-FFF2-40B4-BE49-F238E27FC236}">
                  <a16:creationId xmlns:a16="http://schemas.microsoft.com/office/drawing/2014/main" id="{8E22D44F-F8D1-4FF5-9D3C-8AF28CDFEE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804" b="6188"/>
            <a:stretch/>
          </p:blipFill>
          <p:spPr>
            <a:xfrm>
              <a:off x="5181097" y="3206091"/>
              <a:ext cx="2540221" cy="1626144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1739E97-F9EA-4B80-BC5B-8C9BE1784180}"/>
                    </a:ext>
                  </a:extLst>
                </p:cNvPr>
                <p:cNvSpPr/>
                <p:nvPr/>
              </p:nvSpPr>
              <p:spPr>
                <a:xfrm>
                  <a:off x="3780315" y="579220"/>
                  <a:ext cx="1070293" cy="55573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1739E97-F9EA-4B80-BC5B-8C9BE17841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0315" y="579220"/>
                  <a:ext cx="1070293" cy="55573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213E8F1D-5AF3-4AFC-917E-E435CF34CC61}"/>
                    </a:ext>
                  </a:extLst>
                </p:cNvPr>
                <p:cNvSpPr/>
                <p:nvPr/>
              </p:nvSpPr>
              <p:spPr>
                <a:xfrm>
                  <a:off x="6319485" y="2387822"/>
                  <a:ext cx="57163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213E8F1D-5AF3-4AFC-917E-E435CF34CC6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9485" y="2387822"/>
                  <a:ext cx="571630" cy="400110"/>
                </a:xfrm>
                <a:prstGeom prst="rect">
                  <a:avLst/>
                </a:prstGeom>
                <a:blipFill>
                  <a:blip r:embed="rId5"/>
                  <a:stretch>
                    <a:fillRect b="-153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直線單箭頭接點 38">
              <a:extLst>
                <a:ext uri="{FF2B5EF4-FFF2-40B4-BE49-F238E27FC236}">
                  <a16:creationId xmlns:a16="http://schemas.microsoft.com/office/drawing/2014/main" id="{7B8FF39B-6713-43E1-BFE6-934FD11BA4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1996" y="2714979"/>
              <a:ext cx="812800" cy="21152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單箭頭接點 39">
              <a:extLst>
                <a:ext uri="{FF2B5EF4-FFF2-40B4-BE49-F238E27FC236}">
                  <a16:creationId xmlns:a16="http://schemas.microsoft.com/office/drawing/2014/main" id="{D869CBC3-D5CA-4342-B23F-B0D666437D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0671" y="2504837"/>
              <a:ext cx="440704" cy="42479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951733A4-7E7B-48AA-A29B-4068C332648C}"/>
                    </a:ext>
                  </a:extLst>
                </p:cNvPr>
                <p:cNvSpPr/>
                <p:nvPr/>
              </p:nvSpPr>
              <p:spPr>
                <a:xfrm>
                  <a:off x="6887705" y="2515560"/>
                  <a:ext cx="386388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951733A4-7E7B-48AA-A29B-4068C332648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7705" y="2515560"/>
                  <a:ext cx="386388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21AAAC0D-92D5-41B6-BACD-3E1BDE39A588}"/>
                    </a:ext>
                  </a:extLst>
                </p:cNvPr>
                <p:cNvSpPr/>
                <p:nvPr/>
              </p:nvSpPr>
              <p:spPr>
                <a:xfrm>
                  <a:off x="5413712" y="2289342"/>
                  <a:ext cx="391004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21AAAC0D-92D5-41B6-BACD-3E1BDE39A58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3712" y="2289342"/>
                  <a:ext cx="391004" cy="400110"/>
                </a:xfrm>
                <a:prstGeom prst="rect">
                  <a:avLst/>
                </a:prstGeom>
                <a:blipFill>
                  <a:blip r:embed="rId7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059F929-1F68-4C40-B59B-9CC786F9531E}"/>
                    </a:ext>
                  </a:extLst>
                </p:cNvPr>
                <p:cNvSpPr/>
                <p:nvPr/>
              </p:nvSpPr>
              <p:spPr>
                <a:xfrm>
                  <a:off x="5480332" y="586824"/>
                  <a:ext cx="2159630" cy="52860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𝑹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059F929-1F68-4C40-B59B-9CC786F953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0332" y="586824"/>
                  <a:ext cx="2159630" cy="52860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D26DD98-4D9B-467D-934D-AF11D382E629}"/>
                    </a:ext>
                  </a:extLst>
                </p:cNvPr>
                <p:cNvSpPr/>
                <p:nvPr/>
              </p:nvSpPr>
              <p:spPr>
                <a:xfrm>
                  <a:off x="2284475" y="2006364"/>
                  <a:ext cx="90576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D26DD98-4D9B-467D-934D-AF11D382E6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4475" y="2006364"/>
                  <a:ext cx="905761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826CD4B4-D639-41C3-A541-4CC075043532}"/>
                    </a:ext>
                  </a:extLst>
                </p:cNvPr>
                <p:cNvSpPr/>
                <p:nvPr/>
              </p:nvSpPr>
              <p:spPr>
                <a:xfrm>
                  <a:off x="2255493" y="3861321"/>
                  <a:ext cx="963725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826CD4B4-D639-41C3-A541-4CC0750435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55493" y="3861321"/>
                  <a:ext cx="963725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C27BC22D-C668-41B6-8EDD-9195962D74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884" b="10000"/>
            <a:stretch/>
          </p:blipFill>
          <p:spPr>
            <a:xfrm>
              <a:off x="3145166" y="1286544"/>
              <a:ext cx="2284871" cy="3574144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C1691919-BE13-4A2B-8197-8FF93F31317A}"/>
                    </a:ext>
                  </a:extLst>
                </p:cNvPr>
                <p:cNvSpPr txBox="1"/>
                <p:nvPr/>
              </p:nvSpPr>
              <p:spPr>
                <a:xfrm>
                  <a:off x="3339777" y="2478196"/>
                  <a:ext cx="83059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C1691919-BE13-4A2B-8197-8FF93F3131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9777" y="2478196"/>
                  <a:ext cx="830594" cy="400110"/>
                </a:xfrm>
                <a:prstGeom prst="rect">
                  <a:avLst/>
                </a:prstGeom>
                <a:blipFill>
                  <a:blip r:embed="rId12"/>
                  <a:stretch>
                    <a:fillRect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3B72B3F2-70B1-4611-B50C-5ADC21FDAAA1}"/>
                </a:ext>
              </a:extLst>
            </p:cNvPr>
            <p:cNvGrpSpPr/>
            <p:nvPr/>
          </p:nvGrpSpPr>
          <p:grpSpPr>
            <a:xfrm>
              <a:off x="3962450" y="1635626"/>
              <a:ext cx="666253" cy="711268"/>
              <a:chOff x="6394099" y="1329789"/>
              <a:chExt cx="1805559" cy="1927549"/>
            </a:xfrm>
          </p:grpSpPr>
          <p:grpSp>
            <p:nvGrpSpPr>
              <p:cNvPr id="50" name="群組 49">
                <a:extLst>
                  <a:ext uri="{FF2B5EF4-FFF2-40B4-BE49-F238E27FC236}">
                    <a16:creationId xmlns:a16="http://schemas.microsoft.com/office/drawing/2014/main" id="{A6854366-CCD5-4209-AD56-5FF4AD89E9CE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53" name="箭號: 向右 52">
                  <a:extLst>
                    <a:ext uri="{FF2B5EF4-FFF2-40B4-BE49-F238E27FC236}">
                      <a16:creationId xmlns:a16="http://schemas.microsoft.com/office/drawing/2014/main" id="{220B1E1A-5B15-4617-8E08-A4436B72CA32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箭號: 向右 53">
                  <a:extLst>
                    <a:ext uri="{FF2B5EF4-FFF2-40B4-BE49-F238E27FC236}">
                      <a16:creationId xmlns:a16="http://schemas.microsoft.com/office/drawing/2014/main" id="{AB330D8F-F24B-42EA-AFD1-8E72875C6933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文字方塊 50">
                    <a:extLst>
                      <a:ext uri="{FF2B5EF4-FFF2-40B4-BE49-F238E27FC236}">
                        <a16:creationId xmlns:a16="http://schemas.microsoft.com/office/drawing/2014/main" id="{32445C7A-3444-46DF-A5DB-D518BEBEC934}"/>
                      </a:ext>
                    </a:extLst>
                  </p:cNvPr>
                  <p:cNvSpPr txBox="1"/>
                  <p:nvPr/>
                </p:nvSpPr>
                <p:spPr>
                  <a:xfrm>
                    <a:off x="6394099" y="1329789"/>
                    <a:ext cx="1418593" cy="114981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/>
                  </a:p>
                </p:txBody>
              </p:sp>
            </mc:Choice>
            <mc:Fallback xmlns="">
              <p:sp>
                <p:nvSpPr>
                  <p:cNvPr id="24" name="文字方塊 23">
                    <a:extLst>
                      <a:ext uri="{FF2B5EF4-FFF2-40B4-BE49-F238E27FC236}">
                        <a16:creationId xmlns:a16="http://schemas.microsoft.com/office/drawing/2014/main" id="{AB3E3F81-A9C7-465C-A831-82ADA76646C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94099" y="1329789"/>
                    <a:ext cx="1418593" cy="1149815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571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字方塊 51">
                    <a:extLst>
                      <a:ext uri="{FF2B5EF4-FFF2-40B4-BE49-F238E27FC236}">
                        <a16:creationId xmlns:a16="http://schemas.microsoft.com/office/drawing/2014/main" id="{10A0CF30-AF1E-4025-84E0-342B6DF6AE9A}"/>
                      </a:ext>
                    </a:extLst>
                  </p:cNvPr>
                  <p:cNvSpPr txBox="1"/>
                  <p:nvPr/>
                </p:nvSpPr>
                <p:spPr>
                  <a:xfrm>
                    <a:off x="7131569" y="2173033"/>
                    <a:ext cx="1068089" cy="108430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/>
                  </a:p>
                </p:txBody>
              </p:sp>
            </mc:Choice>
            <mc:Fallback xmlns="">
              <p:sp>
                <p:nvSpPr>
                  <p:cNvPr id="25" name="文字方塊 24">
                    <a:extLst>
                      <a:ext uri="{FF2B5EF4-FFF2-40B4-BE49-F238E27FC236}">
                        <a16:creationId xmlns:a16="http://schemas.microsoft.com/office/drawing/2014/main" id="{C15B01A4-773F-4E0F-88DB-CAE29AAE6C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31569" y="2173033"/>
                    <a:ext cx="1068089" cy="1084305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4688" r="-6250" b="-909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矩形: 圓角 48">
                  <a:extLst>
                    <a:ext uri="{FF2B5EF4-FFF2-40B4-BE49-F238E27FC236}">
                      <a16:creationId xmlns:a16="http://schemas.microsoft.com/office/drawing/2014/main" id="{16782163-D549-4658-B681-1624D52CF2B0}"/>
                    </a:ext>
                  </a:extLst>
                </p:cNvPr>
                <p:cNvSpPr/>
                <p:nvPr/>
              </p:nvSpPr>
              <p:spPr>
                <a:xfrm>
                  <a:off x="2233060" y="379628"/>
                  <a:ext cx="986157" cy="835052"/>
                </a:xfrm>
                <a:prstGeom prst="roundRect">
                  <a:avLst>
                    <a:gd name="adj" fmla="val 13546"/>
                  </a:avLst>
                </a:prstGeom>
                <a:gradFill flip="none" rotWithShape="1">
                  <a:gsLst>
                    <a:gs pos="100000">
                      <a:schemeClr val="bg1">
                        <a:lumMod val="95000"/>
                      </a:schemeClr>
                    </a:gs>
                    <a:gs pos="0">
                      <a:schemeClr val="bg1">
                        <a:lumMod val="85000"/>
                      </a:schemeClr>
                    </a:gs>
                  </a:gsLst>
                  <a:lin ang="5400000" scaled="1"/>
                  <a:tileRect/>
                </a:gradFill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𝝐</m:t>
                            </m:r>
                          </m:e>
                        </m:acc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oMath>
                    </m:oMathPara>
                  </a14:m>
                  <a:endPara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9" name="矩形: 圓角 48">
                  <a:extLst>
                    <a:ext uri="{FF2B5EF4-FFF2-40B4-BE49-F238E27FC236}">
                      <a16:creationId xmlns:a16="http://schemas.microsoft.com/office/drawing/2014/main" id="{16782163-D549-4658-B681-1624D52CF2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3060" y="379628"/>
                  <a:ext cx="986157" cy="835052"/>
                </a:xfrm>
                <a:prstGeom prst="roundRect">
                  <a:avLst>
                    <a:gd name="adj" fmla="val 13546"/>
                  </a:avLst>
                </a:prstGeom>
                <a:blipFill>
                  <a:blip r:embed="rId15"/>
                  <a:stretch>
                    <a:fillRect l="-613" r="-4723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56520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9724B8A8-BA64-4478-A475-0E5642004DC1}"/>
              </a:ext>
            </a:extLst>
          </p:cNvPr>
          <p:cNvSpPr/>
          <p:nvPr/>
        </p:nvSpPr>
        <p:spPr>
          <a:xfrm>
            <a:off x="2155223" y="27130"/>
            <a:ext cx="5563131" cy="469712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B8DEB190-8127-4BD2-B995-7B01A5155BEE}"/>
              </a:ext>
            </a:extLst>
          </p:cNvPr>
          <p:cNvSpPr/>
          <p:nvPr/>
        </p:nvSpPr>
        <p:spPr>
          <a:xfrm>
            <a:off x="3205941" y="881189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E1739E97-F9EA-4B80-BC5B-8C9BE1784180}"/>
                  </a:ext>
                </a:extLst>
              </p:cNvPr>
              <p:cNvSpPr/>
              <p:nvPr/>
            </p:nvSpPr>
            <p:spPr>
              <a:xfrm>
                <a:off x="3801096" y="317592"/>
                <a:ext cx="1077282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E1739E97-F9EA-4B80-BC5B-8C9BE17841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096" y="317592"/>
                <a:ext cx="1077282" cy="6115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6059F929-1F68-4C40-B59B-9CC786F9531E}"/>
                  </a:ext>
                </a:extLst>
              </p:cNvPr>
              <p:cNvSpPr/>
              <p:nvPr/>
            </p:nvSpPr>
            <p:spPr>
              <a:xfrm>
                <a:off x="5508102" y="325196"/>
                <a:ext cx="2225929" cy="6313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6059F929-1F68-4C40-B59B-9CC786F953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102" y="325196"/>
                <a:ext cx="2225929" cy="6313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2D26DD98-4D9B-467D-934D-AF11D382E629}"/>
                  </a:ext>
                </a:extLst>
              </p:cNvPr>
              <p:cNvSpPr/>
              <p:nvPr/>
            </p:nvSpPr>
            <p:spPr>
              <a:xfrm>
                <a:off x="2312245" y="1744736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2D26DD98-4D9B-467D-934D-AF11D382E6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2245" y="1744736"/>
                <a:ext cx="905761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826CD4B4-D639-41C3-A541-4CC075043532}"/>
                  </a:ext>
                </a:extLst>
              </p:cNvPr>
              <p:cNvSpPr/>
              <p:nvPr/>
            </p:nvSpPr>
            <p:spPr>
              <a:xfrm>
                <a:off x="2283263" y="3599693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826CD4B4-D639-41C3-A541-4CC0750435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3263" y="3599693"/>
                <a:ext cx="963725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/>
              <p:nvPr/>
            </p:nvSpPr>
            <p:spPr>
              <a:xfrm>
                <a:off x="2260830" y="118000"/>
                <a:ext cx="986157" cy="83505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acc>
                      <m:r>
                        <a:rPr lang="en-US" altLang="zh-TW" sz="24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0830" y="118000"/>
                <a:ext cx="986157" cy="835052"/>
              </a:xfrm>
              <a:prstGeom prst="roundRect">
                <a:avLst>
                  <a:gd name="adj" fmla="val 13546"/>
                </a:avLst>
              </a:prstGeom>
              <a:blipFill>
                <a:blip r:embed="rId6"/>
                <a:stretch>
                  <a:fillRect l="-1227" r="-4723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圖片 28">
            <a:extLst>
              <a:ext uri="{FF2B5EF4-FFF2-40B4-BE49-F238E27FC236}">
                <a16:creationId xmlns:a16="http://schemas.microsoft.com/office/drawing/2014/main" id="{11119672-E923-4EC1-B7EF-9A03904961A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3" b="54478"/>
          <a:stretch/>
        </p:blipFill>
        <p:spPr>
          <a:xfrm>
            <a:off x="5209446" y="1006646"/>
            <a:ext cx="2541600" cy="1638301"/>
          </a:xfrm>
          <a:prstGeom prst="rect">
            <a:avLst/>
          </a:prstGeom>
        </p:spPr>
      </p:pic>
      <p:pic>
        <p:nvPicPr>
          <p:cNvPr id="30" name="圖片 29">
            <a:extLst>
              <a:ext uri="{FF2B5EF4-FFF2-40B4-BE49-F238E27FC236}">
                <a16:creationId xmlns:a16="http://schemas.microsoft.com/office/drawing/2014/main" id="{585DC0A3-34F6-4BF7-B8DF-1E0E7CF5D8C9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148" b="9630"/>
          <a:stretch/>
        </p:blipFill>
        <p:spPr>
          <a:xfrm>
            <a:off x="3170574" y="1044384"/>
            <a:ext cx="2284871" cy="3581400"/>
          </a:xfrm>
          <a:prstGeom prst="rect">
            <a:avLst/>
          </a:prstGeom>
        </p:spPr>
      </p:pic>
      <p:pic>
        <p:nvPicPr>
          <p:cNvPr id="32" name="圖片 31">
            <a:extLst>
              <a:ext uri="{FF2B5EF4-FFF2-40B4-BE49-F238E27FC236}">
                <a16:creationId xmlns:a16="http://schemas.microsoft.com/office/drawing/2014/main" id="{14EE7596-E223-40B0-8246-781D438BE5D8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950" b="6319"/>
          <a:stretch/>
        </p:blipFill>
        <p:spPr>
          <a:xfrm>
            <a:off x="5206218" y="3006035"/>
            <a:ext cx="2541600" cy="156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060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9724B8A8-BA64-4478-A475-0E5642004DC1}"/>
              </a:ext>
            </a:extLst>
          </p:cNvPr>
          <p:cNvSpPr/>
          <p:nvPr/>
        </p:nvSpPr>
        <p:spPr>
          <a:xfrm>
            <a:off x="2155223" y="27130"/>
            <a:ext cx="5563131" cy="469712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B8DEB190-8127-4BD2-B995-7B01A5155BEE}"/>
              </a:ext>
            </a:extLst>
          </p:cNvPr>
          <p:cNvSpPr/>
          <p:nvPr/>
        </p:nvSpPr>
        <p:spPr>
          <a:xfrm>
            <a:off x="3205941" y="881189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E1739E97-F9EA-4B80-BC5B-8C9BE1784180}"/>
                  </a:ext>
                </a:extLst>
              </p:cNvPr>
              <p:cNvSpPr/>
              <p:nvPr/>
            </p:nvSpPr>
            <p:spPr>
              <a:xfrm>
                <a:off x="3630084" y="317592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E1739E97-F9EA-4B80-BC5B-8C9BE17841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0084" y="317592"/>
                <a:ext cx="1393074" cy="6115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6059F929-1F68-4C40-B59B-9CC786F9531E}"/>
                  </a:ext>
                </a:extLst>
              </p:cNvPr>
              <p:cNvSpPr/>
              <p:nvPr/>
            </p:nvSpPr>
            <p:spPr>
              <a:xfrm>
                <a:off x="5317602" y="325196"/>
                <a:ext cx="2482411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6059F929-1F68-4C40-B59B-9CC786F953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7602" y="325196"/>
                <a:ext cx="2482411" cy="611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2D26DD98-4D9B-467D-934D-AF11D382E629}"/>
                  </a:ext>
                </a:extLst>
              </p:cNvPr>
              <p:cNvSpPr/>
              <p:nvPr/>
            </p:nvSpPr>
            <p:spPr>
              <a:xfrm>
                <a:off x="2312245" y="1744736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2D26DD98-4D9B-467D-934D-AF11D382E6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2245" y="1744736"/>
                <a:ext cx="905761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826CD4B4-D639-41C3-A541-4CC075043532}"/>
                  </a:ext>
                </a:extLst>
              </p:cNvPr>
              <p:cNvSpPr/>
              <p:nvPr/>
            </p:nvSpPr>
            <p:spPr>
              <a:xfrm>
                <a:off x="2283263" y="3599693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826CD4B4-D639-41C3-A541-4CC0750435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3263" y="3599693"/>
                <a:ext cx="963725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/>
              <p:nvPr/>
            </p:nvSpPr>
            <p:spPr>
              <a:xfrm>
                <a:off x="2260830" y="118000"/>
                <a:ext cx="986157" cy="83505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acc>
                      <m:r>
                        <a:rPr lang="en-US" altLang="zh-TW" sz="2400" b="1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altLang="zh-TW" sz="2400" b="1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𝑖</m:t>
                      </m:r>
                      <m:acc>
                        <m:accPr>
                          <m:chr m:val="̂"/>
                          <m:ctrlPr>
                            <a:rPr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0830" y="118000"/>
                <a:ext cx="986157" cy="835052"/>
              </a:xfrm>
              <a:prstGeom prst="roundRect">
                <a:avLst>
                  <a:gd name="adj" fmla="val 13546"/>
                </a:avLst>
              </a:prstGeom>
              <a:blipFill>
                <a:blip r:embed="rId6"/>
                <a:stretch>
                  <a:fillRect l="-3681" t="-725" r="-55828"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8" name="圖片 57">
            <a:extLst>
              <a:ext uri="{FF2B5EF4-FFF2-40B4-BE49-F238E27FC236}">
                <a16:creationId xmlns:a16="http://schemas.microsoft.com/office/drawing/2014/main" id="{E7706AB7-B1FF-451B-BDE1-C4DA88E8E97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83" b="52601"/>
          <a:stretch/>
        </p:blipFill>
        <p:spPr>
          <a:xfrm>
            <a:off x="5200460" y="937220"/>
            <a:ext cx="2541600" cy="1805364"/>
          </a:xfrm>
          <a:prstGeom prst="rect">
            <a:avLst/>
          </a:prstGeom>
        </p:spPr>
      </p:pic>
      <p:pic>
        <p:nvPicPr>
          <p:cNvPr id="59" name="圖片 58">
            <a:extLst>
              <a:ext uri="{FF2B5EF4-FFF2-40B4-BE49-F238E27FC236}">
                <a16:creationId xmlns:a16="http://schemas.microsoft.com/office/drawing/2014/main" id="{7FFB8CAE-5BD5-4FDD-8BC8-47FD3F04F598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682"/>
          <a:stretch/>
        </p:blipFill>
        <p:spPr>
          <a:xfrm>
            <a:off x="3167632" y="1014858"/>
            <a:ext cx="2286000" cy="4273742"/>
          </a:xfrm>
          <a:prstGeom prst="rect">
            <a:avLst/>
          </a:prstGeom>
        </p:spPr>
      </p:pic>
      <p:sp>
        <p:nvSpPr>
          <p:cNvPr id="60" name="矩形 59">
            <a:extLst>
              <a:ext uri="{FF2B5EF4-FFF2-40B4-BE49-F238E27FC236}">
                <a16:creationId xmlns:a16="http://schemas.microsoft.com/office/drawing/2014/main" id="{F9432517-D3D6-45FF-947A-CF6A9862C2A7}"/>
              </a:ext>
            </a:extLst>
          </p:cNvPr>
          <p:cNvSpPr/>
          <p:nvPr/>
        </p:nvSpPr>
        <p:spPr>
          <a:xfrm>
            <a:off x="3593262" y="3368694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641CA3F9-32EA-4583-A658-F840207D469E}"/>
              </a:ext>
            </a:extLst>
          </p:cNvPr>
          <p:cNvSpPr/>
          <p:nvPr/>
        </p:nvSpPr>
        <p:spPr>
          <a:xfrm>
            <a:off x="5925527" y="3303514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604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9724B8A8-BA64-4478-A475-0E5642004DC1}"/>
              </a:ext>
            </a:extLst>
          </p:cNvPr>
          <p:cNvSpPr/>
          <p:nvPr/>
        </p:nvSpPr>
        <p:spPr>
          <a:xfrm>
            <a:off x="2155223" y="27130"/>
            <a:ext cx="5563131" cy="469712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B8DEB190-8127-4BD2-B995-7B01A5155BEE}"/>
              </a:ext>
            </a:extLst>
          </p:cNvPr>
          <p:cNvSpPr/>
          <p:nvPr/>
        </p:nvSpPr>
        <p:spPr>
          <a:xfrm>
            <a:off x="3205941" y="881189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E1739E97-F9EA-4B80-BC5B-8C9BE1784180}"/>
                  </a:ext>
                </a:extLst>
              </p:cNvPr>
              <p:cNvSpPr/>
              <p:nvPr/>
            </p:nvSpPr>
            <p:spPr>
              <a:xfrm>
                <a:off x="3761660" y="317592"/>
                <a:ext cx="1070998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E1739E97-F9EA-4B80-BC5B-8C9BE17841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1660" y="317592"/>
                <a:ext cx="1070998" cy="5551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6059F929-1F68-4C40-B59B-9CC786F9531E}"/>
                  </a:ext>
                </a:extLst>
              </p:cNvPr>
              <p:cNvSpPr/>
              <p:nvPr/>
            </p:nvSpPr>
            <p:spPr>
              <a:xfrm>
                <a:off x="5527152" y="325196"/>
                <a:ext cx="2148409" cy="5280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6059F929-1F68-4C40-B59B-9CC786F953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7152" y="325196"/>
                <a:ext cx="2148409" cy="5280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2D26DD98-4D9B-467D-934D-AF11D382E629}"/>
                  </a:ext>
                </a:extLst>
              </p:cNvPr>
              <p:cNvSpPr/>
              <p:nvPr/>
            </p:nvSpPr>
            <p:spPr>
              <a:xfrm>
                <a:off x="2312245" y="1744736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2D26DD98-4D9B-467D-934D-AF11D382E6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2245" y="1744736"/>
                <a:ext cx="905761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826CD4B4-D639-41C3-A541-4CC075043532}"/>
                  </a:ext>
                </a:extLst>
              </p:cNvPr>
              <p:cNvSpPr/>
              <p:nvPr/>
            </p:nvSpPr>
            <p:spPr>
              <a:xfrm>
                <a:off x="2283263" y="3599693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826CD4B4-D639-41C3-A541-4CC0750435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3263" y="3599693"/>
                <a:ext cx="963725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/>
              <p:nvPr/>
            </p:nvSpPr>
            <p:spPr>
              <a:xfrm>
                <a:off x="2260830" y="118000"/>
                <a:ext cx="986157" cy="83505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400" b="1" i="1" smtClean="0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400" b="1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altLang="zh-TW" sz="2400" b="1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𝑖</m:t>
                      </m:r>
                      <m:acc>
                        <m:accPr>
                          <m:chr m:val="̂"/>
                          <m:ctrlPr>
                            <a:rPr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0830" y="118000"/>
                <a:ext cx="986157" cy="835052"/>
              </a:xfrm>
              <a:prstGeom prst="roundRect">
                <a:avLst>
                  <a:gd name="adj" fmla="val 13546"/>
                </a:avLst>
              </a:prstGeom>
              <a:blipFill>
                <a:blip r:embed="rId6"/>
                <a:stretch>
                  <a:fillRect l="-3681" t="-725" r="-55828"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圖片 16">
            <a:extLst>
              <a:ext uri="{FF2B5EF4-FFF2-40B4-BE49-F238E27FC236}">
                <a16:creationId xmlns:a16="http://schemas.microsoft.com/office/drawing/2014/main" id="{7E641CDA-617F-4F05-85AF-0D4B76E35E8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00" b="5170"/>
          <a:stretch/>
        </p:blipFill>
        <p:spPr>
          <a:xfrm>
            <a:off x="5202596" y="2964663"/>
            <a:ext cx="2541600" cy="1663701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B4D0EDC3-DF15-46B8-9DB7-E31F73DA8DE3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07" b="9415"/>
          <a:stretch/>
        </p:blipFill>
        <p:spPr>
          <a:xfrm>
            <a:off x="3164224" y="1026412"/>
            <a:ext cx="2284871" cy="3619500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6E2766ED-AEFB-4E00-A7FB-85BC836586AD}"/>
              </a:ext>
            </a:extLst>
          </p:cNvPr>
          <p:cNvSpPr/>
          <p:nvPr/>
        </p:nvSpPr>
        <p:spPr>
          <a:xfrm>
            <a:off x="3593254" y="1505389"/>
            <a:ext cx="12362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24DEB0A-AE87-4B29-AEFF-94C510CE7B7E}"/>
              </a:ext>
            </a:extLst>
          </p:cNvPr>
          <p:cNvSpPr/>
          <p:nvPr/>
        </p:nvSpPr>
        <p:spPr>
          <a:xfrm>
            <a:off x="5925527" y="1505389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678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9724B8A8-BA64-4478-A475-0E5642004DC1}"/>
              </a:ext>
            </a:extLst>
          </p:cNvPr>
          <p:cNvSpPr/>
          <p:nvPr/>
        </p:nvSpPr>
        <p:spPr>
          <a:xfrm>
            <a:off x="2155223" y="27130"/>
            <a:ext cx="5563131" cy="469712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B8DEB190-8127-4BD2-B995-7B01A5155BEE}"/>
              </a:ext>
            </a:extLst>
          </p:cNvPr>
          <p:cNvSpPr/>
          <p:nvPr/>
        </p:nvSpPr>
        <p:spPr>
          <a:xfrm>
            <a:off x="3205941" y="881189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E1739E97-F9EA-4B80-BC5B-8C9BE1784180}"/>
                  </a:ext>
                </a:extLst>
              </p:cNvPr>
              <p:cNvSpPr/>
              <p:nvPr/>
            </p:nvSpPr>
            <p:spPr>
              <a:xfrm>
                <a:off x="3761660" y="317592"/>
                <a:ext cx="1070998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E1739E97-F9EA-4B80-BC5B-8C9BE17841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1660" y="317592"/>
                <a:ext cx="1070998" cy="5551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6059F929-1F68-4C40-B59B-9CC786F9531E}"/>
                  </a:ext>
                </a:extLst>
              </p:cNvPr>
              <p:cNvSpPr/>
              <p:nvPr/>
            </p:nvSpPr>
            <p:spPr>
              <a:xfrm>
                <a:off x="5527152" y="325196"/>
                <a:ext cx="2148409" cy="5280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6059F929-1F68-4C40-B59B-9CC786F953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7152" y="325196"/>
                <a:ext cx="2148409" cy="5280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2D26DD98-4D9B-467D-934D-AF11D382E629}"/>
                  </a:ext>
                </a:extLst>
              </p:cNvPr>
              <p:cNvSpPr/>
              <p:nvPr/>
            </p:nvSpPr>
            <p:spPr>
              <a:xfrm>
                <a:off x="2312245" y="1744736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2D26DD98-4D9B-467D-934D-AF11D382E6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2245" y="1744736"/>
                <a:ext cx="905761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826CD4B4-D639-41C3-A541-4CC075043532}"/>
                  </a:ext>
                </a:extLst>
              </p:cNvPr>
              <p:cNvSpPr/>
              <p:nvPr/>
            </p:nvSpPr>
            <p:spPr>
              <a:xfrm>
                <a:off x="2283263" y="3599693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826CD4B4-D639-41C3-A541-4CC0750435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3263" y="3599693"/>
                <a:ext cx="963725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/>
              <p:nvPr/>
            </p:nvSpPr>
            <p:spPr>
              <a:xfrm>
                <a:off x="2260830" y="118000"/>
                <a:ext cx="986157" cy="83505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400" b="1" i="1" smtClean="0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400" b="1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altLang="zh-TW" sz="2400" b="1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𝑖</m:t>
                      </m:r>
                      <m:acc>
                        <m:accPr>
                          <m:chr m:val="̂"/>
                          <m:ctrlPr>
                            <a:rPr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0830" y="118000"/>
                <a:ext cx="986157" cy="835052"/>
              </a:xfrm>
              <a:prstGeom prst="roundRect">
                <a:avLst>
                  <a:gd name="adj" fmla="val 13546"/>
                </a:avLst>
              </a:prstGeom>
              <a:blipFill>
                <a:blip r:embed="rId6"/>
                <a:stretch>
                  <a:fillRect l="-3681" t="-725" r="-55828"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圖片 16">
            <a:extLst>
              <a:ext uri="{FF2B5EF4-FFF2-40B4-BE49-F238E27FC236}">
                <a16:creationId xmlns:a16="http://schemas.microsoft.com/office/drawing/2014/main" id="{7E641CDA-617F-4F05-85AF-0D4B76E35E8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00" b="5170"/>
          <a:stretch/>
        </p:blipFill>
        <p:spPr>
          <a:xfrm>
            <a:off x="5202596" y="2964663"/>
            <a:ext cx="2541600" cy="1663701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B4D0EDC3-DF15-46B8-9DB7-E31F73DA8DE3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07" b="9415"/>
          <a:stretch/>
        </p:blipFill>
        <p:spPr>
          <a:xfrm>
            <a:off x="3164224" y="1026412"/>
            <a:ext cx="2284871" cy="3619500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6E2766ED-AEFB-4E00-A7FB-85BC836586AD}"/>
              </a:ext>
            </a:extLst>
          </p:cNvPr>
          <p:cNvSpPr/>
          <p:nvPr/>
        </p:nvSpPr>
        <p:spPr>
          <a:xfrm>
            <a:off x="3593254" y="1505389"/>
            <a:ext cx="12362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24DEB0A-AE87-4B29-AEFF-94C510CE7B7E}"/>
              </a:ext>
            </a:extLst>
          </p:cNvPr>
          <p:cNvSpPr/>
          <p:nvPr/>
        </p:nvSpPr>
        <p:spPr>
          <a:xfrm>
            <a:off x="5925527" y="1505389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4921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B14FA9F0-26E3-4C73-9AC2-55EDFD7CAB0F}"/>
              </a:ext>
            </a:extLst>
          </p:cNvPr>
          <p:cNvSpPr/>
          <p:nvPr/>
        </p:nvSpPr>
        <p:spPr>
          <a:xfrm>
            <a:off x="2602492" y="1628560"/>
            <a:ext cx="4458717" cy="1741367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73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18E07411-13AE-478D-9583-97ADCA5F4F2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61" t="11602" r="1805" b="64731"/>
          <a:stretch/>
        </p:blipFill>
        <p:spPr>
          <a:xfrm>
            <a:off x="4960628" y="1686971"/>
            <a:ext cx="2019301" cy="16230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D6F5646F-0002-4001-A629-B6BB260688C8}"/>
                  </a:ext>
                </a:extLst>
              </p:cNvPr>
              <p:cNvSpPr/>
              <p:nvPr/>
            </p:nvSpPr>
            <p:spPr>
              <a:xfrm>
                <a:off x="3140159" y="2207368"/>
                <a:ext cx="1892249" cy="5005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  <m:sSub>
                                    <m:sSub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D6F5646F-0002-4001-A629-B6BB260688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0159" y="2207368"/>
                <a:ext cx="1892249" cy="5005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/>
              <p:nvPr/>
            </p:nvSpPr>
            <p:spPr>
              <a:xfrm>
                <a:off x="4923749" y="2805347"/>
                <a:ext cx="83059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3749" y="2805347"/>
                <a:ext cx="830594" cy="400110"/>
              </a:xfrm>
              <a:prstGeom prst="rect">
                <a:avLst/>
              </a:prstGeom>
              <a:blipFill>
                <a:blip r:embed="rId4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群組 21">
            <a:extLst>
              <a:ext uri="{FF2B5EF4-FFF2-40B4-BE49-F238E27FC236}">
                <a16:creationId xmlns:a16="http://schemas.microsoft.com/office/drawing/2014/main" id="{C81BC7C2-E257-4F42-9817-26DF68AFD2E9}"/>
              </a:ext>
            </a:extLst>
          </p:cNvPr>
          <p:cNvGrpSpPr/>
          <p:nvPr/>
        </p:nvGrpSpPr>
        <p:grpSpPr>
          <a:xfrm>
            <a:off x="5546431" y="1962777"/>
            <a:ext cx="666253" cy="711268"/>
            <a:chOff x="6394099" y="1329789"/>
            <a:chExt cx="1805559" cy="1927549"/>
          </a:xfrm>
        </p:grpSpPr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B31EA4FA-38D3-4AE2-A4C3-9A0D34FF1D74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26" name="箭號: 向右 25">
                <a:extLst>
                  <a:ext uri="{FF2B5EF4-FFF2-40B4-BE49-F238E27FC236}">
                    <a16:creationId xmlns:a16="http://schemas.microsoft.com/office/drawing/2014/main" id="{5CA7BE29-053C-470C-B9B9-1422568F30AE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箭號: 向右 26">
                <a:extLst>
                  <a:ext uri="{FF2B5EF4-FFF2-40B4-BE49-F238E27FC236}">
                    <a16:creationId xmlns:a16="http://schemas.microsoft.com/office/drawing/2014/main" id="{C202A97D-E1F0-449A-B047-679C78A2FCD5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/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blipFill>
                  <a:blip r:embed="rId5"/>
                  <a:stretch>
                    <a:fillRect b="-579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/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blipFill>
                  <a:blip r:embed="rId6"/>
                  <a:stretch>
                    <a:fillRect l="-4615" r="-4615"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64347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1" y="-176945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9" y="924545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81B59435-8FC3-4B19-938B-26A9132AE1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55" b="9750"/>
          <a:stretch/>
        </p:blipFill>
        <p:spPr>
          <a:xfrm>
            <a:off x="3145321" y="1038312"/>
            <a:ext cx="2286000" cy="362063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780323" y="62491"/>
                <a:ext cx="1070293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323" y="62491"/>
                <a:ext cx="1070293" cy="5557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42304A2-A81D-4C9B-820C-A78A3C2A6027}"/>
                  </a:ext>
                </a:extLst>
              </p:cNvPr>
              <p:cNvSpPr/>
              <p:nvPr/>
            </p:nvSpPr>
            <p:spPr>
              <a:xfrm>
                <a:off x="6319484" y="2169541"/>
                <a:ext cx="57163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42304A2-A81D-4C9B-820C-A78A3C2A60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9484" y="2169541"/>
                <a:ext cx="571630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74BB4B9-3647-41B7-863B-BA4D9B79618C}"/>
              </a:ext>
            </a:extLst>
          </p:cNvPr>
          <p:cNvCxnSpPr>
            <a:cxnSpLocks/>
          </p:cNvCxnSpPr>
          <p:nvPr/>
        </p:nvCxnSpPr>
        <p:spPr>
          <a:xfrm flipV="1">
            <a:off x="6131995" y="2496707"/>
            <a:ext cx="812800" cy="2115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C9887D0E-0A07-4759-90BA-97FE7DA61E98}"/>
              </a:ext>
            </a:extLst>
          </p:cNvPr>
          <p:cNvCxnSpPr>
            <a:cxnSpLocks/>
          </p:cNvCxnSpPr>
          <p:nvPr/>
        </p:nvCxnSpPr>
        <p:spPr>
          <a:xfrm flipH="1" flipV="1">
            <a:off x="5690670" y="2286565"/>
            <a:ext cx="440704" cy="4247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66E4083-7EF8-4F99-8729-2E33CCDF4766}"/>
                  </a:ext>
                </a:extLst>
              </p:cNvPr>
              <p:cNvSpPr/>
              <p:nvPr/>
            </p:nvSpPr>
            <p:spPr>
              <a:xfrm>
                <a:off x="6887704" y="2297279"/>
                <a:ext cx="38638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66E4083-7EF8-4F99-8729-2E33CCDF47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7704" y="2297279"/>
                <a:ext cx="3863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58268A8-BFBD-4526-B3F2-F24B349B2268}"/>
                  </a:ext>
                </a:extLst>
              </p:cNvPr>
              <p:cNvSpPr/>
              <p:nvPr/>
            </p:nvSpPr>
            <p:spPr>
              <a:xfrm>
                <a:off x="5413711" y="2071061"/>
                <a:ext cx="39100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58268A8-BFBD-4526-B3F2-F24B349B22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3711" y="2071061"/>
                <a:ext cx="391004" cy="400110"/>
              </a:xfrm>
              <a:prstGeom prst="rect">
                <a:avLst/>
              </a:prstGeom>
              <a:blipFill>
                <a:blip r:embed="rId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540663" y="-98178"/>
                <a:ext cx="2071657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63" y="-98178"/>
                <a:ext cx="2071657" cy="95135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3" y="1788083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3" y="1788083"/>
                <a:ext cx="905761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1" y="3643040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1" y="3643040"/>
                <a:ext cx="963725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/>
              <p:nvPr/>
            </p:nvSpPr>
            <p:spPr>
              <a:xfrm>
                <a:off x="3339776" y="2259915"/>
                <a:ext cx="83059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776" y="2259915"/>
                <a:ext cx="830594" cy="400110"/>
              </a:xfrm>
              <a:prstGeom prst="rect">
                <a:avLst/>
              </a:prstGeom>
              <a:blipFill>
                <a:blip r:embed="rId10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群組 21">
            <a:extLst>
              <a:ext uri="{FF2B5EF4-FFF2-40B4-BE49-F238E27FC236}">
                <a16:creationId xmlns:a16="http://schemas.microsoft.com/office/drawing/2014/main" id="{C81BC7C2-E257-4F42-9817-26DF68AFD2E9}"/>
              </a:ext>
            </a:extLst>
          </p:cNvPr>
          <p:cNvGrpSpPr/>
          <p:nvPr/>
        </p:nvGrpSpPr>
        <p:grpSpPr>
          <a:xfrm>
            <a:off x="3962458" y="1417345"/>
            <a:ext cx="666253" cy="711268"/>
            <a:chOff x="6394099" y="1329789"/>
            <a:chExt cx="1805559" cy="1927549"/>
          </a:xfrm>
        </p:grpSpPr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B31EA4FA-38D3-4AE2-A4C3-9A0D34FF1D74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26" name="箭號: 向右 25">
                <a:extLst>
                  <a:ext uri="{FF2B5EF4-FFF2-40B4-BE49-F238E27FC236}">
                    <a16:creationId xmlns:a16="http://schemas.microsoft.com/office/drawing/2014/main" id="{5CA7BE29-053C-470C-B9B9-1422568F30AE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箭號: 向右 26">
                <a:extLst>
                  <a:ext uri="{FF2B5EF4-FFF2-40B4-BE49-F238E27FC236}">
                    <a16:creationId xmlns:a16="http://schemas.microsoft.com/office/drawing/2014/main" id="{C202A97D-E1F0-449A-B047-679C78A2FCD5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/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blipFill>
                  <a:blip r:embed="rId11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/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blipFill>
                  <a:blip r:embed="rId12"/>
                  <a:stretch>
                    <a:fillRect l="-4688" r="-6250" b="-909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75081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1" y="-176945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9" y="924545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3" y="1788083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3" y="1788083"/>
                <a:ext cx="905761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1" y="3643040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1" y="3643040"/>
                <a:ext cx="963725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2B65F26-8A9E-42E3-9ADD-CA5BA2821178}"/>
                  </a:ext>
                </a:extLst>
              </p:cNvPr>
              <p:cNvSpPr/>
              <p:nvPr/>
            </p:nvSpPr>
            <p:spPr>
              <a:xfrm>
                <a:off x="3773325" y="62491"/>
                <a:ext cx="1077282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2B65F26-8A9E-42E3-9ADD-CA5BA28211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325" y="62491"/>
                <a:ext cx="1077282" cy="6115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CCAF30D-3D81-4DEE-B63D-A904AA33F651}"/>
                  </a:ext>
                </a:extLst>
              </p:cNvPr>
              <p:cNvSpPr/>
              <p:nvPr/>
            </p:nvSpPr>
            <p:spPr>
              <a:xfrm>
                <a:off x="5540656" y="-98178"/>
                <a:ext cx="207646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CCAF30D-3D81-4DEE-B63D-A904AA33F6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56" y="-98178"/>
                <a:ext cx="2076466" cy="9513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圖片 15">
            <a:extLst>
              <a:ext uri="{FF2B5EF4-FFF2-40B4-BE49-F238E27FC236}">
                <a16:creationId xmlns:a16="http://schemas.microsoft.com/office/drawing/2014/main" id="{3949826F-3815-41AA-BFA4-CAD92015C46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12" b="10438"/>
          <a:stretch/>
        </p:blipFill>
        <p:spPr>
          <a:xfrm>
            <a:off x="3141245" y="1089611"/>
            <a:ext cx="2286000" cy="3514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330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1" y="-176945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9" y="924545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AA4C4960-B250-4BC2-AE5E-CE7A7142A0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27" b="10506"/>
          <a:stretch/>
        </p:blipFill>
        <p:spPr>
          <a:xfrm>
            <a:off x="3148582" y="1054015"/>
            <a:ext cx="2286000" cy="354330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457533" y="62491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33" y="62491"/>
                <a:ext cx="1393074" cy="611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273956" y="-98178"/>
                <a:ext cx="235378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56" y="-98178"/>
                <a:ext cx="2353786" cy="9513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3" y="1788083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3" y="1788083"/>
                <a:ext cx="90576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1" y="3643040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1" y="3643040"/>
                <a:ext cx="96372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F28BAFE2-3078-4AA6-AADC-C1BA17E19EE5}"/>
              </a:ext>
            </a:extLst>
          </p:cNvPr>
          <p:cNvSpPr/>
          <p:nvPr/>
        </p:nvSpPr>
        <p:spPr>
          <a:xfrm>
            <a:off x="3574212" y="3400444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281C873-8580-4878-A50B-DE6EC0DF544D}"/>
              </a:ext>
            </a:extLst>
          </p:cNvPr>
          <p:cNvSpPr/>
          <p:nvPr/>
        </p:nvSpPr>
        <p:spPr>
          <a:xfrm>
            <a:off x="5906477" y="3335264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67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1" y="-176945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9" y="924545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009B6563-DECD-4DFA-8D64-23AB9F9457C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616" b="10315"/>
          <a:stretch/>
        </p:blipFill>
        <p:spPr>
          <a:xfrm>
            <a:off x="3145416" y="1111307"/>
            <a:ext cx="2286000" cy="35023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457533" y="62491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33" y="62491"/>
                <a:ext cx="1393074" cy="611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273956" y="-98178"/>
                <a:ext cx="235378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56" y="-98178"/>
                <a:ext cx="2353786" cy="9513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3" y="1788083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3" y="1788083"/>
                <a:ext cx="90576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1" y="3643040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1" y="3643040"/>
                <a:ext cx="96372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F28BAFE2-3078-4AA6-AADC-C1BA17E19EE5}"/>
              </a:ext>
            </a:extLst>
          </p:cNvPr>
          <p:cNvSpPr/>
          <p:nvPr/>
        </p:nvSpPr>
        <p:spPr>
          <a:xfrm>
            <a:off x="3574204" y="1537139"/>
            <a:ext cx="12362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ADD2564-9B12-46F7-93CC-A526FAF20331}"/>
              </a:ext>
            </a:extLst>
          </p:cNvPr>
          <p:cNvSpPr/>
          <p:nvPr/>
        </p:nvSpPr>
        <p:spPr>
          <a:xfrm>
            <a:off x="5906477" y="1537139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657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4201</TotalTime>
  <Words>145</Words>
  <Application>Microsoft Office PowerPoint</Application>
  <PresentationFormat>自訂</PresentationFormat>
  <Paragraphs>84</Paragraphs>
  <Slides>11</Slides>
  <Notes>0</Notes>
  <HiddenSlides>10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8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46</cp:revision>
  <dcterms:created xsi:type="dcterms:W3CDTF">2026-05-22T09:21:35Z</dcterms:created>
  <dcterms:modified xsi:type="dcterms:W3CDTF">2026-05-26T05:38:29Z</dcterms:modified>
</cp:coreProperties>
</file>