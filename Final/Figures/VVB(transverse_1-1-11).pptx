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9" r:id="rId2"/>
    <p:sldId id="260" r:id="rId3"/>
    <p:sldId id="264" r:id="rId4"/>
    <p:sldId id="265" r:id="rId5"/>
    <p:sldId id="266" r:id="rId6"/>
  </p:sldIdLst>
  <p:sldSz cx="9906000" cy="6210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16362"/>
            <a:ext cx="7429500" cy="2162104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61846"/>
            <a:ext cx="7429500" cy="1499384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69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31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48263"/>
            <a:ext cx="8543925" cy="258331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156014"/>
            <a:ext cx="8543925" cy="1358503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36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85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30641"/>
            <a:ext cx="8543925" cy="12003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22387"/>
            <a:ext cx="4190702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68485"/>
            <a:ext cx="4190702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22387"/>
            <a:ext cx="4211340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68485"/>
            <a:ext cx="4211340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89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75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18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94169"/>
            <a:ext cx="5014913" cy="4413338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0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94169"/>
            <a:ext cx="5014913" cy="4413338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98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58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30641"/>
            <a:ext cx="2135981" cy="526294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30641"/>
            <a:ext cx="6284119" cy="526294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19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30641"/>
            <a:ext cx="8543925" cy="1200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53205"/>
            <a:ext cx="8543925" cy="394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756028"/>
            <a:ext cx="3343275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02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9" Type="http://schemas.openxmlformats.org/officeDocument/2006/relationships/image" Target="../media/image98.png"/><Relationship Id="rId21" Type="http://schemas.openxmlformats.org/officeDocument/2006/relationships/image" Target="../media/image81.png"/><Relationship Id="rId34" Type="http://schemas.openxmlformats.org/officeDocument/2006/relationships/image" Target="../media/image93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33" Type="http://schemas.openxmlformats.org/officeDocument/2006/relationships/image" Target="../media/image92.png"/><Relationship Id="rId38" Type="http://schemas.openxmlformats.org/officeDocument/2006/relationships/image" Target="../media/image97.png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20" Type="http://schemas.openxmlformats.org/officeDocument/2006/relationships/image" Target="../media/image80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2.png"/><Relationship Id="rId24" Type="http://schemas.openxmlformats.org/officeDocument/2006/relationships/image" Target="../media/image84.png"/><Relationship Id="rId32" Type="http://schemas.openxmlformats.org/officeDocument/2006/relationships/image" Target="../media/image7.png"/><Relationship Id="rId37" Type="http://schemas.openxmlformats.org/officeDocument/2006/relationships/image" Target="../media/image96.png"/><Relationship Id="rId40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76.png"/><Relationship Id="rId23" Type="http://schemas.openxmlformats.org/officeDocument/2006/relationships/image" Target="../media/image83.png"/><Relationship Id="rId28" Type="http://schemas.openxmlformats.org/officeDocument/2006/relationships/image" Target="../media/image88.png"/><Relationship Id="rId36" Type="http://schemas.openxmlformats.org/officeDocument/2006/relationships/image" Target="../media/image95.png"/><Relationship Id="rId10" Type="http://schemas.openxmlformats.org/officeDocument/2006/relationships/image" Target="../media/image71.png"/><Relationship Id="rId19" Type="http://schemas.openxmlformats.org/officeDocument/2006/relationships/image" Target="../media/image79.png"/><Relationship Id="rId31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2.png"/><Relationship Id="rId27" Type="http://schemas.openxmlformats.org/officeDocument/2006/relationships/image" Target="../media/image87.png"/><Relationship Id="rId30" Type="http://schemas.openxmlformats.org/officeDocument/2006/relationships/image" Target="../media/image90.png"/><Relationship Id="rId35" Type="http://schemas.openxmlformats.org/officeDocument/2006/relationships/image" Target="../media/image94.png"/><Relationship Id="rId8" Type="http://schemas.openxmlformats.org/officeDocument/2006/relationships/image" Target="../media/image69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.png"/><Relationship Id="rId18" Type="http://schemas.openxmlformats.org/officeDocument/2006/relationships/image" Target="NULL"/><Relationship Id="rId26" Type="http://schemas.openxmlformats.org/officeDocument/2006/relationships/image" Target="../media/image22.png"/><Relationship Id="rId3" Type="http://schemas.openxmlformats.org/officeDocument/2006/relationships/image" Target="../media/image9.png"/><Relationship Id="rId21" Type="http://schemas.openxmlformats.org/officeDocument/2006/relationships/image" Target="NULL"/><Relationship Id="rId7" Type="http://schemas.openxmlformats.org/officeDocument/2006/relationships/image" Target="../media/image103.png"/><Relationship Id="rId12" Type="http://schemas.openxmlformats.org/officeDocument/2006/relationships/image" Target="../media/image16.png"/><Relationship Id="rId17" Type="http://schemas.openxmlformats.org/officeDocument/2006/relationships/image" Target="NULL"/><Relationship Id="rId25" Type="http://schemas.openxmlformats.org/officeDocument/2006/relationships/image" Target="../media/image21.png"/><Relationship Id="rId2" Type="http://schemas.openxmlformats.org/officeDocument/2006/relationships/image" Target="../media/image1.png"/><Relationship Id="rId20" Type="http://schemas.openxmlformats.org/officeDocument/2006/relationships/image" Target="NULL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5.png"/><Relationship Id="rId24" Type="http://schemas.openxmlformats.org/officeDocument/2006/relationships/image" Target="../media/image20.png"/><Relationship Id="rId5" Type="http://schemas.openxmlformats.org/officeDocument/2006/relationships/image" Target="../media/image11.png"/><Relationship Id="rId15" Type="http://schemas.openxmlformats.org/officeDocument/2006/relationships/image" Target="../media/image110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10" Type="http://schemas.openxmlformats.org/officeDocument/2006/relationships/image" Target="../media/image14.png"/><Relationship Id="rId19" Type="http://schemas.openxmlformats.org/officeDocument/2006/relationships/image" Target="NULL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42" Type="http://schemas.openxmlformats.org/officeDocument/2006/relationships/image" Target="../media/image62.png"/><Relationship Id="rId47" Type="http://schemas.openxmlformats.org/officeDocument/2006/relationships/image" Target="../media/image67.png"/><Relationship Id="rId50" Type="http://schemas.openxmlformats.org/officeDocument/2006/relationships/image" Target="../media/image101.png"/><Relationship Id="rId55" Type="http://schemas.openxmlformats.org/officeDocument/2006/relationships/image" Target="../media/image108.png"/><Relationship Id="rId63" Type="http://schemas.openxmlformats.org/officeDocument/2006/relationships/image" Target="../media/image117.png"/><Relationship Id="rId68" Type="http://schemas.openxmlformats.org/officeDocument/2006/relationships/image" Target="../media/image122.png"/><Relationship Id="rId7" Type="http://schemas.openxmlformats.org/officeDocument/2006/relationships/image" Target="../media/image21.png"/><Relationship Id="rId2" Type="http://schemas.openxmlformats.org/officeDocument/2006/relationships/image" Target="../media/image26.png"/><Relationship Id="rId16" Type="http://schemas.openxmlformats.org/officeDocument/2006/relationships/image" Target="../media/image36.png"/><Relationship Id="rId29" Type="http://schemas.openxmlformats.org/officeDocument/2006/relationships/image" Target="../media/image49.png"/><Relationship Id="rId11" Type="http://schemas.openxmlformats.org/officeDocument/2006/relationships/image" Target="../media/image32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40" Type="http://schemas.openxmlformats.org/officeDocument/2006/relationships/image" Target="../media/image60.png"/><Relationship Id="rId45" Type="http://schemas.openxmlformats.org/officeDocument/2006/relationships/image" Target="../media/image65.png"/><Relationship Id="rId53" Type="http://schemas.openxmlformats.org/officeDocument/2006/relationships/image" Target="../media/image106.png"/><Relationship Id="rId58" Type="http://schemas.openxmlformats.org/officeDocument/2006/relationships/image" Target="../media/image112.png"/><Relationship Id="rId66" Type="http://schemas.openxmlformats.org/officeDocument/2006/relationships/image" Target="../media/image120.png"/><Relationship Id="rId5" Type="http://schemas.openxmlformats.org/officeDocument/2006/relationships/image" Target="../media/image1.png"/><Relationship Id="rId61" Type="http://schemas.openxmlformats.org/officeDocument/2006/relationships/image" Target="../media/image115.png"/><Relationship Id="rId19" Type="http://schemas.openxmlformats.org/officeDocument/2006/relationships/image" Target="../media/image39.png"/><Relationship Id="rId14" Type="http://schemas.openxmlformats.org/officeDocument/2006/relationships/image" Target="../media/image6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43" Type="http://schemas.openxmlformats.org/officeDocument/2006/relationships/image" Target="../media/image63.png"/><Relationship Id="rId48" Type="http://schemas.openxmlformats.org/officeDocument/2006/relationships/image" Target="../media/image99.png"/><Relationship Id="rId56" Type="http://schemas.openxmlformats.org/officeDocument/2006/relationships/image" Target="../media/image109.png"/><Relationship Id="rId64" Type="http://schemas.openxmlformats.org/officeDocument/2006/relationships/image" Target="../media/image118.png"/><Relationship Id="rId8" Type="http://schemas.openxmlformats.org/officeDocument/2006/relationships/image" Target="../media/image29.png"/><Relationship Id="rId51" Type="http://schemas.openxmlformats.org/officeDocument/2006/relationships/image" Target="../media/image104.png"/><Relationship Id="rId3" Type="http://schemas.openxmlformats.org/officeDocument/2006/relationships/image" Target="../media/image27.pn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image" Target="../media/image58.png"/><Relationship Id="rId46" Type="http://schemas.openxmlformats.org/officeDocument/2006/relationships/image" Target="../media/image66.png"/><Relationship Id="rId59" Type="http://schemas.openxmlformats.org/officeDocument/2006/relationships/image" Target="../media/image113.png"/><Relationship Id="rId67" Type="http://schemas.openxmlformats.org/officeDocument/2006/relationships/image" Target="../media/image121.png"/><Relationship Id="rId20" Type="http://schemas.openxmlformats.org/officeDocument/2006/relationships/image" Target="../media/image40.png"/><Relationship Id="rId41" Type="http://schemas.openxmlformats.org/officeDocument/2006/relationships/image" Target="../media/image61.png"/><Relationship Id="rId54" Type="http://schemas.openxmlformats.org/officeDocument/2006/relationships/image" Target="../media/image107.png"/><Relationship Id="rId6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49" Type="http://schemas.openxmlformats.org/officeDocument/2006/relationships/image" Target="../media/image100.png"/><Relationship Id="rId57" Type="http://schemas.openxmlformats.org/officeDocument/2006/relationships/image" Target="../media/image111.png"/><Relationship Id="rId10" Type="http://schemas.openxmlformats.org/officeDocument/2006/relationships/image" Target="../media/image31.png"/><Relationship Id="rId31" Type="http://schemas.openxmlformats.org/officeDocument/2006/relationships/image" Target="../media/image51.png"/><Relationship Id="rId44" Type="http://schemas.openxmlformats.org/officeDocument/2006/relationships/image" Target="../media/image64.png"/><Relationship Id="rId52" Type="http://schemas.openxmlformats.org/officeDocument/2006/relationships/image" Target="../media/image105.png"/><Relationship Id="rId60" Type="http://schemas.openxmlformats.org/officeDocument/2006/relationships/image" Target="../media/image114.png"/><Relationship Id="rId65" Type="http://schemas.openxmlformats.org/officeDocument/2006/relationships/image" Target="../media/image119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39" Type="http://schemas.openxmlformats.org/officeDocument/2006/relationships/image" Target="../media/image5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26.png"/><Relationship Id="rId18" Type="http://schemas.openxmlformats.org/officeDocument/2006/relationships/image" Target="../media/image36.png"/><Relationship Id="rId26" Type="http://schemas.openxmlformats.org/officeDocument/2006/relationships/image" Target="../media/image28.png"/><Relationship Id="rId3" Type="http://schemas.openxmlformats.org/officeDocument/2006/relationships/image" Target="../media/image19.png"/><Relationship Id="rId12" Type="http://schemas.openxmlformats.org/officeDocument/2006/relationships/image" Target="../media/image125.png"/><Relationship Id="rId17" Type="http://schemas.openxmlformats.org/officeDocument/2006/relationships/image" Target="../media/image129.png"/><Relationship Id="rId25" Type="http://schemas.openxmlformats.org/officeDocument/2006/relationships/image" Target="../media/image132.png"/><Relationship Id="rId2" Type="http://schemas.openxmlformats.org/officeDocument/2006/relationships/image" Target="../media/image1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24.png"/><Relationship Id="rId24" Type="http://schemas.openxmlformats.org/officeDocument/2006/relationships/image" Target="../media/image131.png"/><Relationship Id="rId15" Type="http://schemas.openxmlformats.org/officeDocument/2006/relationships/image" Target="../media/image127.png"/><Relationship Id="rId23" Type="http://schemas.openxmlformats.org/officeDocument/2006/relationships/image" Target="../media/image43.png"/><Relationship Id="rId10" Type="http://schemas.openxmlformats.org/officeDocument/2006/relationships/image" Target="../media/image123.png"/><Relationship Id="rId19" Type="http://schemas.openxmlformats.org/officeDocument/2006/relationships/image" Target="../media/image130.png"/><Relationship Id="rId4" Type="http://schemas.openxmlformats.org/officeDocument/2006/relationships/image" Target="../media/image21.png"/><Relationship Id="rId9" Type="http://schemas.openxmlformats.org/officeDocument/2006/relationships/image" Target="../media/image30.png"/><Relationship Id="rId14" Type="http://schemas.openxmlformats.org/officeDocument/2006/relationships/image" Target="../media/image6.png"/><Relationship Id="rId22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26.png"/><Relationship Id="rId18" Type="http://schemas.openxmlformats.org/officeDocument/2006/relationships/image" Target="../media/image36.png"/><Relationship Id="rId26" Type="http://schemas.openxmlformats.org/officeDocument/2006/relationships/image" Target="../media/image28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25.png"/><Relationship Id="rId17" Type="http://schemas.openxmlformats.org/officeDocument/2006/relationships/image" Target="../media/image129.png"/><Relationship Id="rId25" Type="http://schemas.openxmlformats.org/officeDocument/2006/relationships/image" Target="../media/image141.png"/><Relationship Id="rId2" Type="http://schemas.openxmlformats.org/officeDocument/2006/relationships/image" Target="../media/image133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24.png"/><Relationship Id="rId24" Type="http://schemas.openxmlformats.org/officeDocument/2006/relationships/image" Target="../media/image140.png"/><Relationship Id="rId5" Type="http://schemas.openxmlformats.org/officeDocument/2006/relationships/image" Target="../media/image136.png"/><Relationship Id="rId15" Type="http://schemas.openxmlformats.org/officeDocument/2006/relationships/image" Target="../media/image127.png"/><Relationship Id="rId23" Type="http://schemas.openxmlformats.org/officeDocument/2006/relationships/image" Target="../media/image43.png"/><Relationship Id="rId10" Type="http://schemas.openxmlformats.org/officeDocument/2006/relationships/image" Target="../media/image123.png"/><Relationship Id="rId19" Type="http://schemas.openxmlformats.org/officeDocument/2006/relationships/image" Target="../media/image130.png"/><Relationship Id="rId4" Type="http://schemas.openxmlformats.org/officeDocument/2006/relationships/image" Target="../media/image135.png"/><Relationship Id="rId9" Type="http://schemas.openxmlformats.org/officeDocument/2006/relationships/image" Target="../media/image30.png"/><Relationship Id="rId14" Type="http://schemas.openxmlformats.org/officeDocument/2006/relationships/image" Target="../media/image6.png"/><Relationship Id="rId2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315" name="群組 314">
            <a:extLst>
              <a:ext uri="{FF2B5EF4-FFF2-40B4-BE49-F238E27FC236}">
                <a16:creationId xmlns:a16="http://schemas.microsoft.com/office/drawing/2014/main" id="{1C0050F0-AAD3-4777-86A3-4436F2AA4806}"/>
              </a:ext>
            </a:extLst>
          </p:cNvPr>
          <p:cNvGrpSpPr/>
          <p:nvPr/>
        </p:nvGrpSpPr>
        <p:grpSpPr>
          <a:xfrm>
            <a:off x="3571009" y="1325594"/>
            <a:ext cx="1196482" cy="1196482"/>
            <a:chOff x="7369987" y="1465126"/>
            <a:chExt cx="2090057" cy="2090057"/>
          </a:xfrm>
        </p:grpSpPr>
        <p:sp>
          <p:nvSpPr>
            <p:cNvPr id="316" name="矩形: 圓角 315">
              <a:extLst>
                <a:ext uri="{FF2B5EF4-FFF2-40B4-BE49-F238E27FC236}">
                  <a16:creationId xmlns:a16="http://schemas.microsoft.com/office/drawing/2014/main" id="{8DA291CD-F9F5-479F-B3E3-17ECA01C7287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58C61EC4-A7F1-466E-A9A9-5B1602762E7D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F518757A-EC3C-4B72-8632-C0505CF5D311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31358494-1765-4DB9-B1AE-2E81FF18D1F5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C414C673-A03A-409D-A5C5-1D0A9776340D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2DD94CC8-8A11-4102-B6FB-8357D073994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8E8291DF-20E7-4870-A2D3-F9D701F0F45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D388D75F-6F5F-4CE3-AAF0-E9F3ED5E3C0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24" name="橢圓 323">
              <a:extLst>
                <a:ext uri="{FF2B5EF4-FFF2-40B4-BE49-F238E27FC236}">
                  <a16:creationId xmlns:a16="http://schemas.microsoft.com/office/drawing/2014/main" id="{CDB941AC-87F9-4945-BD53-60A49D37163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0A97D4A1-E317-4828-BF73-318F34D82317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DBF54B7B-0DD8-40BE-B6A7-4B3A2ECFCD71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4B228CBA-DA29-45F5-89CD-06FA861936C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EB2169F6-9886-47F3-8B05-AAFA2BB0759D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542E7F20-D3A5-4B2E-BFA1-D2806B24CCF1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5B5985D0-79D4-4382-BE14-3EE98370DA31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1" name="等腰三角形 330">
              <a:extLst>
                <a:ext uri="{FF2B5EF4-FFF2-40B4-BE49-F238E27FC236}">
                  <a16:creationId xmlns:a16="http://schemas.microsoft.com/office/drawing/2014/main" id="{D66227D4-DC96-4BB5-ADEB-223F758BC9D2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2" name="等腰三角形 331">
              <a:extLst>
                <a:ext uri="{FF2B5EF4-FFF2-40B4-BE49-F238E27FC236}">
                  <a16:creationId xmlns:a16="http://schemas.microsoft.com/office/drawing/2014/main" id="{1243CE8D-9FDE-4103-8567-51AE6BDA1150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3" name="群組 332">
            <a:extLst>
              <a:ext uri="{FF2B5EF4-FFF2-40B4-BE49-F238E27FC236}">
                <a16:creationId xmlns:a16="http://schemas.microsoft.com/office/drawing/2014/main" id="{F10D56AE-BC32-4B3E-8CC1-92CD6F97B489}"/>
              </a:ext>
            </a:extLst>
          </p:cNvPr>
          <p:cNvGrpSpPr/>
          <p:nvPr/>
        </p:nvGrpSpPr>
        <p:grpSpPr>
          <a:xfrm>
            <a:off x="660071" y="4879599"/>
            <a:ext cx="1196482" cy="1196482"/>
            <a:chOff x="3321304" y="8992368"/>
            <a:chExt cx="2090057" cy="2090057"/>
          </a:xfrm>
        </p:grpSpPr>
        <p:sp>
          <p:nvSpPr>
            <p:cNvPr id="334" name="矩形: 圓角 333">
              <a:extLst>
                <a:ext uri="{FF2B5EF4-FFF2-40B4-BE49-F238E27FC236}">
                  <a16:creationId xmlns:a16="http://schemas.microsoft.com/office/drawing/2014/main" id="{107AEB76-CF5F-42E0-8438-BE366BDF9094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F1E3B3CE-CAE4-43EC-A81F-BB799E5103BC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CE662264-7C2E-4ABA-9D27-BEA55CB6BA6F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AB53FEC4-F3B1-4175-9F8F-F4655C34622B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A45FA053-7604-4139-B44C-68F082CE7D8D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E3BC649D-B41A-4189-B71E-121DFA569612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6452AD14-8072-4DC0-8C39-5E8939A9AA7D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1" name="橢圓 340">
              <a:extLst>
                <a:ext uri="{FF2B5EF4-FFF2-40B4-BE49-F238E27FC236}">
                  <a16:creationId xmlns:a16="http://schemas.microsoft.com/office/drawing/2014/main" id="{63424603-F592-4039-BF7E-D5010E12EBFA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42" name="橢圓 341">
              <a:extLst>
                <a:ext uri="{FF2B5EF4-FFF2-40B4-BE49-F238E27FC236}">
                  <a16:creationId xmlns:a16="http://schemas.microsoft.com/office/drawing/2014/main" id="{00BB0486-5E10-4828-9BA9-FBA1482A7ADA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45D97480-D20C-44B0-9B6C-7F45BB4A5FB8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8EF70A1B-A69D-49AC-B2A1-234A2D98F2F1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CF9FCFFE-8AA8-4688-9C9D-A22D7844B2B5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18AAB132-8DE7-40C3-A391-4AE2735256FB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B1114456-56ED-4D58-927A-08139F0843B8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EBB27CA8-F4E4-4B69-9A73-57E28643DA2E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9" name="等腰三角形 348">
              <a:extLst>
                <a:ext uri="{FF2B5EF4-FFF2-40B4-BE49-F238E27FC236}">
                  <a16:creationId xmlns:a16="http://schemas.microsoft.com/office/drawing/2014/main" id="{2A3B11E2-A6BB-40FF-ACBF-04FE7509E736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0" name="等腰三角形 349">
              <a:extLst>
                <a:ext uri="{FF2B5EF4-FFF2-40B4-BE49-F238E27FC236}">
                  <a16:creationId xmlns:a16="http://schemas.microsoft.com/office/drawing/2014/main" id="{7839C4B8-B370-465B-B5FE-0E930B4AE14D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51" name="群組 350">
            <a:extLst>
              <a:ext uri="{FF2B5EF4-FFF2-40B4-BE49-F238E27FC236}">
                <a16:creationId xmlns:a16="http://schemas.microsoft.com/office/drawing/2014/main" id="{B724DA2B-E9BC-4562-A3B3-9AF7535E6FB1}"/>
              </a:ext>
            </a:extLst>
          </p:cNvPr>
          <p:cNvGrpSpPr/>
          <p:nvPr/>
        </p:nvGrpSpPr>
        <p:grpSpPr>
          <a:xfrm>
            <a:off x="3450796" y="4418759"/>
            <a:ext cx="1196482" cy="1196482"/>
            <a:chOff x="8631015" y="5186974"/>
            <a:chExt cx="2090057" cy="2090057"/>
          </a:xfrm>
        </p:grpSpPr>
        <p:sp>
          <p:nvSpPr>
            <p:cNvPr id="352" name="矩形: 圓角 351">
              <a:extLst>
                <a:ext uri="{FF2B5EF4-FFF2-40B4-BE49-F238E27FC236}">
                  <a16:creationId xmlns:a16="http://schemas.microsoft.com/office/drawing/2014/main" id="{43898566-395E-4111-9B43-01060DF92027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3" name="箭號: 左-右雙向 352">
              <a:extLst>
                <a:ext uri="{FF2B5EF4-FFF2-40B4-BE49-F238E27FC236}">
                  <a16:creationId xmlns:a16="http://schemas.microsoft.com/office/drawing/2014/main" id="{82A6ADB4-3F1E-4F80-9029-1E228BF300ED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4" name="箭號: 左-右雙向 353">
              <a:extLst>
                <a:ext uri="{FF2B5EF4-FFF2-40B4-BE49-F238E27FC236}">
                  <a16:creationId xmlns:a16="http://schemas.microsoft.com/office/drawing/2014/main" id="{D63EDDF5-BB13-4B5E-A535-347DDB0A07FB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5" name="箭號: 左-右雙向 354">
              <a:extLst>
                <a:ext uri="{FF2B5EF4-FFF2-40B4-BE49-F238E27FC236}">
                  <a16:creationId xmlns:a16="http://schemas.microsoft.com/office/drawing/2014/main" id="{A069FEC9-5127-459F-9C62-904F84A8FF81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6" name="箭號: 左-右雙向 355">
              <a:extLst>
                <a:ext uri="{FF2B5EF4-FFF2-40B4-BE49-F238E27FC236}">
                  <a16:creationId xmlns:a16="http://schemas.microsoft.com/office/drawing/2014/main" id="{5122AC35-15BD-446B-B5D1-B5D54D4B1730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7" name="箭號: 左-右雙向 356">
              <a:extLst>
                <a:ext uri="{FF2B5EF4-FFF2-40B4-BE49-F238E27FC236}">
                  <a16:creationId xmlns:a16="http://schemas.microsoft.com/office/drawing/2014/main" id="{70A27790-5715-4E46-A674-F10382B2BA3C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8" name="箭號: 左-右雙向 357">
              <a:extLst>
                <a:ext uri="{FF2B5EF4-FFF2-40B4-BE49-F238E27FC236}">
                  <a16:creationId xmlns:a16="http://schemas.microsoft.com/office/drawing/2014/main" id="{098D3561-7D6C-4FE5-9244-64E312ADE6CA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9" name="箭號: 左-右雙向 358">
              <a:extLst>
                <a:ext uri="{FF2B5EF4-FFF2-40B4-BE49-F238E27FC236}">
                  <a16:creationId xmlns:a16="http://schemas.microsoft.com/office/drawing/2014/main" id="{3C65C6E2-CDB7-4353-8846-4453C31F3AB5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0" name="箭號: 左-右雙向 359">
              <a:extLst>
                <a:ext uri="{FF2B5EF4-FFF2-40B4-BE49-F238E27FC236}">
                  <a16:creationId xmlns:a16="http://schemas.microsoft.com/office/drawing/2014/main" id="{52E743E2-818E-4891-A897-9F529E8CAD6F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61" name="群組 360">
            <a:extLst>
              <a:ext uri="{FF2B5EF4-FFF2-40B4-BE49-F238E27FC236}">
                <a16:creationId xmlns:a16="http://schemas.microsoft.com/office/drawing/2014/main" id="{F1EC7C86-34C0-49AE-A684-EA29C29291F1}"/>
              </a:ext>
            </a:extLst>
          </p:cNvPr>
          <p:cNvGrpSpPr/>
          <p:nvPr/>
        </p:nvGrpSpPr>
        <p:grpSpPr>
          <a:xfrm>
            <a:off x="376498" y="1895647"/>
            <a:ext cx="1196482" cy="1196482"/>
            <a:chOff x="-756975" y="5254023"/>
            <a:chExt cx="2090057" cy="2090057"/>
          </a:xfrm>
        </p:grpSpPr>
        <p:sp>
          <p:nvSpPr>
            <p:cNvPr id="362" name="矩形: 圓角 361">
              <a:extLst>
                <a:ext uri="{FF2B5EF4-FFF2-40B4-BE49-F238E27FC236}">
                  <a16:creationId xmlns:a16="http://schemas.microsoft.com/office/drawing/2014/main" id="{BAB11C24-559C-47B4-83B2-20939F6BFFE3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3" name="箭號: 左-右雙向 362">
              <a:extLst>
                <a:ext uri="{FF2B5EF4-FFF2-40B4-BE49-F238E27FC236}">
                  <a16:creationId xmlns:a16="http://schemas.microsoft.com/office/drawing/2014/main" id="{085D0F66-90C3-433A-8B61-8B0596E06F0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4" name="箭號: 左-右雙向 363">
              <a:extLst>
                <a:ext uri="{FF2B5EF4-FFF2-40B4-BE49-F238E27FC236}">
                  <a16:creationId xmlns:a16="http://schemas.microsoft.com/office/drawing/2014/main" id="{63543E97-5470-4A00-A28D-D88626DFCF6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5" name="箭號: 左-右雙向 364">
              <a:extLst>
                <a:ext uri="{FF2B5EF4-FFF2-40B4-BE49-F238E27FC236}">
                  <a16:creationId xmlns:a16="http://schemas.microsoft.com/office/drawing/2014/main" id="{AA0FD772-E17D-4061-A1CE-FF3EDC576C22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6" name="箭號: 左-右雙向 365">
              <a:extLst>
                <a:ext uri="{FF2B5EF4-FFF2-40B4-BE49-F238E27FC236}">
                  <a16:creationId xmlns:a16="http://schemas.microsoft.com/office/drawing/2014/main" id="{C4DCFFC6-C3FC-4C6A-89EA-448524803490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7" name="箭號: 左-右雙向 366">
              <a:extLst>
                <a:ext uri="{FF2B5EF4-FFF2-40B4-BE49-F238E27FC236}">
                  <a16:creationId xmlns:a16="http://schemas.microsoft.com/office/drawing/2014/main" id="{63D621B5-785C-4E23-803A-558CD60AEA47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8" name="箭號: 左-右雙向 367">
              <a:extLst>
                <a:ext uri="{FF2B5EF4-FFF2-40B4-BE49-F238E27FC236}">
                  <a16:creationId xmlns:a16="http://schemas.microsoft.com/office/drawing/2014/main" id="{02A38FA9-9EC2-4445-85DC-8170CB57DF44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9" name="箭號: 左-右雙向 368">
              <a:extLst>
                <a:ext uri="{FF2B5EF4-FFF2-40B4-BE49-F238E27FC236}">
                  <a16:creationId xmlns:a16="http://schemas.microsoft.com/office/drawing/2014/main" id="{98201BBA-1E57-41A2-ACBD-79E234C433D1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70" name="箭號: 左-右雙向 369">
              <a:extLst>
                <a:ext uri="{FF2B5EF4-FFF2-40B4-BE49-F238E27FC236}">
                  <a16:creationId xmlns:a16="http://schemas.microsoft.com/office/drawing/2014/main" id="{AA819231-176E-45E1-A188-540465AC731B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8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C4F9FD23-F59D-4871-BF3A-B11C66BBB6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409157" y="3124200"/>
            <a:ext cx="1268118" cy="1263696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5CB2585F-5691-4308-B3E7-51BE98D183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31578" y="3124200"/>
            <a:ext cx="1281831" cy="1263696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2AA07A5C-5C85-4BE6-B680-E9532BC1CB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1300945"/>
            <a:ext cx="1268118" cy="1263696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C3CC341F-0714-41BC-B2FA-8CB504F9E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4855581"/>
            <a:ext cx="1268118" cy="1263696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956E80BA-DEC2-4EDF-A592-965E72A28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783407" y="1306805"/>
            <a:ext cx="1248021" cy="1250648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4AB21A6B-65B1-42A1-AD2B-3C92C9F48C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771242" y="4864303"/>
            <a:ext cx="1253276" cy="1253276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04018" y="3123848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330525" y="3123691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blipFill>
                <a:blip r:embed="rId7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841095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blipFill>
                <a:blip r:embed="rId1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blipFill>
                <a:blip r:embed="rId11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116395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blipFill>
                <a:blip r:embed="rId1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blipFill>
                <a:blip r:embed="rId1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49651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82635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85" y="291048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32130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91099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32130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91099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1" y="3210806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5451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83036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81847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60359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2" y="3660431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523138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09" y="3214705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99161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blipFill>
                <a:blip r:embed="rId2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blipFill>
                <a:blip r:embed="rId2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blipFill>
                <a:blip r:embed="rId3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5" y="124840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3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3" y="2926721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40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2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blipFill>
                <a:blip r:embed="rId33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4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2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9" y="322703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4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9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1" y="3575856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2" y="367592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1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blipFill>
                <a:blip r:embed="rId37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0" y="3230199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9" name="群組 308">
            <a:extLst>
              <a:ext uri="{FF2B5EF4-FFF2-40B4-BE49-F238E27FC236}">
                <a16:creationId xmlns:a16="http://schemas.microsoft.com/office/drawing/2014/main" id="{923BE20A-F83E-4C32-9F62-F6AECA9B854D}"/>
              </a:ext>
            </a:extLst>
          </p:cNvPr>
          <p:cNvGrpSpPr/>
          <p:nvPr/>
        </p:nvGrpSpPr>
        <p:grpSpPr>
          <a:xfrm>
            <a:off x="4045903" y="1517103"/>
            <a:ext cx="528478" cy="516457"/>
            <a:chOff x="4045903" y="1840952"/>
            <a:chExt cx="528478" cy="516457"/>
          </a:xfrm>
        </p:grpSpPr>
        <p:grpSp>
          <p:nvGrpSpPr>
            <p:cNvPr id="310" name="群組 309">
              <a:extLst>
                <a:ext uri="{FF2B5EF4-FFF2-40B4-BE49-F238E27FC236}">
                  <a16:creationId xmlns:a16="http://schemas.microsoft.com/office/drawing/2014/main" id="{3563E56C-C75B-4B56-8CDF-CF1056A0307D}"/>
                </a:ext>
              </a:extLst>
            </p:cNvPr>
            <p:cNvGrpSpPr/>
            <p:nvPr/>
          </p:nvGrpSpPr>
          <p:grpSpPr>
            <a:xfrm>
              <a:off x="4171971" y="2141506"/>
              <a:ext cx="115586" cy="110880"/>
              <a:chOff x="1373392" y="2391862"/>
              <a:chExt cx="479433" cy="476535"/>
            </a:xfrm>
          </p:grpSpPr>
          <p:sp>
            <p:nvSpPr>
              <p:cNvPr id="313" name="箭號: 向右 312">
                <a:extLst>
                  <a:ext uri="{FF2B5EF4-FFF2-40B4-BE49-F238E27FC236}">
                    <a16:creationId xmlns:a16="http://schemas.microsoft.com/office/drawing/2014/main" id="{46418E2D-1845-4FA3-9CF6-D73E2295F05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箭號: 向右 313">
                <a:extLst>
                  <a:ext uri="{FF2B5EF4-FFF2-40B4-BE49-F238E27FC236}">
                    <a16:creationId xmlns:a16="http://schemas.microsoft.com/office/drawing/2014/main" id="{37A4EB8D-9830-4CB9-AA92-31692CC6CCA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/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blipFill>
                  <a:blip r:embed="rId38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/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blipFill>
                  <a:blip r:embed="rId39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257302" y="603565"/>
            <a:ext cx="2342330" cy="444119"/>
          </a:xfrm>
          <a:prstGeom prst="rect">
            <a:avLst/>
          </a:prstGeom>
        </p:spPr>
      </p:pic>
      <p:pic>
        <p:nvPicPr>
          <p:cNvPr id="372" name="圖片 371">
            <a:extLst>
              <a:ext uri="{FF2B5EF4-FFF2-40B4-BE49-F238E27FC236}">
                <a16:creationId xmlns:a16="http://schemas.microsoft.com/office/drawing/2014/main" id="{0D1E4E23-ACFA-4275-A339-4ED5EBCF4A2E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-352653" y="1065796"/>
            <a:ext cx="2342330" cy="5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7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956509" y="648393"/>
            <a:ext cx="5342021" cy="523517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2" name="圖片 111">
            <a:extLst>
              <a:ext uri="{FF2B5EF4-FFF2-40B4-BE49-F238E27FC236}">
                <a16:creationId xmlns:a16="http://schemas.microsoft.com/office/drawing/2014/main" id="{5C033BE9-6E1D-40DB-8200-797C6F2D22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5519555" y="2587480"/>
            <a:ext cx="867600" cy="864575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18D34B52-23B0-4279-A1CC-670294886D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2949488" y="3911332"/>
            <a:ext cx="867600" cy="855325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BCF2FB91-FE26-4058-B6A7-50FE9987CC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683929" y="1496331"/>
            <a:ext cx="867600" cy="864575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21B9F618-288E-44E7-A7D2-C7BC261E8F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793344" y="4933736"/>
            <a:ext cx="867600" cy="864575"/>
          </a:xfrm>
          <a:prstGeom prst="rect">
            <a:avLst/>
          </a:prstGeom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4682304" y="4955619"/>
            <a:ext cx="762458" cy="762458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4248828" y="44756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828" y="4475662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4109285" y="1862164"/>
            <a:ext cx="76622" cy="73502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3935869" y="1465811"/>
                <a:ext cx="29061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869" y="1465811"/>
                <a:ext cx="290616" cy="424283"/>
              </a:xfrm>
              <a:prstGeom prst="rect">
                <a:avLst/>
              </a:prstGeom>
              <a:blipFill>
                <a:blip r:embed="rId4"/>
                <a:stretch>
                  <a:fillRect r="-44681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4116302" y="1698614"/>
                <a:ext cx="2574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02" y="1698614"/>
                <a:ext cx="257490" cy="400110"/>
              </a:xfrm>
              <a:prstGeom prst="rect">
                <a:avLst/>
              </a:prstGeom>
              <a:blipFill>
                <a:blip r:embed="rId5"/>
                <a:stretch>
                  <a:fillRect r="-50000"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4872518" y="1506423"/>
            <a:ext cx="762458" cy="789843"/>
            <a:chOff x="3481679" y="1511997"/>
            <a:chExt cx="1150186" cy="119149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2" y="1753910"/>
              <a:ext cx="230063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46896" y="2016650"/>
              <a:ext cx="115585" cy="110881"/>
              <a:chOff x="1328701" y="2330105"/>
              <a:chExt cx="479430" cy="476538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366547" y="2674112"/>
                <a:ext cx="441584" cy="13253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174173" y="2484633"/>
                <a:ext cx="441581" cy="132526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803785" y="1511997"/>
                  <a:ext cx="546776" cy="540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3785" y="1511997"/>
                  <a:ext cx="546776" cy="540026"/>
                </a:xfrm>
                <a:prstGeom prst="rect">
                  <a:avLst/>
                </a:prstGeom>
                <a:blipFill>
                  <a:blip r:embed="rId6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blipFill>
                  <a:blip r:embed="rId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3646072" y="2015385"/>
                <a:ext cx="4324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072" y="2015385"/>
                <a:ext cx="432414" cy="338554"/>
              </a:xfrm>
              <a:prstGeom prst="rect">
                <a:avLst/>
              </a:prstGeom>
              <a:blipFill>
                <a:blip r:embed="rId8"/>
                <a:stretch>
                  <a:fillRect r="-39437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1771156" y="769199"/>
            <a:ext cx="3392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3805807" y="1223742"/>
                <a:ext cx="16735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807" y="1223742"/>
                <a:ext cx="1673596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2808354" y="388337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354" y="3883378"/>
                <a:ext cx="1150186" cy="307777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389532" y="2536005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532" y="2536005"/>
                <a:ext cx="1150186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3626920" y="487728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920" y="4877288"/>
                <a:ext cx="115018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589749" y="1478030"/>
            <a:ext cx="281644" cy="898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4491802" y="2257752"/>
                <a:ext cx="3170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802" y="2257752"/>
                <a:ext cx="317078" cy="307777"/>
              </a:xfrm>
              <a:prstGeom prst="rect">
                <a:avLst/>
              </a:prstGeom>
              <a:blipFill>
                <a:blip r:embed="rId1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BE783C45-7EFF-4CAC-88CC-AE391F56F0C1}"/>
              </a:ext>
            </a:extLst>
          </p:cNvPr>
          <p:cNvGrpSpPr/>
          <p:nvPr/>
        </p:nvGrpSpPr>
        <p:grpSpPr>
          <a:xfrm>
            <a:off x="3873337" y="2547380"/>
            <a:ext cx="1606614" cy="1942203"/>
            <a:chOff x="1768312" y="2547380"/>
            <a:chExt cx="1606614" cy="1942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blipFill>
                  <a:blip r:embed="rId15"/>
                  <a:stretch>
                    <a:fillRect t="-110909" r="-46269" b="-1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2490566" y="2826349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1851984" y="2910487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2490566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2209892" y="2910988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blipFill>
                  <a:blip r:embed="rId17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2489620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blipFill>
                  <a:blip r:embed="rId18"/>
                  <a:stretch>
                    <a:fillRect r="-51724"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2209892" y="2910988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3212476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7860" y="3210805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2570845" y="3654510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399523" y="3483035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1768312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2490802" y="281847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0" name="Partial Circle 9">
              <a:extLst>
                <a:ext uri="{FF2B5EF4-FFF2-40B4-BE49-F238E27FC236}">
                  <a16:creationId xmlns:a16="http://schemas.microsoft.com/office/drawing/2014/main" id="{44538DF5-DE96-4104-B849-41515C1FF37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05459" y="3560358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/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2" name="Straight Arrow Connector 17">
              <a:extLst>
                <a:ext uri="{FF2B5EF4-FFF2-40B4-BE49-F238E27FC236}">
                  <a16:creationId xmlns:a16="http://schemas.microsoft.com/office/drawing/2014/main" id="{9118E4FA-F32D-4FFA-A291-5D7406EE0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8711" y="366042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3" name="Partial Circle 9">
              <a:extLst>
                <a:ext uri="{FF2B5EF4-FFF2-40B4-BE49-F238E27FC236}">
                  <a16:creationId xmlns:a16="http://schemas.microsoft.com/office/drawing/2014/main" id="{E3086480-D87C-44BE-A5FD-FCCCBCB51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2736" y="3523137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/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blipFill>
                  <a:blip r:embed="rId21"/>
                  <a:stretch>
                    <a:fillRect r="-4082"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5" name="Straight Arrow Connector 17">
              <a:extLst>
                <a:ext uri="{FF2B5EF4-FFF2-40B4-BE49-F238E27FC236}">
                  <a16:creationId xmlns:a16="http://schemas.microsoft.com/office/drawing/2014/main" id="{4E3FCC2D-106E-4711-AEA1-A315AFE9C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08" y="321470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6" name="Oval 23">
              <a:extLst>
                <a:ext uri="{FF2B5EF4-FFF2-40B4-BE49-F238E27FC236}">
                  <a16:creationId xmlns:a16="http://schemas.microsoft.com/office/drawing/2014/main" id="{BD6C54FF-0932-46E0-AAF1-1EE5D8BEBA20}"/>
                </a:ext>
              </a:extLst>
            </p:cNvPr>
            <p:cNvSpPr/>
            <p:nvPr/>
          </p:nvSpPr>
          <p:spPr>
            <a:xfrm>
              <a:off x="2831476" y="38509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7" name="Oval 23">
              <a:extLst>
                <a:ext uri="{FF2B5EF4-FFF2-40B4-BE49-F238E27FC236}">
                  <a16:creationId xmlns:a16="http://schemas.microsoft.com/office/drawing/2014/main" id="{21C2D51D-46D6-42F1-ACC3-976D84AA89E7}"/>
                </a:ext>
              </a:extLst>
            </p:cNvPr>
            <p:cNvSpPr/>
            <p:nvPr/>
          </p:nvSpPr>
          <p:spPr>
            <a:xfrm>
              <a:off x="2145676" y="33175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1804540" y="2600555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4540" y="2600555"/>
                <a:ext cx="135646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07B2F8C0-5305-4898-871A-E9981615C101}"/>
              </a:ext>
            </a:extLst>
          </p:cNvPr>
          <p:cNvGrpSpPr/>
          <p:nvPr/>
        </p:nvGrpSpPr>
        <p:grpSpPr>
          <a:xfrm>
            <a:off x="6419809" y="3997534"/>
            <a:ext cx="762458" cy="762458"/>
            <a:chOff x="389151" y="2161357"/>
            <a:chExt cx="1150186" cy="1150186"/>
          </a:xfrm>
        </p:grpSpPr>
        <p:sp>
          <p:nvSpPr>
            <p:cNvPr id="119" name="矩形: 圓角 118">
              <a:extLst>
                <a:ext uri="{FF2B5EF4-FFF2-40B4-BE49-F238E27FC236}">
                  <a16:creationId xmlns:a16="http://schemas.microsoft.com/office/drawing/2014/main" id="{DF3A80B7-F728-4945-A812-5BEB9B06BB5D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0" name="箭號: 左-右雙向 119">
              <a:extLst>
                <a:ext uri="{FF2B5EF4-FFF2-40B4-BE49-F238E27FC236}">
                  <a16:creationId xmlns:a16="http://schemas.microsoft.com/office/drawing/2014/main" id="{4B92AD8A-5F0F-4DD8-9195-0675AA9DB28D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1" name="箭號: 左-右雙向 120">
              <a:extLst>
                <a:ext uri="{FF2B5EF4-FFF2-40B4-BE49-F238E27FC236}">
                  <a16:creationId xmlns:a16="http://schemas.microsoft.com/office/drawing/2014/main" id="{706738C3-BF31-46AF-AA46-79F93D2D061F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2" name="箭號: 左-右雙向 121">
              <a:extLst>
                <a:ext uri="{FF2B5EF4-FFF2-40B4-BE49-F238E27FC236}">
                  <a16:creationId xmlns:a16="http://schemas.microsoft.com/office/drawing/2014/main" id="{279FBFE2-7482-4A6A-B4EF-0668AAAB78D4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3" name="箭號: 左-右雙向 122">
              <a:extLst>
                <a:ext uri="{FF2B5EF4-FFF2-40B4-BE49-F238E27FC236}">
                  <a16:creationId xmlns:a16="http://schemas.microsoft.com/office/drawing/2014/main" id="{E41E7590-BAB9-4506-84C8-9186DA81E13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4" name="箭號: 左-右雙向 123">
              <a:extLst>
                <a:ext uri="{FF2B5EF4-FFF2-40B4-BE49-F238E27FC236}">
                  <a16:creationId xmlns:a16="http://schemas.microsoft.com/office/drawing/2014/main" id="{E3324B6E-D926-4FCC-8B42-DE3929461B0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5" name="箭號: 左-右雙向 124">
              <a:extLst>
                <a:ext uri="{FF2B5EF4-FFF2-40B4-BE49-F238E27FC236}">
                  <a16:creationId xmlns:a16="http://schemas.microsoft.com/office/drawing/2014/main" id="{49F5CF9B-7EA5-4858-ABB6-0C7F6DEFE0D7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6" name="箭號: 左-右雙向 125">
              <a:extLst>
                <a:ext uri="{FF2B5EF4-FFF2-40B4-BE49-F238E27FC236}">
                  <a16:creationId xmlns:a16="http://schemas.microsoft.com/office/drawing/2014/main" id="{2AC2EEB0-F961-43A7-91F7-A24CA6322267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0" name="箭號: 左-右雙向 129">
              <a:extLst>
                <a:ext uri="{FF2B5EF4-FFF2-40B4-BE49-F238E27FC236}">
                  <a16:creationId xmlns:a16="http://schemas.microsoft.com/office/drawing/2014/main" id="{66961A47-07AF-4706-80CF-76ABBDA8693C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8A77A7AA-C863-435E-93DA-A677E85256E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21091" y="3923432"/>
            <a:ext cx="861387" cy="863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5356195" y="3898080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195" y="3898080"/>
                <a:ext cx="1150186" cy="307777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9598AA79-722B-413F-93C1-4BE4A44EF944}"/>
              </a:ext>
            </a:extLst>
          </p:cNvPr>
          <p:cNvGrpSpPr/>
          <p:nvPr/>
        </p:nvGrpSpPr>
        <p:grpSpPr>
          <a:xfrm>
            <a:off x="2133415" y="2600126"/>
            <a:ext cx="762458" cy="762458"/>
            <a:chOff x="389151" y="2161357"/>
            <a:chExt cx="1150186" cy="1150186"/>
          </a:xfrm>
        </p:grpSpPr>
        <p:sp>
          <p:nvSpPr>
            <p:cNvPr id="136" name="矩形: 圓角 135">
              <a:extLst>
                <a:ext uri="{FF2B5EF4-FFF2-40B4-BE49-F238E27FC236}">
                  <a16:creationId xmlns:a16="http://schemas.microsoft.com/office/drawing/2014/main" id="{4FDD501F-8024-4335-B21B-7744633B4398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7" name="箭號: 左-右雙向 136">
              <a:extLst>
                <a:ext uri="{FF2B5EF4-FFF2-40B4-BE49-F238E27FC236}">
                  <a16:creationId xmlns:a16="http://schemas.microsoft.com/office/drawing/2014/main" id="{6E188C5A-5749-4D7C-8302-71A6E3DA6B68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8" name="箭號: 左-右雙向 137">
              <a:extLst>
                <a:ext uri="{FF2B5EF4-FFF2-40B4-BE49-F238E27FC236}">
                  <a16:creationId xmlns:a16="http://schemas.microsoft.com/office/drawing/2014/main" id="{42116BAA-3D04-46B9-B272-F52023155ABE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9" name="箭號: 左-右雙向 138">
              <a:extLst>
                <a:ext uri="{FF2B5EF4-FFF2-40B4-BE49-F238E27FC236}">
                  <a16:creationId xmlns:a16="http://schemas.microsoft.com/office/drawing/2014/main" id="{0857E5BF-11F7-41F6-918F-78D3FF353FC8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0" name="箭號: 左-右雙向 139">
              <a:extLst>
                <a:ext uri="{FF2B5EF4-FFF2-40B4-BE49-F238E27FC236}">
                  <a16:creationId xmlns:a16="http://schemas.microsoft.com/office/drawing/2014/main" id="{5054F892-90FF-4E96-A7B3-26DF4EB760F1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1" name="箭號: 左-右雙向 140">
              <a:extLst>
                <a:ext uri="{FF2B5EF4-FFF2-40B4-BE49-F238E27FC236}">
                  <a16:creationId xmlns:a16="http://schemas.microsoft.com/office/drawing/2014/main" id="{48D6F68F-107F-4C1D-AAA9-3218CBE8D522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42" name="箭號: 左-右雙向 141">
              <a:extLst>
                <a:ext uri="{FF2B5EF4-FFF2-40B4-BE49-F238E27FC236}">
                  <a16:creationId xmlns:a16="http://schemas.microsoft.com/office/drawing/2014/main" id="{87AD9543-1723-4B03-BF8A-24E8DF865F6F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3" name="箭號: 左-右雙向 142">
              <a:extLst>
                <a:ext uri="{FF2B5EF4-FFF2-40B4-BE49-F238E27FC236}">
                  <a16:creationId xmlns:a16="http://schemas.microsoft.com/office/drawing/2014/main" id="{9A9C4CF8-1639-485A-BCC5-57BA82F88E8C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4" name="箭號: 左-右雙向 143">
              <a:extLst>
                <a:ext uri="{FF2B5EF4-FFF2-40B4-BE49-F238E27FC236}">
                  <a16:creationId xmlns:a16="http://schemas.microsoft.com/office/drawing/2014/main" id="{FC90CD13-E835-436D-B743-384E628CB654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EA2F7A03-DFBC-4084-A820-E4F8EA562A2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51524" y="2521947"/>
            <a:ext cx="867600" cy="869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2808354" y="2524702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354" y="2524702"/>
                <a:ext cx="1150186" cy="307777"/>
              </a:xfrm>
              <a:prstGeom prst="rect">
                <a:avLst/>
              </a:prstGeom>
              <a:blipFill>
                <a:blip r:embed="rId2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 flipV="1">
            <a:off x="3806825" y="3378012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110480" y="393858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85901407-932B-4660-A0CE-FBFB95C7B064}"/>
              </a:ext>
            </a:extLst>
          </p:cNvPr>
          <p:cNvCxnSpPr>
            <a:cxnSpLocks/>
          </p:cNvCxnSpPr>
          <p:nvPr/>
        </p:nvCxnSpPr>
        <p:spPr>
          <a:xfrm flipV="1">
            <a:off x="5453063" y="3448051"/>
            <a:ext cx="80962" cy="128587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791863" y="3718381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8FFEB04E-8721-4A1E-B20C-8834C90333E1}"/>
              </a:ext>
            </a:extLst>
          </p:cNvPr>
          <p:cNvSpPr/>
          <p:nvPr/>
        </p:nvSpPr>
        <p:spPr>
          <a:xfrm>
            <a:off x="-1484778" y="3340712"/>
            <a:ext cx="264575" cy="279646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BEA6291E-CB06-47EF-8A44-C59D9E98795D}"/>
              </a:ext>
            </a:extLst>
          </p:cNvPr>
          <p:cNvGrpSpPr/>
          <p:nvPr/>
        </p:nvGrpSpPr>
        <p:grpSpPr>
          <a:xfrm>
            <a:off x="4728332" y="680913"/>
            <a:ext cx="2017596" cy="545190"/>
            <a:chOff x="3772322" y="601578"/>
            <a:chExt cx="2017596" cy="54519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CC386EDD-3662-4A57-BD41-5CC72CFF2145}"/>
                </a:ext>
              </a:extLst>
            </p:cNvPr>
            <p:cNvGrpSpPr/>
            <p:nvPr/>
          </p:nvGrpSpPr>
          <p:grpSpPr>
            <a:xfrm>
              <a:off x="3772322" y="647700"/>
              <a:ext cx="2017596" cy="499068"/>
              <a:chOff x="3435760" y="595772"/>
              <a:chExt cx="2381212" cy="589010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1D29E37C-B71A-4C81-A9AE-9E3848B78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35760" y="595772"/>
                <a:ext cx="2381212" cy="589010"/>
              </a:xfrm>
              <a:prstGeom prst="rect">
                <a:avLst/>
              </a:prstGeom>
            </p:spPr>
          </p:pic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686BDA7B-879F-450E-8151-2976E8551A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8"/>
              <a:srcRect l="8628" t="17664" r="9063" b="16864"/>
              <a:stretch/>
            </p:blipFill>
            <p:spPr>
              <a:xfrm>
                <a:off x="3765549" y="702311"/>
                <a:ext cx="771657" cy="165894"/>
              </a:xfrm>
              <a:prstGeom prst="rect">
                <a:avLst/>
              </a:prstGeom>
            </p:spPr>
          </p:pic>
        </p:grp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329FBD1-C370-4BD8-93DC-366A8A30A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222976" y="601578"/>
              <a:ext cx="262151" cy="149243"/>
            </a:xfrm>
            <a:prstGeom prst="rect">
              <a:avLst/>
            </a:prstGeom>
          </p:spPr>
        </p:pic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9A7BC23D-92F9-4B2C-A50E-EAF25D91B59D}"/>
              </a:ext>
            </a:extLst>
          </p:cNvPr>
          <p:cNvGrpSpPr/>
          <p:nvPr/>
        </p:nvGrpSpPr>
        <p:grpSpPr>
          <a:xfrm>
            <a:off x="6435630" y="2619036"/>
            <a:ext cx="763200" cy="763200"/>
            <a:chOff x="6578505" y="2619036"/>
            <a:chExt cx="763200" cy="763200"/>
          </a:xfrm>
        </p:grpSpPr>
        <p:sp>
          <p:nvSpPr>
            <p:cNvPr id="172" name="矩形: 圓角 171">
              <a:extLst>
                <a:ext uri="{FF2B5EF4-FFF2-40B4-BE49-F238E27FC236}">
                  <a16:creationId xmlns:a16="http://schemas.microsoft.com/office/drawing/2014/main" id="{DA29815A-8E13-40FA-B91F-69A4E734B046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3" name="箭號: 左-右雙向 172">
              <a:extLst>
                <a:ext uri="{FF2B5EF4-FFF2-40B4-BE49-F238E27FC236}">
                  <a16:creationId xmlns:a16="http://schemas.microsoft.com/office/drawing/2014/main" id="{67E3C97C-B6C7-473D-9EC5-2CF91970C9BE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4" name="箭號: 左-右雙向 173">
              <a:extLst>
                <a:ext uri="{FF2B5EF4-FFF2-40B4-BE49-F238E27FC236}">
                  <a16:creationId xmlns:a16="http://schemas.microsoft.com/office/drawing/2014/main" id="{815D0984-AC6A-4B8D-8026-A16EE55DCE11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6" name="箭號: 左-右雙向 175">
              <a:extLst>
                <a:ext uri="{FF2B5EF4-FFF2-40B4-BE49-F238E27FC236}">
                  <a16:creationId xmlns:a16="http://schemas.microsoft.com/office/drawing/2014/main" id="{EE75FFED-F722-4662-AB28-7B94C2E450FB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7" name="箭號: 左-右雙向 176">
              <a:extLst>
                <a:ext uri="{FF2B5EF4-FFF2-40B4-BE49-F238E27FC236}">
                  <a16:creationId xmlns:a16="http://schemas.microsoft.com/office/drawing/2014/main" id="{5F1318CC-5548-4980-8588-C550BB4E1DC4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8" name="箭號: 左-右雙向 177">
              <a:extLst>
                <a:ext uri="{FF2B5EF4-FFF2-40B4-BE49-F238E27FC236}">
                  <a16:creationId xmlns:a16="http://schemas.microsoft.com/office/drawing/2014/main" id="{D76A56A4-D7AE-44F2-A9D4-147D19EACC4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9" name="箭號: 左-右雙向 178">
              <a:extLst>
                <a:ext uri="{FF2B5EF4-FFF2-40B4-BE49-F238E27FC236}">
                  <a16:creationId xmlns:a16="http://schemas.microsoft.com/office/drawing/2014/main" id="{F5D904B8-9A4A-40EE-AB38-56C141185288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0" name="箭號: 左-右雙向 179">
              <a:extLst>
                <a:ext uri="{FF2B5EF4-FFF2-40B4-BE49-F238E27FC236}">
                  <a16:creationId xmlns:a16="http://schemas.microsoft.com/office/drawing/2014/main" id="{B795398F-B941-4C36-807B-B662F9744086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1" name="箭號: 左-右雙向 180">
              <a:extLst>
                <a:ext uri="{FF2B5EF4-FFF2-40B4-BE49-F238E27FC236}">
                  <a16:creationId xmlns:a16="http://schemas.microsoft.com/office/drawing/2014/main" id="{DBB82A27-C147-449D-A94A-94F88036669B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D61BEF95-79ED-4344-B04C-5855391D7B27}"/>
              </a:ext>
            </a:extLst>
          </p:cNvPr>
          <p:cNvGrpSpPr/>
          <p:nvPr/>
        </p:nvGrpSpPr>
        <p:grpSpPr>
          <a:xfrm>
            <a:off x="2145641" y="3951042"/>
            <a:ext cx="763200" cy="763200"/>
            <a:chOff x="-756975" y="5254023"/>
            <a:chExt cx="2090057" cy="2090057"/>
          </a:xfrm>
        </p:grpSpPr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8C37F6D9-DB6C-4DA5-BFBD-59312F1DC161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4" name="箭號: 左-右雙向 183">
              <a:extLst>
                <a:ext uri="{FF2B5EF4-FFF2-40B4-BE49-F238E27FC236}">
                  <a16:creationId xmlns:a16="http://schemas.microsoft.com/office/drawing/2014/main" id="{DF0E39BB-A677-4F79-9E12-FE600B69101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5" name="箭號: 左-右雙向 184">
              <a:extLst>
                <a:ext uri="{FF2B5EF4-FFF2-40B4-BE49-F238E27FC236}">
                  <a16:creationId xmlns:a16="http://schemas.microsoft.com/office/drawing/2014/main" id="{482EC05B-C7E1-4B1C-A254-14ACF25ED2A8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6" name="箭號: 左-右雙向 185">
              <a:extLst>
                <a:ext uri="{FF2B5EF4-FFF2-40B4-BE49-F238E27FC236}">
                  <a16:creationId xmlns:a16="http://schemas.microsoft.com/office/drawing/2014/main" id="{9B561877-E0D1-4C70-98CD-F09577DE65D5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7" name="箭號: 左-右雙向 186">
              <a:extLst>
                <a:ext uri="{FF2B5EF4-FFF2-40B4-BE49-F238E27FC236}">
                  <a16:creationId xmlns:a16="http://schemas.microsoft.com/office/drawing/2014/main" id="{D349EF16-03AA-49E5-BDBC-2EB534AC6552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E1B0C316-3A71-4DDF-9C0D-D1FD346CC011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40DFC687-9C3F-4342-833A-20350FFC759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D3FB678-3B93-4FC5-8CEF-90EAE7B44FD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95969430-2665-48AC-AB32-B3322B06DF7E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</p:spTree>
    <p:extLst>
      <p:ext uri="{BB962C8B-B14F-4D97-AF65-F5344CB8AC3E}">
        <p14:creationId xmlns:p14="http://schemas.microsoft.com/office/powerpoint/2010/main" val="252244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959FACEB-C3CB-461B-BDF0-505AC0C07B2C}"/>
              </a:ext>
            </a:extLst>
          </p:cNvPr>
          <p:cNvSpPr/>
          <p:nvPr/>
        </p:nvSpPr>
        <p:spPr>
          <a:xfrm>
            <a:off x="3291388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5" name="圖片 644">
            <a:extLst>
              <a:ext uri="{FF2B5EF4-FFF2-40B4-BE49-F238E27FC236}">
                <a16:creationId xmlns:a16="http://schemas.microsoft.com/office/drawing/2014/main" id="{A2CF39FF-6F0C-4067-9A2B-1734F122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483" y="1897861"/>
            <a:ext cx="720000" cy="717576"/>
          </a:xfrm>
          <a:prstGeom prst="rect">
            <a:avLst/>
          </a:prstGeom>
        </p:spPr>
      </p:pic>
      <p:pic>
        <p:nvPicPr>
          <p:cNvPr id="644" name="圖片 643">
            <a:extLst>
              <a:ext uri="{FF2B5EF4-FFF2-40B4-BE49-F238E27FC236}">
                <a16:creationId xmlns:a16="http://schemas.microsoft.com/office/drawing/2014/main" id="{1D1C3595-A56F-4F9E-BA07-73422A40F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483" y="1163962"/>
            <a:ext cx="720000" cy="720000"/>
          </a:xfrm>
          <a:prstGeom prst="rect">
            <a:avLst/>
          </a:prstGeom>
        </p:spPr>
      </p:pic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661200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5659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368240" y="134630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3BE8E174-D028-4761-8BA5-E6222DDB17AE}"/>
              </a:ext>
            </a:extLst>
          </p:cNvPr>
          <p:cNvSpPr txBox="1"/>
          <p:nvPr/>
        </p:nvSpPr>
        <p:spPr>
          <a:xfrm>
            <a:off x="3662240" y="134630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2" name="圖片 241">
            <a:extLst>
              <a:ext uri="{FF2B5EF4-FFF2-40B4-BE49-F238E27FC236}">
                <a16:creationId xmlns:a16="http://schemas.microsoft.com/office/drawing/2014/main" id="{D8C33952-44ED-4ACF-A633-953BB330D0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8271" r="2882"/>
          <a:stretch/>
        </p:blipFill>
        <p:spPr>
          <a:xfrm>
            <a:off x="3812967" y="319701"/>
            <a:ext cx="2102890" cy="584550"/>
          </a:xfrm>
          <a:prstGeom prst="rect">
            <a:avLst/>
          </a:prstGeom>
        </p:spPr>
      </p:pic>
      <p:pic>
        <p:nvPicPr>
          <p:cNvPr id="243" name="圖片 242">
            <a:extLst>
              <a:ext uri="{FF2B5EF4-FFF2-40B4-BE49-F238E27FC236}">
                <a16:creationId xmlns:a16="http://schemas.microsoft.com/office/drawing/2014/main" id="{19EDCC06-70B4-44CF-A28E-4470C858F38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4840" r="36057"/>
          <a:stretch/>
        </p:blipFill>
        <p:spPr>
          <a:xfrm>
            <a:off x="544772" y="324270"/>
            <a:ext cx="2121582" cy="584550"/>
          </a:xfrm>
          <a:prstGeom prst="rect">
            <a:avLst/>
          </a:prstGeom>
        </p:spPr>
      </p:pic>
      <p:pic>
        <p:nvPicPr>
          <p:cNvPr id="448" name="圖片 447">
            <a:extLst>
              <a:ext uri="{FF2B5EF4-FFF2-40B4-BE49-F238E27FC236}">
                <a16:creationId xmlns:a16="http://schemas.microsoft.com/office/drawing/2014/main" id="{B25E9F7F-831A-4023-97B3-F766FFC1D8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8977130" y="1960745"/>
            <a:ext cx="720000" cy="717490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C9D4781D-ABD1-466E-A985-889A076C391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6778538" y="3852929"/>
            <a:ext cx="720000" cy="709813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0156FBB-D1E4-4CFD-8EBC-67001E88EC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7789204" y="1136921"/>
            <a:ext cx="720000" cy="717490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4971573F-41EA-474F-8B6E-F2F280DB0E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7898619" y="4549150"/>
            <a:ext cx="720000" cy="717490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7A43A2D-1598-46F7-8346-1D819C434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666" y="3840697"/>
            <a:ext cx="720000" cy="722045"/>
          </a:xfrm>
          <a:prstGeom prst="rect">
            <a:avLst/>
          </a:prstGeom>
        </p:spPr>
      </p:pic>
      <p:pic>
        <p:nvPicPr>
          <p:cNvPr id="453" name="圖片 452">
            <a:extLst>
              <a:ext uri="{FF2B5EF4-FFF2-40B4-BE49-F238E27FC236}">
                <a16:creationId xmlns:a16="http://schemas.microsoft.com/office/drawing/2014/main" id="{5EFE2B9A-4862-4D31-9584-6030A9E9C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574" y="1960745"/>
            <a:ext cx="720000" cy="721752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7988756" y="1141166"/>
            <a:ext cx="414111" cy="443128"/>
            <a:chOff x="7969706" y="-605877"/>
            <a:chExt cx="414111" cy="443128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7266560" y="93700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560" y="937004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6485004" y="363291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004" y="3632919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8659782" y="170909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782" y="1709096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7621457" y="431653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457" y="4316536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8514297" y="1133495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8406559" y="1505670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406559" y="1505670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7395427" y="344555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8492707" y="377417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7501115" y="365921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69" name="圖片 468">
            <a:extLst>
              <a:ext uri="{FF2B5EF4-FFF2-40B4-BE49-F238E27FC236}">
                <a16:creationId xmlns:a16="http://schemas.microsoft.com/office/drawing/2014/main" id="{D1A8EFB1-6966-41D0-8615-E0F13A2028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18848" y="3156059"/>
            <a:ext cx="868304" cy="901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6559965" y="169779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965" y="1697793"/>
                <a:ext cx="1150186" cy="276999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8821738" y="363291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738" y="3632919"/>
                <a:ext cx="988200" cy="276999"/>
              </a:xfrm>
              <a:prstGeom prst="rect">
                <a:avLst/>
              </a:prstGeom>
              <a:blipFill>
                <a:blip r:embed="rId1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2" name="圖片 471">
            <a:extLst>
              <a:ext uri="{FF2B5EF4-FFF2-40B4-BE49-F238E27FC236}">
                <a16:creationId xmlns:a16="http://schemas.microsoft.com/office/drawing/2014/main" id="{4A4F01AB-11C3-4D72-96D8-C245A981D343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2050" y="1133495"/>
            <a:ext cx="322777" cy="741500"/>
          </a:xfrm>
          <a:prstGeom prst="rect">
            <a:avLst/>
          </a:prstGeom>
        </p:spPr>
      </p:pic>
      <p:pic>
        <p:nvPicPr>
          <p:cNvPr id="473" name="圖片 472">
            <a:extLst>
              <a:ext uri="{FF2B5EF4-FFF2-40B4-BE49-F238E27FC236}">
                <a16:creationId xmlns:a16="http://schemas.microsoft.com/office/drawing/2014/main" id="{194E81C7-971F-420B-B641-2709B9F7315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8507" y="3156059"/>
            <a:ext cx="868304" cy="901700"/>
          </a:xfrm>
          <a:prstGeom prst="rect">
            <a:avLst/>
          </a:prstGeom>
        </p:spPr>
      </p:pic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24848" y="3156059"/>
            <a:ext cx="868304" cy="901700"/>
          </a:xfrm>
          <a:prstGeom prst="rect">
            <a:avLst/>
          </a:prstGeom>
        </p:spPr>
      </p:pic>
      <p:pic>
        <p:nvPicPr>
          <p:cNvPr id="475" name="圖片 474">
            <a:extLst>
              <a:ext uri="{FF2B5EF4-FFF2-40B4-BE49-F238E27FC236}">
                <a16:creationId xmlns:a16="http://schemas.microsoft.com/office/drawing/2014/main" id="{FB51F509-BF83-4B3F-93B7-B11F1A79F964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1145" y="1133495"/>
            <a:ext cx="322777" cy="7415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7888736" y="5342260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494" name="圖片 493">
            <a:extLst>
              <a:ext uri="{FF2B5EF4-FFF2-40B4-BE49-F238E27FC236}">
                <a16:creationId xmlns:a16="http://schemas.microsoft.com/office/drawing/2014/main" id="{7F2CBD11-C17F-4ECC-9647-5B79E8AD6A57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5907" y="1886631"/>
            <a:ext cx="283685" cy="736062"/>
          </a:xfrm>
          <a:prstGeom prst="rect">
            <a:avLst/>
          </a:prstGeom>
        </p:spPr>
      </p:pic>
      <p:pic>
        <p:nvPicPr>
          <p:cNvPr id="495" name="圖片 494">
            <a:extLst>
              <a:ext uri="{FF2B5EF4-FFF2-40B4-BE49-F238E27FC236}">
                <a16:creationId xmlns:a16="http://schemas.microsoft.com/office/drawing/2014/main" id="{B4565B34-D20A-4F03-B7AD-18A3C8A5D9E4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6812" y="1886631"/>
            <a:ext cx="283685" cy="7360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7843073" y="1638919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073" y="1638919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7777224" y="1892699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blipFill>
                  <a:blip r:embed="rId2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8" name="文字方塊 527">
                <a:extLst>
                  <a:ext uri="{FF2B5EF4-FFF2-40B4-BE49-F238E27FC236}">
                    <a16:creationId xmlns:a16="http://schemas.microsoft.com/office/drawing/2014/main" id="{7FADB91C-5F7D-49D7-9287-F4B92B04B2B1}"/>
                  </a:ext>
                </a:extLst>
              </p:cNvPr>
              <p:cNvSpPr txBox="1"/>
              <p:nvPr/>
            </p:nvSpPr>
            <p:spPr>
              <a:xfrm rot="5400000">
                <a:off x="5166408" y="1127722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28" name="文字方塊 527">
                <a:extLst>
                  <a:ext uri="{FF2B5EF4-FFF2-40B4-BE49-F238E27FC236}">
                    <a16:creationId xmlns:a16="http://schemas.microsoft.com/office/drawing/2014/main" id="{7FADB91C-5F7D-49D7-9287-F4B92B04B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66408" y="1127722"/>
                <a:ext cx="337468" cy="307777"/>
              </a:xfrm>
              <a:prstGeom prst="rect">
                <a:avLst/>
              </a:prstGeom>
              <a:blipFill>
                <a:blip r:embed="rId24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文字方塊 528">
                <a:extLst>
                  <a:ext uri="{FF2B5EF4-FFF2-40B4-BE49-F238E27FC236}">
                    <a16:creationId xmlns:a16="http://schemas.microsoft.com/office/drawing/2014/main" id="{D6C91AF2-D439-413E-BA7F-B543ED57112D}"/>
                  </a:ext>
                </a:extLst>
              </p:cNvPr>
              <p:cNvSpPr txBox="1"/>
              <p:nvPr/>
            </p:nvSpPr>
            <p:spPr>
              <a:xfrm rot="5400000">
                <a:off x="1779363" y="1127722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29" name="文字方塊 528">
                <a:extLst>
                  <a:ext uri="{FF2B5EF4-FFF2-40B4-BE49-F238E27FC236}">
                    <a16:creationId xmlns:a16="http://schemas.microsoft.com/office/drawing/2014/main" id="{D6C91AF2-D439-413E-BA7F-B543ED571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9363" y="1127722"/>
                <a:ext cx="337469" cy="307777"/>
              </a:xfrm>
              <a:prstGeom prst="rect">
                <a:avLst/>
              </a:prstGeom>
              <a:blipFill>
                <a:blip r:embed="rId25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8688327" y="332403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1" name="直線接點 530">
            <a:extLst>
              <a:ext uri="{FF2B5EF4-FFF2-40B4-BE49-F238E27FC236}">
                <a16:creationId xmlns:a16="http://schemas.microsoft.com/office/drawing/2014/main" id="{EC3F53B7-6709-4E3C-ADE0-36214BBFCF3D}"/>
              </a:ext>
            </a:extLst>
          </p:cNvPr>
          <p:cNvCxnSpPr>
            <a:cxnSpLocks/>
          </p:cNvCxnSpPr>
          <p:nvPr/>
        </p:nvCxnSpPr>
        <p:spPr>
          <a:xfrm>
            <a:off x="4088648" y="3430975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2" name="直線接點 531">
            <a:extLst>
              <a:ext uri="{FF2B5EF4-FFF2-40B4-BE49-F238E27FC236}">
                <a16:creationId xmlns:a16="http://schemas.microsoft.com/office/drawing/2014/main" id="{AA97B1EC-9680-4B50-B9F5-C86138C5ECD8}"/>
              </a:ext>
            </a:extLst>
          </p:cNvPr>
          <p:cNvCxnSpPr>
            <a:cxnSpLocks/>
          </p:cNvCxnSpPr>
          <p:nvPr/>
        </p:nvCxnSpPr>
        <p:spPr>
          <a:xfrm>
            <a:off x="5185928" y="375958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3" name="直線接點 532">
            <a:extLst>
              <a:ext uri="{FF2B5EF4-FFF2-40B4-BE49-F238E27FC236}">
                <a16:creationId xmlns:a16="http://schemas.microsoft.com/office/drawing/2014/main" id="{515D2B91-220C-41F7-812C-11D5D509B88C}"/>
              </a:ext>
            </a:extLst>
          </p:cNvPr>
          <p:cNvCxnSpPr>
            <a:cxnSpLocks/>
          </p:cNvCxnSpPr>
          <p:nvPr/>
        </p:nvCxnSpPr>
        <p:spPr>
          <a:xfrm flipV="1">
            <a:off x="4194336" y="3644631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4" name="直線接點 533">
            <a:extLst>
              <a:ext uri="{FF2B5EF4-FFF2-40B4-BE49-F238E27FC236}">
                <a16:creationId xmlns:a16="http://schemas.microsoft.com/office/drawing/2014/main" id="{9953CBD2-2B0F-446F-A697-9898B7CD7B15}"/>
              </a:ext>
            </a:extLst>
          </p:cNvPr>
          <p:cNvCxnSpPr>
            <a:cxnSpLocks/>
          </p:cNvCxnSpPr>
          <p:nvPr/>
        </p:nvCxnSpPr>
        <p:spPr>
          <a:xfrm flipV="1">
            <a:off x="5381548" y="3309451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5" name="直線接點 534">
            <a:extLst>
              <a:ext uri="{FF2B5EF4-FFF2-40B4-BE49-F238E27FC236}">
                <a16:creationId xmlns:a16="http://schemas.microsoft.com/office/drawing/2014/main" id="{79D4959A-2DA1-4C75-8EDD-47A1075C6975}"/>
              </a:ext>
            </a:extLst>
          </p:cNvPr>
          <p:cNvCxnSpPr>
            <a:cxnSpLocks/>
          </p:cNvCxnSpPr>
          <p:nvPr/>
        </p:nvCxnSpPr>
        <p:spPr>
          <a:xfrm>
            <a:off x="804397" y="342582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6" name="直線接點 535">
            <a:extLst>
              <a:ext uri="{FF2B5EF4-FFF2-40B4-BE49-F238E27FC236}">
                <a16:creationId xmlns:a16="http://schemas.microsoft.com/office/drawing/2014/main" id="{F2C6170A-1670-44EB-A7BB-B3BAB00A749D}"/>
              </a:ext>
            </a:extLst>
          </p:cNvPr>
          <p:cNvCxnSpPr>
            <a:cxnSpLocks/>
          </p:cNvCxnSpPr>
          <p:nvPr/>
        </p:nvCxnSpPr>
        <p:spPr>
          <a:xfrm>
            <a:off x="1901677" y="375444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7" name="直線接點 536">
            <a:extLst>
              <a:ext uri="{FF2B5EF4-FFF2-40B4-BE49-F238E27FC236}">
                <a16:creationId xmlns:a16="http://schemas.microsoft.com/office/drawing/2014/main" id="{E322625F-D130-4D20-A192-DB5E10FCA82B}"/>
              </a:ext>
            </a:extLst>
          </p:cNvPr>
          <p:cNvCxnSpPr>
            <a:cxnSpLocks/>
          </p:cNvCxnSpPr>
          <p:nvPr/>
        </p:nvCxnSpPr>
        <p:spPr>
          <a:xfrm flipV="1">
            <a:off x="910085" y="363948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8" name="直線接點 537">
            <a:extLst>
              <a:ext uri="{FF2B5EF4-FFF2-40B4-BE49-F238E27FC236}">
                <a16:creationId xmlns:a16="http://schemas.microsoft.com/office/drawing/2014/main" id="{ED102DB8-FDDD-4815-AD97-770B5618B613}"/>
              </a:ext>
            </a:extLst>
          </p:cNvPr>
          <p:cNvCxnSpPr>
            <a:cxnSpLocks/>
          </p:cNvCxnSpPr>
          <p:nvPr/>
        </p:nvCxnSpPr>
        <p:spPr>
          <a:xfrm flipV="1">
            <a:off x="2097297" y="330430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文字方塊 542">
                <a:extLst>
                  <a:ext uri="{FF2B5EF4-FFF2-40B4-BE49-F238E27FC236}">
                    <a16:creationId xmlns:a16="http://schemas.microsoft.com/office/drawing/2014/main" id="{D2598A55-DD4D-47A8-AE32-9FB7804FD31B}"/>
                  </a:ext>
                </a:extLst>
              </p:cNvPr>
              <p:cNvSpPr txBox="1"/>
              <p:nvPr/>
            </p:nvSpPr>
            <p:spPr>
              <a:xfrm rot="5400000">
                <a:off x="5158470" y="1877023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43" name="文字方塊 542">
                <a:extLst>
                  <a:ext uri="{FF2B5EF4-FFF2-40B4-BE49-F238E27FC236}">
                    <a16:creationId xmlns:a16="http://schemas.microsoft.com/office/drawing/2014/main" id="{D2598A55-DD4D-47A8-AE32-9FB7804FD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58470" y="1877023"/>
                <a:ext cx="337468" cy="307777"/>
              </a:xfrm>
              <a:prstGeom prst="rect">
                <a:avLst/>
              </a:prstGeom>
              <a:blipFill>
                <a:blip r:embed="rId2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文字方塊 543">
                <a:extLst>
                  <a:ext uri="{FF2B5EF4-FFF2-40B4-BE49-F238E27FC236}">
                    <a16:creationId xmlns:a16="http://schemas.microsoft.com/office/drawing/2014/main" id="{CD68F481-F759-407A-B957-899B52BF51AB}"/>
                  </a:ext>
                </a:extLst>
              </p:cNvPr>
              <p:cNvSpPr txBox="1"/>
              <p:nvPr/>
            </p:nvSpPr>
            <p:spPr>
              <a:xfrm rot="5400000">
                <a:off x="1771425" y="1877023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44" name="文字方塊 543">
                <a:extLst>
                  <a:ext uri="{FF2B5EF4-FFF2-40B4-BE49-F238E27FC236}">
                    <a16:creationId xmlns:a16="http://schemas.microsoft.com/office/drawing/2014/main" id="{CD68F481-F759-407A-B957-899B52BF5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1425" y="1877023"/>
                <a:ext cx="337469" cy="307777"/>
              </a:xfrm>
              <a:prstGeom prst="rect">
                <a:avLst/>
              </a:prstGeom>
              <a:blipFill>
                <a:blip r:embed="rId2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7897980" y="2874847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980" y="2874847"/>
                <a:ext cx="715550" cy="276999"/>
              </a:xfrm>
              <a:prstGeom prst="rect">
                <a:avLst/>
              </a:prstGeom>
              <a:blipFill>
                <a:blip r:embed="rId28"/>
                <a:stretch>
                  <a:fillRect t="-95556" r="-3418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7849278" y="4011477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278" y="4011477"/>
                <a:ext cx="812954" cy="276999"/>
              </a:xfrm>
              <a:prstGeom prst="rect">
                <a:avLst/>
              </a:prstGeom>
              <a:blipFill>
                <a:blip r:embed="rId29"/>
                <a:stretch>
                  <a:fillRect t="-95556" r="-2330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文字方塊 546">
                <a:extLst>
                  <a:ext uri="{FF2B5EF4-FFF2-40B4-BE49-F238E27FC236}">
                    <a16:creationId xmlns:a16="http://schemas.microsoft.com/office/drawing/2014/main" id="{5252AFDE-D120-4AC7-A65B-916DF18F6DA6}"/>
                  </a:ext>
                </a:extLst>
              </p:cNvPr>
              <p:cNvSpPr txBox="1"/>
              <p:nvPr/>
            </p:nvSpPr>
            <p:spPr>
              <a:xfrm>
                <a:off x="4602330" y="2874847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7" name="文字方塊 546">
                <a:extLst>
                  <a:ext uri="{FF2B5EF4-FFF2-40B4-BE49-F238E27FC236}">
                    <a16:creationId xmlns:a16="http://schemas.microsoft.com/office/drawing/2014/main" id="{5252AFDE-D120-4AC7-A65B-916DF18F6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330" y="2874847"/>
                <a:ext cx="715550" cy="276999"/>
              </a:xfrm>
              <a:prstGeom prst="rect">
                <a:avLst/>
              </a:prstGeom>
              <a:blipFill>
                <a:blip r:embed="rId28"/>
                <a:stretch>
                  <a:fillRect t="-95556" r="-3418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F3FDC21F-1A37-4740-8C1D-57C21DF700BC}"/>
                  </a:ext>
                </a:extLst>
              </p:cNvPr>
              <p:cNvSpPr txBox="1"/>
              <p:nvPr/>
            </p:nvSpPr>
            <p:spPr>
              <a:xfrm>
                <a:off x="4553628" y="4011477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F3FDC21F-1A37-4740-8C1D-57C21DF70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628" y="4011477"/>
                <a:ext cx="812954" cy="276999"/>
              </a:xfrm>
              <a:prstGeom prst="rect">
                <a:avLst/>
              </a:prstGeom>
              <a:blipFill>
                <a:blip r:embed="rId29"/>
                <a:stretch>
                  <a:fillRect t="-95556" r="-2330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537562DA-5ADE-45D8-B2E7-CCAA5FB09985}"/>
                  </a:ext>
                </a:extLst>
              </p:cNvPr>
              <p:cNvSpPr txBox="1"/>
              <p:nvPr/>
            </p:nvSpPr>
            <p:spPr>
              <a:xfrm>
                <a:off x="1287630" y="2855797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537562DA-5ADE-45D8-B2E7-CCAA5FB09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630" y="2855797"/>
                <a:ext cx="715550" cy="276999"/>
              </a:xfrm>
              <a:prstGeom prst="rect">
                <a:avLst/>
              </a:prstGeom>
              <a:blipFill>
                <a:blip r:embed="rId30"/>
                <a:stretch>
                  <a:fillRect t="-93478" r="-33898" b="-143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84F31ECA-3544-4802-A588-65918E743666}"/>
                  </a:ext>
                </a:extLst>
              </p:cNvPr>
              <p:cNvSpPr txBox="1"/>
              <p:nvPr/>
            </p:nvSpPr>
            <p:spPr>
              <a:xfrm>
                <a:off x="1238928" y="3992427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84F31ECA-3544-4802-A588-65918E743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928" y="3992427"/>
                <a:ext cx="812954" cy="276999"/>
              </a:xfrm>
              <a:prstGeom prst="rect">
                <a:avLst/>
              </a:prstGeom>
              <a:blipFill>
                <a:blip r:embed="rId31"/>
                <a:stretch>
                  <a:fillRect t="-95556" r="-23134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8943934" y="4589713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6748799" y="4589713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6748799" y="2717673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8959755" y="2717673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591" name="圖片 590">
            <a:extLst>
              <a:ext uri="{FF2B5EF4-FFF2-40B4-BE49-F238E27FC236}">
                <a16:creationId xmlns:a16="http://schemas.microsoft.com/office/drawing/2014/main" id="{7CBB3FFF-B9E4-4274-B2C8-E778DBE7DA0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03735" y="1153892"/>
            <a:ext cx="720000" cy="727322"/>
          </a:xfrm>
          <a:prstGeom prst="rect">
            <a:avLst/>
          </a:prstGeom>
        </p:spPr>
      </p:pic>
      <p:pic>
        <p:nvPicPr>
          <p:cNvPr id="592" name="圖片 591">
            <a:extLst>
              <a:ext uri="{FF2B5EF4-FFF2-40B4-BE49-F238E27FC236}">
                <a16:creationId xmlns:a16="http://schemas.microsoft.com/office/drawing/2014/main" id="{98012B00-ABAB-454D-BDE6-C0779E79D7A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03735" y="1900628"/>
            <a:ext cx="720000" cy="717567"/>
          </a:xfrm>
          <a:prstGeom prst="rect">
            <a:avLst/>
          </a:prstGeom>
        </p:spPr>
      </p:pic>
      <p:pic>
        <p:nvPicPr>
          <p:cNvPr id="593" name="圖片 592">
            <a:extLst>
              <a:ext uri="{FF2B5EF4-FFF2-40B4-BE49-F238E27FC236}">
                <a16:creationId xmlns:a16="http://schemas.microsoft.com/office/drawing/2014/main" id="{00F04D9F-1686-4C57-A794-44E3A974328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2127" y="1961381"/>
            <a:ext cx="720000" cy="724881"/>
          </a:xfrm>
          <a:prstGeom prst="rect">
            <a:avLst/>
          </a:prstGeom>
        </p:spPr>
      </p:pic>
      <p:pic>
        <p:nvPicPr>
          <p:cNvPr id="594" name="圖片 593">
            <a:extLst>
              <a:ext uri="{FF2B5EF4-FFF2-40B4-BE49-F238E27FC236}">
                <a16:creationId xmlns:a16="http://schemas.microsoft.com/office/drawing/2014/main" id="{34235D11-046F-42AA-BA7E-3FBAEA0DE8B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42127" y="2723207"/>
            <a:ext cx="720000" cy="720000"/>
          </a:xfrm>
          <a:prstGeom prst="rect">
            <a:avLst/>
          </a:prstGeom>
        </p:spPr>
      </p:pic>
      <p:pic>
        <p:nvPicPr>
          <p:cNvPr id="595" name="圖片 594">
            <a:extLst>
              <a:ext uri="{FF2B5EF4-FFF2-40B4-BE49-F238E27FC236}">
                <a16:creationId xmlns:a16="http://schemas.microsoft.com/office/drawing/2014/main" id="{F90455B6-5324-4539-ADF0-79BF8BF0A5A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42127" y="3835420"/>
            <a:ext cx="720000" cy="727322"/>
          </a:xfrm>
          <a:prstGeom prst="rect">
            <a:avLst/>
          </a:prstGeom>
        </p:spPr>
      </p:pic>
      <p:pic>
        <p:nvPicPr>
          <p:cNvPr id="596" name="圖片 595">
            <a:extLst>
              <a:ext uri="{FF2B5EF4-FFF2-40B4-BE49-F238E27FC236}">
                <a16:creationId xmlns:a16="http://schemas.microsoft.com/office/drawing/2014/main" id="{2EA6BC99-518C-4FB7-8932-9B9B09D0F71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42127" y="4588339"/>
            <a:ext cx="720000" cy="720000"/>
          </a:xfrm>
          <a:prstGeom prst="rect">
            <a:avLst/>
          </a:prstGeom>
        </p:spPr>
      </p:pic>
      <p:pic>
        <p:nvPicPr>
          <p:cNvPr id="597" name="圖片 596">
            <a:extLst>
              <a:ext uri="{FF2B5EF4-FFF2-40B4-BE49-F238E27FC236}">
                <a16:creationId xmlns:a16="http://schemas.microsoft.com/office/drawing/2014/main" id="{F58AC834-92E3-4CB6-94AD-05ADF3129D6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15247" y="4545373"/>
            <a:ext cx="720000" cy="722424"/>
          </a:xfrm>
          <a:prstGeom prst="rect">
            <a:avLst/>
          </a:prstGeom>
        </p:spPr>
      </p:pic>
      <p:pic>
        <p:nvPicPr>
          <p:cNvPr id="598" name="圖片 597">
            <a:extLst>
              <a:ext uri="{FF2B5EF4-FFF2-40B4-BE49-F238E27FC236}">
                <a16:creationId xmlns:a16="http://schemas.microsoft.com/office/drawing/2014/main" id="{93DF48BD-21C8-4CB8-B049-1D3F2D8CC31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15247" y="5337417"/>
            <a:ext cx="720000" cy="727347"/>
          </a:xfrm>
          <a:prstGeom prst="rect">
            <a:avLst/>
          </a:prstGeom>
        </p:spPr>
      </p:pic>
      <p:pic>
        <p:nvPicPr>
          <p:cNvPr id="599" name="圖片 598">
            <a:extLst>
              <a:ext uri="{FF2B5EF4-FFF2-40B4-BE49-F238E27FC236}">
                <a16:creationId xmlns:a16="http://schemas.microsoft.com/office/drawing/2014/main" id="{2CE8A95C-7F09-481D-B34C-09BCFAB2AEAC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281064" y="4588638"/>
            <a:ext cx="720000" cy="722449"/>
          </a:xfrm>
          <a:prstGeom prst="rect">
            <a:avLst/>
          </a:prstGeom>
        </p:spPr>
      </p:pic>
      <p:pic>
        <p:nvPicPr>
          <p:cNvPr id="600" name="圖片 599">
            <a:extLst>
              <a:ext uri="{FF2B5EF4-FFF2-40B4-BE49-F238E27FC236}">
                <a16:creationId xmlns:a16="http://schemas.microsoft.com/office/drawing/2014/main" id="{F7B5D9A1-010E-4918-8679-FF75F7FF84B4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281064" y="3840293"/>
            <a:ext cx="720000" cy="722449"/>
          </a:xfrm>
          <a:prstGeom prst="rect">
            <a:avLst/>
          </a:prstGeom>
        </p:spPr>
      </p:pic>
      <p:pic>
        <p:nvPicPr>
          <p:cNvPr id="601" name="圖片 600">
            <a:extLst>
              <a:ext uri="{FF2B5EF4-FFF2-40B4-BE49-F238E27FC236}">
                <a16:creationId xmlns:a16="http://schemas.microsoft.com/office/drawing/2014/main" id="{711C72BE-808D-41E6-A208-100F779D3302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281064" y="2724596"/>
            <a:ext cx="720000" cy="720000"/>
          </a:xfrm>
          <a:prstGeom prst="rect">
            <a:avLst/>
          </a:prstGeom>
        </p:spPr>
      </p:pic>
      <p:pic>
        <p:nvPicPr>
          <p:cNvPr id="602" name="圖片 601">
            <a:extLst>
              <a:ext uri="{FF2B5EF4-FFF2-40B4-BE49-F238E27FC236}">
                <a16:creationId xmlns:a16="http://schemas.microsoft.com/office/drawing/2014/main" id="{091EDEFF-9180-4A2C-A51F-DC89F257FE3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281064" y="1969053"/>
            <a:ext cx="720000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文字方塊 602">
                <a:extLst>
                  <a:ext uri="{FF2B5EF4-FFF2-40B4-BE49-F238E27FC236}">
                    <a16:creationId xmlns:a16="http://schemas.microsoft.com/office/drawing/2014/main" id="{DD0B92F2-4004-41B6-9148-FD2D2268A83F}"/>
                  </a:ext>
                </a:extLst>
              </p:cNvPr>
              <p:cNvSpPr txBox="1"/>
              <p:nvPr/>
            </p:nvSpPr>
            <p:spPr>
              <a:xfrm>
                <a:off x="4047356" y="914283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3" name="文字方塊 602">
                <a:extLst>
                  <a:ext uri="{FF2B5EF4-FFF2-40B4-BE49-F238E27FC236}">
                    <a16:creationId xmlns:a16="http://schemas.microsoft.com/office/drawing/2014/main" id="{DD0B92F2-4004-41B6-9148-FD2D2268A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356" y="914283"/>
                <a:ext cx="1673596" cy="276999"/>
              </a:xfrm>
              <a:prstGeom prst="rect">
                <a:avLst/>
              </a:prstGeom>
              <a:blipFill>
                <a:blip r:embed="rId4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文字方塊 603">
                <a:extLst>
                  <a:ext uri="{FF2B5EF4-FFF2-40B4-BE49-F238E27FC236}">
                    <a16:creationId xmlns:a16="http://schemas.microsoft.com/office/drawing/2014/main" id="{B0B0EC70-DD90-44D6-BE8C-4C2B9B0A73ED}"/>
                  </a:ext>
                </a:extLst>
              </p:cNvPr>
              <p:cNvSpPr txBox="1"/>
              <p:nvPr/>
            </p:nvSpPr>
            <p:spPr>
              <a:xfrm>
                <a:off x="3265800" y="361019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4" name="文字方塊 603">
                <a:extLst>
                  <a:ext uri="{FF2B5EF4-FFF2-40B4-BE49-F238E27FC236}">
                    <a16:creationId xmlns:a16="http://schemas.microsoft.com/office/drawing/2014/main" id="{B0B0EC70-DD90-44D6-BE8C-4C2B9B0A7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800" y="3610198"/>
                <a:ext cx="1150186" cy="276999"/>
              </a:xfrm>
              <a:prstGeom prst="rect">
                <a:avLst/>
              </a:prstGeom>
              <a:blipFill>
                <a:blip r:embed="rId4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文字方塊 604">
                <a:extLst>
                  <a:ext uri="{FF2B5EF4-FFF2-40B4-BE49-F238E27FC236}">
                    <a16:creationId xmlns:a16="http://schemas.microsoft.com/office/drawing/2014/main" id="{5DFCD8E2-8E1E-4AF9-B40E-F76D8E12868B}"/>
                  </a:ext>
                </a:extLst>
              </p:cNvPr>
              <p:cNvSpPr txBox="1"/>
              <p:nvPr/>
            </p:nvSpPr>
            <p:spPr>
              <a:xfrm>
                <a:off x="5380708" y="1686375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5" name="文字方塊 604">
                <a:extLst>
                  <a:ext uri="{FF2B5EF4-FFF2-40B4-BE49-F238E27FC236}">
                    <a16:creationId xmlns:a16="http://schemas.microsoft.com/office/drawing/2014/main" id="{5DFCD8E2-8E1E-4AF9-B40E-F76D8E128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708" y="1686375"/>
                <a:ext cx="1150186" cy="276999"/>
              </a:xfrm>
              <a:prstGeom prst="rect">
                <a:avLst/>
              </a:prstGeom>
              <a:blipFill>
                <a:blip r:embed="rId4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文字方塊 605">
                <a:extLst>
                  <a:ext uri="{FF2B5EF4-FFF2-40B4-BE49-F238E27FC236}">
                    <a16:creationId xmlns:a16="http://schemas.microsoft.com/office/drawing/2014/main" id="{B8B06E5C-DEE5-437F-BF40-B687C9FEB772}"/>
                  </a:ext>
                </a:extLst>
              </p:cNvPr>
              <p:cNvSpPr txBox="1"/>
              <p:nvPr/>
            </p:nvSpPr>
            <p:spPr>
              <a:xfrm>
                <a:off x="4354628" y="4293815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6" name="文字方塊 605">
                <a:extLst>
                  <a:ext uri="{FF2B5EF4-FFF2-40B4-BE49-F238E27FC236}">
                    <a16:creationId xmlns:a16="http://schemas.microsoft.com/office/drawing/2014/main" id="{B8B06E5C-DEE5-437F-BF40-B687C9FEB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628" y="4293815"/>
                <a:ext cx="1150186" cy="276999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文字方塊 606">
                <a:extLst>
                  <a:ext uri="{FF2B5EF4-FFF2-40B4-BE49-F238E27FC236}">
                    <a16:creationId xmlns:a16="http://schemas.microsoft.com/office/drawing/2014/main" id="{DFDC2F24-AC0D-41E2-A57C-EC7899411BBE}"/>
                  </a:ext>
                </a:extLst>
              </p:cNvPr>
              <p:cNvSpPr txBox="1"/>
              <p:nvPr/>
            </p:nvSpPr>
            <p:spPr>
              <a:xfrm>
                <a:off x="3340761" y="167507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7" name="文字方塊 606">
                <a:extLst>
                  <a:ext uri="{FF2B5EF4-FFF2-40B4-BE49-F238E27FC236}">
                    <a16:creationId xmlns:a16="http://schemas.microsoft.com/office/drawing/2014/main" id="{DFDC2F24-AC0D-41E2-A57C-EC7899411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761" y="1675072"/>
                <a:ext cx="1150186" cy="276999"/>
              </a:xfrm>
              <a:prstGeom prst="rect">
                <a:avLst/>
              </a:prstGeom>
              <a:blipFill>
                <a:blip r:embed="rId4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8" name="文字方塊 607">
                <a:extLst>
                  <a:ext uri="{FF2B5EF4-FFF2-40B4-BE49-F238E27FC236}">
                    <a16:creationId xmlns:a16="http://schemas.microsoft.com/office/drawing/2014/main" id="{517C9BB2-42A4-4DF6-92F7-F15CFABC66CF}"/>
                  </a:ext>
                </a:extLst>
              </p:cNvPr>
              <p:cNvSpPr txBox="1"/>
              <p:nvPr/>
            </p:nvSpPr>
            <p:spPr>
              <a:xfrm>
                <a:off x="5542664" y="3610198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8" name="文字方塊 607">
                <a:extLst>
                  <a:ext uri="{FF2B5EF4-FFF2-40B4-BE49-F238E27FC236}">
                    <a16:creationId xmlns:a16="http://schemas.microsoft.com/office/drawing/2014/main" id="{517C9BB2-42A4-4DF6-92F7-F15CFABC6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664" y="3610198"/>
                <a:ext cx="988200" cy="276999"/>
              </a:xfrm>
              <a:prstGeom prst="rect">
                <a:avLst/>
              </a:prstGeom>
              <a:blipFill>
                <a:blip r:embed="rId4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9" name="文字方塊 608">
                <a:extLst>
                  <a:ext uri="{FF2B5EF4-FFF2-40B4-BE49-F238E27FC236}">
                    <a16:creationId xmlns:a16="http://schemas.microsoft.com/office/drawing/2014/main" id="{77551E7B-3AF1-4D3D-B388-68C56C64A8BD}"/>
                  </a:ext>
                </a:extLst>
              </p:cNvPr>
              <p:cNvSpPr txBox="1"/>
              <p:nvPr/>
            </p:nvSpPr>
            <p:spPr>
              <a:xfrm>
                <a:off x="712722" y="93446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9" name="文字方塊 608">
                <a:extLst>
                  <a:ext uri="{FF2B5EF4-FFF2-40B4-BE49-F238E27FC236}">
                    <a16:creationId xmlns:a16="http://schemas.microsoft.com/office/drawing/2014/main" id="{77551E7B-3AF1-4D3D-B388-68C56C64A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22" y="934464"/>
                <a:ext cx="1673596" cy="276999"/>
              </a:xfrm>
              <a:prstGeom prst="rect">
                <a:avLst/>
              </a:prstGeom>
              <a:blipFill>
                <a:blip r:embed="rId5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0" name="文字方塊 609">
                <a:extLst>
                  <a:ext uri="{FF2B5EF4-FFF2-40B4-BE49-F238E27FC236}">
                    <a16:creationId xmlns:a16="http://schemas.microsoft.com/office/drawing/2014/main" id="{3A9E0B15-3A7F-4D11-A410-43A4238A10FC}"/>
                  </a:ext>
                </a:extLst>
              </p:cNvPr>
              <p:cNvSpPr txBox="1"/>
              <p:nvPr/>
            </p:nvSpPr>
            <p:spPr>
              <a:xfrm>
                <a:off x="-68834" y="363037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0" name="文字方塊 609">
                <a:extLst>
                  <a:ext uri="{FF2B5EF4-FFF2-40B4-BE49-F238E27FC236}">
                    <a16:creationId xmlns:a16="http://schemas.microsoft.com/office/drawing/2014/main" id="{3A9E0B15-3A7F-4D11-A410-43A4238A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834" y="3630379"/>
                <a:ext cx="1150186" cy="276999"/>
              </a:xfrm>
              <a:prstGeom prst="rect">
                <a:avLst/>
              </a:prstGeom>
              <a:blipFill>
                <a:blip r:embed="rId5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1" name="文字方塊 610">
                <a:extLst>
                  <a:ext uri="{FF2B5EF4-FFF2-40B4-BE49-F238E27FC236}">
                    <a16:creationId xmlns:a16="http://schemas.microsoft.com/office/drawing/2014/main" id="{35895A4E-A3EC-4E6A-99D4-A879A37C3D10}"/>
                  </a:ext>
                </a:extLst>
              </p:cNvPr>
              <p:cNvSpPr txBox="1"/>
              <p:nvPr/>
            </p:nvSpPr>
            <p:spPr>
              <a:xfrm>
                <a:off x="1991644" y="170655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1" name="文字方塊 610">
                <a:extLst>
                  <a:ext uri="{FF2B5EF4-FFF2-40B4-BE49-F238E27FC236}">
                    <a16:creationId xmlns:a16="http://schemas.microsoft.com/office/drawing/2014/main" id="{35895A4E-A3EC-4E6A-99D4-A879A37C3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644" y="1706556"/>
                <a:ext cx="1150186" cy="276999"/>
              </a:xfrm>
              <a:prstGeom prst="rect">
                <a:avLst/>
              </a:prstGeom>
              <a:blipFill>
                <a:blip r:embed="rId5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2" name="文字方塊 611">
                <a:extLst>
                  <a:ext uri="{FF2B5EF4-FFF2-40B4-BE49-F238E27FC236}">
                    <a16:creationId xmlns:a16="http://schemas.microsoft.com/office/drawing/2014/main" id="{9B44FD31-EF55-44B4-A51D-7C97BA29E57F}"/>
                  </a:ext>
                </a:extLst>
              </p:cNvPr>
              <p:cNvSpPr txBox="1"/>
              <p:nvPr/>
            </p:nvSpPr>
            <p:spPr>
              <a:xfrm>
                <a:off x="1019994" y="431399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2" name="文字方塊 611">
                <a:extLst>
                  <a:ext uri="{FF2B5EF4-FFF2-40B4-BE49-F238E27FC236}">
                    <a16:creationId xmlns:a16="http://schemas.microsoft.com/office/drawing/2014/main" id="{9B44FD31-EF55-44B4-A51D-7C97BA29E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94" y="4313996"/>
                <a:ext cx="1150186" cy="276999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3" name="文字方塊 612">
                <a:extLst>
                  <a:ext uri="{FF2B5EF4-FFF2-40B4-BE49-F238E27FC236}">
                    <a16:creationId xmlns:a16="http://schemas.microsoft.com/office/drawing/2014/main" id="{CCD2334A-BA7A-49AF-95D3-137F36DE3ACF}"/>
                  </a:ext>
                </a:extLst>
              </p:cNvPr>
              <p:cNvSpPr txBox="1"/>
              <p:nvPr/>
            </p:nvSpPr>
            <p:spPr>
              <a:xfrm>
                <a:off x="6127" y="169525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3" name="文字方塊 612">
                <a:extLst>
                  <a:ext uri="{FF2B5EF4-FFF2-40B4-BE49-F238E27FC236}">
                    <a16:creationId xmlns:a16="http://schemas.microsoft.com/office/drawing/2014/main" id="{CCD2334A-BA7A-49AF-95D3-137F36DE3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" y="1695253"/>
                <a:ext cx="1150186" cy="276999"/>
              </a:xfrm>
              <a:prstGeom prst="rect">
                <a:avLst/>
              </a:prstGeom>
              <a:blipFill>
                <a:blip r:embed="rId5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" name="文字方塊 613">
                <a:extLst>
                  <a:ext uri="{FF2B5EF4-FFF2-40B4-BE49-F238E27FC236}">
                    <a16:creationId xmlns:a16="http://schemas.microsoft.com/office/drawing/2014/main" id="{846F353D-2F7E-4FFC-8826-1D7E1C5CF758}"/>
                  </a:ext>
                </a:extLst>
              </p:cNvPr>
              <p:cNvSpPr txBox="1"/>
              <p:nvPr/>
            </p:nvSpPr>
            <p:spPr>
              <a:xfrm>
                <a:off x="2153600" y="363037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4" name="文字方塊 613">
                <a:extLst>
                  <a:ext uri="{FF2B5EF4-FFF2-40B4-BE49-F238E27FC236}">
                    <a16:creationId xmlns:a16="http://schemas.microsoft.com/office/drawing/2014/main" id="{846F353D-2F7E-4FFC-8826-1D7E1C5C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600" y="3630379"/>
                <a:ext cx="988200" cy="276999"/>
              </a:xfrm>
              <a:prstGeom prst="rect">
                <a:avLst/>
              </a:prstGeom>
              <a:blipFill>
                <a:blip r:embed="rId5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5" name="群組 614">
            <a:extLst>
              <a:ext uri="{FF2B5EF4-FFF2-40B4-BE49-F238E27FC236}">
                <a16:creationId xmlns:a16="http://schemas.microsoft.com/office/drawing/2014/main" id="{E976749D-DCC1-4332-A0D3-3F638C009B71}"/>
              </a:ext>
            </a:extLst>
          </p:cNvPr>
          <p:cNvGrpSpPr/>
          <p:nvPr/>
        </p:nvGrpSpPr>
        <p:grpSpPr>
          <a:xfrm>
            <a:off x="1316494" y="1160058"/>
            <a:ext cx="414111" cy="443128"/>
            <a:chOff x="7969706" y="-605877"/>
            <a:chExt cx="414111" cy="443128"/>
          </a:xfrm>
        </p:grpSpPr>
        <p:grpSp>
          <p:nvGrpSpPr>
            <p:cNvPr id="616" name="群組 615">
              <a:extLst>
                <a:ext uri="{FF2B5EF4-FFF2-40B4-BE49-F238E27FC236}">
                  <a16:creationId xmlns:a16="http://schemas.microsoft.com/office/drawing/2014/main" id="{66073E16-0E94-49DF-B757-F13BE0287601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19" name="箭號: 向右 618">
                <a:extLst>
                  <a:ext uri="{FF2B5EF4-FFF2-40B4-BE49-F238E27FC236}">
                    <a16:creationId xmlns:a16="http://schemas.microsoft.com/office/drawing/2014/main" id="{D7A5F71B-3628-408D-ADAF-A348D27ADF2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20" name="箭號: 向右 619">
                <a:extLst>
                  <a:ext uri="{FF2B5EF4-FFF2-40B4-BE49-F238E27FC236}">
                    <a16:creationId xmlns:a16="http://schemas.microsoft.com/office/drawing/2014/main" id="{B2F95E01-5634-4D74-A16D-6A012153237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E32F664F-72E3-414B-AFCD-2C87FF3DFD1B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E32F664F-72E3-414B-AFCD-2C87FF3DF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88755255-1315-4481-BAF5-6A2080933F50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88755255-1315-4481-BAF5-6A2080933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57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1" name="文字方塊 620">
                <a:extLst>
                  <a:ext uri="{FF2B5EF4-FFF2-40B4-BE49-F238E27FC236}">
                    <a16:creationId xmlns:a16="http://schemas.microsoft.com/office/drawing/2014/main" id="{95BD3803-C5C7-409B-BC79-2750A4DF5477}"/>
                  </a:ext>
                </a:extLst>
              </p:cNvPr>
              <p:cNvSpPr txBox="1"/>
              <p:nvPr/>
            </p:nvSpPr>
            <p:spPr>
              <a:xfrm>
                <a:off x="1170811" y="1657811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21" name="文字方塊 620">
                <a:extLst>
                  <a:ext uri="{FF2B5EF4-FFF2-40B4-BE49-F238E27FC236}">
                    <a16:creationId xmlns:a16="http://schemas.microsoft.com/office/drawing/2014/main" id="{95BD3803-C5C7-409B-BC79-2750A4DF5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811" y="1657811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2" name="群組 621">
            <a:extLst>
              <a:ext uri="{FF2B5EF4-FFF2-40B4-BE49-F238E27FC236}">
                <a16:creationId xmlns:a16="http://schemas.microsoft.com/office/drawing/2014/main" id="{7E4CF494-1DBF-4D6A-8916-42A2F48A63AE}"/>
              </a:ext>
            </a:extLst>
          </p:cNvPr>
          <p:cNvGrpSpPr/>
          <p:nvPr/>
        </p:nvGrpSpPr>
        <p:grpSpPr>
          <a:xfrm>
            <a:off x="1315816" y="1873334"/>
            <a:ext cx="414111" cy="443128"/>
            <a:chOff x="7969706" y="-605877"/>
            <a:chExt cx="414111" cy="443128"/>
          </a:xfrm>
        </p:grpSpPr>
        <p:grpSp>
          <p:nvGrpSpPr>
            <p:cNvPr id="623" name="群組 622">
              <a:extLst>
                <a:ext uri="{FF2B5EF4-FFF2-40B4-BE49-F238E27FC236}">
                  <a16:creationId xmlns:a16="http://schemas.microsoft.com/office/drawing/2014/main" id="{C07704FA-CFD3-4C40-8701-9CFD3C659E5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26" name="箭號: 向右 625">
                <a:extLst>
                  <a:ext uri="{FF2B5EF4-FFF2-40B4-BE49-F238E27FC236}">
                    <a16:creationId xmlns:a16="http://schemas.microsoft.com/office/drawing/2014/main" id="{4CDA4CAC-4AC8-4A5D-AE22-E723D233B37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27" name="箭號: 向右 626">
                <a:extLst>
                  <a:ext uri="{FF2B5EF4-FFF2-40B4-BE49-F238E27FC236}">
                    <a16:creationId xmlns:a16="http://schemas.microsoft.com/office/drawing/2014/main" id="{4AFBD55F-0505-49D1-B27E-58077503801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" name="文字方塊 623">
                  <a:extLst>
                    <a:ext uri="{FF2B5EF4-FFF2-40B4-BE49-F238E27FC236}">
                      <a16:creationId xmlns:a16="http://schemas.microsoft.com/office/drawing/2014/main" id="{09551853-34C6-4CB9-A659-F23DC6AFCFFD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24" name="文字方塊 623">
                  <a:extLst>
                    <a:ext uri="{FF2B5EF4-FFF2-40B4-BE49-F238E27FC236}">
                      <a16:creationId xmlns:a16="http://schemas.microsoft.com/office/drawing/2014/main" id="{09551853-34C6-4CB9-A659-F23DC6AFCF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5" name="文字方塊 624">
                  <a:extLst>
                    <a:ext uri="{FF2B5EF4-FFF2-40B4-BE49-F238E27FC236}">
                      <a16:creationId xmlns:a16="http://schemas.microsoft.com/office/drawing/2014/main" id="{44EA2428-EEF5-4921-83DA-6EB05BE26AC3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25" name="文字方塊 624">
                  <a:extLst>
                    <a:ext uri="{FF2B5EF4-FFF2-40B4-BE49-F238E27FC236}">
                      <a16:creationId xmlns:a16="http://schemas.microsoft.com/office/drawing/2014/main" id="{44EA2428-EEF5-4921-83DA-6EB05BE26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57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8" name="文字方塊 627">
                <a:extLst>
                  <a:ext uri="{FF2B5EF4-FFF2-40B4-BE49-F238E27FC236}">
                    <a16:creationId xmlns:a16="http://schemas.microsoft.com/office/drawing/2014/main" id="{58A876E2-2BF1-49EE-8326-2E32D2387933}"/>
                  </a:ext>
                </a:extLst>
              </p:cNvPr>
              <p:cNvSpPr txBox="1"/>
              <p:nvPr/>
            </p:nvSpPr>
            <p:spPr>
              <a:xfrm>
                <a:off x="1170133" y="2371087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28" name="文字方塊 627">
                <a:extLst>
                  <a:ext uri="{FF2B5EF4-FFF2-40B4-BE49-F238E27FC236}">
                    <a16:creationId xmlns:a16="http://schemas.microsoft.com/office/drawing/2014/main" id="{58A876E2-2BF1-49EE-8326-2E32D2387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33" y="2371087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9" name="群組 628">
            <a:extLst>
              <a:ext uri="{FF2B5EF4-FFF2-40B4-BE49-F238E27FC236}">
                <a16:creationId xmlns:a16="http://schemas.microsoft.com/office/drawing/2014/main" id="{2314F8AE-135E-4042-B428-E70352E138D8}"/>
              </a:ext>
            </a:extLst>
          </p:cNvPr>
          <p:cNvGrpSpPr/>
          <p:nvPr/>
        </p:nvGrpSpPr>
        <p:grpSpPr>
          <a:xfrm>
            <a:off x="4697624" y="1170851"/>
            <a:ext cx="414111" cy="443128"/>
            <a:chOff x="7969706" y="-605877"/>
            <a:chExt cx="414111" cy="443128"/>
          </a:xfrm>
        </p:grpSpPr>
        <p:grpSp>
          <p:nvGrpSpPr>
            <p:cNvPr id="630" name="群組 629">
              <a:extLst>
                <a:ext uri="{FF2B5EF4-FFF2-40B4-BE49-F238E27FC236}">
                  <a16:creationId xmlns:a16="http://schemas.microsoft.com/office/drawing/2014/main" id="{A847663D-CFDA-497D-A6AA-2FD88ABA5A99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33" name="箭號: 向右 632">
                <a:extLst>
                  <a:ext uri="{FF2B5EF4-FFF2-40B4-BE49-F238E27FC236}">
                    <a16:creationId xmlns:a16="http://schemas.microsoft.com/office/drawing/2014/main" id="{DEAD3F3A-77A5-45CE-BF21-364D82111BE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箭號: 向右 633">
                <a:extLst>
                  <a:ext uri="{FF2B5EF4-FFF2-40B4-BE49-F238E27FC236}">
                    <a16:creationId xmlns:a16="http://schemas.microsoft.com/office/drawing/2014/main" id="{FD8660D8-7BAE-425A-BE73-3D4DF520DB0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1" name="文字方塊 630">
                  <a:extLst>
                    <a:ext uri="{FF2B5EF4-FFF2-40B4-BE49-F238E27FC236}">
                      <a16:creationId xmlns:a16="http://schemas.microsoft.com/office/drawing/2014/main" id="{21C84E73-55EB-4A87-A22A-83BD71D967FD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1" name="文字方塊 630">
                  <a:extLst>
                    <a:ext uri="{FF2B5EF4-FFF2-40B4-BE49-F238E27FC236}">
                      <a16:creationId xmlns:a16="http://schemas.microsoft.com/office/drawing/2014/main" id="{21C84E73-55EB-4A87-A22A-83BD71D96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2" name="文字方塊 631">
                  <a:extLst>
                    <a:ext uri="{FF2B5EF4-FFF2-40B4-BE49-F238E27FC236}">
                      <a16:creationId xmlns:a16="http://schemas.microsoft.com/office/drawing/2014/main" id="{C0CF6DD9-A189-414B-99E6-299ED41471BA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2" name="文字方塊 631">
                  <a:extLst>
                    <a:ext uri="{FF2B5EF4-FFF2-40B4-BE49-F238E27FC236}">
                      <a16:creationId xmlns:a16="http://schemas.microsoft.com/office/drawing/2014/main" id="{C0CF6DD9-A189-414B-99E6-299ED4147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9"/>
                  <a:stretch>
                    <a:fillRect r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5" name="文字方塊 634">
                <a:extLst>
                  <a:ext uri="{FF2B5EF4-FFF2-40B4-BE49-F238E27FC236}">
                    <a16:creationId xmlns:a16="http://schemas.microsoft.com/office/drawing/2014/main" id="{E47717BC-61CD-4F15-A1AB-5BF927851A9F}"/>
                  </a:ext>
                </a:extLst>
              </p:cNvPr>
              <p:cNvSpPr txBox="1"/>
              <p:nvPr/>
            </p:nvSpPr>
            <p:spPr>
              <a:xfrm>
                <a:off x="4551941" y="1668604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35" name="文字方塊 634">
                <a:extLst>
                  <a:ext uri="{FF2B5EF4-FFF2-40B4-BE49-F238E27FC236}">
                    <a16:creationId xmlns:a16="http://schemas.microsoft.com/office/drawing/2014/main" id="{E47717BC-61CD-4F15-A1AB-5BF927851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941" y="1668604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6" name="群組 635">
            <a:extLst>
              <a:ext uri="{FF2B5EF4-FFF2-40B4-BE49-F238E27FC236}">
                <a16:creationId xmlns:a16="http://schemas.microsoft.com/office/drawing/2014/main" id="{CC3CC50A-2C01-494A-9AD5-CDADB815FAD8}"/>
              </a:ext>
            </a:extLst>
          </p:cNvPr>
          <p:cNvGrpSpPr/>
          <p:nvPr/>
        </p:nvGrpSpPr>
        <p:grpSpPr>
          <a:xfrm>
            <a:off x="4696946" y="1884127"/>
            <a:ext cx="414111" cy="443128"/>
            <a:chOff x="7969706" y="-605877"/>
            <a:chExt cx="414111" cy="443128"/>
          </a:xfrm>
        </p:grpSpPr>
        <p:grpSp>
          <p:nvGrpSpPr>
            <p:cNvPr id="637" name="群組 636">
              <a:extLst>
                <a:ext uri="{FF2B5EF4-FFF2-40B4-BE49-F238E27FC236}">
                  <a16:creationId xmlns:a16="http://schemas.microsoft.com/office/drawing/2014/main" id="{DC86A2A6-40CF-425E-B5CB-ED01A7AA468B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40" name="箭號: 向右 639">
                <a:extLst>
                  <a:ext uri="{FF2B5EF4-FFF2-40B4-BE49-F238E27FC236}">
                    <a16:creationId xmlns:a16="http://schemas.microsoft.com/office/drawing/2014/main" id="{4B6AB43C-8F3D-4FEE-B227-4BB33C6718B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41" name="箭號: 向右 640">
                <a:extLst>
                  <a:ext uri="{FF2B5EF4-FFF2-40B4-BE49-F238E27FC236}">
                    <a16:creationId xmlns:a16="http://schemas.microsoft.com/office/drawing/2014/main" id="{15FB2D4F-7D75-4B86-BC26-E4D1949DCCC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8" name="文字方塊 637">
                  <a:extLst>
                    <a:ext uri="{FF2B5EF4-FFF2-40B4-BE49-F238E27FC236}">
                      <a16:creationId xmlns:a16="http://schemas.microsoft.com/office/drawing/2014/main" id="{ACC45C74-03A6-4F25-9220-27D404CB08B0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8" name="文字方塊 637">
                  <a:extLst>
                    <a:ext uri="{FF2B5EF4-FFF2-40B4-BE49-F238E27FC236}">
                      <a16:creationId xmlns:a16="http://schemas.microsoft.com/office/drawing/2014/main" id="{ACC45C74-03A6-4F25-9220-27D404CB0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25C8579A-2D85-4547-8DB1-39CE8D38E20D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25C8579A-2D85-4547-8DB1-39CE8D38E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2" name="文字方塊 641">
                <a:extLst>
                  <a:ext uri="{FF2B5EF4-FFF2-40B4-BE49-F238E27FC236}">
                    <a16:creationId xmlns:a16="http://schemas.microsoft.com/office/drawing/2014/main" id="{C98E6D0A-4A09-46D7-953E-F1D1E94A5B48}"/>
                  </a:ext>
                </a:extLst>
              </p:cNvPr>
              <p:cNvSpPr txBox="1"/>
              <p:nvPr/>
            </p:nvSpPr>
            <p:spPr>
              <a:xfrm>
                <a:off x="4551263" y="2381880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42" name="文字方塊 641">
                <a:extLst>
                  <a:ext uri="{FF2B5EF4-FFF2-40B4-BE49-F238E27FC236}">
                    <a16:creationId xmlns:a16="http://schemas.microsoft.com/office/drawing/2014/main" id="{C98E6D0A-4A09-46D7-953E-F1D1E94A5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263" y="2381880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7251131" y="161925"/>
            <a:ext cx="2089442" cy="503095"/>
          </a:xfrm>
          <a:prstGeom prst="rect">
            <a:avLst/>
          </a:prstGeom>
        </p:spPr>
      </p:pic>
      <p:pic>
        <p:nvPicPr>
          <p:cNvPr id="646" name="圖片 645">
            <a:extLst>
              <a:ext uri="{FF2B5EF4-FFF2-40B4-BE49-F238E27FC236}">
                <a16:creationId xmlns:a16="http://schemas.microsoft.com/office/drawing/2014/main" id="{71D3521D-07F0-45D8-9A9F-2EAEC33AF593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525159" y="1961072"/>
            <a:ext cx="720000" cy="722432"/>
          </a:xfrm>
          <a:prstGeom prst="rect">
            <a:avLst/>
          </a:prstGeom>
        </p:spPr>
      </p:pic>
      <p:pic>
        <p:nvPicPr>
          <p:cNvPr id="647" name="圖片 646">
            <a:extLst>
              <a:ext uri="{FF2B5EF4-FFF2-40B4-BE49-F238E27FC236}">
                <a16:creationId xmlns:a16="http://schemas.microsoft.com/office/drawing/2014/main" id="{514FAFD4-A95C-4156-8D8C-0781FFB6E55B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525159" y="2728405"/>
            <a:ext cx="720000" cy="717576"/>
          </a:xfrm>
          <a:prstGeom prst="rect">
            <a:avLst/>
          </a:prstGeom>
        </p:spPr>
      </p:pic>
      <p:pic>
        <p:nvPicPr>
          <p:cNvPr id="648" name="圖片 647">
            <a:extLst>
              <a:ext uri="{FF2B5EF4-FFF2-40B4-BE49-F238E27FC236}">
                <a16:creationId xmlns:a16="http://schemas.microsoft.com/office/drawing/2014/main" id="{847B95EB-D346-4BE5-A290-E27EE1A6C4B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525159" y="3842742"/>
            <a:ext cx="720000" cy="720000"/>
          </a:xfrm>
          <a:prstGeom prst="rect">
            <a:avLst/>
          </a:prstGeom>
        </p:spPr>
      </p:pic>
      <p:pic>
        <p:nvPicPr>
          <p:cNvPr id="650" name="圖片 649">
            <a:extLst>
              <a:ext uri="{FF2B5EF4-FFF2-40B4-BE49-F238E27FC236}">
                <a16:creationId xmlns:a16="http://schemas.microsoft.com/office/drawing/2014/main" id="{6B11002F-C247-4A57-9167-6C4A74070885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525159" y="4591093"/>
            <a:ext cx="720000" cy="720000"/>
          </a:xfrm>
          <a:prstGeom prst="rect">
            <a:avLst/>
          </a:prstGeom>
        </p:spPr>
      </p:pic>
      <p:pic>
        <p:nvPicPr>
          <p:cNvPr id="651" name="圖片 650">
            <a:extLst>
              <a:ext uri="{FF2B5EF4-FFF2-40B4-BE49-F238E27FC236}">
                <a16:creationId xmlns:a16="http://schemas.microsoft.com/office/drawing/2014/main" id="{347629E7-5D7C-4D0A-8AC7-0B01FB99A5E6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585995" y="4547017"/>
            <a:ext cx="720000" cy="724881"/>
          </a:xfrm>
          <a:prstGeom prst="rect">
            <a:avLst/>
          </a:prstGeom>
        </p:spPr>
      </p:pic>
      <p:pic>
        <p:nvPicPr>
          <p:cNvPr id="652" name="圖片 651">
            <a:extLst>
              <a:ext uri="{FF2B5EF4-FFF2-40B4-BE49-F238E27FC236}">
                <a16:creationId xmlns:a16="http://schemas.microsoft.com/office/drawing/2014/main" id="{2F847164-0E08-4EF0-ACF0-4F7878041AB0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585995" y="5293785"/>
            <a:ext cx="720000" cy="717567"/>
          </a:xfrm>
          <a:prstGeom prst="rect">
            <a:avLst/>
          </a:prstGeom>
        </p:spPr>
      </p:pic>
      <p:pic>
        <p:nvPicPr>
          <p:cNvPr id="653" name="圖片 652">
            <a:extLst>
              <a:ext uri="{FF2B5EF4-FFF2-40B4-BE49-F238E27FC236}">
                <a16:creationId xmlns:a16="http://schemas.microsoft.com/office/drawing/2014/main" id="{7A10674F-E0CE-4800-AEF8-15D6A6816701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643069" y="4592472"/>
            <a:ext cx="720000" cy="720000"/>
          </a:xfrm>
          <a:prstGeom prst="rect">
            <a:avLst/>
          </a:prstGeom>
        </p:spPr>
      </p:pic>
      <p:pic>
        <p:nvPicPr>
          <p:cNvPr id="654" name="圖片 653">
            <a:extLst>
              <a:ext uri="{FF2B5EF4-FFF2-40B4-BE49-F238E27FC236}">
                <a16:creationId xmlns:a16="http://schemas.microsoft.com/office/drawing/2014/main" id="{1DBA4954-8DD2-457F-B15B-7B004473F018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643069" y="3837861"/>
            <a:ext cx="720000" cy="724881"/>
          </a:xfrm>
          <a:prstGeom prst="rect">
            <a:avLst/>
          </a:prstGeom>
        </p:spPr>
      </p:pic>
      <p:pic>
        <p:nvPicPr>
          <p:cNvPr id="655" name="圖片 654">
            <a:extLst>
              <a:ext uri="{FF2B5EF4-FFF2-40B4-BE49-F238E27FC236}">
                <a16:creationId xmlns:a16="http://schemas.microsoft.com/office/drawing/2014/main" id="{A63CF7C2-CCE7-43D6-AA87-236408158851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643069" y="2710603"/>
            <a:ext cx="720000" cy="729829"/>
          </a:xfrm>
          <a:prstGeom prst="rect">
            <a:avLst/>
          </a:prstGeom>
        </p:spPr>
      </p:pic>
      <p:pic>
        <p:nvPicPr>
          <p:cNvPr id="656" name="圖片 655">
            <a:extLst>
              <a:ext uri="{FF2B5EF4-FFF2-40B4-BE49-F238E27FC236}">
                <a16:creationId xmlns:a16="http://schemas.microsoft.com/office/drawing/2014/main" id="{EF467B0E-5EBC-44EB-89D7-ED1584013BDE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643069" y="1958296"/>
            <a:ext cx="720000" cy="722449"/>
          </a:xfrm>
          <a:prstGeom prst="rect">
            <a:avLst/>
          </a:prstGeom>
        </p:spPr>
      </p:pic>
      <p:sp>
        <p:nvSpPr>
          <p:cNvPr id="211" name="文字方塊 210">
            <a:extLst>
              <a:ext uri="{FF2B5EF4-FFF2-40B4-BE49-F238E27FC236}">
                <a16:creationId xmlns:a16="http://schemas.microsoft.com/office/drawing/2014/main" id="{2B4C7CE6-33B3-49A4-9402-F6BBA8F3B2C8}"/>
              </a:ext>
            </a:extLst>
          </p:cNvPr>
          <p:cNvSpPr txBox="1"/>
          <p:nvPr/>
        </p:nvSpPr>
        <p:spPr>
          <a:xfrm>
            <a:off x="1926101" y="1112502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文字方塊 212">
            <a:extLst>
              <a:ext uri="{FF2B5EF4-FFF2-40B4-BE49-F238E27FC236}">
                <a16:creationId xmlns:a16="http://schemas.microsoft.com/office/drawing/2014/main" id="{A1BA78B9-EA70-4923-8807-86D81C1AC069}"/>
              </a:ext>
            </a:extLst>
          </p:cNvPr>
          <p:cNvSpPr txBox="1"/>
          <p:nvPr/>
        </p:nvSpPr>
        <p:spPr>
          <a:xfrm>
            <a:off x="1926101" y="1865842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文字方塊 213">
            <a:extLst>
              <a:ext uri="{FF2B5EF4-FFF2-40B4-BE49-F238E27FC236}">
                <a16:creationId xmlns:a16="http://schemas.microsoft.com/office/drawing/2014/main" id="{A7AD2F6E-B27D-42B5-8C34-CD233E3DD2D9}"/>
              </a:ext>
            </a:extLst>
          </p:cNvPr>
          <p:cNvSpPr txBox="1"/>
          <p:nvPr/>
        </p:nvSpPr>
        <p:spPr>
          <a:xfrm>
            <a:off x="5291323" y="1106708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B88F23EF-0945-4C8E-A73D-96A988BD589A}"/>
              </a:ext>
            </a:extLst>
          </p:cNvPr>
          <p:cNvSpPr txBox="1"/>
          <p:nvPr/>
        </p:nvSpPr>
        <p:spPr>
          <a:xfrm>
            <a:off x="5291323" y="1860048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53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3268725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448" name="圖片 447">
            <a:extLst>
              <a:ext uri="{FF2B5EF4-FFF2-40B4-BE49-F238E27FC236}">
                <a16:creationId xmlns:a16="http://schemas.microsoft.com/office/drawing/2014/main" id="{B25E9F7F-831A-4023-97B3-F766FFC1D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5633855" y="1960745"/>
            <a:ext cx="720000" cy="717490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C9D4781D-ABD1-466E-A985-889A076C39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435263" y="3852929"/>
            <a:ext cx="720000" cy="709813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0156FBB-D1E4-4CFD-8EBC-67001E88EC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445929" y="1136921"/>
            <a:ext cx="720000" cy="717490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4971573F-41EA-474F-8B6E-F2F280DB0E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555344" y="4549150"/>
            <a:ext cx="720000" cy="717490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7A43A2D-1598-46F7-8346-1D819C434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391" y="3840697"/>
            <a:ext cx="720000" cy="722045"/>
          </a:xfrm>
          <a:prstGeom prst="rect">
            <a:avLst/>
          </a:prstGeom>
        </p:spPr>
      </p:pic>
      <p:pic>
        <p:nvPicPr>
          <p:cNvPr id="453" name="圖片 452">
            <a:extLst>
              <a:ext uri="{FF2B5EF4-FFF2-40B4-BE49-F238E27FC236}">
                <a16:creationId xmlns:a16="http://schemas.microsoft.com/office/drawing/2014/main" id="{5EFE2B9A-4862-4D31-9584-6030A9E9C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299" y="1960745"/>
            <a:ext cx="720000" cy="721752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4645481" y="1141166"/>
            <a:ext cx="414111" cy="443128"/>
            <a:chOff x="7969706" y="-605877"/>
            <a:chExt cx="414111" cy="443128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916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3923285" y="93700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285" y="937004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3141729" y="363291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729" y="3632919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5316507" y="170909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507" y="1709096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4278182" y="431653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182" y="4316536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171022" y="1133495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5063284" y="1505670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063284" y="1505670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4052152" y="344555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5149432" y="377417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4157840" y="365921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3216690" y="169779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690" y="1697793"/>
                <a:ext cx="1150186" cy="276999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5478463" y="363291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463" y="3632919"/>
                <a:ext cx="988200" cy="276999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1573" y="3156059"/>
            <a:ext cx="868304" cy="9017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4545461" y="5342260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4499798" y="1638919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798" y="1638919"/>
                <a:ext cx="612129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4433949" y="1892699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blipFill>
                  <a:blip r:embed="rId2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5345052" y="332403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4554705" y="2874847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5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705" y="2874847"/>
                <a:ext cx="715550" cy="276999"/>
              </a:xfrm>
              <a:prstGeom prst="rect">
                <a:avLst/>
              </a:prstGeom>
              <a:blipFill>
                <a:blip r:embed="rId24"/>
                <a:stretch>
                  <a:fillRect t="-95556" r="-3389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4506003" y="4011477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003" y="4011477"/>
                <a:ext cx="812954" cy="276999"/>
              </a:xfrm>
              <a:prstGeom prst="rect">
                <a:avLst/>
              </a:prstGeom>
              <a:blipFill>
                <a:blip r:embed="rId25"/>
                <a:stretch>
                  <a:fillRect t="-95556" r="-23134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5600659" y="4589713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3405524" y="4589713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3405524" y="2717673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5616480" y="2717673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3907856" y="161925"/>
            <a:ext cx="2089442" cy="5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9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3268725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DA60BB6B-73B2-4389-A599-A030DA72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587" y="3856228"/>
            <a:ext cx="720000" cy="720000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D3B2BA8B-D95F-4878-B514-60E3E03FB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578" y="1953302"/>
            <a:ext cx="720000" cy="718411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C942AA71-2872-499C-A99B-68BD437D4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452" y="3840229"/>
            <a:ext cx="720000" cy="72000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3936CF54-2E7B-406A-98AE-3DEBAA56E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7299" y="1962497"/>
            <a:ext cx="720000" cy="720000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F5265048-D92D-412C-97DF-D8E9DC9F0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2209" y="1141675"/>
            <a:ext cx="720000" cy="721589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A65C0533-7FF4-44AE-A69E-55149D27E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1020" y="4546397"/>
            <a:ext cx="720000" cy="720000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4664531" y="1167360"/>
            <a:ext cx="406967" cy="400266"/>
            <a:chOff x="7976850" y="-563015"/>
            <a:chExt cx="406967" cy="400266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3923285" y="93700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285" y="937004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3141729" y="363291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729" y="3632919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5316507" y="170909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507" y="1709096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4278182" y="431653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182" y="4316536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171022" y="1133495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5063284" y="1505670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063284" y="1505670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4052152" y="344555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5149432" y="377417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4157840" y="365921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3216690" y="169779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690" y="1697793"/>
                <a:ext cx="1150186" cy="276999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5478463" y="363291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463" y="3632919"/>
                <a:ext cx="988200" cy="276999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1573" y="3156059"/>
            <a:ext cx="868304" cy="9017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4545461" y="5342260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4499798" y="1638919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798" y="1638919"/>
                <a:ext cx="612129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4433949" y="1892699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blipFill>
                  <a:blip r:embed="rId2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5345052" y="332403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4554705" y="2874847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705" y="2874847"/>
                <a:ext cx="715550" cy="276999"/>
              </a:xfrm>
              <a:prstGeom prst="rect">
                <a:avLst/>
              </a:prstGeom>
              <a:blipFill>
                <a:blip r:embed="rId24"/>
                <a:stretch>
                  <a:fillRect t="-95556" r="-26271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4506003" y="4011477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5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003" y="4011477"/>
                <a:ext cx="812954" cy="276999"/>
              </a:xfrm>
              <a:prstGeom prst="rect">
                <a:avLst/>
              </a:prstGeom>
              <a:blipFill>
                <a:blip r:embed="rId25"/>
                <a:stretch>
                  <a:fillRect t="-95556" r="-30597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5600659" y="4589713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27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27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189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189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3405524" y="4589713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1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5400000">
              <a:off x="-371955" y="5728013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5400000">
              <a:off x="532146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5400000">
              <a:off x="-371955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5400000">
              <a:off x="532146" y="572801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>
              <a:off x="69843" y="6857317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>
              <a:off x="69843" y="5527635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3405524" y="2717673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18900000">
              <a:off x="601031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 rot="189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 rot="189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27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27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5616480" y="2717673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 rot="5400000"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 rot="5400000"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3907856" y="161925"/>
            <a:ext cx="2089442" cy="5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63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9785</TotalTime>
  <Words>216</Words>
  <Application>Microsoft Office PowerPoint</Application>
  <PresentationFormat>自訂</PresentationFormat>
  <Paragraphs>135</Paragraphs>
  <Slides>5</Slides>
  <Notes>0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66</cp:revision>
  <dcterms:created xsi:type="dcterms:W3CDTF">2026-04-27T03:03:02Z</dcterms:created>
  <dcterms:modified xsi:type="dcterms:W3CDTF">2026-07-03T10:18:27Z</dcterms:modified>
</cp:coreProperties>
</file>