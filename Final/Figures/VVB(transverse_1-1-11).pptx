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4" r:id="rId1"/>
  </p:sldMasterIdLst>
  <p:sldIdLst>
    <p:sldId id="259" r:id="rId2"/>
    <p:sldId id="260" r:id="rId3"/>
    <p:sldId id="264" r:id="rId4"/>
  </p:sldIdLst>
  <p:sldSz cx="9906000" cy="62103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5C485"/>
    <a:srgbClr val="238109"/>
    <a:srgbClr val="2E75B6"/>
    <a:srgbClr val="F47A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20" autoAdjust="0"/>
    <p:restoredTop sz="94660"/>
  </p:normalViewPr>
  <p:slideViewPr>
    <p:cSldViewPr snapToGrid="0">
      <p:cViewPr>
        <p:scale>
          <a:sx n="125" d="100"/>
          <a:sy n="125" d="100"/>
        </p:scale>
        <p:origin x="732" y="-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38250" y="1016362"/>
            <a:ext cx="7429500" cy="2162104"/>
          </a:xfrm>
        </p:spPr>
        <p:txBody>
          <a:bodyPr anchor="b"/>
          <a:lstStyle>
            <a:lvl1pPr algn="ctr">
              <a:defRPr sz="4875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261846"/>
            <a:ext cx="7429500" cy="1499384"/>
          </a:xfrm>
        </p:spPr>
        <p:txBody>
          <a:bodyPr/>
          <a:lstStyle>
            <a:lvl1pPr marL="0" indent="0" algn="ctr">
              <a:buNone/>
              <a:defRPr sz="1950"/>
            </a:lvl1pPr>
            <a:lvl2pPr marL="371475" indent="0" algn="ctr">
              <a:buNone/>
              <a:defRPr sz="1625"/>
            </a:lvl2pPr>
            <a:lvl3pPr marL="742950" indent="0" algn="ctr">
              <a:buNone/>
              <a:defRPr sz="1463"/>
            </a:lvl3pPr>
            <a:lvl4pPr marL="1114425" indent="0" algn="ctr">
              <a:buNone/>
              <a:defRPr sz="1300"/>
            </a:lvl4pPr>
            <a:lvl5pPr marL="1485900" indent="0" algn="ctr">
              <a:buNone/>
              <a:defRPr sz="1300"/>
            </a:lvl5pPr>
            <a:lvl6pPr marL="1857375" indent="0" algn="ctr">
              <a:buNone/>
              <a:defRPr sz="1300"/>
            </a:lvl6pPr>
            <a:lvl7pPr marL="2228850" indent="0" algn="ctr">
              <a:buNone/>
              <a:defRPr sz="1300"/>
            </a:lvl7pPr>
            <a:lvl8pPr marL="2600325" indent="0" algn="ctr">
              <a:buNone/>
              <a:defRPr sz="1300"/>
            </a:lvl8pPr>
            <a:lvl9pPr marL="2971800" indent="0" algn="ctr">
              <a:buNone/>
              <a:defRPr sz="13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2026/6/29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286980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2026/6/29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753131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8" y="1548263"/>
            <a:ext cx="8543925" cy="2583312"/>
          </a:xfrm>
        </p:spPr>
        <p:txBody>
          <a:bodyPr anchor="b"/>
          <a:lstStyle>
            <a:lvl1pPr>
              <a:defRPr sz="4875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8" y="4156014"/>
            <a:ext cx="8543925" cy="1358503"/>
          </a:xfrm>
        </p:spPr>
        <p:txBody>
          <a:bodyPr/>
          <a:lstStyle>
            <a:lvl1pPr marL="0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1pPr>
            <a:lvl2pPr marL="371475" indent="0">
              <a:buNone/>
              <a:defRPr sz="1625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2026/6/29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693670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653205"/>
            <a:ext cx="4210050" cy="394037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653205"/>
            <a:ext cx="4210050" cy="394037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2026/6/29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68506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30641"/>
            <a:ext cx="8543925" cy="1200371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8" y="1522387"/>
            <a:ext cx="4190702" cy="746098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8" y="2268485"/>
            <a:ext cx="4190702" cy="3336599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522387"/>
            <a:ext cx="4211340" cy="746098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268485"/>
            <a:ext cx="4211340" cy="3336599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2026/6/29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48972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2026/6/29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337520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2026/6/29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791891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14020"/>
            <a:ext cx="3194943" cy="144907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894169"/>
            <a:ext cx="5014913" cy="4413338"/>
          </a:xfrm>
        </p:spPr>
        <p:txBody>
          <a:bodyPr/>
          <a:lstStyle>
            <a:lvl1pPr>
              <a:defRPr sz="2600"/>
            </a:lvl1pPr>
            <a:lvl2pPr>
              <a:defRPr sz="2275"/>
            </a:lvl2pPr>
            <a:lvl3pPr>
              <a:defRPr sz="1950"/>
            </a:lvl3pPr>
            <a:lvl4pPr>
              <a:defRPr sz="1625"/>
            </a:lvl4pPr>
            <a:lvl5pPr>
              <a:defRPr sz="1625"/>
            </a:lvl5pPr>
            <a:lvl6pPr>
              <a:defRPr sz="1625"/>
            </a:lvl6pPr>
            <a:lvl7pPr>
              <a:defRPr sz="1625"/>
            </a:lvl7pPr>
            <a:lvl8pPr>
              <a:defRPr sz="1625"/>
            </a:lvl8pPr>
            <a:lvl9pPr>
              <a:defRPr sz="1625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1863090"/>
            <a:ext cx="3194943" cy="3451605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2026/6/29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69044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14020"/>
            <a:ext cx="3194943" cy="144907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894169"/>
            <a:ext cx="5014913" cy="4413338"/>
          </a:xfrm>
        </p:spPr>
        <p:txBody>
          <a:bodyPr anchor="t"/>
          <a:lstStyle>
            <a:lvl1pPr marL="0" indent="0">
              <a:buNone/>
              <a:defRPr sz="2600"/>
            </a:lvl1pPr>
            <a:lvl2pPr marL="371475" indent="0">
              <a:buNone/>
              <a:defRPr sz="2275"/>
            </a:lvl2pPr>
            <a:lvl3pPr marL="742950" indent="0">
              <a:buNone/>
              <a:defRPr sz="1950"/>
            </a:lvl3pPr>
            <a:lvl4pPr marL="1114425" indent="0">
              <a:buNone/>
              <a:defRPr sz="1625"/>
            </a:lvl4pPr>
            <a:lvl5pPr marL="1485900" indent="0">
              <a:buNone/>
              <a:defRPr sz="1625"/>
            </a:lvl5pPr>
            <a:lvl6pPr marL="1857375" indent="0">
              <a:buNone/>
              <a:defRPr sz="1625"/>
            </a:lvl6pPr>
            <a:lvl7pPr marL="2228850" indent="0">
              <a:buNone/>
              <a:defRPr sz="1625"/>
            </a:lvl7pPr>
            <a:lvl8pPr marL="2600325" indent="0">
              <a:buNone/>
              <a:defRPr sz="1625"/>
            </a:lvl8pPr>
            <a:lvl9pPr marL="2971800" indent="0">
              <a:buNone/>
              <a:defRPr sz="1625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1863090"/>
            <a:ext cx="3194943" cy="3451605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2026/6/29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629855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2026/6/29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175836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1" y="330641"/>
            <a:ext cx="2135981" cy="5262942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7" y="330641"/>
            <a:ext cx="6284119" cy="5262942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2026/6/29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61912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30641"/>
            <a:ext cx="8543925" cy="120037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653205"/>
            <a:ext cx="8543925" cy="39403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5756028"/>
            <a:ext cx="2228850" cy="3306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94E92E-A8AC-429E-9EB5-C3F29BFFE487}" type="datetimeFigureOut">
              <a:rPr lang="zh-TW" altLang="en-US" smtClean="0"/>
              <a:t>2026/6/29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5756028"/>
            <a:ext cx="3343275" cy="3306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5756028"/>
            <a:ext cx="2228850" cy="3306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200212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txStyles>
    <p:titleStyle>
      <a:lvl1pPr algn="l" defTabSz="742950" rtl="0" eaLnBrk="1" latinLnBrk="0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738" indent="-185738" algn="l" defTabSz="742950" rtl="0" eaLnBrk="1" latinLnBrk="0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286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3pPr>
      <a:lvl4pPr marL="13001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6716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20431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74.png"/><Relationship Id="rId18" Type="http://schemas.openxmlformats.org/officeDocument/2006/relationships/image" Target="../media/image78.png"/><Relationship Id="rId26" Type="http://schemas.openxmlformats.org/officeDocument/2006/relationships/image" Target="../media/image86.png"/><Relationship Id="rId39" Type="http://schemas.openxmlformats.org/officeDocument/2006/relationships/image" Target="../media/image98.png"/><Relationship Id="rId21" Type="http://schemas.openxmlformats.org/officeDocument/2006/relationships/image" Target="../media/image81.png"/><Relationship Id="rId34" Type="http://schemas.openxmlformats.org/officeDocument/2006/relationships/image" Target="../media/image93.png"/><Relationship Id="rId7" Type="http://schemas.openxmlformats.org/officeDocument/2006/relationships/image" Target="../media/image68.png"/><Relationship Id="rId12" Type="http://schemas.openxmlformats.org/officeDocument/2006/relationships/image" Target="../media/image73.png"/><Relationship Id="rId17" Type="http://schemas.openxmlformats.org/officeDocument/2006/relationships/image" Target="../media/image77.png"/><Relationship Id="rId25" Type="http://schemas.openxmlformats.org/officeDocument/2006/relationships/image" Target="../media/image85.png"/><Relationship Id="rId33" Type="http://schemas.openxmlformats.org/officeDocument/2006/relationships/image" Target="../media/image92.png"/><Relationship Id="rId38" Type="http://schemas.openxmlformats.org/officeDocument/2006/relationships/image" Target="../media/image97.png"/><Relationship Id="rId2" Type="http://schemas.openxmlformats.org/officeDocument/2006/relationships/image" Target="../media/image1.png"/><Relationship Id="rId16" Type="http://schemas.openxmlformats.org/officeDocument/2006/relationships/image" Target="../media/image6.png"/><Relationship Id="rId20" Type="http://schemas.openxmlformats.org/officeDocument/2006/relationships/image" Target="../media/image80.png"/><Relationship Id="rId29" Type="http://schemas.openxmlformats.org/officeDocument/2006/relationships/image" Target="../media/image8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72.png"/><Relationship Id="rId24" Type="http://schemas.openxmlformats.org/officeDocument/2006/relationships/image" Target="../media/image84.png"/><Relationship Id="rId32" Type="http://schemas.openxmlformats.org/officeDocument/2006/relationships/image" Target="../media/image7.png"/><Relationship Id="rId37" Type="http://schemas.openxmlformats.org/officeDocument/2006/relationships/image" Target="../media/image96.png"/><Relationship Id="rId40" Type="http://schemas.openxmlformats.org/officeDocument/2006/relationships/image" Target="../media/image8.png"/><Relationship Id="rId5" Type="http://schemas.openxmlformats.org/officeDocument/2006/relationships/image" Target="../media/image4.png"/><Relationship Id="rId15" Type="http://schemas.openxmlformats.org/officeDocument/2006/relationships/image" Target="../media/image76.png"/><Relationship Id="rId23" Type="http://schemas.openxmlformats.org/officeDocument/2006/relationships/image" Target="../media/image83.png"/><Relationship Id="rId28" Type="http://schemas.openxmlformats.org/officeDocument/2006/relationships/image" Target="../media/image88.png"/><Relationship Id="rId36" Type="http://schemas.openxmlformats.org/officeDocument/2006/relationships/image" Target="../media/image95.png"/><Relationship Id="rId10" Type="http://schemas.openxmlformats.org/officeDocument/2006/relationships/image" Target="../media/image71.png"/><Relationship Id="rId19" Type="http://schemas.openxmlformats.org/officeDocument/2006/relationships/image" Target="../media/image79.png"/><Relationship Id="rId31" Type="http://schemas.openxmlformats.org/officeDocument/2006/relationships/image" Target="../media/image91.png"/><Relationship Id="rId4" Type="http://schemas.openxmlformats.org/officeDocument/2006/relationships/image" Target="../media/image3.png"/><Relationship Id="rId9" Type="http://schemas.openxmlformats.org/officeDocument/2006/relationships/image" Target="../media/image70.png"/><Relationship Id="rId14" Type="http://schemas.openxmlformats.org/officeDocument/2006/relationships/image" Target="../media/image75.png"/><Relationship Id="rId22" Type="http://schemas.openxmlformats.org/officeDocument/2006/relationships/image" Target="../media/image82.png"/><Relationship Id="rId27" Type="http://schemas.openxmlformats.org/officeDocument/2006/relationships/image" Target="../media/image87.png"/><Relationship Id="rId30" Type="http://schemas.openxmlformats.org/officeDocument/2006/relationships/image" Target="../media/image90.png"/><Relationship Id="rId35" Type="http://schemas.openxmlformats.org/officeDocument/2006/relationships/image" Target="../media/image94.png"/><Relationship Id="rId8" Type="http://schemas.openxmlformats.org/officeDocument/2006/relationships/image" Target="../media/image69.png"/><Relationship Id="rId3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6.png"/><Relationship Id="rId18" Type="http://schemas.openxmlformats.org/officeDocument/2006/relationships/image" Target="NULL"/><Relationship Id="rId26" Type="http://schemas.openxmlformats.org/officeDocument/2006/relationships/image" Target="../media/image22.png"/><Relationship Id="rId3" Type="http://schemas.openxmlformats.org/officeDocument/2006/relationships/image" Target="../media/image9.png"/><Relationship Id="rId21" Type="http://schemas.openxmlformats.org/officeDocument/2006/relationships/image" Target="NULL"/><Relationship Id="rId7" Type="http://schemas.openxmlformats.org/officeDocument/2006/relationships/image" Target="../media/image103.png"/><Relationship Id="rId12" Type="http://schemas.openxmlformats.org/officeDocument/2006/relationships/image" Target="../media/image16.png"/><Relationship Id="rId17" Type="http://schemas.openxmlformats.org/officeDocument/2006/relationships/image" Target="NULL"/><Relationship Id="rId25" Type="http://schemas.openxmlformats.org/officeDocument/2006/relationships/image" Target="../media/image21.png"/><Relationship Id="rId2" Type="http://schemas.openxmlformats.org/officeDocument/2006/relationships/image" Target="../media/image1.png"/><Relationship Id="rId20" Type="http://schemas.openxmlformats.org/officeDocument/2006/relationships/image" Target="NULL"/><Relationship Id="rId29" Type="http://schemas.openxmlformats.org/officeDocument/2006/relationships/image" Target="../media/image2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2.png"/><Relationship Id="rId11" Type="http://schemas.openxmlformats.org/officeDocument/2006/relationships/image" Target="../media/image15.png"/><Relationship Id="rId24" Type="http://schemas.openxmlformats.org/officeDocument/2006/relationships/image" Target="../media/image20.png"/><Relationship Id="rId5" Type="http://schemas.openxmlformats.org/officeDocument/2006/relationships/image" Target="../media/image11.png"/><Relationship Id="rId15" Type="http://schemas.openxmlformats.org/officeDocument/2006/relationships/image" Target="../media/image110.png"/><Relationship Id="rId23" Type="http://schemas.openxmlformats.org/officeDocument/2006/relationships/image" Target="../media/image19.png"/><Relationship Id="rId28" Type="http://schemas.openxmlformats.org/officeDocument/2006/relationships/image" Target="../media/image24.png"/><Relationship Id="rId10" Type="http://schemas.openxmlformats.org/officeDocument/2006/relationships/image" Target="../media/image14.png"/><Relationship Id="rId19" Type="http://schemas.openxmlformats.org/officeDocument/2006/relationships/image" Target="NULL"/><Relationship Id="rId4" Type="http://schemas.openxmlformats.org/officeDocument/2006/relationships/image" Target="../media/image10.png"/><Relationship Id="rId9" Type="http://schemas.openxmlformats.org/officeDocument/2006/relationships/image" Target="../media/image13.png"/><Relationship Id="rId14" Type="http://schemas.openxmlformats.org/officeDocument/2006/relationships/image" Target="../media/image17.png"/><Relationship Id="rId22" Type="http://schemas.openxmlformats.org/officeDocument/2006/relationships/image" Target="../media/image18.png"/><Relationship Id="rId27" Type="http://schemas.openxmlformats.org/officeDocument/2006/relationships/image" Target="../media/image23.png"/></Relationships>
</file>

<file path=ppt/slides/_rels/slide3.xml.rels><?xml version="1.0" encoding="UTF-8" standalone="yes"?>
<Relationships xmlns="http://schemas.openxmlformats.org/package/2006/relationships"><Relationship Id="rId26" Type="http://schemas.openxmlformats.org/officeDocument/2006/relationships/image" Target="../media/image46.png"/><Relationship Id="rId21" Type="http://schemas.openxmlformats.org/officeDocument/2006/relationships/image" Target="../media/image41.png"/><Relationship Id="rId34" Type="http://schemas.openxmlformats.org/officeDocument/2006/relationships/image" Target="../media/image54.png"/><Relationship Id="rId42" Type="http://schemas.openxmlformats.org/officeDocument/2006/relationships/image" Target="../media/image62.png"/><Relationship Id="rId47" Type="http://schemas.openxmlformats.org/officeDocument/2006/relationships/image" Target="../media/image67.png"/><Relationship Id="rId50" Type="http://schemas.openxmlformats.org/officeDocument/2006/relationships/image" Target="../media/image101.png"/><Relationship Id="rId55" Type="http://schemas.openxmlformats.org/officeDocument/2006/relationships/image" Target="../media/image108.png"/><Relationship Id="rId63" Type="http://schemas.openxmlformats.org/officeDocument/2006/relationships/image" Target="../media/image117.png"/><Relationship Id="rId68" Type="http://schemas.openxmlformats.org/officeDocument/2006/relationships/image" Target="../media/image122.png"/><Relationship Id="rId7" Type="http://schemas.openxmlformats.org/officeDocument/2006/relationships/image" Target="../media/image21.png"/><Relationship Id="rId2" Type="http://schemas.openxmlformats.org/officeDocument/2006/relationships/image" Target="../media/image26.png"/><Relationship Id="rId16" Type="http://schemas.openxmlformats.org/officeDocument/2006/relationships/image" Target="../media/image36.png"/><Relationship Id="rId29" Type="http://schemas.openxmlformats.org/officeDocument/2006/relationships/image" Target="../media/image49.png"/><Relationship Id="rId11" Type="http://schemas.openxmlformats.org/officeDocument/2006/relationships/image" Target="../media/image32.png"/><Relationship Id="rId24" Type="http://schemas.openxmlformats.org/officeDocument/2006/relationships/image" Target="../media/image44.png"/><Relationship Id="rId32" Type="http://schemas.openxmlformats.org/officeDocument/2006/relationships/image" Target="../media/image52.png"/><Relationship Id="rId37" Type="http://schemas.openxmlformats.org/officeDocument/2006/relationships/image" Target="../media/image57.png"/><Relationship Id="rId40" Type="http://schemas.openxmlformats.org/officeDocument/2006/relationships/image" Target="../media/image60.png"/><Relationship Id="rId45" Type="http://schemas.openxmlformats.org/officeDocument/2006/relationships/image" Target="../media/image65.png"/><Relationship Id="rId53" Type="http://schemas.openxmlformats.org/officeDocument/2006/relationships/image" Target="../media/image106.png"/><Relationship Id="rId58" Type="http://schemas.openxmlformats.org/officeDocument/2006/relationships/image" Target="../media/image112.png"/><Relationship Id="rId66" Type="http://schemas.openxmlformats.org/officeDocument/2006/relationships/image" Target="../media/image120.png"/><Relationship Id="rId5" Type="http://schemas.openxmlformats.org/officeDocument/2006/relationships/image" Target="../media/image1.png"/><Relationship Id="rId61" Type="http://schemas.openxmlformats.org/officeDocument/2006/relationships/image" Target="../media/image115.png"/><Relationship Id="rId19" Type="http://schemas.openxmlformats.org/officeDocument/2006/relationships/image" Target="../media/image39.png"/><Relationship Id="rId14" Type="http://schemas.openxmlformats.org/officeDocument/2006/relationships/image" Target="../media/image6.png"/><Relationship Id="rId22" Type="http://schemas.openxmlformats.org/officeDocument/2006/relationships/image" Target="../media/image42.png"/><Relationship Id="rId27" Type="http://schemas.openxmlformats.org/officeDocument/2006/relationships/image" Target="../media/image47.png"/><Relationship Id="rId30" Type="http://schemas.openxmlformats.org/officeDocument/2006/relationships/image" Target="../media/image50.png"/><Relationship Id="rId35" Type="http://schemas.openxmlformats.org/officeDocument/2006/relationships/image" Target="../media/image55.png"/><Relationship Id="rId43" Type="http://schemas.openxmlformats.org/officeDocument/2006/relationships/image" Target="../media/image63.png"/><Relationship Id="rId48" Type="http://schemas.openxmlformats.org/officeDocument/2006/relationships/image" Target="../media/image99.png"/><Relationship Id="rId56" Type="http://schemas.openxmlformats.org/officeDocument/2006/relationships/image" Target="../media/image109.png"/><Relationship Id="rId64" Type="http://schemas.openxmlformats.org/officeDocument/2006/relationships/image" Target="../media/image118.png"/><Relationship Id="rId8" Type="http://schemas.openxmlformats.org/officeDocument/2006/relationships/image" Target="../media/image29.png"/><Relationship Id="rId51" Type="http://schemas.openxmlformats.org/officeDocument/2006/relationships/image" Target="../media/image104.png"/><Relationship Id="rId3" Type="http://schemas.openxmlformats.org/officeDocument/2006/relationships/image" Target="../media/image27.png"/><Relationship Id="rId12" Type="http://schemas.openxmlformats.org/officeDocument/2006/relationships/image" Target="../media/image33.png"/><Relationship Id="rId17" Type="http://schemas.openxmlformats.org/officeDocument/2006/relationships/image" Target="../media/image37.png"/><Relationship Id="rId25" Type="http://schemas.openxmlformats.org/officeDocument/2006/relationships/image" Target="../media/image45.png"/><Relationship Id="rId33" Type="http://schemas.openxmlformats.org/officeDocument/2006/relationships/image" Target="../media/image53.png"/><Relationship Id="rId38" Type="http://schemas.openxmlformats.org/officeDocument/2006/relationships/image" Target="../media/image58.png"/><Relationship Id="rId46" Type="http://schemas.openxmlformats.org/officeDocument/2006/relationships/image" Target="../media/image66.png"/><Relationship Id="rId59" Type="http://schemas.openxmlformats.org/officeDocument/2006/relationships/image" Target="../media/image113.png"/><Relationship Id="rId67" Type="http://schemas.openxmlformats.org/officeDocument/2006/relationships/image" Target="../media/image121.png"/><Relationship Id="rId20" Type="http://schemas.openxmlformats.org/officeDocument/2006/relationships/image" Target="../media/image40.png"/><Relationship Id="rId41" Type="http://schemas.openxmlformats.org/officeDocument/2006/relationships/image" Target="../media/image61.png"/><Relationship Id="rId54" Type="http://schemas.openxmlformats.org/officeDocument/2006/relationships/image" Target="../media/image107.png"/><Relationship Id="rId62" Type="http://schemas.openxmlformats.org/officeDocument/2006/relationships/image" Target="../media/image11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15" Type="http://schemas.openxmlformats.org/officeDocument/2006/relationships/image" Target="../media/image35.png"/><Relationship Id="rId23" Type="http://schemas.openxmlformats.org/officeDocument/2006/relationships/image" Target="../media/image43.png"/><Relationship Id="rId28" Type="http://schemas.openxmlformats.org/officeDocument/2006/relationships/image" Target="../media/image48.png"/><Relationship Id="rId36" Type="http://schemas.openxmlformats.org/officeDocument/2006/relationships/image" Target="../media/image56.png"/><Relationship Id="rId49" Type="http://schemas.openxmlformats.org/officeDocument/2006/relationships/image" Target="../media/image100.png"/><Relationship Id="rId57" Type="http://schemas.openxmlformats.org/officeDocument/2006/relationships/image" Target="../media/image111.png"/><Relationship Id="rId10" Type="http://schemas.openxmlformats.org/officeDocument/2006/relationships/image" Target="../media/image31.png"/><Relationship Id="rId31" Type="http://schemas.openxmlformats.org/officeDocument/2006/relationships/image" Target="../media/image51.png"/><Relationship Id="rId44" Type="http://schemas.openxmlformats.org/officeDocument/2006/relationships/image" Target="../media/image64.png"/><Relationship Id="rId52" Type="http://schemas.openxmlformats.org/officeDocument/2006/relationships/image" Target="../media/image105.png"/><Relationship Id="rId60" Type="http://schemas.openxmlformats.org/officeDocument/2006/relationships/image" Target="../media/image114.png"/><Relationship Id="rId65" Type="http://schemas.openxmlformats.org/officeDocument/2006/relationships/image" Target="../media/image119.png"/><Relationship Id="rId4" Type="http://schemas.openxmlformats.org/officeDocument/2006/relationships/image" Target="../media/image28.png"/><Relationship Id="rId9" Type="http://schemas.openxmlformats.org/officeDocument/2006/relationships/image" Target="../media/image30.png"/><Relationship Id="rId13" Type="http://schemas.openxmlformats.org/officeDocument/2006/relationships/image" Target="../media/image34.png"/><Relationship Id="rId18" Type="http://schemas.openxmlformats.org/officeDocument/2006/relationships/image" Target="../media/image38.png"/><Relationship Id="rId39" Type="http://schemas.openxmlformats.org/officeDocument/2006/relationships/image" Target="../media/image5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矩形: 圓角 174">
            <a:extLst>
              <a:ext uri="{FF2B5EF4-FFF2-40B4-BE49-F238E27FC236}">
                <a16:creationId xmlns:a16="http://schemas.microsoft.com/office/drawing/2014/main" id="{BF09B052-4C3F-4EC6-A337-45ED454E80E1}"/>
              </a:ext>
            </a:extLst>
          </p:cNvPr>
          <p:cNvSpPr/>
          <p:nvPr/>
        </p:nvSpPr>
        <p:spPr>
          <a:xfrm>
            <a:off x="1" y="2538"/>
            <a:ext cx="4899729" cy="6179835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grpSp>
        <p:nvGrpSpPr>
          <p:cNvPr id="315" name="群組 314">
            <a:extLst>
              <a:ext uri="{FF2B5EF4-FFF2-40B4-BE49-F238E27FC236}">
                <a16:creationId xmlns:a16="http://schemas.microsoft.com/office/drawing/2014/main" id="{1C0050F0-AAD3-4777-86A3-4436F2AA4806}"/>
              </a:ext>
            </a:extLst>
          </p:cNvPr>
          <p:cNvGrpSpPr/>
          <p:nvPr/>
        </p:nvGrpSpPr>
        <p:grpSpPr>
          <a:xfrm>
            <a:off x="3571009" y="1325594"/>
            <a:ext cx="1196482" cy="1196482"/>
            <a:chOff x="7369987" y="1465126"/>
            <a:chExt cx="2090057" cy="2090057"/>
          </a:xfrm>
        </p:grpSpPr>
        <p:sp>
          <p:nvSpPr>
            <p:cNvPr id="316" name="矩形: 圓角 315">
              <a:extLst>
                <a:ext uri="{FF2B5EF4-FFF2-40B4-BE49-F238E27FC236}">
                  <a16:creationId xmlns:a16="http://schemas.microsoft.com/office/drawing/2014/main" id="{8DA291CD-F9F5-479F-B3E3-17ECA01C7287}"/>
                </a:ext>
              </a:extLst>
            </p:cNvPr>
            <p:cNvSpPr/>
            <p:nvPr/>
          </p:nvSpPr>
          <p:spPr>
            <a:xfrm>
              <a:off x="7369987" y="1465126"/>
              <a:ext cx="2090057" cy="209005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17" name="橢圓 316">
              <a:extLst>
                <a:ext uri="{FF2B5EF4-FFF2-40B4-BE49-F238E27FC236}">
                  <a16:creationId xmlns:a16="http://schemas.microsoft.com/office/drawing/2014/main" id="{58C61EC4-A7F1-466E-A9A9-5B1602762E7D}"/>
                </a:ext>
              </a:extLst>
            </p:cNvPr>
            <p:cNvSpPr/>
            <p:nvPr/>
          </p:nvSpPr>
          <p:spPr>
            <a:xfrm>
              <a:off x="8203820" y="1627302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18" name="橢圓 317">
              <a:extLst>
                <a:ext uri="{FF2B5EF4-FFF2-40B4-BE49-F238E27FC236}">
                  <a16:creationId xmlns:a16="http://schemas.microsoft.com/office/drawing/2014/main" id="{F518757A-EC3C-4B72-8632-C0505CF5D311}"/>
                </a:ext>
              </a:extLst>
            </p:cNvPr>
            <p:cNvSpPr/>
            <p:nvPr/>
          </p:nvSpPr>
          <p:spPr>
            <a:xfrm>
              <a:off x="8203820" y="2963736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19" name="橢圓 318">
              <a:extLst>
                <a:ext uri="{FF2B5EF4-FFF2-40B4-BE49-F238E27FC236}">
                  <a16:creationId xmlns:a16="http://schemas.microsoft.com/office/drawing/2014/main" id="{31358494-1765-4DB9-B1AE-2E81FF18D1F5}"/>
                </a:ext>
              </a:extLst>
            </p:cNvPr>
            <p:cNvSpPr/>
            <p:nvPr/>
          </p:nvSpPr>
          <p:spPr>
            <a:xfrm>
              <a:off x="8863904" y="2304657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0" name="橢圓 319">
              <a:extLst>
                <a:ext uri="{FF2B5EF4-FFF2-40B4-BE49-F238E27FC236}">
                  <a16:creationId xmlns:a16="http://schemas.microsoft.com/office/drawing/2014/main" id="{C414C673-A03A-409D-A5C5-1D0A9776340D}"/>
                </a:ext>
              </a:extLst>
            </p:cNvPr>
            <p:cNvSpPr/>
            <p:nvPr/>
          </p:nvSpPr>
          <p:spPr>
            <a:xfrm>
              <a:off x="7524489" y="2304657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1" name="橢圓 320">
              <a:extLst>
                <a:ext uri="{FF2B5EF4-FFF2-40B4-BE49-F238E27FC236}">
                  <a16:creationId xmlns:a16="http://schemas.microsoft.com/office/drawing/2014/main" id="{2DD94CC8-8A11-4102-B6FB-8357D0739944}"/>
                </a:ext>
              </a:extLst>
            </p:cNvPr>
            <p:cNvSpPr/>
            <p:nvPr/>
          </p:nvSpPr>
          <p:spPr>
            <a:xfrm>
              <a:off x="7725054" y="2790829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2" name="橢圓 321">
              <a:extLst>
                <a:ext uri="{FF2B5EF4-FFF2-40B4-BE49-F238E27FC236}">
                  <a16:creationId xmlns:a16="http://schemas.microsoft.com/office/drawing/2014/main" id="{8E8291DF-20E7-4870-A2D3-F9D701F0F455}"/>
                </a:ext>
              </a:extLst>
            </p:cNvPr>
            <p:cNvSpPr/>
            <p:nvPr/>
          </p:nvSpPr>
          <p:spPr>
            <a:xfrm>
              <a:off x="7725054" y="1829650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3" name="橢圓 322">
              <a:extLst>
                <a:ext uri="{FF2B5EF4-FFF2-40B4-BE49-F238E27FC236}">
                  <a16:creationId xmlns:a16="http://schemas.microsoft.com/office/drawing/2014/main" id="{D388D75F-6F5F-4CE3-AAF0-E9F3ED5E3C04}"/>
                </a:ext>
              </a:extLst>
            </p:cNvPr>
            <p:cNvSpPr/>
            <p:nvPr/>
          </p:nvSpPr>
          <p:spPr>
            <a:xfrm>
              <a:off x="8678740" y="2790829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24" name="橢圓 323">
              <a:extLst>
                <a:ext uri="{FF2B5EF4-FFF2-40B4-BE49-F238E27FC236}">
                  <a16:creationId xmlns:a16="http://schemas.microsoft.com/office/drawing/2014/main" id="{CDB941AC-87F9-4945-BD53-60A49D37163B}"/>
                </a:ext>
              </a:extLst>
            </p:cNvPr>
            <p:cNvSpPr/>
            <p:nvPr/>
          </p:nvSpPr>
          <p:spPr>
            <a:xfrm>
              <a:off x="8678740" y="1829650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5" name="等腰三角形 324">
              <a:extLst>
                <a:ext uri="{FF2B5EF4-FFF2-40B4-BE49-F238E27FC236}">
                  <a16:creationId xmlns:a16="http://schemas.microsoft.com/office/drawing/2014/main" id="{0A97D4A1-E317-4828-BF73-318F34D82317}"/>
                </a:ext>
              </a:extLst>
            </p:cNvPr>
            <p:cNvSpPr/>
            <p:nvPr/>
          </p:nvSpPr>
          <p:spPr>
            <a:xfrm rot="16200000">
              <a:off x="8335379" y="1569710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6" name="等腰三角形 325">
              <a:extLst>
                <a:ext uri="{FF2B5EF4-FFF2-40B4-BE49-F238E27FC236}">
                  <a16:creationId xmlns:a16="http://schemas.microsoft.com/office/drawing/2014/main" id="{DBF54B7B-0DD8-40BE-B6A7-4B3A2ECFCD71}"/>
                </a:ext>
              </a:extLst>
            </p:cNvPr>
            <p:cNvSpPr/>
            <p:nvPr/>
          </p:nvSpPr>
          <p:spPr>
            <a:xfrm rot="16200000">
              <a:off x="8335379" y="290366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7" name="等腰三角形 326">
              <a:extLst>
                <a:ext uri="{FF2B5EF4-FFF2-40B4-BE49-F238E27FC236}">
                  <a16:creationId xmlns:a16="http://schemas.microsoft.com/office/drawing/2014/main" id="{4B228CBA-DA29-45F5-89CD-06FA861936C1}"/>
                </a:ext>
              </a:extLst>
            </p:cNvPr>
            <p:cNvSpPr/>
            <p:nvPr/>
          </p:nvSpPr>
          <p:spPr>
            <a:xfrm rot="16200000">
              <a:off x="7656048" y="225173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8" name="等腰三角形 327">
              <a:extLst>
                <a:ext uri="{FF2B5EF4-FFF2-40B4-BE49-F238E27FC236}">
                  <a16:creationId xmlns:a16="http://schemas.microsoft.com/office/drawing/2014/main" id="{EB2169F6-9886-47F3-8B05-AAFA2BB0759D}"/>
                </a:ext>
              </a:extLst>
            </p:cNvPr>
            <p:cNvSpPr/>
            <p:nvPr/>
          </p:nvSpPr>
          <p:spPr>
            <a:xfrm rot="16200000">
              <a:off x="7856613" y="1769735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9" name="等腰三角形 328">
              <a:extLst>
                <a:ext uri="{FF2B5EF4-FFF2-40B4-BE49-F238E27FC236}">
                  <a16:creationId xmlns:a16="http://schemas.microsoft.com/office/drawing/2014/main" id="{542E7F20-D3A5-4B2E-BFA1-D2806B24CCF1}"/>
                </a:ext>
              </a:extLst>
            </p:cNvPr>
            <p:cNvSpPr/>
            <p:nvPr/>
          </p:nvSpPr>
          <p:spPr>
            <a:xfrm rot="16200000">
              <a:off x="7856613" y="2732216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30" name="等腰三角形 329">
              <a:extLst>
                <a:ext uri="{FF2B5EF4-FFF2-40B4-BE49-F238E27FC236}">
                  <a16:creationId xmlns:a16="http://schemas.microsoft.com/office/drawing/2014/main" id="{5B5985D0-79D4-4382-BE14-3EE98370DA31}"/>
                </a:ext>
              </a:extLst>
            </p:cNvPr>
            <p:cNvSpPr/>
            <p:nvPr/>
          </p:nvSpPr>
          <p:spPr>
            <a:xfrm rot="16200000">
              <a:off x="8810299" y="1769735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31" name="等腰三角形 330">
              <a:extLst>
                <a:ext uri="{FF2B5EF4-FFF2-40B4-BE49-F238E27FC236}">
                  <a16:creationId xmlns:a16="http://schemas.microsoft.com/office/drawing/2014/main" id="{D66227D4-DC96-4BB5-ADEB-223F758BC9D2}"/>
                </a:ext>
              </a:extLst>
            </p:cNvPr>
            <p:cNvSpPr/>
            <p:nvPr/>
          </p:nvSpPr>
          <p:spPr>
            <a:xfrm rot="16200000">
              <a:off x="8810299" y="2732216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32" name="等腰三角形 331">
              <a:extLst>
                <a:ext uri="{FF2B5EF4-FFF2-40B4-BE49-F238E27FC236}">
                  <a16:creationId xmlns:a16="http://schemas.microsoft.com/office/drawing/2014/main" id="{1243CE8D-9FDE-4103-8567-51AE6BDA1150}"/>
                </a:ext>
              </a:extLst>
            </p:cNvPr>
            <p:cNvSpPr/>
            <p:nvPr/>
          </p:nvSpPr>
          <p:spPr>
            <a:xfrm rot="16200000">
              <a:off x="8995464" y="225173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grpSp>
        <p:nvGrpSpPr>
          <p:cNvPr id="333" name="群組 332">
            <a:extLst>
              <a:ext uri="{FF2B5EF4-FFF2-40B4-BE49-F238E27FC236}">
                <a16:creationId xmlns:a16="http://schemas.microsoft.com/office/drawing/2014/main" id="{F10D56AE-BC32-4B3E-8CC1-92CD6F97B489}"/>
              </a:ext>
            </a:extLst>
          </p:cNvPr>
          <p:cNvGrpSpPr/>
          <p:nvPr/>
        </p:nvGrpSpPr>
        <p:grpSpPr>
          <a:xfrm>
            <a:off x="660071" y="4879599"/>
            <a:ext cx="1196482" cy="1196482"/>
            <a:chOff x="3321304" y="8992368"/>
            <a:chExt cx="2090057" cy="2090057"/>
          </a:xfrm>
        </p:grpSpPr>
        <p:sp>
          <p:nvSpPr>
            <p:cNvPr id="334" name="矩形: 圓角 333">
              <a:extLst>
                <a:ext uri="{FF2B5EF4-FFF2-40B4-BE49-F238E27FC236}">
                  <a16:creationId xmlns:a16="http://schemas.microsoft.com/office/drawing/2014/main" id="{107AEB76-CF5F-42E0-8438-BE366BDF9094}"/>
                </a:ext>
              </a:extLst>
            </p:cNvPr>
            <p:cNvSpPr/>
            <p:nvPr/>
          </p:nvSpPr>
          <p:spPr>
            <a:xfrm>
              <a:off x="3321304" y="8992368"/>
              <a:ext cx="2090057" cy="209005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35" name="橢圓 334">
              <a:extLst>
                <a:ext uri="{FF2B5EF4-FFF2-40B4-BE49-F238E27FC236}">
                  <a16:creationId xmlns:a16="http://schemas.microsoft.com/office/drawing/2014/main" id="{F1E3B3CE-CAE4-43EC-A81F-BB799E5103BC}"/>
                </a:ext>
              </a:extLst>
            </p:cNvPr>
            <p:cNvSpPr/>
            <p:nvPr/>
          </p:nvSpPr>
          <p:spPr>
            <a:xfrm>
              <a:off x="4172118" y="9181030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36" name="橢圓 335">
              <a:extLst>
                <a:ext uri="{FF2B5EF4-FFF2-40B4-BE49-F238E27FC236}">
                  <a16:creationId xmlns:a16="http://schemas.microsoft.com/office/drawing/2014/main" id="{CE662264-7C2E-4ABA-9D27-BEA55CB6BA6F}"/>
                </a:ext>
              </a:extLst>
            </p:cNvPr>
            <p:cNvSpPr/>
            <p:nvPr/>
          </p:nvSpPr>
          <p:spPr>
            <a:xfrm>
              <a:off x="4172118" y="10517464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37" name="橢圓 336">
              <a:extLst>
                <a:ext uri="{FF2B5EF4-FFF2-40B4-BE49-F238E27FC236}">
                  <a16:creationId xmlns:a16="http://schemas.microsoft.com/office/drawing/2014/main" id="{AB53FEC4-F3B1-4175-9F8F-F4655C34622B}"/>
                </a:ext>
              </a:extLst>
            </p:cNvPr>
            <p:cNvSpPr/>
            <p:nvPr/>
          </p:nvSpPr>
          <p:spPr>
            <a:xfrm>
              <a:off x="4832202" y="9858385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38" name="橢圓 337">
              <a:extLst>
                <a:ext uri="{FF2B5EF4-FFF2-40B4-BE49-F238E27FC236}">
                  <a16:creationId xmlns:a16="http://schemas.microsoft.com/office/drawing/2014/main" id="{A45FA053-7604-4139-B44C-68F082CE7D8D}"/>
                </a:ext>
              </a:extLst>
            </p:cNvPr>
            <p:cNvSpPr/>
            <p:nvPr/>
          </p:nvSpPr>
          <p:spPr>
            <a:xfrm>
              <a:off x="3492787" y="9858385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39" name="橢圓 338">
              <a:extLst>
                <a:ext uri="{FF2B5EF4-FFF2-40B4-BE49-F238E27FC236}">
                  <a16:creationId xmlns:a16="http://schemas.microsoft.com/office/drawing/2014/main" id="{E3BC649D-B41A-4189-B71E-121DFA569612}"/>
                </a:ext>
              </a:extLst>
            </p:cNvPr>
            <p:cNvSpPr/>
            <p:nvPr/>
          </p:nvSpPr>
          <p:spPr>
            <a:xfrm>
              <a:off x="3693352" y="10344557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0" name="橢圓 339">
              <a:extLst>
                <a:ext uri="{FF2B5EF4-FFF2-40B4-BE49-F238E27FC236}">
                  <a16:creationId xmlns:a16="http://schemas.microsoft.com/office/drawing/2014/main" id="{6452AD14-8072-4DC0-8C39-5E8939A9AA7D}"/>
                </a:ext>
              </a:extLst>
            </p:cNvPr>
            <p:cNvSpPr/>
            <p:nvPr/>
          </p:nvSpPr>
          <p:spPr>
            <a:xfrm>
              <a:off x="3693352" y="9383378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1" name="橢圓 340">
              <a:extLst>
                <a:ext uri="{FF2B5EF4-FFF2-40B4-BE49-F238E27FC236}">
                  <a16:creationId xmlns:a16="http://schemas.microsoft.com/office/drawing/2014/main" id="{63424603-F592-4039-BF7E-D5010E12EBFA}"/>
                </a:ext>
              </a:extLst>
            </p:cNvPr>
            <p:cNvSpPr/>
            <p:nvPr/>
          </p:nvSpPr>
          <p:spPr>
            <a:xfrm>
              <a:off x="4647038" y="10344557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42" name="橢圓 341">
              <a:extLst>
                <a:ext uri="{FF2B5EF4-FFF2-40B4-BE49-F238E27FC236}">
                  <a16:creationId xmlns:a16="http://schemas.microsoft.com/office/drawing/2014/main" id="{00BB0486-5E10-4828-9BA9-FBA1482A7ADA}"/>
                </a:ext>
              </a:extLst>
            </p:cNvPr>
            <p:cNvSpPr/>
            <p:nvPr/>
          </p:nvSpPr>
          <p:spPr>
            <a:xfrm>
              <a:off x="4647038" y="9383378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3" name="等腰三角形 342">
              <a:extLst>
                <a:ext uri="{FF2B5EF4-FFF2-40B4-BE49-F238E27FC236}">
                  <a16:creationId xmlns:a16="http://schemas.microsoft.com/office/drawing/2014/main" id="{45D97480-D20C-44B0-9B6C-7F45BB4A5FB8}"/>
                </a:ext>
              </a:extLst>
            </p:cNvPr>
            <p:cNvSpPr/>
            <p:nvPr/>
          </p:nvSpPr>
          <p:spPr>
            <a:xfrm rot="5400000" flipH="1">
              <a:off x="4303677" y="9123438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4" name="等腰三角形 343">
              <a:extLst>
                <a:ext uri="{FF2B5EF4-FFF2-40B4-BE49-F238E27FC236}">
                  <a16:creationId xmlns:a16="http://schemas.microsoft.com/office/drawing/2014/main" id="{8EF70A1B-A69D-49AC-B2A1-234A2D98F2F1}"/>
                </a:ext>
              </a:extLst>
            </p:cNvPr>
            <p:cNvSpPr/>
            <p:nvPr/>
          </p:nvSpPr>
          <p:spPr>
            <a:xfrm rot="5400000" flipH="1">
              <a:off x="4303677" y="10457392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5" name="等腰三角形 344">
              <a:extLst>
                <a:ext uri="{FF2B5EF4-FFF2-40B4-BE49-F238E27FC236}">
                  <a16:creationId xmlns:a16="http://schemas.microsoft.com/office/drawing/2014/main" id="{CF9FCFFE-8AA8-4688-9C9D-A22D7844B2B5}"/>
                </a:ext>
              </a:extLst>
            </p:cNvPr>
            <p:cNvSpPr/>
            <p:nvPr/>
          </p:nvSpPr>
          <p:spPr>
            <a:xfrm rot="5400000" flipH="1">
              <a:off x="3624346" y="9805462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6" name="等腰三角形 345">
              <a:extLst>
                <a:ext uri="{FF2B5EF4-FFF2-40B4-BE49-F238E27FC236}">
                  <a16:creationId xmlns:a16="http://schemas.microsoft.com/office/drawing/2014/main" id="{18AAB132-8DE7-40C3-A391-4AE2735256FB}"/>
                </a:ext>
              </a:extLst>
            </p:cNvPr>
            <p:cNvSpPr/>
            <p:nvPr/>
          </p:nvSpPr>
          <p:spPr>
            <a:xfrm rot="5400000" flipH="1">
              <a:off x="3824911" y="9323463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7" name="等腰三角形 346">
              <a:extLst>
                <a:ext uri="{FF2B5EF4-FFF2-40B4-BE49-F238E27FC236}">
                  <a16:creationId xmlns:a16="http://schemas.microsoft.com/office/drawing/2014/main" id="{B1114456-56ED-4D58-927A-08139F0843B8}"/>
                </a:ext>
              </a:extLst>
            </p:cNvPr>
            <p:cNvSpPr/>
            <p:nvPr/>
          </p:nvSpPr>
          <p:spPr>
            <a:xfrm rot="5400000" flipH="1">
              <a:off x="3824911" y="1028594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8" name="等腰三角形 347">
              <a:extLst>
                <a:ext uri="{FF2B5EF4-FFF2-40B4-BE49-F238E27FC236}">
                  <a16:creationId xmlns:a16="http://schemas.microsoft.com/office/drawing/2014/main" id="{EBB27CA8-F4E4-4B69-9A73-57E28643DA2E}"/>
                </a:ext>
              </a:extLst>
            </p:cNvPr>
            <p:cNvSpPr/>
            <p:nvPr/>
          </p:nvSpPr>
          <p:spPr>
            <a:xfrm rot="5400000" flipH="1">
              <a:off x="4778597" y="9323463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9" name="等腰三角形 348">
              <a:extLst>
                <a:ext uri="{FF2B5EF4-FFF2-40B4-BE49-F238E27FC236}">
                  <a16:creationId xmlns:a16="http://schemas.microsoft.com/office/drawing/2014/main" id="{2A3B11E2-A6BB-40FF-ACBF-04FE7509E736}"/>
                </a:ext>
              </a:extLst>
            </p:cNvPr>
            <p:cNvSpPr/>
            <p:nvPr/>
          </p:nvSpPr>
          <p:spPr>
            <a:xfrm rot="5400000" flipH="1">
              <a:off x="4778597" y="1028594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50" name="等腰三角形 349">
              <a:extLst>
                <a:ext uri="{FF2B5EF4-FFF2-40B4-BE49-F238E27FC236}">
                  <a16:creationId xmlns:a16="http://schemas.microsoft.com/office/drawing/2014/main" id="{7839C4B8-B370-465B-B5FE-0E930B4AE14D}"/>
                </a:ext>
              </a:extLst>
            </p:cNvPr>
            <p:cNvSpPr/>
            <p:nvPr/>
          </p:nvSpPr>
          <p:spPr>
            <a:xfrm rot="5400000" flipH="1">
              <a:off x="4963762" y="9805462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grpSp>
        <p:nvGrpSpPr>
          <p:cNvPr id="351" name="群組 350">
            <a:extLst>
              <a:ext uri="{FF2B5EF4-FFF2-40B4-BE49-F238E27FC236}">
                <a16:creationId xmlns:a16="http://schemas.microsoft.com/office/drawing/2014/main" id="{B724DA2B-E9BC-4562-A3B3-9AF7535E6FB1}"/>
              </a:ext>
            </a:extLst>
          </p:cNvPr>
          <p:cNvGrpSpPr/>
          <p:nvPr/>
        </p:nvGrpSpPr>
        <p:grpSpPr>
          <a:xfrm>
            <a:off x="3450796" y="4418759"/>
            <a:ext cx="1196482" cy="1196482"/>
            <a:chOff x="8631015" y="5186974"/>
            <a:chExt cx="2090057" cy="2090057"/>
          </a:xfrm>
        </p:grpSpPr>
        <p:sp>
          <p:nvSpPr>
            <p:cNvPr id="352" name="矩形: 圓角 351">
              <a:extLst>
                <a:ext uri="{FF2B5EF4-FFF2-40B4-BE49-F238E27FC236}">
                  <a16:creationId xmlns:a16="http://schemas.microsoft.com/office/drawing/2014/main" id="{43898566-395E-4111-9B43-01060DF92027}"/>
                </a:ext>
              </a:extLst>
            </p:cNvPr>
            <p:cNvSpPr/>
            <p:nvPr/>
          </p:nvSpPr>
          <p:spPr>
            <a:xfrm>
              <a:off x="8631015" y="5186974"/>
              <a:ext cx="2090057" cy="209005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53" name="箭號: 左-右雙向 352">
              <a:extLst>
                <a:ext uri="{FF2B5EF4-FFF2-40B4-BE49-F238E27FC236}">
                  <a16:creationId xmlns:a16="http://schemas.microsoft.com/office/drawing/2014/main" id="{82A6ADB4-3F1E-4F80-9029-1E228BF300ED}"/>
                </a:ext>
              </a:extLst>
            </p:cNvPr>
            <p:cNvSpPr/>
            <p:nvPr/>
          </p:nvSpPr>
          <p:spPr>
            <a:xfrm rot="5400000">
              <a:off x="8825319" y="607722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54" name="箭號: 左-右雙向 353">
              <a:extLst>
                <a:ext uri="{FF2B5EF4-FFF2-40B4-BE49-F238E27FC236}">
                  <a16:creationId xmlns:a16="http://schemas.microsoft.com/office/drawing/2014/main" id="{D63EDDF5-BB13-4B5E-A535-347DDB0A07FB}"/>
                </a:ext>
              </a:extLst>
            </p:cNvPr>
            <p:cNvSpPr/>
            <p:nvPr/>
          </p:nvSpPr>
          <p:spPr>
            <a:xfrm rot="5400000">
              <a:off x="10130264" y="607722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55" name="箭號: 左-右雙向 354">
              <a:extLst>
                <a:ext uri="{FF2B5EF4-FFF2-40B4-BE49-F238E27FC236}">
                  <a16:creationId xmlns:a16="http://schemas.microsoft.com/office/drawing/2014/main" id="{A069FEC9-5127-459F-9C62-904F84A8FF81}"/>
                </a:ext>
              </a:extLst>
            </p:cNvPr>
            <p:cNvSpPr/>
            <p:nvPr/>
          </p:nvSpPr>
          <p:spPr>
            <a:xfrm rot="18900000">
              <a:off x="9018245" y="5615062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56" name="箭號: 左-右雙向 355">
              <a:extLst>
                <a:ext uri="{FF2B5EF4-FFF2-40B4-BE49-F238E27FC236}">
                  <a16:creationId xmlns:a16="http://schemas.microsoft.com/office/drawing/2014/main" id="{5122AC35-15BD-446B-B5D1-B5D54D4B1730}"/>
                </a:ext>
              </a:extLst>
            </p:cNvPr>
            <p:cNvSpPr/>
            <p:nvPr/>
          </p:nvSpPr>
          <p:spPr>
            <a:xfrm rot="18900000">
              <a:off x="9922348" y="6556570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57" name="箭號: 左-右雙向 356">
              <a:extLst>
                <a:ext uri="{FF2B5EF4-FFF2-40B4-BE49-F238E27FC236}">
                  <a16:creationId xmlns:a16="http://schemas.microsoft.com/office/drawing/2014/main" id="{70A27790-5715-4E46-A674-F10382B2BA3C}"/>
                </a:ext>
              </a:extLst>
            </p:cNvPr>
            <p:cNvSpPr/>
            <p:nvPr/>
          </p:nvSpPr>
          <p:spPr>
            <a:xfrm rot="2700000">
              <a:off x="9018246" y="655657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58" name="箭號: 左-右雙向 357">
              <a:extLst>
                <a:ext uri="{FF2B5EF4-FFF2-40B4-BE49-F238E27FC236}">
                  <a16:creationId xmlns:a16="http://schemas.microsoft.com/office/drawing/2014/main" id="{098D3561-7D6C-4FE5-9244-64E312ADE6CA}"/>
                </a:ext>
              </a:extLst>
            </p:cNvPr>
            <p:cNvSpPr/>
            <p:nvPr/>
          </p:nvSpPr>
          <p:spPr>
            <a:xfrm rot="2700000">
              <a:off x="9922347" y="561506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59" name="箭號: 左-右雙向 358">
              <a:extLst>
                <a:ext uri="{FF2B5EF4-FFF2-40B4-BE49-F238E27FC236}">
                  <a16:creationId xmlns:a16="http://schemas.microsoft.com/office/drawing/2014/main" id="{3C65C6E2-CDB7-4353-8846-4453C31F3AB5}"/>
                </a:ext>
              </a:extLst>
            </p:cNvPr>
            <p:cNvSpPr/>
            <p:nvPr/>
          </p:nvSpPr>
          <p:spPr>
            <a:xfrm>
              <a:off x="9460044" y="6744367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60" name="箭號: 左-右雙向 359">
              <a:extLst>
                <a:ext uri="{FF2B5EF4-FFF2-40B4-BE49-F238E27FC236}">
                  <a16:creationId xmlns:a16="http://schemas.microsoft.com/office/drawing/2014/main" id="{52E743E2-818E-4891-A897-9F529E8CAD6F}"/>
                </a:ext>
              </a:extLst>
            </p:cNvPr>
            <p:cNvSpPr/>
            <p:nvPr/>
          </p:nvSpPr>
          <p:spPr>
            <a:xfrm>
              <a:off x="9460044" y="541468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grpSp>
        <p:nvGrpSpPr>
          <p:cNvPr id="361" name="群組 360">
            <a:extLst>
              <a:ext uri="{FF2B5EF4-FFF2-40B4-BE49-F238E27FC236}">
                <a16:creationId xmlns:a16="http://schemas.microsoft.com/office/drawing/2014/main" id="{F1EC7C86-34C0-49AE-A684-EA29C29291F1}"/>
              </a:ext>
            </a:extLst>
          </p:cNvPr>
          <p:cNvGrpSpPr/>
          <p:nvPr/>
        </p:nvGrpSpPr>
        <p:grpSpPr>
          <a:xfrm>
            <a:off x="376498" y="1895647"/>
            <a:ext cx="1196482" cy="1196482"/>
            <a:chOff x="-756975" y="5254023"/>
            <a:chExt cx="2090057" cy="2090057"/>
          </a:xfrm>
        </p:grpSpPr>
        <p:sp>
          <p:nvSpPr>
            <p:cNvPr id="362" name="矩形: 圓角 361">
              <a:extLst>
                <a:ext uri="{FF2B5EF4-FFF2-40B4-BE49-F238E27FC236}">
                  <a16:creationId xmlns:a16="http://schemas.microsoft.com/office/drawing/2014/main" id="{BAB11C24-559C-47B4-83B2-20939F6BFFE3}"/>
                </a:ext>
              </a:extLst>
            </p:cNvPr>
            <p:cNvSpPr/>
            <p:nvPr/>
          </p:nvSpPr>
          <p:spPr>
            <a:xfrm>
              <a:off x="-756975" y="5254023"/>
              <a:ext cx="2090057" cy="209005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63" name="箭號: 左-右雙向 362">
              <a:extLst>
                <a:ext uri="{FF2B5EF4-FFF2-40B4-BE49-F238E27FC236}">
                  <a16:creationId xmlns:a16="http://schemas.microsoft.com/office/drawing/2014/main" id="{085D0F66-90C3-433A-8B61-8B0596E06F06}"/>
                </a:ext>
              </a:extLst>
            </p:cNvPr>
            <p:cNvSpPr/>
            <p:nvPr/>
          </p:nvSpPr>
          <p:spPr>
            <a:xfrm rot="10800000">
              <a:off x="-564882" y="619017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64" name="箭號: 左-右雙向 363">
              <a:extLst>
                <a:ext uri="{FF2B5EF4-FFF2-40B4-BE49-F238E27FC236}">
                  <a16:creationId xmlns:a16="http://schemas.microsoft.com/office/drawing/2014/main" id="{63543E97-5470-4A00-A28D-D88626DFCF6C}"/>
                </a:ext>
              </a:extLst>
            </p:cNvPr>
            <p:cNvSpPr/>
            <p:nvPr/>
          </p:nvSpPr>
          <p:spPr>
            <a:xfrm rot="10800000">
              <a:off x="740063" y="619017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65" name="箭號: 左-右雙向 364">
              <a:extLst>
                <a:ext uri="{FF2B5EF4-FFF2-40B4-BE49-F238E27FC236}">
                  <a16:creationId xmlns:a16="http://schemas.microsoft.com/office/drawing/2014/main" id="{AA0FD772-E17D-4061-A1CE-FF3EDC576C22}"/>
                </a:ext>
              </a:extLst>
            </p:cNvPr>
            <p:cNvSpPr/>
            <p:nvPr/>
          </p:nvSpPr>
          <p:spPr>
            <a:xfrm rot="2700000">
              <a:off x="-371956" y="5728012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66" name="箭號: 左-右雙向 365">
              <a:extLst>
                <a:ext uri="{FF2B5EF4-FFF2-40B4-BE49-F238E27FC236}">
                  <a16:creationId xmlns:a16="http://schemas.microsoft.com/office/drawing/2014/main" id="{C4DCFFC6-C3FC-4C6A-89EA-448524803490}"/>
                </a:ext>
              </a:extLst>
            </p:cNvPr>
            <p:cNvSpPr/>
            <p:nvPr/>
          </p:nvSpPr>
          <p:spPr>
            <a:xfrm rot="2700000">
              <a:off x="532147" y="6669520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67" name="箭號: 左-右雙向 366">
              <a:extLst>
                <a:ext uri="{FF2B5EF4-FFF2-40B4-BE49-F238E27FC236}">
                  <a16:creationId xmlns:a16="http://schemas.microsoft.com/office/drawing/2014/main" id="{63D621B5-785C-4E23-803A-558CD60AEA47}"/>
                </a:ext>
              </a:extLst>
            </p:cNvPr>
            <p:cNvSpPr/>
            <p:nvPr/>
          </p:nvSpPr>
          <p:spPr>
            <a:xfrm rot="18900000">
              <a:off x="-371955" y="666952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68" name="箭號: 左-右雙向 367">
              <a:extLst>
                <a:ext uri="{FF2B5EF4-FFF2-40B4-BE49-F238E27FC236}">
                  <a16:creationId xmlns:a16="http://schemas.microsoft.com/office/drawing/2014/main" id="{02A38FA9-9EC2-4445-85DC-8170CB57DF44}"/>
                </a:ext>
              </a:extLst>
            </p:cNvPr>
            <p:cNvSpPr/>
            <p:nvPr/>
          </p:nvSpPr>
          <p:spPr>
            <a:xfrm rot="18900000">
              <a:off x="532146" y="572801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69" name="箭號: 左-右雙向 368">
              <a:extLst>
                <a:ext uri="{FF2B5EF4-FFF2-40B4-BE49-F238E27FC236}">
                  <a16:creationId xmlns:a16="http://schemas.microsoft.com/office/drawing/2014/main" id="{98201BBA-1E57-41A2-ACBD-79E234C433D1}"/>
                </a:ext>
              </a:extLst>
            </p:cNvPr>
            <p:cNvSpPr/>
            <p:nvPr/>
          </p:nvSpPr>
          <p:spPr>
            <a:xfrm rot="5400000">
              <a:off x="69843" y="6857317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70" name="箭號: 左-右雙向 369">
              <a:extLst>
                <a:ext uri="{FF2B5EF4-FFF2-40B4-BE49-F238E27FC236}">
                  <a16:creationId xmlns:a16="http://schemas.microsoft.com/office/drawing/2014/main" id="{AA819231-176E-45E1-A188-540465AC731B}"/>
                </a:ext>
              </a:extLst>
            </p:cNvPr>
            <p:cNvSpPr/>
            <p:nvPr/>
          </p:nvSpPr>
          <p:spPr>
            <a:xfrm rot="5400000">
              <a:off x="69843" y="552763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sp>
        <p:nvSpPr>
          <p:cNvPr id="177" name="矩形: 圓角 176">
            <a:extLst>
              <a:ext uri="{FF2B5EF4-FFF2-40B4-BE49-F238E27FC236}">
                <a16:creationId xmlns:a16="http://schemas.microsoft.com/office/drawing/2014/main" id="{C0499F8D-22B8-4B76-B2A0-FC45B222262E}"/>
              </a:ext>
            </a:extLst>
          </p:cNvPr>
          <p:cNvSpPr/>
          <p:nvPr/>
        </p:nvSpPr>
        <p:spPr>
          <a:xfrm>
            <a:off x="4940958" y="2538"/>
            <a:ext cx="4899729" cy="6179835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pic>
        <p:nvPicPr>
          <p:cNvPr id="172" name="圖片 171">
            <a:extLst>
              <a:ext uri="{FF2B5EF4-FFF2-40B4-BE49-F238E27FC236}">
                <a16:creationId xmlns:a16="http://schemas.microsoft.com/office/drawing/2014/main" id="{C4F9FD23-F59D-4871-BF3A-B11C66BBB66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568" b="12447"/>
          <a:stretch/>
        </p:blipFill>
        <p:spPr>
          <a:xfrm>
            <a:off x="3409157" y="3124200"/>
            <a:ext cx="1268118" cy="1263696"/>
          </a:xfrm>
          <a:prstGeom prst="rect">
            <a:avLst/>
          </a:prstGeom>
        </p:spPr>
      </p:pic>
      <p:pic>
        <p:nvPicPr>
          <p:cNvPr id="173" name="圖片 172">
            <a:extLst>
              <a:ext uri="{FF2B5EF4-FFF2-40B4-BE49-F238E27FC236}">
                <a16:creationId xmlns:a16="http://schemas.microsoft.com/office/drawing/2014/main" id="{5CB2585F-5691-4308-B3E7-51BE98D1839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340" b="12447"/>
          <a:stretch/>
        </p:blipFill>
        <p:spPr>
          <a:xfrm>
            <a:off x="331578" y="3124200"/>
            <a:ext cx="1281831" cy="1263696"/>
          </a:xfrm>
          <a:prstGeom prst="rect">
            <a:avLst/>
          </a:prstGeom>
        </p:spPr>
      </p:pic>
      <p:pic>
        <p:nvPicPr>
          <p:cNvPr id="174" name="圖片 173">
            <a:extLst>
              <a:ext uri="{FF2B5EF4-FFF2-40B4-BE49-F238E27FC236}">
                <a16:creationId xmlns:a16="http://schemas.microsoft.com/office/drawing/2014/main" id="{2AA07A5C-5C85-4BE6-B680-E9532BC1CBC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568" b="12447"/>
          <a:stretch/>
        </p:blipFill>
        <p:spPr>
          <a:xfrm>
            <a:off x="1904219" y="1300945"/>
            <a:ext cx="1268118" cy="1263696"/>
          </a:xfrm>
          <a:prstGeom prst="rect">
            <a:avLst/>
          </a:prstGeom>
        </p:spPr>
      </p:pic>
      <p:pic>
        <p:nvPicPr>
          <p:cNvPr id="176" name="圖片 175">
            <a:extLst>
              <a:ext uri="{FF2B5EF4-FFF2-40B4-BE49-F238E27FC236}">
                <a16:creationId xmlns:a16="http://schemas.microsoft.com/office/drawing/2014/main" id="{C3CC341F-0714-41BC-B2FA-8CB504F9E99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568" b="12447"/>
          <a:stretch/>
        </p:blipFill>
        <p:spPr>
          <a:xfrm>
            <a:off x="1904219" y="4855581"/>
            <a:ext cx="1268118" cy="1263696"/>
          </a:xfrm>
          <a:prstGeom prst="rect">
            <a:avLst/>
          </a:prstGeom>
        </p:spPr>
      </p:pic>
      <p:pic>
        <p:nvPicPr>
          <p:cNvPr id="178" name="圖片 177">
            <a:extLst>
              <a:ext uri="{FF2B5EF4-FFF2-40B4-BE49-F238E27FC236}">
                <a16:creationId xmlns:a16="http://schemas.microsoft.com/office/drawing/2014/main" id="{956E80BA-DEC2-4EDF-A592-965E72A28C8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28" t="13572" r="38969" b="4004"/>
          <a:stretch/>
        </p:blipFill>
        <p:spPr>
          <a:xfrm>
            <a:off x="6783407" y="1306805"/>
            <a:ext cx="1248021" cy="1250648"/>
          </a:xfrm>
          <a:prstGeom prst="rect">
            <a:avLst/>
          </a:prstGeom>
        </p:spPr>
      </p:pic>
      <p:pic>
        <p:nvPicPr>
          <p:cNvPr id="179" name="圖片 178">
            <a:extLst>
              <a:ext uri="{FF2B5EF4-FFF2-40B4-BE49-F238E27FC236}">
                <a16:creationId xmlns:a16="http://schemas.microsoft.com/office/drawing/2014/main" id="{4AB21A6B-65B1-42A1-AD2B-3C92C9F48C1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36" t="13557" r="38852" b="3847"/>
          <a:stretch/>
        </p:blipFill>
        <p:spPr>
          <a:xfrm>
            <a:off x="6771242" y="4864303"/>
            <a:ext cx="1253276" cy="1253276"/>
          </a:xfrm>
          <a:prstGeom prst="rect">
            <a:avLst/>
          </a:prstGeom>
        </p:spPr>
      </p:pic>
      <p:pic>
        <p:nvPicPr>
          <p:cNvPr id="181" name="圖片 180">
            <a:extLst>
              <a:ext uri="{FF2B5EF4-FFF2-40B4-BE49-F238E27FC236}">
                <a16:creationId xmlns:a16="http://schemas.microsoft.com/office/drawing/2014/main" id="{6A8246AB-E613-4DE1-9932-5F0B43B9B078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257" t="13652" r="38542" b="3900"/>
          <a:stretch/>
        </p:blipFill>
        <p:spPr>
          <a:xfrm>
            <a:off x="5204018" y="3123848"/>
            <a:ext cx="1272193" cy="1250997"/>
          </a:xfrm>
          <a:prstGeom prst="rect">
            <a:avLst/>
          </a:prstGeom>
        </p:spPr>
      </p:pic>
      <p:pic>
        <p:nvPicPr>
          <p:cNvPr id="182" name="圖片 181">
            <a:extLst>
              <a:ext uri="{FF2B5EF4-FFF2-40B4-BE49-F238E27FC236}">
                <a16:creationId xmlns:a16="http://schemas.microsoft.com/office/drawing/2014/main" id="{9A4FC02B-00A2-4332-9177-3ADCDD72FA1E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96" t="13733" r="38996" b="4189"/>
          <a:stretch/>
        </p:blipFill>
        <p:spPr>
          <a:xfrm>
            <a:off x="8330525" y="3123691"/>
            <a:ext cx="1243423" cy="124539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BD7D3F58-D2E2-42DB-8B1B-53D87DE0B9E9}"/>
                  </a:ext>
                </a:extLst>
              </p:cNvPr>
              <p:cNvSpPr txBox="1"/>
              <p:nvPr/>
            </p:nvSpPr>
            <p:spPr>
              <a:xfrm>
                <a:off x="2143803" y="4475663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−1, 1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BD7D3F58-D2E2-42DB-8B1B-53D87DE0B9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3803" y="4475663"/>
                <a:ext cx="812954" cy="338554"/>
              </a:xfrm>
              <a:prstGeom prst="rect">
                <a:avLst/>
              </a:prstGeom>
              <a:blipFill>
                <a:blip r:embed="rId7"/>
                <a:stretch>
                  <a:fillRect t="-108929" r="-46617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文字方塊 113">
                <a:extLst>
                  <a:ext uri="{FF2B5EF4-FFF2-40B4-BE49-F238E27FC236}">
                    <a16:creationId xmlns:a16="http://schemas.microsoft.com/office/drawing/2014/main" id="{597F4F6E-837A-4FE6-9C6C-CE22102694D1}"/>
                  </a:ext>
                </a:extLst>
              </p:cNvPr>
              <p:cNvSpPr txBox="1"/>
              <p:nvPr/>
            </p:nvSpPr>
            <p:spPr>
              <a:xfrm>
                <a:off x="2160599" y="2530071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14" name="文字方塊 113">
                <a:extLst>
                  <a:ext uri="{FF2B5EF4-FFF2-40B4-BE49-F238E27FC236}">
                    <a16:creationId xmlns:a16="http://schemas.microsoft.com/office/drawing/2014/main" id="{597F4F6E-837A-4FE6-9C6C-CE22102694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0599" y="2530071"/>
                <a:ext cx="812954" cy="338554"/>
              </a:xfrm>
              <a:prstGeom prst="rect">
                <a:avLst/>
              </a:prstGeom>
              <a:blipFill>
                <a:blip r:embed="rId8"/>
                <a:stretch>
                  <a:fillRect t="-108929" r="-46269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1" name="群組 190">
            <a:extLst>
              <a:ext uri="{FF2B5EF4-FFF2-40B4-BE49-F238E27FC236}">
                <a16:creationId xmlns:a16="http://schemas.microsoft.com/office/drawing/2014/main" id="{12A3856D-C8EE-4E5C-9371-C38BC0FAAC9C}"/>
              </a:ext>
            </a:extLst>
          </p:cNvPr>
          <p:cNvGrpSpPr/>
          <p:nvPr/>
        </p:nvGrpSpPr>
        <p:grpSpPr>
          <a:xfrm>
            <a:off x="2523735" y="1841095"/>
            <a:ext cx="115586" cy="110880"/>
            <a:chOff x="1373392" y="2391862"/>
            <a:chExt cx="479433" cy="476535"/>
          </a:xfrm>
        </p:grpSpPr>
        <p:sp>
          <p:nvSpPr>
            <p:cNvPr id="194" name="箭號: 向右 193">
              <a:extLst>
                <a:ext uri="{FF2B5EF4-FFF2-40B4-BE49-F238E27FC236}">
                  <a16:creationId xmlns:a16="http://schemas.microsoft.com/office/drawing/2014/main" id="{5A9976EA-DC90-4C92-81FF-F86EA39FDC9B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195" name="箭號: 向右 194">
              <a:extLst>
                <a:ext uri="{FF2B5EF4-FFF2-40B4-BE49-F238E27FC236}">
                  <a16:creationId xmlns:a16="http://schemas.microsoft.com/office/drawing/2014/main" id="{916F6971-5A5A-43BC-B03E-319A01E32168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文字方塊 191">
                <a:extLst>
                  <a:ext uri="{FF2B5EF4-FFF2-40B4-BE49-F238E27FC236}">
                    <a16:creationId xmlns:a16="http://schemas.microsoft.com/office/drawing/2014/main" id="{882169EE-BA39-4323-A236-BF2A8F339107}"/>
                  </a:ext>
                </a:extLst>
              </p:cNvPr>
              <p:cNvSpPr txBox="1"/>
              <p:nvPr/>
            </p:nvSpPr>
            <p:spPr>
              <a:xfrm>
                <a:off x="2403858" y="1468119"/>
                <a:ext cx="438402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192" name="文字方塊 191">
                <a:extLst>
                  <a:ext uri="{FF2B5EF4-FFF2-40B4-BE49-F238E27FC236}">
                    <a16:creationId xmlns:a16="http://schemas.microsoft.com/office/drawing/2014/main" id="{882169EE-BA39-4323-A236-BF2A8F3391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3858" y="1468119"/>
                <a:ext cx="438402" cy="424283"/>
              </a:xfrm>
              <a:prstGeom prst="rect">
                <a:avLst/>
              </a:prstGeom>
              <a:blipFill>
                <a:blip r:embed="rId9"/>
                <a:stretch>
                  <a:fillRect b="-57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文字方塊 192">
                <a:extLst>
                  <a:ext uri="{FF2B5EF4-FFF2-40B4-BE49-F238E27FC236}">
                    <a16:creationId xmlns:a16="http://schemas.microsoft.com/office/drawing/2014/main" id="{314BEA76-4D8E-4B0B-B6FB-45880D221837}"/>
                  </a:ext>
                </a:extLst>
              </p:cNvPr>
              <p:cNvSpPr txBox="1"/>
              <p:nvPr/>
            </p:nvSpPr>
            <p:spPr>
              <a:xfrm>
                <a:off x="2576841" y="1746271"/>
                <a:ext cx="388427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193" name="文字方塊 192">
                <a:extLst>
                  <a:ext uri="{FF2B5EF4-FFF2-40B4-BE49-F238E27FC236}">
                    <a16:creationId xmlns:a16="http://schemas.microsoft.com/office/drawing/2014/main" id="{314BEA76-4D8E-4B0B-B6FB-45880D2218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6841" y="1746271"/>
                <a:ext cx="388427" cy="400110"/>
              </a:xfrm>
              <a:prstGeom prst="rect">
                <a:avLst/>
              </a:prstGeom>
              <a:blipFill>
                <a:blip r:embed="rId10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4" name="文字方塊 213">
                <a:extLst>
                  <a:ext uri="{FF2B5EF4-FFF2-40B4-BE49-F238E27FC236}">
                    <a16:creationId xmlns:a16="http://schemas.microsoft.com/office/drawing/2014/main" id="{EFDA59F8-F89D-4806-A636-5828FA46C3A1}"/>
                  </a:ext>
                </a:extLst>
              </p:cNvPr>
              <p:cNvSpPr txBox="1"/>
              <p:nvPr/>
            </p:nvSpPr>
            <p:spPr>
              <a:xfrm>
                <a:off x="1869914" y="2177398"/>
                <a:ext cx="65230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600" dirty="0"/>
              </a:p>
            </p:txBody>
          </p:sp>
        </mc:Choice>
        <mc:Fallback xmlns="">
          <p:sp>
            <p:nvSpPr>
              <p:cNvPr id="214" name="文字方塊 213">
                <a:extLst>
                  <a:ext uri="{FF2B5EF4-FFF2-40B4-BE49-F238E27FC236}">
                    <a16:creationId xmlns:a16="http://schemas.microsoft.com/office/drawing/2014/main" id="{EFDA59F8-F89D-4806-A636-5828FA46C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9914" y="2177398"/>
                <a:ext cx="652306" cy="338554"/>
              </a:xfrm>
              <a:prstGeom prst="rect">
                <a:avLst/>
              </a:prstGeom>
              <a:blipFill>
                <a:blip r:embed="rId11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6" name="文字方塊 215">
            <a:extLst>
              <a:ext uri="{FF2B5EF4-FFF2-40B4-BE49-F238E27FC236}">
                <a16:creationId xmlns:a16="http://schemas.microsoft.com/office/drawing/2014/main" id="{42C1D9B8-8446-4675-B219-B666A3F92AA7}"/>
              </a:ext>
            </a:extLst>
          </p:cNvPr>
          <p:cNvSpPr txBox="1"/>
          <p:nvPr/>
        </p:nvSpPr>
        <p:spPr>
          <a:xfrm>
            <a:off x="813141" y="116395"/>
            <a:ext cx="3474278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Transverse component</a:t>
            </a:r>
            <a:endParaRPr lang="zh-TW" altLang="en-US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/>
              <p:nvPr/>
            </p:nvSpPr>
            <p:spPr>
              <a:xfrm>
                <a:off x="1700782" y="1267558"/>
                <a:ext cx="167359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6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0782" y="1267558"/>
                <a:ext cx="1673596" cy="338554"/>
              </a:xfrm>
              <a:prstGeom prst="rect">
                <a:avLst/>
              </a:prstGeom>
              <a:blipFill>
                <a:blip r:embed="rId12"/>
                <a:stretch>
                  <a:fillRect b="-109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/>
              <p:nvPr/>
            </p:nvSpPr>
            <p:spPr>
              <a:xfrm>
                <a:off x="380945" y="3085892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945" y="3085892"/>
                <a:ext cx="1150186" cy="338554"/>
              </a:xfrm>
              <a:prstGeom prst="rect">
                <a:avLst/>
              </a:prstGeom>
              <a:blipFill>
                <a:blip r:embed="rId13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/>
              <p:nvPr/>
            </p:nvSpPr>
            <p:spPr>
              <a:xfrm>
                <a:off x="3463670" y="3085892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3670" y="3085892"/>
                <a:ext cx="1150186" cy="338554"/>
              </a:xfrm>
              <a:prstGeom prst="rect">
                <a:avLst/>
              </a:prstGeom>
              <a:blipFill>
                <a:blip r:embed="rId14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/>
              <p:nvPr/>
            </p:nvSpPr>
            <p:spPr>
              <a:xfrm>
                <a:off x="1975187" y="4843096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5187" y="4843096"/>
                <a:ext cx="1150186" cy="338554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3" name="圖片 152">
            <a:extLst>
              <a:ext uri="{FF2B5EF4-FFF2-40B4-BE49-F238E27FC236}">
                <a16:creationId xmlns:a16="http://schemas.microsoft.com/office/drawing/2014/main" id="{E70F1D4D-A58E-4BD6-A8D5-405865F16C15}"/>
              </a:ext>
            </a:extLst>
          </p:cNvPr>
          <p:cNvPicPr>
            <a:picLocks noChangeAspect="1"/>
          </p:cNvPicPr>
          <p:nvPr/>
        </p:nvPicPr>
        <p:blipFill rotWithShape="1">
          <a:blip r:embed="rId1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781" t="8908" r="4868" b="70278"/>
          <a:stretch/>
        </p:blipFill>
        <p:spPr>
          <a:xfrm>
            <a:off x="3202101" y="1249651"/>
            <a:ext cx="424866" cy="135497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6E2C7196-1BBD-4D80-A7AC-4190F3C5767C}"/>
                  </a:ext>
                </a:extLst>
              </p:cNvPr>
              <p:cNvSpPr txBox="1"/>
              <p:nvPr/>
            </p:nvSpPr>
            <p:spPr>
              <a:xfrm>
                <a:off x="3128482" y="2339228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6E2C7196-1BBD-4D80-A7AC-4190F3C576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8482" y="2339228"/>
                <a:ext cx="478319" cy="307777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Oval 14">
            <a:extLst>
              <a:ext uri="{FF2B5EF4-FFF2-40B4-BE49-F238E27FC236}">
                <a16:creationId xmlns:a16="http://schemas.microsoft.com/office/drawing/2014/main" id="{7F5221CE-37EE-40D8-BC56-84C6BB77B026}"/>
              </a:ext>
            </a:extLst>
          </p:cNvPr>
          <p:cNvSpPr/>
          <p:nvPr/>
        </p:nvSpPr>
        <p:spPr>
          <a:xfrm>
            <a:off x="2490566" y="2826351"/>
            <a:ext cx="162450" cy="168277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6" name="Oval 4">
            <a:extLst>
              <a:ext uri="{FF2B5EF4-FFF2-40B4-BE49-F238E27FC236}">
                <a16:creationId xmlns:a16="http://schemas.microsoft.com/office/drawing/2014/main" id="{CDA31535-4AC8-4BAD-BE8E-AFCF3A5C1DFF}"/>
              </a:ext>
            </a:extLst>
          </p:cNvPr>
          <p:cNvSpPr/>
          <p:nvPr/>
        </p:nvSpPr>
        <p:spPr>
          <a:xfrm>
            <a:off x="1851985" y="2910489"/>
            <a:ext cx="1443999" cy="1495797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7" name="Oval 15">
            <a:extLst>
              <a:ext uri="{FF2B5EF4-FFF2-40B4-BE49-F238E27FC236}">
                <a16:creationId xmlns:a16="http://schemas.microsoft.com/office/drawing/2014/main" id="{1B9C275D-D4F9-404B-9759-D3137F20859E}"/>
              </a:ext>
            </a:extLst>
          </p:cNvPr>
          <p:cNvSpPr/>
          <p:nvPr/>
        </p:nvSpPr>
        <p:spPr>
          <a:xfrm>
            <a:off x="2490566" y="4321308"/>
            <a:ext cx="162450" cy="168277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8" name="SHO">
            <a:extLst>
              <a:ext uri="{FF2B5EF4-FFF2-40B4-BE49-F238E27FC236}">
                <a16:creationId xmlns:a16="http://schemas.microsoft.com/office/drawing/2014/main" id="{A12C8863-94E3-49F7-8C57-91B9A2E1BDE3}"/>
              </a:ext>
            </a:extLst>
          </p:cNvPr>
          <p:cNvSpPr/>
          <p:nvPr/>
        </p:nvSpPr>
        <p:spPr>
          <a:xfrm rot="16200000">
            <a:off x="2260446" y="2936888"/>
            <a:ext cx="622693" cy="1443999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9" name="SVO">
            <a:extLst>
              <a:ext uri="{FF2B5EF4-FFF2-40B4-BE49-F238E27FC236}">
                <a16:creationId xmlns:a16="http://schemas.microsoft.com/office/drawing/2014/main" id="{BC0941FF-C00B-42D1-B1F2-D6E6CE090459}"/>
              </a:ext>
            </a:extLst>
          </p:cNvPr>
          <p:cNvSpPr/>
          <p:nvPr/>
        </p:nvSpPr>
        <p:spPr>
          <a:xfrm>
            <a:off x="2209892" y="2910990"/>
            <a:ext cx="722000" cy="1495797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10" name="Oval 6">
            <a:extLst>
              <a:ext uri="{FF2B5EF4-FFF2-40B4-BE49-F238E27FC236}">
                <a16:creationId xmlns:a16="http://schemas.microsoft.com/office/drawing/2014/main" id="{3B7219CA-A385-4095-B7EA-6C247B36BEF6}"/>
              </a:ext>
            </a:extLst>
          </p:cNvPr>
          <p:cNvSpPr/>
          <p:nvPr/>
        </p:nvSpPr>
        <p:spPr>
          <a:xfrm rot="16200000">
            <a:off x="2260446" y="2936888"/>
            <a:ext cx="622693" cy="1443999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1">
                <a:extLst>
                  <a:ext uri="{FF2B5EF4-FFF2-40B4-BE49-F238E27FC236}">
                    <a16:creationId xmlns:a16="http://schemas.microsoft.com/office/drawing/2014/main" id="{B7A5A3D7-6CE8-4726-9BEB-8C30B332BFDE}"/>
                  </a:ext>
                </a:extLst>
              </p:cNvPr>
              <p:cNvSpPr txBox="1"/>
              <p:nvPr/>
            </p:nvSpPr>
            <p:spPr>
              <a:xfrm>
                <a:off x="2022094" y="3480536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3" name="TextBox 11">
                <a:extLst>
                  <a:ext uri="{FF2B5EF4-FFF2-40B4-BE49-F238E27FC236}">
                    <a16:creationId xmlns:a16="http://schemas.microsoft.com/office/drawing/2014/main" id="{B7A5A3D7-6CE8-4726-9BEB-8C30B332BF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2094" y="3480536"/>
                <a:ext cx="176928" cy="338554"/>
              </a:xfrm>
              <a:prstGeom prst="rect">
                <a:avLst/>
              </a:prstGeom>
              <a:blipFill>
                <a:blip r:embed="rId18"/>
                <a:stretch>
                  <a:fillRect r="-4137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Oval 22">
            <a:extLst>
              <a:ext uri="{FF2B5EF4-FFF2-40B4-BE49-F238E27FC236}">
                <a16:creationId xmlns:a16="http://schemas.microsoft.com/office/drawing/2014/main" id="{DC8DEB48-159A-432A-A563-D1E2F53D788D}"/>
              </a:ext>
            </a:extLst>
          </p:cNvPr>
          <p:cNvSpPr/>
          <p:nvPr/>
        </p:nvSpPr>
        <p:spPr>
          <a:xfrm>
            <a:off x="2489620" y="4321308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2">
                <a:extLst>
                  <a:ext uri="{FF2B5EF4-FFF2-40B4-BE49-F238E27FC236}">
                    <a16:creationId xmlns:a16="http://schemas.microsoft.com/office/drawing/2014/main" id="{C30F96C9-2DED-45AF-B673-D98C394280FB}"/>
                  </a:ext>
                </a:extLst>
              </p:cNvPr>
              <p:cNvSpPr txBox="1"/>
              <p:nvPr/>
            </p:nvSpPr>
            <p:spPr>
              <a:xfrm>
                <a:off x="2677017" y="3575933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5" name="TextBox 12">
                <a:extLst>
                  <a:ext uri="{FF2B5EF4-FFF2-40B4-BE49-F238E27FC236}">
                    <a16:creationId xmlns:a16="http://schemas.microsoft.com/office/drawing/2014/main" id="{C30F96C9-2DED-45AF-B673-D98C394280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7017" y="3575933"/>
                <a:ext cx="176928" cy="338554"/>
              </a:xfrm>
              <a:prstGeom prst="rect">
                <a:avLst/>
              </a:prstGeom>
              <a:blipFill>
                <a:blip r:embed="rId19"/>
                <a:stretch>
                  <a:fillRect r="-55172" b="-36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3">
                <a:extLst>
                  <a:ext uri="{FF2B5EF4-FFF2-40B4-BE49-F238E27FC236}">
                    <a16:creationId xmlns:a16="http://schemas.microsoft.com/office/drawing/2014/main" id="{34AEE752-FCEC-49A9-B464-EE05AB88A4CD}"/>
                  </a:ext>
                </a:extLst>
              </p:cNvPr>
              <p:cNvSpPr txBox="1"/>
              <p:nvPr/>
            </p:nvSpPr>
            <p:spPr>
              <a:xfrm>
                <a:off x="2432893" y="2946191"/>
                <a:ext cx="2569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6" name="TextBox 13">
                <a:extLst>
                  <a:ext uri="{FF2B5EF4-FFF2-40B4-BE49-F238E27FC236}">
                    <a16:creationId xmlns:a16="http://schemas.microsoft.com/office/drawing/2014/main" id="{34AEE752-FCEC-49A9-B464-EE05AB88A4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2893" y="2946191"/>
                <a:ext cx="256967" cy="338554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DVO">
            <a:extLst>
              <a:ext uri="{FF2B5EF4-FFF2-40B4-BE49-F238E27FC236}">
                <a16:creationId xmlns:a16="http://schemas.microsoft.com/office/drawing/2014/main" id="{602C53B1-114A-48C0-9D73-85F68ECA2FBE}"/>
              </a:ext>
            </a:extLst>
          </p:cNvPr>
          <p:cNvSpPr/>
          <p:nvPr/>
        </p:nvSpPr>
        <p:spPr>
          <a:xfrm flipH="1">
            <a:off x="2209892" y="2910990"/>
            <a:ext cx="722000" cy="1495797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1" name="Oval 23">
            <a:extLst>
              <a:ext uri="{FF2B5EF4-FFF2-40B4-BE49-F238E27FC236}">
                <a16:creationId xmlns:a16="http://schemas.microsoft.com/office/drawing/2014/main" id="{2F8E52B4-3879-4A53-853D-37DC6B8692F9}"/>
              </a:ext>
            </a:extLst>
          </p:cNvPr>
          <p:cNvSpPr/>
          <p:nvPr/>
        </p:nvSpPr>
        <p:spPr>
          <a:xfrm>
            <a:off x="3212476" y="3574750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cxnSp>
        <p:nvCxnSpPr>
          <p:cNvPr id="23" name="Straight Arrow Connector 7">
            <a:extLst>
              <a:ext uri="{FF2B5EF4-FFF2-40B4-BE49-F238E27FC236}">
                <a16:creationId xmlns:a16="http://schemas.microsoft.com/office/drawing/2014/main" id="{36EC1456-E151-43D6-83EA-97600C49E115}"/>
              </a:ext>
            </a:extLst>
          </p:cNvPr>
          <p:cNvCxnSpPr>
            <a:cxnSpLocks/>
          </p:cNvCxnSpPr>
          <p:nvPr/>
        </p:nvCxnSpPr>
        <p:spPr>
          <a:xfrm flipV="1">
            <a:off x="2567861" y="3210806"/>
            <a:ext cx="1697" cy="44589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19">
            <a:extLst>
              <a:ext uri="{FF2B5EF4-FFF2-40B4-BE49-F238E27FC236}">
                <a16:creationId xmlns:a16="http://schemas.microsoft.com/office/drawing/2014/main" id="{2B4DD044-2A67-4570-938D-6F05AB6D2E0C}"/>
              </a:ext>
            </a:extLst>
          </p:cNvPr>
          <p:cNvCxnSpPr>
            <a:cxnSpLocks/>
          </p:cNvCxnSpPr>
          <p:nvPr/>
        </p:nvCxnSpPr>
        <p:spPr>
          <a:xfrm>
            <a:off x="2570845" y="3654512"/>
            <a:ext cx="195802" cy="15676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18">
            <a:extLst>
              <a:ext uri="{FF2B5EF4-FFF2-40B4-BE49-F238E27FC236}">
                <a16:creationId xmlns:a16="http://schemas.microsoft.com/office/drawing/2014/main" id="{19BA3216-8E1C-4DF5-A108-33E08250036A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2399523" y="3483036"/>
            <a:ext cx="0" cy="34295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0">
            <a:extLst>
              <a:ext uri="{FF2B5EF4-FFF2-40B4-BE49-F238E27FC236}">
                <a16:creationId xmlns:a16="http://schemas.microsoft.com/office/drawing/2014/main" id="{C08F1200-1646-4E05-8061-9C6620047C71}"/>
              </a:ext>
            </a:extLst>
          </p:cNvPr>
          <p:cNvSpPr/>
          <p:nvPr/>
        </p:nvSpPr>
        <p:spPr>
          <a:xfrm>
            <a:off x="1768312" y="3574750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9" name="Oval 22">
            <a:extLst>
              <a:ext uri="{FF2B5EF4-FFF2-40B4-BE49-F238E27FC236}">
                <a16:creationId xmlns:a16="http://schemas.microsoft.com/office/drawing/2014/main" id="{FA290670-5ADB-4445-9B33-122BE606D9A1}"/>
              </a:ext>
            </a:extLst>
          </p:cNvPr>
          <p:cNvSpPr/>
          <p:nvPr/>
        </p:nvSpPr>
        <p:spPr>
          <a:xfrm>
            <a:off x="2490802" y="2818477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40" name="Partial Circle 9">
            <a:extLst>
              <a:ext uri="{FF2B5EF4-FFF2-40B4-BE49-F238E27FC236}">
                <a16:creationId xmlns:a16="http://schemas.microsoft.com/office/drawing/2014/main" id="{44538DF5-DE96-4104-B849-41515C1FF374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2505459" y="3560359"/>
            <a:ext cx="102408" cy="197724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1" name="TextBox 10">
                <a:extLst>
                  <a:ext uri="{FF2B5EF4-FFF2-40B4-BE49-F238E27FC236}">
                    <a16:creationId xmlns:a16="http://schemas.microsoft.com/office/drawing/2014/main" id="{84F7F63B-75CC-4115-B39D-DAAE72357C14}"/>
                  </a:ext>
                </a:extLst>
              </p:cNvPr>
              <p:cNvSpPr txBox="1"/>
              <p:nvPr/>
            </p:nvSpPr>
            <p:spPr>
              <a:xfrm>
                <a:off x="2141443" y="3595409"/>
                <a:ext cx="31523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41" name="TextBox 10">
                <a:extLst>
                  <a:ext uri="{FF2B5EF4-FFF2-40B4-BE49-F238E27FC236}">
                    <a16:creationId xmlns:a16="http://schemas.microsoft.com/office/drawing/2014/main" id="{84F7F63B-75CC-4115-B39D-DAAE72357C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1443" y="3595409"/>
                <a:ext cx="315234" cy="338554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2" name="Straight Arrow Connector 17">
            <a:extLst>
              <a:ext uri="{FF2B5EF4-FFF2-40B4-BE49-F238E27FC236}">
                <a16:creationId xmlns:a16="http://schemas.microsoft.com/office/drawing/2014/main" id="{9118E4FA-F32D-4FFA-A291-5D7406EE0F0F}"/>
              </a:ext>
            </a:extLst>
          </p:cNvPr>
          <p:cNvCxnSpPr>
            <a:cxnSpLocks/>
          </p:cNvCxnSpPr>
          <p:nvPr/>
        </p:nvCxnSpPr>
        <p:spPr>
          <a:xfrm flipH="1">
            <a:off x="2348712" y="3660431"/>
            <a:ext cx="221585" cy="286539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43" name="Partial Circle 9">
            <a:extLst>
              <a:ext uri="{FF2B5EF4-FFF2-40B4-BE49-F238E27FC236}">
                <a16:creationId xmlns:a16="http://schemas.microsoft.com/office/drawing/2014/main" id="{E3086480-D87C-44BE-A5FD-FCCCBCB51C1D}"/>
              </a:ext>
            </a:extLst>
          </p:cNvPr>
          <p:cNvSpPr>
            <a:spLocks noChangeAspect="1"/>
          </p:cNvSpPr>
          <p:nvPr/>
        </p:nvSpPr>
        <p:spPr>
          <a:xfrm>
            <a:off x="2492736" y="3523138"/>
            <a:ext cx="149214" cy="30136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4" name="TextBox 10">
                <a:extLst>
                  <a:ext uri="{FF2B5EF4-FFF2-40B4-BE49-F238E27FC236}">
                    <a16:creationId xmlns:a16="http://schemas.microsoft.com/office/drawing/2014/main" id="{88C10C99-5EFB-4159-8781-24325DAB3E66}"/>
                  </a:ext>
                </a:extLst>
              </p:cNvPr>
              <p:cNvSpPr txBox="1"/>
              <p:nvPr/>
            </p:nvSpPr>
            <p:spPr>
              <a:xfrm>
                <a:off x="2532514" y="3274991"/>
                <a:ext cx="29704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44" name="TextBox 10">
                <a:extLst>
                  <a:ext uri="{FF2B5EF4-FFF2-40B4-BE49-F238E27FC236}">
                    <a16:creationId xmlns:a16="http://schemas.microsoft.com/office/drawing/2014/main" id="{88C10C99-5EFB-4159-8781-24325DAB3E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2514" y="3274991"/>
                <a:ext cx="297046" cy="338554"/>
              </a:xfrm>
              <a:prstGeom prst="rect">
                <a:avLst/>
              </a:prstGeom>
              <a:blipFill>
                <a:blip r:embed="rId22"/>
                <a:stretch>
                  <a:fillRect r="-4082"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5" name="Straight Arrow Connector 17">
            <a:extLst>
              <a:ext uri="{FF2B5EF4-FFF2-40B4-BE49-F238E27FC236}">
                <a16:creationId xmlns:a16="http://schemas.microsoft.com/office/drawing/2014/main" id="{4E3FCC2D-106E-4711-AEA1-A315AFE9C031}"/>
              </a:ext>
            </a:extLst>
          </p:cNvPr>
          <p:cNvCxnSpPr>
            <a:cxnSpLocks/>
          </p:cNvCxnSpPr>
          <p:nvPr/>
        </p:nvCxnSpPr>
        <p:spPr>
          <a:xfrm flipV="1">
            <a:off x="2562209" y="3214705"/>
            <a:ext cx="571923" cy="449644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/>
              <p:nvPr/>
            </p:nvSpPr>
            <p:spPr>
              <a:xfrm>
                <a:off x="7004190" y="4491895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−1, 1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4190" y="4491895"/>
                <a:ext cx="812954" cy="338554"/>
              </a:xfrm>
              <a:prstGeom prst="rect">
                <a:avLst/>
              </a:prstGeom>
              <a:blipFill>
                <a:blip r:embed="rId23"/>
                <a:stretch>
                  <a:fillRect t="-110909" r="-46617" b="-1727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/>
              <p:nvPr/>
            </p:nvSpPr>
            <p:spPr>
              <a:xfrm>
                <a:off x="7004190" y="2546303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4190" y="2546303"/>
                <a:ext cx="812954" cy="338554"/>
              </a:xfrm>
              <a:prstGeom prst="rect">
                <a:avLst/>
              </a:prstGeom>
              <a:blipFill>
                <a:blip r:embed="rId24"/>
                <a:stretch>
                  <a:fillRect t="-110909" r="-46617" b="-1727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2" name="群組 211">
            <a:extLst>
              <a:ext uri="{FF2B5EF4-FFF2-40B4-BE49-F238E27FC236}">
                <a16:creationId xmlns:a16="http://schemas.microsoft.com/office/drawing/2014/main" id="{56BB1570-BE07-4CCA-B844-DD9F00E8733F}"/>
              </a:ext>
            </a:extLst>
          </p:cNvPr>
          <p:cNvGrpSpPr/>
          <p:nvPr/>
        </p:nvGrpSpPr>
        <p:grpSpPr>
          <a:xfrm>
            <a:off x="7399448" y="1799161"/>
            <a:ext cx="115586" cy="110880"/>
            <a:chOff x="1373392" y="2391862"/>
            <a:chExt cx="479433" cy="476535"/>
          </a:xfrm>
        </p:grpSpPr>
        <p:sp>
          <p:nvSpPr>
            <p:cNvPr id="213" name="箭號: 向右 212">
              <a:extLst>
                <a:ext uri="{FF2B5EF4-FFF2-40B4-BE49-F238E27FC236}">
                  <a16:creationId xmlns:a16="http://schemas.microsoft.com/office/drawing/2014/main" id="{D44EB9EF-73CA-404D-99EE-1F0CCE892A52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220" name="箭號: 向右 219">
              <a:extLst>
                <a:ext uri="{FF2B5EF4-FFF2-40B4-BE49-F238E27FC236}">
                  <a16:creationId xmlns:a16="http://schemas.microsoft.com/office/drawing/2014/main" id="{9F517533-ADEE-4B5D-BB6F-1F4159A610F9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26" name="文字方塊 225">
                <a:extLst>
                  <a:ext uri="{FF2B5EF4-FFF2-40B4-BE49-F238E27FC236}">
                    <a16:creationId xmlns:a16="http://schemas.microsoft.com/office/drawing/2014/main" id="{4A797F52-28EA-4953-BC86-8E8901D5D2D9}"/>
                  </a:ext>
                </a:extLst>
              </p:cNvPr>
              <p:cNvSpPr txBox="1"/>
              <p:nvPr/>
            </p:nvSpPr>
            <p:spPr>
              <a:xfrm>
                <a:off x="7279571" y="1426185"/>
                <a:ext cx="438402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226" name="文字方塊 225">
                <a:extLst>
                  <a:ext uri="{FF2B5EF4-FFF2-40B4-BE49-F238E27FC236}">
                    <a16:creationId xmlns:a16="http://schemas.microsoft.com/office/drawing/2014/main" id="{4A797F52-28EA-4953-BC86-8E8901D5D2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9571" y="1426185"/>
                <a:ext cx="438402" cy="424283"/>
              </a:xfrm>
              <a:prstGeom prst="rect">
                <a:avLst/>
              </a:prstGeom>
              <a:blipFill>
                <a:blip r:embed="rId25"/>
                <a:stretch>
                  <a:fillRect b="-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7" name="文字方塊 226">
                <a:extLst>
                  <a:ext uri="{FF2B5EF4-FFF2-40B4-BE49-F238E27FC236}">
                    <a16:creationId xmlns:a16="http://schemas.microsoft.com/office/drawing/2014/main" id="{990D4C3A-AED8-40BB-8849-57DEE8BE7A17}"/>
                  </a:ext>
                </a:extLst>
              </p:cNvPr>
              <p:cNvSpPr txBox="1"/>
              <p:nvPr/>
            </p:nvSpPr>
            <p:spPr>
              <a:xfrm>
                <a:off x="7452554" y="1704337"/>
                <a:ext cx="388427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227" name="文字方塊 226">
                <a:extLst>
                  <a:ext uri="{FF2B5EF4-FFF2-40B4-BE49-F238E27FC236}">
                    <a16:creationId xmlns:a16="http://schemas.microsoft.com/office/drawing/2014/main" id="{990D4C3A-AED8-40BB-8849-57DEE8BE7A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2554" y="1704337"/>
                <a:ext cx="388427" cy="400110"/>
              </a:xfrm>
              <a:prstGeom prst="rect">
                <a:avLst/>
              </a:prstGeom>
              <a:blipFill>
                <a:blip r:embed="rId26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8" name="文字方塊 227">
                <a:extLst>
                  <a:ext uri="{FF2B5EF4-FFF2-40B4-BE49-F238E27FC236}">
                    <a16:creationId xmlns:a16="http://schemas.microsoft.com/office/drawing/2014/main" id="{3C622479-68C9-4AC9-AE5F-27970F7075FD}"/>
                  </a:ext>
                </a:extLst>
              </p:cNvPr>
              <p:cNvSpPr txBox="1"/>
              <p:nvPr/>
            </p:nvSpPr>
            <p:spPr>
              <a:xfrm>
                <a:off x="6756111" y="2170409"/>
                <a:ext cx="65230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600" dirty="0"/>
              </a:p>
            </p:txBody>
          </p:sp>
        </mc:Choice>
        <mc:Fallback xmlns="">
          <p:sp>
            <p:nvSpPr>
              <p:cNvPr id="228" name="文字方塊 227">
                <a:extLst>
                  <a:ext uri="{FF2B5EF4-FFF2-40B4-BE49-F238E27FC236}">
                    <a16:creationId xmlns:a16="http://schemas.microsoft.com/office/drawing/2014/main" id="{3C622479-68C9-4AC9-AE5F-27970F7075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6111" y="2170409"/>
                <a:ext cx="652306" cy="338554"/>
              </a:xfrm>
              <a:prstGeom prst="rect">
                <a:avLst/>
              </a:prstGeom>
              <a:blipFill>
                <a:blip r:embed="rId27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9" name="文字方塊 228">
            <a:extLst>
              <a:ext uri="{FF2B5EF4-FFF2-40B4-BE49-F238E27FC236}">
                <a16:creationId xmlns:a16="http://schemas.microsoft.com/office/drawing/2014/main" id="{2693C9D3-A145-48F7-981C-9A9BF2A0A9A5}"/>
              </a:ext>
            </a:extLst>
          </p:cNvPr>
          <p:cNvSpPr txBox="1"/>
          <p:nvPr/>
        </p:nvSpPr>
        <p:spPr>
          <a:xfrm>
            <a:off x="5553351" y="116395"/>
            <a:ext cx="371463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component</a:t>
            </a:r>
            <a:endParaRPr lang="zh-TW" altLang="en-US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1" name="文字方塊 230">
                <a:extLst>
                  <a:ext uri="{FF2B5EF4-FFF2-40B4-BE49-F238E27FC236}">
                    <a16:creationId xmlns:a16="http://schemas.microsoft.com/office/drawing/2014/main" id="{A81A25EB-4EC7-4F2F-99BC-612BE192E284}"/>
                  </a:ext>
                </a:extLst>
              </p:cNvPr>
              <p:cNvSpPr txBox="1"/>
              <p:nvPr/>
            </p:nvSpPr>
            <p:spPr>
              <a:xfrm>
                <a:off x="6573869" y="1276205"/>
                <a:ext cx="167359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6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31" name="文字方塊 230">
                <a:extLst>
                  <a:ext uri="{FF2B5EF4-FFF2-40B4-BE49-F238E27FC236}">
                    <a16:creationId xmlns:a16="http://schemas.microsoft.com/office/drawing/2014/main" id="{A81A25EB-4EC7-4F2F-99BC-612BE192E2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3869" y="1276205"/>
                <a:ext cx="1673596" cy="338554"/>
              </a:xfrm>
              <a:prstGeom prst="rect">
                <a:avLst/>
              </a:prstGeom>
              <a:blipFill>
                <a:blip r:embed="rId28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/>
              <p:nvPr/>
            </p:nvSpPr>
            <p:spPr>
              <a:xfrm>
                <a:off x="5273398" y="3085892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3398" y="3085892"/>
                <a:ext cx="1150186" cy="338554"/>
              </a:xfrm>
              <a:prstGeom prst="rect">
                <a:avLst/>
              </a:prstGeom>
              <a:blipFill>
                <a:blip r:embed="rId29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/>
              <p:nvPr/>
            </p:nvSpPr>
            <p:spPr>
              <a:xfrm>
                <a:off x="8356122" y="3085892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6122" y="3085892"/>
                <a:ext cx="1150186" cy="338554"/>
              </a:xfrm>
              <a:prstGeom prst="rect">
                <a:avLst/>
              </a:prstGeom>
              <a:blipFill>
                <a:blip r:embed="rId30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DA67C54B-80A5-4D59-B289-74384BDACD1C}"/>
                  </a:ext>
                </a:extLst>
              </p:cNvPr>
              <p:cNvSpPr txBox="1"/>
              <p:nvPr/>
            </p:nvSpPr>
            <p:spPr>
              <a:xfrm>
                <a:off x="6835574" y="4830776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DA67C54B-80A5-4D59-B289-74384BDACD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574" y="4830776"/>
                <a:ext cx="1150186" cy="338554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35" name="圖片 234">
            <a:extLst>
              <a:ext uri="{FF2B5EF4-FFF2-40B4-BE49-F238E27FC236}">
                <a16:creationId xmlns:a16="http://schemas.microsoft.com/office/drawing/2014/main" id="{DF781A4C-9BC8-40C7-BF1A-E906699C28D4}"/>
              </a:ext>
            </a:extLst>
          </p:cNvPr>
          <p:cNvPicPr>
            <a:picLocks noChangeAspect="1"/>
          </p:cNvPicPr>
          <p:nvPr/>
        </p:nvPicPr>
        <p:blipFill rotWithShape="1">
          <a:blip r:embed="rId3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79" t="9023" r="4888" b="70339"/>
          <a:stretch/>
        </p:blipFill>
        <p:spPr>
          <a:xfrm>
            <a:off x="8086335" y="1248405"/>
            <a:ext cx="413382" cy="134348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61131924-00C5-4C5C-8379-1D2527DB1052}"/>
                  </a:ext>
                </a:extLst>
              </p:cNvPr>
              <p:cNvSpPr txBox="1"/>
              <p:nvPr/>
            </p:nvSpPr>
            <p:spPr>
              <a:xfrm>
                <a:off x="8004871" y="2332878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61131924-00C5-4C5C-8379-1D2527DB10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4871" y="2332878"/>
                <a:ext cx="478319" cy="307777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7" name="Oval 14">
            <a:extLst>
              <a:ext uri="{FF2B5EF4-FFF2-40B4-BE49-F238E27FC236}">
                <a16:creationId xmlns:a16="http://schemas.microsoft.com/office/drawing/2014/main" id="{4D2E6476-8133-4C1A-80AA-96C2BBAD7538}"/>
              </a:ext>
            </a:extLst>
          </p:cNvPr>
          <p:cNvSpPr/>
          <p:nvPr/>
        </p:nvSpPr>
        <p:spPr>
          <a:xfrm>
            <a:off x="7327414" y="2842583"/>
            <a:ext cx="162450" cy="168277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38" name="Oval 4">
            <a:extLst>
              <a:ext uri="{FF2B5EF4-FFF2-40B4-BE49-F238E27FC236}">
                <a16:creationId xmlns:a16="http://schemas.microsoft.com/office/drawing/2014/main" id="{D0067B35-40A6-4446-8A95-C300D2678B59}"/>
              </a:ext>
            </a:extLst>
          </p:cNvPr>
          <p:cNvSpPr/>
          <p:nvPr/>
        </p:nvSpPr>
        <p:spPr>
          <a:xfrm>
            <a:off x="6688833" y="2926721"/>
            <a:ext cx="1443999" cy="1495797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39" name="Oval 15">
            <a:extLst>
              <a:ext uri="{FF2B5EF4-FFF2-40B4-BE49-F238E27FC236}">
                <a16:creationId xmlns:a16="http://schemas.microsoft.com/office/drawing/2014/main" id="{3ED95C10-549D-46A4-8427-E9004FB39400}"/>
              </a:ext>
            </a:extLst>
          </p:cNvPr>
          <p:cNvSpPr/>
          <p:nvPr/>
        </p:nvSpPr>
        <p:spPr>
          <a:xfrm>
            <a:off x="7327414" y="4337540"/>
            <a:ext cx="162450" cy="168277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52" name="SHO">
            <a:extLst>
              <a:ext uri="{FF2B5EF4-FFF2-40B4-BE49-F238E27FC236}">
                <a16:creationId xmlns:a16="http://schemas.microsoft.com/office/drawing/2014/main" id="{0845B616-2D49-4C5D-A47F-908796A33A53}"/>
              </a:ext>
            </a:extLst>
          </p:cNvPr>
          <p:cNvSpPr/>
          <p:nvPr/>
        </p:nvSpPr>
        <p:spPr>
          <a:xfrm rot="16200000">
            <a:off x="7097294" y="2953120"/>
            <a:ext cx="622693" cy="1443999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53" name="SVO">
            <a:extLst>
              <a:ext uri="{FF2B5EF4-FFF2-40B4-BE49-F238E27FC236}">
                <a16:creationId xmlns:a16="http://schemas.microsoft.com/office/drawing/2014/main" id="{28FBC70E-6464-4911-A7DC-D688B4A191B2}"/>
              </a:ext>
            </a:extLst>
          </p:cNvPr>
          <p:cNvSpPr/>
          <p:nvPr/>
        </p:nvSpPr>
        <p:spPr>
          <a:xfrm>
            <a:off x="7046740" y="2927222"/>
            <a:ext cx="722000" cy="1495797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54" name="Oval 6">
            <a:extLst>
              <a:ext uri="{FF2B5EF4-FFF2-40B4-BE49-F238E27FC236}">
                <a16:creationId xmlns:a16="http://schemas.microsoft.com/office/drawing/2014/main" id="{F7426249-BB1C-465F-BA24-177826BCA4FE}"/>
              </a:ext>
            </a:extLst>
          </p:cNvPr>
          <p:cNvSpPr/>
          <p:nvPr/>
        </p:nvSpPr>
        <p:spPr>
          <a:xfrm rot="16200000">
            <a:off x="7097294" y="2953120"/>
            <a:ext cx="622693" cy="1443999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5" name="TextBox 11">
                <a:extLst>
                  <a:ext uri="{FF2B5EF4-FFF2-40B4-BE49-F238E27FC236}">
                    <a16:creationId xmlns:a16="http://schemas.microsoft.com/office/drawing/2014/main" id="{37DEB133-ADB0-4B60-901B-D2AEF580DA59}"/>
                  </a:ext>
                </a:extLst>
              </p:cNvPr>
              <p:cNvSpPr txBox="1"/>
              <p:nvPr/>
            </p:nvSpPr>
            <p:spPr>
              <a:xfrm>
                <a:off x="6858942" y="3496768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5" name="TextBox 11">
                <a:extLst>
                  <a:ext uri="{FF2B5EF4-FFF2-40B4-BE49-F238E27FC236}">
                    <a16:creationId xmlns:a16="http://schemas.microsoft.com/office/drawing/2014/main" id="{37DEB133-ADB0-4B60-901B-D2AEF580DA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942" y="3496768"/>
                <a:ext cx="176928" cy="338554"/>
              </a:xfrm>
              <a:prstGeom prst="rect">
                <a:avLst/>
              </a:prstGeom>
              <a:blipFill>
                <a:blip r:embed="rId33"/>
                <a:stretch>
                  <a:fillRect r="-4137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6" name="Oval 22">
            <a:extLst>
              <a:ext uri="{FF2B5EF4-FFF2-40B4-BE49-F238E27FC236}">
                <a16:creationId xmlns:a16="http://schemas.microsoft.com/office/drawing/2014/main" id="{F51F6D7A-CBDD-41AE-81A9-01A381888E10}"/>
              </a:ext>
            </a:extLst>
          </p:cNvPr>
          <p:cNvSpPr/>
          <p:nvPr/>
        </p:nvSpPr>
        <p:spPr>
          <a:xfrm>
            <a:off x="7326468" y="4337540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TextBox 12">
                <a:extLst>
                  <a:ext uri="{FF2B5EF4-FFF2-40B4-BE49-F238E27FC236}">
                    <a16:creationId xmlns:a16="http://schemas.microsoft.com/office/drawing/2014/main" id="{BEB792E4-CC90-49E5-8163-921F2ECF2D45}"/>
                  </a:ext>
                </a:extLst>
              </p:cNvPr>
              <p:cNvSpPr txBox="1"/>
              <p:nvPr/>
            </p:nvSpPr>
            <p:spPr>
              <a:xfrm>
                <a:off x="7513865" y="3592165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7" name="TextBox 12">
                <a:extLst>
                  <a:ext uri="{FF2B5EF4-FFF2-40B4-BE49-F238E27FC236}">
                    <a16:creationId xmlns:a16="http://schemas.microsoft.com/office/drawing/2014/main" id="{BEB792E4-CC90-49E5-8163-921F2ECF2D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3865" y="3592165"/>
                <a:ext cx="176928" cy="338554"/>
              </a:xfrm>
              <a:prstGeom prst="rect">
                <a:avLst/>
              </a:prstGeom>
              <a:blipFill>
                <a:blip r:embed="rId34"/>
                <a:stretch>
                  <a:fillRect r="-51724" b="-357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13">
                <a:extLst>
                  <a:ext uri="{FF2B5EF4-FFF2-40B4-BE49-F238E27FC236}">
                    <a16:creationId xmlns:a16="http://schemas.microsoft.com/office/drawing/2014/main" id="{8D531DEA-B9A5-4E8D-A6A2-A31408532FD7}"/>
                  </a:ext>
                </a:extLst>
              </p:cNvPr>
              <p:cNvSpPr txBox="1"/>
              <p:nvPr/>
            </p:nvSpPr>
            <p:spPr>
              <a:xfrm>
                <a:off x="7269741" y="2962423"/>
                <a:ext cx="2569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8" name="TextBox 13">
                <a:extLst>
                  <a:ext uri="{FF2B5EF4-FFF2-40B4-BE49-F238E27FC236}">
                    <a16:creationId xmlns:a16="http://schemas.microsoft.com/office/drawing/2014/main" id="{8D531DEA-B9A5-4E8D-A6A2-A31408532F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9741" y="2962423"/>
                <a:ext cx="256967" cy="338554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9" name="DVO">
            <a:extLst>
              <a:ext uri="{FF2B5EF4-FFF2-40B4-BE49-F238E27FC236}">
                <a16:creationId xmlns:a16="http://schemas.microsoft.com/office/drawing/2014/main" id="{BD66E933-A9D1-416F-99A4-A2F56F384D96}"/>
              </a:ext>
            </a:extLst>
          </p:cNvPr>
          <p:cNvSpPr/>
          <p:nvPr/>
        </p:nvSpPr>
        <p:spPr>
          <a:xfrm flipH="1">
            <a:off x="7046740" y="2927222"/>
            <a:ext cx="722000" cy="1495797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60" name="Oval 23">
            <a:extLst>
              <a:ext uri="{FF2B5EF4-FFF2-40B4-BE49-F238E27FC236}">
                <a16:creationId xmlns:a16="http://schemas.microsoft.com/office/drawing/2014/main" id="{B1975880-4F20-4527-8AC1-67B4B5024B5F}"/>
              </a:ext>
            </a:extLst>
          </p:cNvPr>
          <p:cNvSpPr/>
          <p:nvPr/>
        </p:nvSpPr>
        <p:spPr>
          <a:xfrm>
            <a:off x="8049324" y="3590982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cxnSp>
        <p:nvCxnSpPr>
          <p:cNvPr id="261" name="Straight Arrow Connector 7">
            <a:extLst>
              <a:ext uri="{FF2B5EF4-FFF2-40B4-BE49-F238E27FC236}">
                <a16:creationId xmlns:a16="http://schemas.microsoft.com/office/drawing/2014/main" id="{33161F97-7212-47BE-BA7D-6FC7B9147369}"/>
              </a:ext>
            </a:extLst>
          </p:cNvPr>
          <p:cNvCxnSpPr>
            <a:cxnSpLocks/>
          </p:cNvCxnSpPr>
          <p:nvPr/>
        </p:nvCxnSpPr>
        <p:spPr>
          <a:xfrm flipV="1">
            <a:off x="7404709" y="3227038"/>
            <a:ext cx="1697" cy="44589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Arrow Connector 19">
            <a:extLst>
              <a:ext uri="{FF2B5EF4-FFF2-40B4-BE49-F238E27FC236}">
                <a16:creationId xmlns:a16="http://schemas.microsoft.com/office/drawing/2014/main" id="{240911C2-AE74-4914-B8DB-470C2315C461}"/>
              </a:ext>
            </a:extLst>
          </p:cNvPr>
          <p:cNvCxnSpPr>
            <a:cxnSpLocks/>
          </p:cNvCxnSpPr>
          <p:nvPr/>
        </p:nvCxnSpPr>
        <p:spPr>
          <a:xfrm>
            <a:off x="7407693" y="3670744"/>
            <a:ext cx="195802" cy="15676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Arrow Connector 18">
            <a:extLst>
              <a:ext uri="{FF2B5EF4-FFF2-40B4-BE49-F238E27FC236}">
                <a16:creationId xmlns:a16="http://schemas.microsoft.com/office/drawing/2014/main" id="{168B960E-43A1-4542-B03F-41153CC41797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7236371" y="3499268"/>
            <a:ext cx="0" cy="34295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4" name="Oval 20">
            <a:extLst>
              <a:ext uri="{FF2B5EF4-FFF2-40B4-BE49-F238E27FC236}">
                <a16:creationId xmlns:a16="http://schemas.microsoft.com/office/drawing/2014/main" id="{24DEE888-55C9-4D4C-B18D-808F9AA85CCB}"/>
              </a:ext>
            </a:extLst>
          </p:cNvPr>
          <p:cNvSpPr/>
          <p:nvPr/>
        </p:nvSpPr>
        <p:spPr>
          <a:xfrm>
            <a:off x="6605160" y="3590982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65" name="Oval 22">
            <a:extLst>
              <a:ext uri="{FF2B5EF4-FFF2-40B4-BE49-F238E27FC236}">
                <a16:creationId xmlns:a16="http://schemas.microsoft.com/office/drawing/2014/main" id="{EF01816B-7066-4916-A520-954D092BE6FE}"/>
              </a:ext>
            </a:extLst>
          </p:cNvPr>
          <p:cNvSpPr/>
          <p:nvPr/>
        </p:nvSpPr>
        <p:spPr>
          <a:xfrm>
            <a:off x="7327650" y="2834709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66" name="Partial Circle 9">
            <a:extLst>
              <a:ext uri="{FF2B5EF4-FFF2-40B4-BE49-F238E27FC236}">
                <a16:creationId xmlns:a16="http://schemas.microsoft.com/office/drawing/2014/main" id="{95E3D0C0-F471-47D7-9B54-CC1B9F289F59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7343811" y="3575856"/>
            <a:ext cx="102407" cy="197721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7" name="TextBox 10">
                <a:extLst>
                  <a:ext uri="{FF2B5EF4-FFF2-40B4-BE49-F238E27FC236}">
                    <a16:creationId xmlns:a16="http://schemas.microsoft.com/office/drawing/2014/main" id="{B215AA15-06BF-4D83-A5CD-B6A967095CE1}"/>
                  </a:ext>
                </a:extLst>
              </p:cNvPr>
              <p:cNvSpPr txBox="1"/>
              <p:nvPr/>
            </p:nvSpPr>
            <p:spPr>
              <a:xfrm>
                <a:off x="6979793" y="3610902"/>
                <a:ext cx="31523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67" name="TextBox 10">
                <a:extLst>
                  <a:ext uri="{FF2B5EF4-FFF2-40B4-BE49-F238E27FC236}">
                    <a16:creationId xmlns:a16="http://schemas.microsoft.com/office/drawing/2014/main" id="{B215AA15-06BF-4D83-A5CD-B6A967095C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9793" y="3610902"/>
                <a:ext cx="315234" cy="338554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8" name="Straight Arrow Connector 17">
            <a:extLst>
              <a:ext uri="{FF2B5EF4-FFF2-40B4-BE49-F238E27FC236}">
                <a16:creationId xmlns:a16="http://schemas.microsoft.com/office/drawing/2014/main" id="{230BB7BA-7677-4C8C-B5E4-B82B7D463931}"/>
              </a:ext>
            </a:extLst>
          </p:cNvPr>
          <p:cNvCxnSpPr>
            <a:cxnSpLocks/>
          </p:cNvCxnSpPr>
          <p:nvPr/>
        </p:nvCxnSpPr>
        <p:spPr>
          <a:xfrm flipH="1">
            <a:off x="7187062" y="3675924"/>
            <a:ext cx="221585" cy="286539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69" name="Partial Circle 9">
            <a:extLst>
              <a:ext uri="{FF2B5EF4-FFF2-40B4-BE49-F238E27FC236}">
                <a16:creationId xmlns:a16="http://schemas.microsoft.com/office/drawing/2014/main" id="{E72D69FE-BCE2-4231-B5B8-E4BAB5150F43}"/>
              </a:ext>
            </a:extLst>
          </p:cNvPr>
          <p:cNvSpPr>
            <a:spLocks noChangeAspect="1"/>
          </p:cNvSpPr>
          <p:nvPr/>
        </p:nvSpPr>
        <p:spPr>
          <a:xfrm>
            <a:off x="7331086" y="3538631"/>
            <a:ext cx="149214" cy="30136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10">
                <a:extLst>
                  <a:ext uri="{FF2B5EF4-FFF2-40B4-BE49-F238E27FC236}">
                    <a16:creationId xmlns:a16="http://schemas.microsoft.com/office/drawing/2014/main" id="{2F6C10B6-03DA-4C5F-B367-63A41053B482}"/>
                  </a:ext>
                </a:extLst>
              </p:cNvPr>
              <p:cNvSpPr txBox="1"/>
              <p:nvPr/>
            </p:nvSpPr>
            <p:spPr>
              <a:xfrm>
                <a:off x="7370865" y="3290484"/>
                <a:ext cx="29704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70" name="TextBox 10">
                <a:extLst>
                  <a:ext uri="{FF2B5EF4-FFF2-40B4-BE49-F238E27FC236}">
                    <a16:creationId xmlns:a16="http://schemas.microsoft.com/office/drawing/2014/main" id="{2F6C10B6-03DA-4C5F-B367-63A41053B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70865" y="3290484"/>
                <a:ext cx="297046" cy="338554"/>
              </a:xfrm>
              <a:prstGeom prst="rect">
                <a:avLst/>
              </a:prstGeom>
              <a:blipFill>
                <a:blip r:embed="rId37"/>
                <a:stretch>
                  <a:fillRect r="-4082" b="-109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1" name="Straight Arrow Connector 17">
            <a:extLst>
              <a:ext uri="{FF2B5EF4-FFF2-40B4-BE49-F238E27FC236}">
                <a16:creationId xmlns:a16="http://schemas.microsoft.com/office/drawing/2014/main" id="{050CD12B-2348-4EAE-8F7E-7F476F6AB6E3}"/>
              </a:ext>
            </a:extLst>
          </p:cNvPr>
          <p:cNvCxnSpPr>
            <a:cxnSpLocks/>
          </p:cNvCxnSpPr>
          <p:nvPr/>
        </p:nvCxnSpPr>
        <p:spPr>
          <a:xfrm flipV="1">
            <a:off x="7400560" y="3230199"/>
            <a:ext cx="571923" cy="449644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grpSp>
        <p:nvGrpSpPr>
          <p:cNvPr id="309" name="群組 308">
            <a:extLst>
              <a:ext uri="{FF2B5EF4-FFF2-40B4-BE49-F238E27FC236}">
                <a16:creationId xmlns:a16="http://schemas.microsoft.com/office/drawing/2014/main" id="{923BE20A-F83E-4C32-9F62-F6AECA9B854D}"/>
              </a:ext>
            </a:extLst>
          </p:cNvPr>
          <p:cNvGrpSpPr/>
          <p:nvPr/>
        </p:nvGrpSpPr>
        <p:grpSpPr>
          <a:xfrm>
            <a:off x="4045903" y="1517103"/>
            <a:ext cx="528478" cy="516457"/>
            <a:chOff x="4045903" y="1840952"/>
            <a:chExt cx="528478" cy="516457"/>
          </a:xfrm>
        </p:grpSpPr>
        <p:grpSp>
          <p:nvGrpSpPr>
            <p:cNvPr id="310" name="群組 309">
              <a:extLst>
                <a:ext uri="{FF2B5EF4-FFF2-40B4-BE49-F238E27FC236}">
                  <a16:creationId xmlns:a16="http://schemas.microsoft.com/office/drawing/2014/main" id="{3563E56C-C75B-4B56-8CDF-CF1056A0307D}"/>
                </a:ext>
              </a:extLst>
            </p:cNvPr>
            <p:cNvGrpSpPr/>
            <p:nvPr/>
          </p:nvGrpSpPr>
          <p:grpSpPr>
            <a:xfrm>
              <a:off x="4171971" y="2141506"/>
              <a:ext cx="115586" cy="110880"/>
              <a:chOff x="1373392" y="2391862"/>
              <a:chExt cx="479433" cy="476535"/>
            </a:xfrm>
          </p:grpSpPr>
          <p:sp>
            <p:nvSpPr>
              <p:cNvPr id="313" name="箭號: 向右 312">
                <a:extLst>
                  <a:ext uri="{FF2B5EF4-FFF2-40B4-BE49-F238E27FC236}">
                    <a16:creationId xmlns:a16="http://schemas.microsoft.com/office/drawing/2014/main" id="{46418E2D-1845-4FA3-9CF6-D73E2295F055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00">
                  <a:solidFill>
                    <a:schemeClr val="bg1"/>
                  </a:solidFill>
                </a:endParaRPr>
              </a:p>
            </p:txBody>
          </p:sp>
          <p:sp>
            <p:nvSpPr>
              <p:cNvPr id="314" name="箭號: 向右 313">
                <a:extLst>
                  <a:ext uri="{FF2B5EF4-FFF2-40B4-BE49-F238E27FC236}">
                    <a16:creationId xmlns:a16="http://schemas.microsoft.com/office/drawing/2014/main" id="{37A4EB8D-9830-4CB9-AA92-31692CC6CCA0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0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1" name="文字方塊 310">
                  <a:extLst>
                    <a:ext uri="{FF2B5EF4-FFF2-40B4-BE49-F238E27FC236}">
                      <a16:creationId xmlns:a16="http://schemas.microsoft.com/office/drawing/2014/main" id="{F7D64F3C-F299-402A-B134-A6C3BA5467F7}"/>
                    </a:ext>
                  </a:extLst>
                </p:cNvPr>
                <p:cNvSpPr txBox="1"/>
                <p:nvPr/>
              </p:nvSpPr>
              <p:spPr>
                <a:xfrm>
                  <a:off x="4045903" y="1840952"/>
                  <a:ext cx="411859" cy="35798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6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311" name="文字方塊 310">
                  <a:extLst>
                    <a:ext uri="{FF2B5EF4-FFF2-40B4-BE49-F238E27FC236}">
                      <a16:creationId xmlns:a16="http://schemas.microsoft.com/office/drawing/2014/main" id="{F7D64F3C-F299-402A-B134-A6C3BA5467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45903" y="1840952"/>
                  <a:ext cx="411859" cy="357983"/>
                </a:xfrm>
                <a:prstGeom prst="rect">
                  <a:avLst/>
                </a:prstGeom>
                <a:blipFill>
                  <a:blip r:embed="rId38"/>
                  <a:stretch>
                    <a:fillRect b="-1695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2" name="文字方塊 311">
                  <a:extLst>
                    <a:ext uri="{FF2B5EF4-FFF2-40B4-BE49-F238E27FC236}">
                      <a16:creationId xmlns:a16="http://schemas.microsoft.com/office/drawing/2014/main" id="{30083B1C-CF23-469A-A441-D3DB2F8F2D4B}"/>
                    </a:ext>
                  </a:extLst>
                </p:cNvPr>
                <p:cNvSpPr txBox="1"/>
                <p:nvPr/>
              </p:nvSpPr>
              <p:spPr>
                <a:xfrm>
                  <a:off x="4225540" y="2018855"/>
                  <a:ext cx="348841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6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312" name="文字方塊 311">
                  <a:extLst>
                    <a:ext uri="{FF2B5EF4-FFF2-40B4-BE49-F238E27FC236}">
                      <a16:creationId xmlns:a16="http://schemas.microsoft.com/office/drawing/2014/main" id="{30083B1C-CF23-469A-A441-D3DB2F8F2D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25540" y="2018855"/>
                  <a:ext cx="348841" cy="338554"/>
                </a:xfrm>
                <a:prstGeom prst="rect">
                  <a:avLst/>
                </a:prstGeom>
                <a:blipFill>
                  <a:blip r:embed="rId39"/>
                  <a:stretch>
                    <a:fillRect b="-357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371" name="圖片 370">
            <a:extLst>
              <a:ext uri="{FF2B5EF4-FFF2-40B4-BE49-F238E27FC236}">
                <a16:creationId xmlns:a16="http://schemas.microsoft.com/office/drawing/2014/main" id="{A18C1BEC-26D9-453F-97C9-98C303ABC8E7}"/>
              </a:ext>
            </a:extLst>
          </p:cNvPr>
          <p:cNvPicPr>
            <a:picLocks noChangeAspect="1"/>
          </p:cNvPicPr>
          <p:nvPr/>
        </p:nvPicPr>
        <p:blipFill rotWithShape="1">
          <a:blip r:embed="rId4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61876"/>
          <a:stretch/>
        </p:blipFill>
        <p:spPr>
          <a:xfrm>
            <a:off x="6257302" y="603565"/>
            <a:ext cx="2342330" cy="444119"/>
          </a:xfrm>
          <a:prstGeom prst="rect">
            <a:avLst/>
          </a:prstGeom>
        </p:spPr>
      </p:pic>
      <p:pic>
        <p:nvPicPr>
          <p:cNvPr id="372" name="圖片 371">
            <a:extLst>
              <a:ext uri="{FF2B5EF4-FFF2-40B4-BE49-F238E27FC236}">
                <a16:creationId xmlns:a16="http://schemas.microsoft.com/office/drawing/2014/main" id="{0D1E4E23-ACFA-4275-A339-4ED5EBCF4A2E}"/>
              </a:ext>
            </a:extLst>
          </p:cNvPr>
          <p:cNvPicPr>
            <a:picLocks noChangeAspect="1"/>
          </p:cNvPicPr>
          <p:nvPr/>
        </p:nvPicPr>
        <p:blipFill rotWithShape="1">
          <a:blip r:embed="rId4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b="49709"/>
          <a:stretch/>
        </p:blipFill>
        <p:spPr>
          <a:xfrm>
            <a:off x="-352653" y="1065796"/>
            <a:ext cx="2342330" cy="585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53724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矩形: 圓角 174">
            <a:extLst>
              <a:ext uri="{FF2B5EF4-FFF2-40B4-BE49-F238E27FC236}">
                <a16:creationId xmlns:a16="http://schemas.microsoft.com/office/drawing/2014/main" id="{BF09B052-4C3F-4EC6-A337-45ED454E80E1}"/>
              </a:ext>
            </a:extLst>
          </p:cNvPr>
          <p:cNvSpPr/>
          <p:nvPr/>
        </p:nvSpPr>
        <p:spPr>
          <a:xfrm>
            <a:off x="1956509" y="648393"/>
            <a:ext cx="5342021" cy="5235175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pic>
        <p:nvPicPr>
          <p:cNvPr id="112" name="圖片 111">
            <a:extLst>
              <a:ext uri="{FF2B5EF4-FFF2-40B4-BE49-F238E27FC236}">
                <a16:creationId xmlns:a16="http://schemas.microsoft.com/office/drawing/2014/main" id="{5C033BE9-6E1D-40DB-8200-797C6F2D229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568" b="12447"/>
          <a:stretch/>
        </p:blipFill>
        <p:spPr>
          <a:xfrm>
            <a:off x="5519555" y="2587480"/>
            <a:ext cx="867600" cy="864575"/>
          </a:xfrm>
          <a:prstGeom prst="rect">
            <a:avLst/>
          </a:prstGeom>
        </p:spPr>
      </p:pic>
      <p:pic>
        <p:nvPicPr>
          <p:cNvPr id="115" name="圖片 114">
            <a:extLst>
              <a:ext uri="{FF2B5EF4-FFF2-40B4-BE49-F238E27FC236}">
                <a16:creationId xmlns:a16="http://schemas.microsoft.com/office/drawing/2014/main" id="{18D34B52-23B0-4279-A1CC-670294886D1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340" b="12447"/>
          <a:stretch/>
        </p:blipFill>
        <p:spPr>
          <a:xfrm>
            <a:off x="2949488" y="3911332"/>
            <a:ext cx="867600" cy="855325"/>
          </a:xfrm>
          <a:prstGeom prst="rect">
            <a:avLst/>
          </a:prstGeom>
        </p:spPr>
      </p:pic>
      <p:pic>
        <p:nvPicPr>
          <p:cNvPr id="116" name="圖片 115">
            <a:extLst>
              <a:ext uri="{FF2B5EF4-FFF2-40B4-BE49-F238E27FC236}">
                <a16:creationId xmlns:a16="http://schemas.microsoft.com/office/drawing/2014/main" id="{BCF2FB91-FE26-4058-B6A7-50FE9987CC1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568" b="12447"/>
          <a:stretch/>
        </p:blipFill>
        <p:spPr>
          <a:xfrm>
            <a:off x="3683929" y="1496331"/>
            <a:ext cx="867600" cy="864575"/>
          </a:xfrm>
          <a:prstGeom prst="rect">
            <a:avLst/>
          </a:prstGeom>
        </p:spPr>
      </p:pic>
      <p:pic>
        <p:nvPicPr>
          <p:cNvPr id="117" name="圖片 116">
            <a:extLst>
              <a:ext uri="{FF2B5EF4-FFF2-40B4-BE49-F238E27FC236}">
                <a16:creationId xmlns:a16="http://schemas.microsoft.com/office/drawing/2014/main" id="{21B9F618-288E-44E7-A7D2-C7BC261E8F5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568" b="12447"/>
          <a:stretch/>
        </p:blipFill>
        <p:spPr>
          <a:xfrm>
            <a:off x="3793344" y="4933736"/>
            <a:ext cx="867600" cy="864575"/>
          </a:xfrm>
          <a:prstGeom prst="rect">
            <a:avLst/>
          </a:prstGeom>
        </p:spPr>
      </p:pic>
      <p:grpSp>
        <p:nvGrpSpPr>
          <p:cNvPr id="24" name="群組 23">
            <a:extLst>
              <a:ext uri="{FF2B5EF4-FFF2-40B4-BE49-F238E27FC236}">
                <a16:creationId xmlns:a16="http://schemas.microsoft.com/office/drawing/2014/main" id="{F111E595-CBD6-4A37-A812-559483B3BC18}"/>
              </a:ext>
            </a:extLst>
          </p:cNvPr>
          <p:cNvGrpSpPr/>
          <p:nvPr/>
        </p:nvGrpSpPr>
        <p:grpSpPr>
          <a:xfrm>
            <a:off x="4682304" y="4955619"/>
            <a:ext cx="762458" cy="762458"/>
            <a:chOff x="801581" y="4966326"/>
            <a:chExt cx="1150186" cy="1150186"/>
          </a:xfrm>
        </p:grpSpPr>
        <p:sp>
          <p:nvSpPr>
            <p:cNvPr id="128" name="矩形: 圓角 127">
              <a:extLst>
                <a:ext uri="{FF2B5EF4-FFF2-40B4-BE49-F238E27FC236}">
                  <a16:creationId xmlns:a16="http://schemas.microsoft.com/office/drawing/2014/main" id="{2F5A42B8-06A5-4158-B8B4-858406CBC6BD}"/>
                </a:ext>
              </a:extLst>
            </p:cNvPr>
            <p:cNvSpPr/>
            <p:nvPr/>
          </p:nvSpPr>
          <p:spPr>
            <a:xfrm>
              <a:off x="801581" y="4966326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64" name="橢圓 63">
              <a:extLst>
                <a:ext uri="{FF2B5EF4-FFF2-40B4-BE49-F238E27FC236}">
                  <a16:creationId xmlns:a16="http://schemas.microsoft.com/office/drawing/2014/main" id="{EC5B6F29-1474-4CFA-B8E3-262BF4573A66}"/>
                </a:ext>
              </a:extLst>
            </p:cNvPr>
            <p:cNvSpPr/>
            <p:nvPr/>
          </p:nvSpPr>
          <p:spPr>
            <a:xfrm>
              <a:off x="1269795" y="5070149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65" name="橢圓 64">
              <a:extLst>
                <a:ext uri="{FF2B5EF4-FFF2-40B4-BE49-F238E27FC236}">
                  <a16:creationId xmlns:a16="http://schemas.microsoft.com/office/drawing/2014/main" id="{DE11110E-D0C1-484B-8789-647E2582B8F3}"/>
                </a:ext>
              </a:extLst>
            </p:cNvPr>
            <p:cNvSpPr/>
            <p:nvPr/>
          </p:nvSpPr>
          <p:spPr>
            <a:xfrm>
              <a:off x="1269795" y="5805606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66" name="橢圓 65">
              <a:extLst>
                <a:ext uri="{FF2B5EF4-FFF2-40B4-BE49-F238E27FC236}">
                  <a16:creationId xmlns:a16="http://schemas.microsoft.com/office/drawing/2014/main" id="{4973AC85-68A3-4542-BA7F-9D4B68A203AE}"/>
                </a:ext>
              </a:extLst>
            </p:cNvPr>
            <p:cNvSpPr/>
            <p:nvPr/>
          </p:nvSpPr>
          <p:spPr>
            <a:xfrm>
              <a:off x="1633048" y="5442907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67" name="橢圓 66">
              <a:extLst>
                <a:ext uri="{FF2B5EF4-FFF2-40B4-BE49-F238E27FC236}">
                  <a16:creationId xmlns:a16="http://schemas.microsoft.com/office/drawing/2014/main" id="{77EA9BD2-7763-47C9-8A62-F043AF3E9BD2}"/>
                </a:ext>
              </a:extLst>
            </p:cNvPr>
            <p:cNvSpPr/>
            <p:nvPr/>
          </p:nvSpPr>
          <p:spPr>
            <a:xfrm>
              <a:off x="895950" y="5442907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68" name="橢圓 67">
              <a:extLst>
                <a:ext uri="{FF2B5EF4-FFF2-40B4-BE49-F238E27FC236}">
                  <a16:creationId xmlns:a16="http://schemas.microsoft.com/office/drawing/2014/main" id="{A93CB31D-6BCE-4617-BE71-E1F7B1239A1F}"/>
                </a:ext>
              </a:extLst>
            </p:cNvPr>
            <p:cNvSpPr/>
            <p:nvPr/>
          </p:nvSpPr>
          <p:spPr>
            <a:xfrm>
              <a:off x="1006324" y="571045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69" name="橢圓 68">
              <a:extLst>
                <a:ext uri="{FF2B5EF4-FFF2-40B4-BE49-F238E27FC236}">
                  <a16:creationId xmlns:a16="http://schemas.microsoft.com/office/drawing/2014/main" id="{72EE7746-CB46-409C-9043-A05A8C5FAE57}"/>
                </a:ext>
              </a:extLst>
            </p:cNvPr>
            <p:cNvSpPr/>
            <p:nvPr/>
          </p:nvSpPr>
          <p:spPr>
            <a:xfrm>
              <a:off x="1006324" y="5181504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0" name="橢圓 69">
              <a:extLst>
                <a:ext uri="{FF2B5EF4-FFF2-40B4-BE49-F238E27FC236}">
                  <a16:creationId xmlns:a16="http://schemas.microsoft.com/office/drawing/2014/main" id="{23FABD83-7310-4179-8DDD-462F0769E415}"/>
                </a:ext>
              </a:extLst>
            </p:cNvPr>
            <p:cNvSpPr/>
            <p:nvPr/>
          </p:nvSpPr>
          <p:spPr>
            <a:xfrm>
              <a:off x="1531150" y="571045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71" name="橢圓 70">
              <a:extLst>
                <a:ext uri="{FF2B5EF4-FFF2-40B4-BE49-F238E27FC236}">
                  <a16:creationId xmlns:a16="http://schemas.microsoft.com/office/drawing/2014/main" id="{89C81756-7ED8-4066-B463-89FC9AEBCA10}"/>
                </a:ext>
              </a:extLst>
            </p:cNvPr>
            <p:cNvSpPr/>
            <p:nvPr/>
          </p:nvSpPr>
          <p:spPr>
            <a:xfrm>
              <a:off x="1531150" y="5181504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2" name="等腰三角形 71">
              <a:extLst>
                <a:ext uri="{FF2B5EF4-FFF2-40B4-BE49-F238E27FC236}">
                  <a16:creationId xmlns:a16="http://schemas.microsoft.com/office/drawing/2014/main" id="{BB55E2A2-A461-4F17-BD94-5680C302370E}"/>
                </a:ext>
              </a:extLst>
            </p:cNvPr>
            <p:cNvSpPr/>
            <p:nvPr/>
          </p:nvSpPr>
          <p:spPr>
            <a:xfrm rot="5400000" flipH="1">
              <a:off x="1342194" y="5038456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3" name="等腰三角形 72">
              <a:extLst>
                <a:ext uri="{FF2B5EF4-FFF2-40B4-BE49-F238E27FC236}">
                  <a16:creationId xmlns:a16="http://schemas.microsoft.com/office/drawing/2014/main" id="{70B47730-1AFC-443E-AA3E-DBD84767B180}"/>
                </a:ext>
              </a:extLst>
            </p:cNvPr>
            <p:cNvSpPr/>
            <p:nvPr/>
          </p:nvSpPr>
          <p:spPr>
            <a:xfrm rot="5400000" flipH="1">
              <a:off x="1342194" y="577254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4" name="等腰三角形 73">
              <a:extLst>
                <a:ext uri="{FF2B5EF4-FFF2-40B4-BE49-F238E27FC236}">
                  <a16:creationId xmlns:a16="http://schemas.microsoft.com/office/drawing/2014/main" id="{FF7D7A52-1610-46C7-983C-8B0CF9A61B7E}"/>
                </a:ext>
              </a:extLst>
            </p:cNvPr>
            <p:cNvSpPr/>
            <p:nvPr/>
          </p:nvSpPr>
          <p:spPr>
            <a:xfrm rot="5400000" flipH="1">
              <a:off x="968349" y="541378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5" name="等腰三角形 74">
              <a:extLst>
                <a:ext uri="{FF2B5EF4-FFF2-40B4-BE49-F238E27FC236}">
                  <a16:creationId xmlns:a16="http://schemas.microsoft.com/office/drawing/2014/main" id="{8DC42994-2580-4E83-A94A-0D6D58E6AFA1}"/>
                </a:ext>
              </a:extLst>
            </p:cNvPr>
            <p:cNvSpPr/>
            <p:nvPr/>
          </p:nvSpPr>
          <p:spPr>
            <a:xfrm rot="5400000" flipH="1">
              <a:off x="1078723" y="514853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6" name="等腰三角形 75">
              <a:extLst>
                <a:ext uri="{FF2B5EF4-FFF2-40B4-BE49-F238E27FC236}">
                  <a16:creationId xmlns:a16="http://schemas.microsoft.com/office/drawing/2014/main" id="{61CC7E32-1CDA-4EE2-9F3C-915BC3EEBB6D}"/>
                </a:ext>
              </a:extLst>
            </p:cNvPr>
            <p:cNvSpPr/>
            <p:nvPr/>
          </p:nvSpPr>
          <p:spPr>
            <a:xfrm rot="5400000" flipH="1">
              <a:off x="1078723" y="567819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7" name="等腰三角形 76">
              <a:extLst>
                <a:ext uri="{FF2B5EF4-FFF2-40B4-BE49-F238E27FC236}">
                  <a16:creationId xmlns:a16="http://schemas.microsoft.com/office/drawing/2014/main" id="{F032D4F5-4127-42D6-8644-C4E6AA934D86}"/>
                </a:ext>
              </a:extLst>
            </p:cNvPr>
            <p:cNvSpPr/>
            <p:nvPr/>
          </p:nvSpPr>
          <p:spPr>
            <a:xfrm rot="5400000" flipH="1">
              <a:off x="1603549" y="514853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8" name="等腰三角形 77">
              <a:extLst>
                <a:ext uri="{FF2B5EF4-FFF2-40B4-BE49-F238E27FC236}">
                  <a16:creationId xmlns:a16="http://schemas.microsoft.com/office/drawing/2014/main" id="{4AB18EB2-6677-4448-A729-D38143E95FBF}"/>
                </a:ext>
              </a:extLst>
            </p:cNvPr>
            <p:cNvSpPr/>
            <p:nvPr/>
          </p:nvSpPr>
          <p:spPr>
            <a:xfrm rot="5400000" flipH="1">
              <a:off x="1603549" y="567819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9" name="等腰三角形 78">
              <a:extLst>
                <a:ext uri="{FF2B5EF4-FFF2-40B4-BE49-F238E27FC236}">
                  <a16:creationId xmlns:a16="http://schemas.microsoft.com/office/drawing/2014/main" id="{8C63E15B-762B-4188-BC2D-DA796D1434E1}"/>
                </a:ext>
              </a:extLst>
            </p:cNvPr>
            <p:cNvSpPr/>
            <p:nvPr/>
          </p:nvSpPr>
          <p:spPr>
            <a:xfrm rot="5400000" flipH="1">
              <a:off x="1705447" y="541378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BD7D3F58-D2E2-42DB-8B1B-53D87DE0B9E9}"/>
                  </a:ext>
                </a:extLst>
              </p:cNvPr>
              <p:cNvSpPr txBox="1"/>
              <p:nvPr/>
            </p:nvSpPr>
            <p:spPr>
              <a:xfrm>
                <a:off x="4248828" y="4475662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−1, </m:t>
                          </m:r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BD7D3F58-D2E2-42DB-8B1B-53D87DE0B9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8828" y="4475662"/>
                <a:ext cx="812954" cy="338554"/>
              </a:xfrm>
              <a:prstGeom prst="rect">
                <a:avLst/>
              </a:prstGeom>
              <a:blipFill>
                <a:blip r:embed="rId3"/>
                <a:stretch>
                  <a:fillRect t="-108929" r="-46617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1" name="群組 190">
            <a:extLst>
              <a:ext uri="{FF2B5EF4-FFF2-40B4-BE49-F238E27FC236}">
                <a16:creationId xmlns:a16="http://schemas.microsoft.com/office/drawing/2014/main" id="{12A3856D-C8EE-4E5C-9371-C38BC0FAAC9C}"/>
              </a:ext>
            </a:extLst>
          </p:cNvPr>
          <p:cNvGrpSpPr/>
          <p:nvPr/>
        </p:nvGrpSpPr>
        <p:grpSpPr>
          <a:xfrm>
            <a:off x="4109285" y="1862164"/>
            <a:ext cx="76622" cy="73502"/>
            <a:chOff x="1373392" y="2391862"/>
            <a:chExt cx="479433" cy="476535"/>
          </a:xfrm>
        </p:grpSpPr>
        <p:sp>
          <p:nvSpPr>
            <p:cNvPr id="194" name="箭號: 向右 193">
              <a:extLst>
                <a:ext uri="{FF2B5EF4-FFF2-40B4-BE49-F238E27FC236}">
                  <a16:creationId xmlns:a16="http://schemas.microsoft.com/office/drawing/2014/main" id="{5A9976EA-DC90-4C92-81FF-F86EA39FDC9B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195" name="箭號: 向右 194">
              <a:extLst>
                <a:ext uri="{FF2B5EF4-FFF2-40B4-BE49-F238E27FC236}">
                  <a16:creationId xmlns:a16="http://schemas.microsoft.com/office/drawing/2014/main" id="{916F6971-5A5A-43BC-B03E-319A01E32168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文字方塊 191">
                <a:extLst>
                  <a:ext uri="{FF2B5EF4-FFF2-40B4-BE49-F238E27FC236}">
                    <a16:creationId xmlns:a16="http://schemas.microsoft.com/office/drawing/2014/main" id="{882169EE-BA39-4323-A236-BF2A8F339107}"/>
                  </a:ext>
                </a:extLst>
              </p:cNvPr>
              <p:cNvSpPr txBox="1"/>
              <p:nvPr/>
            </p:nvSpPr>
            <p:spPr>
              <a:xfrm>
                <a:off x="3935869" y="1465811"/>
                <a:ext cx="290616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192" name="文字方塊 191">
                <a:extLst>
                  <a:ext uri="{FF2B5EF4-FFF2-40B4-BE49-F238E27FC236}">
                    <a16:creationId xmlns:a16="http://schemas.microsoft.com/office/drawing/2014/main" id="{882169EE-BA39-4323-A236-BF2A8F3391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5869" y="1465811"/>
                <a:ext cx="290616" cy="424283"/>
              </a:xfrm>
              <a:prstGeom prst="rect">
                <a:avLst/>
              </a:prstGeom>
              <a:blipFill>
                <a:blip r:embed="rId4"/>
                <a:stretch>
                  <a:fillRect r="-44681" b="-571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文字方塊 192">
                <a:extLst>
                  <a:ext uri="{FF2B5EF4-FFF2-40B4-BE49-F238E27FC236}">
                    <a16:creationId xmlns:a16="http://schemas.microsoft.com/office/drawing/2014/main" id="{314BEA76-4D8E-4B0B-B6FB-45880D221837}"/>
                  </a:ext>
                </a:extLst>
              </p:cNvPr>
              <p:cNvSpPr txBox="1"/>
              <p:nvPr/>
            </p:nvSpPr>
            <p:spPr>
              <a:xfrm>
                <a:off x="4116302" y="1698614"/>
                <a:ext cx="25749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193" name="文字方塊 192">
                <a:extLst>
                  <a:ext uri="{FF2B5EF4-FFF2-40B4-BE49-F238E27FC236}">
                    <a16:creationId xmlns:a16="http://schemas.microsoft.com/office/drawing/2014/main" id="{314BEA76-4D8E-4B0B-B6FB-45880D2218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6302" y="1698614"/>
                <a:ext cx="257490" cy="400110"/>
              </a:xfrm>
              <a:prstGeom prst="rect">
                <a:avLst/>
              </a:prstGeom>
              <a:blipFill>
                <a:blip r:embed="rId5"/>
                <a:stretch>
                  <a:fillRect r="-50000" b="-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" name="群組 30">
            <a:extLst>
              <a:ext uri="{FF2B5EF4-FFF2-40B4-BE49-F238E27FC236}">
                <a16:creationId xmlns:a16="http://schemas.microsoft.com/office/drawing/2014/main" id="{F80A0570-8D7F-4088-A36E-EDFA2AEC7B7B}"/>
              </a:ext>
            </a:extLst>
          </p:cNvPr>
          <p:cNvGrpSpPr/>
          <p:nvPr/>
        </p:nvGrpSpPr>
        <p:grpSpPr>
          <a:xfrm>
            <a:off x="4872518" y="1506423"/>
            <a:ext cx="762458" cy="789843"/>
            <a:chOff x="3481679" y="1511997"/>
            <a:chExt cx="1150186" cy="1191497"/>
          </a:xfrm>
        </p:grpSpPr>
        <p:sp>
          <p:nvSpPr>
            <p:cNvPr id="2" name="矩形: 圓角 1">
              <a:extLst>
                <a:ext uri="{FF2B5EF4-FFF2-40B4-BE49-F238E27FC236}">
                  <a16:creationId xmlns:a16="http://schemas.microsoft.com/office/drawing/2014/main" id="{877AF323-90EC-4DA0-9D2C-44F10B312DE5}"/>
                </a:ext>
              </a:extLst>
            </p:cNvPr>
            <p:cNvSpPr/>
            <p:nvPr/>
          </p:nvSpPr>
          <p:spPr>
            <a:xfrm>
              <a:off x="3481679" y="1553308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45" name="橢圓 44">
              <a:extLst>
                <a:ext uri="{FF2B5EF4-FFF2-40B4-BE49-F238E27FC236}">
                  <a16:creationId xmlns:a16="http://schemas.microsoft.com/office/drawing/2014/main" id="{BFD12D8F-18EF-4CE2-B5CB-EF9D62E97FAF}"/>
                </a:ext>
              </a:extLst>
            </p:cNvPr>
            <p:cNvSpPr/>
            <p:nvPr/>
          </p:nvSpPr>
          <p:spPr>
            <a:xfrm>
              <a:off x="3940548" y="1642556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46" name="橢圓 45">
              <a:extLst>
                <a:ext uri="{FF2B5EF4-FFF2-40B4-BE49-F238E27FC236}">
                  <a16:creationId xmlns:a16="http://schemas.microsoft.com/office/drawing/2014/main" id="{1C220D7D-D2E4-4B02-848B-A30F57AC6D7C}"/>
                </a:ext>
              </a:extLst>
            </p:cNvPr>
            <p:cNvSpPr/>
            <p:nvPr/>
          </p:nvSpPr>
          <p:spPr>
            <a:xfrm>
              <a:off x="3940548" y="23780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47" name="橢圓 46">
              <a:extLst>
                <a:ext uri="{FF2B5EF4-FFF2-40B4-BE49-F238E27FC236}">
                  <a16:creationId xmlns:a16="http://schemas.microsoft.com/office/drawing/2014/main" id="{C03BE9E6-CBE4-4CDE-B6BE-D37200A1F03D}"/>
                </a:ext>
              </a:extLst>
            </p:cNvPr>
            <p:cNvSpPr/>
            <p:nvPr/>
          </p:nvSpPr>
          <p:spPr>
            <a:xfrm>
              <a:off x="4303801" y="20153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48" name="橢圓 47">
              <a:extLst>
                <a:ext uri="{FF2B5EF4-FFF2-40B4-BE49-F238E27FC236}">
                  <a16:creationId xmlns:a16="http://schemas.microsoft.com/office/drawing/2014/main" id="{954ADC9E-6B01-44E0-B4CA-5C696A915190}"/>
                </a:ext>
              </a:extLst>
            </p:cNvPr>
            <p:cNvSpPr/>
            <p:nvPr/>
          </p:nvSpPr>
          <p:spPr>
            <a:xfrm>
              <a:off x="3566703" y="20153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9" name="橢圓 48">
              <a:extLst>
                <a:ext uri="{FF2B5EF4-FFF2-40B4-BE49-F238E27FC236}">
                  <a16:creationId xmlns:a16="http://schemas.microsoft.com/office/drawing/2014/main" id="{E67DCB90-0A7F-481B-BABD-D05B6C89D6F4}"/>
                </a:ext>
              </a:extLst>
            </p:cNvPr>
            <p:cNvSpPr/>
            <p:nvPr/>
          </p:nvSpPr>
          <p:spPr>
            <a:xfrm>
              <a:off x="3677077" y="228286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0" name="橢圓 49">
              <a:extLst>
                <a:ext uri="{FF2B5EF4-FFF2-40B4-BE49-F238E27FC236}">
                  <a16:creationId xmlns:a16="http://schemas.microsoft.com/office/drawing/2014/main" id="{CD4D6430-3860-4CDC-834E-87A1CB379DB5}"/>
                </a:ext>
              </a:extLst>
            </p:cNvPr>
            <p:cNvSpPr/>
            <p:nvPr/>
          </p:nvSpPr>
          <p:spPr>
            <a:xfrm>
              <a:off x="3677077" y="175391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1" name="橢圓 50">
              <a:extLst>
                <a:ext uri="{FF2B5EF4-FFF2-40B4-BE49-F238E27FC236}">
                  <a16:creationId xmlns:a16="http://schemas.microsoft.com/office/drawing/2014/main" id="{6E7FB9E9-E437-426C-8FE1-FFF8C37BEA31}"/>
                </a:ext>
              </a:extLst>
            </p:cNvPr>
            <p:cNvSpPr/>
            <p:nvPr/>
          </p:nvSpPr>
          <p:spPr>
            <a:xfrm>
              <a:off x="4201903" y="228286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 dirty="0"/>
            </a:p>
          </p:txBody>
        </p:sp>
        <p:sp>
          <p:nvSpPr>
            <p:cNvPr id="52" name="橢圓 51">
              <a:extLst>
                <a:ext uri="{FF2B5EF4-FFF2-40B4-BE49-F238E27FC236}">
                  <a16:creationId xmlns:a16="http://schemas.microsoft.com/office/drawing/2014/main" id="{6211590B-91FC-4104-932A-C4B35F040F5B}"/>
                </a:ext>
              </a:extLst>
            </p:cNvPr>
            <p:cNvSpPr/>
            <p:nvPr/>
          </p:nvSpPr>
          <p:spPr>
            <a:xfrm>
              <a:off x="4201902" y="1753910"/>
              <a:ext cx="230063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53" name="等腰三角形 52">
              <a:extLst>
                <a:ext uri="{FF2B5EF4-FFF2-40B4-BE49-F238E27FC236}">
                  <a16:creationId xmlns:a16="http://schemas.microsoft.com/office/drawing/2014/main" id="{039E01BD-05C8-4311-BDAA-A5DEFBD09F4A}"/>
                </a:ext>
              </a:extLst>
            </p:cNvPr>
            <p:cNvSpPr/>
            <p:nvPr/>
          </p:nvSpPr>
          <p:spPr>
            <a:xfrm rot="16200000">
              <a:off x="4012947" y="161086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54" name="等腰三角形 53">
              <a:extLst>
                <a:ext uri="{FF2B5EF4-FFF2-40B4-BE49-F238E27FC236}">
                  <a16:creationId xmlns:a16="http://schemas.microsoft.com/office/drawing/2014/main" id="{AEF80FE7-E823-4210-9AA1-694E9506974B}"/>
                </a:ext>
              </a:extLst>
            </p:cNvPr>
            <p:cNvSpPr/>
            <p:nvPr/>
          </p:nvSpPr>
          <p:spPr>
            <a:xfrm rot="16200000">
              <a:off x="4012947" y="234495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55" name="等腰三角形 54">
              <a:extLst>
                <a:ext uri="{FF2B5EF4-FFF2-40B4-BE49-F238E27FC236}">
                  <a16:creationId xmlns:a16="http://schemas.microsoft.com/office/drawing/2014/main" id="{B94407FE-F407-43E6-987A-5EB6347AD5D1}"/>
                </a:ext>
              </a:extLst>
            </p:cNvPr>
            <p:cNvSpPr/>
            <p:nvPr/>
          </p:nvSpPr>
          <p:spPr>
            <a:xfrm rot="16200000">
              <a:off x="3639102" y="1986189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6" name="等腰三角形 55">
              <a:extLst>
                <a:ext uri="{FF2B5EF4-FFF2-40B4-BE49-F238E27FC236}">
                  <a16:creationId xmlns:a16="http://schemas.microsoft.com/office/drawing/2014/main" id="{2858E61A-4EEA-448B-AF67-5B5C3564BF86}"/>
                </a:ext>
              </a:extLst>
            </p:cNvPr>
            <p:cNvSpPr/>
            <p:nvPr/>
          </p:nvSpPr>
          <p:spPr>
            <a:xfrm rot="16200000">
              <a:off x="3749476" y="172093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57" name="等腰三角形 56">
              <a:extLst>
                <a:ext uri="{FF2B5EF4-FFF2-40B4-BE49-F238E27FC236}">
                  <a16:creationId xmlns:a16="http://schemas.microsoft.com/office/drawing/2014/main" id="{2D902AEF-584D-4324-B24B-F33B7E7C59DD}"/>
                </a:ext>
              </a:extLst>
            </p:cNvPr>
            <p:cNvSpPr/>
            <p:nvPr/>
          </p:nvSpPr>
          <p:spPr>
            <a:xfrm rot="16200000">
              <a:off x="3749476" y="225060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60" name="等腰三角形 59">
              <a:extLst>
                <a:ext uri="{FF2B5EF4-FFF2-40B4-BE49-F238E27FC236}">
                  <a16:creationId xmlns:a16="http://schemas.microsoft.com/office/drawing/2014/main" id="{535CC7B3-FEE4-4F08-8939-BA239AB4958F}"/>
                </a:ext>
              </a:extLst>
            </p:cNvPr>
            <p:cNvSpPr/>
            <p:nvPr/>
          </p:nvSpPr>
          <p:spPr>
            <a:xfrm rot="16200000">
              <a:off x="4274302" y="172093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61" name="等腰三角形 60">
              <a:extLst>
                <a:ext uri="{FF2B5EF4-FFF2-40B4-BE49-F238E27FC236}">
                  <a16:creationId xmlns:a16="http://schemas.microsoft.com/office/drawing/2014/main" id="{0F46E098-9168-4FAD-B9EC-73C08F7C4774}"/>
                </a:ext>
              </a:extLst>
            </p:cNvPr>
            <p:cNvSpPr/>
            <p:nvPr/>
          </p:nvSpPr>
          <p:spPr>
            <a:xfrm rot="16200000">
              <a:off x="4274302" y="225060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62" name="等腰三角形 61">
              <a:extLst>
                <a:ext uri="{FF2B5EF4-FFF2-40B4-BE49-F238E27FC236}">
                  <a16:creationId xmlns:a16="http://schemas.microsoft.com/office/drawing/2014/main" id="{0FDF0A34-5E11-4D28-A6CE-C4297F577CE8}"/>
                </a:ext>
              </a:extLst>
            </p:cNvPr>
            <p:cNvSpPr/>
            <p:nvPr/>
          </p:nvSpPr>
          <p:spPr>
            <a:xfrm rot="16200000">
              <a:off x="4376200" y="1986189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grpSp>
          <p:nvGrpSpPr>
            <p:cNvPr id="197" name="群組 196">
              <a:extLst>
                <a:ext uri="{FF2B5EF4-FFF2-40B4-BE49-F238E27FC236}">
                  <a16:creationId xmlns:a16="http://schemas.microsoft.com/office/drawing/2014/main" id="{64572B81-FCEE-489A-BCAF-0F86A81819B7}"/>
                </a:ext>
              </a:extLst>
            </p:cNvPr>
            <p:cNvGrpSpPr/>
            <p:nvPr/>
          </p:nvGrpSpPr>
          <p:grpSpPr>
            <a:xfrm>
              <a:off x="4046896" y="2016650"/>
              <a:ext cx="115585" cy="110881"/>
              <a:chOff x="1328701" y="2330105"/>
              <a:chExt cx="479430" cy="476538"/>
            </a:xfrm>
          </p:grpSpPr>
          <p:sp>
            <p:nvSpPr>
              <p:cNvPr id="200" name="箭號: 向右 199">
                <a:extLst>
                  <a:ext uri="{FF2B5EF4-FFF2-40B4-BE49-F238E27FC236}">
                    <a16:creationId xmlns:a16="http://schemas.microsoft.com/office/drawing/2014/main" id="{4BF31411-8F4A-4F23-8A60-5C1E37F03CE5}"/>
                  </a:ext>
                </a:extLst>
              </p:cNvPr>
              <p:cNvSpPr/>
              <p:nvPr/>
            </p:nvSpPr>
            <p:spPr>
              <a:xfrm>
                <a:off x="1366547" y="2674112"/>
                <a:ext cx="441584" cy="132531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00">
                  <a:solidFill>
                    <a:schemeClr val="bg1"/>
                  </a:solidFill>
                </a:endParaRPr>
              </a:p>
            </p:txBody>
          </p:sp>
          <p:sp>
            <p:nvSpPr>
              <p:cNvPr id="201" name="箭號: 向右 200">
                <a:extLst>
                  <a:ext uri="{FF2B5EF4-FFF2-40B4-BE49-F238E27FC236}">
                    <a16:creationId xmlns:a16="http://schemas.microsoft.com/office/drawing/2014/main" id="{AA185A28-BD2D-474C-A576-226BFFE361A3}"/>
                  </a:ext>
                </a:extLst>
              </p:cNvPr>
              <p:cNvSpPr/>
              <p:nvPr/>
            </p:nvSpPr>
            <p:spPr>
              <a:xfrm rot="16200000">
                <a:off x="1174173" y="2484633"/>
                <a:ext cx="441581" cy="132526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0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8" name="文字方塊 197">
                  <a:extLst>
                    <a:ext uri="{FF2B5EF4-FFF2-40B4-BE49-F238E27FC236}">
                      <a16:creationId xmlns:a16="http://schemas.microsoft.com/office/drawing/2014/main" id="{A158A9CD-C3A5-4146-A816-D6FA568EB476}"/>
                    </a:ext>
                  </a:extLst>
                </p:cNvPr>
                <p:cNvSpPr txBox="1"/>
                <p:nvPr/>
              </p:nvSpPr>
              <p:spPr>
                <a:xfrm>
                  <a:off x="3803785" y="1511997"/>
                  <a:ext cx="546776" cy="54002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6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98" name="文字方塊 197">
                  <a:extLst>
                    <a:ext uri="{FF2B5EF4-FFF2-40B4-BE49-F238E27FC236}">
                      <a16:creationId xmlns:a16="http://schemas.microsoft.com/office/drawing/2014/main" id="{A158A9CD-C3A5-4146-A816-D6FA568EB4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03785" y="1511997"/>
                  <a:ext cx="546776" cy="540026"/>
                </a:xfrm>
                <a:prstGeom prst="rect">
                  <a:avLst/>
                </a:prstGeom>
                <a:blipFill>
                  <a:blip r:embed="rId6"/>
                  <a:stretch>
                    <a:fillRect b="-339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9" name="文字方塊 198">
                  <a:extLst>
                    <a:ext uri="{FF2B5EF4-FFF2-40B4-BE49-F238E27FC236}">
                      <a16:creationId xmlns:a16="http://schemas.microsoft.com/office/drawing/2014/main" id="{9F8B6938-D760-409B-B56E-F2C58D701FE9}"/>
                    </a:ext>
                  </a:extLst>
                </p:cNvPr>
                <p:cNvSpPr txBox="1"/>
                <p:nvPr/>
              </p:nvSpPr>
              <p:spPr>
                <a:xfrm>
                  <a:off x="4070531" y="1899986"/>
                  <a:ext cx="480892" cy="5107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6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99" name="文字方塊 198">
                  <a:extLst>
                    <a:ext uri="{FF2B5EF4-FFF2-40B4-BE49-F238E27FC236}">
                      <a16:creationId xmlns:a16="http://schemas.microsoft.com/office/drawing/2014/main" id="{9F8B6938-D760-409B-B56E-F2C58D701F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70531" y="1899986"/>
                  <a:ext cx="480892" cy="510717"/>
                </a:xfrm>
                <a:prstGeom prst="rect">
                  <a:avLst/>
                </a:prstGeom>
                <a:blipFill>
                  <a:blip r:embed="rId7"/>
                  <a:stretch>
                    <a:fillRect b="-357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14" name="文字方塊 213">
                <a:extLst>
                  <a:ext uri="{FF2B5EF4-FFF2-40B4-BE49-F238E27FC236}">
                    <a16:creationId xmlns:a16="http://schemas.microsoft.com/office/drawing/2014/main" id="{EFDA59F8-F89D-4806-A636-5828FA46C3A1}"/>
                  </a:ext>
                </a:extLst>
              </p:cNvPr>
              <p:cNvSpPr txBox="1"/>
              <p:nvPr/>
            </p:nvSpPr>
            <p:spPr>
              <a:xfrm>
                <a:off x="3646072" y="2015385"/>
                <a:ext cx="43241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600" dirty="0"/>
              </a:p>
            </p:txBody>
          </p:sp>
        </mc:Choice>
        <mc:Fallback xmlns="">
          <p:sp>
            <p:nvSpPr>
              <p:cNvPr id="214" name="文字方塊 213">
                <a:extLst>
                  <a:ext uri="{FF2B5EF4-FFF2-40B4-BE49-F238E27FC236}">
                    <a16:creationId xmlns:a16="http://schemas.microsoft.com/office/drawing/2014/main" id="{EFDA59F8-F89D-4806-A636-5828FA46C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6072" y="2015385"/>
                <a:ext cx="432414" cy="338554"/>
              </a:xfrm>
              <a:prstGeom prst="rect">
                <a:avLst/>
              </a:prstGeom>
              <a:blipFill>
                <a:blip r:embed="rId8"/>
                <a:stretch>
                  <a:fillRect r="-39437" b="-7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6" name="文字方塊 215">
            <a:extLst>
              <a:ext uri="{FF2B5EF4-FFF2-40B4-BE49-F238E27FC236}">
                <a16:creationId xmlns:a16="http://schemas.microsoft.com/office/drawing/2014/main" id="{42C1D9B8-8446-4675-B219-B666A3F92AA7}"/>
              </a:ext>
            </a:extLst>
          </p:cNvPr>
          <p:cNvSpPr txBox="1"/>
          <p:nvPr/>
        </p:nvSpPr>
        <p:spPr>
          <a:xfrm>
            <a:off x="1771156" y="769199"/>
            <a:ext cx="33922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Transverse component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/>
              <p:nvPr/>
            </p:nvSpPr>
            <p:spPr>
              <a:xfrm>
                <a:off x="3805807" y="1223742"/>
                <a:ext cx="167359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5807" y="1223742"/>
                <a:ext cx="1673596" cy="307777"/>
              </a:xfrm>
              <a:prstGeom prst="rect">
                <a:avLst/>
              </a:prstGeom>
              <a:blipFill>
                <a:blip r:embed="rId9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/>
              <p:nvPr/>
            </p:nvSpPr>
            <p:spPr>
              <a:xfrm>
                <a:off x="2808354" y="3883378"/>
                <a:ext cx="115018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8354" y="3883378"/>
                <a:ext cx="1150186" cy="307777"/>
              </a:xfrm>
              <a:prstGeom prst="rect">
                <a:avLst/>
              </a:prstGeom>
              <a:blipFill>
                <a:blip r:embed="rId10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/>
              <p:nvPr/>
            </p:nvSpPr>
            <p:spPr>
              <a:xfrm>
                <a:off x="5389532" y="2536005"/>
                <a:ext cx="115018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9532" y="2536005"/>
                <a:ext cx="1150186" cy="307777"/>
              </a:xfrm>
              <a:prstGeom prst="rect">
                <a:avLst/>
              </a:prstGeom>
              <a:blipFill>
                <a:blip r:embed="rId11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/>
              <p:nvPr/>
            </p:nvSpPr>
            <p:spPr>
              <a:xfrm>
                <a:off x="3626920" y="4877288"/>
                <a:ext cx="115018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6920" y="4877288"/>
                <a:ext cx="1150186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3" name="圖片 152">
            <a:extLst>
              <a:ext uri="{FF2B5EF4-FFF2-40B4-BE49-F238E27FC236}">
                <a16:creationId xmlns:a16="http://schemas.microsoft.com/office/drawing/2014/main" id="{E70F1D4D-A58E-4BD6-A8D5-405865F16C15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781" t="8908" r="4868" b="70278"/>
          <a:stretch/>
        </p:blipFill>
        <p:spPr>
          <a:xfrm>
            <a:off x="4589749" y="1478030"/>
            <a:ext cx="281644" cy="89821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6E2C7196-1BBD-4D80-A7AC-4190F3C5767C}"/>
                  </a:ext>
                </a:extLst>
              </p:cNvPr>
              <p:cNvSpPr txBox="1"/>
              <p:nvPr/>
            </p:nvSpPr>
            <p:spPr>
              <a:xfrm>
                <a:off x="4491802" y="2257752"/>
                <a:ext cx="31707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6E2C7196-1BBD-4D80-A7AC-4190F3C576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1802" y="2257752"/>
                <a:ext cx="317078" cy="307777"/>
              </a:xfrm>
              <a:prstGeom prst="rect">
                <a:avLst/>
              </a:prstGeom>
              <a:blipFill>
                <a:blip r:embed="rId14"/>
                <a:stretch>
                  <a:fillRect r="-230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群組 10">
            <a:extLst>
              <a:ext uri="{FF2B5EF4-FFF2-40B4-BE49-F238E27FC236}">
                <a16:creationId xmlns:a16="http://schemas.microsoft.com/office/drawing/2014/main" id="{BE783C45-7EFF-4CAC-88CC-AE391F56F0C1}"/>
              </a:ext>
            </a:extLst>
          </p:cNvPr>
          <p:cNvGrpSpPr/>
          <p:nvPr/>
        </p:nvGrpSpPr>
        <p:grpSpPr>
          <a:xfrm>
            <a:off x="3873337" y="2547380"/>
            <a:ext cx="1606614" cy="1942203"/>
            <a:chOff x="1768312" y="2547380"/>
            <a:chExt cx="1606614" cy="194220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文字方塊 113">
                  <a:extLst>
                    <a:ext uri="{FF2B5EF4-FFF2-40B4-BE49-F238E27FC236}">
                      <a16:creationId xmlns:a16="http://schemas.microsoft.com/office/drawing/2014/main" id="{597F4F6E-837A-4FE6-9C6C-CE22102694D1}"/>
                    </a:ext>
                  </a:extLst>
                </p:cNvPr>
                <p:cNvSpPr txBox="1"/>
                <p:nvPr/>
              </p:nvSpPr>
              <p:spPr>
                <a:xfrm>
                  <a:off x="2160599" y="2547380"/>
                  <a:ext cx="81295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00" i="1" smtClean="0">
                            <a:latin typeface="Cambria Math" panose="02040503050406030204" pitchFamily="18" charset="0"/>
                          </a:rPr>
                          <m:t>|</m:t>
                        </m:r>
                        <m:d>
                          <m:dPr>
                            <m:begChr m:val=""/>
                            <m:endChr m:val="⟩"/>
                            <m:ctrlPr>
                              <a:rPr lang="en-US" altLang="zh-TW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600" i="1">
                                <a:latin typeface="Cambria Math" panose="02040503050406030204" pitchFamily="18" charset="0"/>
                              </a:rPr>
                              <m:t>1, </m:t>
                            </m:r>
                            <m:r>
                              <a:rPr lang="en-US" altLang="zh-TW" sz="16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oMath>
                    </m:oMathPara>
                  </a14:m>
                  <a:endParaRPr lang="zh-TW" altLang="en-US" sz="1600" dirty="0"/>
                </a:p>
              </p:txBody>
            </p:sp>
          </mc:Choice>
          <mc:Fallback xmlns="">
            <p:sp>
              <p:nvSpPr>
                <p:cNvPr id="114" name="文字方塊 113">
                  <a:extLst>
                    <a:ext uri="{FF2B5EF4-FFF2-40B4-BE49-F238E27FC236}">
                      <a16:creationId xmlns:a16="http://schemas.microsoft.com/office/drawing/2014/main" id="{597F4F6E-837A-4FE6-9C6C-CE22102694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60599" y="2547380"/>
                  <a:ext cx="812954" cy="338554"/>
                </a:xfrm>
                <a:prstGeom prst="rect">
                  <a:avLst/>
                </a:prstGeom>
                <a:blipFill>
                  <a:blip r:embed="rId15"/>
                  <a:stretch>
                    <a:fillRect t="-110909" r="-46269" b="-17272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Oval 14">
              <a:extLst>
                <a:ext uri="{FF2B5EF4-FFF2-40B4-BE49-F238E27FC236}">
                  <a16:creationId xmlns:a16="http://schemas.microsoft.com/office/drawing/2014/main" id="{7F5221CE-37EE-40D8-BC56-84C6BB77B026}"/>
                </a:ext>
              </a:extLst>
            </p:cNvPr>
            <p:cNvSpPr/>
            <p:nvPr/>
          </p:nvSpPr>
          <p:spPr>
            <a:xfrm>
              <a:off x="2490566" y="2826349"/>
              <a:ext cx="162450" cy="168277"/>
            </a:xfrm>
            <a:prstGeom prst="ellipse">
              <a:avLst/>
            </a:prstGeom>
            <a:gradFill flip="none" rotWithShape="1">
              <a:gsLst>
                <a:gs pos="0">
                  <a:srgbClr val="D1D1D1"/>
                </a:gs>
                <a:gs pos="23000">
                  <a:schemeClr val="bg1">
                    <a:lumMod val="85000"/>
                  </a:schemeClr>
                </a:gs>
                <a:gs pos="69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/>
            </a:p>
          </p:txBody>
        </p:sp>
        <p:sp>
          <p:nvSpPr>
            <p:cNvPr id="6" name="Oval 4">
              <a:extLst>
                <a:ext uri="{FF2B5EF4-FFF2-40B4-BE49-F238E27FC236}">
                  <a16:creationId xmlns:a16="http://schemas.microsoft.com/office/drawing/2014/main" id="{CDA31535-4AC8-4BAD-BE8E-AFCF3A5C1DFF}"/>
                </a:ext>
              </a:extLst>
            </p:cNvPr>
            <p:cNvSpPr/>
            <p:nvPr/>
          </p:nvSpPr>
          <p:spPr>
            <a:xfrm>
              <a:off x="1851984" y="2910487"/>
              <a:ext cx="1443999" cy="1495797"/>
            </a:xfrm>
            <a:prstGeom prst="ellipse">
              <a:avLst/>
            </a:prstGeom>
            <a:gradFill flip="none" rotWithShape="1">
              <a:gsLst>
                <a:gs pos="100000">
                  <a:schemeClr val="accent3">
                    <a:lumMod val="60000"/>
                    <a:lumOff val="40000"/>
                    <a:alpha val="60000"/>
                  </a:schemeClr>
                </a:gs>
                <a:gs pos="55000">
                  <a:schemeClr val="accent3">
                    <a:lumMod val="40000"/>
                    <a:lumOff val="60000"/>
                    <a:alpha val="60000"/>
                  </a:schemeClr>
                </a:gs>
                <a:gs pos="0">
                  <a:schemeClr val="bg1">
                    <a:alpha val="60000"/>
                  </a:schemeClr>
                </a:gs>
              </a:gsLst>
              <a:path path="circle">
                <a:fillToRect l="100000" b="100000"/>
              </a:path>
              <a:tileRect t="-100000" r="-100000"/>
            </a:gradFill>
            <a:ln w="57150">
              <a:solidFill>
                <a:srgbClr val="D5D7D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7" name="Oval 15">
              <a:extLst>
                <a:ext uri="{FF2B5EF4-FFF2-40B4-BE49-F238E27FC236}">
                  <a16:creationId xmlns:a16="http://schemas.microsoft.com/office/drawing/2014/main" id="{1B9C275D-D4F9-404B-9759-D3137F20859E}"/>
                </a:ext>
              </a:extLst>
            </p:cNvPr>
            <p:cNvSpPr/>
            <p:nvPr/>
          </p:nvSpPr>
          <p:spPr>
            <a:xfrm>
              <a:off x="2490566" y="4321306"/>
              <a:ext cx="162450" cy="168277"/>
            </a:xfrm>
            <a:prstGeom prst="ellipse">
              <a:avLst/>
            </a:prstGeom>
            <a:gradFill flip="none" rotWithShape="1">
              <a:gsLst>
                <a:gs pos="17000">
                  <a:srgbClr val="D1D1D1"/>
                </a:gs>
                <a:gs pos="0">
                  <a:schemeClr val="bg1">
                    <a:lumMod val="85000"/>
                  </a:schemeClr>
                </a:gs>
                <a:gs pos="60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8" name="SHO">
              <a:extLst>
                <a:ext uri="{FF2B5EF4-FFF2-40B4-BE49-F238E27FC236}">
                  <a16:creationId xmlns:a16="http://schemas.microsoft.com/office/drawing/2014/main" id="{A12C8863-94E3-49F7-8C57-91B9A2E1BDE3}"/>
                </a:ext>
              </a:extLst>
            </p:cNvPr>
            <p:cNvSpPr/>
            <p:nvPr/>
          </p:nvSpPr>
          <p:spPr>
            <a:xfrm rot="16200000">
              <a:off x="2260445" y="2936886"/>
              <a:ext cx="622693" cy="1443999"/>
            </a:xfrm>
            <a:prstGeom prst="arc">
              <a:avLst>
                <a:gd name="adj1" fmla="val 5396867"/>
                <a:gd name="adj2" fmla="val 5395779"/>
              </a:avLst>
            </a:prstGeom>
            <a:gradFill flip="none" rotWithShape="1">
              <a:gsLst>
                <a:gs pos="0">
                  <a:schemeClr val="bg1">
                    <a:lumMod val="65000"/>
                  </a:schemeClr>
                </a:gs>
                <a:gs pos="47000">
                  <a:schemeClr val="bg1">
                    <a:lumMod val="50000"/>
                  </a:schemeClr>
                </a:gs>
                <a:gs pos="97000">
                  <a:srgbClr val="5E5E5E"/>
                </a:gs>
              </a:gsLst>
              <a:path path="circle">
                <a:fillToRect l="50000" t="50000" r="50000" b="50000"/>
              </a:path>
              <a:tileRect/>
            </a:gradFill>
            <a:ln w="31750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9" name="SVO">
              <a:extLst>
                <a:ext uri="{FF2B5EF4-FFF2-40B4-BE49-F238E27FC236}">
                  <a16:creationId xmlns:a16="http://schemas.microsoft.com/office/drawing/2014/main" id="{BC0941FF-C00B-42D1-B1F2-D6E6CE090459}"/>
                </a:ext>
              </a:extLst>
            </p:cNvPr>
            <p:cNvSpPr/>
            <p:nvPr/>
          </p:nvSpPr>
          <p:spPr>
            <a:xfrm>
              <a:off x="2209892" y="2910988"/>
              <a:ext cx="722000" cy="1495797"/>
            </a:xfrm>
            <a:prstGeom prst="ellips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10" name="Oval 6">
              <a:extLst>
                <a:ext uri="{FF2B5EF4-FFF2-40B4-BE49-F238E27FC236}">
                  <a16:creationId xmlns:a16="http://schemas.microsoft.com/office/drawing/2014/main" id="{3B7219CA-A385-4095-B7EA-6C247B36BEF6}"/>
                </a:ext>
              </a:extLst>
            </p:cNvPr>
            <p:cNvSpPr/>
            <p:nvPr/>
          </p:nvSpPr>
          <p:spPr>
            <a:xfrm rot="16200000">
              <a:off x="2260445" y="2936886"/>
              <a:ext cx="622693" cy="1443999"/>
            </a:xfrm>
            <a:prstGeom prst="ellipse">
              <a:avLst/>
            </a:prstGeom>
            <a:noFill/>
            <a:ln w="38100">
              <a:solidFill>
                <a:schemeClr val="tx1">
                  <a:alpha val="6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1">
                  <a:extLst>
                    <a:ext uri="{FF2B5EF4-FFF2-40B4-BE49-F238E27FC236}">
                      <a16:creationId xmlns:a16="http://schemas.microsoft.com/office/drawing/2014/main" id="{B7A5A3D7-6CE8-4726-9BEB-8C30B332BFDE}"/>
                    </a:ext>
                  </a:extLst>
                </p:cNvPr>
                <p:cNvSpPr txBox="1"/>
                <p:nvPr/>
              </p:nvSpPr>
              <p:spPr>
                <a:xfrm>
                  <a:off x="2022094" y="3480535"/>
                  <a:ext cx="176928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3" name="TextBox 11">
                  <a:extLst>
                    <a:ext uri="{FF2B5EF4-FFF2-40B4-BE49-F238E27FC236}">
                      <a16:creationId xmlns:a16="http://schemas.microsoft.com/office/drawing/2014/main" id="{B7A5A3D7-6CE8-4726-9BEB-8C30B332BF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22094" y="3480535"/>
                  <a:ext cx="176928" cy="338554"/>
                </a:xfrm>
                <a:prstGeom prst="rect">
                  <a:avLst/>
                </a:prstGeom>
                <a:blipFill>
                  <a:blip r:embed="rId17"/>
                  <a:stretch>
                    <a:fillRect r="-4137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" name="Oval 22">
              <a:extLst>
                <a:ext uri="{FF2B5EF4-FFF2-40B4-BE49-F238E27FC236}">
                  <a16:creationId xmlns:a16="http://schemas.microsoft.com/office/drawing/2014/main" id="{DC8DEB48-159A-432A-A563-D1E2F53D788D}"/>
                </a:ext>
              </a:extLst>
            </p:cNvPr>
            <p:cNvSpPr/>
            <p:nvPr/>
          </p:nvSpPr>
          <p:spPr>
            <a:xfrm>
              <a:off x="2489620" y="4321306"/>
              <a:ext cx="162450" cy="168277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2">
                  <a:extLst>
                    <a:ext uri="{FF2B5EF4-FFF2-40B4-BE49-F238E27FC236}">
                      <a16:creationId xmlns:a16="http://schemas.microsoft.com/office/drawing/2014/main" id="{C30F96C9-2DED-45AF-B673-D98C394280FB}"/>
                    </a:ext>
                  </a:extLst>
                </p:cNvPr>
                <p:cNvSpPr txBox="1"/>
                <p:nvPr/>
              </p:nvSpPr>
              <p:spPr>
                <a:xfrm>
                  <a:off x="2677017" y="3575932"/>
                  <a:ext cx="176928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5" name="TextBox 12">
                  <a:extLst>
                    <a:ext uri="{FF2B5EF4-FFF2-40B4-BE49-F238E27FC236}">
                      <a16:creationId xmlns:a16="http://schemas.microsoft.com/office/drawing/2014/main" id="{C30F96C9-2DED-45AF-B673-D98C394280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77017" y="3575932"/>
                  <a:ext cx="176928" cy="338554"/>
                </a:xfrm>
                <a:prstGeom prst="rect">
                  <a:avLst/>
                </a:prstGeom>
                <a:blipFill>
                  <a:blip r:embed="rId18"/>
                  <a:stretch>
                    <a:fillRect r="-51724" b="-363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3">
                  <a:extLst>
                    <a:ext uri="{FF2B5EF4-FFF2-40B4-BE49-F238E27FC236}">
                      <a16:creationId xmlns:a16="http://schemas.microsoft.com/office/drawing/2014/main" id="{34AEE752-FCEC-49A9-B464-EE05AB88A4CD}"/>
                    </a:ext>
                  </a:extLst>
                </p:cNvPr>
                <p:cNvSpPr txBox="1"/>
                <p:nvPr/>
              </p:nvSpPr>
              <p:spPr>
                <a:xfrm>
                  <a:off x="2432892" y="2946190"/>
                  <a:ext cx="256967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6" name="TextBox 13">
                  <a:extLst>
                    <a:ext uri="{FF2B5EF4-FFF2-40B4-BE49-F238E27FC236}">
                      <a16:creationId xmlns:a16="http://schemas.microsoft.com/office/drawing/2014/main" id="{34AEE752-FCEC-49A9-B464-EE05AB88A4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32892" y="2946190"/>
                  <a:ext cx="256967" cy="338554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DVO">
              <a:extLst>
                <a:ext uri="{FF2B5EF4-FFF2-40B4-BE49-F238E27FC236}">
                  <a16:creationId xmlns:a16="http://schemas.microsoft.com/office/drawing/2014/main" id="{602C53B1-114A-48C0-9D73-85F68ECA2FBE}"/>
                </a:ext>
              </a:extLst>
            </p:cNvPr>
            <p:cNvSpPr/>
            <p:nvPr/>
          </p:nvSpPr>
          <p:spPr>
            <a:xfrm flipH="1">
              <a:off x="2209892" y="2910988"/>
              <a:ext cx="722000" cy="1495797"/>
            </a:xfrm>
            <a:prstGeom prst="arc">
              <a:avLst>
                <a:gd name="adj1" fmla="val 5396867"/>
                <a:gd name="adj2" fmla="val 16170484"/>
              </a:avLst>
            </a:prstGeom>
            <a:ln w="254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1" name="Oval 23">
              <a:extLst>
                <a:ext uri="{FF2B5EF4-FFF2-40B4-BE49-F238E27FC236}">
                  <a16:creationId xmlns:a16="http://schemas.microsoft.com/office/drawing/2014/main" id="{2F8E52B4-3879-4A53-853D-37DC6B8692F9}"/>
                </a:ext>
              </a:extLst>
            </p:cNvPr>
            <p:cNvSpPr/>
            <p:nvPr/>
          </p:nvSpPr>
          <p:spPr>
            <a:xfrm>
              <a:off x="3212476" y="3574748"/>
              <a:ext cx="162450" cy="168277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cxnSp>
          <p:nvCxnSpPr>
            <p:cNvPr id="23" name="Straight Arrow Connector 7">
              <a:extLst>
                <a:ext uri="{FF2B5EF4-FFF2-40B4-BE49-F238E27FC236}">
                  <a16:creationId xmlns:a16="http://schemas.microsoft.com/office/drawing/2014/main" id="{36EC1456-E151-43D6-83EA-97600C49E1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67860" y="3210805"/>
              <a:ext cx="1697" cy="44589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19">
              <a:extLst>
                <a:ext uri="{FF2B5EF4-FFF2-40B4-BE49-F238E27FC236}">
                  <a16:creationId xmlns:a16="http://schemas.microsoft.com/office/drawing/2014/main" id="{2B4DD044-2A67-4570-938D-6F05AB6D2E0C}"/>
                </a:ext>
              </a:extLst>
            </p:cNvPr>
            <p:cNvCxnSpPr>
              <a:cxnSpLocks/>
            </p:cNvCxnSpPr>
            <p:nvPr/>
          </p:nvCxnSpPr>
          <p:spPr>
            <a:xfrm>
              <a:off x="2570845" y="3654510"/>
              <a:ext cx="195802" cy="15676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18">
              <a:extLst>
                <a:ext uri="{FF2B5EF4-FFF2-40B4-BE49-F238E27FC236}">
                  <a16:creationId xmlns:a16="http://schemas.microsoft.com/office/drawing/2014/main" id="{19BA3216-8E1C-4DF5-A108-33E08250036A}"/>
                </a:ext>
              </a:extLst>
            </p:cNvPr>
            <p:cNvCxnSpPr>
              <a:cxnSpLocks/>
            </p:cNvCxnSpPr>
            <p:nvPr/>
          </p:nvCxnSpPr>
          <p:spPr>
            <a:xfrm rot="16200000" flipH="1" flipV="1">
              <a:off x="2399523" y="3483035"/>
              <a:ext cx="0" cy="34295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Oval 20">
              <a:extLst>
                <a:ext uri="{FF2B5EF4-FFF2-40B4-BE49-F238E27FC236}">
                  <a16:creationId xmlns:a16="http://schemas.microsoft.com/office/drawing/2014/main" id="{C08F1200-1646-4E05-8061-9C6620047C71}"/>
                </a:ext>
              </a:extLst>
            </p:cNvPr>
            <p:cNvSpPr/>
            <p:nvPr/>
          </p:nvSpPr>
          <p:spPr>
            <a:xfrm>
              <a:off x="1768312" y="3574748"/>
              <a:ext cx="162450" cy="168277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29" name="Oval 22">
              <a:extLst>
                <a:ext uri="{FF2B5EF4-FFF2-40B4-BE49-F238E27FC236}">
                  <a16:creationId xmlns:a16="http://schemas.microsoft.com/office/drawing/2014/main" id="{FA290670-5ADB-4445-9B33-122BE606D9A1}"/>
                </a:ext>
              </a:extLst>
            </p:cNvPr>
            <p:cNvSpPr/>
            <p:nvPr/>
          </p:nvSpPr>
          <p:spPr>
            <a:xfrm>
              <a:off x="2490802" y="2818475"/>
              <a:ext cx="162450" cy="168277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/>
            </a:p>
          </p:txBody>
        </p:sp>
        <p:sp>
          <p:nvSpPr>
            <p:cNvPr id="240" name="Partial Circle 9">
              <a:extLst>
                <a:ext uri="{FF2B5EF4-FFF2-40B4-BE49-F238E27FC236}">
                  <a16:creationId xmlns:a16="http://schemas.microsoft.com/office/drawing/2014/main" id="{44538DF5-DE96-4104-B849-41515C1FF374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2505459" y="3560358"/>
              <a:ext cx="102408" cy="197724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1" name="TextBox 10">
                  <a:extLst>
                    <a:ext uri="{FF2B5EF4-FFF2-40B4-BE49-F238E27FC236}">
                      <a16:creationId xmlns:a16="http://schemas.microsoft.com/office/drawing/2014/main" id="{84F7F63B-75CC-4115-B39D-DAAE72357C14}"/>
                    </a:ext>
                  </a:extLst>
                </p:cNvPr>
                <p:cNvSpPr txBox="1"/>
                <p:nvPr/>
              </p:nvSpPr>
              <p:spPr>
                <a:xfrm>
                  <a:off x="2141443" y="3595408"/>
                  <a:ext cx="31523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241" name="TextBox 10">
                  <a:extLst>
                    <a:ext uri="{FF2B5EF4-FFF2-40B4-BE49-F238E27FC236}">
                      <a16:creationId xmlns:a16="http://schemas.microsoft.com/office/drawing/2014/main" id="{84F7F63B-75CC-4115-B39D-DAAE72357C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41443" y="3595408"/>
                  <a:ext cx="315234" cy="338554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42" name="Straight Arrow Connector 17">
              <a:extLst>
                <a:ext uri="{FF2B5EF4-FFF2-40B4-BE49-F238E27FC236}">
                  <a16:creationId xmlns:a16="http://schemas.microsoft.com/office/drawing/2014/main" id="{9118E4FA-F32D-4FFA-A291-5D7406EE0F0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48711" y="3660429"/>
              <a:ext cx="221585" cy="286539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243" name="Partial Circle 9">
              <a:extLst>
                <a:ext uri="{FF2B5EF4-FFF2-40B4-BE49-F238E27FC236}">
                  <a16:creationId xmlns:a16="http://schemas.microsoft.com/office/drawing/2014/main" id="{E3086480-D87C-44BE-A5FD-FCCCBCB51C1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492736" y="3523137"/>
              <a:ext cx="149214" cy="301366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4" name="TextBox 10">
                  <a:extLst>
                    <a:ext uri="{FF2B5EF4-FFF2-40B4-BE49-F238E27FC236}">
                      <a16:creationId xmlns:a16="http://schemas.microsoft.com/office/drawing/2014/main" id="{88C10C99-5EFB-4159-8781-24325DAB3E66}"/>
                    </a:ext>
                  </a:extLst>
                </p:cNvPr>
                <p:cNvSpPr txBox="1"/>
                <p:nvPr/>
              </p:nvSpPr>
              <p:spPr>
                <a:xfrm>
                  <a:off x="2532514" y="3274990"/>
                  <a:ext cx="297046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244" name="TextBox 10">
                  <a:extLst>
                    <a:ext uri="{FF2B5EF4-FFF2-40B4-BE49-F238E27FC236}">
                      <a16:creationId xmlns:a16="http://schemas.microsoft.com/office/drawing/2014/main" id="{88C10C99-5EFB-4159-8781-24325DAB3E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32514" y="3274990"/>
                  <a:ext cx="297046" cy="338554"/>
                </a:xfrm>
                <a:prstGeom prst="rect">
                  <a:avLst/>
                </a:prstGeom>
                <a:blipFill>
                  <a:blip r:embed="rId21"/>
                  <a:stretch>
                    <a:fillRect r="-4082" b="-892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45" name="Straight Arrow Connector 17">
              <a:extLst>
                <a:ext uri="{FF2B5EF4-FFF2-40B4-BE49-F238E27FC236}">
                  <a16:creationId xmlns:a16="http://schemas.microsoft.com/office/drawing/2014/main" id="{4E3FCC2D-106E-4711-AEA1-A315AFE9C03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62208" y="3214704"/>
              <a:ext cx="571923" cy="44964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156" name="Oval 23">
              <a:extLst>
                <a:ext uri="{FF2B5EF4-FFF2-40B4-BE49-F238E27FC236}">
                  <a16:creationId xmlns:a16="http://schemas.microsoft.com/office/drawing/2014/main" id="{BD6C54FF-0932-46E0-AAF1-1EE5D8BEBA20}"/>
                </a:ext>
              </a:extLst>
            </p:cNvPr>
            <p:cNvSpPr/>
            <p:nvPr/>
          </p:nvSpPr>
          <p:spPr>
            <a:xfrm>
              <a:off x="2831476" y="3850973"/>
              <a:ext cx="162450" cy="168277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157" name="Oval 23">
              <a:extLst>
                <a:ext uri="{FF2B5EF4-FFF2-40B4-BE49-F238E27FC236}">
                  <a16:creationId xmlns:a16="http://schemas.microsoft.com/office/drawing/2014/main" id="{21C2D51D-46D6-42F1-ACC3-976D84AA89E7}"/>
                </a:ext>
              </a:extLst>
            </p:cNvPr>
            <p:cNvSpPr/>
            <p:nvPr/>
          </p:nvSpPr>
          <p:spPr>
            <a:xfrm>
              <a:off x="2145676" y="3317573"/>
              <a:ext cx="162450" cy="168277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1" name="矩形 160">
                <a:extLst>
                  <a:ext uri="{FF2B5EF4-FFF2-40B4-BE49-F238E27FC236}">
                    <a16:creationId xmlns:a16="http://schemas.microsoft.com/office/drawing/2014/main" id="{750A7010-FFDC-44B9-8B58-B0B38D8B6E31}"/>
                  </a:ext>
                </a:extLst>
              </p:cNvPr>
              <p:cNvSpPr/>
              <p:nvPr/>
            </p:nvSpPr>
            <p:spPr>
              <a:xfrm>
                <a:off x="-1804540" y="2600555"/>
                <a:ext cx="1356462" cy="369332"/>
              </a:xfrm>
              <a:prstGeom prst="rect">
                <a:avLst/>
              </a:prstGeom>
              <a:solidFill>
                <a:srgbClr val="EFEFEF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0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1, −1, −1, 1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61" name="矩形 160">
                <a:extLst>
                  <a:ext uri="{FF2B5EF4-FFF2-40B4-BE49-F238E27FC236}">
                    <a16:creationId xmlns:a16="http://schemas.microsoft.com/office/drawing/2014/main" id="{750A7010-FFDC-44B9-8B58-B0B38D8B6E3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804540" y="2600555"/>
                <a:ext cx="1356462" cy="369332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07B2F8C0-5305-4898-871A-E9981615C101}"/>
              </a:ext>
            </a:extLst>
          </p:cNvPr>
          <p:cNvGrpSpPr/>
          <p:nvPr/>
        </p:nvGrpSpPr>
        <p:grpSpPr>
          <a:xfrm>
            <a:off x="6419809" y="3997534"/>
            <a:ext cx="762458" cy="762458"/>
            <a:chOff x="389151" y="2161357"/>
            <a:chExt cx="1150186" cy="1150186"/>
          </a:xfrm>
        </p:grpSpPr>
        <p:sp>
          <p:nvSpPr>
            <p:cNvPr id="119" name="矩形: 圓角 118">
              <a:extLst>
                <a:ext uri="{FF2B5EF4-FFF2-40B4-BE49-F238E27FC236}">
                  <a16:creationId xmlns:a16="http://schemas.microsoft.com/office/drawing/2014/main" id="{DF3A80B7-F728-4945-A812-5BEB9B06BB5D}"/>
                </a:ext>
              </a:extLst>
            </p:cNvPr>
            <p:cNvSpPr/>
            <p:nvPr/>
          </p:nvSpPr>
          <p:spPr>
            <a:xfrm>
              <a:off x="389151" y="2161357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20" name="箭號: 左-右雙向 119">
              <a:extLst>
                <a:ext uri="{FF2B5EF4-FFF2-40B4-BE49-F238E27FC236}">
                  <a16:creationId xmlns:a16="http://schemas.microsoft.com/office/drawing/2014/main" id="{4B92AD8A-5F0F-4DD8-9195-0675AA9DB28D}"/>
                </a:ext>
              </a:extLst>
            </p:cNvPr>
            <p:cNvSpPr/>
            <p:nvPr/>
          </p:nvSpPr>
          <p:spPr>
            <a:xfrm rot="18900000">
              <a:off x="494862" y="2676534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21" name="箭號: 左-右雙向 120">
              <a:extLst>
                <a:ext uri="{FF2B5EF4-FFF2-40B4-BE49-F238E27FC236}">
                  <a16:creationId xmlns:a16="http://schemas.microsoft.com/office/drawing/2014/main" id="{706738C3-BF31-46AF-AA46-79F93D2D061F}"/>
                </a:ext>
              </a:extLst>
            </p:cNvPr>
            <p:cNvSpPr/>
            <p:nvPr/>
          </p:nvSpPr>
          <p:spPr>
            <a:xfrm rot="18900000">
              <a:off x="1212991" y="2676534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22" name="箭號: 左-右雙向 121">
              <a:extLst>
                <a:ext uri="{FF2B5EF4-FFF2-40B4-BE49-F238E27FC236}">
                  <a16:creationId xmlns:a16="http://schemas.microsoft.com/office/drawing/2014/main" id="{279FBFE2-7482-4A6A-B4EF-0668AAAB78D4}"/>
                </a:ext>
              </a:extLst>
            </p:cNvPr>
            <p:cNvSpPr/>
            <p:nvPr/>
          </p:nvSpPr>
          <p:spPr>
            <a:xfrm>
              <a:off x="601032" y="242219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23" name="箭號: 左-右雙向 122">
              <a:extLst>
                <a:ext uri="{FF2B5EF4-FFF2-40B4-BE49-F238E27FC236}">
                  <a16:creationId xmlns:a16="http://schemas.microsoft.com/office/drawing/2014/main" id="{E41E7590-BAB9-4506-84C8-9186DA81E131}"/>
                </a:ext>
              </a:extLst>
            </p:cNvPr>
            <p:cNvSpPr/>
            <p:nvPr/>
          </p:nvSpPr>
          <p:spPr>
            <a:xfrm>
              <a:off x="1098572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24" name="箭號: 左-右雙向 123">
              <a:extLst>
                <a:ext uri="{FF2B5EF4-FFF2-40B4-BE49-F238E27FC236}">
                  <a16:creationId xmlns:a16="http://schemas.microsoft.com/office/drawing/2014/main" id="{E3324B6E-D926-4FCC-8B42-DE3929461B0D}"/>
                </a:ext>
              </a:extLst>
            </p:cNvPr>
            <p:cNvSpPr/>
            <p:nvPr/>
          </p:nvSpPr>
          <p:spPr>
            <a:xfrm rot="5400000">
              <a:off x="601034" y="2940324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25" name="箭號: 左-右雙向 124">
              <a:extLst>
                <a:ext uri="{FF2B5EF4-FFF2-40B4-BE49-F238E27FC236}">
                  <a16:creationId xmlns:a16="http://schemas.microsoft.com/office/drawing/2014/main" id="{49F5CF9B-7EA5-4858-ABB6-0C7F6DEFE0D7}"/>
                </a:ext>
              </a:extLst>
            </p:cNvPr>
            <p:cNvSpPr/>
            <p:nvPr/>
          </p:nvSpPr>
          <p:spPr>
            <a:xfrm rot="5400000">
              <a:off x="1098570" y="2422199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26" name="箭號: 左-右雙向 125">
              <a:extLst>
                <a:ext uri="{FF2B5EF4-FFF2-40B4-BE49-F238E27FC236}">
                  <a16:creationId xmlns:a16="http://schemas.microsoft.com/office/drawing/2014/main" id="{2AC2EEB0-F961-43A7-91F7-A24CA6322267}"/>
                </a:ext>
              </a:extLst>
            </p:cNvPr>
            <p:cNvSpPr/>
            <p:nvPr/>
          </p:nvSpPr>
          <p:spPr>
            <a:xfrm rot="2700000">
              <a:off x="844159" y="3043671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30" name="箭號: 左-右雙向 129">
              <a:extLst>
                <a:ext uri="{FF2B5EF4-FFF2-40B4-BE49-F238E27FC236}">
                  <a16:creationId xmlns:a16="http://schemas.microsoft.com/office/drawing/2014/main" id="{66961A47-07AF-4706-80CF-76ABBDA8693C}"/>
                </a:ext>
              </a:extLst>
            </p:cNvPr>
            <p:cNvSpPr/>
            <p:nvPr/>
          </p:nvSpPr>
          <p:spPr>
            <a:xfrm rot="2700000">
              <a:off x="844159" y="2311929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pic>
        <p:nvPicPr>
          <p:cNvPr id="12" name="圖片 11">
            <a:extLst>
              <a:ext uri="{FF2B5EF4-FFF2-40B4-BE49-F238E27FC236}">
                <a16:creationId xmlns:a16="http://schemas.microsoft.com/office/drawing/2014/main" id="{8A77A7AA-C863-435E-93DA-A677E85256E5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5521091" y="3923432"/>
            <a:ext cx="861387" cy="86383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文字方塊 133">
                <a:extLst>
                  <a:ext uri="{FF2B5EF4-FFF2-40B4-BE49-F238E27FC236}">
                    <a16:creationId xmlns:a16="http://schemas.microsoft.com/office/drawing/2014/main" id="{B7CFAB37-E98B-4BFF-A8D8-CA5A27A2490F}"/>
                  </a:ext>
                </a:extLst>
              </p:cNvPr>
              <p:cNvSpPr txBox="1"/>
              <p:nvPr/>
            </p:nvSpPr>
            <p:spPr>
              <a:xfrm>
                <a:off x="5356195" y="3898080"/>
                <a:ext cx="115018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/2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134" name="文字方塊 133">
                <a:extLst>
                  <a:ext uri="{FF2B5EF4-FFF2-40B4-BE49-F238E27FC236}">
                    <a16:creationId xmlns:a16="http://schemas.microsoft.com/office/drawing/2014/main" id="{B7CFAB37-E98B-4BFF-A8D8-CA5A27A249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6195" y="3898080"/>
                <a:ext cx="1150186" cy="307777"/>
              </a:xfrm>
              <a:prstGeom prst="rect">
                <a:avLst/>
              </a:prstGeom>
              <a:blipFill>
                <a:blip r:embed="rId24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5" name="群組 134">
            <a:extLst>
              <a:ext uri="{FF2B5EF4-FFF2-40B4-BE49-F238E27FC236}">
                <a16:creationId xmlns:a16="http://schemas.microsoft.com/office/drawing/2014/main" id="{9598AA79-722B-413F-93C1-4BE4A44EF944}"/>
              </a:ext>
            </a:extLst>
          </p:cNvPr>
          <p:cNvGrpSpPr/>
          <p:nvPr/>
        </p:nvGrpSpPr>
        <p:grpSpPr>
          <a:xfrm>
            <a:off x="2133415" y="2600126"/>
            <a:ext cx="762458" cy="762458"/>
            <a:chOff x="389151" y="2161357"/>
            <a:chExt cx="1150186" cy="1150186"/>
          </a:xfrm>
        </p:grpSpPr>
        <p:sp>
          <p:nvSpPr>
            <p:cNvPr id="136" name="矩形: 圓角 135">
              <a:extLst>
                <a:ext uri="{FF2B5EF4-FFF2-40B4-BE49-F238E27FC236}">
                  <a16:creationId xmlns:a16="http://schemas.microsoft.com/office/drawing/2014/main" id="{4FDD501F-8024-4335-B21B-7744633B4398}"/>
                </a:ext>
              </a:extLst>
            </p:cNvPr>
            <p:cNvSpPr/>
            <p:nvPr/>
          </p:nvSpPr>
          <p:spPr>
            <a:xfrm>
              <a:off x="389151" y="2161357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37" name="箭號: 左-右雙向 136">
              <a:extLst>
                <a:ext uri="{FF2B5EF4-FFF2-40B4-BE49-F238E27FC236}">
                  <a16:creationId xmlns:a16="http://schemas.microsoft.com/office/drawing/2014/main" id="{6E188C5A-5749-4D7C-8302-71A6E3DA6B68}"/>
                </a:ext>
              </a:extLst>
            </p:cNvPr>
            <p:cNvSpPr/>
            <p:nvPr/>
          </p:nvSpPr>
          <p:spPr>
            <a:xfrm rot="2700000">
              <a:off x="494862" y="2676534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38" name="箭號: 左-右雙向 137">
              <a:extLst>
                <a:ext uri="{FF2B5EF4-FFF2-40B4-BE49-F238E27FC236}">
                  <a16:creationId xmlns:a16="http://schemas.microsoft.com/office/drawing/2014/main" id="{42116BAA-3D04-46B9-B272-F52023155ABE}"/>
                </a:ext>
              </a:extLst>
            </p:cNvPr>
            <p:cNvSpPr/>
            <p:nvPr/>
          </p:nvSpPr>
          <p:spPr>
            <a:xfrm rot="2700000">
              <a:off x="1212991" y="2676534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39" name="箭號: 左-右雙向 138">
              <a:extLst>
                <a:ext uri="{FF2B5EF4-FFF2-40B4-BE49-F238E27FC236}">
                  <a16:creationId xmlns:a16="http://schemas.microsoft.com/office/drawing/2014/main" id="{0857E5BF-11F7-41F6-918F-78D3FF353FC8}"/>
                </a:ext>
              </a:extLst>
            </p:cNvPr>
            <p:cNvSpPr/>
            <p:nvPr/>
          </p:nvSpPr>
          <p:spPr>
            <a:xfrm rot="5400000">
              <a:off x="601032" y="2422199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40" name="箭號: 左-右雙向 139">
              <a:extLst>
                <a:ext uri="{FF2B5EF4-FFF2-40B4-BE49-F238E27FC236}">
                  <a16:creationId xmlns:a16="http://schemas.microsoft.com/office/drawing/2014/main" id="{5054F892-90FF-4E96-A7B3-26DF4EB760F1}"/>
                </a:ext>
              </a:extLst>
            </p:cNvPr>
            <p:cNvSpPr/>
            <p:nvPr/>
          </p:nvSpPr>
          <p:spPr>
            <a:xfrm rot="5400000">
              <a:off x="1098572" y="2940324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41" name="箭號: 左-右雙向 140">
              <a:extLst>
                <a:ext uri="{FF2B5EF4-FFF2-40B4-BE49-F238E27FC236}">
                  <a16:creationId xmlns:a16="http://schemas.microsoft.com/office/drawing/2014/main" id="{48D6F68F-107F-4C1D-AAA9-3218CBE8D522}"/>
                </a:ext>
              </a:extLst>
            </p:cNvPr>
            <p:cNvSpPr/>
            <p:nvPr/>
          </p:nvSpPr>
          <p:spPr>
            <a:xfrm>
              <a:off x="601034" y="2940324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42" name="箭號: 左-右雙向 141">
              <a:extLst>
                <a:ext uri="{FF2B5EF4-FFF2-40B4-BE49-F238E27FC236}">
                  <a16:creationId xmlns:a16="http://schemas.microsoft.com/office/drawing/2014/main" id="{87AD9543-1723-4B03-BF8A-24E8DF865F6F}"/>
                </a:ext>
              </a:extLst>
            </p:cNvPr>
            <p:cNvSpPr/>
            <p:nvPr/>
          </p:nvSpPr>
          <p:spPr>
            <a:xfrm>
              <a:off x="1098570" y="2422199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43" name="箭號: 左-右雙向 142">
              <a:extLst>
                <a:ext uri="{FF2B5EF4-FFF2-40B4-BE49-F238E27FC236}">
                  <a16:creationId xmlns:a16="http://schemas.microsoft.com/office/drawing/2014/main" id="{9A9C4CF8-1639-485A-BCC5-57BA82F88E8C}"/>
                </a:ext>
              </a:extLst>
            </p:cNvPr>
            <p:cNvSpPr/>
            <p:nvPr/>
          </p:nvSpPr>
          <p:spPr>
            <a:xfrm rot="18900000">
              <a:off x="844159" y="3043671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44" name="箭號: 左-右雙向 143">
              <a:extLst>
                <a:ext uri="{FF2B5EF4-FFF2-40B4-BE49-F238E27FC236}">
                  <a16:creationId xmlns:a16="http://schemas.microsoft.com/office/drawing/2014/main" id="{FC90CD13-E835-436D-B743-384E628CB654}"/>
                </a:ext>
              </a:extLst>
            </p:cNvPr>
            <p:cNvSpPr/>
            <p:nvPr/>
          </p:nvSpPr>
          <p:spPr>
            <a:xfrm rot="18900000">
              <a:off x="844159" y="2311929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pic>
        <p:nvPicPr>
          <p:cNvPr id="19" name="圖片 18">
            <a:extLst>
              <a:ext uri="{FF2B5EF4-FFF2-40B4-BE49-F238E27FC236}">
                <a16:creationId xmlns:a16="http://schemas.microsoft.com/office/drawing/2014/main" id="{EA2F7A03-DFBC-4084-A820-E4F8EA562A2B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2951524" y="2521947"/>
            <a:ext cx="867600" cy="86971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文字方塊 144">
                <a:extLst>
                  <a:ext uri="{FF2B5EF4-FFF2-40B4-BE49-F238E27FC236}">
                    <a16:creationId xmlns:a16="http://schemas.microsoft.com/office/drawing/2014/main" id="{5A878C86-D4DF-45C0-8C9D-1A1E9CBF2015}"/>
                  </a:ext>
                </a:extLst>
              </p:cNvPr>
              <p:cNvSpPr txBox="1"/>
              <p:nvPr/>
            </p:nvSpPr>
            <p:spPr>
              <a:xfrm>
                <a:off x="2808354" y="2524702"/>
                <a:ext cx="115018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145" name="文字方塊 144">
                <a:extLst>
                  <a:ext uri="{FF2B5EF4-FFF2-40B4-BE49-F238E27FC236}">
                    <a16:creationId xmlns:a16="http://schemas.microsoft.com/office/drawing/2014/main" id="{5A878C86-D4DF-45C0-8C9D-1A1E9CBF20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8354" y="2524702"/>
                <a:ext cx="1150186" cy="307777"/>
              </a:xfrm>
              <a:prstGeom prst="rect">
                <a:avLst/>
              </a:prstGeom>
              <a:blipFill>
                <a:blip r:embed="rId26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6" name="直線接點 145">
            <a:extLst>
              <a:ext uri="{FF2B5EF4-FFF2-40B4-BE49-F238E27FC236}">
                <a16:creationId xmlns:a16="http://schemas.microsoft.com/office/drawing/2014/main" id="{F57829FF-CD68-4562-AB59-154F24F908FA}"/>
              </a:ext>
            </a:extLst>
          </p:cNvPr>
          <p:cNvCxnSpPr>
            <a:cxnSpLocks/>
          </p:cNvCxnSpPr>
          <p:nvPr/>
        </p:nvCxnSpPr>
        <p:spPr>
          <a:xfrm flipV="1">
            <a:off x="3806825" y="3378012"/>
            <a:ext cx="453250" cy="188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7" name="直線接點 146">
            <a:extLst>
              <a:ext uri="{FF2B5EF4-FFF2-40B4-BE49-F238E27FC236}">
                <a16:creationId xmlns:a16="http://schemas.microsoft.com/office/drawing/2014/main" id="{8EA3D37D-BFAA-448D-8EDF-6DD3156581A5}"/>
              </a:ext>
            </a:extLst>
          </p:cNvPr>
          <p:cNvCxnSpPr>
            <a:cxnSpLocks/>
          </p:cNvCxnSpPr>
          <p:nvPr/>
        </p:nvCxnSpPr>
        <p:spPr>
          <a:xfrm>
            <a:off x="5110480" y="3938588"/>
            <a:ext cx="418783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9" name="直線接點 148">
            <a:extLst>
              <a:ext uri="{FF2B5EF4-FFF2-40B4-BE49-F238E27FC236}">
                <a16:creationId xmlns:a16="http://schemas.microsoft.com/office/drawing/2014/main" id="{85901407-932B-4660-A0CE-FBFB95C7B064}"/>
              </a:ext>
            </a:extLst>
          </p:cNvPr>
          <p:cNvCxnSpPr>
            <a:cxnSpLocks/>
          </p:cNvCxnSpPr>
          <p:nvPr/>
        </p:nvCxnSpPr>
        <p:spPr>
          <a:xfrm flipV="1">
            <a:off x="5453063" y="3448051"/>
            <a:ext cx="80962" cy="128587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0" name="直線接點 149">
            <a:extLst>
              <a:ext uri="{FF2B5EF4-FFF2-40B4-BE49-F238E27FC236}">
                <a16:creationId xmlns:a16="http://schemas.microsoft.com/office/drawing/2014/main" id="{DBE34094-4181-4370-ADC4-4716A25B3D7C}"/>
              </a:ext>
            </a:extLst>
          </p:cNvPr>
          <p:cNvCxnSpPr>
            <a:cxnSpLocks/>
            <a:endCxn id="28" idx="3"/>
          </p:cNvCxnSpPr>
          <p:nvPr/>
        </p:nvCxnSpPr>
        <p:spPr>
          <a:xfrm flipV="1">
            <a:off x="3791863" y="3718381"/>
            <a:ext cx="105264" cy="191632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68" name="矩形 167">
            <a:extLst>
              <a:ext uri="{FF2B5EF4-FFF2-40B4-BE49-F238E27FC236}">
                <a16:creationId xmlns:a16="http://schemas.microsoft.com/office/drawing/2014/main" id="{8FFEB04E-8721-4A1E-B20C-8834C90333E1}"/>
              </a:ext>
            </a:extLst>
          </p:cNvPr>
          <p:cNvSpPr/>
          <p:nvPr/>
        </p:nvSpPr>
        <p:spPr>
          <a:xfrm>
            <a:off x="-1484778" y="3340712"/>
            <a:ext cx="264575" cy="279646"/>
          </a:xfrm>
          <a:prstGeom prst="rect">
            <a:avLst/>
          </a:prstGeom>
          <a:solidFill>
            <a:srgbClr val="EFEFEF"/>
          </a:solidFill>
        </p:spPr>
        <p:txBody>
          <a:bodyPr wrap="square">
            <a:spAutoFit/>
          </a:bodyPr>
          <a:lstStyle/>
          <a:p>
            <a:endParaRPr lang="zh-TW" altLang="en-US" dirty="0"/>
          </a:p>
        </p:txBody>
      </p:sp>
      <p:grpSp>
        <p:nvGrpSpPr>
          <p:cNvPr id="103" name="群組 102">
            <a:extLst>
              <a:ext uri="{FF2B5EF4-FFF2-40B4-BE49-F238E27FC236}">
                <a16:creationId xmlns:a16="http://schemas.microsoft.com/office/drawing/2014/main" id="{BEA6291E-CB06-47EF-8A44-C59D9E98795D}"/>
              </a:ext>
            </a:extLst>
          </p:cNvPr>
          <p:cNvGrpSpPr/>
          <p:nvPr/>
        </p:nvGrpSpPr>
        <p:grpSpPr>
          <a:xfrm>
            <a:off x="4728332" y="680913"/>
            <a:ext cx="2017596" cy="545190"/>
            <a:chOff x="3772322" y="601578"/>
            <a:chExt cx="2017596" cy="545190"/>
          </a:xfrm>
        </p:grpSpPr>
        <p:grpSp>
          <p:nvGrpSpPr>
            <p:cNvPr id="18" name="群組 17">
              <a:extLst>
                <a:ext uri="{FF2B5EF4-FFF2-40B4-BE49-F238E27FC236}">
                  <a16:creationId xmlns:a16="http://schemas.microsoft.com/office/drawing/2014/main" id="{CC386EDD-3662-4A57-BD41-5CC72CFF2145}"/>
                </a:ext>
              </a:extLst>
            </p:cNvPr>
            <p:cNvGrpSpPr/>
            <p:nvPr/>
          </p:nvGrpSpPr>
          <p:grpSpPr>
            <a:xfrm>
              <a:off x="3772322" y="647700"/>
              <a:ext cx="2017596" cy="499068"/>
              <a:chOff x="3435760" y="595772"/>
              <a:chExt cx="2381212" cy="589010"/>
            </a:xfrm>
          </p:grpSpPr>
          <p:pic>
            <p:nvPicPr>
              <p:cNvPr id="3" name="圖片 2">
                <a:extLst>
                  <a:ext uri="{FF2B5EF4-FFF2-40B4-BE49-F238E27FC236}">
                    <a16:creationId xmlns:a16="http://schemas.microsoft.com/office/drawing/2014/main" id="{1D29E37C-B71A-4C81-A9AE-9E3848B7874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3435760" y="595772"/>
                <a:ext cx="2381212" cy="589010"/>
              </a:xfrm>
              <a:prstGeom prst="rect">
                <a:avLst/>
              </a:prstGeom>
            </p:spPr>
          </p:pic>
          <p:pic>
            <p:nvPicPr>
              <p:cNvPr id="4" name="圖片 3">
                <a:extLst>
                  <a:ext uri="{FF2B5EF4-FFF2-40B4-BE49-F238E27FC236}">
                    <a16:creationId xmlns:a16="http://schemas.microsoft.com/office/drawing/2014/main" id="{686BDA7B-879F-450E-8151-2976E8551AA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8"/>
              <a:srcRect l="8628" t="17664" r="9063" b="16864"/>
              <a:stretch/>
            </p:blipFill>
            <p:spPr>
              <a:xfrm>
                <a:off x="3765549" y="702311"/>
                <a:ext cx="771657" cy="165894"/>
              </a:xfrm>
              <a:prstGeom prst="rect">
                <a:avLst/>
              </a:prstGeom>
            </p:spPr>
          </p:pic>
        </p:grpSp>
        <p:pic>
          <p:nvPicPr>
            <p:cNvPr id="102" name="圖片 101">
              <a:extLst>
                <a:ext uri="{FF2B5EF4-FFF2-40B4-BE49-F238E27FC236}">
                  <a16:creationId xmlns:a16="http://schemas.microsoft.com/office/drawing/2014/main" id="{A329FBD1-C370-4BD8-93DC-366A8A30A732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/>
            <a:stretch>
              <a:fillRect/>
            </a:stretch>
          </p:blipFill>
          <p:spPr>
            <a:xfrm>
              <a:off x="5222976" y="601578"/>
              <a:ext cx="262151" cy="149243"/>
            </a:xfrm>
            <a:prstGeom prst="rect">
              <a:avLst/>
            </a:prstGeom>
          </p:spPr>
        </p:pic>
      </p:grpSp>
      <p:grpSp>
        <p:nvGrpSpPr>
          <p:cNvPr id="104" name="群組 103">
            <a:extLst>
              <a:ext uri="{FF2B5EF4-FFF2-40B4-BE49-F238E27FC236}">
                <a16:creationId xmlns:a16="http://schemas.microsoft.com/office/drawing/2014/main" id="{9A7BC23D-92F9-4B2C-A50E-EAF25D91B59D}"/>
              </a:ext>
            </a:extLst>
          </p:cNvPr>
          <p:cNvGrpSpPr/>
          <p:nvPr/>
        </p:nvGrpSpPr>
        <p:grpSpPr>
          <a:xfrm>
            <a:off x="6435630" y="2619036"/>
            <a:ext cx="763200" cy="763200"/>
            <a:chOff x="6578505" y="2619036"/>
            <a:chExt cx="763200" cy="763200"/>
          </a:xfrm>
        </p:grpSpPr>
        <p:sp>
          <p:nvSpPr>
            <p:cNvPr id="172" name="矩形: 圓角 171">
              <a:extLst>
                <a:ext uri="{FF2B5EF4-FFF2-40B4-BE49-F238E27FC236}">
                  <a16:creationId xmlns:a16="http://schemas.microsoft.com/office/drawing/2014/main" id="{DA29815A-8E13-40FA-B91F-69A4E734B046}"/>
                </a:ext>
              </a:extLst>
            </p:cNvPr>
            <p:cNvSpPr/>
            <p:nvPr/>
          </p:nvSpPr>
          <p:spPr>
            <a:xfrm>
              <a:off x="6578505" y="2619036"/>
              <a:ext cx="763200" cy="763200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173" name="箭號: 左-右雙向 172">
              <a:extLst>
                <a:ext uri="{FF2B5EF4-FFF2-40B4-BE49-F238E27FC236}">
                  <a16:creationId xmlns:a16="http://schemas.microsoft.com/office/drawing/2014/main" id="{67E3C97C-B6C7-473D-9EC5-2CF91970C9BE}"/>
                </a:ext>
              </a:extLst>
            </p:cNvPr>
            <p:cNvSpPr/>
            <p:nvPr/>
          </p:nvSpPr>
          <p:spPr>
            <a:xfrm rot="5400000">
              <a:off x="6649457" y="2968181"/>
              <a:ext cx="157748" cy="7951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174" name="箭號: 左-右雙向 173">
              <a:extLst>
                <a:ext uri="{FF2B5EF4-FFF2-40B4-BE49-F238E27FC236}">
                  <a16:creationId xmlns:a16="http://schemas.microsoft.com/office/drawing/2014/main" id="{815D0984-AC6A-4B8D-8026-A16EE55DCE11}"/>
                </a:ext>
              </a:extLst>
            </p:cNvPr>
            <p:cNvSpPr/>
            <p:nvPr/>
          </p:nvSpPr>
          <p:spPr>
            <a:xfrm rot="5400000">
              <a:off x="7125967" y="2968181"/>
              <a:ext cx="157748" cy="7951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176" name="箭號: 左-右雙向 175">
              <a:extLst>
                <a:ext uri="{FF2B5EF4-FFF2-40B4-BE49-F238E27FC236}">
                  <a16:creationId xmlns:a16="http://schemas.microsoft.com/office/drawing/2014/main" id="{EE75FFED-F722-4662-AB28-7B94C2E450FB}"/>
                </a:ext>
              </a:extLst>
            </p:cNvPr>
            <p:cNvSpPr/>
            <p:nvPr/>
          </p:nvSpPr>
          <p:spPr>
            <a:xfrm rot="18900000">
              <a:off x="6719905" y="2799419"/>
              <a:ext cx="157748" cy="7951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177" name="箭號: 左-右雙向 176">
              <a:extLst>
                <a:ext uri="{FF2B5EF4-FFF2-40B4-BE49-F238E27FC236}">
                  <a16:creationId xmlns:a16="http://schemas.microsoft.com/office/drawing/2014/main" id="{5F1318CC-5548-4980-8588-C550BB4E1DC4}"/>
                </a:ext>
              </a:extLst>
            </p:cNvPr>
            <p:cNvSpPr/>
            <p:nvPr/>
          </p:nvSpPr>
          <p:spPr>
            <a:xfrm rot="18900000">
              <a:off x="7050045" y="3143217"/>
              <a:ext cx="157748" cy="7951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178" name="箭號: 左-右雙向 177">
              <a:extLst>
                <a:ext uri="{FF2B5EF4-FFF2-40B4-BE49-F238E27FC236}">
                  <a16:creationId xmlns:a16="http://schemas.microsoft.com/office/drawing/2014/main" id="{D76A56A4-D7AE-44F2-A9D4-147D19EACC48}"/>
                </a:ext>
              </a:extLst>
            </p:cNvPr>
            <p:cNvSpPr/>
            <p:nvPr/>
          </p:nvSpPr>
          <p:spPr>
            <a:xfrm rot="2700000">
              <a:off x="6719905" y="3143218"/>
              <a:ext cx="157748" cy="7951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179" name="箭號: 左-右雙向 178">
              <a:extLst>
                <a:ext uri="{FF2B5EF4-FFF2-40B4-BE49-F238E27FC236}">
                  <a16:creationId xmlns:a16="http://schemas.microsoft.com/office/drawing/2014/main" id="{F5D904B8-9A4A-40EE-AB38-56C141185288}"/>
                </a:ext>
              </a:extLst>
            </p:cNvPr>
            <p:cNvSpPr/>
            <p:nvPr/>
          </p:nvSpPr>
          <p:spPr>
            <a:xfrm rot="2700000">
              <a:off x="7050045" y="2799418"/>
              <a:ext cx="157748" cy="7951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180" name="箭號: 左-右雙向 179">
              <a:extLst>
                <a:ext uri="{FF2B5EF4-FFF2-40B4-BE49-F238E27FC236}">
                  <a16:creationId xmlns:a16="http://schemas.microsoft.com/office/drawing/2014/main" id="{B795398F-B941-4C36-807B-B662F9744086}"/>
                </a:ext>
              </a:extLst>
            </p:cNvPr>
            <p:cNvSpPr/>
            <p:nvPr/>
          </p:nvSpPr>
          <p:spPr>
            <a:xfrm>
              <a:off x="6881231" y="3211793"/>
              <a:ext cx="157748" cy="7951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181" name="箭號: 左-右雙向 180">
              <a:extLst>
                <a:ext uri="{FF2B5EF4-FFF2-40B4-BE49-F238E27FC236}">
                  <a16:creationId xmlns:a16="http://schemas.microsoft.com/office/drawing/2014/main" id="{DBB82A27-C147-449D-A94A-94F88036669B}"/>
                </a:ext>
              </a:extLst>
            </p:cNvPr>
            <p:cNvSpPr/>
            <p:nvPr/>
          </p:nvSpPr>
          <p:spPr>
            <a:xfrm>
              <a:off x="6881231" y="2726249"/>
              <a:ext cx="157748" cy="7951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grpSp>
        <p:nvGrpSpPr>
          <p:cNvPr id="182" name="群組 181">
            <a:extLst>
              <a:ext uri="{FF2B5EF4-FFF2-40B4-BE49-F238E27FC236}">
                <a16:creationId xmlns:a16="http://schemas.microsoft.com/office/drawing/2014/main" id="{D61BEF95-79ED-4344-B04C-5855391D7B27}"/>
              </a:ext>
            </a:extLst>
          </p:cNvPr>
          <p:cNvGrpSpPr/>
          <p:nvPr/>
        </p:nvGrpSpPr>
        <p:grpSpPr>
          <a:xfrm>
            <a:off x="2145641" y="3951042"/>
            <a:ext cx="763200" cy="763200"/>
            <a:chOff x="-756975" y="5254023"/>
            <a:chExt cx="2090057" cy="2090057"/>
          </a:xfrm>
        </p:grpSpPr>
        <p:sp>
          <p:nvSpPr>
            <p:cNvPr id="183" name="矩形: 圓角 182">
              <a:extLst>
                <a:ext uri="{FF2B5EF4-FFF2-40B4-BE49-F238E27FC236}">
                  <a16:creationId xmlns:a16="http://schemas.microsoft.com/office/drawing/2014/main" id="{8C37F6D9-DB6C-4DA5-BFBD-59312F1DC161}"/>
                </a:ext>
              </a:extLst>
            </p:cNvPr>
            <p:cNvSpPr/>
            <p:nvPr/>
          </p:nvSpPr>
          <p:spPr>
            <a:xfrm>
              <a:off x="-756975" y="5254023"/>
              <a:ext cx="2090057" cy="209005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184" name="箭號: 左-右雙向 183">
              <a:extLst>
                <a:ext uri="{FF2B5EF4-FFF2-40B4-BE49-F238E27FC236}">
                  <a16:creationId xmlns:a16="http://schemas.microsoft.com/office/drawing/2014/main" id="{DF0E39BB-A677-4F79-9E12-FE600B691012}"/>
                </a:ext>
              </a:extLst>
            </p:cNvPr>
            <p:cNvSpPr/>
            <p:nvPr/>
          </p:nvSpPr>
          <p:spPr>
            <a:xfrm rot="10800000">
              <a:off x="-564882" y="619017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185" name="箭號: 左-右雙向 184">
              <a:extLst>
                <a:ext uri="{FF2B5EF4-FFF2-40B4-BE49-F238E27FC236}">
                  <a16:creationId xmlns:a16="http://schemas.microsoft.com/office/drawing/2014/main" id="{482EC05B-C7E1-4B1C-A254-14ACF25ED2A8}"/>
                </a:ext>
              </a:extLst>
            </p:cNvPr>
            <p:cNvSpPr/>
            <p:nvPr/>
          </p:nvSpPr>
          <p:spPr>
            <a:xfrm rot="10800000">
              <a:off x="740063" y="619017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186" name="箭號: 左-右雙向 185">
              <a:extLst>
                <a:ext uri="{FF2B5EF4-FFF2-40B4-BE49-F238E27FC236}">
                  <a16:creationId xmlns:a16="http://schemas.microsoft.com/office/drawing/2014/main" id="{9B561877-E0D1-4C70-98CD-F09577DE65D5}"/>
                </a:ext>
              </a:extLst>
            </p:cNvPr>
            <p:cNvSpPr/>
            <p:nvPr/>
          </p:nvSpPr>
          <p:spPr>
            <a:xfrm rot="2700000">
              <a:off x="-371956" y="5728012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187" name="箭號: 左-右雙向 186">
              <a:extLst>
                <a:ext uri="{FF2B5EF4-FFF2-40B4-BE49-F238E27FC236}">
                  <a16:creationId xmlns:a16="http://schemas.microsoft.com/office/drawing/2014/main" id="{D349EF16-03AA-49E5-BDBC-2EB534AC6552}"/>
                </a:ext>
              </a:extLst>
            </p:cNvPr>
            <p:cNvSpPr/>
            <p:nvPr/>
          </p:nvSpPr>
          <p:spPr>
            <a:xfrm rot="2700000">
              <a:off x="532147" y="6669520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188" name="箭號: 左-右雙向 187">
              <a:extLst>
                <a:ext uri="{FF2B5EF4-FFF2-40B4-BE49-F238E27FC236}">
                  <a16:creationId xmlns:a16="http://schemas.microsoft.com/office/drawing/2014/main" id="{E1B0C316-3A71-4DDF-9C0D-D1FD346CC011}"/>
                </a:ext>
              </a:extLst>
            </p:cNvPr>
            <p:cNvSpPr/>
            <p:nvPr/>
          </p:nvSpPr>
          <p:spPr>
            <a:xfrm rot="18900000">
              <a:off x="-371955" y="666952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189" name="箭號: 左-右雙向 188">
              <a:extLst>
                <a:ext uri="{FF2B5EF4-FFF2-40B4-BE49-F238E27FC236}">
                  <a16:creationId xmlns:a16="http://schemas.microsoft.com/office/drawing/2014/main" id="{40DFC687-9C3F-4342-833A-20350FFC7590}"/>
                </a:ext>
              </a:extLst>
            </p:cNvPr>
            <p:cNvSpPr/>
            <p:nvPr/>
          </p:nvSpPr>
          <p:spPr>
            <a:xfrm rot="18900000">
              <a:off x="532146" y="572801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190" name="箭號: 左-右雙向 189">
              <a:extLst>
                <a:ext uri="{FF2B5EF4-FFF2-40B4-BE49-F238E27FC236}">
                  <a16:creationId xmlns:a16="http://schemas.microsoft.com/office/drawing/2014/main" id="{AD3FB678-3B93-4FC5-8CEF-90EAE7B44FDA}"/>
                </a:ext>
              </a:extLst>
            </p:cNvPr>
            <p:cNvSpPr/>
            <p:nvPr/>
          </p:nvSpPr>
          <p:spPr>
            <a:xfrm rot="5400000">
              <a:off x="69843" y="6857317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196" name="箭號: 左-右雙向 195">
              <a:extLst>
                <a:ext uri="{FF2B5EF4-FFF2-40B4-BE49-F238E27FC236}">
                  <a16:creationId xmlns:a16="http://schemas.microsoft.com/office/drawing/2014/main" id="{95969430-2665-48AC-AB32-B3322B06DF7E}"/>
                </a:ext>
              </a:extLst>
            </p:cNvPr>
            <p:cNvSpPr/>
            <p:nvPr/>
          </p:nvSpPr>
          <p:spPr>
            <a:xfrm rot="5400000">
              <a:off x="69843" y="552763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</p:spTree>
    <p:extLst>
      <p:ext uri="{BB962C8B-B14F-4D97-AF65-F5344CB8AC3E}">
        <p14:creationId xmlns:p14="http://schemas.microsoft.com/office/powerpoint/2010/main" val="25224488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矩形: 圓角 258">
            <a:extLst>
              <a:ext uri="{FF2B5EF4-FFF2-40B4-BE49-F238E27FC236}">
                <a16:creationId xmlns:a16="http://schemas.microsoft.com/office/drawing/2014/main" id="{959FACEB-C3CB-461B-BDF0-505AC0C07B2C}"/>
              </a:ext>
            </a:extLst>
          </p:cNvPr>
          <p:cNvSpPr/>
          <p:nvPr/>
        </p:nvSpPr>
        <p:spPr>
          <a:xfrm>
            <a:off x="3291388" y="51493"/>
            <a:ext cx="3294000" cy="6120707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pic>
        <p:nvPicPr>
          <p:cNvPr id="645" name="圖片 644">
            <a:extLst>
              <a:ext uri="{FF2B5EF4-FFF2-40B4-BE49-F238E27FC236}">
                <a16:creationId xmlns:a16="http://schemas.microsoft.com/office/drawing/2014/main" id="{A2CF39FF-6F0C-4067-9A2B-1734F122B2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4483" y="1897861"/>
            <a:ext cx="720000" cy="717576"/>
          </a:xfrm>
          <a:prstGeom prst="rect">
            <a:avLst/>
          </a:prstGeom>
        </p:spPr>
      </p:pic>
      <p:pic>
        <p:nvPicPr>
          <p:cNvPr id="644" name="圖片 643">
            <a:extLst>
              <a:ext uri="{FF2B5EF4-FFF2-40B4-BE49-F238E27FC236}">
                <a16:creationId xmlns:a16="http://schemas.microsoft.com/office/drawing/2014/main" id="{1D1C3595-A56F-4F9E-BA07-73422A40FE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4483" y="1163962"/>
            <a:ext cx="720000" cy="720000"/>
          </a:xfrm>
          <a:prstGeom prst="rect">
            <a:avLst/>
          </a:prstGeom>
        </p:spPr>
      </p:pic>
      <p:sp>
        <p:nvSpPr>
          <p:cNvPr id="260" name="矩形: 圓角 259">
            <a:extLst>
              <a:ext uri="{FF2B5EF4-FFF2-40B4-BE49-F238E27FC236}">
                <a16:creationId xmlns:a16="http://schemas.microsoft.com/office/drawing/2014/main" id="{0E98C710-0167-4CF6-97D2-0852B1B511ED}"/>
              </a:ext>
            </a:extLst>
          </p:cNvPr>
          <p:cNvSpPr/>
          <p:nvPr/>
        </p:nvSpPr>
        <p:spPr>
          <a:xfrm>
            <a:off x="6612000" y="51493"/>
            <a:ext cx="3294000" cy="6120707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sp>
        <p:nvSpPr>
          <p:cNvPr id="175" name="矩形: 圓角 174">
            <a:extLst>
              <a:ext uri="{FF2B5EF4-FFF2-40B4-BE49-F238E27FC236}">
                <a16:creationId xmlns:a16="http://schemas.microsoft.com/office/drawing/2014/main" id="{BF09B052-4C3F-4EC6-A337-45ED454E80E1}"/>
              </a:ext>
            </a:extLst>
          </p:cNvPr>
          <p:cNvSpPr/>
          <p:nvPr/>
        </p:nvSpPr>
        <p:spPr>
          <a:xfrm>
            <a:off x="15659" y="51493"/>
            <a:ext cx="3294000" cy="6120707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sp>
        <p:nvSpPr>
          <p:cNvPr id="216" name="文字方塊 215">
            <a:extLst>
              <a:ext uri="{FF2B5EF4-FFF2-40B4-BE49-F238E27FC236}">
                <a16:creationId xmlns:a16="http://schemas.microsoft.com/office/drawing/2014/main" id="{42C1D9B8-8446-4675-B219-B666A3F92AA7}"/>
              </a:ext>
            </a:extLst>
          </p:cNvPr>
          <p:cNvSpPr txBox="1"/>
          <p:nvPr/>
        </p:nvSpPr>
        <p:spPr>
          <a:xfrm>
            <a:off x="368240" y="134630"/>
            <a:ext cx="24594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 and imaginary part of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3" name="文字方塊 132">
            <a:extLst>
              <a:ext uri="{FF2B5EF4-FFF2-40B4-BE49-F238E27FC236}">
                <a16:creationId xmlns:a16="http://schemas.microsoft.com/office/drawing/2014/main" id="{3BE8E174-D028-4761-8BA5-E6222DDB17AE}"/>
              </a:ext>
            </a:extLst>
          </p:cNvPr>
          <p:cNvSpPr txBox="1"/>
          <p:nvPr/>
        </p:nvSpPr>
        <p:spPr>
          <a:xfrm>
            <a:off x="3662240" y="134630"/>
            <a:ext cx="24594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 and imaginary part of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42" name="圖片 241">
            <a:extLst>
              <a:ext uri="{FF2B5EF4-FFF2-40B4-BE49-F238E27FC236}">
                <a16:creationId xmlns:a16="http://schemas.microsoft.com/office/drawing/2014/main" id="{D8C33952-44ED-4ACF-A633-953BB330D09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8271" r="2882"/>
          <a:stretch/>
        </p:blipFill>
        <p:spPr>
          <a:xfrm>
            <a:off x="3812967" y="319701"/>
            <a:ext cx="2102890" cy="584550"/>
          </a:xfrm>
          <a:prstGeom prst="rect">
            <a:avLst/>
          </a:prstGeom>
        </p:spPr>
      </p:pic>
      <p:pic>
        <p:nvPicPr>
          <p:cNvPr id="243" name="圖片 242">
            <a:extLst>
              <a:ext uri="{FF2B5EF4-FFF2-40B4-BE49-F238E27FC236}">
                <a16:creationId xmlns:a16="http://schemas.microsoft.com/office/drawing/2014/main" id="{19EDCC06-70B4-44CF-A28E-4470C858F38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34840" r="36057"/>
          <a:stretch/>
        </p:blipFill>
        <p:spPr>
          <a:xfrm>
            <a:off x="544772" y="324270"/>
            <a:ext cx="2121582" cy="584550"/>
          </a:xfrm>
          <a:prstGeom prst="rect">
            <a:avLst/>
          </a:prstGeom>
        </p:spPr>
      </p:pic>
      <p:pic>
        <p:nvPicPr>
          <p:cNvPr id="448" name="圖片 447">
            <a:extLst>
              <a:ext uri="{FF2B5EF4-FFF2-40B4-BE49-F238E27FC236}">
                <a16:creationId xmlns:a16="http://schemas.microsoft.com/office/drawing/2014/main" id="{B25E9F7F-831A-4023-97B3-F766FFC1D8A1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568" b="12447"/>
          <a:stretch/>
        </p:blipFill>
        <p:spPr>
          <a:xfrm>
            <a:off x="8977130" y="1960745"/>
            <a:ext cx="720000" cy="717490"/>
          </a:xfrm>
          <a:prstGeom prst="rect">
            <a:avLst/>
          </a:prstGeom>
        </p:spPr>
      </p:pic>
      <p:pic>
        <p:nvPicPr>
          <p:cNvPr id="449" name="圖片 448">
            <a:extLst>
              <a:ext uri="{FF2B5EF4-FFF2-40B4-BE49-F238E27FC236}">
                <a16:creationId xmlns:a16="http://schemas.microsoft.com/office/drawing/2014/main" id="{C9D4781D-ABD1-466E-A985-889A076C3917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340" b="12447"/>
          <a:stretch/>
        </p:blipFill>
        <p:spPr>
          <a:xfrm>
            <a:off x="6778538" y="3852929"/>
            <a:ext cx="720000" cy="709813"/>
          </a:xfrm>
          <a:prstGeom prst="rect">
            <a:avLst/>
          </a:prstGeom>
        </p:spPr>
      </p:pic>
      <p:pic>
        <p:nvPicPr>
          <p:cNvPr id="450" name="圖片 449">
            <a:extLst>
              <a:ext uri="{FF2B5EF4-FFF2-40B4-BE49-F238E27FC236}">
                <a16:creationId xmlns:a16="http://schemas.microsoft.com/office/drawing/2014/main" id="{D0156FBB-D1E4-4CFD-8EBC-67001E88ECBC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568" b="12447"/>
          <a:stretch/>
        </p:blipFill>
        <p:spPr>
          <a:xfrm>
            <a:off x="7789204" y="1136921"/>
            <a:ext cx="720000" cy="717490"/>
          </a:xfrm>
          <a:prstGeom prst="rect">
            <a:avLst/>
          </a:prstGeom>
        </p:spPr>
      </p:pic>
      <p:pic>
        <p:nvPicPr>
          <p:cNvPr id="451" name="圖片 450">
            <a:extLst>
              <a:ext uri="{FF2B5EF4-FFF2-40B4-BE49-F238E27FC236}">
                <a16:creationId xmlns:a16="http://schemas.microsoft.com/office/drawing/2014/main" id="{4971573F-41EA-474F-8B6E-F2F280DB0EC6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568" b="12447"/>
          <a:stretch/>
        </p:blipFill>
        <p:spPr>
          <a:xfrm>
            <a:off x="7898619" y="4549150"/>
            <a:ext cx="720000" cy="717490"/>
          </a:xfrm>
          <a:prstGeom prst="rect">
            <a:avLst/>
          </a:prstGeom>
        </p:spPr>
      </p:pic>
      <p:pic>
        <p:nvPicPr>
          <p:cNvPr id="452" name="圖片 451">
            <a:extLst>
              <a:ext uri="{FF2B5EF4-FFF2-40B4-BE49-F238E27FC236}">
                <a16:creationId xmlns:a16="http://schemas.microsoft.com/office/drawing/2014/main" id="{47A43A2D-1598-46F7-8346-1D819C4340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78666" y="3840697"/>
            <a:ext cx="720000" cy="722045"/>
          </a:xfrm>
          <a:prstGeom prst="rect">
            <a:avLst/>
          </a:prstGeom>
        </p:spPr>
      </p:pic>
      <p:pic>
        <p:nvPicPr>
          <p:cNvPr id="453" name="圖片 452">
            <a:extLst>
              <a:ext uri="{FF2B5EF4-FFF2-40B4-BE49-F238E27FC236}">
                <a16:creationId xmlns:a16="http://schemas.microsoft.com/office/drawing/2014/main" id="{5EFE2B9A-4862-4D31-9584-6030A9E9CA3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80574" y="1960745"/>
            <a:ext cx="720000" cy="721752"/>
          </a:xfrm>
          <a:prstGeom prst="rect">
            <a:avLst/>
          </a:prstGeom>
        </p:spPr>
      </p:pic>
      <p:grpSp>
        <p:nvGrpSpPr>
          <p:cNvPr id="454" name="群組 453">
            <a:extLst>
              <a:ext uri="{FF2B5EF4-FFF2-40B4-BE49-F238E27FC236}">
                <a16:creationId xmlns:a16="http://schemas.microsoft.com/office/drawing/2014/main" id="{9E70915C-955D-4A0C-B36C-760C9A46A6DE}"/>
              </a:ext>
            </a:extLst>
          </p:cNvPr>
          <p:cNvGrpSpPr/>
          <p:nvPr/>
        </p:nvGrpSpPr>
        <p:grpSpPr>
          <a:xfrm>
            <a:off x="7988756" y="1141166"/>
            <a:ext cx="414111" cy="443128"/>
            <a:chOff x="7969706" y="-605877"/>
            <a:chExt cx="414111" cy="443128"/>
          </a:xfrm>
        </p:grpSpPr>
        <p:grpSp>
          <p:nvGrpSpPr>
            <p:cNvPr id="455" name="群組 454">
              <a:extLst>
                <a:ext uri="{FF2B5EF4-FFF2-40B4-BE49-F238E27FC236}">
                  <a16:creationId xmlns:a16="http://schemas.microsoft.com/office/drawing/2014/main" id="{B797C8B8-DF35-4DB1-B450-0E7C9584D6A5}"/>
                </a:ext>
              </a:extLst>
            </p:cNvPr>
            <p:cNvGrpSpPr/>
            <p:nvPr/>
          </p:nvGrpSpPr>
          <p:grpSpPr>
            <a:xfrm>
              <a:off x="8100260" y="-309536"/>
              <a:ext cx="76622" cy="73502"/>
              <a:chOff x="1373392" y="2391862"/>
              <a:chExt cx="479433" cy="476535"/>
            </a:xfrm>
          </p:grpSpPr>
          <p:sp>
            <p:nvSpPr>
              <p:cNvPr id="458" name="箭號: 向右 457">
                <a:extLst>
                  <a:ext uri="{FF2B5EF4-FFF2-40B4-BE49-F238E27FC236}">
                    <a16:creationId xmlns:a16="http://schemas.microsoft.com/office/drawing/2014/main" id="{4E172C78-A27A-4754-8420-BD60695AECEF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tx1"/>
                  </a:solidFill>
                </a:endParaRPr>
              </a:p>
            </p:txBody>
          </p:sp>
          <p:sp>
            <p:nvSpPr>
              <p:cNvPr id="459" name="箭號: 向右 458">
                <a:extLst>
                  <a:ext uri="{FF2B5EF4-FFF2-40B4-BE49-F238E27FC236}">
                    <a16:creationId xmlns:a16="http://schemas.microsoft.com/office/drawing/2014/main" id="{A86B7B00-0450-416B-89E9-27C94340C5D9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6" name="文字方塊 455">
                  <a:extLst>
                    <a:ext uri="{FF2B5EF4-FFF2-40B4-BE49-F238E27FC236}">
                      <a16:creationId xmlns:a16="http://schemas.microsoft.com/office/drawing/2014/main" id="{319A5377-32D5-464B-B1AA-2D677062A54A}"/>
                    </a:ext>
                  </a:extLst>
                </p:cNvPr>
                <p:cNvSpPr txBox="1"/>
                <p:nvPr/>
              </p:nvSpPr>
              <p:spPr>
                <a:xfrm>
                  <a:off x="7969706" y="-605877"/>
                  <a:ext cx="290616" cy="29161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 xmlns="">
            <p:sp>
              <p:nvSpPr>
                <p:cNvPr id="456" name="文字方塊 455">
                  <a:extLst>
                    <a:ext uri="{FF2B5EF4-FFF2-40B4-BE49-F238E27FC236}">
                      <a16:creationId xmlns:a16="http://schemas.microsoft.com/office/drawing/2014/main" id="{319A5377-32D5-464B-B1AA-2D677062A5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69706" y="-605877"/>
                  <a:ext cx="290616" cy="291618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7" name="文字方塊 456">
                  <a:extLst>
                    <a:ext uri="{FF2B5EF4-FFF2-40B4-BE49-F238E27FC236}">
                      <a16:creationId xmlns:a16="http://schemas.microsoft.com/office/drawing/2014/main" id="{6EB068FD-BDD9-4797-95C9-1A688D153E27}"/>
                    </a:ext>
                  </a:extLst>
                </p:cNvPr>
                <p:cNvSpPr txBox="1"/>
                <p:nvPr/>
              </p:nvSpPr>
              <p:spPr>
                <a:xfrm>
                  <a:off x="8126327" y="-439748"/>
                  <a:ext cx="25749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 xmlns="">
            <p:sp>
              <p:nvSpPr>
                <p:cNvPr id="457" name="文字方塊 456">
                  <a:extLst>
                    <a:ext uri="{FF2B5EF4-FFF2-40B4-BE49-F238E27FC236}">
                      <a16:creationId xmlns:a16="http://schemas.microsoft.com/office/drawing/2014/main" id="{6EB068FD-BDD9-4797-95C9-1A688D153E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26327" y="-439748"/>
                  <a:ext cx="257490" cy="276999"/>
                </a:xfrm>
                <a:prstGeom prst="rect">
                  <a:avLst/>
                </a:prstGeom>
                <a:blipFill>
                  <a:blip r:embed="rId9"/>
                  <a:stretch>
                    <a:fillRect r="-476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60" name="文字方塊 459">
                <a:extLst>
                  <a:ext uri="{FF2B5EF4-FFF2-40B4-BE49-F238E27FC236}">
                    <a16:creationId xmlns:a16="http://schemas.microsoft.com/office/drawing/2014/main" id="{F33CD02F-32C5-4FDE-8D81-7F0AD7557FA3}"/>
                  </a:ext>
                </a:extLst>
              </p:cNvPr>
              <p:cNvSpPr txBox="1"/>
              <p:nvPr/>
            </p:nvSpPr>
            <p:spPr>
              <a:xfrm>
                <a:off x="7266560" y="937004"/>
                <a:ext cx="167359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460" name="文字方塊 459">
                <a:extLst>
                  <a:ext uri="{FF2B5EF4-FFF2-40B4-BE49-F238E27FC236}">
                    <a16:creationId xmlns:a16="http://schemas.microsoft.com/office/drawing/2014/main" id="{F33CD02F-32C5-4FDE-8D81-7F0AD7557F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6560" y="937004"/>
                <a:ext cx="1673596" cy="276999"/>
              </a:xfrm>
              <a:prstGeom prst="rect">
                <a:avLst/>
              </a:prstGeom>
              <a:blipFill>
                <a:blip r:embed="rId10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1" name="文字方塊 460">
                <a:extLst>
                  <a:ext uri="{FF2B5EF4-FFF2-40B4-BE49-F238E27FC236}">
                    <a16:creationId xmlns:a16="http://schemas.microsoft.com/office/drawing/2014/main" id="{5C457A85-F5E6-4E5B-8123-8D27999A159B}"/>
                  </a:ext>
                </a:extLst>
              </p:cNvPr>
              <p:cNvSpPr txBox="1"/>
              <p:nvPr/>
            </p:nvSpPr>
            <p:spPr>
              <a:xfrm>
                <a:off x="6485004" y="3632919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461" name="文字方塊 460">
                <a:extLst>
                  <a:ext uri="{FF2B5EF4-FFF2-40B4-BE49-F238E27FC236}">
                    <a16:creationId xmlns:a16="http://schemas.microsoft.com/office/drawing/2014/main" id="{5C457A85-F5E6-4E5B-8123-8D27999A15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5004" y="3632919"/>
                <a:ext cx="1150186" cy="276999"/>
              </a:xfrm>
              <a:prstGeom prst="rect">
                <a:avLst/>
              </a:prstGeom>
              <a:blipFill>
                <a:blip r:embed="rId11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2" name="文字方塊 461">
                <a:extLst>
                  <a:ext uri="{FF2B5EF4-FFF2-40B4-BE49-F238E27FC236}">
                    <a16:creationId xmlns:a16="http://schemas.microsoft.com/office/drawing/2014/main" id="{631CC03F-A753-44B4-8E03-F63F8FEB0564}"/>
                  </a:ext>
                </a:extLst>
              </p:cNvPr>
              <p:cNvSpPr txBox="1"/>
              <p:nvPr/>
            </p:nvSpPr>
            <p:spPr>
              <a:xfrm>
                <a:off x="8659782" y="1709096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462" name="文字方塊 461">
                <a:extLst>
                  <a:ext uri="{FF2B5EF4-FFF2-40B4-BE49-F238E27FC236}">
                    <a16:creationId xmlns:a16="http://schemas.microsoft.com/office/drawing/2014/main" id="{631CC03F-A753-44B4-8E03-F63F8FEB05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9782" y="1709096"/>
                <a:ext cx="1150186" cy="276999"/>
              </a:xfrm>
              <a:prstGeom prst="rect">
                <a:avLst/>
              </a:prstGeom>
              <a:blipFill>
                <a:blip r:embed="rId12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3" name="文字方塊 462">
                <a:extLst>
                  <a:ext uri="{FF2B5EF4-FFF2-40B4-BE49-F238E27FC236}">
                    <a16:creationId xmlns:a16="http://schemas.microsoft.com/office/drawing/2014/main" id="{46C1307E-2980-4DAB-A6B7-CEE913808A18}"/>
                  </a:ext>
                </a:extLst>
              </p:cNvPr>
              <p:cNvSpPr txBox="1"/>
              <p:nvPr/>
            </p:nvSpPr>
            <p:spPr>
              <a:xfrm>
                <a:off x="7621457" y="4316536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463" name="文字方塊 462">
                <a:extLst>
                  <a:ext uri="{FF2B5EF4-FFF2-40B4-BE49-F238E27FC236}">
                    <a16:creationId xmlns:a16="http://schemas.microsoft.com/office/drawing/2014/main" id="{46C1307E-2980-4DAB-A6B7-CEE913808A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1457" y="4316536"/>
                <a:ext cx="1150186" cy="27699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64" name="圖片 463">
            <a:extLst>
              <a:ext uri="{FF2B5EF4-FFF2-40B4-BE49-F238E27FC236}">
                <a16:creationId xmlns:a16="http://schemas.microsoft.com/office/drawing/2014/main" id="{4FDAEC51-17B6-4C58-B6B8-37F90B1A0F57}"/>
              </a:ext>
            </a:extLst>
          </p:cNvPr>
          <p:cNvPicPr>
            <a:picLocks noChangeAspect="1"/>
          </p:cNvPicPr>
          <p:nvPr/>
        </p:nvPicPr>
        <p:blipFill rotWithShape="1">
          <a:blip r:embed="rId1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781" t="8908" r="4868" b="70278"/>
          <a:stretch/>
        </p:blipFill>
        <p:spPr>
          <a:xfrm>
            <a:off x="8514297" y="1133495"/>
            <a:ext cx="236737" cy="75499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65" name="文字方塊 464">
                <a:extLst>
                  <a:ext uri="{FF2B5EF4-FFF2-40B4-BE49-F238E27FC236}">
                    <a16:creationId xmlns:a16="http://schemas.microsoft.com/office/drawing/2014/main" id="{0A313CC4-F978-4904-8573-CDCAFAC4B2DC}"/>
                  </a:ext>
                </a:extLst>
              </p:cNvPr>
              <p:cNvSpPr txBox="1"/>
              <p:nvPr/>
            </p:nvSpPr>
            <p:spPr>
              <a:xfrm rot="5400000">
                <a:off x="8406559" y="1505670"/>
                <a:ext cx="39952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465" name="文字方塊 464">
                <a:extLst>
                  <a:ext uri="{FF2B5EF4-FFF2-40B4-BE49-F238E27FC236}">
                    <a16:creationId xmlns:a16="http://schemas.microsoft.com/office/drawing/2014/main" id="{0A313CC4-F978-4904-8573-CDCAFAC4B2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8406559" y="1505670"/>
                <a:ext cx="399520" cy="30777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6" name="直線接點 465">
            <a:extLst>
              <a:ext uri="{FF2B5EF4-FFF2-40B4-BE49-F238E27FC236}">
                <a16:creationId xmlns:a16="http://schemas.microsoft.com/office/drawing/2014/main" id="{4BF40CAD-6046-44C2-B4F5-5A27918B2066}"/>
              </a:ext>
            </a:extLst>
          </p:cNvPr>
          <p:cNvCxnSpPr>
            <a:cxnSpLocks/>
          </p:cNvCxnSpPr>
          <p:nvPr/>
        </p:nvCxnSpPr>
        <p:spPr>
          <a:xfrm>
            <a:off x="7395427" y="3445557"/>
            <a:ext cx="650875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67" name="直線接點 466">
            <a:extLst>
              <a:ext uri="{FF2B5EF4-FFF2-40B4-BE49-F238E27FC236}">
                <a16:creationId xmlns:a16="http://schemas.microsoft.com/office/drawing/2014/main" id="{CE2CA8F3-023E-4C8B-AA94-F5FE6DB6BB2C}"/>
              </a:ext>
            </a:extLst>
          </p:cNvPr>
          <p:cNvCxnSpPr>
            <a:cxnSpLocks/>
          </p:cNvCxnSpPr>
          <p:nvPr/>
        </p:nvCxnSpPr>
        <p:spPr>
          <a:xfrm>
            <a:off x="8492707" y="3774170"/>
            <a:ext cx="418783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68" name="直線接點 467">
            <a:extLst>
              <a:ext uri="{FF2B5EF4-FFF2-40B4-BE49-F238E27FC236}">
                <a16:creationId xmlns:a16="http://schemas.microsoft.com/office/drawing/2014/main" id="{105D9268-2EF8-40DC-9268-F32DFD3254B7}"/>
              </a:ext>
            </a:extLst>
          </p:cNvPr>
          <p:cNvCxnSpPr>
            <a:cxnSpLocks/>
          </p:cNvCxnSpPr>
          <p:nvPr/>
        </p:nvCxnSpPr>
        <p:spPr>
          <a:xfrm flipV="1">
            <a:off x="7501115" y="3659213"/>
            <a:ext cx="332143" cy="321332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469" name="圖片 468">
            <a:extLst>
              <a:ext uri="{FF2B5EF4-FFF2-40B4-BE49-F238E27FC236}">
                <a16:creationId xmlns:a16="http://schemas.microsoft.com/office/drawing/2014/main" id="{D1A8EFB1-6966-41D0-8615-E0F13A2028D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518848" y="3156059"/>
            <a:ext cx="868304" cy="9017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70" name="文字方塊 469">
                <a:extLst>
                  <a:ext uri="{FF2B5EF4-FFF2-40B4-BE49-F238E27FC236}">
                    <a16:creationId xmlns:a16="http://schemas.microsoft.com/office/drawing/2014/main" id="{86300664-78EC-4AA0-8ECE-98D31B6DCCB8}"/>
                  </a:ext>
                </a:extLst>
              </p:cNvPr>
              <p:cNvSpPr txBox="1"/>
              <p:nvPr/>
            </p:nvSpPr>
            <p:spPr>
              <a:xfrm>
                <a:off x="6559965" y="1697793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470" name="文字方塊 469">
                <a:extLst>
                  <a:ext uri="{FF2B5EF4-FFF2-40B4-BE49-F238E27FC236}">
                    <a16:creationId xmlns:a16="http://schemas.microsoft.com/office/drawing/2014/main" id="{86300664-78EC-4AA0-8ECE-98D31B6DCC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965" y="1697793"/>
                <a:ext cx="1150186" cy="276999"/>
              </a:xfrm>
              <a:prstGeom prst="rect">
                <a:avLst/>
              </a:prstGeom>
              <a:blipFill>
                <a:blip r:embed="rId17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1" name="文字方塊 470">
                <a:extLst>
                  <a:ext uri="{FF2B5EF4-FFF2-40B4-BE49-F238E27FC236}">
                    <a16:creationId xmlns:a16="http://schemas.microsoft.com/office/drawing/2014/main" id="{53E50642-CCEF-4655-AB7C-2F656D5F2640}"/>
                  </a:ext>
                </a:extLst>
              </p:cNvPr>
              <p:cNvSpPr txBox="1"/>
              <p:nvPr/>
            </p:nvSpPr>
            <p:spPr>
              <a:xfrm>
                <a:off x="8821738" y="3632919"/>
                <a:ext cx="98820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/2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471" name="文字方塊 470">
                <a:extLst>
                  <a:ext uri="{FF2B5EF4-FFF2-40B4-BE49-F238E27FC236}">
                    <a16:creationId xmlns:a16="http://schemas.microsoft.com/office/drawing/2014/main" id="{53E50642-CCEF-4655-AB7C-2F656D5F26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21738" y="3632919"/>
                <a:ext cx="988200" cy="276999"/>
              </a:xfrm>
              <a:prstGeom prst="rect">
                <a:avLst/>
              </a:prstGeom>
              <a:blipFill>
                <a:blip r:embed="rId18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72" name="圖片 471">
            <a:extLst>
              <a:ext uri="{FF2B5EF4-FFF2-40B4-BE49-F238E27FC236}">
                <a16:creationId xmlns:a16="http://schemas.microsoft.com/office/drawing/2014/main" id="{4A4F01AB-11C3-4D72-96D8-C245A981D343}"/>
              </a:ext>
            </a:extLst>
          </p:cNvPr>
          <p:cNvPicPr>
            <a:picLocks noChangeAspect="1"/>
          </p:cNvPicPr>
          <p:nvPr/>
        </p:nvPicPr>
        <p:blipFill>
          <a:blip r:embed="rId1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42050" y="1133495"/>
            <a:ext cx="322777" cy="741500"/>
          </a:xfrm>
          <a:prstGeom prst="rect">
            <a:avLst/>
          </a:prstGeom>
        </p:spPr>
      </p:pic>
      <p:pic>
        <p:nvPicPr>
          <p:cNvPr id="473" name="圖片 472">
            <a:extLst>
              <a:ext uri="{FF2B5EF4-FFF2-40B4-BE49-F238E27FC236}">
                <a16:creationId xmlns:a16="http://schemas.microsoft.com/office/drawing/2014/main" id="{194E81C7-971F-420B-B641-2709B9F73153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228507" y="3156059"/>
            <a:ext cx="868304" cy="901700"/>
          </a:xfrm>
          <a:prstGeom prst="rect">
            <a:avLst/>
          </a:prstGeom>
        </p:spPr>
      </p:pic>
      <p:pic>
        <p:nvPicPr>
          <p:cNvPr id="474" name="圖片 473">
            <a:extLst>
              <a:ext uri="{FF2B5EF4-FFF2-40B4-BE49-F238E27FC236}">
                <a16:creationId xmlns:a16="http://schemas.microsoft.com/office/drawing/2014/main" id="{A7227FDE-2FB4-4696-AB9E-E58300828DF0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824848" y="3156059"/>
            <a:ext cx="868304" cy="901700"/>
          </a:xfrm>
          <a:prstGeom prst="rect">
            <a:avLst/>
          </a:prstGeom>
        </p:spPr>
      </p:pic>
      <p:pic>
        <p:nvPicPr>
          <p:cNvPr id="475" name="圖片 474">
            <a:extLst>
              <a:ext uri="{FF2B5EF4-FFF2-40B4-BE49-F238E27FC236}">
                <a16:creationId xmlns:a16="http://schemas.microsoft.com/office/drawing/2014/main" id="{FB51F509-BF83-4B3F-93B7-B11F1A79F964}"/>
              </a:ext>
            </a:extLst>
          </p:cNvPr>
          <p:cNvPicPr>
            <a:picLocks noChangeAspect="1"/>
          </p:cNvPicPr>
          <p:nvPr/>
        </p:nvPicPr>
        <p:blipFill>
          <a:blip r:embed="rId1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221145" y="1133495"/>
            <a:ext cx="322777" cy="741500"/>
          </a:xfrm>
          <a:prstGeom prst="rect">
            <a:avLst/>
          </a:prstGeom>
        </p:spPr>
      </p:pic>
      <p:grpSp>
        <p:nvGrpSpPr>
          <p:cNvPr id="476" name="群組 475">
            <a:extLst>
              <a:ext uri="{FF2B5EF4-FFF2-40B4-BE49-F238E27FC236}">
                <a16:creationId xmlns:a16="http://schemas.microsoft.com/office/drawing/2014/main" id="{F5D448A1-0EB6-4689-8FB1-8C87B6288B5E}"/>
              </a:ext>
            </a:extLst>
          </p:cNvPr>
          <p:cNvGrpSpPr/>
          <p:nvPr/>
        </p:nvGrpSpPr>
        <p:grpSpPr>
          <a:xfrm>
            <a:off x="7888736" y="5342260"/>
            <a:ext cx="720000" cy="720000"/>
            <a:chOff x="801581" y="4966326"/>
            <a:chExt cx="1150186" cy="1150186"/>
          </a:xfrm>
        </p:grpSpPr>
        <p:sp>
          <p:nvSpPr>
            <p:cNvPr id="477" name="矩形: 圓角 476">
              <a:extLst>
                <a:ext uri="{FF2B5EF4-FFF2-40B4-BE49-F238E27FC236}">
                  <a16:creationId xmlns:a16="http://schemas.microsoft.com/office/drawing/2014/main" id="{4347DAF8-10E4-4799-BC88-BF851D35BADA}"/>
                </a:ext>
              </a:extLst>
            </p:cNvPr>
            <p:cNvSpPr/>
            <p:nvPr/>
          </p:nvSpPr>
          <p:spPr>
            <a:xfrm>
              <a:off x="801581" y="4966326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478" name="橢圓 477">
              <a:extLst>
                <a:ext uri="{FF2B5EF4-FFF2-40B4-BE49-F238E27FC236}">
                  <a16:creationId xmlns:a16="http://schemas.microsoft.com/office/drawing/2014/main" id="{84C425DC-F46C-4C7E-808E-E7370435ABEF}"/>
                </a:ext>
              </a:extLst>
            </p:cNvPr>
            <p:cNvSpPr/>
            <p:nvPr/>
          </p:nvSpPr>
          <p:spPr>
            <a:xfrm>
              <a:off x="1269795" y="5070149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79" name="橢圓 478">
              <a:extLst>
                <a:ext uri="{FF2B5EF4-FFF2-40B4-BE49-F238E27FC236}">
                  <a16:creationId xmlns:a16="http://schemas.microsoft.com/office/drawing/2014/main" id="{4011C7FC-9200-44FB-A15D-79E4D642088A}"/>
                </a:ext>
              </a:extLst>
            </p:cNvPr>
            <p:cNvSpPr/>
            <p:nvPr/>
          </p:nvSpPr>
          <p:spPr>
            <a:xfrm>
              <a:off x="1269795" y="5805606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80" name="橢圓 479">
              <a:extLst>
                <a:ext uri="{FF2B5EF4-FFF2-40B4-BE49-F238E27FC236}">
                  <a16:creationId xmlns:a16="http://schemas.microsoft.com/office/drawing/2014/main" id="{32F8CE78-00AD-4B4F-88FA-181AE78F6C2C}"/>
                </a:ext>
              </a:extLst>
            </p:cNvPr>
            <p:cNvSpPr/>
            <p:nvPr/>
          </p:nvSpPr>
          <p:spPr>
            <a:xfrm>
              <a:off x="1633048" y="5442907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81" name="橢圓 480">
              <a:extLst>
                <a:ext uri="{FF2B5EF4-FFF2-40B4-BE49-F238E27FC236}">
                  <a16:creationId xmlns:a16="http://schemas.microsoft.com/office/drawing/2014/main" id="{7382C115-71BC-4DE7-8CAB-A09F81D6F13F}"/>
                </a:ext>
              </a:extLst>
            </p:cNvPr>
            <p:cNvSpPr/>
            <p:nvPr/>
          </p:nvSpPr>
          <p:spPr>
            <a:xfrm>
              <a:off x="895950" y="5442907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82" name="橢圓 481">
              <a:extLst>
                <a:ext uri="{FF2B5EF4-FFF2-40B4-BE49-F238E27FC236}">
                  <a16:creationId xmlns:a16="http://schemas.microsoft.com/office/drawing/2014/main" id="{92A99A6E-DC93-4527-B6B9-3CE7499B18CA}"/>
                </a:ext>
              </a:extLst>
            </p:cNvPr>
            <p:cNvSpPr/>
            <p:nvPr/>
          </p:nvSpPr>
          <p:spPr>
            <a:xfrm>
              <a:off x="1006324" y="571045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83" name="橢圓 482">
              <a:extLst>
                <a:ext uri="{FF2B5EF4-FFF2-40B4-BE49-F238E27FC236}">
                  <a16:creationId xmlns:a16="http://schemas.microsoft.com/office/drawing/2014/main" id="{CCC4D938-B3D7-4B22-BF74-89C7806B6DAB}"/>
                </a:ext>
              </a:extLst>
            </p:cNvPr>
            <p:cNvSpPr/>
            <p:nvPr/>
          </p:nvSpPr>
          <p:spPr>
            <a:xfrm>
              <a:off x="1006324" y="5181504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84" name="橢圓 483">
              <a:extLst>
                <a:ext uri="{FF2B5EF4-FFF2-40B4-BE49-F238E27FC236}">
                  <a16:creationId xmlns:a16="http://schemas.microsoft.com/office/drawing/2014/main" id="{F144CFB2-6258-488F-A123-D82A14BB148A}"/>
                </a:ext>
              </a:extLst>
            </p:cNvPr>
            <p:cNvSpPr/>
            <p:nvPr/>
          </p:nvSpPr>
          <p:spPr>
            <a:xfrm>
              <a:off x="1531150" y="571045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485" name="橢圓 484">
              <a:extLst>
                <a:ext uri="{FF2B5EF4-FFF2-40B4-BE49-F238E27FC236}">
                  <a16:creationId xmlns:a16="http://schemas.microsoft.com/office/drawing/2014/main" id="{2EC38CF1-9648-43C2-87B1-98702B53F0C6}"/>
                </a:ext>
              </a:extLst>
            </p:cNvPr>
            <p:cNvSpPr/>
            <p:nvPr/>
          </p:nvSpPr>
          <p:spPr>
            <a:xfrm>
              <a:off x="1531150" y="5181504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86" name="等腰三角形 485">
              <a:extLst>
                <a:ext uri="{FF2B5EF4-FFF2-40B4-BE49-F238E27FC236}">
                  <a16:creationId xmlns:a16="http://schemas.microsoft.com/office/drawing/2014/main" id="{887FEAA2-70C1-41E2-A72B-5EBCF730AEA3}"/>
                </a:ext>
              </a:extLst>
            </p:cNvPr>
            <p:cNvSpPr/>
            <p:nvPr/>
          </p:nvSpPr>
          <p:spPr>
            <a:xfrm rot="5400000" flipH="1">
              <a:off x="1342194" y="5038456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87" name="等腰三角形 486">
              <a:extLst>
                <a:ext uri="{FF2B5EF4-FFF2-40B4-BE49-F238E27FC236}">
                  <a16:creationId xmlns:a16="http://schemas.microsoft.com/office/drawing/2014/main" id="{ABCFFC81-C04C-4CBB-B057-00DFA3C95394}"/>
                </a:ext>
              </a:extLst>
            </p:cNvPr>
            <p:cNvSpPr/>
            <p:nvPr/>
          </p:nvSpPr>
          <p:spPr>
            <a:xfrm rot="5400000" flipH="1">
              <a:off x="1342194" y="577254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88" name="等腰三角形 487">
              <a:extLst>
                <a:ext uri="{FF2B5EF4-FFF2-40B4-BE49-F238E27FC236}">
                  <a16:creationId xmlns:a16="http://schemas.microsoft.com/office/drawing/2014/main" id="{672298CF-BFAD-4524-A1B3-375BC8808FF9}"/>
                </a:ext>
              </a:extLst>
            </p:cNvPr>
            <p:cNvSpPr/>
            <p:nvPr/>
          </p:nvSpPr>
          <p:spPr>
            <a:xfrm rot="5400000" flipH="1">
              <a:off x="968349" y="541378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89" name="等腰三角形 488">
              <a:extLst>
                <a:ext uri="{FF2B5EF4-FFF2-40B4-BE49-F238E27FC236}">
                  <a16:creationId xmlns:a16="http://schemas.microsoft.com/office/drawing/2014/main" id="{8866D73F-83AC-4FA3-A3BD-73876E777EA9}"/>
                </a:ext>
              </a:extLst>
            </p:cNvPr>
            <p:cNvSpPr/>
            <p:nvPr/>
          </p:nvSpPr>
          <p:spPr>
            <a:xfrm rot="5400000" flipH="1">
              <a:off x="1078723" y="514853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90" name="等腰三角形 489">
              <a:extLst>
                <a:ext uri="{FF2B5EF4-FFF2-40B4-BE49-F238E27FC236}">
                  <a16:creationId xmlns:a16="http://schemas.microsoft.com/office/drawing/2014/main" id="{11B8E0C9-00E1-4425-BD53-A178C82DBF97}"/>
                </a:ext>
              </a:extLst>
            </p:cNvPr>
            <p:cNvSpPr/>
            <p:nvPr/>
          </p:nvSpPr>
          <p:spPr>
            <a:xfrm rot="5400000" flipH="1">
              <a:off x="1078723" y="567819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91" name="等腰三角形 490">
              <a:extLst>
                <a:ext uri="{FF2B5EF4-FFF2-40B4-BE49-F238E27FC236}">
                  <a16:creationId xmlns:a16="http://schemas.microsoft.com/office/drawing/2014/main" id="{4BEBB870-C998-42FB-AB64-6768792D3C65}"/>
                </a:ext>
              </a:extLst>
            </p:cNvPr>
            <p:cNvSpPr/>
            <p:nvPr/>
          </p:nvSpPr>
          <p:spPr>
            <a:xfrm rot="5400000" flipH="1">
              <a:off x="1603549" y="514853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92" name="等腰三角形 491">
              <a:extLst>
                <a:ext uri="{FF2B5EF4-FFF2-40B4-BE49-F238E27FC236}">
                  <a16:creationId xmlns:a16="http://schemas.microsoft.com/office/drawing/2014/main" id="{6E47A69F-5D7C-4839-8808-1E5D8B688E05}"/>
                </a:ext>
              </a:extLst>
            </p:cNvPr>
            <p:cNvSpPr/>
            <p:nvPr/>
          </p:nvSpPr>
          <p:spPr>
            <a:xfrm rot="5400000" flipH="1">
              <a:off x="1603549" y="567819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93" name="等腰三角形 492">
              <a:extLst>
                <a:ext uri="{FF2B5EF4-FFF2-40B4-BE49-F238E27FC236}">
                  <a16:creationId xmlns:a16="http://schemas.microsoft.com/office/drawing/2014/main" id="{27FCD585-1A51-431B-8E1A-05AE8CE2C9FD}"/>
                </a:ext>
              </a:extLst>
            </p:cNvPr>
            <p:cNvSpPr/>
            <p:nvPr/>
          </p:nvSpPr>
          <p:spPr>
            <a:xfrm rot="5400000" flipH="1">
              <a:off x="1705447" y="541378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pic>
        <p:nvPicPr>
          <p:cNvPr id="494" name="圖片 493">
            <a:extLst>
              <a:ext uri="{FF2B5EF4-FFF2-40B4-BE49-F238E27FC236}">
                <a16:creationId xmlns:a16="http://schemas.microsoft.com/office/drawing/2014/main" id="{7F2CBD11-C17F-4ECC-9647-5B79E8AD6A57}"/>
              </a:ext>
            </a:extLst>
          </p:cNvPr>
          <p:cNvPicPr>
            <a:picLocks noChangeAspect="1"/>
          </p:cNvPicPr>
          <p:nvPr/>
        </p:nvPicPr>
        <p:blipFill>
          <a:blip r:embed="rId2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225907" y="1886631"/>
            <a:ext cx="283685" cy="736062"/>
          </a:xfrm>
          <a:prstGeom prst="rect">
            <a:avLst/>
          </a:prstGeom>
        </p:spPr>
      </p:pic>
      <p:pic>
        <p:nvPicPr>
          <p:cNvPr id="495" name="圖片 494">
            <a:extLst>
              <a:ext uri="{FF2B5EF4-FFF2-40B4-BE49-F238E27FC236}">
                <a16:creationId xmlns:a16="http://schemas.microsoft.com/office/drawing/2014/main" id="{B4565B34-D20A-4F03-B7AD-18A3C8A5D9E4}"/>
              </a:ext>
            </a:extLst>
          </p:cNvPr>
          <p:cNvPicPr>
            <a:picLocks noChangeAspect="1"/>
          </p:cNvPicPr>
          <p:nvPr/>
        </p:nvPicPr>
        <p:blipFill>
          <a:blip r:embed="rId2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46812" y="1886631"/>
            <a:ext cx="283685" cy="73606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00" name="文字方塊 499">
                <a:extLst>
                  <a:ext uri="{FF2B5EF4-FFF2-40B4-BE49-F238E27FC236}">
                    <a16:creationId xmlns:a16="http://schemas.microsoft.com/office/drawing/2014/main" id="{3CD0F010-AACF-4ED0-B89E-C4CD8E41ED38}"/>
                  </a:ext>
                </a:extLst>
              </p:cNvPr>
              <p:cNvSpPr txBox="1"/>
              <p:nvPr/>
            </p:nvSpPr>
            <p:spPr>
              <a:xfrm>
                <a:off x="7843073" y="1638919"/>
                <a:ext cx="612129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1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100" dirty="0"/>
              </a:p>
            </p:txBody>
          </p:sp>
        </mc:Choice>
        <mc:Fallback xmlns="">
          <p:sp>
            <p:nvSpPr>
              <p:cNvPr id="500" name="文字方塊 499">
                <a:extLst>
                  <a:ext uri="{FF2B5EF4-FFF2-40B4-BE49-F238E27FC236}">
                    <a16:creationId xmlns:a16="http://schemas.microsoft.com/office/drawing/2014/main" id="{3CD0F010-AACF-4ED0-B89E-C4CD8E41ED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3073" y="1638919"/>
                <a:ext cx="612129" cy="26161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01" name="群組 500">
            <a:extLst>
              <a:ext uri="{FF2B5EF4-FFF2-40B4-BE49-F238E27FC236}">
                <a16:creationId xmlns:a16="http://schemas.microsoft.com/office/drawing/2014/main" id="{91D2220D-5DD6-416F-B3EC-8BE0E30C8611}"/>
              </a:ext>
            </a:extLst>
          </p:cNvPr>
          <p:cNvGrpSpPr/>
          <p:nvPr/>
        </p:nvGrpSpPr>
        <p:grpSpPr>
          <a:xfrm>
            <a:off x="7777224" y="1892699"/>
            <a:ext cx="720000" cy="720000"/>
            <a:chOff x="3481679" y="1553308"/>
            <a:chExt cx="1150186" cy="1150186"/>
          </a:xfrm>
        </p:grpSpPr>
        <p:sp>
          <p:nvSpPr>
            <p:cNvPr id="502" name="矩形: 圓角 501">
              <a:extLst>
                <a:ext uri="{FF2B5EF4-FFF2-40B4-BE49-F238E27FC236}">
                  <a16:creationId xmlns:a16="http://schemas.microsoft.com/office/drawing/2014/main" id="{10F9AC01-CF3E-4C66-8647-735EC83F84D1}"/>
                </a:ext>
              </a:extLst>
            </p:cNvPr>
            <p:cNvSpPr/>
            <p:nvPr/>
          </p:nvSpPr>
          <p:spPr>
            <a:xfrm>
              <a:off x="3481679" y="1553308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 dirty="0"/>
            </a:p>
          </p:txBody>
        </p:sp>
        <p:sp>
          <p:nvSpPr>
            <p:cNvPr id="503" name="橢圓 502">
              <a:extLst>
                <a:ext uri="{FF2B5EF4-FFF2-40B4-BE49-F238E27FC236}">
                  <a16:creationId xmlns:a16="http://schemas.microsoft.com/office/drawing/2014/main" id="{755155C2-4684-40A6-B6A4-9DA545B51BE9}"/>
                </a:ext>
              </a:extLst>
            </p:cNvPr>
            <p:cNvSpPr/>
            <p:nvPr/>
          </p:nvSpPr>
          <p:spPr>
            <a:xfrm>
              <a:off x="3940548" y="1642556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504" name="橢圓 503">
              <a:extLst>
                <a:ext uri="{FF2B5EF4-FFF2-40B4-BE49-F238E27FC236}">
                  <a16:creationId xmlns:a16="http://schemas.microsoft.com/office/drawing/2014/main" id="{E4ADCF8A-1F84-4717-90AD-43A8DDAD5405}"/>
                </a:ext>
              </a:extLst>
            </p:cNvPr>
            <p:cNvSpPr/>
            <p:nvPr/>
          </p:nvSpPr>
          <p:spPr>
            <a:xfrm>
              <a:off x="3940548" y="23780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505" name="橢圓 504">
              <a:extLst>
                <a:ext uri="{FF2B5EF4-FFF2-40B4-BE49-F238E27FC236}">
                  <a16:creationId xmlns:a16="http://schemas.microsoft.com/office/drawing/2014/main" id="{7F06A51D-B5FD-449C-ABBC-0975E207F7AB}"/>
                </a:ext>
              </a:extLst>
            </p:cNvPr>
            <p:cNvSpPr/>
            <p:nvPr/>
          </p:nvSpPr>
          <p:spPr>
            <a:xfrm>
              <a:off x="4303801" y="20153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506" name="橢圓 505">
              <a:extLst>
                <a:ext uri="{FF2B5EF4-FFF2-40B4-BE49-F238E27FC236}">
                  <a16:creationId xmlns:a16="http://schemas.microsoft.com/office/drawing/2014/main" id="{F9F38A02-460D-4AE5-B0F3-1B77DEC82158}"/>
                </a:ext>
              </a:extLst>
            </p:cNvPr>
            <p:cNvSpPr/>
            <p:nvPr/>
          </p:nvSpPr>
          <p:spPr>
            <a:xfrm>
              <a:off x="3566703" y="20153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507" name="橢圓 506">
              <a:extLst>
                <a:ext uri="{FF2B5EF4-FFF2-40B4-BE49-F238E27FC236}">
                  <a16:creationId xmlns:a16="http://schemas.microsoft.com/office/drawing/2014/main" id="{6D3D80CC-EEB2-4DE0-B8C5-CFB3C52C2144}"/>
                </a:ext>
              </a:extLst>
            </p:cNvPr>
            <p:cNvSpPr/>
            <p:nvPr/>
          </p:nvSpPr>
          <p:spPr>
            <a:xfrm>
              <a:off x="3677077" y="228286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508" name="橢圓 507">
              <a:extLst>
                <a:ext uri="{FF2B5EF4-FFF2-40B4-BE49-F238E27FC236}">
                  <a16:creationId xmlns:a16="http://schemas.microsoft.com/office/drawing/2014/main" id="{4292BCE2-0BC4-4A6B-B024-22A417FD49C8}"/>
                </a:ext>
              </a:extLst>
            </p:cNvPr>
            <p:cNvSpPr/>
            <p:nvPr/>
          </p:nvSpPr>
          <p:spPr>
            <a:xfrm>
              <a:off x="3677077" y="175391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509" name="橢圓 508">
              <a:extLst>
                <a:ext uri="{FF2B5EF4-FFF2-40B4-BE49-F238E27FC236}">
                  <a16:creationId xmlns:a16="http://schemas.microsoft.com/office/drawing/2014/main" id="{E4B6DD7F-A303-4D8B-A255-8D272C10D332}"/>
                </a:ext>
              </a:extLst>
            </p:cNvPr>
            <p:cNvSpPr/>
            <p:nvPr/>
          </p:nvSpPr>
          <p:spPr>
            <a:xfrm>
              <a:off x="4201903" y="228286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 dirty="0"/>
            </a:p>
          </p:txBody>
        </p:sp>
        <p:sp>
          <p:nvSpPr>
            <p:cNvPr id="510" name="橢圓 509">
              <a:extLst>
                <a:ext uri="{FF2B5EF4-FFF2-40B4-BE49-F238E27FC236}">
                  <a16:creationId xmlns:a16="http://schemas.microsoft.com/office/drawing/2014/main" id="{B965FA2E-E02C-4479-9817-DC7A8F02574E}"/>
                </a:ext>
              </a:extLst>
            </p:cNvPr>
            <p:cNvSpPr/>
            <p:nvPr/>
          </p:nvSpPr>
          <p:spPr>
            <a:xfrm>
              <a:off x="4201903" y="175391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511" name="等腰三角形 510">
              <a:extLst>
                <a:ext uri="{FF2B5EF4-FFF2-40B4-BE49-F238E27FC236}">
                  <a16:creationId xmlns:a16="http://schemas.microsoft.com/office/drawing/2014/main" id="{F27C1768-F1A1-41E6-B210-7551D2DC1306}"/>
                </a:ext>
              </a:extLst>
            </p:cNvPr>
            <p:cNvSpPr/>
            <p:nvPr/>
          </p:nvSpPr>
          <p:spPr>
            <a:xfrm rot="16200000">
              <a:off x="4012947" y="161086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512" name="等腰三角形 511">
              <a:extLst>
                <a:ext uri="{FF2B5EF4-FFF2-40B4-BE49-F238E27FC236}">
                  <a16:creationId xmlns:a16="http://schemas.microsoft.com/office/drawing/2014/main" id="{69600DB1-8023-48F6-BD9E-ECC1CD944A30}"/>
                </a:ext>
              </a:extLst>
            </p:cNvPr>
            <p:cNvSpPr/>
            <p:nvPr/>
          </p:nvSpPr>
          <p:spPr>
            <a:xfrm rot="16200000">
              <a:off x="4012947" y="234495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513" name="等腰三角形 512">
              <a:extLst>
                <a:ext uri="{FF2B5EF4-FFF2-40B4-BE49-F238E27FC236}">
                  <a16:creationId xmlns:a16="http://schemas.microsoft.com/office/drawing/2014/main" id="{F55D5FD9-4C3C-4BA1-9054-048372F2EEB9}"/>
                </a:ext>
              </a:extLst>
            </p:cNvPr>
            <p:cNvSpPr/>
            <p:nvPr/>
          </p:nvSpPr>
          <p:spPr>
            <a:xfrm rot="16200000">
              <a:off x="3639102" y="1986189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514" name="等腰三角形 513">
              <a:extLst>
                <a:ext uri="{FF2B5EF4-FFF2-40B4-BE49-F238E27FC236}">
                  <a16:creationId xmlns:a16="http://schemas.microsoft.com/office/drawing/2014/main" id="{7B8DE4B8-A627-450D-AB95-BC8302F961D7}"/>
                </a:ext>
              </a:extLst>
            </p:cNvPr>
            <p:cNvSpPr/>
            <p:nvPr/>
          </p:nvSpPr>
          <p:spPr>
            <a:xfrm rot="16200000">
              <a:off x="3749476" y="172093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515" name="等腰三角形 514">
              <a:extLst>
                <a:ext uri="{FF2B5EF4-FFF2-40B4-BE49-F238E27FC236}">
                  <a16:creationId xmlns:a16="http://schemas.microsoft.com/office/drawing/2014/main" id="{9DE7237C-99BA-40D8-840A-5EE64F6E1E06}"/>
                </a:ext>
              </a:extLst>
            </p:cNvPr>
            <p:cNvSpPr/>
            <p:nvPr/>
          </p:nvSpPr>
          <p:spPr>
            <a:xfrm rot="16200000">
              <a:off x="3749476" y="225060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516" name="等腰三角形 515">
              <a:extLst>
                <a:ext uri="{FF2B5EF4-FFF2-40B4-BE49-F238E27FC236}">
                  <a16:creationId xmlns:a16="http://schemas.microsoft.com/office/drawing/2014/main" id="{6983A991-DB4D-4628-A034-1540268C5D72}"/>
                </a:ext>
              </a:extLst>
            </p:cNvPr>
            <p:cNvSpPr/>
            <p:nvPr/>
          </p:nvSpPr>
          <p:spPr>
            <a:xfrm rot="16200000">
              <a:off x="4274302" y="172093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517" name="等腰三角形 516">
              <a:extLst>
                <a:ext uri="{FF2B5EF4-FFF2-40B4-BE49-F238E27FC236}">
                  <a16:creationId xmlns:a16="http://schemas.microsoft.com/office/drawing/2014/main" id="{31BAA051-DEAB-423B-8877-338B69C6277A}"/>
                </a:ext>
              </a:extLst>
            </p:cNvPr>
            <p:cNvSpPr/>
            <p:nvPr/>
          </p:nvSpPr>
          <p:spPr>
            <a:xfrm rot="16200000">
              <a:off x="4274302" y="225060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518" name="等腰三角形 517">
              <a:extLst>
                <a:ext uri="{FF2B5EF4-FFF2-40B4-BE49-F238E27FC236}">
                  <a16:creationId xmlns:a16="http://schemas.microsoft.com/office/drawing/2014/main" id="{F0BE1C6E-F8A2-4D29-B95A-7168C4624F48}"/>
                </a:ext>
              </a:extLst>
            </p:cNvPr>
            <p:cNvSpPr/>
            <p:nvPr/>
          </p:nvSpPr>
          <p:spPr>
            <a:xfrm rot="16200000">
              <a:off x="4376200" y="1986189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grpSp>
          <p:nvGrpSpPr>
            <p:cNvPr id="519" name="群組 518">
              <a:extLst>
                <a:ext uri="{FF2B5EF4-FFF2-40B4-BE49-F238E27FC236}">
                  <a16:creationId xmlns:a16="http://schemas.microsoft.com/office/drawing/2014/main" id="{CF8984C6-A7FE-4FFE-B930-95B64555C3CB}"/>
                </a:ext>
              </a:extLst>
            </p:cNvPr>
            <p:cNvGrpSpPr/>
            <p:nvPr/>
          </p:nvGrpSpPr>
          <p:grpSpPr>
            <a:xfrm>
              <a:off x="4057671" y="2031019"/>
              <a:ext cx="115586" cy="110880"/>
              <a:chOff x="1373392" y="2391862"/>
              <a:chExt cx="479433" cy="476535"/>
            </a:xfrm>
          </p:grpSpPr>
          <p:sp>
            <p:nvSpPr>
              <p:cNvPr id="522" name="箭號: 向右 521">
                <a:extLst>
                  <a:ext uri="{FF2B5EF4-FFF2-40B4-BE49-F238E27FC236}">
                    <a16:creationId xmlns:a16="http://schemas.microsoft.com/office/drawing/2014/main" id="{393CAD47-E8BB-4451-9D35-098D1DC8B45D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bg1"/>
                  </a:solidFill>
                </a:endParaRPr>
              </a:p>
            </p:txBody>
          </p:sp>
          <p:sp>
            <p:nvSpPr>
              <p:cNvPr id="523" name="箭號: 向右 522">
                <a:extLst>
                  <a:ext uri="{FF2B5EF4-FFF2-40B4-BE49-F238E27FC236}">
                    <a16:creationId xmlns:a16="http://schemas.microsoft.com/office/drawing/2014/main" id="{D033524E-044F-4F1C-955B-A9C1774AEA88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0" name="文字方塊 519">
                  <a:extLst>
                    <a:ext uri="{FF2B5EF4-FFF2-40B4-BE49-F238E27FC236}">
                      <a16:creationId xmlns:a16="http://schemas.microsoft.com/office/drawing/2014/main" id="{CC9B5CC6-C2A6-4889-A719-60DFBA75F028}"/>
                    </a:ext>
                  </a:extLst>
                </p:cNvPr>
                <p:cNvSpPr txBox="1"/>
                <p:nvPr/>
              </p:nvSpPr>
              <p:spPr>
                <a:xfrm>
                  <a:off x="3836505" y="1616345"/>
                  <a:ext cx="411859" cy="4658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520" name="文字方塊 519">
                  <a:extLst>
                    <a:ext uri="{FF2B5EF4-FFF2-40B4-BE49-F238E27FC236}">
                      <a16:creationId xmlns:a16="http://schemas.microsoft.com/office/drawing/2014/main" id="{CC9B5CC6-C2A6-4889-A719-60DFBA75F02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6505" y="1616345"/>
                  <a:ext cx="411859" cy="465854"/>
                </a:xfrm>
                <a:prstGeom prst="rect">
                  <a:avLst/>
                </a:prstGeom>
                <a:blipFill>
                  <a:blip r:embed="rId22"/>
                  <a:stretch>
                    <a:fillRect r="-697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1" name="文字方塊 520">
                  <a:extLst>
                    <a:ext uri="{FF2B5EF4-FFF2-40B4-BE49-F238E27FC236}">
                      <a16:creationId xmlns:a16="http://schemas.microsoft.com/office/drawing/2014/main" id="{C1B85C49-8CE2-4FAE-93E2-BD2214232CDA}"/>
                    </a:ext>
                  </a:extLst>
                </p:cNvPr>
                <p:cNvSpPr txBox="1"/>
                <p:nvPr/>
              </p:nvSpPr>
              <p:spPr>
                <a:xfrm>
                  <a:off x="4088416" y="1839893"/>
                  <a:ext cx="521830" cy="44250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521" name="文字方塊 520">
                  <a:extLst>
                    <a:ext uri="{FF2B5EF4-FFF2-40B4-BE49-F238E27FC236}">
                      <a16:creationId xmlns:a16="http://schemas.microsoft.com/office/drawing/2014/main" id="{C1B85C49-8CE2-4FAE-93E2-BD2214232C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88416" y="1839893"/>
                  <a:ext cx="521830" cy="442501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28" name="文字方塊 527">
                <a:extLst>
                  <a:ext uri="{FF2B5EF4-FFF2-40B4-BE49-F238E27FC236}">
                    <a16:creationId xmlns:a16="http://schemas.microsoft.com/office/drawing/2014/main" id="{7FADB91C-5F7D-49D7-9287-F4B92B04B2B1}"/>
                  </a:ext>
                </a:extLst>
              </p:cNvPr>
              <p:cNvSpPr txBox="1"/>
              <p:nvPr/>
            </p:nvSpPr>
            <p:spPr>
              <a:xfrm rot="5400000">
                <a:off x="5166408" y="1127722"/>
                <a:ext cx="33746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528" name="文字方塊 527">
                <a:extLst>
                  <a:ext uri="{FF2B5EF4-FFF2-40B4-BE49-F238E27FC236}">
                    <a16:creationId xmlns:a16="http://schemas.microsoft.com/office/drawing/2014/main" id="{7FADB91C-5F7D-49D7-9287-F4B92B04B2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5166408" y="1127722"/>
                <a:ext cx="337468" cy="307777"/>
              </a:xfrm>
              <a:prstGeom prst="rect">
                <a:avLst/>
              </a:prstGeom>
              <a:blipFill>
                <a:blip r:embed="rId24"/>
                <a:stretch>
                  <a:fillRect b="-1636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9" name="文字方塊 528">
                <a:extLst>
                  <a:ext uri="{FF2B5EF4-FFF2-40B4-BE49-F238E27FC236}">
                    <a16:creationId xmlns:a16="http://schemas.microsoft.com/office/drawing/2014/main" id="{D6C91AF2-D439-413E-BA7F-B543ED57112D}"/>
                  </a:ext>
                </a:extLst>
              </p:cNvPr>
              <p:cNvSpPr txBox="1"/>
              <p:nvPr/>
            </p:nvSpPr>
            <p:spPr>
              <a:xfrm rot="5400000">
                <a:off x="1779363" y="1127722"/>
                <a:ext cx="33746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529" name="文字方塊 528">
                <a:extLst>
                  <a:ext uri="{FF2B5EF4-FFF2-40B4-BE49-F238E27FC236}">
                    <a16:creationId xmlns:a16="http://schemas.microsoft.com/office/drawing/2014/main" id="{D6C91AF2-D439-413E-BA7F-B543ED5711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1779363" y="1127722"/>
                <a:ext cx="337469" cy="307777"/>
              </a:xfrm>
              <a:prstGeom prst="rect">
                <a:avLst/>
              </a:prstGeom>
              <a:blipFill>
                <a:blip r:embed="rId25"/>
                <a:stretch>
                  <a:fillRect b="-1636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30" name="直線接點 529">
            <a:extLst>
              <a:ext uri="{FF2B5EF4-FFF2-40B4-BE49-F238E27FC236}">
                <a16:creationId xmlns:a16="http://schemas.microsoft.com/office/drawing/2014/main" id="{7EF36842-A2EC-4987-AB40-6054536CB4B9}"/>
              </a:ext>
            </a:extLst>
          </p:cNvPr>
          <p:cNvCxnSpPr>
            <a:cxnSpLocks/>
          </p:cNvCxnSpPr>
          <p:nvPr/>
        </p:nvCxnSpPr>
        <p:spPr>
          <a:xfrm flipV="1">
            <a:off x="8688327" y="3324033"/>
            <a:ext cx="252473" cy="244255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31" name="直線接點 530">
            <a:extLst>
              <a:ext uri="{FF2B5EF4-FFF2-40B4-BE49-F238E27FC236}">
                <a16:creationId xmlns:a16="http://schemas.microsoft.com/office/drawing/2014/main" id="{EC3F53B7-6709-4E3C-ADE0-36214BBFCF3D}"/>
              </a:ext>
            </a:extLst>
          </p:cNvPr>
          <p:cNvCxnSpPr>
            <a:cxnSpLocks/>
          </p:cNvCxnSpPr>
          <p:nvPr/>
        </p:nvCxnSpPr>
        <p:spPr>
          <a:xfrm>
            <a:off x="4088648" y="3430975"/>
            <a:ext cx="650875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32" name="直線接點 531">
            <a:extLst>
              <a:ext uri="{FF2B5EF4-FFF2-40B4-BE49-F238E27FC236}">
                <a16:creationId xmlns:a16="http://schemas.microsoft.com/office/drawing/2014/main" id="{AA97B1EC-9680-4B50-B9F5-C86138C5ECD8}"/>
              </a:ext>
            </a:extLst>
          </p:cNvPr>
          <p:cNvCxnSpPr>
            <a:cxnSpLocks/>
          </p:cNvCxnSpPr>
          <p:nvPr/>
        </p:nvCxnSpPr>
        <p:spPr>
          <a:xfrm>
            <a:off x="5185928" y="3759588"/>
            <a:ext cx="418783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33" name="直線接點 532">
            <a:extLst>
              <a:ext uri="{FF2B5EF4-FFF2-40B4-BE49-F238E27FC236}">
                <a16:creationId xmlns:a16="http://schemas.microsoft.com/office/drawing/2014/main" id="{515D2B91-220C-41F7-812C-11D5D509B88C}"/>
              </a:ext>
            </a:extLst>
          </p:cNvPr>
          <p:cNvCxnSpPr>
            <a:cxnSpLocks/>
          </p:cNvCxnSpPr>
          <p:nvPr/>
        </p:nvCxnSpPr>
        <p:spPr>
          <a:xfrm flipV="1">
            <a:off x="4194336" y="3644631"/>
            <a:ext cx="332143" cy="321332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34" name="直線接點 533">
            <a:extLst>
              <a:ext uri="{FF2B5EF4-FFF2-40B4-BE49-F238E27FC236}">
                <a16:creationId xmlns:a16="http://schemas.microsoft.com/office/drawing/2014/main" id="{9953CBD2-2B0F-446F-A697-9898B7CD7B15}"/>
              </a:ext>
            </a:extLst>
          </p:cNvPr>
          <p:cNvCxnSpPr>
            <a:cxnSpLocks/>
          </p:cNvCxnSpPr>
          <p:nvPr/>
        </p:nvCxnSpPr>
        <p:spPr>
          <a:xfrm flipV="1">
            <a:off x="5381548" y="3309451"/>
            <a:ext cx="252473" cy="244255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35" name="直線接點 534">
            <a:extLst>
              <a:ext uri="{FF2B5EF4-FFF2-40B4-BE49-F238E27FC236}">
                <a16:creationId xmlns:a16="http://schemas.microsoft.com/office/drawing/2014/main" id="{79D4959A-2DA1-4C75-8EDD-47A1075C6975}"/>
              </a:ext>
            </a:extLst>
          </p:cNvPr>
          <p:cNvCxnSpPr>
            <a:cxnSpLocks/>
          </p:cNvCxnSpPr>
          <p:nvPr/>
        </p:nvCxnSpPr>
        <p:spPr>
          <a:xfrm>
            <a:off x="804397" y="3425827"/>
            <a:ext cx="650875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36" name="直線接點 535">
            <a:extLst>
              <a:ext uri="{FF2B5EF4-FFF2-40B4-BE49-F238E27FC236}">
                <a16:creationId xmlns:a16="http://schemas.microsoft.com/office/drawing/2014/main" id="{F2C6170A-1670-44EB-A7BB-B3BAB00A749D}"/>
              </a:ext>
            </a:extLst>
          </p:cNvPr>
          <p:cNvCxnSpPr>
            <a:cxnSpLocks/>
          </p:cNvCxnSpPr>
          <p:nvPr/>
        </p:nvCxnSpPr>
        <p:spPr>
          <a:xfrm>
            <a:off x="1901677" y="3754440"/>
            <a:ext cx="418783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37" name="直線接點 536">
            <a:extLst>
              <a:ext uri="{FF2B5EF4-FFF2-40B4-BE49-F238E27FC236}">
                <a16:creationId xmlns:a16="http://schemas.microsoft.com/office/drawing/2014/main" id="{E322625F-D130-4D20-A192-DB5E10FCA82B}"/>
              </a:ext>
            </a:extLst>
          </p:cNvPr>
          <p:cNvCxnSpPr>
            <a:cxnSpLocks/>
          </p:cNvCxnSpPr>
          <p:nvPr/>
        </p:nvCxnSpPr>
        <p:spPr>
          <a:xfrm flipV="1">
            <a:off x="910085" y="3639483"/>
            <a:ext cx="332143" cy="321332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38" name="直線接點 537">
            <a:extLst>
              <a:ext uri="{FF2B5EF4-FFF2-40B4-BE49-F238E27FC236}">
                <a16:creationId xmlns:a16="http://schemas.microsoft.com/office/drawing/2014/main" id="{ED102DB8-FDDD-4815-AD97-770B5618B613}"/>
              </a:ext>
            </a:extLst>
          </p:cNvPr>
          <p:cNvCxnSpPr>
            <a:cxnSpLocks/>
          </p:cNvCxnSpPr>
          <p:nvPr/>
        </p:nvCxnSpPr>
        <p:spPr>
          <a:xfrm flipV="1">
            <a:off x="2097297" y="3304303"/>
            <a:ext cx="252473" cy="244255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43" name="文字方塊 542">
                <a:extLst>
                  <a:ext uri="{FF2B5EF4-FFF2-40B4-BE49-F238E27FC236}">
                    <a16:creationId xmlns:a16="http://schemas.microsoft.com/office/drawing/2014/main" id="{D2598A55-DD4D-47A8-AE32-9FB7804FD31B}"/>
                  </a:ext>
                </a:extLst>
              </p:cNvPr>
              <p:cNvSpPr txBox="1"/>
              <p:nvPr/>
            </p:nvSpPr>
            <p:spPr>
              <a:xfrm rot="5400000">
                <a:off x="5158470" y="1877023"/>
                <a:ext cx="33746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543" name="文字方塊 542">
                <a:extLst>
                  <a:ext uri="{FF2B5EF4-FFF2-40B4-BE49-F238E27FC236}">
                    <a16:creationId xmlns:a16="http://schemas.microsoft.com/office/drawing/2014/main" id="{D2598A55-DD4D-47A8-AE32-9FB7804FD3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5158470" y="1877023"/>
                <a:ext cx="337468" cy="307777"/>
              </a:xfrm>
              <a:prstGeom prst="rect">
                <a:avLst/>
              </a:prstGeom>
              <a:blipFill>
                <a:blip r:embed="rId26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4" name="文字方塊 543">
                <a:extLst>
                  <a:ext uri="{FF2B5EF4-FFF2-40B4-BE49-F238E27FC236}">
                    <a16:creationId xmlns:a16="http://schemas.microsoft.com/office/drawing/2014/main" id="{CD68F481-F759-407A-B957-899B52BF51AB}"/>
                  </a:ext>
                </a:extLst>
              </p:cNvPr>
              <p:cNvSpPr txBox="1"/>
              <p:nvPr/>
            </p:nvSpPr>
            <p:spPr>
              <a:xfrm rot="5400000">
                <a:off x="1771425" y="1877023"/>
                <a:ext cx="33746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544" name="文字方塊 543">
                <a:extLst>
                  <a:ext uri="{FF2B5EF4-FFF2-40B4-BE49-F238E27FC236}">
                    <a16:creationId xmlns:a16="http://schemas.microsoft.com/office/drawing/2014/main" id="{CD68F481-F759-407A-B957-899B52BF51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1771425" y="1877023"/>
                <a:ext cx="337469" cy="307777"/>
              </a:xfrm>
              <a:prstGeom prst="rect">
                <a:avLst/>
              </a:prstGeom>
              <a:blipFill>
                <a:blip r:embed="rId27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5" name="文字方塊 544">
                <a:extLst>
                  <a:ext uri="{FF2B5EF4-FFF2-40B4-BE49-F238E27FC236}">
                    <a16:creationId xmlns:a16="http://schemas.microsoft.com/office/drawing/2014/main" id="{89123396-9B5E-462C-BF01-CD8A29824C00}"/>
                  </a:ext>
                </a:extLst>
              </p:cNvPr>
              <p:cNvSpPr txBox="1"/>
              <p:nvPr/>
            </p:nvSpPr>
            <p:spPr>
              <a:xfrm>
                <a:off x="7897980" y="2874847"/>
                <a:ext cx="71555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5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15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50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15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zh-TW" altLang="en-US" sz="1150" dirty="0"/>
              </a:p>
            </p:txBody>
          </p:sp>
        </mc:Choice>
        <mc:Fallback xmlns="">
          <p:sp>
            <p:nvSpPr>
              <p:cNvPr id="545" name="文字方塊 544">
                <a:extLst>
                  <a:ext uri="{FF2B5EF4-FFF2-40B4-BE49-F238E27FC236}">
                    <a16:creationId xmlns:a16="http://schemas.microsoft.com/office/drawing/2014/main" id="{89123396-9B5E-462C-BF01-CD8A29824C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7980" y="2874847"/>
                <a:ext cx="715550" cy="276999"/>
              </a:xfrm>
              <a:prstGeom prst="rect">
                <a:avLst/>
              </a:prstGeom>
              <a:blipFill>
                <a:blip r:embed="rId28"/>
                <a:stretch>
                  <a:fillRect t="-95556" r="-34188" b="-14888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6" name="文字方塊 545">
                <a:extLst>
                  <a:ext uri="{FF2B5EF4-FFF2-40B4-BE49-F238E27FC236}">
                    <a16:creationId xmlns:a16="http://schemas.microsoft.com/office/drawing/2014/main" id="{51F46984-0199-4FD3-A2EE-6E64F5367350}"/>
                  </a:ext>
                </a:extLst>
              </p:cNvPr>
              <p:cNvSpPr txBox="1"/>
              <p:nvPr/>
            </p:nvSpPr>
            <p:spPr>
              <a:xfrm>
                <a:off x="7849278" y="4011477"/>
                <a:ext cx="81295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5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15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50" i="1">
                              <a:latin typeface="Cambria Math" panose="02040503050406030204" pitchFamily="18" charset="0"/>
                            </a:rPr>
                            <m:t>−1, 1</m:t>
                          </m:r>
                        </m:e>
                      </m:d>
                    </m:oMath>
                  </m:oMathPara>
                </a14:m>
                <a:endParaRPr lang="zh-TW" altLang="en-US" sz="1150" dirty="0"/>
              </a:p>
            </p:txBody>
          </p:sp>
        </mc:Choice>
        <mc:Fallback xmlns="">
          <p:sp>
            <p:nvSpPr>
              <p:cNvPr id="546" name="文字方塊 545">
                <a:extLst>
                  <a:ext uri="{FF2B5EF4-FFF2-40B4-BE49-F238E27FC236}">
                    <a16:creationId xmlns:a16="http://schemas.microsoft.com/office/drawing/2014/main" id="{51F46984-0199-4FD3-A2EE-6E64F53673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9278" y="4011477"/>
                <a:ext cx="812954" cy="276999"/>
              </a:xfrm>
              <a:prstGeom prst="rect">
                <a:avLst/>
              </a:prstGeom>
              <a:blipFill>
                <a:blip r:embed="rId29"/>
                <a:stretch>
                  <a:fillRect t="-95556" r="-23308" b="-14888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7" name="文字方塊 546">
                <a:extLst>
                  <a:ext uri="{FF2B5EF4-FFF2-40B4-BE49-F238E27FC236}">
                    <a16:creationId xmlns:a16="http://schemas.microsoft.com/office/drawing/2014/main" id="{5252AFDE-D120-4AC7-A65B-916DF18F6DA6}"/>
                  </a:ext>
                </a:extLst>
              </p:cNvPr>
              <p:cNvSpPr txBox="1"/>
              <p:nvPr/>
            </p:nvSpPr>
            <p:spPr>
              <a:xfrm>
                <a:off x="4602330" y="2874847"/>
                <a:ext cx="71555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5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15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50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15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zh-TW" altLang="en-US" sz="1150" dirty="0"/>
              </a:p>
            </p:txBody>
          </p:sp>
        </mc:Choice>
        <mc:Fallback xmlns="">
          <p:sp>
            <p:nvSpPr>
              <p:cNvPr id="547" name="文字方塊 546">
                <a:extLst>
                  <a:ext uri="{FF2B5EF4-FFF2-40B4-BE49-F238E27FC236}">
                    <a16:creationId xmlns:a16="http://schemas.microsoft.com/office/drawing/2014/main" id="{5252AFDE-D120-4AC7-A65B-916DF18F6D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2330" y="2874847"/>
                <a:ext cx="715550" cy="276999"/>
              </a:xfrm>
              <a:prstGeom prst="rect">
                <a:avLst/>
              </a:prstGeom>
              <a:blipFill>
                <a:blip r:embed="rId28"/>
                <a:stretch>
                  <a:fillRect t="-95556" r="-34188" b="-14888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8" name="文字方塊 547">
                <a:extLst>
                  <a:ext uri="{FF2B5EF4-FFF2-40B4-BE49-F238E27FC236}">
                    <a16:creationId xmlns:a16="http://schemas.microsoft.com/office/drawing/2014/main" id="{F3FDC21F-1A37-4740-8C1D-57C21DF700BC}"/>
                  </a:ext>
                </a:extLst>
              </p:cNvPr>
              <p:cNvSpPr txBox="1"/>
              <p:nvPr/>
            </p:nvSpPr>
            <p:spPr>
              <a:xfrm>
                <a:off x="4553628" y="4011477"/>
                <a:ext cx="81295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5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15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50" i="1">
                              <a:latin typeface="Cambria Math" panose="02040503050406030204" pitchFamily="18" charset="0"/>
                            </a:rPr>
                            <m:t>−1, 1</m:t>
                          </m:r>
                        </m:e>
                      </m:d>
                    </m:oMath>
                  </m:oMathPara>
                </a14:m>
                <a:endParaRPr lang="zh-TW" altLang="en-US" sz="1150" dirty="0"/>
              </a:p>
            </p:txBody>
          </p:sp>
        </mc:Choice>
        <mc:Fallback xmlns="">
          <p:sp>
            <p:nvSpPr>
              <p:cNvPr id="548" name="文字方塊 547">
                <a:extLst>
                  <a:ext uri="{FF2B5EF4-FFF2-40B4-BE49-F238E27FC236}">
                    <a16:creationId xmlns:a16="http://schemas.microsoft.com/office/drawing/2014/main" id="{F3FDC21F-1A37-4740-8C1D-57C21DF700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3628" y="4011477"/>
                <a:ext cx="812954" cy="276999"/>
              </a:xfrm>
              <a:prstGeom prst="rect">
                <a:avLst/>
              </a:prstGeom>
              <a:blipFill>
                <a:blip r:embed="rId29"/>
                <a:stretch>
                  <a:fillRect t="-95556" r="-23308" b="-14888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9" name="文字方塊 548">
                <a:extLst>
                  <a:ext uri="{FF2B5EF4-FFF2-40B4-BE49-F238E27FC236}">
                    <a16:creationId xmlns:a16="http://schemas.microsoft.com/office/drawing/2014/main" id="{537562DA-5ADE-45D8-B2E7-CCAA5FB09985}"/>
                  </a:ext>
                </a:extLst>
              </p:cNvPr>
              <p:cNvSpPr txBox="1"/>
              <p:nvPr/>
            </p:nvSpPr>
            <p:spPr>
              <a:xfrm>
                <a:off x="1287630" y="2855797"/>
                <a:ext cx="71555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5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15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50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15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zh-TW" altLang="en-US" sz="1150" dirty="0"/>
              </a:p>
            </p:txBody>
          </p:sp>
        </mc:Choice>
        <mc:Fallback xmlns="">
          <p:sp>
            <p:nvSpPr>
              <p:cNvPr id="549" name="文字方塊 548">
                <a:extLst>
                  <a:ext uri="{FF2B5EF4-FFF2-40B4-BE49-F238E27FC236}">
                    <a16:creationId xmlns:a16="http://schemas.microsoft.com/office/drawing/2014/main" id="{537562DA-5ADE-45D8-B2E7-CCAA5FB099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7630" y="2855797"/>
                <a:ext cx="715550" cy="276999"/>
              </a:xfrm>
              <a:prstGeom prst="rect">
                <a:avLst/>
              </a:prstGeom>
              <a:blipFill>
                <a:blip r:embed="rId30"/>
                <a:stretch>
                  <a:fillRect t="-93478" r="-33898" b="-14347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0" name="文字方塊 549">
                <a:extLst>
                  <a:ext uri="{FF2B5EF4-FFF2-40B4-BE49-F238E27FC236}">
                    <a16:creationId xmlns:a16="http://schemas.microsoft.com/office/drawing/2014/main" id="{84F31ECA-3544-4802-A588-65918E743666}"/>
                  </a:ext>
                </a:extLst>
              </p:cNvPr>
              <p:cNvSpPr txBox="1"/>
              <p:nvPr/>
            </p:nvSpPr>
            <p:spPr>
              <a:xfrm>
                <a:off x="1238928" y="3992427"/>
                <a:ext cx="81295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5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15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50" i="1">
                              <a:latin typeface="Cambria Math" panose="02040503050406030204" pitchFamily="18" charset="0"/>
                            </a:rPr>
                            <m:t>−1, 1</m:t>
                          </m:r>
                        </m:e>
                      </m:d>
                    </m:oMath>
                  </m:oMathPara>
                </a14:m>
                <a:endParaRPr lang="zh-TW" altLang="en-US" sz="1150" dirty="0"/>
              </a:p>
            </p:txBody>
          </p:sp>
        </mc:Choice>
        <mc:Fallback xmlns="">
          <p:sp>
            <p:nvSpPr>
              <p:cNvPr id="550" name="文字方塊 549">
                <a:extLst>
                  <a:ext uri="{FF2B5EF4-FFF2-40B4-BE49-F238E27FC236}">
                    <a16:creationId xmlns:a16="http://schemas.microsoft.com/office/drawing/2014/main" id="{84F31ECA-3544-4802-A588-65918E7436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8928" y="3992427"/>
                <a:ext cx="812954" cy="276999"/>
              </a:xfrm>
              <a:prstGeom prst="rect">
                <a:avLst/>
              </a:prstGeom>
              <a:blipFill>
                <a:blip r:embed="rId31"/>
                <a:stretch>
                  <a:fillRect t="-95556" r="-23134" b="-14888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51" name="群組 550">
            <a:extLst>
              <a:ext uri="{FF2B5EF4-FFF2-40B4-BE49-F238E27FC236}">
                <a16:creationId xmlns:a16="http://schemas.microsoft.com/office/drawing/2014/main" id="{A15ADA87-C73B-4B1F-AC1D-7F2020D1BD65}"/>
              </a:ext>
            </a:extLst>
          </p:cNvPr>
          <p:cNvGrpSpPr/>
          <p:nvPr/>
        </p:nvGrpSpPr>
        <p:grpSpPr>
          <a:xfrm>
            <a:off x="8943934" y="4589713"/>
            <a:ext cx="720000" cy="720000"/>
            <a:chOff x="389151" y="2161357"/>
            <a:chExt cx="1150186" cy="1150186"/>
          </a:xfrm>
        </p:grpSpPr>
        <p:sp>
          <p:nvSpPr>
            <p:cNvPr id="552" name="矩形: 圓角 551">
              <a:extLst>
                <a:ext uri="{FF2B5EF4-FFF2-40B4-BE49-F238E27FC236}">
                  <a16:creationId xmlns:a16="http://schemas.microsoft.com/office/drawing/2014/main" id="{80AC2D97-7734-4A8F-A486-B6A4F337B78F}"/>
                </a:ext>
              </a:extLst>
            </p:cNvPr>
            <p:cNvSpPr/>
            <p:nvPr/>
          </p:nvSpPr>
          <p:spPr>
            <a:xfrm>
              <a:off x="389151" y="2161357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553" name="箭號: 左-右雙向 552">
              <a:extLst>
                <a:ext uri="{FF2B5EF4-FFF2-40B4-BE49-F238E27FC236}">
                  <a16:creationId xmlns:a16="http://schemas.microsoft.com/office/drawing/2014/main" id="{1FB5A0D1-DB87-409D-A2E3-B8BCD46C97D7}"/>
                </a:ext>
              </a:extLst>
            </p:cNvPr>
            <p:cNvSpPr/>
            <p:nvPr/>
          </p:nvSpPr>
          <p:spPr>
            <a:xfrm rot="18900000">
              <a:off x="494862" y="2676534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554" name="箭號: 左-右雙向 553">
              <a:extLst>
                <a:ext uri="{FF2B5EF4-FFF2-40B4-BE49-F238E27FC236}">
                  <a16:creationId xmlns:a16="http://schemas.microsoft.com/office/drawing/2014/main" id="{65C8451E-DD6C-47E1-988A-E394E288DB18}"/>
                </a:ext>
              </a:extLst>
            </p:cNvPr>
            <p:cNvSpPr/>
            <p:nvPr/>
          </p:nvSpPr>
          <p:spPr>
            <a:xfrm rot="18900000">
              <a:off x="1212991" y="2676534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55" name="箭號: 左-右雙向 554">
              <a:extLst>
                <a:ext uri="{FF2B5EF4-FFF2-40B4-BE49-F238E27FC236}">
                  <a16:creationId xmlns:a16="http://schemas.microsoft.com/office/drawing/2014/main" id="{532FA3D6-E017-429A-B2D6-DE463A3539D9}"/>
                </a:ext>
              </a:extLst>
            </p:cNvPr>
            <p:cNvSpPr/>
            <p:nvPr/>
          </p:nvSpPr>
          <p:spPr>
            <a:xfrm>
              <a:off x="601032" y="242219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56" name="箭號: 左-右雙向 555">
              <a:extLst>
                <a:ext uri="{FF2B5EF4-FFF2-40B4-BE49-F238E27FC236}">
                  <a16:creationId xmlns:a16="http://schemas.microsoft.com/office/drawing/2014/main" id="{7EC753D4-7D4B-4472-AADA-FFB0A5409552}"/>
                </a:ext>
              </a:extLst>
            </p:cNvPr>
            <p:cNvSpPr/>
            <p:nvPr/>
          </p:nvSpPr>
          <p:spPr>
            <a:xfrm>
              <a:off x="1098572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57" name="箭號: 左-右雙向 556">
              <a:extLst>
                <a:ext uri="{FF2B5EF4-FFF2-40B4-BE49-F238E27FC236}">
                  <a16:creationId xmlns:a16="http://schemas.microsoft.com/office/drawing/2014/main" id="{34253283-9EFC-4835-B804-C4989A5A1068}"/>
                </a:ext>
              </a:extLst>
            </p:cNvPr>
            <p:cNvSpPr/>
            <p:nvPr/>
          </p:nvSpPr>
          <p:spPr>
            <a:xfrm rot="5400000">
              <a:off x="601034" y="2940324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558" name="箭號: 左-右雙向 557">
              <a:extLst>
                <a:ext uri="{FF2B5EF4-FFF2-40B4-BE49-F238E27FC236}">
                  <a16:creationId xmlns:a16="http://schemas.microsoft.com/office/drawing/2014/main" id="{1B65508C-5000-4EF0-9D18-E58F709502D2}"/>
                </a:ext>
              </a:extLst>
            </p:cNvPr>
            <p:cNvSpPr/>
            <p:nvPr/>
          </p:nvSpPr>
          <p:spPr>
            <a:xfrm rot="5400000">
              <a:off x="1098570" y="2422199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59" name="箭號: 左-右雙向 558">
              <a:extLst>
                <a:ext uri="{FF2B5EF4-FFF2-40B4-BE49-F238E27FC236}">
                  <a16:creationId xmlns:a16="http://schemas.microsoft.com/office/drawing/2014/main" id="{1AD20B09-0E6B-47FC-9B43-931144FD12BE}"/>
                </a:ext>
              </a:extLst>
            </p:cNvPr>
            <p:cNvSpPr/>
            <p:nvPr/>
          </p:nvSpPr>
          <p:spPr>
            <a:xfrm rot="2700000">
              <a:off x="844159" y="3043671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60" name="箭號: 左-右雙向 559">
              <a:extLst>
                <a:ext uri="{FF2B5EF4-FFF2-40B4-BE49-F238E27FC236}">
                  <a16:creationId xmlns:a16="http://schemas.microsoft.com/office/drawing/2014/main" id="{E9917A39-3479-4C7D-8CF0-6275B09C5D14}"/>
                </a:ext>
              </a:extLst>
            </p:cNvPr>
            <p:cNvSpPr/>
            <p:nvPr/>
          </p:nvSpPr>
          <p:spPr>
            <a:xfrm rot="2700000">
              <a:off x="844159" y="2311929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561" name="群組 560">
            <a:extLst>
              <a:ext uri="{FF2B5EF4-FFF2-40B4-BE49-F238E27FC236}">
                <a16:creationId xmlns:a16="http://schemas.microsoft.com/office/drawing/2014/main" id="{B15F298F-25E4-4B27-B5B9-B30553501EAD}"/>
              </a:ext>
            </a:extLst>
          </p:cNvPr>
          <p:cNvGrpSpPr/>
          <p:nvPr/>
        </p:nvGrpSpPr>
        <p:grpSpPr>
          <a:xfrm>
            <a:off x="6748799" y="4589713"/>
            <a:ext cx="720000" cy="720000"/>
            <a:chOff x="-756975" y="5254023"/>
            <a:chExt cx="2090057" cy="2090057"/>
          </a:xfrm>
        </p:grpSpPr>
        <p:sp>
          <p:nvSpPr>
            <p:cNvPr id="562" name="矩形: 圓角 561">
              <a:extLst>
                <a:ext uri="{FF2B5EF4-FFF2-40B4-BE49-F238E27FC236}">
                  <a16:creationId xmlns:a16="http://schemas.microsoft.com/office/drawing/2014/main" id="{82E6228D-DAFD-4D85-B51F-D75BD79F2776}"/>
                </a:ext>
              </a:extLst>
            </p:cNvPr>
            <p:cNvSpPr/>
            <p:nvPr/>
          </p:nvSpPr>
          <p:spPr>
            <a:xfrm>
              <a:off x="-756975" y="5254023"/>
              <a:ext cx="2090057" cy="209005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563" name="箭號: 左-右雙向 562">
              <a:extLst>
                <a:ext uri="{FF2B5EF4-FFF2-40B4-BE49-F238E27FC236}">
                  <a16:creationId xmlns:a16="http://schemas.microsoft.com/office/drawing/2014/main" id="{05EB36B0-D2E4-460E-9501-2F1521FE66BE}"/>
                </a:ext>
              </a:extLst>
            </p:cNvPr>
            <p:cNvSpPr/>
            <p:nvPr/>
          </p:nvSpPr>
          <p:spPr>
            <a:xfrm rot="10800000">
              <a:off x="-564882" y="619017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564" name="箭號: 左-右雙向 563">
              <a:extLst>
                <a:ext uri="{FF2B5EF4-FFF2-40B4-BE49-F238E27FC236}">
                  <a16:creationId xmlns:a16="http://schemas.microsoft.com/office/drawing/2014/main" id="{321B5155-F0B5-4489-B9E7-C4BCBADA352C}"/>
                </a:ext>
              </a:extLst>
            </p:cNvPr>
            <p:cNvSpPr/>
            <p:nvPr/>
          </p:nvSpPr>
          <p:spPr>
            <a:xfrm rot="10800000">
              <a:off x="740063" y="619017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565" name="箭號: 左-右雙向 564">
              <a:extLst>
                <a:ext uri="{FF2B5EF4-FFF2-40B4-BE49-F238E27FC236}">
                  <a16:creationId xmlns:a16="http://schemas.microsoft.com/office/drawing/2014/main" id="{7CE250D8-3E5C-402D-AD2D-244CE5E4523A}"/>
                </a:ext>
              </a:extLst>
            </p:cNvPr>
            <p:cNvSpPr/>
            <p:nvPr/>
          </p:nvSpPr>
          <p:spPr>
            <a:xfrm rot="2700000">
              <a:off x="-371956" y="5728012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566" name="箭號: 左-右雙向 565">
              <a:extLst>
                <a:ext uri="{FF2B5EF4-FFF2-40B4-BE49-F238E27FC236}">
                  <a16:creationId xmlns:a16="http://schemas.microsoft.com/office/drawing/2014/main" id="{2FC73402-F7A7-4B09-A8E7-CD2E91D61B5C}"/>
                </a:ext>
              </a:extLst>
            </p:cNvPr>
            <p:cNvSpPr/>
            <p:nvPr/>
          </p:nvSpPr>
          <p:spPr>
            <a:xfrm rot="2700000">
              <a:off x="532147" y="6669520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567" name="箭號: 左-右雙向 566">
              <a:extLst>
                <a:ext uri="{FF2B5EF4-FFF2-40B4-BE49-F238E27FC236}">
                  <a16:creationId xmlns:a16="http://schemas.microsoft.com/office/drawing/2014/main" id="{DF4528C3-02C1-45A9-BA4B-93F5A0FC0DE9}"/>
                </a:ext>
              </a:extLst>
            </p:cNvPr>
            <p:cNvSpPr/>
            <p:nvPr/>
          </p:nvSpPr>
          <p:spPr>
            <a:xfrm rot="18900000">
              <a:off x="-371955" y="666952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568" name="箭號: 左-右雙向 567">
              <a:extLst>
                <a:ext uri="{FF2B5EF4-FFF2-40B4-BE49-F238E27FC236}">
                  <a16:creationId xmlns:a16="http://schemas.microsoft.com/office/drawing/2014/main" id="{8F8C536B-DB0B-477C-8279-EC58CEADA6D5}"/>
                </a:ext>
              </a:extLst>
            </p:cNvPr>
            <p:cNvSpPr/>
            <p:nvPr/>
          </p:nvSpPr>
          <p:spPr>
            <a:xfrm rot="18900000">
              <a:off x="532146" y="572801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569" name="箭號: 左-右雙向 568">
              <a:extLst>
                <a:ext uri="{FF2B5EF4-FFF2-40B4-BE49-F238E27FC236}">
                  <a16:creationId xmlns:a16="http://schemas.microsoft.com/office/drawing/2014/main" id="{16D4F16D-DD21-4D41-A74F-A1B50B607B2A}"/>
                </a:ext>
              </a:extLst>
            </p:cNvPr>
            <p:cNvSpPr/>
            <p:nvPr/>
          </p:nvSpPr>
          <p:spPr>
            <a:xfrm rot="5400000">
              <a:off x="69843" y="6857317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570" name="箭號: 左-右雙向 569">
              <a:extLst>
                <a:ext uri="{FF2B5EF4-FFF2-40B4-BE49-F238E27FC236}">
                  <a16:creationId xmlns:a16="http://schemas.microsoft.com/office/drawing/2014/main" id="{8D9F912F-6631-44DA-852B-D001789EAD62}"/>
                </a:ext>
              </a:extLst>
            </p:cNvPr>
            <p:cNvSpPr/>
            <p:nvPr/>
          </p:nvSpPr>
          <p:spPr>
            <a:xfrm rot="5400000">
              <a:off x="69843" y="552763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grpSp>
        <p:nvGrpSpPr>
          <p:cNvPr id="571" name="群組 570">
            <a:extLst>
              <a:ext uri="{FF2B5EF4-FFF2-40B4-BE49-F238E27FC236}">
                <a16:creationId xmlns:a16="http://schemas.microsoft.com/office/drawing/2014/main" id="{7DBA1F4C-238D-46F8-9DDD-180A8186D134}"/>
              </a:ext>
            </a:extLst>
          </p:cNvPr>
          <p:cNvGrpSpPr/>
          <p:nvPr/>
        </p:nvGrpSpPr>
        <p:grpSpPr>
          <a:xfrm>
            <a:off x="6748799" y="2717673"/>
            <a:ext cx="720000" cy="720000"/>
            <a:chOff x="389151" y="2161357"/>
            <a:chExt cx="1150186" cy="1150186"/>
          </a:xfrm>
        </p:grpSpPr>
        <p:sp>
          <p:nvSpPr>
            <p:cNvPr id="572" name="矩形: 圓角 571">
              <a:extLst>
                <a:ext uri="{FF2B5EF4-FFF2-40B4-BE49-F238E27FC236}">
                  <a16:creationId xmlns:a16="http://schemas.microsoft.com/office/drawing/2014/main" id="{B0232BBF-65CB-4EFA-9634-6F4BC78F2E20}"/>
                </a:ext>
              </a:extLst>
            </p:cNvPr>
            <p:cNvSpPr/>
            <p:nvPr/>
          </p:nvSpPr>
          <p:spPr>
            <a:xfrm>
              <a:off x="389151" y="2161357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573" name="箭號: 左-右雙向 572">
              <a:extLst>
                <a:ext uri="{FF2B5EF4-FFF2-40B4-BE49-F238E27FC236}">
                  <a16:creationId xmlns:a16="http://schemas.microsoft.com/office/drawing/2014/main" id="{2E1D00A9-31D4-41A5-80BA-C40549396F6F}"/>
                </a:ext>
              </a:extLst>
            </p:cNvPr>
            <p:cNvSpPr/>
            <p:nvPr/>
          </p:nvSpPr>
          <p:spPr>
            <a:xfrm rot="2700000">
              <a:off x="494862" y="2676534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574" name="箭號: 左-右雙向 573">
              <a:extLst>
                <a:ext uri="{FF2B5EF4-FFF2-40B4-BE49-F238E27FC236}">
                  <a16:creationId xmlns:a16="http://schemas.microsoft.com/office/drawing/2014/main" id="{A94FE219-70BE-4122-8A18-2069988CA80C}"/>
                </a:ext>
              </a:extLst>
            </p:cNvPr>
            <p:cNvSpPr/>
            <p:nvPr/>
          </p:nvSpPr>
          <p:spPr>
            <a:xfrm rot="2700000">
              <a:off x="1212991" y="2676534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75" name="箭號: 左-右雙向 574">
              <a:extLst>
                <a:ext uri="{FF2B5EF4-FFF2-40B4-BE49-F238E27FC236}">
                  <a16:creationId xmlns:a16="http://schemas.microsoft.com/office/drawing/2014/main" id="{E1F2AC32-380E-479D-A911-478C6608070F}"/>
                </a:ext>
              </a:extLst>
            </p:cNvPr>
            <p:cNvSpPr/>
            <p:nvPr/>
          </p:nvSpPr>
          <p:spPr>
            <a:xfrm rot="5400000">
              <a:off x="601032" y="2422199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76" name="箭號: 左-右雙向 575">
              <a:extLst>
                <a:ext uri="{FF2B5EF4-FFF2-40B4-BE49-F238E27FC236}">
                  <a16:creationId xmlns:a16="http://schemas.microsoft.com/office/drawing/2014/main" id="{3C668255-293E-4527-8769-AC10BAEE1DF8}"/>
                </a:ext>
              </a:extLst>
            </p:cNvPr>
            <p:cNvSpPr/>
            <p:nvPr/>
          </p:nvSpPr>
          <p:spPr>
            <a:xfrm rot="5400000">
              <a:off x="1098572" y="2940324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77" name="箭號: 左-右雙向 576">
              <a:extLst>
                <a:ext uri="{FF2B5EF4-FFF2-40B4-BE49-F238E27FC236}">
                  <a16:creationId xmlns:a16="http://schemas.microsoft.com/office/drawing/2014/main" id="{EF314C3A-0B9E-4465-84E0-D76B57E69ADC}"/>
                </a:ext>
              </a:extLst>
            </p:cNvPr>
            <p:cNvSpPr/>
            <p:nvPr/>
          </p:nvSpPr>
          <p:spPr>
            <a:xfrm>
              <a:off x="601034" y="2940324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578" name="箭號: 左-右雙向 577">
              <a:extLst>
                <a:ext uri="{FF2B5EF4-FFF2-40B4-BE49-F238E27FC236}">
                  <a16:creationId xmlns:a16="http://schemas.microsoft.com/office/drawing/2014/main" id="{4F8966FA-E1F2-4233-960B-B84D99F16AFC}"/>
                </a:ext>
              </a:extLst>
            </p:cNvPr>
            <p:cNvSpPr/>
            <p:nvPr/>
          </p:nvSpPr>
          <p:spPr>
            <a:xfrm>
              <a:off x="1098570" y="2422199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79" name="箭號: 左-右雙向 578">
              <a:extLst>
                <a:ext uri="{FF2B5EF4-FFF2-40B4-BE49-F238E27FC236}">
                  <a16:creationId xmlns:a16="http://schemas.microsoft.com/office/drawing/2014/main" id="{F0C322CE-FB8C-4F79-972B-5BD14B73A662}"/>
                </a:ext>
              </a:extLst>
            </p:cNvPr>
            <p:cNvSpPr/>
            <p:nvPr/>
          </p:nvSpPr>
          <p:spPr>
            <a:xfrm rot="18900000">
              <a:off x="844159" y="3043671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80" name="箭號: 左-右雙向 579">
              <a:extLst>
                <a:ext uri="{FF2B5EF4-FFF2-40B4-BE49-F238E27FC236}">
                  <a16:creationId xmlns:a16="http://schemas.microsoft.com/office/drawing/2014/main" id="{F6172773-04E8-4AC7-A77B-A799B6E951A5}"/>
                </a:ext>
              </a:extLst>
            </p:cNvPr>
            <p:cNvSpPr/>
            <p:nvPr/>
          </p:nvSpPr>
          <p:spPr>
            <a:xfrm rot="18900000">
              <a:off x="844159" y="2311929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581" name="群組 580">
            <a:extLst>
              <a:ext uri="{FF2B5EF4-FFF2-40B4-BE49-F238E27FC236}">
                <a16:creationId xmlns:a16="http://schemas.microsoft.com/office/drawing/2014/main" id="{B6B08C38-FD60-46BD-8421-9EFF6339A26F}"/>
              </a:ext>
            </a:extLst>
          </p:cNvPr>
          <p:cNvGrpSpPr/>
          <p:nvPr/>
        </p:nvGrpSpPr>
        <p:grpSpPr>
          <a:xfrm>
            <a:off x="8959755" y="2717673"/>
            <a:ext cx="720000" cy="720000"/>
            <a:chOff x="6578505" y="2619036"/>
            <a:chExt cx="763200" cy="763200"/>
          </a:xfrm>
        </p:grpSpPr>
        <p:sp>
          <p:nvSpPr>
            <p:cNvPr id="582" name="矩形: 圓角 581">
              <a:extLst>
                <a:ext uri="{FF2B5EF4-FFF2-40B4-BE49-F238E27FC236}">
                  <a16:creationId xmlns:a16="http://schemas.microsoft.com/office/drawing/2014/main" id="{D370F26E-5D5E-47AF-9856-629EE52E9D61}"/>
                </a:ext>
              </a:extLst>
            </p:cNvPr>
            <p:cNvSpPr/>
            <p:nvPr/>
          </p:nvSpPr>
          <p:spPr>
            <a:xfrm>
              <a:off x="6578505" y="2619036"/>
              <a:ext cx="763200" cy="763200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583" name="箭號: 左-右雙向 582">
              <a:extLst>
                <a:ext uri="{FF2B5EF4-FFF2-40B4-BE49-F238E27FC236}">
                  <a16:creationId xmlns:a16="http://schemas.microsoft.com/office/drawing/2014/main" id="{AB15B4CD-FAE2-42F6-95AF-80C05F11CD20}"/>
                </a:ext>
              </a:extLst>
            </p:cNvPr>
            <p:cNvSpPr/>
            <p:nvPr/>
          </p:nvSpPr>
          <p:spPr>
            <a:xfrm rot="5400000">
              <a:off x="6649457" y="2968181"/>
              <a:ext cx="157748" cy="7951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584" name="箭號: 左-右雙向 583">
              <a:extLst>
                <a:ext uri="{FF2B5EF4-FFF2-40B4-BE49-F238E27FC236}">
                  <a16:creationId xmlns:a16="http://schemas.microsoft.com/office/drawing/2014/main" id="{BFB1F4AF-8039-42E8-9F24-6B1271A7C88A}"/>
                </a:ext>
              </a:extLst>
            </p:cNvPr>
            <p:cNvSpPr/>
            <p:nvPr/>
          </p:nvSpPr>
          <p:spPr>
            <a:xfrm rot="5400000">
              <a:off x="7125967" y="2968181"/>
              <a:ext cx="157748" cy="7951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585" name="箭號: 左-右雙向 584">
              <a:extLst>
                <a:ext uri="{FF2B5EF4-FFF2-40B4-BE49-F238E27FC236}">
                  <a16:creationId xmlns:a16="http://schemas.microsoft.com/office/drawing/2014/main" id="{34799793-44A7-42CD-8C46-3A2D7CD65D93}"/>
                </a:ext>
              </a:extLst>
            </p:cNvPr>
            <p:cNvSpPr/>
            <p:nvPr/>
          </p:nvSpPr>
          <p:spPr>
            <a:xfrm rot="18900000">
              <a:off x="6719905" y="2799419"/>
              <a:ext cx="157748" cy="7951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586" name="箭號: 左-右雙向 585">
              <a:extLst>
                <a:ext uri="{FF2B5EF4-FFF2-40B4-BE49-F238E27FC236}">
                  <a16:creationId xmlns:a16="http://schemas.microsoft.com/office/drawing/2014/main" id="{53A20709-521A-4474-A5E8-69B6D9C47B31}"/>
                </a:ext>
              </a:extLst>
            </p:cNvPr>
            <p:cNvSpPr/>
            <p:nvPr/>
          </p:nvSpPr>
          <p:spPr>
            <a:xfrm rot="18900000">
              <a:off x="7050045" y="3143217"/>
              <a:ext cx="157748" cy="7951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587" name="箭號: 左-右雙向 586">
              <a:extLst>
                <a:ext uri="{FF2B5EF4-FFF2-40B4-BE49-F238E27FC236}">
                  <a16:creationId xmlns:a16="http://schemas.microsoft.com/office/drawing/2014/main" id="{EAB00B72-8E04-4923-893B-DA25E1136FD3}"/>
                </a:ext>
              </a:extLst>
            </p:cNvPr>
            <p:cNvSpPr/>
            <p:nvPr/>
          </p:nvSpPr>
          <p:spPr>
            <a:xfrm rot="2700000">
              <a:off x="6719905" y="3143218"/>
              <a:ext cx="157748" cy="7951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588" name="箭號: 左-右雙向 587">
              <a:extLst>
                <a:ext uri="{FF2B5EF4-FFF2-40B4-BE49-F238E27FC236}">
                  <a16:creationId xmlns:a16="http://schemas.microsoft.com/office/drawing/2014/main" id="{2500308D-2C8F-4EF5-A871-88E3FC7C6504}"/>
                </a:ext>
              </a:extLst>
            </p:cNvPr>
            <p:cNvSpPr/>
            <p:nvPr/>
          </p:nvSpPr>
          <p:spPr>
            <a:xfrm rot="2700000">
              <a:off x="7050045" y="2799418"/>
              <a:ext cx="157748" cy="7951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589" name="箭號: 左-右雙向 588">
              <a:extLst>
                <a:ext uri="{FF2B5EF4-FFF2-40B4-BE49-F238E27FC236}">
                  <a16:creationId xmlns:a16="http://schemas.microsoft.com/office/drawing/2014/main" id="{4F11B0D4-4E81-48CD-8387-7FF98C191641}"/>
                </a:ext>
              </a:extLst>
            </p:cNvPr>
            <p:cNvSpPr/>
            <p:nvPr/>
          </p:nvSpPr>
          <p:spPr>
            <a:xfrm>
              <a:off x="6881231" y="3211793"/>
              <a:ext cx="157748" cy="7951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590" name="箭號: 左-右雙向 589">
              <a:extLst>
                <a:ext uri="{FF2B5EF4-FFF2-40B4-BE49-F238E27FC236}">
                  <a16:creationId xmlns:a16="http://schemas.microsoft.com/office/drawing/2014/main" id="{E68516C1-185C-40A3-97F5-8BFF47B7A09A}"/>
                </a:ext>
              </a:extLst>
            </p:cNvPr>
            <p:cNvSpPr/>
            <p:nvPr/>
          </p:nvSpPr>
          <p:spPr>
            <a:xfrm>
              <a:off x="6881231" y="2726249"/>
              <a:ext cx="157748" cy="7951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pic>
        <p:nvPicPr>
          <p:cNvPr id="591" name="圖片 590">
            <a:extLst>
              <a:ext uri="{FF2B5EF4-FFF2-40B4-BE49-F238E27FC236}">
                <a16:creationId xmlns:a16="http://schemas.microsoft.com/office/drawing/2014/main" id="{7CBB3FFF-B9E4-4274-B2C8-E778DBE7DA08}"/>
              </a:ext>
            </a:extLst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103735" y="1153892"/>
            <a:ext cx="720000" cy="727322"/>
          </a:xfrm>
          <a:prstGeom prst="rect">
            <a:avLst/>
          </a:prstGeom>
        </p:spPr>
      </p:pic>
      <p:pic>
        <p:nvPicPr>
          <p:cNvPr id="592" name="圖片 591">
            <a:extLst>
              <a:ext uri="{FF2B5EF4-FFF2-40B4-BE49-F238E27FC236}">
                <a16:creationId xmlns:a16="http://schemas.microsoft.com/office/drawing/2014/main" id="{98012B00-ABAB-454D-BDE6-C0779E79D7A6}"/>
              </a:ext>
            </a:extLst>
      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1103735" y="1900628"/>
            <a:ext cx="720000" cy="717567"/>
          </a:xfrm>
          <a:prstGeom prst="rect">
            <a:avLst/>
          </a:prstGeom>
        </p:spPr>
      </p:pic>
      <p:pic>
        <p:nvPicPr>
          <p:cNvPr id="593" name="圖片 592">
            <a:extLst>
              <a:ext uri="{FF2B5EF4-FFF2-40B4-BE49-F238E27FC236}">
                <a16:creationId xmlns:a16="http://schemas.microsoft.com/office/drawing/2014/main" id="{00F04D9F-1686-4C57-A794-44E3A9743288}"/>
              </a:ext>
            </a:extLst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242127" y="1961381"/>
            <a:ext cx="720000" cy="724881"/>
          </a:xfrm>
          <a:prstGeom prst="rect">
            <a:avLst/>
          </a:prstGeom>
        </p:spPr>
      </p:pic>
      <p:pic>
        <p:nvPicPr>
          <p:cNvPr id="594" name="圖片 593">
            <a:extLst>
              <a:ext uri="{FF2B5EF4-FFF2-40B4-BE49-F238E27FC236}">
                <a16:creationId xmlns:a16="http://schemas.microsoft.com/office/drawing/2014/main" id="{34235D11-046F-42AA-BA7E-3FBAEA0DE8BF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242127" y="2723207"/>
            <a:ext cx="720000" cy="720000"/>
          </a:xfrm>
          <a:prstGeom prst="rect">
            <a:avLst/>
          </a:prstGeom>
        </p:spPr>
      </p:pic>
      <p:pic>
        <p:nvPicPr>
          <p:cNvPr id="595" name="圖片 594">
            <a:extLst>
              <a:ext uri="{FF2B5EF4-FFF2-40B4-BE49-F238E27FC236}">
                <a16:creationId xmlns:a16="http://schemas.microsoft.com/office/drawing/2014/main" id="{F90455B6-5324-4539-ADF0-79BF8BF0A5AB}"/>
              </a:ext>
            </a:extLst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242127" y="3835420"/>
            <a:ext cx="720000" cy="727322"/>
          </a:xfrm>
          <a:prstGeom prst="rect">
            <a:avLst/>
          </a:prstGeom>
        </p:spPr>
      </p:pic>
      <p:pic>
        <p:nvPicPr>
          <p:cNvPr id="596" name="圖片 595">
            <a:extLst>
              <a:ext uri="{FF2B5EF4-FFF2-40B4-BE49-F238E27FC236}">
                <a16:creationId xmlns:a16="http://schemas.microsoft.com/office/drawing/2014/main" id="{2EA6BC99-518C-4FB7-8932-9B9B09D0F716}"/>
              </a:ext>
            </a:extLst>
      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242127" y="4588339"/>
            <a:ext cx="720000" cy="720000"/>
          </a:xfrm>
          <a:prstGeom prst="rect">
            <a:avLst/>
          </a:prstGeom>
        </p:spPr>
      </p:pic>
      <p:pic>
        <p:nvPicPr>
          <p:cNvPr id="597" name="圖片 596">
            <a:extLst>
              <a:ext uri="{FF2B5EF4-FFF2-40B4-BE49-F238E27FC236}">
                <a16:creationId xmlns:a16="http://schemas.microsoft.com/office/drawing/2014/main" id="{F58AC834-92E3-4CB6-94AD-05ADF3129D62}"/>
              </a:ext>
            </a:extLst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1215247" y="4545373"/>
            <a:ext cx="720000" cy="722424"/>
          </a:xfrm>
          <a:prstGeom prst="rect">
            <a:avLst/>
          </a:prstGeom>
        </p:spPr>
      </p:pic>
      <p:pic>
        <p:nvPicPr>
          <p:cNvPr id="598" name="圖片 597">
            <a:extLst>
              <a:ext uri="{FF2B5EF4-FFF2-40B4-BE49-F238E27FC236}">
                <a16:creationId xmlns:a16="http://schemas.microsoft.com/office/drawing/2014/main" id="{93DF48BD-21C8-4CB8-B049-1D3F2D8CC316}"/>
              </a:ext>
            </a:extLst>
      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1215247" y="5337417"/>
            <a:ext cx="720000" cy="727347"/>
          </a:xfrm>
          <a:prstGeom prst="rect">
            <a:avLst/>
          </a:prstGeom>
        </p:spPr>
      </p:pic>
      <p:pic>
        <p:nvPicPr>
          <p:cNvPr id="599" name="圖片 598">
            <a:extLst>
              <a:ext uri="{FF2B5EF4-FFF2-40B4-BE49-F238E27FC236}">
                <a16:creationId xmlns:a16="http://schemas.microsoft.com/office/drawing/2014/main" id="{2CE8A95C-7F09-481D-B34C-09BCFAB2AEAC}"/>
              </a:ext>
            </a:extLst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2281064" y="4588638"/>
            <a:ext cx="720000" cy="722449"/>
          </a:xfrm>
          <a:prstGeom prst="rect">
            <a:avLst/>
          </a:prstGeom>
        </p:spPr>
      </p:pic>
      <p:pic>
        <p:nvPicPr>
          <p:cNvPr id="600" name="圖片 599">
            <a:extLst>
              <a:ext uri="{FF2B5EF4-FFF2-40B4-BE49-F238E27FC236}">
                <a16:creationId xmlns:a16="http://schemas.microsoft.com/office/drawing/2014/main" id="{F7B5D9A1-010E-4918-8679-FF75F7FF84B4}"/>
              </a:ext>
            </a:extLst>
      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2281064" y="3840293"/>
            <a:ext cx="720000" cy="722449"/>
          </a:xfrm>
          <a:prstGeom prst="rect">
            <a:avLst/>
          </a:prstGeom>
        </p:spPr>
      </p:pic>
      <p:pic>
        <p:nvPicPr>
          <p:cNvPr id="601" name="圖片 600">
            <a:extLst>
              <a:ext uri="{FF2B5EF4-FFF2-40B4-BE49-F238E27FC236}">
                <a16:creationId xmlns:a16="http://schemas.microsoft.com/office/drawing/2014/main" id="{711C72BE-808D-41E6-A208-100F779D3302}"/>
              </a:ext>
            </a:extLst>
      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2281064" y="2724596"/>
            <a:ext cx="720000" cy="720000"/>
          </a:xfrm>
          <a:prstGeom prst="rect">
            <a:avLst/>
          </a:prstGeom>
        </p:spPr>
      </p:pic>
      <p:pic>
        <p:nvPicPr>
          <p:cNvPr id="602" name="圖片 601">
            <a:extLst>
              <a:ext uri="{FF2B5EF4-FFF2-40B4-BE49-F238E27FC236}">
                <a16:creationId xmlns:a16="http://schemas.microsoft.com/office/drawing/2014/main" id="{091EDEFF-9180-4A2C-A51F-DC89F257FE37}"/>
              </a:ext>
            </a:extLst>
      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2281064" y="1969053"/>
            <a:ext cx="720000" cy="72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03" name="文字方塊 602">
                <a:extLst>
                  <a:ext uri="{FF2B5EF4-FFF2-40B4-BE49-F238E27FC236}">
                    <a16:creationId xmlns:a16="http://schemas.microsoft.com/office/drawing/2014/main" id="{DD0B92F2-4004-41B6-9148-FD2D2268A83F}"/>
                  </a:ext>
                </a:extLst>
              </p:cNvPr>
              <p:cNvSpPr txBox="1"/>
              <p:nvPr/>
            </p:nvSpPr>
            <p:spPr>
              <a:xfrm>
                <a:off x="4047356" y="914283"/>
                <a:ext cx="167359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603" name="文字方塊 602">
                <a:extLst>
                  <a:ext uri="{FF2B5EF4-FFF2-40B4-BE49-F238E27FC236}">
                    <a16:creationId xmlns:a16="http://schemas.microsoft.com/office/drawing/2014/main" id="{DD0B92F2-4004-41B6-9148-FD2D2268A8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7356" y="914283"/>
                <a:ext cx="1673596" cy="276999"/>
              </a:xfrm>
              <a:prstGeom prst="rect">
                <a:avLst/>
              </a:prstGeom>
              <a:blipFill>
                <a:blip r:embed="rId44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" name="文字方塊 603">
                <a:extLst>
                  <a:ext uri="{FF2B5EF4-FFF2-40B4-BE49-F238E27FC236}">
                    <a16:creationId xmlns:a16="http://schemas.microsoft.com/office/drawing/2014/main" id="{B0B0EC70-DD90-44D6-BE8C-4C2B9B0A73ED}"/>
                  </a:ext>
                </a:extLst>
              </p:cNvPr>
              <p:cNvSpPr txBox="1"/>
              <p:nvPr/>
            </p:nvSpPr>
            <p:spPr>
              <a:xfrm>
                <a:off x="3265800" y="3610198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604" name="文字方塊 603">
                <a:extLst>
                  <a:ext uri="{FF2B5EF4-FFF2-40B4-BE49-F238E27FC236}">
                    <a16:creationId xmlns:a16="http://schemas.microsoft.com/office/drawing/2014/main" id="{B0B0EC70-DD90-44D6-BE8C-4C2B9B0A73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5800" y="3610198"/>
                <a:ext cx="1150186" cy="276999"/>
              </a:xfrm>
              <a:prstGeom prst="rect">
                <a:avLst/>
              </a:prstGeom>
              <a:blipFill>
                <a:blip r:embed="rId45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5" name="文字方塊 604">
                <a:extLst>
                  <a:ext uri="{FF2B5EF4-FFF2-40B4-BE49-F238E27FC236}">
                    <a16:creationId xmlns:a16="http://schemas.microsoft.com/office/drawing/2014/main" id="{5DFCD8E2-8E1E-4AF9-B40E-F76D8E12868B}"/>
                  </a:ext>
                </a:extLst>
              </p:cNvPr>
              <p:cNvSpPr txBox="1"/>
              <p:nvPr/>
            </p:nvSpPr>
            <p:spPr>
              <a:xfrm>
                <a:off x="5380708" y="1686375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605" name="文字方塊 604">
                <a:extLst>
                  <a:ext uri="{FF2B5EF4-FFF2-40B4-BE49-F238E27FC236}">
                    <a16:creationId xmlns:a16="http://schemas.microsoft.com/office/drawing/2014/main" id="{5DFCD8E2-8E1E-4AF9-B40E-F76D8E1286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0708" y="1686375"/>
                <a:ext cx="1150186" cy="276999"/>
              </a:xfrm>
              <a:prstGeom prst="rect">
                <a:avLst/>
              </a:prstGeom>
              <a:blipFill>
                <a:blip r:embed="rId46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6" name="文字方塊 605">
                <a:extLst>
                  <a:ext uri="{FF2B5EF4-FFF2-40B4-BE49-F238E27FC236}">
                    <a16:creationId xmlns:a16="http://schemas.microsoft.com/office/drawing/2014/main" id="{B8B06E5C-DEE5-437F-BF40-B687C9FEB772}"/>
                  </a:ext>
                </a:extLst>
              </p:cNvPr>
              <p:cNvSpPr txBox="1"/>
              <p:nvPr/>
            </p:nvSpPr>
            <p:spPr>
              <a:xfrm>
                <a:off x="4354628" y="4293815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606" name="文字方塊 605">
                <a:extLst>
                  <a:ext uri="{FF2B5EF4-FFF2-40B4-BE49-F238E27FC236}">
                    <a16:creationId xmlns:a16="http://schemas.microsoft.com/office/drawing/2014/main" id="{B8B06E5C-DEE5-437F-BF40-B687C9FEB7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4628" y="4293815"/>
                <a:ext cx="1150186" cy="276999"/>
              </a:xfrm>
              <a:prstGeom prst="rect">
                <a:avLst/>
              </a:prstGeom>
              <a:blipFill>
                <a:blip r:embed="rId4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7" name="文字方塊 606">
                <a:extLst>
                  <a:ext uri="{FF2B5EF4-FFF2-40B4-BE49-F238E27FC236}">
                    <a16:creationId xmlns:a16="http://schemas.microsoft.com/office/drawing/2014/main" id="{DFDC2F24-AC0D-41E2-A57C-EC7899411BBE}"/>
                  </a:ext>
                </a:extLst>
              </p:cNvPr>
              <p:cNvSpPr txBox="1"/>
              <p:nvPr/>
            </p:nvSpPr>
            <p:spPr>
              <a:xfrm>
                <a:off x="3340761" y="1675072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607" name="文字方塊 606">
                <a:extLst>
                  <a:ext uri="{FF2B5EF4-FFF2-40B4-BE49-F238E27FC236}">
                    <a16:creationId xmlns:a16="http://schemas.microsoft.com/office/drawing/2014/main" id="{DFDC2F24-AC0D-41E2-A57C-EC7899411B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0761" y="1675072"/>
                <a:ext cx="1150186" cy="276999"/>
              </a:xfrm>
              <a:prstGeom prst="rect">
                <a:avLst/>
              </a:prstGeom>
              <a:blipFill>
                <a:blip r:embed="rId48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8" name="文字方塊 607">
                <a:extLst>
                  <a:ext uri="{FF2B5EF4-FFF2-40B4-BE49-F238E27FC236}">
                    <a16:creationId xmlns:a16="http://schemas.microsoft.com/office/drawing/2014/main" id="{517C9BB2-42A4-4DF6-92F7-F15CFABC66CF}"/>
                  </a:ext>
                </a:extLst>
              </p:cNvPr>
              <p:cNvSpPr txBox="1"/>
              <p:nvPr/>
            </p:nvSpPr>
            <p:spPr>
              <a:xfrm>
                <a:off x="5542664" y="3610198"/>
                <a:ext cx="98820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/2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608" name="文字方塊 607">
                <a:extLst>
                  <a:ext uri="{FF2B5EF4-FFF2-40B4-BE49-F238E27FC236}">
                    <a16:creationId xmlns:a16="http://schemas.microsoft.com/office/drawing/2014/main" id="{517C9BB2-42A4-4DF6-92F7-F15CFABC66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42664" y="3610198"/>
                <a:ext cx="988200" cy="276999"/>
              </a:xfrm>
              <a:prstGeom prst="rect">
                <a:avLst/>
              </a:prstGeom>
              <a:blipFill>
                <a:blip r:embed="rId49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9" name="文字方塊 608">
                <a:extLst>
                  <a:ext uri="{FF2B5EF4-FFF2-40B4-BE49-F238E27FC236}">
                    <a16:creationId xmlns:a16="http://schemas.microsoft.com/office/drawing/2014/main" id="{77551E7B-3AF1-4D3D-B388-68C56C64A8BD}"/>
                  </a:ext>
                </a:extLst>
              </p:cNvPr>
              <p:cNvSpPr txBox="1"/>
              <p:nvPr/>
            </p:nvSpPr>
            <p:spPr>
              <a:xfrm>
                <a:off x="712722" y="934464"/>
                <a:ext cx="167359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609" name="文字方塊 608">
                <a:extLst>
                  <a:ext uri="{FF2B5EF4-FFF2-40B4-BE49-F238E27FC236}">
                    <a16:creationId xmlns:a16="http://schemas.microsoft.com/office/drawing/2014/main" id="{77551E7B-3AF1-4D3D-B388-68C56C64A8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722" y="934464"/>
                <a:ext cx="1673596" cy="276999"/>
              </a:xfrm>
              <a:prstGeom prst="rect">
                <a:avLst/>
              </a:prstGeom>
              <a:blipFill>
                <a:blip r:embed="rId50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0" name="文字方塊 609">
                <a:extLst>
                  <a:ext uri="{FF2B5EF4-FFF2-40B4-BE49-F238E27FC236}">
                    <a16:creationId xmlns:a16="http://schemas.microsoft.com/office/drawing/2014/main" id="{3A9E0B15-3A7F-4D11-A410-43A4238A10FC}"/>
                  </a:ext>
                </a:extLst>
              </p:cNvPr>
              <p:cNvSpPr txBox="1"/>
              <p:nvPr/>
            </p:nvSpPr>
            <p:spPr>
              <a:xfrm>
                <a:off x="-68834" y="3630379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610" name="文字方塊 609">
                <a:extLst>
                  <a:ext uri="{FF2B5EF4-FFF2-40B4-BE49-F238E27FC236}">
                    <a16:creationId xmlns:a16="http://schemas.microsoft.com/office/drawing/2014/main" id="{3A9E0B15-3A7F-4D11-A410-43A4238A10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68834" y="3630379"/>
                <a:ext cx="1150186" cy="276999"/>
              </a:xfrm>
              <a:prstGeom prst="rect">
                <a:avLst/>
              </a:prstGeom>
              <a:blipFill>
                <a:blip r:embed="rId51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1" name="文字方塊 610">
                <a:extLst>
                  <a:ext uri="{FF2B5EF4-FFF2-40B4-BE49-F238E27FC236}">
                    <a16:creationId xmlns:a16="http://schemas.microsoft.com/office/drawing/2014/main" id="{35895A4E-A3EC-4E6A-99D4-A879A37C3D10}"/>
                  </a:ext>
                </a:extLst>
              </p:cNvPr>
              <p:cNvSpPr txBox="1"/>
              <p:nvPr/>
            </p:nvSpPr>
            <p:spPr>
              <a:xfrm>
                <a:off x="1991644" y="1706556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611" name="文字方塊 610">
                <a:extLst>
                  <a:ext uri="{FF2B5EF4-FFF2-40B4-BE49-F238E27FC236}">
                    <a16:creationId xmlns:a16="http://schemas.microsoft.com/office/drawing/2014/main" id="{35895A4E-A3EC-4E6A-99D4-A879A37C3D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1644" y="1706556"/>
                <a:ext cx="1150186" cy="276999"/>
              </a:xfrm>
              <a:prstGeom prst="rect">
                <a:avLst/>
              </a:prstGeom>
              <a:blipFill>
                <a:blip r:embed="rId52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2" name="文字方塊 611">
                <a:extLst>
                  <a:ext uri="{FF2B5EF4-FFF2-40B4-BE49-F238E27FC236}">
                    <a16:creationId xmlns:a16="http://schemas.microsoft.com/office/drawing/2014/main" id="{9B44FD31-EF55-44B4-A51D-7C97BA29E57F}"/>
                  </a:ext>
                </a:extLst>
              </p:cNvPr>
              <p:cNvSpPr txBox="1"/>
              <p:nvPr/>
            </p:nvSpPr>
            <p:spPr>
              <a:xfrm>
                <a:off x="1019994" y="4313996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612" name="文字方塊 611">
                <a:extLst>
                  <a:ext uri="{FF2B5EF4-FFF2-40B4-BE49-F238E27FC236}">
                    <a16:creationId xmlns:a16="http://schemas.microsoft.com/office/drawing/2014/main" id="{9B44FD31-EF55-44B4-A51D-7C97BA29E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994" y="4313996"/>
                <a:ext cx="1150186" cy="276999"/>
              </a:xfrm>
              <a:prstGeom prst="rect">
                <a:avLst/>
              </a:prstGeom>
              <a:blipFill>
                <a:blip r:embed="rId5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3" name="文字方塊 612">
                <a:extLst>
                  <a:ext uri="{FF2B5EF4-FFF2-40B4-BE49-F238E27FC236}">
                    <a16:creationId xmlns:a16="http://schemas.microsoft.com/office/drawing/2014/main" id="{CCD2334A-BA7A-49AF-95D3-137F36DE3ACF}"/>
                  </a:ext>
                </a:extLst>
              </p:cNvPr>
              <p:cNvSpPr txBox="1"/>
              <p:nvPr/>
            </p:nvSpPr>
            <p:spPr>
              <a:xfrm>
                <a:off x="6127" y="1695253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613" name="文字方塊 612">
                <a:extLst>
                  <a:ext uri="{FF2B5EF4-FFF2-40B4-BE49-F238E27FC236}">
                    <a16:creationId xmlns:a16="http://schemas.microsoft.com/office/drawing/2014/main" id="{CCD2334A-BA7A-49AF-95D3-137F36DE3A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7" y="1695253"/>
                <a:ext cx="1150186" cy="276999"/>
              </a:xfrm>
              <a:prstGeom prst="rect">
                <a:avLst/>
              </a:prstGeom>
              <a:blipFill>
                <a:blip r:embed="rId54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4" name="文字方塊 613">
                <a:extLst>
                  <a:ext uri="{FF2B5EF4-FFF2-40B4-BE49-F238E27FC236}">
                    <a16:creationId xmlns:a16="http://schemas.microsoft.com/office/drawing/2014/main" id="{846F353D-2F7E-4FFC-8826-1D7E1C5CF758}"/>
                  </a:ext>
                </a:extLst>
              </p:cNvPr>
              <p:cNvSpPr txBox="1"/>
              <p:nvPr/>
            </p:nvSpPr>
            <p:spPr>
              <a:xfrm>
                <a:off x="2153600" y="3630379"/>
                <a:ext cx="98820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/2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614" name="文字方塊 613">
                <a:extLst>
                  <a:ext uri="{FF2B5EF4-FFF2-40B4-BE49-F238E27FC236}">
                    <a16:creationId xmlns:a16="http://schemas.microsoft.com/office/drawing/2014/main" id="{846F353D-2F7E-4FFC-8826-1D7E1C5CF7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3600" y="3630379"/>
                <a:ext cx="988200" cy="276999"/>
              </a:xfrm>
              <a:prstGeom prst="rect">
                <a:avLst/>
              </a:prstGeom>
              <a:blipFill>
                <a:blip r:embed="rId55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15" name="群組 614">
            <a:extLst>
              <a:ext uri="{FF2B5EF4-FFF2-40B4-BE49-F238E27FC236}">
                <a16:creationId xmlns:a16="http://schemas.microsoft.com/office/drawing/2014/main" id="{E976749D-DCC1-4332-A0D3-3F638C009B71}"/>
              </a:ext>
            </a:extLst>
          </p:cNvPr>
          <p:cNvGrpSpPr/>
          <p:nvPr/>
        </p:nvGrpSpPr>
        <p:grpSpPr>
          <a:xfrm>
            <a:off x="1316494" y="1160058"/>
            <a:ext cx="414111" cy="443128"/>
            <a:chOff x="7969706" y="-605877"/>
            <a:chExt cx="414111" cy="443128"/>
          </a:xfrm>
        </p:grpSpPr>
        <p:grpSp>
          <p:nvGrpSpPr>
            <p:cNvPr id="616" name="群組 615">
              <a:extLst>
                <a:ext uri="{FF2B5EF4-FFF2-40B4-BE49-F238E27FC236}">
                  <a16:creationId xmlns:a16="http://schemas.microsoft.com/office/drawing/2014/main" id="{66073E16-0E94-49DF-B757-F13BE0287601}"/>
                </a:ext>
              </a:extLst>
            </p:cNvPr>
            <p:cNvGrpSpPr/>
            <p:nvPr/>
          </p:nvGrpSpPr>
          <p:grpSpPr>
            <a:xfrm>
              <a:off x="8100260" y="-309536"/>
              <a:ext cx="76622" cy="73502"/>
              <a:chOff x="1373392" y="2391862"/>
              <a:chExt cx="479433" cy="476535"/>
            </a:xfrm>
          </p:grpSpPr>
          <p:sp>
            <p:nvSpPr>
              <p:cNvPr id="619" name="箭號: 向右 618">
                <a:extLst>
                  <a:ext uri="{FF2B5EF4-FFF2-40B4-BE49-F238E27FC236}">
                    <a16:creationId xmlns:a16="http://schemas.microsoft.com/office/drawing/2014/main" id="{D7A5F71B-3628-408D-ADAF-A348D27ADF22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tx1"/>
                  </a:solidFill>
                </a:endParaRPr>
              </a:p>
            </p:txBody>
          </p:sp>
          <p:sp>
            <p:nvSpPr>
              <p:cNvPr id="620" name="箭號: 向右 619">
                <a:extLst>
                  <a:ext uri="{FF2B5EF4-FFF2-40B4-BE49-F238E27FC236}">
                    <a16:creationId xmlns:a16="http://schemas.microsoft.com/office/drawing/2014/main" id="{B2F95E01-5634-4D74-A16D-6A0121532375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7" name="文字方塊 616">
                  <a:extLst>
                    <a:ext uri="{FF2B5EF4-FFF2-40B4-BE49-F238E27FC236}">
                      <a16:creationId xmlns:a16="http://schemas.microsoft.com/office/drawing/2014/main" id="{E32F664F-72E3-414B-AFCD-2C87FF3DFD1B}"/>
                    </a:ext>
                  </a:extLst>
                </p:cNvPr>
                <p:cNvSpPr txBox="1"/>
                <p:nvPr/>
              </p:nvSpPr>
              <p:spPr>
                <a:xfrm>
                  <a:off x="7969706" y="-605877"/>
                  <a:ext cx="290616" cy="29161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 xmlns="">
            <p:sp>
              <p:nvSpPr>
                <p:cNvPr id="617" name="文字方塊 616">
                  <a:extLst>
                    <a:ext uri="{FF2B5EF4-FFF2-40B4-BE49-F238E27FC236}">
                      <a16:creationId xmlns:a16="http://schemas.microsoft.com/office/drawing/2014/main" id="{E32F664F-72E3-414B-AFCD-2C87FF3DFD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69706" y="-605877"/>
                  <a:ext cx="290616" cy="291618"/>
                </a:xfrm>
                <a:prstGeom prst="rect">
                  <a:avLst/>
                </a:prstGeom>
                <a:blipFill>
                  <a:blip r:embed="rId5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8" name="文字方塊 617">
                  <a:extLst>
                    <a:ext uri="{FF2B5EF4-FFF2-40B4-BE49-F238E27FC236}">
                      <a16:creationId xmlns:a16="http://schemas.microsoft.com/office/drawing/2014/main" id="{88755255-1315-4481-BAF5-6A2080933F50}"/>
                    </a:ext>
                  </a:extLst>
                </p:cNvPr>
                <p:cNvSpPr txBox="1"/>
                <p:nvPr/>
              </p:nvSpPr>
              <p:spPr>
                <a:xfrm>
                  <a:off x="8126327" y="-439748"/>
                  <a:ext cx="25749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 xmlns="">
            <p:sp>
              <p:nvSpPr>
                <p:cNvPr id="618" name="文字方塊 617">
                  <a:extLst>
                    <a:ext uri="{FF2B5EF4-FFF2-40B4-BE49-F238E27FC236}">
                      <a16:creationId xmlns:a16="http://schemas.microsoft.com/office/drawing/2014/main" id="{88755255-1315-4481-BAF5-6A2080933F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26327" y="-439748"/>
                  <a:ext cx="257490" cy="276999"/>
                </a:xfrm>
                <a:prstGeom prst="rect">
                  <a:avLst/>
                </a:prstGeom>
                <a:blipFill>
                  <a:blip r:embed="rId57"/>
                  <a:stretch>
                    <a:fillRect r="-476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21" name="文字方塊 620">
                <a:extLst>
                  <a:ext uri="{FF2B5EF4-FFF2-40B4-BE49-F238E27FC236}">
                    <a16:creationId xmlns:a16="http://schemas.microsoft.com/office/drawing/2014/main" id="{95BD3803-C5C7-409B-BC79-2750A4DF5477}"/>
                  </a:ext>
                </a:extLst>
              </p:cNvPr>
              <p:cNvSpPr txBox="1"/>
              <p:nvPr/>
            </p:nvSpPr>
            <p:spPr>
              <a:xfrm>
                <a:off x="1170811" y="1657811"/>
                <a:ext cx="612129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1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100" dirty="0"/>
              </a:p>
            </p:txBody>
          </p:sp>
        </mc:Choice>
        <mc:Fallback xmlns="">
          <p:sp>
            <p:nvSpPr>
              <p:cNvPr id="621" name="文字方塊 620">
                <a:extLst>
                  <a:ext uri="{FF2B5EF4-FFF2-40B4-BE49-F238E27FC236}">
                    <a16:creationId xmlns:a16="http://schemas.microsoft.com/office/drawing/2014/main" id="{95BD3803-C5C7-409B-BC79-2750A4DF54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0811" y="1657811"/>
                <a:ext cx="612129" cy="26161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22" name="群組 621">
            <a:extLst>
              <a:ext uri="{FF2B5EF4-FFF2-40B4-BE49-F238E27FC236}">
                <a16:creationId xmlns:a16="http://schemas.microsoft.com/office/drawing/2014/main" id="{7E4CF494-1DBF-4D6A-8916-42A2F48A63AE}"/>
              </a:ext>
            </a:extLst>
          </p:cNvPr>
          <p:cNvGrpSpPr/>
          <p:nvPr/>
        </p:nvGrpSpPr>
        <p:grpSpPr>
          <a:xfrm>
            <a:off x="1315816" y="1873334"/>
            <a:ext cx="414111" cy="443128"/>
            <a:chOff x="7969706" y="-605877"/>
            <a:chExt cx="414111" cy="443128"/>
          </a:xfrm>
        </p:grpSpPr>
        <p:grpSp>
          <p:nvGrpSpPr>
            <p:cNvPr id="623" name="群組 622">
              <a:extLst>
                <a:ext uri="{FF2B5EF4-FFF2-40B4-BE49-F238E27FC236}">
                  <a16:creationId xmlns:a16="http://schemas.microsoft.com/office/drawing/2014/main" id="{C07704FA-CFD3-4C40-8701-9CFD3C659E55}"/>
                </a:ext>
              </a:extLst>
            </p:cNvPr>
            <p:cNvGrpSpPr/>
            <p:nvPr/>
          </p:nvGrpSpPr>
          <p:grpSpPr>
            <a:xfrm>
              <a:off x="8100260" y="-309536"/>
              <a:ext cx="76622" cy="73502"/>
              <a:chOff x="1373392" y="2391862"/>
              <a:chExt cx="479433" cy="476535"/>
            </a:xfrm>
          </p:grpSpPr>
          <p:sp>
            <p:nvSpPr>
              <p:cNvPr id="626" name="箭號: 向右 625">
                <a:extLst>
                  <a:ext uri="{FF2B5EF4-FFF2-40B4-BE49-F238E27FC236}">
                    <a16:creationId xmlns:a16="http://schemas.microsoft.com/office/drawing/2014/main" id="{4CDA4CAC-4AC8-4A5D-AE22-E723D233B37A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tx1"/>
                  </a:solidFill>
                </a:endParaRPr>
              </a:p>
            </p:txBody>
          </p:sp>
          <p:sp>
            <p:nvSpPr>
              <p:cNvPr id="627" name="箭號: 向右 626">
                <a:extLst>
                  <a:ext uri="{FF2B5EF4-FFF2-40B4-BE49-F238E27FC236}">
                    <a16:creationId xmlns:a16="http://schemas.microsoft.com/office/drawing/2014/main" id="{4AFBD55F-0505-49D1-B27E-58077503801B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4" name="文字方塊 623">
                  <a:extLst>
                    <a:ext uri="{FF2B5EF4-FFF2-40B4-BE49-F238E27FC236}">
                      <a16:creationId xmlns:a16="http://schemas.microsoft.com/office/drawing/2014/main" id="{09551853-34C6-4CB9-A659-F23DC6AFCFFD}"/>
                    </a:ext>
                  </a:extLst>
                </p:cNvPr>
                <p:cNvSpPr txBox="1"/>
                <p:nvPr/>
              </p:nvSpPr>
              <p:spPr>
                <a:xfrm>
                  <a:off x="7969706" y="-605877"/>
                  <a:ext cx="290616" cy="29161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 xmlns="">
            <p:sp>
              <p:nvSpPr>
                <p:cNvPr id="624" name="文字方塊 623">
                  <a:extLst>
                    <a:ext uri="{FF2B5EF4-FFF2-40B4-BE49-F238E27FC236}">
                      <a16:creationId xmlns:a16="http://schemas.microsoft.com/office/drawing/2014/main" id="{09551853-34C6-4CB9-A659-F23DC6AFCF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69706" y="-605877"/>
                  <a:ext cx="290616" cy="291618"/>
                </a:xfrm>
                <a:prstGeom prst="rect">
                  <a:avLst/>
                </a:prstGeom>
                <a:blipFill>
                  <a:blip r:embed="rId5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5" name="文字方塊 624">
                  <a:extLst>
                    <a:ext uri="{FF2B5EF4-FFF2-40B4-BE49-F238E27FC236}">
                      <a16:creationId xmlns:a16="http://schemas.microsoft.com/office/drawing/2014/main" id="{44EA2428-EEF5-4921-83DA-6EB05BE26AC3}"/>
                    </a:ext>
                  </a:extLst>
                </p:cNvPr>
                <p:cNvSpPr txBox="1"/>
                <p:nvPr/>
              </p:nvSpPr>
              <p:spPr>
                <a:xfrm>
                  <a:off x="8126327" y="-439748"/>
                  <a:ext cx="25749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 xmlns="">
            <p:sp>
              <p:nvSpPr>
                <p:cNvPr id="625" name="文字方塊 624">
                  <a:extLst>
                    <a:ext uri="{FF2B5EF4-FFF2-40B4-BE49-F238E27FC236}">
                      <a16:creationId xmlns:a16="http://schemas.microsoft.com/office/drawing/2014/main" id="{44EA2428-EEF5-4921-83DA-6EB05BE26A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26327" y="-439748"/>
                  <a:ext cx="257490" cy="276999"/>
                </a:xfrm>
                <a:prstGeom prst="rect">
                  <a:avLst/>
                </a:prstGeom>
                <a:blipFill>
                  <a:blip r:embed="rId57"/>
                  <a:stretch>
                    <a:fillRect r="-476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28" name="文字方塊 627">
                <a:extLst>
                  <a:ext uri="{FF2B5EF4-FFF2-40B4-BE49-F238E27FC236}">
                    <a16:creationId xmlns:a16="http://schemas.microsoft.com/office/drawing/2014/main" id="{58A876E2-2BF1-49EE-8326-2E32D2387933}"/>
                  </a:ext>
                </a:extLst>
              </p:cNvPr>
              <p:cNvSpPr txBox="1"/>
              <p:nvPr/>
            </p:nvSpPr>
            <p:spPr>
              <a:xfrm>
                <a:off x="1170133" y="2371087"/>
                <a:ext cx="612129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1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100" dirty="0"/>
              </a:p>
            </p:txBody>
          </p:sp>
        </mc:Choice>
        <mc:Fallback xmlns="">
          <p:sp>
            <p:nvSpPr>
              <p:cNvPr id="628" name="文字方塊 627">
                <a:extLst>
                  <a:ext uri="{FF2B5EF4-FFF2-40B4-BE49-F238E27FC236}">
                    <a16:creationId xmlns:a16="http://schemas.microsoft.com/office/drawing/2014/main" id="{58A876E2-2BF1-49EE-8326-2E32D23879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0133" y="2371087"/>
                <a:ext cx="612129" cy="26161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29" name="群組 628">
            <a:extLst>
              <a:ext uri="{FF2B5EF4-FFF2-40B4-BE49-F238E27FC236}">
                <a16:creationId xmlns:a16="http://schemas.microsoft.com/office/drawing/2014/main" id="{2314F8AE-135E-4042-B428-E70352E138D8}"/>
              </a:ext>
            </a:extLst>
          </p:cNvPr>
          <p:cNvGrpSpPr/>
          <p:nvPr/>
        </p:nvGrpSpPr>
        <p:grpSpPr>
          <a:xfrm>
            <a:off x="4697624" y="1170851"/>
            <a:ext cx="414111" cy="443128"/>
            <a:chOff x="7969706" y="-605877"/>
            <a:chExt cx="414111" cy="443128"/>
          </a:xfrm>
        </p:grpSpPr>
        <p:grpSp>
          <p:nvGrpSpPr>
            <p:cNvPr id="630" name="群組 629">
              <a:extLst>
                <a:ext uri="{FF2B5EF4-FFF2-40B4-BE49-F238E27FC236}">
                  <a16:creationId xmlns:a16="http://schemas.microsoft.com/office/drawing/2014/main" id="{A847663D-CFDA-497D-A6AA-2FD88ABA5A99}"/>
                </a:ext>
              </a:extLst>
            </p:cNvPr>
            <p:cNvGrpSpPr/>
            <p:nvPr/>
          </p:nvGrpSpPr>
          <p:grpSpPr>
            <a:xfrm>
              <a:off x="8100260" y="-309536"/>
              <a:ext cx="76622" cy="73502"/>
              <a:chOff x="1373392" y="2391862"/>
              <a:chExt cx="479433" cy="476535"/>
            </a:xfrm>
          </p:grpSpPr>
          <p:sp>
            <p:nvSpPr>
              <p:cNvPr id="633" name="箭號: 向右 632">
                <a:extLst>
                  <a:ext uri="{FF2B5EF4-FFF2-40B4-BE49-F238E27FC236}">
                    <a16:creationId xmlns:a16="http://schemas.microsoft.com/office/drawing/2014/main" id="{DEAD3F3A-77A5-45CE-BF21-364D82111BE0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tx1"/>
                  </a:solidFill>
                </a:endParaRPr>
              </a:p>
            </p:txBody>
          </p:sp>
          <p:sp>
            <p:nvSpPr>
              <p:cNvPr id="634" name="箭號: 向右 633">
                <a:extLst>
                  <a:ext uri="{FF2B5EF4-FFF2-40B4-BE49-F238E27FC236}">
                    <a16:creationId xmlns:a16="http://schemas.microsoft.com/office/drawing/2014/main" id="{FD8660D8-7BAE-425A-BE73-3D4DF520DB08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1" name="文字方塊 630">
                  <a:extLst>
                    <a:ext uri="{FF2B5EF4-FFF2-40B4-BE49-F238E27FC236}">
                      <a16:creationId xmlns:a16="http://schemas.microsoft.com/office/drawing/2014/main" id="{21C84E73-55EB-4A87-A22A-83BD71D967FD}"/>
                    </a:ext>
                  </a:extLst>
                </p:cNvPr>
                <p:cNvSpPr txBox="1"/>
                <p:nvPr/>
              </p:nvSpPr>
              <p:spPr>
                <a:xfrm>
                  <a:off x="7969706" y="-605877"/>
                  <a:ext cx="290616" cy="29161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 xmlns="">
            <p:sp>
              <p:nvSpPr>
                <p:cNvPr id="631" name="文字方塊 630">
                  <a:extLst>
                    <a:ext uri="{FF2B5EF4-FFF2-40B4-BE49-F238E27FC236}">
                      <a16:creationId xmlns:a16="http://schemas.microsoft.com/office/drawing/2014/main" id="{21C84E73-55EB-4A87-A22A-83BD71D967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69706" y="-605877"/>
                  <a:ext cx="290616" cy="291618"/>
                </a:xfrm>
                <a:prstGeom prst="rect">
                  <a:avLst/>
                </a:prstGeom>
                <a:blipFill>
                  <a:blip r:embed="rId5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2" name="文字方塊 631">
                  <a:extLst>
                    <a:ext uri="{FF2B5EF4-FFF2-40B4-BE49-F238E27FC236}">
                      <a16:creationId xmlns:a16="http://schemas.microsoft.com/office/drawing/2014/main" id="{C0CF6DD9-A189-414B-99E6-299ED41471BA}"/>
                    </a:ext>
                  </a:extLst>
                </p:cNvPr>
                <p:cNvSpPr txBox="1"/>
                <p:nvPr/>
              </p:nvSpPr>
              <p:spPr>
                <a:xfrm>
                  <a:off x="8126327" y="-439748"/>
                  <a:ext cx="25749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 xmlns="">
            <p:sp>
              <p:nvSpPr>
                <p:cNvPr id="632" name="文字方塊 631">
                  <a:extLst>
                    <a:ext uri="{FF2B5EF4-FFF2-40B4-BE49-F238E27FC236}">
                      <a16:creationId xmlns:a16="http://schemas.microsoft.com/office/drawing/2014/main" id="{C0CF6DD9-A189-414B-99E6-299ED41471B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26327" y="-439748"/>
                  <a:ext cx="257490" cy="276999"/>
                </a:xfrm>
                <a:prstGeom prst="rect">
                  <a:avLst/>
                </a:prstGeom>
                <a:blipFill>
                  <a:blip r:embed="rId9"/>
                  <a:stretch>
                    <a:fillRect r="-232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35" name="文字方塊 634">
                <a:extLst>
                  <a:ext uri="{FF2B5EF4-FFF2-40B4-BE49-F238E27FC236}">
                    <a16:creationId xmlns:a16="http://schemas.microsoft.com/office/drawing/2014/main" id="{E47717BC-61CD-4F15-A1AB-5BF927851A9F}"/>
                  </a:ext>
                </a:extLst>
              </p:cNvPr>
              <p:cNvSpPr txBox="1"/>
              <p:nvPr/>
            </p:nvSpPr>
            <p:spPr>
              <a:xfrm>
                <a:off x="4551941" y="1668604"/>
                <a:ext cx="612129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1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100" dirty="0"/>
              </a:p>
            </p:txBody>
          </p:sp>
        </mc:Choice>
        <mc:Fallback xmlns="">
          <p:sp>
            <p:nvSpPr>
              <p:cNvPr id="635" name="文字方塊 634">
                <a:extLst>
                  <a:ext uri="{FF2B5EF4-FFF2-40B4-BE49-F238E27FC236}">
                    <a16:creationId xmlns:a16="http://schemas.microsoft.com/office/drawing/2014/main" id="{E47717BC-61CD-4F15-A1AB-5BF927851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1941" y="1668604"/>
                <a:ext cx="612129" cy="26161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36" name="群組 635">
            <a:extLst>
              <a:ext uri="{FF2B5EF4-FFF2-40B4-BE49-F238E27FC236}">
                <a16:creationId xmlns:a16="http://schemas.microsoft.com/office/drawing/2014/main" id="{CC3CC50A-2C01-494A-9AD5-CDADB815FAD8}"/>
              </a:ext>
            </a:extLst>
          </p:cNvPr>
          <p:cNvGrpSpPr/>
          <p:nvPr/>
        </p:nvGrpSpPr>
        <p:grpSpPr>
          <a:xfrm>
            <a:off x="4696946" y="1884127"/>
            <a:ext cx="414111" cy="443128"/>
            <a:chOff x="7969706" y="-605877"/>
            <a:chExt cx="414111" cy="443128"/>
          </a:xfrm>
        </p:grpSpPr>
        <p:grpSp>
          <p:nvGrpSpPr>
            <p:cNvPr id="637" name="群組 636">
              <a:extLst>
                <a:ext uri="{FF2B5EF4-FFF2-40B4-BE49-F238E27FC236}">
                  <a16:creationId xmlns:a16="http://schemas.microsoft.com/office/drawing/2014/main" id="{DC86A2A6-40CF-425E-B5CB-ED01A7AA468B}"/>
                </a:ext>
              </a:extLst>
            </p:cNvPr>
            <p:cNvGrpSpPr/>
            <p:nvPr/>
          </p:nvGrpSpPr>
          <p:grpSpPr>
            <a:xfrm>
              <a:off x="8100260" y="-309536"/>
              <a:ext cx="76622" cy="73502"/>
              <a:chOff x="1373392" y="2391862"/>
              <a:chExt cx="479433" cy="476535"/>
            </a:xfrm>
          </p:grpSpPr>
          <p:sp>
            <p:nvSpPr>
              <p:cNvPr id="640" name="箭號: 向右 639">
                <a:extLst>
                  <a:ext uri="{FF2B5EF4-FFF2-40B4-BE49-F238E27FC236}">
                    <a16:creationId xmlns:a16="http://schemas.microsoft.com/office/drawing/2014/main" id="{4B6AB43C-8F3D-4FEE-B227-4BB33C6718B5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tx1"/>
                  </a:solidFill>
                </a:endParaRPr>
              </a:p>
            </p:txBody>
          </p:sp>
          <p:sp>
            <p:nvSpPr>
              <p:cNvPr id="641" name="箭號: 向右 640">
                <a:extLst>
                  <a:ext uri="{FF2B5EF4-FFF2-40B4-BE49-F238E27FC236}">
                    <a16:creationId xmlns:a16="http://schemas.microsoft.com/office/drawing/2014/main" id="{15FB2D4F-7D75-4B86-BC26-E4D1949DCCCC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8" name="文字方塊 637">
                  <a:extLst>
                    <a:ext uri="{FF2B5EF4-FFF2-40B4-BE49-F238E27FC236}">
                      <a16:creationId xmlns:a16="http://schemas.microsoft.com/office/drawing/2014/main" id="{ACC45C74-03A6-4F25-9220-27D404CB08B0}"/>
                    </a:ext>
                  </a:extLst>
                </p:cNvPr>
                <p:cNvSpPr txBox="1"/>
                <p:nvPr/>
              </p:nvSpPr>
              <p:spPr>
                <a:xfrm>
                  <a:off x="7969706" y="-605877"/>
                  <a:ext cx="290616" cy="29161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 xmlns="">
            <p:sp>
              <p:nvSpPr>
                <p:cNvPr id="638" name="文字方塊 637">
                  <a:extLst>
                    <a:ext uri="{FF2B5EF4-FFF2-40B4-BE49-F238E27FC236}">
                      <a16:creationId xmlns:a16="http://schemas.microsoft.com/office/drawing/2014/main" id="{ACC45C74-03A6-4F25-9220-27D404CB08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69706" y="-605877"/>
                  <a:ext cx="290616" cy="291618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9" name="文字方塊 638">
                  <a:extLst>
                    <a:ext uri="{FF2B5EF4-FFF2-40B4-BE49-F238E27FC236}">
                      <a16:creationId xmlns:a16="http://schemas.microsoft.com/office/drawing/2014/main" id="{25C8579A-2D85-4547-8DB1-39CE8D38E20D}"/>
                    </a:ext>
                  </a:extLst>
                </p:cNvPr>
                <p:cNvSpPr txBox="1"/>
                <p:nvPr/>
              </p:nvSpPr>
              <p:spPr>
                <a:xfrm>
                  <a:off x="8126327" y="-439748"/>
                  <a:ext cx="25749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 xmlns="">
            <p:sp>
              <p:nvSpPr>
                <p:cNvPr id="639" name="文字方塊 638">
                  <a:extLst>
                    <a:ext uri="{FF2B5EF4-FFF2-40B4-BE49-F238E27FC236}">
                      <a16:creationId xmlns:a16="http://schemas.microsoft.com/office/drawing/2014/main" id="{25C8579A-2D85-4547-8DB1-39CE8D38E2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26327" y="-439748"/>
                  <a:ext cx="257490" cy="276999"/>
                </a:xfrm>
                <a:prstGeom prst="rect">
                  <a:avLst/>
                </a:prstGeom>
                <a:blipFill>
                  <a:blip r:embed="rId9"/>
                  <a:stretch>
                    <a:fillRect r="-476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42" name="文字方塊 641">
                <a:extLst>
                  <a:ext uri="{FF2B5EF4-FFF2-40B4-BE49-F238E27FC236}">
                    <a16:creationId xmlns:a16="http://schemas.microsoft.com/office/drawing/2014/main" id="{C98E6D0A-4A09-46D7-953E-F1D1E94A5B48}"/>
                  </a:ext>
                </a:extLst>
              </p:cNvPr>
              <p:cNvSpPr txBox="1"/>
              <p:nvPr/>
            </p:nvSpPr>
            <p:spPr>
              <a:xfrm>
                <a:off x="4551263" y="2381880"/>
                <a:ext cx="612129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1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100" dirty="0"/>
              </a:p>
            </p:txBody>
          </p:sp>
        </mc:Choice>
        <mc:Fallback xmlns="">
          <p:sp>
            <p:nvSpPr>
              <p:cNvPr id="642" name="文字方塊 641">
                <a:extLst>
                  <a:ext uri="{FF2B5EF4-FFF2-40B4-BE49-F238E27FC236}">
                    <a16:creationId xmlns:a16="http://schemas.microsoft.com/office/drawing/2014/main" id="{C98E6D0A-4A09-46D7-953E-F1D1E94A5B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1263" y="2381880"/>
                <a:ext cx="612129" cy="26161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43" name="圖片 642">
            <a:extLst>
              <a:ext uri="{FF2B5EF4-FFF2-40B4-BE49-F238E27FC236}">
                <a16:creationId xmlns:a16="http://schemas.microsoft.com/office/drawing/2014/main" id="{A23747C5-0412-496B-9780-365DCF1BB77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66698"/>
          <a:stretch/>
        </p:blipFill>
        <p:spPr>
          <a:xfrm>
            <a:off x="7251131" y="161925"/>
            <a:ext cx="2089442" cy="503095"/>
          </a:xfrm>
          <a:prstGeom prst="rect">
            <a:avLst/>
          </a:prstGeom>
        </p:spPr>
      </p:pic>
      <p:pic>
        <p:nvPicPr>
          <p:cNvPr id="646" name="圖片 645">
            <a:extLst>
              <a:ext uri="{FF2B5EF4-FFF2-40B4-BE49-F238E27FC236}">
                <a16:creationId xmlns:a16="http://schemas.microsoft.com/office/drawing/2014/main" id="{71D3521D-07F0-45D8-9A9F-2EAEC33AF593}"/>
              </a:ext>
            </a:extLst>
          </p:cNvPr>
          <p:cNvPicPr>
            <a:picLocks noChangeAspect="1"/>
          </p:cNvPicPr>
          <p:nvPr/>
        </p:nvPicPr>
        <p:blipFill>
          <a:blip r:embed="rId59"/>
          <a:stretch>
            <a:fillRect/>
          </a:stretch>
        </p:blipFill>
        <p:spPr>
          <a:xfrm>
            <a:off x="3525159" y="1961072"/>
            <a:ext cx="720000" cy="722432"/>
          </a:xfrm>
          <a:prstGeom prst="rect">
            <a:avLst/>
          </a:prstGeom>
        </p:spPr>
      </p:pic>
      <p:pic>
        <p:nvPicPr>
          <p:cNvPr id="647" name="圖片 646">
            <a:extLst>
              <a:ext uri="{FF2B5EF4-FFF2-40B4-BE49-F238E27FC236}">
                <a16:creationId xmlns:a16="http://schemas.microsoft.com/office/drawing/2014/main" id="{514FAFD4-A95C-4156-8D8C-0781FFB6E55B}"/>
              </a:ext>
            </a:extLst>
          </p:cNvPr>
          <p:cNvPicPr>
            <a:picLocks noChangeAspect="1"/>
          </p:cNvPicPr>
          <p:nvPr/>
        </p:nvPicPr>
        <p:blipFill>
          <a:blip r:embed="rId60"/>
          <a:stretch>
            <a:fillRect/>
          </a:stretch>
        </p:blipFill>
        <p:spPr>
          <a:xfrm>
            <a:off x="3525159" y="2728405"/>
            <a:ext cx="720000" cy="717576"/>
          </a:xfrm>
          <a:prstGeom prst="rect">
            <a:avLst/>
          </a:prstGeom>
        </p:spPr>
      </p:pic>
      <p:pic>
        <p:nvPicPr>
          <p:cNvPr id="648" name="圖片 647">
            <a:extLst>
              <a:ext uri="{FF2B5EF4-FFF2-40B4-BE49-F238E27FC236}">
                <a16:creationId xmlns:a16="http://schemas.microsoft.com/office/drawing/2014/main" id="{847B95EB-D346-4BE5-A290-E27EE1A6C4BA}"/>
              </a:ext>
            </a:extLst>
          </p:cNvPr>
          <p:cNvPicPr>
            <a:picLocks noChangeAspect="1"/>
          </p:cNvPicPr>
          <p:nvPr/>
        </p:nvPicPr>
        <p:blipFill>
          <a:blip r:embed="rId61"/>
          <a:stretch>
            <a:fillRect/>
          </a:stretch>
        </p:blipFill>
        <p:spPr>
          <a:xfrm>
            <a:off x="3525159" y="3842742"/>
            <a:ext cx="720000" cy="720000"/>
          </a:xfrm>
          <a:prstGeom prst="rect">
            <a:avLst/>
          </a:prstGeom>
        </p:spPr>
      </p:pic>
      <p:pic>
        <p:nvPicPr>
          <p:cNvPr id="650" name="圖片 649">
            <a:extLst>
              <a:ext uri="{FF2B5EF4-FFF2-40B4-BE49-F238E27FC236}">
                <a16:creationId xmlns:a16="http://schemas.microsoft.com/office/drawing/2014/main" id="{6B11002F-C247-4A57-9167-6C4A74070885}"/>
              </a:ext>
            </a:extLst>
          </p:cNvPr>
          <p:cNvPicPr>
            <a:picLocks noChangeAspect="1"/>
          </p:cNvPicPr>
          <p:nvPr/>
        </p:nvPicPr>
        <p:blipFill>
          <a:blip r:embed="rId62"/>
          <a:stretch>
            <a:fillRect/>
          </a:stretch>
        </p:blipFill>
        <p:spPr>
          <a:xfrm>
            <a:off x="3525159" y="4591093"/>
            <a:ext cx="720000" cy="720000"/>
          </a:xfrm>
          <a:prstGeom prst="rect">
            <a:avLst/>
          </a:prstGeom>
        </p:spPr>
      </p:pic>
      <p:pic>
        <p:nvPicPr>
          <p:cNvPr id="651" name="圖片 650">
            <a:extLst>
              <a:ext uri="{FF2B5EF4-FFF2-40B4-BE49-F238E27FC236}">
                <a16:creationId xmlns:a16="http://schemas.microsoft.com/office/drawing/2014/main" id="{347629E7-5D7C-4D0A-8AC7-0B01FB99A5E6}"/>
              </a:ext>
            </a:extLst>
          </p:cNvPr>
          <p:cNvPicPr>
            <a:picLocks noChangeAspect="1"/>
          </p:cNvPicPr>
          <p:nvPr/>
        </p:nvPicPr>
        <p:blipFill>
          <a:blip r:embed="rId63"/>
          <a:stretch>
            <a:fillRect/>
          </a:stretch>
        </p:blipFill>
        <p:spPr>
          <a:xfrm>
            <a:off x="4585995" y="4547017"/>
            <a:ext cx="720000" cy="724881"/>
          </a:xfrm>
          <a:prstGeom prst="rect">
            <a:avLst/>
          </a:prstGeom>
        </p:spPr>
      </p:pic>
      <p:pic>
        <p:nvPicPr>
          <p:cNvPr id="652" name="圖片 651">
            <a:extLst>
              <a:ext uri="{FF2B5EF4-FFF2-40B4-BE49-F238E27FC236}">
                <a16:creationId xmlns:a16="http://schemas.microsoft.com/office/drawing/2014/main" id="{2F847164-0E08-4EF0-ACF0-4F7878041AB0}"/>
              </a:ext>
            </a:extLst>
          </p:cNvPr>
          <p:cNvPicPr>
            <a:picLocks noChangeAspect="1"/>
          </p:cNvPicPr>
          <p:nvPr/>
        </p:nvPicPr>
        <p:blipFill>
          <a:blip r:embed="rId64"/>
          <a:stretch>
            <a:fillRect/>
          </a:stretch>
        </p:blipFill>
        <p:spPr>
          <a:xfrm>
            <a:off x="4585995" y="5293785"/>
            <a:ext cx="720000" cy="717567"/>
          </a:xfrm>
          <a:prstGeom prst="rect">
            <a:avLst/>
          </a:prstGeom>
        </p:spPr>
      </p:pic>
      <p:pic>
        <p:nvPicPr>
          <p:cNvPr id="653" name="圖片 652">
            <a:extLst>
              <a:ext uri="{FF2B5EF4-FFF2-40B4-BE49-F238E27FC236}">
                <a16:creationId xmlns:a16="http://schemas.microsoft.com/office/drawing/2014/main" id="{7A10674F-E0CE-4800-AEF8-15D6A6816701}"/>
              </a:ext>
            </a:extLst>
          </p:cNvPr>
          <p:cNvPicPr>
            <a:picLocks noChangeAspect="1"/>
          </p:cNvPicPr>
          <p:nvPr/>
        </p:nvPicPr>
        <p:blipFill>
          <a:blip r:embed="rId65"/>
          <a:stretch>
            <a:fillRect/>
          </a:stretch>
        </p:blipFill>
        <p:spPr>
          <a:xfrm>
            <a:off x="5643069" y="4592472"/>
            <a:ext cx="720000" cy="720000"/>
          </a:xfrm>
          <a:prstGeom prst="rect">
            <a:avLst/>
          </a:prstGeom>
        </p:spPr>
      </p:pic>
      <p:pic>
        <p:nvPicPr>
          <p:cNvPr id="654" name="圖片 653">
            <a:extLst>
              <a:ext uri="{FF2B5EF4-FFF2-40B4-BE49-F238E27FC236}">
                <a16:creationId xmlns:a16="http://schemas.microsoft.com/office/drawing/2014/main" id="{1DBA4954-8DD2-457F-B15B-7B004473F018}"/>
              </a:ext>
            </a:extLst>
          </p:cNvPr>
          <p:cNvPicPr>
            <a:picLocks noChangeAspect="1"/>
          </p:cNvPicPr>
          <p:nvPr/>
        </p:nvPicPr>
        <p:blipFill>
          <a:blip r:embed="rId66"/>
          <a:stretch>
            <a:fillRect/>
          </a:stretch>
        </p:blipFill>
        <p:spPr>
          <a:xfrm>
            <a:off x="5643069" y="3837861"/>
            <a:ext cx="720000" cy="724881"/>
          </a:xfrm>
          <a:prstGeom prst="rect">
            <a:avLst/>
          </a:prstGeom>
        </p:spPr>
      </p:pic>
      <p:pic>
        <p:nvPicPr>
          <p:cNvPr id="655" name="圖片 654">
            <a:extLst>
              <a:ext uri="{FF2B5EF4-FFF2-40B4-BE49-F238E27FC236}">
                <a16:creationId xmlns:a16="http://schemas.microsoft.com/office/drawing/2014/main" id="{A63CF7C2-CCE7-43D6-AA87-236408158851}"/>
              </a:ext>
            </a:extLst>
          </p:cNvPr>
          <p:cNvPicPr>
            <a:picLocks noChangeAspect="1"/>
          </p:cNvPicPr>
          <p:nvPr/>
        </p:nvPicPr>
        <p:blipFill>
          <a:blip r:embed="rId67"/>
          <a:stretch>
            <a:fillRect/>
          </a:stretch>
        </p:blipFill>
        <p:spPr>
          <a:xfrm>
            <a:off x="5643069" y="2710603"/>
            <a:ext cx="720000" cy="729829"/>
          </a:xfrm>
          <a:prstGeom prst="rect">
            <a:avLst/>
          </a:prstGeom>
        </p:spPr>
      </p:pic>
      <p:pic>
        <p:nvPicPr>
          <p:cNvPr id="656" name="圖片 655">
            <a:extLst>
              <a:ext uri="{FF2B5EF4-FFF2-40B4-BE49-F238E27FC236}">
                <a16:creationId xmlns:a16="http://schemas.microsoft.com/office/drawing/2014/main" id="{EF467B0E-5EBC-44EB-89D7-ED1584013BDE}"/>
              </a:ext>
            </a:extLst>
          </p:cNvPr>
          <p:cNvPicPr>
            <a:picLocks noChangeAspect="1"/>
          </p:cNvPicPr>
          <p:nvPr/>
        </p:nvPicPr>
        <p:blipFill>
          <a:blip r:embed="rId68"/>
          <a:stretch>
            <a:fillRect/>
          </a:stretch>
        </p:blipFill>
        <p:spPr>
          <a:xfrm>
            <a:off x="5643069" y="1958296"/>
            <a:ext cx="720000" cy="722449"/>
          </a:xfrm>
          <a:prstGeom prst="rect">
            <a:avLst/>
          </a:prstGeom>
        </p:spPr>
      </p:pic>
      <p:sp>
        <p:nvSpPr>
          <p:cNvPr id="211" name="文字方塊 210">
            <a:extLst>
              <a:ext uri="{FF2B5EF4-FFF2-40B4-BE49-F238E27FC236}">
                <a16:creationId xmlns:a16="http://schemas.microsoft.com/office/drawing/2014/main" id="{2B4C7CE6-33B3-49A4-9402-F6BBA8F3B2C8}"/>
              </a:ext>
            </a:extLst>
          </p:cNvPr>
          <p:cNvSpPr txBox="1"/>
          <p:nvPr/>
        </p:nvSpPr>
        <p:spPr>
          <a:xfrm>
            <a:off x="1926101" y="1112502"/>
            <a:ext cx="4522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3" name="文字方塊 212">
            <a:extLst>
              <a:ext uri="{FF2B5EF4-FFF2-40B4-BE49-F238E27FC236}">
                <a16:creationId xmlns:a16="http://schemas.microsoft.com/office/drawing/2014/main" id="{A1BA78B9-EA70-4923-8807-86D81C1AC069}"/>
              </a:ext>
            </a:extLst>
          </p:cNvPr>
          <p:cNvSpPr txBox="1"/>
          <p:nvPr/>
        </p:nvSpPr>
        <p:spPr>
          <a:xfrm>
            <a:off x="1926101" y="1865842"/>
            <a:ext cx="4522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4" name="文字方塊 213">
            <a:extLst>
              <a:ext uri="{FF2B5EF4-FFF2-40B4-BE49-F238E27FC236}">
                <a16:creationId xmlns:a16="http://schemas.microsoft.com/office/drawing/2014/main" id="{A7AD2F6E-B27D-42B5-8C34-CD233E3DD2D9}"/>
              </a:ext>
            </a:extLst>
          </p:cNvPr>
          <p:cNvSpPr txBox="1"/>
          <p:nvPr/>
        </p:nvSpPr>
        <p:spPr>
          <a:xfrm>
            <a:off x="5291323" y="1106708"/>
            <a:ext cx="4522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5" name="文字方塊 214">
            <a:extLst>
              <a:ext uri="{FF2B5EF4-FFF2-40B4-BE49-F238E27FC236}">
                <a16:creationId xmlns:a16="http://schemas.microsoft.com/office/drawing/2014/main" id="{B88F23EF-0945-4C8E-A73D-96A988BD589A}"/>
              </a:ext>
            </a:extLst>
          </p:cNvPr>
          <p:cNvSpPr txBox="1"/>
          <p:nvPr/>
        </p:nvSpPr>
        <p:spPr>
          <a:xfrm>
            <a:off x="5291323" y="1860048"/>
            <a:ext cx="4522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65349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9773</TotalTime>
  <Words>174</Words>
  <Application>Microsoft Office PowerPoint</Application>
  <PresentationFormat>自訂</PresentationFormat>
  <Paragraphs>107</Paragraphs>
  <Slides>3</Slides>
  <Notes>0</Notes>
  <HiddenSlides>2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</vt:i4>
      </vt:variant>
    </vt:vector>
  </HeadingPairs>
  <TitlesOfParts>
    <vt:vector size="10" baseType="lpstr">
      <vt:lpstr>新細明體</vt:lpstr>
      <vt:lpstr>Arial</vt:lpstr>
      <vt:lpstr>Calibri</vt:lpstr>
      <vt:lpstr>Calibri Light</vt:lpstr>
      <vt:lpstr>Cambria Math</vt:lpstr>
      <vt:lpstr>Times New Roman</vt:lpstr>
      <vt:lpstr>Office 佈景主題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nycugpu</dc:creator>
  <cp:lastModifiedBy>nycugpu</cp:lastModifiedBy>
  <cp:revision>64</cp:revision>
  <dcterms:created xsi:type="dcterms:W3CDTF">2026-04-27T03:03:02Z</dcterms:created>
  <dcterms:modified xsi:type="dcterms:W3CDTF">2026-06-29T05:40:40Z</dcterms:modified>
</cp:coreProperties>
</file>