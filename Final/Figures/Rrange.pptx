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FFFFF"/>
    <a:srgbClr val="A9D18E"/>
    <a:srgbClr val="DCAC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1" autoAdjust="0"/>
    <p:restoredTop sz="94660"/>
  </p:normalViewPr>
  <p:slideViewPr>
    <p:cSldViewPr snapToGrid="0">
      <p:cViewPr varScale="1">
        <p:scale>
          <a:sx n="88" d="100"/>
          <a:sy n="88" d="100"/>
        </p:scale>
        <p:origin x="10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779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468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024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629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8909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5629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5072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562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781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5589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488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2883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39B778DC-BA8F-4AED-B902-5519DD6C8E83}"/>
              </a:ext>
            </a:extLst>
          </p:cNvPr>
          <p:cNvSpPr/>
          <p:nvPr/>
        </p:nvSpPr>
        <p:spPr>
          <a:xfrm>
            <a:off x="1270106" y="1077686"/>
            <a:ext cx="7284629" cy="46917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2137C916-6667-4FFF-A41C-405BAC6B5634}"/>
              </a:ext>
            </a:extLst>
          </p:cNvPr>
          <p:cNvSpPr/>
          <p:nvPr/>
        </p:nvSpPr>
        <p:spPr>
          <a:xfrm>
            <a:off x="884645" y="1085951"/>
            <a:ext cx="786232" cy="46925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6E6FC3A0-2C5E-4EC4-B60C-A05C6275A81F}"/>
              </a:ext>
            </a:extLst>
          </p:cNvPr>
          <p:cNvCxnSpPr>
            <a:cxnSpLocks/>
          </p:cNvCxnSpPr>
          <p:nvPr/>
        </p:nvCxnSpPr>
        <p:spPr>
          <a:xfrm>
            <a:off x="3311526" y="3429000"/>
            <a:ext cx="165100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6C2D4660-D1A2-4677-86DE-0633B0DFFD9A}"/>
              </a:ext>
            </a:extLst>
          </p:cNvPr>
          <p:cNvCxnSpPr>
            <a:cxnSpLocks/>
          </p:cNvCxnSpPr>
          <p:nvPr/>
        </p:nvCxnSpPr>
        <p:spPr>
          <a:xfrm>
            <a:off x="5965868" y="3429000"/>
            <a:ext cx="1266825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橢圓 16">
            <a:extLst>
              <a:ext uri="{FF2B5EF4-FFF2-40B4-BE49-F238E27FC236}">
                <a16:creationId xmlns:a16="http://schemas.microsoft.com/office/drawing/2014/main" id="{90830E2C-DE3E-4AE3-A613-211048D23F14}"/>
              </a:ext>
            </a:extLst>
          </p:cNvPr>
          <p:cNvSpPr/>
          <p:nvPr/>
        </p:nvSpPr>
        <p:spPr>
          <a:xfrm>
            <a:off x="4659738" y="2008826"/>
            <a:ext cx="586521" cy="28178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FDF8180-D973-4531-888B-47BCA1EC6932}"/>
              </a:ext>
            </a:extLst>
          </p:cNvPr>
          <p:cNvCxnSpPr>
            <a:cxnSpLocks/>
          </p:cNvCxnSpPr>
          <p:nvPr/>
        </p:nvCxnSpPr>
        <p:spPr>
          <a:xfrm>
            <a:off x="4944500" y="2008826"/>
            <a:ext cx="0" cy="140255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弧形 8">
            <a:extLst>
              <a:ext uri="{FF2B5EF4-FFF2-40B4-BE49-F238E27FC236}">
                <a16:creationId xmlns:a16="http://schemas.microsoft.com/office/drawing/2014/main" id="{F5073DF3-23A2-4756-8038-D7CF848DEAE1}"/>
              </a:ext>
            </a:extLst>
          </p:cNvPr>
          <p:cNvSpPr/>
          <p:nvPr/>
        </p:nvSpPr>
        <p:spPr>
          <a:xfrm rot="8100000">
            <a:off x="-2651116" y="-13197559"/>
            <a:ext cx="15208232" cy="15208232"/>
          </a:xfrm>
          <a:prstGeom prst="arc">
            <a:avLst>
              <a:gd name="adj1" fmla="val 17201135"/>
              <a:gd name="adj2" fmla="val 20629779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弧形 9">
            <a:extLst>
              <a:ext uri="{FF2B5EF4-FFF2-40B4-BE49-F238E27FC236}">
                <a16:creationId xmlns:a16="http://schemas.microsoft.com/office/drawing/2014/main" id="{CBA5609A-9B95-4347-99D9-C84C3C7CD5E2}"/>
              </a:ext>
            </a:extLst>
          </p:cNvPr>
          <p:cNvSpPr/>
          <p:nvPr/>
        </p:nvSpPr>
        <p:spPr>
          <a:xfrm rot="18900000">
            <a:off x="-2651116" y="4847327"/>
            <a:ext cx="15208232" cy="15208232"/>
          </a:xfrm>
          <a:prstGeom prst="arc">
            <a:avLst>
              <a:gd name="adj1" fmla="val 17176439"/>
              <a:gd name="adj2" fmla="val 20608746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6E8902BF-302C-4A00-BDDE-9B309F26A9FB}"/>
              </a:ext>
            </a:extLst>
          </p:cNvPr>
          <p:cNvSpPr/>
          <p:nvPr/>
        </p:nvSpPr>
        <p:spPr>
          <a:xfrm>
            <a:off x="6944801" y="1684376"/>
            <a:ext cx="586521" cy="3500596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B1FA0C3E-1A5F-4D3E-8CD1-52827CCD535A}"/>
              </a:ext>
            </a:extLst>
          </p:cNvPr>
          <p:cNvCxnSpPr>
            <a:cxnSpLocks/>
          </p:cNvCxnSpPr>
          <p:nvPr/>
        </p:nvCxnSpPr>
        <p:spPr>
          <a:xfrm>
            <a:off x="7229563" y="1684376"/>
            <a:ext cx="0" cy="1742378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52379982-8561-452E-9BC3-8E4CE84D2F57}"/>
              </a:ext>
            </a:extLst>
          </p:cNvPr>
          <p:cNvCxnSpPr>
            <a:cxnSpLocks/>
          </p:cNvCxnSpPr>
          <p:nvPr/>
        </p:nvCxnSpPr>
        <p:spPr>
          <a:xfrm>
            <a:off x="4946058" y="3429000"/>
            <a:ext cx="105537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/>
              <p:nvPr/>
            </p:nvSpPr>
            <p:spPr>
              <a:xfrm>
                <a:off x="4110288" y="213223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0288" y="2132232"/>
                <a:ext cx="568301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/>
              <p:nvPr/>
            </p:nvSpPr>
            <p:spPr>
              <a:xfrm>
                <a:off x="5958624" y="2108668"/>
                <a:ext cx="962854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624" y="2108668"/>
                <a:ext cx="962854" cy="5395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/>
              <p:nvPr/>
            </p:nvSpPr>
            <p:spPr>
              <a:xfrm>
                <a:off x="5809421" y="3485938"/>
                <a:ext cx="64150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9421" y="3485938"/>
                <a:ext cx="641500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607CB37C-2240-413F-980F-20029A32CA62}"/>
              </a:ext>
            </a:extLst>
          </p:cNvPr>
          <p:cNvGrpSpPr/>
          <p:nvPr/>
        </p:nvGrpSpPr>
        <p:grpSpPr>
          <a:xfrm>
            <a:off x="4944500" y="3495675"/>
            <a:ext cx="2285063" cy="187325"/>
            <a:chOff x="5935099" y="3495675"/>
            <a:chExt cx="2285063" cy="187325"/>
          </a:xfrm>
        </p:grpSpPr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8EDF15DD-015D-49AD-8AD5-E8F6E7326FBE}"/>
                </a:ext>
              </a:extLst>
            </p:cNvPr>
            <p:cNvCxnSpPr>
              <a:cxnSpLocks/>
            </p:cNvCxnSpPr>
            <p:nvPr/>
          </p:nvCxnSpPr>
          <p:spPr>
            <a:xfrm>
              <a:off x="5935099" y="3593786"/>
              <a:ext cx="2282594" cy="0"/>
            </a:xfrm>
            <a:prstGeom prst="line">
              <a:avLst/>
            </a:prstGeom>
            <a:ln w="28575">
              <a:headEnd type="stealth" w="lg" len="lg"/>
              <a:tailEnd type="stealth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B8A3A9CD-5036-485E-AEA0-C176E58E340A}"/>
                </a:ext>
              </a:extLst>
            </p:cNvPr>
            <p:cNvCxnSpPr>
              <a:cxnSpLocks/>
            </p:cNvCxnSpPr>
            <p:nvPr/>
          </p:nvCxnSpPr>
          <p:spPr>
            <a:xfrm>
              <a:off x="5935099" y="3495675"/>
              <a:ext cx="0" cy="1873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E7F3F4B3-1C59-4B40-B283-F71C9440A357}"/>
                </a:ext>
              </a:extLst>
            </p:cNvPr>
            <p:cNvCxnSpPr>
              <a:cxnSpLocks/>
            </p:cNvCxnSpPr>
            <p:nvPr/>
          </p:nvCxnSpPr>
          <p:spPr>
            <a:xfrm>
              <a:off x="8220162" y="3495675"/>
              <a:ext cx="0" cy="1873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2A26385-A9D4-41C8-8353-093640823164}"/>
                  </a:ext>
                </a:extLst>
              </p:cNvPr>
              <p:cNvSpPr txBox="1"/>
              <p:nvPr/>
            </p:nvSpPr>
            <p:spPr>
              <a:xfrm>
                <a:off x="1105953" y="1729101"/>
                <a:ext cx="49913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2A26385-A9D4-41C8-8353-093640823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953" y="1729101"/>
                <a:ext cx="499134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6E17EFA-B51A-4F4D-B96D-C35154FB968A}"/>
                  </a:ext>
                </a:extLst>
              </p:cNvPr>
              <p:cNvSpPr txBox="1"/>
              <p:nvPr/>
            </p:nvSpPr>
            <p:spPr>
              <a:xfrm>
                <a:off x="541896" y="4015875"/>
                <a:ext cx="49913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6E17EFA-B51A-4F4D-B96D-C35154FB9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96" y="4015875"/>
                <a:ext cx="499134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248A2610-F524-4FF1-8E13-399BAC853D86}"/>
                  </a:ext>
                </a:extLst>
              </p:cNvPr>
              <p:cNvSpPr txBox="1"/>
              <p:nvPr/>
            </p:nvSpPr>
            <p:spPr>
              <a:xfrm>
                <a:off x="2964696" y="285441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zh-TW" altLang="en-US" sz="2600" b="1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248A2610-F524-4FF1-8E13-399BAC853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4696" y="2854412"/>
                <a:ext cx="568301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31C61BF8-D808-40F0-9FC4-BEF1BA0BE16B}"/>
                  </a:ext>
                </a:extLst>
              </p:cNvPr>
              <p:cNvSpPr txBox="1"/>
              <p:nvPr/>
            </p:nvSpPr>
            <p:spPr>
              <a:xfrm>
                <a:off x="732422" y="3137331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zh-TW" altLang="en-US" sz="2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31C61BF8-D808-40F0-9FC4-BEF1BA0BE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422" y="3137331"/>
                <a:ext cx="56830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局部圓 29">
            <a:extLst>
              <a:ext uri="{FF2B5EF4-FFF2-40B4-BE49-F238E27FC236}">
                <a16:creationId xmlns:a16="http://schemas.microsoft.com/office/drawing/2014/main" id="{F19B8E23-0D08-4E0A-8FCB-627D0AE9906A}"/>
              </a:ext>
            </a:extLst>
          </p:cNvPr>
          <p:cNvSpPr/>
          <p:nvPr/>
        </p:nvSpPr>
        <p:spPr>
          <a:xfrm>
            <a:off x="1155701" y="3081171"/>
            <a:ext cx="337072" cy="718338"/>
          </a:xfrm>
          <a:prstGeom prst="pie">
            <a:avLst>
              <a:gd name="adj1" fmla="val 12729732"/>
              <a:gd name="adj2" fmla="val 16200000"/>
            </a:avLst>
          </a:prstGeom>
          <a:gradFill flip="none" rotWithShape="1">
            <a:gsLst>
              <a:gs pos="0">
                <a:schemeClr val="accent1"/>
              </a:gs>
              <a:gs pos="43000">
                <a:schemeClr val="accent1">
                  <a:lumMod val="40000"/>
                  <a:lumOff val="60000"/>
                </a:schemeClr>
              </a:gs>
            </a:gsLst>
            <a:lin ang="13500000" scaled="1"/>
            <a:tileRect/>
          </a:gra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9620E7BD-7CD3-4C24-86EB-D1EF2FCE4D50}"/>
              </a:ext>
            </a:extLst>
          </p:cNvPr>
          <p:cNvCxnSpPr>
            <a:cxnSpLocks/>
          </p:cNvCxnSpPr>
          <p:nvPr/>
        </p:nvCxnSpPr>
        <p:spPr>
          <a:xfrm flipH="1" flipV="1">
            <a:off x="881064" y="3148013"/>
            <a:ext cx="452830" cy="292103"/>
          </a:xfrm>
          <a:prstGeom prst="line">
            <a:avLst/>
          </a:prstGeom>
          <a:ln w="28575">
            <a:solidFill>
              <a:schemeClr val="accent1"/>
            </a:solidFill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55625116-D964-4EE9-8A48-C4E713344F63}"/>
              </a:ext>
            </a:extLst>
          </p:cNvPr>
          <p:cNvCxnSpPr>
            <a:cxnSpLocks/>
          </p:cNvCxnSpPr>
          <p:nvPr/>
        </p:nvCxnSpPr>
        <p:spPr>
          <a:xfrm flipH="1" flipV="1">
            <a:off x="881064" y="3148013"/>
            <a:ext cx="2160587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AF525ACF-DF2B-41CE-9ECF-58AFA98BA304}"/>
                  </a:ext>
                </a:extLst>
              </p:cNvPr>
              <p:cNvSpPr txBox="1"/>
              <p:nvPr/>
            </p:nvSpPr>
            <p:spPr>
              <a:xfrm>
                <a:off x="865284" y="267972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zh-TW" altLang="en-US" sz="2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AF525ACF-DF2B-41CE-9ECF-58AFA98BA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84" y="2679722"/>
                <a:ext cx="568301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3EAE5234-D1A5-470F-A367-71E7A1FA8DA3}"/>
              </a:ext>
            </a:extLst>
          </p:cNvPr>
          <p:cNvCxnSpPr>
            <a:cxnSpLocks/>
          </p:cNvCxnSpPr>
          <p:nvPr/>
        </p:nvCxnSpPr>
        <p:spPr>
          <a:xfrm flipV="1">
            <a:off x="1326749" y="3145631"/>
            <a:ext cx="1723633" cy="282577"/>
          </a:xfrm>
          <a:prstGeom prst="line">
            <a:avLst/>
          </a:prstGeom>
          <a:ln w="38100">
            <a:solidFill>
              <a:schemeClr val="accent1"/>
            </a:solidFill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DC03B474-6152-440A-8754-0451AF2AD4AF}"/>
              </a:ext>
            </a:extLst>
          </p:cNvPr>
          <p:cNvCxnSpPr>
            <a:cxnSpLocks/>
          </p:cNvCxnSpPr>
          <p:nvPr/>
        </p:nvCxnSpPr>
        <p:spPr>
          <a:xfrm flipH="1">
            <a:off x="895351" y="3417184"/>
            <a:ext cx="441820" cy="768633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80470041-FE1C-4941-B160-B10EB2E8790A}"/>
              </a:ext>
            </a:extLst>
          </p:cNvPr>
          <p:cNvCxnSpPr>
            <a:cxnSpLocks/>
          </p:cNvCxnSpPr>
          <p:nvPr/>
        </p:nvCxnSpPr>
        <p:spPr>
          <a:xfrm>
            <a:off x="1333994" y="2166284"/>
            <a:ext cx="0" cy="1263600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34AA5AE1-9ECA-4C1D-98BE-DEB9974B190F}"/>
                  </a:ext>
                </a:extLst>
              </p:cNvPr>
              <p:cNvSpPr txBox="1"/>
              <p:nvPr/>
            </p:nvSpPr>
            <p:spPr>
              <a:xfrm>
                <a:off x="413799" y="2723219"/>
                <a:ext cx="568301" cy="500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26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zh-TW" altLang="en-US" sz="2600" b="1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34AA5AE1-9ECA-4C1D-98BE-DEB9974B1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9" y="2723219"/>
                <a:ext cx="568301" cy="5009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/>
              <p:nvPr/>
            </p:nvSpPr>
            <p:spPr>
              <a:xfrm>
                <a:off x="7816084" y="3156691"/>
                <a:ext cx="49913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6084" y="3156691"/>
                <a:ext cx="499134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22D617-688D-4CF1-A375-0984F030B57C}"/>
              </a:ext>
            </a:extLst>
          </p:cNvPr>
          <p:cNvCxnSpPr>
            <a:cxnSpLocks/>
          </p:cNvCxnSpPr>
          <p:nvPr/>
        </p:nvCxnSpPr>
        <p:spPr>
          <a:xfrm>
            <a:off x="7223168" y="3429000"/>
            <a:ext cx="721759" cy="0"/>
          </a:xfrm>
          <a:prstGeom prst="line">
            <a:avLst/>
          </a:prstGeom>
          <a:ln w="76200"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6AC8ED98-3874-4517-942D-D6329879B727}"/>
              </a:ext>
            </a:extLst>
          </p:cNvPr>
          <p:cNvCxnSpPr>
            <a:cxnSpLocks/>
          </p:cNvCxnSpPr>
          <p:nvPr/>
        </p:nvCxnSpPr>
        <p:spPr>
          <a:xfrm>
            <a:off x="1320801" y="3429000"/>
            <a:ext cx="218440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0" name="橢圓 109">
            <a:extLst>
              <a:ext uri="{FF2B5EF4-FFF2-40B4-BE49-F238E27FC236}">
                <a16:creationId xmlns:a16="http://schemas.microsoft.com/office/drawing/2014/main" id="{8A103C75-0ACD-4325-89D9-F3E097D5E303}"/>
              </a:ext>
            </a:extLst>
          </p:cNvPr>
          <p:cNvSpPr/>
          <p:nvPr/>
        </p:nvSpPr>
        <p:spPr>
          <a:xfrm>
            <a:off x="8211975" y="1085951"/>
            <a:ext cx="786232" cy="46925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7" name="左大括弧 126">
            <a:extLst>
              <a:ext uri="{FF2B5EF4-FFF2-40B4-BE49-F238E27FC236}">
                <a16:creationId xmlns:a16="http://schemas.microsoft.com/office/drawing/2014/main" id="{C96F44D7-693E-4719-A3BD-CD7FDCBFE984}"/>
              </a:ext>
            </a:extLst>
          </p:cNvPr>
          <p:cNvSpPr/>
          <p:nvPr/>
        </p:nvSpPr>
        <p:spPr>
          <a:xfrm rot="18223053">
            <a:off x="-1392019" y="2772823"/>
            <a:ext cx="136524" cy="507475"/>
          </a:xfrm>
          <a:prstGeom prst="leftBrace">
            <a:avLst>
              <a:gd name="adj1" fmla="val 7707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35" name="圖片 134">
            <a:extLst>
              <a:ext uri="{FF2B5EF4-FFF2-40B4-BE49-F238E27FC236}">
                <a16:creationId xmlns:a16="http://schemas.microsoft.com/office/drawing/2014/main" id="{0E475765-0215-4CA7-A97F-70EF08613F82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l="1" r="63530"/>
          <a:stretch/>
        </p:blipFill>
        <p:spPr>
          <a:xfrm rot="7394936">
            <a:off x="1029705" y="3075746"/>
            <a:ext cx="89908" cy="510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47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2544</TotalTime>
  <Words>11</Words>
  <Application>Microsoft Office PowerPoint</Application>
  <PresentationFormat>A4 紙張 (210x297 公釐)</PresentationFormat>
  <Paragraphs>10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新細明體</vt:lpstr>
      <vt:lpstr>Arial</vt:lpstr>
      <vt:lpstr>Calibri</vt:lpstr>
      <vt:lpstr>Calibri Light</vt:lpstr>
      <vt:lpstr>Cambria Math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26</cp:revision>
  <dcterms:created xsi:type="dcterms:W3CDTF">2026-06-08T08:23:19Z</dcterms:created>
  <dcterms:modified xsi:type="dcterms:W3CDTF">2026-06-10T06:59:43Z</dcterms:modified>
</cp:coreProperties>
</file>