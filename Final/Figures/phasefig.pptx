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sldIdLst>
    <p:sldId id="256" r:id="rId2"/>
  </p:sldIdLst>
  <p:sldSz cx="9906000" cy="45005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14" autoAdjust="0"/>
    <p:restoredTop sz="94660"/>
  </p:normalViewPr>
  <p:slideViewPr>
    <p:cSldViewPr snapToGrid="0">
      <p:cViewPr varScale="1">
        <p:scale>
          <a:sx n="94" d="100"/>
          <a:sy n="94" d="100"/>
        </p:scale>
        <p:origin x="102" y="10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736551"/>
            <a:ext cx="7429500" cy="1566863"/>
          </a:xfrm>
        </p:spPr>
        <p:txBody>
          <a:bodyPr anchor="b"/>
          <a:lstStyle>
            <a:lvl1pPr algn="ctr">
              <a:defRPr sz="393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2363838"/>
            <a:ext cx="7429500" cy="1086594"/>
          </a:xfrm>
        </p:spPr>
        <p:txBody>
          <a:bodyPr/>
          <a:lstStyle>
            <a:lvl1pPr marL="0" indent="0" algn="ctr">
              <a:buNone/>
              <a:defRPr sz="1575"/>
            </a:lvl1pPr>
            <a:lvl2pPr marL="300060" indent="0" algn="ctr">
              <a:buNone/>
              <a:defRPr sz="1313"/>
            </a:lvl2pPr>
            <a:lvl3pPr marL="600121" indent="0" algn="ctr">
              <a:buNone/>
              <a:defRPr sz="1181"/>
            </a:lvl3pPr>
            <a:lvl4pPr marL="900181" indent="0" algn="ctr">
              <a:buNone/>
              <a:defRPr sz="1050"/>
            </a:lvl4pPr>
            <a:lvl5pPr marL="1200241" indent="0" algn="ctr">
              <a:buNone/>
              <a:defRPr sz="1050"/>
            </a:lvl5pPr>
            <a:lvl6pPr marL="1500302" indent="0" algn="ctr">
              <a:buNone/>
              <a:defRPr sz="1050"/>
            </a:lvl6pPr>
            <a:lvl7pPr marL="1800362" indent="0" algn="ctr">
              <a:buNone/>
              <a:defRPr sz="1050"/>
            </a:lvl7pPr>
            <a:lvl8pPr marL="2100423" indent="0" algn="ctr">
              <a:buNone/>
              <a:defRPr sz="1050"/>
            </a:lvl8pPr>
            <a:lvl9pPr marL="2400483" indent="0" algn="ctr">
              <a:buNone/>
              <a:defRPr sz="105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4417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67126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122016"/>
            <a:ext cx="8543925" cy="1872109"/>
          </a:xfrm>
        </p:spPr>
        <p:txBody>
          <a:bodyPr anchor="b"/>
          <a:lstStyle>
            <a:lvl1pPr>
              <a:defRPr sz="393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3011836"/>
            <a:ext cx="8543925" cy="984498"/>
          </a:xfrm>
        </p:spPr>
        <p:txBody>
          <a:bodyPr/>
          <a:lstStyle>
            <a:lvl1pPr marL="0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1pPr>
            <a:lvl2pPr marL="300060" indent="0">
              <a:buNone/>
              <a:defRPr sz="1313">
                <a:solidFill>
                  <a:schemeClr val="tx1">
                    <a:tint val="75000"/>
                  </a:schemeClr>
                </a:solidFill>
              </a:defRPr>
            </a:lvl2pPr>
            <a:lvl3pPr marL="600121" indent="0">
              <a:buNone/>
              <a:defRPr sz="1181">
                <a:solidFill>
                  <a:schemeClr val="tx1">
                    <a:tint val="75000"/>
                  </a:schemeClr>
                </a:solidFill>
              </a:defRPr>
            </a:lvl3pPr>
            <a:lvl4pPr marL="900181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200241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500302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1800362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100423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400483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6985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198066"/>
            <a:ext cx="4210050" cy="2855566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198066"/>
            <a:ext cx="4210050" cy="2855566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718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239614"/>
            <a:ext cx="8543925" cy="86990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103263"/>
            <a:ext cx="4190702" cy="540692"/>
          </a:xfrm>
        </p:spPr>
        <p:txBody>
          <a:bodyPr anchor="b"/>
          <a:lstStyle>
            <a:lvl1pPr marL="0" indent="0">
              <a:buNone/>
              <a:defRPr sz="1575" b="1"/>
            </a:lvl1pPr>
            <a:lvl2pPr marL="300060" indent="0">
              <a:buNone/>
              <a:defRPr sz="1313" b="1"/>
            </a:lvl2pPr>
            <a:lvl3pPr marL="600121" indent="0">
              <a:buNone/>
              <a:defRPr sz="1181" b="1"/>
            </a:lvl3pPr>
            <a:lvl4pPr marL="900181" indent="0">
              <a:buNone/>
              <a:defRPr sz="1050" b="1"/>
            </a:lvl4pPr>
            <a:lvl5pPr marL="1200241" indent="0">
              <a:buNone/>
              <a:defRPr sz="1050" b="1"/>
            </a:lvl5pPr>
            <a:lvl6pPr marL="1500302" indent="0">
              <a:buNone/>
              <a:defRPr sz="1050" b="1"/>
            </a:lvl6pPr>
            <a:lvl7pPr marL="1800362" indent="0">
              <a:buNone/>
              <a:defRPr sz="1050" b="1"/>
            </a:lvl7pPr>
            <a:lvl8pPr marL="2100423" indent="0">
              <a:buNone/>
              <a:defRPr sz="1050" b="1"/>
            </a:lvl8pPr>
            <a:lvl9pPr marL="2400483" indent="0">
              <a:buNone/>
              <a:defRPr sz="105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1643956"/>
            <a:ext cx="4190702" cy="2418011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103263"/>
            <a:ext cx="4211340" cy="540692"/>
          </a:xfrm>
        </p:spPr>
        <p:txBody>
          <a:bodyPr anchor="b"/>
          <a:lstStyle>
            <a:lvl1pPr marL="0" indent="0">
              <a:buNone/>
              <a:defRPr sz="1575" b="1"/>
            </a:lvl1pPr>
            <a:lvl2pPr marL="300060" indent="0">
              <a:buNone/>
              <a:defRPr sz="1313" b="1"/>
            </a:lvl2pPr>
            <a:lvl3pPr marL="600121" indent="0">
              <a:buNone/>
              <a:defRPr sz="1181" b="1"/>
            </a:lvl3pPr>
            <a:lvl4pPr marL="900181" indent="0">
              <a:buNone/>
              <a:defRPr sz="1050" b="1"/>
            </a:lvl4pPr>
            <a:lvl5pPr marL="1200241" indent="0">
              <a:buNone/>
              <a:defRPr sz="1050" b="1"/>
            </a:lvl5pPr>
            <a:lvl6pPr marL="1500302" indent="0">
              <a:buNone/>
              <a:defRPr sz="1050" b="1"/>
            </a:lvl6pPr>
            <a:lvl7pPr marL="1800362" indent="0">
              <a:buNone/>
              <a:defRPr sz="1050" b="1"/>
            </a:lvl7pPr>
            <a:lvl8pPr marL="2100423" indent="0">
              <a:buNone/>
              <a:defRPr sz="1050" b="1"/>
            </a:lvl8pPr>
            <a:lvl9pPr marL="2400483" indent="0">
              <a:buNone/>
              <a:defRPr sz="105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1643956"/>
            <a:ext cx="4211340" cy="2418011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2628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38652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2026/6/17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6484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00038"/>
            <a:ext cx="3194943" cy="1050131"/>
          </a:xfrm>
        </p:spPr>
        <p:txBody>
          <a:bodyPr anchor="b"/>
          <a:lstStyle>
            <a:lvl1pPr>
              <a:defRPr sz="21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647998"/>
            <a:ext cx="5014913" cy="3198317"/>
          </a:xfrm>
        </p:spPr>
        <p:txBody>
          <a:bodyPr/>
          <a:lstStyle>
            <a:lvl1pPr>
              <a:defRPr sz="2100"/>
            </a:lvl1pPr>
            <a:lvl2pPr>
              <a:defRPr sz="1838"/>
            </a:lvl2pPr>
            <a:lvl3pPr>
              <a:defRPr sz="1575"/>
            </a:lvl3pPr>
            <a:lvl4pPr>
              <a:defRPr sz="1313"/>
            </a:lvl4pPr>
            <a:lvl5pPr>
              <a:defRPr sz="1313"/>
            </a:lvl5pPr>
            <a:lvl6pPr>
              <a:defRPr sz="1313"/>
            </a:lvl6pPr>
            <a:lvl7pPr>
              <a:defRPr sz="1313"/>
            </a:lvl7pPr>
            <a:lvl8pPr>
              <a:defRPr sz="1313"/>
            </a:lvl8pPr>
            <a:lvl9pPr>
              <a:defRPr sz="1313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350169"/>
            <a:ext cx="3194943" cy="2501355"/>
          </a:xfrm>
        </p:spPr>
        <p:txBody>
          <a:bodyPr/>
          <a:lstStyle>
            <a:lvl1pPr marL="0" indent="0">
              <a:buNone/>
              <a:defRPr sz="1050"/>
            </a:lvl1pPr>
            <a:lvl2pPr marL="300060" indent="0">
              <a:buNone/>
              <a:defRPr sz="919"/>
            </a:lvl2pPr>
            <a:lvl3pPr marL="600121" indent="0">
              <a:buNone/>
              <a:defRPr sz="788"/>
            </a:lvl3pPr>
            <a:lvl4pPr marL="900181" indent="0">
              <a:buNone/>
              <a:defRPr sz="656"/>
            </a:lvl4pPr>
            <a:lvl5pPr marL="1200241" indent="0">
              <a:buNone/>
              <a:defRPr sz="656"/>
            </a:lvl5pPr>
            <a:lvl6pPr marL="1500302" indent="0">
              <a:buNone/>
              <a:defRPr sz="656"/>
            </a:lvl6pPr>
            <a:lvl7pPr marL="1800362" indent="0">
              <a:buNone/>
              <a:defRPr sz="656"/>
            </a:lvl7pPr>
            <a:lvl8pPr marL="2100423" indent="0">
              <a:buNone/>
              <a:defRPr sz="656"/>
            </a:lvl8pPr>
            <a:lvl9pPr marL="2400483" indent="0">
              <a:buNone/>
              <a:defRPr sz="656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7000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00038"/>
            <a:ext cx="3194943" cy="1050131"/>
          </a:xfrm>
        </p:spPr>
        <p:txBody>
          <a:bodyPr anchor="b"/>
          <a:lstStyle>
            <a:lvl1pPr>
              <a:defRPr sz="21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647998"/>
            <a:ext cx="5014913" cy="3198317"/>
          </a:xfrm>
        </p:spPr>
        <p:txBody>
          <a:bodyPr anchor="t"/>
          <a:lstStyle>
            <a:lvl1pPr marL="0" indent="0">
              <a:buNone/>
              <a:defRPr sz="2100"/>
            </a:lvl1pPr>
            <a:lvl2pPr marL="300060" indent="0">
              <a:buNone/>
              <a:defRPr sz="1838"/>
            </a:lvl2pPr>
            <a:lvl3pPr marL="600121" indent="0">
              <a:buNone/>
              <a:defRPr sz="1575"/>
            </a:lvl3pPr>
            <a:lvl4pPr marL="900181" indent="0">
              <a:buNone/>
              <a:defRPr sz="1313"/>
            </a:lvl4pPr>
            <a:lvl5pPr marL="1200241" indent="0">
              <a:buNone/>
              <a:defRPr sz="1313"/>
            </a:lvl5pPr>
            <a:lvl6pPr marL="1500302" indent="0">
              <a:buNone/>
              <a:defRPr sz="1313"/>
            </a:lvl6pPr>
            <a:lvl7pPr marL="1800362" indent="0">
              <a:buNone/>
              <a:defRPr sz="1313"/>
            </a:lvl7pPr>
            <a:lvl8pPr marL="2100423" indent="0">
              <a:buNone/>
              <a:defRPr sz="1313"/>
            </a:lvl8pPr>
            <a:lvl9pPr marL="2400483" indent="0">
              <a:buNone/>
              <a:defRPr sz="1313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350169"/>
            <a:ext cx="3194943" cy="2501355"/>
          </a:xfrm>
        </p:spPr>
        <p:txBody>
          <a:bodyPr/>
          <a:lstStyle>
            <a:lvl1pPr marL="0" indent="0">
              <a:buNone/>
              <a:defRPr sz="1050"/>
            </a:lvl1pPr>
            <a:lvl2pPr marL="300060" indent="0">
              <a:buNone/>
              <a:defRPr sz="919"/>
            </a:lvl2pPr>
            <a:lvl3pPr marL="600121" indent="0">
              <a:buNone/>
              <a:defRPr sz="788"/>
            </a:lvl3pPr>
            <a:lvl4pPr marL="900181" indent="0">
              <a:buNone/>
              <a:defRPr sz="656"/>
            </a:lvl4pPr>
            <a:lvl5pPr marL="1200241" indent="0">
              <a:buNone/>
              <a:defRPr sz="656"/>
            </a:lvl5pPr>
            <a:lvl6pPr marL="1500302" indent="0">
              <a:buNone/>
              <a:defRPr sz="656"/>
            </a:lvl6pPr>
            <a:lvl7pPr marL="1800362" indent="0">
              <a:buNone/>
              <a:defRPr sz="656"/>
            </a:lvl7pPr>
            <a:lvl8pPr marL="2100423" indent="0">
              <a:buNone/>
              <a:defRPr sz="656"/>
            </a:lvl8pPr>
            <a:lvl9pPr marL="2400483" indent="0">
              <a:buNone/>
              <a:defRPr sz="656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5597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95072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239613"/>
            <a:ext cx="2135981" cy="3814019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239613"/>
            <a:ext cx="6284119" cy="3814019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4241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239614"/>
            <a:ext cx="8543925" cy="869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198066"/>
            <a:ext cx="8543925" cy="28555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4171356"/>
            <a:ext cx="2228850" cy="239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6FB895-B65F-4EA9-9907-69D32227E72B}" type="datetimeFigureOut">
              <a:rPr lang="zh-TW" altLang="en-US" smtClean="0"/>
              <a:t>2026/6/17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4171356"/>
            <a:ext cx="3343275" cy="239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4171356"/>
            <a:ext cx="2228850" cy="2396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03844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l" defTabSz="600121" rtl="0" eaLnBrk="1" latinLnBrk="0" hangingPunct="1">
        <a:lnSpc>
          <a:spcPct val="90000"/>
        </a:lnSpc>
        <a:spcBef>
          <a:spcPct val="0"/>
        </a:spcBef>
        <a:buNone/>
        <a:defRPr sz="288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0030" indent="-150030" algn="l" defTabSz="600121" rtl="0" eaLnBrk="1" latinLnBrk="0" hangingPunct="1">
        <a:lnSpc>
          <a:spcPct val="90000"/>
        </a:lnSpc>
        <a:spcBef>
          <a:spcPts val="656"/>
        </a:spcBef>
        <a:buFont typeface="Arial" panose="020B0604020202020204" pitchFamily="34" charset="0"/>
        <a:buChar char="•"/>
        <a:defRPr sz="1838" kern="1200">
          <a:solidFill>
            <a:schemeClr val="tx1"/>
          </a:solidFill>
          <a:latin typeface="+mn-lt"/>
          <a:ea typeface="+mn-ea"/>
          <a:cs typeface="+mn-cs"/>
        </a:defRPr>
      </a:lvl1pPr>
      <a:lvl2pPr marL="450091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2pPr>
      <a:lvl3pPr marL="750151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313" kern="1200">
          <a:solidFill>
            <a:schemeClr val="tx1"/>
          </a:solidFill>
          <a:latin typeface="+mn-lt"/>
          <a:ea typeface="+mn-ea"/>
          <a:cs typeface="+mn-cs"/>
        </a:defRPr>
      </a:lvl3pPr>
      <a:lvl4pPr marL="1050211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4pPr>
      <a:lvl5pPr marL="1350272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5pPr>
      <a:lvl6pPr marL="1650332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6pPr>
      <a:lvl7pPr marL="1950392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7pPr>
      <a:lvl8pPr marL="2250453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8pPr>
      <a:lvl9pPr marL="2550513" indent="-150030" algn="l" defTabSz="600121" rtl="0" eaLnBrk="1" latinLnBrk="0" hangingPunct="1">
        <a:lnSpc>
          <a:spcPct val="90000"/>
        </a:lnSpc>
        <a:spcBef>
          <a:spcPts val="328"/>
        </a:spcBef>
        <a:buFont typeface="Arial" panose="020B0604020202020204" pitchFamily="34" charset="0"/>
        <a:buChar char="•"/>
        <a:defRPr sz="118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1pPr>
      <a:lvl2pPr marL="300060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2pPr>
      <a:lvl3pPr marL="600121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3pPr>
      <a:lvl4pPr marL="900181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4pPr>
      <a:lvl5pPr marL="1200241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5pPr>
      <a:lvl6pPr marL="1500302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6pPr>
      <a:lvl7pPr marL="1800362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7pPr>
      <a:lvl8pPr marL="2100423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8pPr>
      <a:lvl9pPr marL="2400483" algn="l" defTabSz="600121" rtl="0" eaLnBrk="1" latinLnBrk="0" hangingPunct="1">
        <a:defRPr sz="118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42123814-EE1F-4A96-8A2C-E41C7E0ACFB2}"/>
              </a:ext>
            </a:extLst>
          </p:cNvPr>
          <p:cNvGrpSpPr/>
          <p:nvPr/>
        </p:nvGrpSpPr>
        <p:grpSpPr>
          <a:xfrm>
            <a:off x="-52776" y="-19943"/>
            <a:ext cx="10011552" cy="4540449"/>
            <a:chOff x="-42052" y="992496"/>
            <a:chExt cx="10011552" cy="4540449"/>
          </a:xfrm>
        </p:grpSpPr>
        <p:sp>
          <p:nvSpPr>
            <p:cNvPr id="28" name="矩形: 圓角 27">
              <a:extLst>
                <a:ext uri="{FF2B5EF4-FFF2-40B4-BE49-F238E27FC236}">
                  <a16:creationId xmlns:a16="http://schemas.microsoft.com/office/drawing/2014/main" id="{CCB24D74-4A8B-4444-8425-4BDC15A33F54}"/>
                </a:ext>
              </a:extLst>
            </p:cNvPr>
            <p:cNvSpPr/>
            <p:nvPr/>
          </p:nvSpPr>
          <p:spPr>
            <a:xfrm>
              <a:off x="55199" y="4033322"/>
              <a:ext cx="8958446" cy="1190023"/>
            </a:xfrm>
            <a:prstGeom prst="roundRect">
              <a:avLst>
                <a:gd name="adj" fmla="val 6163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矩形: 圓角 28">
              <a:extLst>
                <a:ext uri="{FF2B5EF4-FFF2-40B4-BE49-F238E27FC236}">
                  <a16:creationId xmlns:a16="http://schemas.microsoft.com/office/drawing/2014/main" id="{108824B8-9BBE-4291-B8C7-D1466F0F0792}"/>
                </a:ext>
              </a:extLst>
            </p:cNvPr>
            <p:cNvSpPr/>
            <p:nvPr/>
          </p:nvSpPr>
          <p:spPr>
            <a:xfrm>
              <a:off x="55199" y="2786560"/>
              <a:ext cx="8958446" cy="1190023"/>
            </a:xfrm>
            <a:prstGeom prst="roundRect">
              <a:avLst>
                <a:gd name="adj" fmla="val 6163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矩形: 圓角 26">
              <a:extLst>
                <a:ext uri="{FF2B5EF4-FFF2-40B4-BE49-F238E27FC236}">
                  <a16:creationId xmlns:a16="http://schemas.microsoft.com/office/drawing/2014/main" id="{52D051E1-1392-48ED-BB65-D5213D95206B}"/>
                </a:ext>
              </a:extLst>
            </p:cNvPr>
            <p:cNvSpPr/>
            <p:nvPr/>
          </p:nvSpPr>
          <p:spPr>
            <a:xfrm>
              <a:off x="55199" y="1539798"/>
              <a:ext cx="8958446" cy="1190023"/>
            </a:xfrm>
            <a:prstGeom prst="roundRect">
              <a:avLst>
                <a:gd name="adj" fmla="val 6163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3" name="圖片 2">
              <a:extLst>
                <a:ext uri="{FF2B5EF4-FFF2-40B4-BE49-F238E27FC236}">
                  <a16:creationId xmlns:a16="http://schemas.microsoft.com/office/drawing/2014/main" id="{D9AE460D-6E36-4CED-90C2-BCA4BCE798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4623"/>
            <a:stretch/>
          </p:blipFill>
          <p:spPr>
            <a:xfrm>
              <a:off x="990345" y="2611019"/>
              <a:ext cx="8037895" cy="1569093"/>
            </a:xfrm>
            <a:prstGeom prst="rect">
              <a:avLst/>
            </a:prstGeom>
          </p:spPr>
        </p:pic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2B7E1A0A-16DC-4A1C-80FA-EED5DA952BB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687" r="14623"/>
            <a:stretch/>
          </p:blipFill>
          <p:spPr>
            <a:xfrm>
              <a:off x="990345" y="1543350"/>
              <a:ext cx="8037895" cy="1385717"/>
            </a:xfrm>
            <a:prstGeom prst="rect">
              <a:avLst/>
            </a:prstGeom>
          </p:spPr>
        </p:pic>
        <p:pic>
          <p:nvPicPr>
            <p:cNvPr id="8" name="圖片 7">
              <a:extLst>
                <a:ext uri="{FF2B5EF4-FFF2-40B4-BE49-F238E27FC236}">
                  <a16:creationId xmlns:a16="http://schemas.microsoft.com/office/drawing/2014/main" id="{4ECCAF68-A24F-4E7B-AFA4-672323F0D54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5028"/>
            <a:stretch/>
          </p:blipFill>
          <p:spPr>
            <a:xfrm>
              <a:off x="989223" y="3867455"/>
              <a:ext cx="7999668" cy="156909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95973EEA-BBBF-4D9D-807A-FF6EB3D04074}"/>
                    </a:ext>
                  </a:extLst>
                </p:cNvPr>
                <p:cNvSpPr/>
                <p:nvPr/>
              </p:nvSpPr>
              <p:spPr>
                <a:xfrm>
                  <a:off x="167204" y="3171499"/>
                  <a:ext cx="883254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" name="矩形 5">
                  <a:extLst>
                    <a:ext uri="{FF2B5EF4-FFF2-40B4-BE49-F238E27FC236}">
                      <a16:creationId xmlns:a16="http://schemas.microsoft.com/office/drawing/2014/main" id="{95973EEA-BBBF-4D9D-807A-FF6EB3D0407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204" y="3171499"/>
                  <a:ext cx="883254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5DD30E1E-3254-4C6F-8DF1-6F6AA824DBC6}"/>
                    </a:ext>
                  </a:extLst>
                </p:cNvPr>
                <p:cNvSpPr/>
                <p:nvPr/>
              </p:nvSpPr>
              <p:spPr>
                <a:xfrm>
                  <a:off x="66208" y="1924737"/>
                  <a:ext cx="1075615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=−1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5" name="矩形 24">
                  <a:extLst>
                    <a:ext uri="{FF2B5EF4-FFF2-40B4-BE49-F238E27FC236}">
                      <a16:creationId xmlns:a16="http://schemas.microsoft.com/office/drawing/2014/main" id="{5DD30E1E-3254-4C6F-8DF1-6F6AA824DBC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8" y="1924737"/>
                  <a:ext cx="1075615" cy="40011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矩形 33">
                  <a:extLst>
                    <a:ext uri="{FF2B5EF4-FFF2-40B4-BE49-F238E27FC236}">
                      <a16:creationId xmlns:a16="http://schemas.microsoft.com/office/drawing/2014/main" id="{7602E595-1D29-4D58-A267-FBD3337FC00C}"/>
                    </a:ext>
                  </a:extLst>
                </p:cNvPr>
                <p:cNvSpPr/>
                <p:nvPr/>
              </p:nvSpPr>
              <p:spPr>
                <a:xfrm>
                  <a:off x="167204" y="4418261"/>
                  <a:ext cx="883254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4" name="矩形 33">
                  <a:extLst>
                    <a:ext uri="{FF2B5EF4-FFF2-40B4-BE49-F238E27FC236}">
                      <a16:creationId xmlns:a16="http://schemas.microsoft.com/office/drawing/2014/main" id="{7602E595-1D29-4D58-A267-FBD3337FC00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204" y="4418261"/>
                  <a:ext cx="883254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5" name="圖片 34">
              <a:extLst>
                <a:ext uri="{FF2B5EF4-FFF2-40B4-BE49-F238E27FC236}">
                  <a16:creationId xmlns:a16="http://schemas.microsoft.com/office/drawing/2014/main" id="{41213C0D-84F2-49AC-8D43-4B68A15C83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4784" r="7482"/>
            <a:stretch/>
          </p:blipFill>
          <p:spPr>
            <a:xfrm>
              <a:off x="8863509" y="2963219"/>
              <a:ext cx="1105991" cy="238344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2ECBAAFC-83D2-46F0-9BA3-8E95FA748CA6}"/>
                    </a:ext>
                  </a:extLst>
                </p:cNvPr>
                <p:cNvSpPr/>
                <p:nvPr/>
              </p:nvSpPr>
              <p:spPr>
                <a:xfrm>
                  <a:off x="1199993" y="4827940"/>
                  <a:ext cx="754437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0.1</m:t>
                        </m:r>
                        <m:sSub>
                          <m:sSub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6" name="矩形 35">
                  <a:extLst>
                    <a:ext uri="{FF2B5EF4-FFF2-40B4-BE49-F238E27FC236}">
                      <a16:creationId xmlns:a16="http://schemas.microsoft.com/office/drawing/2014/main" id="{2ECBAAFC-83D2-46F0-9BA3-8E95FA748C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9993" y="4827940"/>
                  <a:ext cx="754437" cy="343171"/>
                </a:xfrm>
                <a:prstGeom prst="rect">
                  <a:avLst/>
                </a:prstGeom>
                <a:blipFill>
                  <a:blip r:embed="rId9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F6C84087-92B1-4FA8-8CF1-044E99D54A3A}"/>
                    </a:ext>
                  </a:extLst>
                </p:cNvPr>
                <p:cNvSpPr/>
                <p:nvPr/>
              </p:nvSpPr>
              <p:spPr>
                <a:xfrm>
                  <a:off x="1256454" y="5189774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7" name="矩形 36">
                  <a:extLst>
                    <a:ext uri="{FF2B5EF4-FFF2-40B4-BE49-F238E27FC236}">
                      <a16:creationId xmlns:a16="http://schemas.microsoft.com/office/drawing/2014/main" id="{F6C84087-92B1-4FA8-8CF1-044E99D54A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56454" y="5189774"/>
                  <a:ext cx="733662" cy="34317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9811FA64-E6DD-41BC-80D2-880764802ABE}"/>
                    </a:ext>
                  </a:extLst>
                </p:cNvPr>
                <p:cNvSpPr/>
                <p:nvPr/>
              </p:nvSpPr>
              <p:spPr>
                <a:xfrm>
                  <a:off x="2604983" y="5189774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9811FA64-E6DD-41BC-80D2-880764802AB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04983" y="5189774"/>
                  <a:ext cx="733662" cy="34317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9AFAACFC-C00D-499A-8508-F3D19B04B62A}"/>
                    </a:ext>
                  </a:extLst>
                </p:cNvPr>
                <p:cNvSpPr/>
                <p:nvPr/>
              </p:nvSpPr>
              <p:spPr>
                <a:xfrm>
                  <a:off x="3953513" y="5189774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9" name="矩形 38">
                  <a:extLst>
                    <a:ext uri="{FF2B5EF4-FFF2-40B4-BE49-F238E27FC236}">
                      <a16:creationId xmlns:a16="http://schemas.microsoft.com/office/drawing/2014/main" id="{9AFAACFC-C00D-499A-8508-F3D19B04B6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53513" y="5189774"/>
                  <a:ext cx="733662" cy="34317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995B6156-8001-4682-BF33-4738B14DA66A}"/>
                    </a:ext>
                  </a:extLst>
                </p:cNvPr>
                <p:cNvSpPr/>
                <p:nvPr/>
              </p:nvSpPr>
              <p:spPr>
                <a:xfrm>
                  <a:off x="5302042" y="5189774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ℓ=3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0" name="矩形 39">
                  <a:extLst>
                    <a:ext uri="{FF2B5EF4-FFF2-40B4-BE49-F238E27FC236}">
                      <a16:creationId xmlns:a16="http://schemas.microsoft.com/office/drawing/2014/main" id="{995B6156-8001-4682-BF33-4738B14DA6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2042" y="5189774"/>
                  <a:ext cx="733662" cy="343171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36A165A2-5CCD-44EC-98FB-D19CA3785C10}"/>
                    </a:ext>
                  </a:extLst>
                </p:cNvPr>
                <p:cNvSpPr/>
                <p:nvPr/>
              </p:nvSpPr>
              <p:spPr>
                <a:xfrm>
                  <a:off x="6650571" y="5189774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ℓ=4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1" name="矩形 40">
                  <a:extLst>
                    <a:ext uri="{FF2B5EF4-FFF2-40B4-BE49-F238E27FC236}">
                      <a16:creationId xmlns:a16="http://schemas.microsoft.com/office/drawing/2014/main" id="{36A165A2-5CCD-44EC-98FB-D19CA3785C1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0571" y="5189774"/>
                  <a:ext cx="733662" cy="34317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8B48CC31-D1B7-4B52-A279-365D34E581C5}"/>
                    </a:ext>
                  </a:extLst>
                </p:cNvPr>
                <p:cNvSpPr/>
                <p:nvPr/>
              </p:nvSpPr>
              <p:spPr>
                <a:xfrm>
                  <a:off x="7999100" y="5189774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ℓ=5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42" name="矩形 41">
                  <a:extLst>
                    <a:ext uri="{FF2B5EF4-FFF2-40B4-BE49-F238E27FC236}">
                      <a16:creationId xmlns:a16="http://schemas.microsoft.com/office/drawing/2014/main" id="{8B48CC31-D1B7-4B52-A279-365D34E581C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9100" y="5189774"/>
                  <a:ext cx="733662" cy="343171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B7081AB4-1985-48FE-BE34-AE78233292EF}"/>
                </a:ext>
              </a:extLst>
            </p:cNvPr>
            <p:cNvSpPr/>
            <p:nvPr/>
          </p:nvSpPr>
          <p:spPr>
            <a:xfrm rot="5400000">
              <a:off x="9044346" y="3966850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箭號: 向右 20">
              <a:extLst>
                <a:ext uri="{FF2B5EF4-FFF2-40B4-BE49-F238E27FC236}">
                  <a16:creationId xmlns:a16="http://schemas.microsoft.com/office/drawing/2014/main" id="{025C62A4-9A34-4BD9-8357-674205EBF76F}"/>
                </a:ext>
              </a:extLst>
            </p:cNvPr>
            <p:cNvSpPr/>
            <p:nvPr/>
          </p:nvSpPr>
          <p:spPr>
            <a:xfrm>
              <a:off x="1644562" y="4610100"/>
              <a:ext cx="97293" cy="28920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25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箭號: 向右 21">
              <a:extLst>
                <a:ext uri="{FF2B5EF4-FFF2-40B4-BE49-F238E27FC236}">
                  <a16:creationId xmlns:a16="http://schemas.microsoft.com/office/drawing/2014/main" id="{315B47D2-4A07-49A6-B0C3-0A542558BA2C}"/>
                </a:ext>
              </a:extLst>
            </p:cNvPr>
            <p:cNvSpPr/>
            <p:nvPr/>
          </p:nvSpPr>
          <p:spPr>
            <a:xfrm rot="16200000">
              <a:off x="1602643" y="4568611"/>
              <a:ext cx="96359" cy="29200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625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ABBE3E62-F47A-4075-BF98-571DCD9F3C3D}"/>
                    </a:ext>
                  </a:extLst>
                </p:cNvPr>
                <p:cNvSpPr txBox="1"/>
                <p:nvPr/>
              </p:nvSpPr>
              <p:spPr>
                <a:xfrm>
                  <a:off x="1519345" y="4218892"/>
                  <a:ext cx="339578" cy="36215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25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TW" altLang="en-US" sz="1625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625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625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25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ABBE3E62-F47A-4075-BF98-571DCD9F3C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19345" y="4218892"/>
                  <a:ext cx="339578" cy="362150"/>
                </a:xfrm>
                <a:prstGeom prst="rect">
                  <a:avLst/>
                </a:prstGeom>
                <a:blipFill>
                  <a:blip r:embed="rId16"/>
                  <a:stretch>
                    <a:fillRect r="-3571"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D7364931-5D09-451B-90E1-D402ABA92EAE}"/>
                    </a:ext>
                  </a:extLst>
                </p:cNvPr>
                <p:cNvSpPr txBox="1"/>
                <p:nvPr/>
              </p:nvSpPr>
              <p:spPr>
                <a:xfrm>
                  <a:off x="1689604" y="4440815"/>
                  <a:ext cx="427293" cy="3424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25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TW" altLang="en-US" sz="1625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TW" sz="1625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TW" sz="1625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25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4" name="文字方塊 23">
                  <a:extLst>
                    <a:ext uri="{FF2B5EF4-FFF2-40B4-BE49-F238E27FC236}">
                      <a16:creationId xmlns:a16="http://schemas.microsoft.com/office/drawing/2014/main" id="{D7364931-5D09-451B-90E1-D402ABA92E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89604" y="4440815"/>
                  <a:ext cx="427293" cy="342401"/>
                </a:xfrm>
                <a:prstGeom prst="rect">
                  <a:avLst/>
                </a:prstGeom>
                <a:blipFill>
                  <a:blip r:embed="rId17"/>
                  <a:stretch>
                    <a:fillRect r="-5634" b="-714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B8DBEE87-FB7D-434D-B5B9-21338773D7B6}"/>
                    </a:ext>
                  </a:extLst>
                </p:cNvPr>
                <p:cNvSpPr/>
                <p:nvPr/>
              </p:nvSpPr>
              <p:spPr>
                <a:xfrm>
                  <a:off x="-42052" y="992496"/>
                  <a:ext cx="1831463" cy="55072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2000" smtClean="0">
                            <a:latin typeface="Cambria Math" panose="02040503050406030204" pitchFamily="18" charset="0"/>
                          </a:rPr>
                          <m:t>Re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altLang="zh-TW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d>
                                  <m:dPr>
                                    <m:ctrlP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ℓ+</m:t>
                                    </m:r>
                                    <m:r>
                                      <a:rPr lang="en-US" altLang="zh-TW" sz="2000" i="1" dirty="0">
                                        <a:latin typeface="Cambria Math" panose="02040503050406030204" pitchFamily="18" charset="0"/>
                                      </a:rPr>
                                      <m:t>𝜎</m:t>
                                    </m:r>
                                  </m:e>
                                </m:d>
                                <m:sSub>
                                  <m:sSubPr>
                                    <m:ctrlPr>
                                      <a:rPr lang="en-US" altLang="zh-TW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000" i="1">
                                        <a:latin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TW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2000" b="1" i="1" smtClean="0">
                                            <a:latin typeface="Cambria Math" panose="02040503050406030204" pitchFamily="18" charset="0"/>
                                          </a:rPr>
                                          <m:t>𝒒</m:t>
                                        </m:r>
                                      </m:e>
                                      <m:sub>
                                        <m:r>
                                          <a:rPr lang="en-US" altLang="zh-TW" sz="2000" b="0" i="1" smtClean="0">
                                            <a:latin typeface="Cambria Math" panose="02040503050406030204" pitchFamily="18" charset="0"/>
                                          </a:rPr>
                                          <m:t>∥</m:t>
                                        </m:r>
                                      </m:sub>
                                    </m:sSub>
                                  </m:sub>
                                </m:sSub>
                              </m:sup>
                            </m:sSup>
                          </m:e>
                        </m:d>
                      </m:oMath>
                    </m:oMathPara>
                  </a14:m>
                  <a:endParaRPr lang="zh-TW" alt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B8DBEE87-FB7D-434D-B5B9-21338773D7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42052" y="992496"/>
                  <a:ext cx="1831463" cy="550728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82969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2510</TotalTime>
  <Words>36</Words>
  <Application>Microsoft Office PowerPoint</Application>
  <PresentationFormat>自訂</PresentationFormat>
  <Paragraphs>14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20</cp:revision>
  <dcterms:created xsi:type="dcterms:W3CDTF">2026-03-29T16:54:49Z</dcterms:created>
  <dcterms:modified xsi:type="dcterms:W3CDTF">2026-06-18T06:11:58Z</dcterms:modified>
</cp:coreProperties>
</file>