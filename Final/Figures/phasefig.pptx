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12239625" cy="4679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1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0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9953" y="765909"/>
            <a:ext cx="9179719" cy="1629316"/>
          </a:xfrm>
        </p:spPr>
        <p:txBody>
          <a:bodyPr anchor="b"/>
          <a:lstStyle>
            <a:lvl1pPr algn="ctr">
              <a:defRPr sz="409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9953" y="2458058"/>
            <a:ext cx="9179719" cy="1129904"/>
          </a:xfrm>
        </p:spPr>
        <p:txBody>
          <a:bodyPr/>
          <a:lstStyle>
            <a:lvl1pPr marL="0" indent="0" algn="ctr">
              <a:buNone/>
              <a:defRPr sz="1638"/>
            </a:lvl1pPr>
            <a:lvl2pPr marL="311993" indent="0" algn="ctr">
              <a:buNone/>
              <a:defRPr sz="1365"/>
            </a:lvl2pPr>
            <a:lvl3pPr marL="623987" indent="0" algn="ctr">
              <a:buNone/>
              <a:defRPr sz="1228"/>
            </a:lvl3pPr>
            <a:lvl4pPr marL="935980" indent="0" algn="ctr">
              <a:buNone/>
              <a:defRPr sz="1092"/>
            </a:lvl4pPr>
            <a:lvl5pPr marL="1247973" indent="0" algn="ctr">
              <a:buNone/>
              <a:defRPr sz="1092"/>
            </a:lvl5pPr>
            <a:lvl6pPr marL="1559966" indent="0" algn="ctr">
              <a:buNone/>
              <a:defRPr sz="1092"/>
            </a:lvl6pPr>
            <a:lvl7pPr marL="1871960" indent="0" algn="ctr">
              <a:buNone/>
              <a:defRPr sz="1092"/>
            </a:lvl7pPr>
            <a:lvl8pPr marL="2183953" indent="0" algn="ctr">
              <a:buNone/>
              <a:defRPr sz="1092"/>
            </a:lvl8pPr>
            <a:lvl9pPr marL="2495946" indent="0" algn="ctr">
              <a:buNone/>
              <a:defRPr sz="1092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2026/4/22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0298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2026/4/22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6714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099" y="1166738"/>
            <a:ext cx="10556677" cy="1946729"/>
          </a:xfrm>
        </p:spPr>
        <p:txBody>
          <a:bodyPr anchor="b"/>
          <a:lstStyle>
            <a:lvl1pPr>
              <a:defRPr sz="409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099" y="3131884"/>
            <a:ext cx="10556677" cy="1023739"/>
          </a:xfrm>
        </p:spPr>
        <p:txBody>
          <a:bodyPr/>
          <a:lstStyle>
            <a:lvl1pPr marL="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1pPr>
            <a:lvl2pPr marL="311993" indent="0">
              <a:buNone/>
              <a:defRPr sz="1365">
                <a:solidFill>
                  <a:schemeClr val="tx1">
                    <a:tint val="75000"/>
                  </a:schemeClr>
                </a:solidFill>
              </a:defRPr>
            </a:lvl2pPr>
            <a:lvl3pPr marL="623987" indent="0">
              <a:buNone/>
              <a:defRPr sz="1228">
                <a:solidFill>
                  <a:schemeClr val="tx1">
                    <a:tint val="75000"/>
                  </a:schemeClr>
                </a:solidFill>
              </a:defRPr>
            </a:lvl3pPr>
            <a:lvl4pPr marL="935980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4pPr>
            <a:lvl5pPr marL="1247973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5pPr>
            <a:lvl6pPr marL="1559966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6pPr>
            <a:lvl7pPr marL="1871960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7pPr>
            <a:lvl8pPr marL="2183953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8pPr>
            <a:lvl9pPr marL="2495946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2026/4/22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7405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1474" y="1245820"/>
            <a:ext cx="5201841" cy="296938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310" y="1245820"/>
            <a:ext cx="5201841" cy="296938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2026/4/22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0735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249164"/>
            <a:ext cx="10556677" cy="90457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3069" y="1147238"/>
            <a:ext cx="5177935" cy="562244"/>
          </a:xfrm>
        </p:spPr>
        <p:txBody>
          <a:bodyPr anchor="b"/>
          <a:lstStyle>
            <a:lvl1pPr marL="0" indent="0">
              <a:buNone/>
              <a:defRPr sz="1638" b="1"/>
            </a:lvl1pPr>
            <a:lvl2pPr marL="311993" indent="0">
              <a:buNone/>
              <a:defRPr sz="1365" b="1"/>
            </a:lvl2pPr>
            <a:lvl3pPr marL="623987" indent="0">
              <a:buNone/>
              <a:defRPr sz="1228" b="1"/>
            </a:lvl3pPr>
            <a:lvl4pPr marL="935980" indent="0">
              <a:buNone/>
              <a:defRPr sz="1092" b="1"/>
            </a:lvl4pPr>
            <a:lvl5pPr marL="1247973" indent="0">
              <a:buNone/>
              <a:defRPr sz="1092" b="1"/>
            </a:lvl5pPr>
            <a:lvl6pPr marL="1559966" indent="0">
              <a:buNone/>
              <a:defRPr sz="1092" b="1"/>
            </a:lvl6pPr>
            <a:lvl7pPr marL="1871960" indent="0">
              <a:buNone/>
              <a:defRPr sz="1092" b="1"/>
            </a:lvl7pPr>
            <a:lvl8pPr marL="2183953" indent="0">
              <a:buNone/>
              <a:defRPr sz="1092" b="1"/>
            </a:lvl8pPr>
            <a:lvl9pPr marL="2495946" indent="0">
              <a:buNone/>
              <a:defRPr sz="1092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3069" y="1709482"/>
            <a:ext cx="5177935" cy="251439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310" y="1147238"/>
            <a:ext cx="5203435" cy="562244"/>
          </a:xfrm>
        </p:spPr>
        <p:txBody>
          <a:bodyPr anchor="b"/>
          <a:lstStyle>
            <a:lvl1pPr marL="0" indent="0">
              <a:buNone/>
              <a:defRPr sz="1638" b="1"/>
            </a:lvl1pPr>
            <a:lvl2pPr marL="311993" indent="0">
              <a:buNone/>
              <a:defRPr sz="1365" b="1"/>
            </a:lvl2pPr>
            <a:lvl3pPr marL="623987" indent="0">
              <a:buNone/>
              <a:defRPr sz="1228" b="1"/>
            </a:lvl3pPr>
            <a:lvl4pPr marL="935980" indent="0">
              <a:buNone/>
              <a:defRPr sz="1092" b="1"/>
            </a:lvl4pPr>
            <a:lvl5pPr marL="1247973" indent="0">
              <a:buNone/>
              <a:defRPr sz="1092" b="1"/>
            </a:lvl5pPr>
            <a:lvl6pPr marL="1559966" indent="0">
              <a:buNone/>
              <a:defRPr sz="1092" b="1"/>
            </a:lvl6pPr>
            <a:lvl7pPr marL="1871960" indent="0">
              <a:buNone/>
              <a:defRPr sz="1092" b="1"/>
            </a:lvl7pPr>
            <a:lvl8pPr marL="2183953" indent="0">
              <a:buNone/>
              <a:defRPr sz="1092" b="1"/>
            </a:lvl8pPr>
            <a:lvl9pPr marL="2495946" indent="0">
              <a:buNone/>
              <a:defRPr sz="1092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6310" y="1709482"/>
            <a:ext cx="5203435" cy="251439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2026/4/22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4882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2026/4/22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4674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2026/4/22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5775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9" y="311997"/>
            <a:ext cx="3947597" cy="1091988"/>
          </a:xfrm>
        </p:spPr>
        <p:txBody>
          <a:bodyPr anchor="b"/>
          <a:lstStyle>
            <a:lvl1pPr>
              <a:defRPr sz="218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3435" y="673826"/>
            <a:ext cx="6196310" cy="3325798"/>
          </a:xfrm>
        </p:spPr>
        <p:txBody>
          <a:bodyPr/>
          <a:lstStyle>
            <a:lvl1pPr>
              <a:defRPr sz="2184"/>
            </a:lvl1pPr>
            <a:lvl2pPr>
              <a:defRPr sz="1911"/>
            </a:lvl2pPr>
            <a:lvl3pPr>
              <a:defRPr sz="1638"/>
            </a:lvl3pPr>
            <a:lvl4pPr>
              <a:defRPr sz="1365"/>
            </a:lvl4pPr>
            <a:lvl5pPr>
              <a:defRPr sz="1365"/>
            </a:lvl5pPr>
            <a:lvl6pPr>
              <a:defRPr sz="1365"/>
            </a:lvl6pPr>
            <a:lvl7pPr>
              <a:defRPr sz="1365"/>
            </a:lvl7pPr>
            <a:lvl8pPr>
              <a:defRPr sz="1365"/>
            </a:lvl8pPr>
            <a:lvl9pPr>
              <a:defRPr sz="136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9" y="1403985"/>
            <a:ext cx="3947597" cy="2601056"/>
          </a:xfrm>
        </p:spPr>
        <p:txBody>
          <a:bodyPr/>
          <a:lstStyle>
            <a:lvl1pPr marL="0" indent="0">
              <a:buNone/>
              <a:defRPr sz="1092"/>
            </a:lvl1pPr>
            <a:lvl2pPr marL="311993" indent="0">
              <a:buNone/>
              <a:defRPr sz="955"/>
            </a:lvl2pPr>
            <a:lvl3pPr marL="623987" indent="0">
              <a:buNone/>
              <a:defRPr sz="819"/>
            </a:lvl3pPr>
            <a:lvl4pPr marL="935980" indent="0">
              <a:buNone/>
              <a:defRPr sz="682"/>
            </a:lvl4pPr>
            <a:lvl5pPr marL="1247973" indent="0">
              <a:buNone/>
              <a:defRPr sz="682"/>
            </a:lvl5pPr>
            <a:lvl6pPr marL="1559966" indent="0">
              <a:buNone/>
              <a:defRPr sz="682"/>
            </a:lvl6pPr>
            <a:lvl7pPr marL="1871960" indent="0">
              <a:buNone/>
              <a:defRPr sz="682"/>
            </a:lvl7pPr>
            <a:lvl8pPr marL="2183953" indent="0">
              <a:buNone/>
              <a:defRPr sz="682"/>
            </a:lvl8pPr>
            <a:lvl9pPr marL="2495946" indent="0">
              <a:buNone/>
              <a:defRPr sz="682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2026/4/22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5194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9" y="311997"/>
            <a:ext cx="3947597" cy="1091988"/>
          </a:xfrm>
        </p:spPr>
        <p:txBody>
          <a:bodyPr anchor="b"/>
          <a:lstStyle>
            <a:lvl1pPr>
              <a:defRPr sz="218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03435" y="673826"/>
            <a:ext cx="6196310" cy="3325798"/>
          </a:xfrm>
        </p:spPr>
        <p:txBody>
          <a:bodyPr anchor="t"/>
          <a:lstStyle>
            <a:lvl1pPr marL="0" indent="0">
              <a:buNone/>
              <a:defRPr sz="2184"/>
            </a:lvl1pPr>
            <a:lvl2pPr marL="311993" indent="0">
              <a:buNone/>
              <a:defRPr sz="1911"/>
            </a:lvl2pPr>
            <a:lvl3pPr marL="623987" indent="0">
              <a:buNone/>
              <a:defRPr sz="1638"/>
            </a:lvl3pPr>
            <a:lvl4pPr marL="935980" indent="0">
              <a:buNone/>
              <a:defRPr sz="1365"/>
            </a:lvl4pPr>
            <a:lvl5pPr marL="1247973" indent="0">
              <a:buNone/>
              <a:defRPr sz="1365"/>
            </a:lvl5pPr>
            <a:lvl6pPr marL="1559966" indent="0">
              <a:buNone/>
              <a:defRPr sz="1365"/>
            </a:lvl6pPr>
            <a:lvl7pPr marL="1871960" indent="0">
              <a:buNone/>
              <a:defRPr sz="1365"/>
            </a:lvl7pPr>
            <a:lvl8pPr marL="2183953" indent="0">
              <a:buNone/>
              <a:defRPr sz="1365"/>
            </a:lvl8pPr>
            <a:lvl9pPr marL="2495946" indent="0">
              <a:buNone/>
              <a:defRPr sz="136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9" y="1403985"/>
            <a:ext cx="3947597" cy="2601056"/>
          </a:xfrm>
        </p:spPr>
        <p:txBody>
          <a:bodyPr/>
          <a:lstStyle>
            <a:lvl1pPr marL="0" indent="0">
              <a:buNone/>
              <a:defRPr sz="1092"/>
            </a:lvl1pPr>
            <a:lvl2pPr marL="311993" indent="0">
              <a:buNone/>
              <a:defRPr sz="955"/>
            </a:lvl2pPr>
            <a:lvl3pPr marL="623987" indent="0">
              <a:buNone/>
              <a:defRPr sz="819"/>
            </a:lvl3pPr>
            <a:lvl4pPr marL="935980" indent="0">
              <a:buNone/>
              <a:defRPr sz="682"/>
            </a:lvl4pPr>
            <a:lvl5pPr marL="1247973" indent="0">
              <a:buNone/>
              <a:defRPr sz="682"/>
            </a:lvl5pPr>
            <a:lvl6pPr marL="1559966" indent="0">
              <a:buNone/>
              <a:defRPr sz="682"/>
            </a:lvl6pPr>
            <a:lvl7pPr marL="1871960" indent="0">
              <a:buNone/>
              <a:defRPr sz="682"/>
            </a:lvl7pPr>
            <a:lvl8pPr marL="2183953" indent="0">
              <a:buNone/>
              <a:defRPr sz="682"/>
            </a:lvl8pPr>
            <a:lvl9pPr marL="2495946" indent="0">
              <a:buNone/>
              <a:defRPr sz="682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2026/4/22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4803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2026/4/22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8995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58982" y="249164"/>
            <a:ext cx="2639169" cy="396604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1474" y="249164"/>
            <a:ext cx="7764512" cy="3966041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2026/4/22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6246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1474" y="249164"/>
            <a:ext cx="10556677" cy="904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474" y="1245820"/>
            <a:ext cx="10556677" cy="2969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1474" y="4337621"/>
            <a:ext cx="2753916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6FB895-B65F-4EA9-9907-69D32227E72B}" type="datetimeFigureOut">
              <a:rPr lang="zh-TW" altLang="en-US" smtClean="0"/>
              <a:t>2026/4/22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54376" y="4337621"/>
            <a:ext cx="4130873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4235" y="4337621"/>
            <a:ext cx="2753916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344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23987" rtl="0" eaLnBrk="1" latinLnBrk="0" hangingPunct="1">
        <a:lnSpc>
          <a:spcPct val="90000"/>
        </a:lnSpc>
        <a:spcBef>
          <a:spcPct val="0"/>
        </a:spcBef>
        <a:buNone/>
        <a:defRPr sz="30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5997" indent="-155997" algn="l" defTabSz="623987" rtl="0" eaLnBrk="1" latinLnBrk="0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1911" kern="1200">
          <a:solidFill>
            <a:schemeClr val="tx1"/>
          </a:solidFill>
          <a:latin typeface="+mn-lt"/>
          <a:ea typeface="+mn-ea"/>
          <a:cs typeface="+mn-cs"/>
        </a:defRPr>
      </a:lvl1pPr>
      <a:lvl2pPr marL="46799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638" kern="1200">
          <a:solidFill>
            <a:schemeClr val="tx1"/>
          </a:solidFill>
          <a:latin typeface="+mn-lt"/>
          <a:ea typeface="+mn-ea"/>
          <a:cs typeface="+mn-cs"/>
        </a:defRPr>
      </a:lvl2pPr>
      <a:lvl3pPr marL="77998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365" kern="1200">
          <a:solidFill>
            <a:schemeClr val="tx1"/>
          </a:solidFill>
          <a:latin typeface="+mn-lt"/>
          <a:ea typeface="+mn-ea"/>
          <a:cs typeface="+mn-cs"/>
        </a:defRPr>
      </a:lvl3pPr>
      <a:lvl4pPr marL="1091976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4pPr>
      <a:lvl5pPr marL="140397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5pPr>
      <a:lvl6pPr marL="171596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6pPr>
      <a:lvl7pPr marL="2027956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7pPr>
      <a:lvl8pPr marL="233995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8pPr>
      <a:lvl9pPr marL="265194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1pPr>
      <a:lvl2pPr marL="31199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2pPr>
      <a:lvl3pPr marL="623987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3pPr>
      <a:lvl4pPr marL="93598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4pPr>
      <a:lvl5pPr marL="124797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5pPr>
      <a:lvl6pPr marL="1559966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6pPr>
      <a:lvl7pPr marL="187196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7pPr>
      <a:lvl8pPr marL="218395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8pPr>
      <a:lvl9pPr marL="2495946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>
            <a:extLst>
              <a:ext uri="{FF2B5EF4-FFF2-40B4-BE49-F238E27FC236}">
                <a16:creationId xmlns:a16="http://schemas.microsoft.com/office/drawing/2014/main" id="{E6EBFD71-A9F6-48E8-BFDF-D613415913AF}"/>
              </a:ext>
            </a:extLst>
          </p:cNvPr>
          <p:cNvGrpSpPr/>
          <p:nvPr/>
        </p:nvGrpSpPr>
        <p:grpSpPr>
          <a:xfrm>
            <a:off x="-41718" y="-47332"/>
            <a:ext cx="12323061" cy="4774615"/>
            <a:chOff x="-79210" y="666749"/>
            <a:chExt cx="12323061" cy="4774615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FD558900-7134-43B7-B0FD-EC6791A99399}"/>
                </a:ext>
              </a:extLst>
            </p:cNvPr>
            <p:cNvSpPr/>
            <p:nvPr/>
          </p:nvSpPr>
          <p:spPr>
            <a:xfrm>
              <a:off x="0" y="666749"/>
              <a:ext cx="12211051" cy="468803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797" tIns="45899" rIns="91797" bIns="4589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807" dirty="0"/>
            </a:p>
          </p:txBody>
        </p:sp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D9AE460D-6E36-4CED-90C2-BCA4BCE798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4623"/>
            <a:stretch/>
          </p:blipFill>
          <p:spPr>
            <a:xfrm>
              <a:off x="1092425" y="1926219"/>
              <a:ext cx="10013725" cy="1954800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2B7E1A0A-16DC-4A1C-80FA-EED5DA952B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687" r="14623"/>
            <a:stretch/>
          </p:blipFill>
          <p:spPr>
            <a:xfrm>
              <a:off x="1092425" y="676275"/>
              <a:ext cx="10013725" cy="1726346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4ECCAF68-A24F-4E7B-AFA4-672323F0D5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5028"/>
            <a:stretch/>
          </p:blipFill>
          <p:spPr>
            <a:xfrm>
              <a:off x="1092426" y="3404618"/>
              <a:ext cx="9966100" cy="19548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95973EEA-BBBF-4D9D-807A-FF6EB3D04074}"/>
                    </a:ext>
                  </a:extLst>
                </p:cNvPr>
                <p:cNvSpPr/>
                <p:nvPr/>
              </p:nvSpPr>
              <p:spPr>
                <a:xfrm>
                  <a:off x="83969" y="2717749"/>
                  <a:ext cx="982489" cy="37174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606">
                            <a:latin typeface="Cambria Math" panose="02040503050406030204" pitchFamily="18" charset="0"/>
                          </a:rPr>
                          <m:t>Re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1606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sz="1606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606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TW" sz="1606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1606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  <m:r>
                                  <a:rPr lang="en-US" altLang="zh-TW" sz="1606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zh-TW" altLang="en-US" sz="1606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95973EEA-BBBF-4D9D-807A-FF6EB3D040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69" y="2717749"/>
                  <a:ext cx="982489" cy="37174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5DD30E1E-3254-4C6F-8DF1-6F6AA824DBC6}"/>
                    </a:ext>
                  </a:extLst>
                </p:cNvPr>
                <p:cNvSpPr/>
                <p:nvPr/>
              </p:nvSpPr>
              <p:spPr>
                <a:xfrm>
                  <a:off x="-79210" y="1237002"/>
                  <a:ext cx="1308848" cy="37643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606">
                            <a:latin typeface="Cambria Math" panose="02040503050406030204" pitchFamily="18" charset="0"/>
                          </a:rPr>
                          <m:t>Re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1606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sz="1606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606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TW" sz="1606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d>
                                  <m:dPr>
                                    <m:ctrlPr>
                                      <a:rPr lang="en-US" altLang="zh-TW" sz="1606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606" i="1" dirty="0">
                                        <a:latin typeface="Cambria Math" panose="02040503050406030204" pitchFamily="18" charset="0"/>
                                      </a:rPr>
                                      <m:t>ℓ−1</m:t>
                                    </m:r>
                                  </m:e>
                                </m:d>
                                <m:r>
                                  <a:rPr lang="en-US" altLang="zh-TW" sz="1606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zh-TW" altLang="en-US" sz="1606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5DD30E1E-3254-4C6F-8DF1-6F6AA824DB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9210" y="1237002"/>
                  <a:ext cx="1308848" cy="37643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7602E595-1D29-4D58-A267-FBD3337FC00C}"/>
                    </a:ext>
                  </a:extLst>
                </p:cNvPr>
                <p:cNvSpPr/>
                <p:nvPr/>
              </p:nvSpPr>
              <p:spPr>
                <a:xfrm>
                  <a:off x="-79210" y="4193799"/>
                  <a:ext cx="1308848" cy="37643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606">
                            <a:latin typeface="Cambria Math" panose="02040503050406030204" pitchFamily="18" charset="0"/>
                          </a:rPr>
                          <m:t>Re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1606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sz="1606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606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TW" sz="1606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d>
                                  <m:dPr>
                                    <m:ctrlPr>
                                      <a:rPr lang="en-US" altLang="zh-TW" sz="1606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606" i="1" dirty="0">
                                        <a:latin typeface="Cambria Math" panose="02040503050406030204" pitchFamily="18" charset="0"/>
                                      </a:rPr>
                                      <m:t>ℓ+1</m:t>
                                    </m:r>
                                  </m:e>
                                </m:d>
                                <m:r>
                                  <a:rPr lang="en-US" altLang="zh-TW" sz="1606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zh-TW" altLang="en-US" sz="1606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7602E595-1D29-4D58-A267-FBD3337FC0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9210" y="4193799"/>
                  <a:ext cx="1308848" cy="37643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41213C0D-84F2-49AC-8D43-4B68A15C83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784" r="7482"/>
            <a:stretch/>
          </p:blipFill>
          <p:spPr>
            <a:xfrm>
              <a:off x="10941256" y="2394894"/>
              <a:ext cx="1301378" cy="280450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2ECBAAFC-83D2-46F0-9BA3-8E95FA748CA6}"/>
                    </a:ext>
                  </a:extLst>
                </p:cNvPr>
                <p:cNvSpPr/>
                <p:nvPr/>
              </p:nvSpPr>
              <p:spPr>
                <a:xfrm>
                  <a:off x="1464906" y="4659652"/>
                  <a:ext cx="816314" cy="37042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7" i="1">
                            <a:latin typeface="Cambria Math" panose="02040503050406030204" pitchFamily="18" charset="0"/>
                          </a:rPr>
                          <m:t>0.1</m:t>
                        </m:r>
                        <m:sSub>
                          <m:sSubPr>
                            <m:ctrlPr>
                              <a:rPr lang="en-US" altLang="zh-TW" sz="1807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7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807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oMath>
                    </m:oMathPara>
                  </a14:m>
                  <a:endParaRPr lang="zh-TW" altLang="en-US" sz="1807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2ECBAAFC-83D2-46F0-9BA3-8E95FA748C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4906" y="4659652"/>
                  <a:ext cx="816314" cy="370422"/>
                </a:xfrm>
                <a:prstGeom prst="rect">
                  <a:avLst/>
                </a:prstGeom>
                <a:blipFill>
                  <a:blip r:embed="rId9"/>
                  <a:stretch>
                    <a:fillRect b="-98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F6C84087-92B1-4FA8-8CF1-044E99D54A3A}"/>
                    </a:ext>
                  </a:extLst>
                </p:cNvPr>
                <p:cNvSpPr/>
                <p:nvPr/>
              </p:nvSpPr>
              <p:spPr>
                <a:xfrm>
                  <a:off x="1585828" y="5070589"/>
                  <a:ext cx="790471" cy="370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7" i="1">
                            <a:latin typeface="Cambria Math" panose="02040503050406030204" pitchFamily="18" charset="0"/>
                          </a:rPr>
                          <m:t>ℓ=0</m:t>
                        </m:r>
                      </m:oMath>
                    </m:oMathPara>
                  </a14:m>
                  <a:endParaRPr lang="zh-TW" altLang="en-US" sz="1807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F6C84087-92B1-4FA8-8CF1-044E99D54A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5828" y="5070589"/>
                  <a:ext cx="790471" cy="37077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9811FA64-E6DD-41BC-80D2-880764802ABE}"/>
                    </a:ext>
                  </a:extLst>
                </p:cNvPr>
                <p:cNvSpPr/>
                <p:nvPr/>
              </p:nvSpPr>
              <p:spPr>
                <a:xfrm>
                  <a:off x="3286966" y="5070589"/>
                  <a:ext cx="790471" cy="370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7" i="1">
                            <a:latin typeface="Cambria Math" panose="02040503050406030204" pitchFamily="18" charset="0"/>
                          </a:rPr>
                          <m:t>ℓ=1</m:t>
                        </m:r>
                      </m:oMath>
                    </m:oMathPara>
                  </a14:m>
                  <a:endParaRPr lang="zh-TW" altLang="en-US" sz="1807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9811FA64-E6DD-41BC-80D2-880764802AB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6966" y="5070589"/>
                  <a:ext cx="790471" cy="37077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9AFAACFC-C00D-499A-8508-F3D19B04B62A}"/>
                    </a:ext>
                  </a:extLst>
                </p:cNvPr>
                <p:cNvSpPr/>
                <p:nvPr/>
              </p:nvSpPr>
              <p:spPr>
                <a:xfrm>
                  <a:off x="4988104" y="5070589"/>
                  <a:ext cx="790471" cy="370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7" i="1">
                            <a:latin typeface="Cambria Math" panose="02040503050406030204" pitchFamily="18" charset="0"/>
                          </a:rPr>
                          <m:t>ℓ=2</m:t>
                        </m:r>
                      </m:oMath>
                    </m:oMathPara>
                  </a14:m>
                  <a:endParaRPr lang="zh-TW" altLang="en-US" sz="1807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9AFAACFC-C00D-499A-8508-F3D19B04B6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8104" y="5070589"/>
                  <a:ext cx="790471" cy="37077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995B6156-8001-4682-BF33-4738B14DA66A}"/>
                    </a:ext>
                  </a:extLst>
                </p:cNvPr>
                <p:cNvSpPr/>
                <p:nvPr/>
              </p:nvSpPr>
              <p:spPr>
                <a:xfrm>
                  <a:off x="6689242" y="5070589"/>
                  <a:ext cx="790471" cy="370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7" i="1">
                            <a:latin typeface="Cambria Math" panose="02040503050406030204" pitchFamily="18" charset="0"/>
                          </a:rPr>
                          <m:t>ℓ=3</m:t>
                        </m:r>
                      </m:oMath>
                    </m:oMathPara>
                  </a14:m>
                  <a:endParaRPr lang="zh-TW" altLang="en-US" sz="1807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995B6156-8001-4682-BF33-4738B14DA6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9242" y="5070589"/>
                  <a:ext cx="790471" cy="37077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36A165A2-5CCD-44EC-98FB-D19CA3785C10}"/>
                    </a:ext>
                  </a:extLst>
                </p:cNvPr>
                <p:cNvSpPr/>
                <p:nvPr/>
              </p:nvSpPr>
              <p:spPr>
                <a:xfrm>
                  <a:off x="8390380" y="5070589"/>
                  <a:ext cx="790471" cy="370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7" i="1">
                            <a:latin typeface="Cambria Math" panose="02040503050406030204" pitchFamily="18" charset="0"/>
                          </a:rPr>
                          <m:t>ℓ=4</m:t>
                        </m:r>
                      </m:oMath>
                    </m:oMathPara>
                  </a14:m>
                  <a:endParaRPr lang="zh-TW" altLang="en-US" sz="1807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36A165A2-5CCD-44EC-98FB-D19CA3785C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0380" y="5070589"/>
                  <a:ext cx="790471" cy="37077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8B48CC31-D1B7-4B52-A279-365D34E581C5}"/>
                    </a:ext>
                  </a:extLst>
                </p:cNvPr>
                <p:cNvSpPr/>
                <p:nvPr/>
              </p:nvSpPr>
              <p:spPr>
                <a:xfrm>
                  <a:off x="10091519" y="5070589"/>
                  <a:ext cx="790471" cy="370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7" i="1">
                            <a:latin typeface="Cambria Math" panose="02040503050406030204" pitchFamily="18" charset="0"/>
                          </a:rPr>
                          <m:t>ℓ=5</m:t>
                        </m:r>
                      </m:oMath>
                    </m:oMathPara>
                  </a14:m>
                  <a:endParaRPr lang="zh-TW" altLang="en-US" sz="1807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8B48CC31-D1B7-4B52-A279-365D34E581C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91519" y="5070589"/>
                  <a:ext cx="790471" cy="37077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7D54873E-2B30-4795-A12A-61C91F1E4971}"/>
                    </a:ext>
                  </a:extLst>
                </p:cNvPr>
                <p:cNvSpPr/>
                <p:nvPr/>
              </p:nvSpPr>
              <p:spPr>
                <a:xfrm>
                  <a:off x="1200339" y="4931617"/>
                  <a:ext cx="478210" cy="370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807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zh-TW" altLang="en-US" sz="1807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807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1807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zh-TW" altLang="en-US" sz="1807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7D54873E-2B30-4795-A12A-61C91F1E49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0339" y="4931617"/>
                  <a:ext cx="478210" cy="370775"/>
                </a:xfrm>
                <a:prstGeom prst="rect">
                  <a:avLst/>
                </a:prstGeom>
                <a:blipFill>
                  <a:blip r:embed="rId16"/>
                  <a:stretch>
                    <a:fillRect t="-5000" r="-11392" b="-8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CE4C2CFD-899B-47FF-B4FA-3A719FE792AF}"/>
                    </a:ext>
                  </a:extLst>
                </p:cNvPr>
                <p:cNvSpPr/>
                <p:nvPr/>
              </p:nvSpPr>
              <p:spPr>
                <a:xfrm>
                  <a:off x="887379" y="4618166"/>
                  <a:ext cx="485870" cy="39278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807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zh-TW" altLang="en-US" sz="1807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807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1807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zh-TW" altLang="en-US" sz="1807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CE4C2CFD-899B-47FF-B4FA-3A719FE792A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7379" y="4618166"/>
                  <a:ext cx="485870" cy="392789"/>
                </a:xfrm>
                <a:prstGeom prst="rect">
                  <a:avLst/>
                </a:prstGeom>
                <a:blipFill>
                  <a:blip r:embed="rId17"/>
                  <a:stretch>
                    <a:fillRect t="-4615" r="-11392" b="-30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B7081AB4-1985-48FE-BE34-AE78233292EF}"/>
                </a:ext>
              </a:extLst>
            </p:cNvPr>
            <p:cNvSpPr/>
            <p:nvPr/>
          </p:nvSpPr>
          <p:spPr>
            <a:xfrm rot="5400000">
              <a:off x="11397860" y="3607788"/>
              <a:ext cx="1352105" cy="3398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arbitrary units</a:t>
              </a:r>
              <a:endParaRPr lang="zh-TW" altLang="en-US" sz="1606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2969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</TotalTime>
  <Words>30</Words>
  <Application>Microsoft Office PowerPoint</Application>
  <PresentationFormat>自訂</PresentationFormat>
  <Paragraphs>13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8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15</cp:revision>
  <dcterms:created xsi:type="dcterms:W3CDTF">2026-03-29T16:54:49Z</dcterms:created>
  <dcterms:modified xsi:type="dcterms:W3CDTF">2026-04-22T11:10:32Z</dcterms:modified>
</cp:coreProperties>
</file>